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 id="2147483759" r:id="rId2"/>
  </p:sldMasterIdLst>
  <p:notesMasterIdLst>
    <p:notesMasterId r:id="rId28"/>
  </p:notesMasterIdLst>
  <p:sldIdLst>
    <p:sldId id="1949" r:id="rId3"/>
    <p:sldId id="1950" r:id="rId4"/>
    <p:sldId id="1951" r:id="rId5"/>
    <p:sldId id="1952" r:id="rId6"/>
    <p:sldId id="1973" r:id="rId7"/>
    <p:sldId id="1953" r:id="rId8"/>
    <p:sldId id="1954" r:id="rId9"/>
    <p:sldId id="1955" r:id="rId10"/>
    <p:sldId id="1956" r:id="rId11"/>
    <p:sldId id="1957" r:id="rId12"/>
    <p:sldId id="1958" r:id="rId13"/>
    <p:sldId id="1959" r:id="rId14"/>
    <p:sldId id="1960" r:id="rId15"/>
    <p:sldId id="1961" r:id="rId16"/>
    <p:sldId id="1962" r:id="rId17"/>
    <p:sldId id="1963" r:id="rId18"/>
    <p:sldId id="1964" r:id="rId19"/>
    <p:sldId id="1965" r:id="rId20"/>
    <p:sldId id="1966" r:id="rId21"/>
    <p:sldId id="1967" r:id="rId22"/>
    <p:sldId id="1968" r:id="rId23"/>
    <p:sldId id="1969" r:id="rId24"/>
    <p:sldId id="1970" r:id="rId25"/>
    <p:sldId id="1971" r:id="rId26"/>
    <p:sldId id="1972" r:id="rId27"/>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65D7EB-1280-45E1-B64F-68CF33DFCC4A}" v="18" dt="2026-06-14T13:16:34.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7735"/>
    <p:restoredTop sz="94610"/>
  </p:normalViewPr>
  <p:slideViewPr>
    <p:cSldViewPr snapToGrid="0" snapToObjects="1">
      <p:cViewPr varScale="1">
        <p:scale>
          <a:sx n="126" d="100"/>
          <a:sy n="126" d="100"/>
        </p:scale>
        <p:origin x="91"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09T14:31:52.348" v="1691" actId="207"/>
      <pc:docMkLst>
        <pc:docMk/>
      </pc:docMkLst>
      <pc:sldChg chg="modSp add mod">
        <pc:chgData name="Michael Whitehouse" userId="0ecba9273f6ad366" providerId="LiveId" clId="{F36E82C0-65ED-4BE7-8730-0F102FB388DD}" dt="2026-06-09T12:53:20.081" v="8" actId="20577"/>
        <pc:sldMkLst>
          <pc:docMk/>
          <pc:sldMk cId="3834967605" sldId="1949"/>
        </pc:sldMkLst>
        <pc:spChg chg="mod">
          <ac:chgData name="Michael Whitehouse" userId="0ecba9273f6ad366" providerId="LiveId" clId="{F36E82C0-65ED-4BE7-8730-0F102FB388DD}" dt="2026-06-09T12:53:20.075" v="7" actId="20577"/>
          <ac:spMkLst>
            <pc:docMk/>
            <pc:sldMk cId="3834967605" sldId="1949"/>
            <ac:spMk id="2" creationId="{15AF5B54-8924-1D96-E30D-ED4854F26BA1}"/>
          </ac:spMkLst>
        </pc:spChg>
        <pc:spChg chg="mod">
          <ac:chgData name="Michael Whitehouse" userId="0ecba9273f6ad366" providerId="LiveId" clId="{F36E82C0-65ED-4BE7-8730-0F102FB388DD}" dt="2026-06-09T12:53:20.081" v="8" actId="20577"/>
          <ac:spMkLst>
            <pc:docMk/>
            <pc:sldMk cId="3834967605" sldId="1949"/>
            <ac:spMk id="3" creationId="{B5DC36FB-615D-6F93-CD2E-71A00B57E1F2}"/>
          </ac:spMkLst>
        </pc:spChg>
      </pc:sldChg>
      <pc:sldChg chg="addSp modSp add mod">
        <pc:chgData name="Michael Whitehouse" userId="0ecba9273f6ad366" providerId="LiveId" clId="{F36E82C0-65ED-4BE7-8730-0F102FB388DD}" dt="2026-06-09T12:53:20.478" v="52" actId="207"/>
        <pc:sldMkLst>
          <pc:docMk/>
          <pc:sldMk cId="2346857471" sldId="1950"/>
        </pc:sldMkLst>
        <pc:spChg chg="mod">
          <ac:chgData name="Michael Whitehouse" userId="0ecba9273f6ad366" providerId="LiveId" clId="{F36E82C0-65ED-4BE7-8730-0F102FB388DD}" dt="2026-06-09T12:53:20.105" v="12" actId="139"/>
          <ac:spMkLst>
            <pc:docMk/>
            <pc:sldMk cId="2346857471" sldId="1950"/>
            <ac:spMk id="2" creationId="{B59AD5FB-B643-2AE4-3704-A0DD14778614}"/>
          </ac:spMkLst>
        </pc:spChg>
        <pc:spChg chg="mod">
          <ac:chgData name="Michael Whitehouse" userId="0ecba9273f6ad366" providerId="LiveId" clId="{F36E82C0-65ED-4BE7-8730-0F102FB388DD}" dt="2026-06-09T12:53:20.358" v="17" actId="139"/>
          <ac:spMkLst>
            <pc:docMk/>
            <pc:sldMk cId="2346857471" sldId="1950"/>
            <ac:spMk id="3" creationId="{AB991A5D-2DFB-B10C-E43B-ED417BAB6497}"/>
          </ac:spMkLst>
        </pc:spChg>
        <pc:spChg chg="mod">
          <ac:chgData name="Michael Whitehouse" userId="0ecba9273f6ad366" providerId="LiveId" clId="{F36E82C0-65ED-4BE7-8730-0F102FB388DD}" dt="2026-06-09T12:53:20.371" v="22" actId="139"/>
          <ac:spMkLst>
            <pc:docMk/>
            <pc:sldMk cId="2346857471" sldId="1950"/>
            <ac:spMk id="4" creationId="{6AB4F1FB-C432-FA27-4708-7E67AEB09FCD}"/>
          </ac:spMkLst>
        </pc:spChg>
        <pc:spChg chg="mod">
          <ac:chgData name="Michael Whitehouse" userId="0ecba9273f6ad366" providerId="LiveId" clId="{F36E82C0-65ED-4BE7-8730-0F102FB388DD}" dt="2026-06-09T12:53:20.385" v="27" actId="139"/>
          <ac:spMkLst>
            <pc:docMk/>
            <pc:sldMk cId="2346857471" sldId="1950"/>
            <ac:spMk id="5" creationId="{C6F50FC5-900B-36F0-D143-EABF0FB193E3}"/>
          </ac:spMkLst>
        </pc:spChg>
        <pc:spChg chg="mod">
          <ac:chgData name="Michael Whitehouse" userId="0ecba9273f6ad366" providerId="LiveId" clId="{F36E82C0-65ED-4BE7-8730-0F102FB388DD}" dt="2026-06-09T12:53:20.399" v="32" actId="139"/>
          <ac:spMkLst>
            <pc:docMk/>
            <pc:sldMk cId="2346857471" sldId="1950"/>
            <ac:spMk id="6" creationId="{669E0B03-0BAF-8EA6-2A66-209DA836B0A7}"/>
          </ac:spMkLst>
        </pc:spChg>
        <pc:spChg chg="add mod">
          <ac:chgData name="Michael Whitehouse" userId="0ecba9273f6ad366" providerId="LiveId" clId="{F36E82C0-65ED-4BE7-8730-0F102FB388DD}" dt="2026-06-09T12:53:20.445" v="42" actId="207"/>
          <ac:spMkLst>
            <pc:docMk/>
            <pc:sldMk cId="2346857471" sldId="1950"/>
            <ac:spMk id="7" creationId="{C8B36AAE-B372-2615-05EB-E745B631779B}"/>
          </ac:spMkLst>
        </pc:spChg>
        <pc:spChg chg="add mod">
          <ac:chgData name="Michael Whitehouse" userId="0ecba9273f6ad366" providerId="LiveId" clId="{F36E82C0-65ED-4BE7-8730-0F102FB388DD}" dt="2026-06-09T12:53:20.478" v="52" actId="207"/>
          <ac:spMkLst>
            <pc:docMk/>
            <pc:sldMk cId="2346857471" sldId="1950"/>
            <ac:spMk id="8" creationId="{4A9A821E-8F83-64BD-D6F6-C35CA52E8956}"/>
          </ac:spMkLst>
        </pc:spChg>
      </pc:sldChg>
      <pc:sldChg chg="addSp modSp add mod">
        <pc:chgData name="Michael Whitehouse" userId="0ecba9273f6ad366" providerId="LiveId" clId="{F36E82C0-65ED-4BE7-8730-0F102FB388DD}" dt="2026-06-09T12:53:20.735" v="96" actId="207"/>
        <pc:sldMkLst>
          <pc:docMk/>
          <pc:sldMk cId="1966186679" sldId="1951"/>
        </pc:sldMkLst>
        <pc:spChg chg="mod">
          <ac:chgData name="Michael Whitehouse" userId="0ecba9273f6ad366" providerId="LiveId" clId="{F36E82C0-65ED-4BE7-8730-0F102FB388DD}" dt="2026-06-09T12:53:20.490" v="56" actId="139"/>
          <ac:spMkLst>
            <pc:docMk/>
            <pc:sldMk cId="1966186679" sldId="1951"/>
            <ac:spMk id="2" creationId="{946CCA88-4A38-5602-4FB8-84764B0A8C4A}"/>
          </ac:spMkLst>
        </pc:spChg>
        <pc:spChg chg="mod">
          <ac:chgData name="Michael Whitehouse" userId="0ecba9273f6ad366" providerId="LiveId" clId="{F36E82C0-65ED-4BE7-8730-0F102FB388DD}" dt="2026-06-09T12:53:20.657" v="61" actId="139"/>
          <ac:spMkLst>
            <pc:docMk/>
            <pc:sldMk cId="1966186679" sldId="1951"/>
            <ac:spMk id="3" creationId="{BD728E16-48A8-B415-D169-EBA7C66BFDA1}"/>
          </ac:spMkLst>
        </pc:spChg>
        <pc:spChg chg="mod">
          <ac:chgData name="Michael Whitehouse" userId="0ecba9273f6ad366" providerId="LiveId" clId="{F36E82C0-65ED-4BE7-8730-0F102FB388DD}" dt="2026-06-09T12:53:20.670" v="66" actId="139"/>
          <ac:spMkLst>
            <pc:docMk/>
            <pc:sldMk cId="1966186679" sldId="1951"/>
            <ac:spMk id="4" creationId="{B100E943-7354-41BE-D48E-A48E01225306}"/>
          </ac:spMkLst>
        </pc:spChg>
        <pc:spChg chg="mod">
          <ac:chgData name="Michael Whitehouse" userId="0ecba9273f6ad366" providerId="LiveId" clId="{F36E82C0-65ED-4BE7-8730-0F102FB388DD}" dt="2026-06-09T12:53:20.683" v="71" actId="139"/>
          <ac:spMkLst>
            <pc:docMk/>
            <pc:sldMk cId="1966186679" sldId="1951"/>
            <ac:spMk id="5" creationId="{745501D7-9B19-D44E-CF5B-B5E398BC35EB}"/>
          </ac:spMkLst>
        </pc:spChg>
        <pc:spChg chg="mod">
          <ac:chgData name="Michael Whitehouse" userId="0ecba9273f6ad366" providerId="LiveId" clId="{F36E82C0-65ED-4BE7-8730-0F102FB388DD}" dt="2026-06-09T12:53:20.696" v="76" actId="139"/>
          <ac:spMkLst>
            <pc:docMk/>
            <pc:sldMk cId="1966186679" sldId="1951"/>
            <ac:spMk id="6" creationId="{6C2D9352-A696-8B0E-89D5-821F730F4742}"/>
          </ac:spMkLst>
        </pc:spChg>
        <pc:spChg chg="add mod">
          <ac:chgData name="Michael Whitehouse" userId="0ecba9273f6ad366" providerId="LiveId" clId="{F36E82C0-65ED-4BE7-8730-0F102FB388DD}" dt="2026-06-09T12:53:20.717" v="86" actId="207"/>
          <ac:spMkLst>
            <pc:docMk/>
            <pc:sldMk cId="1966186679" sldId="1951"/>
            <ac:spMk id="7" creationId="{61C9E67F-28B5-5ADE-3191-55B4758572B3}"/>
          </ac:spMkLst>
        </pc:spChg>
        <pc:spChg chg="add mod">
          <ac:chgData name="Michael Whitehouse" userId="0ecba9273f6ad366" providerId="LiveId" clId="{F36E82C0-65ED-4BE7-8730-0F102FB388DD}" dt="2026-06-09T12:53:20.735" v="96" actId="207"/>
          <ac:spMkLst>
            <pc:docMk/>
            <pc:sldMk cId="1966186679" sldId="1951"/>
            <ac:spMk id="8" creationId="{94C2823B-33EB-2AB7-183A-22A64634BC0D}"/>
          </ac:spMkLst>
        </pc:spChg>
      </pc:sldChg>
      <pc:sldChg chg="addSp delSp modSp add mod">
        <pc:chgData name="Michael Whitehouse" userId="0ecba9273f6ad366" providerId="LiveId" clId="{F36E82C0-65ED-4BE7-8730-0F102FB388DD}" dt="2026-06-09T14:17:31.566" v="1640" actId="1076"/>
        <pc:sldMkLst>
          <pc:docMk/>
          <pc:sldMk cId="2357836071" sldId="1952"/>
        </pc:sldMkLst>
        <pc:spChg chg="mod">
          <ac:chgData name="Michael Whitehouse" userId="0ecba9273f6ad366" providerId="LiveId" clId="{F36E82C0-65ED-4BE7-8730-0F102FB388DD}" dt="2026-06-09T12:53:20.746" v="100" actId="139"/>
          <ac:spMkLst>
            <pc:docMk/>
            <pc:sldMk cId="2357836071" sldId="1952"/>
            <ac:spMk id="2" creationId="{D28EDD81-C3FE-2D14-BBA0-FD5A9FE817CE}"/>
          </ac:spMkLst>
        </pc:spChg>
        <pc:spChg chg="add mod">
          <ac:chgData name="Michael Whitehouse" userId="0ecba9273f6ad366" providerId="LiveId" clId="{F36E82C0-65ED-4BE7-8730-0F102FB388DD}" dt="2026-06-09T12:53:21.537" v="111" actId="139"/>
          <ac:spMkLst>
            <pc:docMk/>
            <pc:sldMk cId="2357836071" sldId="1952"/>
            <ac:spMk id="3" creationId="{531A9EA7-ABB5-B920-44AB-CF63D9C12FD0}"/>
          </ac:spMkLst>
        </pc:spChg>
        <pc:spChg chg="add mod">
          <ac:chgData name="Michael Whitehouse" userId="0ecba9273f6ad366" providerId="LiveId" clId="{F36E82C0-65ED-4BE7-8730-0F102FB388DD}" dt="2026-06-09T12:53:22.298" v="183" actId="207"/>
          <ac:spMkLst>
            <pc:docMk/>
            <pc:sldMk cId="2357836071" sldId="1952"/>
            <ac:spMk id="10" creationId="{BF512988-1E6A-D205-920F-355F3A48558A}"/>
          </ac:spMkLst>
        </pc:spChg>
        <pc:spChg chg="add mod">
          <ac:chgData name="Michael Whitehouse" userId="0ecba9273f6ad366" providerId="LiveId" clId="{F36E82C0-65ED-4BE7-8730-0F102FB388DD}" dt="2026-06-09T12:53:22.315" v="193" actId="207"/>
          <ac:spMkLst>
            <pc:docMk/>
            <pc:sldMk cId="2357836071" sldId="1952"/>
            <ac:spMk id="11" creationId="{67455D0C-4F45-C138-FA6D-D2CB452105C7}"/>
          </ac:spMkLst>
        </pc:spChg>
        <pc:picChg chg="add mod">
          <ac:chgData name="Michael Whitehouse" userId="0ecba9273f6ad366" providerId="LiveId" clId="{F36E82C0-65ED-4BE7-8730-0F102FB388DD}" dt="2026-06-09T14:17:29.105" v="1639" actId="1076"/>
          <ac:picMkLst>
            <pc:docMk/>
            <pc:sldMk cId="2357836071" sldId="1952"/>
            <ac:picMk id="13" creationId="{1CF2D6E2-A3A1-4855-FACF-64DA42738545}"/>
          </ac:picMkLst>
        </pc:picChg>
        <pc:picChg chg="add mod">
          <ac:chgData name="Michael Whitehouse" userId="0ecba9273f6ad366" providerId="LiveId" clId="{F36E82C0-65ED-4BE7-8730-0F102FB388DD}" dt="2026-06-09T14:17:31.566" v="1640" actId="1076"/>
          <ac:picMkLst>
            <pc:docMk/>
            <pc:sldMk cId="2357836071" sldId="1952"/>
            <ac:picMk id="1026" creationId="{348BFCF9-F241-5DFE-9845-F09EA3A1FDAD}"/>
          </ac:picMkLst>
        </pc:picChg>
      </pc:sldChg>
      <pc:sldChg chg="addSp delSp modSp add mod">
        <pc:chgData name="Michael Whitehouse" userId="0ecba9273f6ad366" providerId="LiveId" clId="{F36E82C0-65ED-4BE7-8730-0F102FB388DD}" dt="2026-06-09T14:16:36.975" v="1621" actId="1076"/>
        <pc:sldMkLst>
          <pc:docMk/>
          <pc:sldMk cId="2858598815" sldId="1953"/>
        </pc:sldMkLst>
        <pc:spChg chg="mod">
          <ac:chgData name="Michael Whitehouse" userId="0ecba9273f6ad366" providerId="LiveId" clId="{F36E82C0-65ED-4BE7-8730-0F102FB388DD}" dt="2026-06-09T12:53:22.331" v="197" actId="139"/>
          <ac:spMkLst>
            <pc:docMk/>
            <pc:sldMk cId="2858598815" sldId="1953"/>
            <ac:spMk id="2" creationId="{A09C3C14-9F35-B8B7-AC2F-C4372E287F17}"/>
          </ac:spMkLst>
        </pc:spChg>
        <pc:spChg chg="add mod">
          <ac:chgData name="Michael Whitehouse" userId="0ecba9273f6ad366" providerId="LiveId" clId="{F36E82C0-65ED-4BE7-8730-0F102FB388DD}" dt="2026-06-09T12:53:23.005" v="208" actId="139"/>
          <ac:spMkLst>
            <pc:docMk/>
            <pc:sldMk cId="2858598815" sldId="1953"/>
            <ac:spMk id="3" creationId="{E15A8860-23B0-B465-92A8-4D8B4510492F}"/>
          </ac:spMkLst>
        </pc:spChg>
        <pc:spChg chg="add mod">
          <ac:chgData name="Michael Whitehouse" userId="0ecba9273f6ad366" providerId="LiveId" clId="{F36E82C0-65ED-4BE7-8730-0F102FB388DD}" dt="2026-06-09T12:53:23.760" v="280" actId="207"/>
          <ac:spMkLst>
            <pc:docMk/>
            <pc:sldMk cId="2858598815" sldId="1953"/>
            <ac:spMk id="10" creationId="{6BD8A38F-D9CA-5674-DF1D-6BD4E52A52D0}"/>
          </ac:spMkLst>
        </pc:spChg>
        <pc:spChg chg="add mod">
          <ac:chgData name="Michael Whitehouse" userId="0ecba9273f6ad366" providerId="LiveId" clId="{F36E82C0-65ED-4BE7-8730-0F102FB388DD}" dt="2026-06-09T12:53:23.780" v="290" actId="207"/>
          <ac:spMkLst>
            <pc:docMk/>
            <pc:sldMk cId="2858598815" sldId="1953"/>
            <ac:spMk id="11" creationId="{77D39995-B396-ECE2-1122-63A2FE5A1428}"/>
          </ac:spMkLst>
        </pc:spChg>
        <pc:picChg chg="add mod">
          <ac:chgData name="Michael Whitehouse" userId="0ecba9273f6ad366" providerId="LiveId" clId="{F36E82C0-65ED-4BE7-8730-0F102FB388DD}" dt="2026-06-09T14:16:36.975" v="1621" actId="1076"/>
          <ac:picMkLst>
            <pc:docMk/>
            <pc:sldMk cId="2858598815" sldId="1953"/>
            <ac:picMk id="13" creationId="{06A7FAFD-15CE-4926-26B6-1524A89C697D}"/>
          </ac:picMkLst>
        </pc:picChg>
      </pc:sldChg>
      <pc:sldChg chg="addSp modSp add mod">
        <pc:chgData name="Michael Whitehouse" userId="0ecba9273f6ad366" providerId="LiveId" clId="{F36E82C0-65ED-4BE7-8730-0F102FB388DD}" dt="2026-06-09T12:53:23.885" v="322" actId="207"/>
        <pc:sldMkLst>
          <pc:docMk/>
          <pc:sldMk cId="4134415158" sldId="1954"/>
        </pc:sldMkLst>
        <pc:spChg chg="mod">
          <ac:chgData name="Michael Whitehouse" userId="0ecba9273f6ad366" providerId="LiveId" clId="{F36E82C0-65ED-4BE7-8730-0F102FB388DD}" dt="2026-06-09T12:53:23.789" v="294" actId="139"/>
          <ac:spMkLst>
            <pc:docMk/>
            <pc:sldMk cId="4134415158" sldId="1954"/>
            <ac:spMk id="2" creationId="{04F9C030-8078-9FC5-A1BA-1CE3701B87A8}"/>
          </ac:spMkLst>
        </pc:spChg>
        <pc:spChg chg="add mod">
          <ac:chgData name="Michael Whitehouse" userId="0ecba9273f6ad366" providerId="LiveId" clId="{F36E82C0-65ED-4BE7-8730-0F102FB388DD}" dt="2026-06-09T12:53:23.867" v="312" actId="207"/>
          <ac:spMkLst>
            <pc:docMk/>
            <pc:sldMk cId="4134415158" sldId="1954"/>
            <ac:spMk id="4" creationId="{1D58EB47-CC95-71E9-E0AF-C163B8F959A4}"/>
          </ac:spMkLst>
        </pc:spChg>
        <pc:spChg chg="add mod">
          <ac:chgData name="Michael Whitehouse" userId="0ecba9273f6ad366" providerId="LiveId" clId="{F36E82C0-65ED-4BE7-8730-0F102FB388DD}" dt="2026-06-09T12:53:23.885" v="322" actId="207"/>
          <ac:spMkLst>
            <pc:docMk/>
            <pc:sldMk cId="4134415158" sldId="1954"/>
            <ac:spMk id="5" creationId="{D33D1A24-09AC-B133-A9EB-BB54387A1148}"/>
          </ac:spMkLst>
        </pc:spChg>
        <pc:picChg chg="add mod">
          <ac:chgData name="Michael Whitehouse" userId="0ecba9273f6ad366" providerId="LiveId" clId="{F36E82C0-65ED-4BE7-8730-0F102FB388DD}" dt="2026-06-09T12:53:23.843" v="302"/>
          <ac:picMkLst>
            <pc:docMk/>
            <pc:sldMk cId="4134415158" sldId="1954"/>
            <ac:picMk id="3" creationId="{04AF2B70-04CD-0DAB-7EBD-24CEF91C3321}"/>
          </ac:picMkLst>
        </pc:picChg>
      </pc:sldChg>
      <pc:sldChg chg="addSp delSp modSp add mod">
        <pc:chgData name="Michael Whitehouse" userId="0ecba9273f6ad366" providerId="LiveId" clId="{F36E82C0-65ED-4BE7-8730-0F102FB388DD}" dt="2026-06-09T14:21:11.830" v="1643"/>
        <pc:sldMkLst>
          <pc:docMk/>
          <pc:sldMk cId="2370594378" sldId="1955"/>
        </pc:sldMkLst>
        <pc:spChg chg="mod">
          <ac:chgData name="Michael Whitehouse" userId="0ecba9273f6ad366" providerId="LiveId" clId="{F36E82C0-65ED-4BE7-8730-0F102FB388DD}" dt="2026-06-09T12:53:23.895" v="326" actId="139"/>
          <ac:spMkLst>
            <pc:docMk/>
            <pc:sldMk cId="2370594378" sldId="1955"/>
            <ac:spMk id="2" creationId="{C2A5806B-AA3B-8F54-96D0-72FBCA72B69E}"/>
          </ac:spMkLst>
        </pc:spChg>
        <pc:spChg chg="add mod">
          <ac:chgData name="Michael Whitehouse" userId="0ecba9273f6ad366" providerId="LiveId" clId="{F36E82C0-65ED-4BE7-8730-0F102FB388DD}" dt="2026-06-09T12:53:24.573" v="337" actId="139"/>
          <ac:spMkLst>
            <pc:docMk/>
            <pc:sldMk cId="2370594378" sldId="1955"/>
            <ac:spMk id="3" creationId="{EEDEE23B-B0FE-3553-6F02-FD52FA78B922}"/>
          </ac:spMkLst>
        </pc:spChg>
        <pc:spChg chg="add mod">
          <ac:chgData name="Michael Whitehouse" userId="0ecba9273f6ad366" providerId="LiveId" clId="{F36E82C0-65ED-4BE7-8730-0F102FB388DD}" dt="2026-06-09T12:53:25.332" v="409" actId="207"/>
          <ac:spMkLst>
            <pc:docMk/>
            <pc:sldMk cId="2370594378" sldId="1955"/>
            <ac:spMk id="10" creationId="{4FAF28B3-0F3D-A6DD-B8AE-8E36C357D97C}"/>
          </ac:spMkLst>
        </pc:spChg>
        <pc:spChg chg="add mod">
          <ac:chgData name="Michael Whitehouse" userId="0ecba9273f6ad366" providerId="LiveId" clId="{F36E82C0-65ED-4BE7-8730-0F102FB388DD}" dt="2026-06-09T12:53:25.352" v="419" actId="207"/>
          <ac:spMkLst>
            <pc:docMk/>
            <pc:sldMk cId="2370594378" sldId="1955"/>
            <ac:spMk id="11" creationId="{3B8F0C98-FD3A-FA10-D637-ED948A3FC584}"/>
          </ac:spMkLst>
        </pc:spChg>
        <pc:picChg chg="add mod">
          <ac:chgData name="Michael Whitehouse" userId="0ecba9273f6ad366" providerId="LiveId" clId="{F36E82C0-65ED-4BE7-8730-0F102FB388DD}" dt="2026-06-09T14:21:11.830" v="1643"/>
          <ac:picMkLst>
            <pc:docMk/>
            <pc:sldMk cId="2370594378" sldId="1955"/>
            <ac:picMk id="12" creationId="{31D66B97-5052-1AB0-E02E-BC626A5B5E32}"/>
          </ac:picMkLst>
        </pc:picChg>
      </pc:sldChg>
      <pc:sldChg chg="addSp delSp modSp add mod">
        <pc:chgData name="Michael Whitehouse" userId="0ecba9273f6ad366" providerId="LiveId" clId="{F36E82C0-65ED-4BE7-8730-0F102FB388DD}" dt="2026-06-09T14:21:23.916" v="1647" actId="1076"/>
        <pc:sldMkLst>
          <pc:docMk/>
          <pc:sldMk cId="3107942121" sldId="1956"/>
        </pc:sldMkLst>
        <pc:spChg chg="mod">
          <ac:chgData name="Michael Whitehouse" userId="0ecba9273f6ad366" providerId="LiveId" clId="{F36E82C0-65ED-4BE7-8730-0F102FB388DD}" dt="2026-06-09T12:53:25.362" v="423" actId="139"/>
          <ac:spMkLst>
            <pc:docMk/>
            <pc:sldMk cId="3107942121" sldId="1956"/>
            <ac:spMk id="2" creationId="{61CED322-11D3-C270-7701-1344B916C8CF}"/>
          </ac:spMkLst>
        </pc:spChg>
        <pc:spChg chg="add mod">
          <ac:chgData name="Michael Whitehouse" userId="0ecba9273f6ad366" providerId="LiveId" clId="{F36E82C0-65ED-4BE7-8730-0F102FB388DD}" dt="2026-06-09T12:53:26.034" v="434" actId="139"/>
          <ac:spMkLst>
            <pc:docMk/>
            <pc:sldMk cId="3107942121" sldId="1956"/>
            <ac:spMk id="3" creationId="{F28ACEEC-42B2-013C-4B97-A738FC54120C}"/>
          </ac:spMkLst>
        </pc:spChg>
        <pc:spChg chg="add mod">
          <ac:chgData name="Michael Whitehouse" userId="0ecba9273f6ad366" providerId="LiveId" clId="{F36E82C0-65ED-4BE7-8730-0F102FB388DD}" dt="2026-06-09T12:53:26.784" v="506" actId="207"/>
          <ac:spMkLst>
            <pc:docMk/>
            <pc:sldMk cId="3107942121" sldId="1956"/>
            <ac:spMk id="10" creationId="{BD4E0758-FA96-DDA0-44D8-07E23F908A2F}"/>
          </ac:spMkLst>
        </pc:spChg>
        <pc:spChg chg="add mod">
          <ac:chgData name="Michael Whitehouse" userId="0ecba9273f6ad366" providerId="LiveId" clId="{F36E82C0-65ED-4BE7-8730-0F102FB388DD}" dt="2026-06-09T12:53:26.804" v="516" actId="207"/>
          <ac:spMkLst>
            <pc:docMk/>
            <pc:sldMk cId="3107942121" sldId="1956"/>
            <ac:spMk id="11" creationId="{6B0D9885-8E38-4994-DAB9-315397168F77}"/>
          </ac:spMkLst>
        </pc:spChg>
        <pc:picChg chg="add mod">
          <ac:chgData name="Michael Whitehouse" userId="0ecba9273f6ad366" providerId="LiveId" clId="{F36E82C0-65ED-4BE7-8730-0F102FB388DD}" dt="2026-06-09T14:21:23.916" v="1647" actId="1076"/>
          <ac:picMkLst>
            <pc:docMk/>
            <pc:sldMk cId="3107942121" sldId="1956"/>
            <ac:picMk id="12" creationId="{501C0753-A94A-ADE1-09F8-92774EDE0E7C}"/>
          </ac:picMkLst>
        </pc:picChg>
      </pc:sldChg>
      <pc:sldChg chg="addSp modSp add mod">
        <pc:chgData name="Michael Whitehouse" userId="0ecba9273f6ad366" providerId="LiveId" clId="{F36E82C0-65ED-4BE7-8730-0F102FB388DD}" dt="2026-06-09T12:53:27.475" v="573" actId="207"/>
        <pc:sldMkLst>
          <pc:docMk/>
          <pc:sldMk cId="98870692" sldId="1957"/>
        </pc:sldMkLst>
        <pc:spChg chg="mod">
          <ac:chgData name="Michael Whitehouse" userId="0ecba9273f6ad366" providerId="LiveId" clId="{F36E82C0-65ED-4BE7-8730-0F102FB388DD}" dt="2026-06-09T12:53:26.814" v="520" actId="139"/>
          <ac:spMkLst>
            <pc:docMk/>
            <pc:sldMk cId="98870692" sldId="1957"/>
            <ac:spMk id="2" creationId="{435AA3AE-F68C-DA4F-1B4C-13F50665ADC0}"/>
          </ac:spMkLst>
        </pc:spChg>
        <pc:spChg chg="add mod">
          <ac:chgData name="Michael Whitehouse" userId="0ecba9273f6ad366" providerId="LiveId" clId="{F36E82C0-65ED-4BE7-8730-0F102FB388DD}" dt="2026-06-09T12:53:27.193" v="531" actId="139"/>
          <ac:spMkLst>
            <pc:docMk/>
            <pc:sldMk cId="98870692" sldId="1957"/>
            <ac:spMk id="3" creationId="{0598548C-7FDF-2BCD-55F9-3BD5B9FB24BB}"/>
          </ac:spMkLst>
        </pc:spChg>
        <pc:spChg chg="add mod">
          <ac:chgData name="Michael Whitehouse" userId="0ecba9273f6ad366" providerId="LiveId" clId="{F36E82C0-65ED-4BE7-8730-0F102FB388DD}" dt="2026-06-09T12:53:27.311" v="542" actId="139"/>
          <ac:spMkLst>
            <pc:docMk/>
            <pc:sldMk cId="98870692" sldId="1957"/>
            <ac:spMk id="4" creationId="{72344AE3-D577-7B93-67BD-B72EA1154F4B}"/>
          </ac:spMkLst>
        </pc:spChg>
        <pc:spChg chg="add mod">
          <ac:chgData name="Michael Whitehouse" userId="0ecba9273f6ad366" providerId="LiveId" clId="{F36E82C0-65ED-4BE7-8730-0F102FB388DD}" dt="2026-06-09T12:53:27.437" v="553" actId="139"/>
          <ac:spMkLst>
            <pc:docMk/>
            <pc:sldMk cId="98870692" sldId="1957"/>
            <ac:spMk id="5" creationId="{5CDD4136-88A1-EAE9-3E40-0B165367CD1E}"/>
          </ac:spMkLst>
        </pc:spChg>
        <pc:spChg chg="add mod">
          <ac:chgData name="Michael Whitehouse" userId="0ecba9273f6ad366" providerId="LiveId" clId="{F36E82C0-65ED-4BE7-8730-0F102FB388DD}" dt="2026-06-09T12:53:27.458" v="563" actId="207"/>
          <ac:spMkLst>
            <pc:docMk/>
            <pc:sldMk cId="98870692" sldId="1957"/>
            <ac:spMk id="6" creationId="{536A4B16-D8B0-ACBB-8EDD-CB58FA7897E1}"/>
          </ac:spMkLst>
        </pc:spChg>
        <pc:spChg chg="add mod">
          <ac:chgData name="Michael Whitehouse" userId="0ecba9273f6ad366" providerId="LiveId" clId="{F36E82C0-65ED-4BE7-8730-0F102FB388DD}" dt="2026-06-09T12:53:27.475" v="573" actId="207"/>
          <ac:spMkLst>
            <pc:docMk/>
            <pc:sldMk cId="98870692" sldId="1957"/>
            <ac:spMk id="7" creationId="{11DE8866-4E89-5823-1B45-C71739CAA043}"/>
          </ac:spMkLst>
        </pc:spChg>
      </pc:sldChg>
      <pc:sldChg chg="addSp modSp add mod">
        <pc:chgData name="Michael Whitehouse" userId="0ecba9273f6ad366" providerId="LiveId" clId="{F36E82C0-65ED-4BE7-8730-0F102FB388DD}" dt="2026-06-09T12:53:28.332" v="641" actId="207"/>
        <pc:sldMkLst>
          <pc:docMk/>
          <pc:sldMk cId="1068529963" sldId="1958"/>
        </pc:sldMkLst>
        <pc:spChg chg="mod">
          <ac:chgData name="Michael Whitehouse" userId="0ecba9273f6ad366" providerId="LiveId" clId="{F36E82C0-65ED-4BE7-8730-0F102FB388DD}" dt="2026-06-09T12:53:27.485" v="577" actId="139"/>
          <ac:spMkLst>
            <pc:docMk/>
            <pc:sldMk cId="1068529963" sldId="1958"/>
            <ac:spMk id="2" creationId="{40A5C56C-4BE3-DD47-C268-D3D04FACF142}"/>
          </ac:spMkLst>
        </pc:spChg>
        <pc:spChg chg="add mod">
          <ac:chgData name="Michael Whitehouse" userId="0ecba9273f6ad366" providerId="LiveId" clId="{F36E82C0-65ED-4BE7-8730-0F102FB388DD}" dt="2026-06-09T12:53:27.923" v="588" actId="139"/>
          <ac:spMkLst>
            <pc:docMk/>
            <pc:sldMk cId="1068529963" sldId="1958"/>
            <ac:spMk id="3" creationId="{D422251D-1462-B178-4BC5-D87D35070DDC}"/>
          </ac:spMkLst>
        </pc:spChg>
        <pc:spChg chg="add mod">
          <ac:chgData name="Michael Whitehouse" userId="0ecba9273f6ad366" providerId="LiveId" clId="{F36E82C0-65ED-4BE7-8730-0F102FB388DD}" dt="2026-06-09T12:53:28.049" v="599" actId="139"/>
          <ac:spMkLst>
            <pc:docMk/>
            <pc:sldMk cId="1068529963" sldId="1958"/>
            <ac:spMk id="4" creationId="{99365536-A020-0F4A-D563-5801C2A61388}"/>
          </ac:spMkLst>
        </pc:spChg>
        <pc:spChg chg="add mod">
          <ac:chgData name="Michael Whitehouse" userId="0ecba9273f6ad366" providerId="LiveId" clId="{F36E82C0-65ED-4BE7-8730-0F102FB388DD}" dt="2026-06-09T12:53:28.170" v="610" actId="139"/>
          <ac:spMkLst>
            <pc:docMk/>
            <pc:sldMk cId="1068529963" sldId="1958"/>
            <ac:spMk id="5" creationId="{B1199799-AC70-F702-3D5D-DB4056FC37A1}"/>
          </ac:spMkLst>
        </pc:spChg>
        <pc:spChg chg="add mod">
          <ac:chgData name="Michael Whitehouse" userId="0ecba9273f6ad366" providerId="LiveId" clId="{F36E82C0-65ED-4BE7-8730-0F102FB388DD}" dt="2026-06-09T12:53:28.296" v="621" actId="139"/>
          <ac:spMkLst>
            <pc:docMk/>
            <pc:sldMk cId="1068529963" sldId="1958"/>
            <ac:spMk id="6" creationId="{702F85A6-5664-A22C-9D3F-5F8DCB0CA505}"/>
          </ac:spMkLst>
        </pc:spChg>
        <pc:spChg chg="add mod">
          <ac:chgData name="Michael Whitehouse" userId="0ecba9273f6ad366" providerId="LiveId" clId="{F36E82C0-65ED-4BE7-8730-0F102FB388DD}" dt="2026-06-09T12:53:28.314" v="631" actId="207"/>
          <ac:spMkLst>
            <pc:docMk/>
            <pc:sldMk cId="1068529963" sldId="1958"/>
            <ac:spMk id="7" creationId="{03CB06E9-6C28-CB36-9A1E-C412E05C63E0}"/>
          </ac:spMkLst>
        </pc:spChg>
        <pc:spChg chg="add mod">
          <ac:chgData name="Michael Whitehouse" userId="0ecba9273f6ad366" providerId="LiveId" clId="{F36E82C0-65ED-4BE7-8730-0F102FB388DD}" dt="2026-06-09T12:53:28.332" v="641" actId="207"/>
          <ac:spMkLst>
            <pc:docMk/>
            <pc:sldMk cId="1068529963" sldId="1958"/>
            <ac:spMk id="8" creationId="{D126AFCA-69AE-A1F8-1061-847C450EF75E}"/>
          </ac:spMkLst>
        </pc:spChg>
      </pc:sldChg>
      <pc:sldChg chg="addSp delSp modSp add mod">
        <pc:chgData name="Michael Whitehouse" userId="0ecba9273f6ad366" providerId="LiveId" clId="{F36E82C0-65ED-4BE7-8730-0F102FB388DD}" dt="2026-06-09T12:53:28.598" v="677" actId="207"/>
        <pc:sldMkLst>
          <pc:docMk/>
          <pc:sldMk cId="4079486887" sldId="1959"/>
        </pc:sldMkLst>
        <pc:spChg chg="mod">
          <ac:chgData name="Michael Whitehouse" userId="0ecba9273f6ad366" providerId="LiveId" clId="{F36E82C0-65ED-4BE7-8730-0F102FB388DD}" dt="2026-06-09T12:53:28.342" v="645" actId="139"/>
          <ac:spMkLst>
            <pc:docMk/>
            <pc:sldMk cId="4079486887" sldId="1959"/>
            <ac:spMk id="2" creationId="{A793223F-1CA8-5E89-A658-D40FF46E18F6}"/>
          </ac:spMkLst>
        </pc:spChg>
        <pc:spChg chg="add mod">
          <ac:chgData name="Michael Whitehouse" userId="0ecba9273f6ad366" providerId="LiveId" clId="{F36E82C0-65ED-4BE7-8730-0F102FB388DD}" dt="2026-06-09T12:53:28.580" v="667" actId="207"/>
          <ac:spMkLst>
            <pc:docMk/>
            <pc:sldMk cId="4079486887" sldId="1959"/>
            <ac:spMk id="5" creationId="{565B3079-FC16-264C-4AB0-20EA121574F7}"/>
          </ac:spMkLst>
        </pc:spChg>
        <pc:spChg chg="add mod">
          <ac:chgData name="Michael Whitehouse" userId="0ecba9273f6ad366" providerId="LiveId" clId="{F36E82C0-65ED-4BE7-8730-0F102FB388DD}" dt="2026-06-09T12:53:28.598" v="677" actId="207"/>
          <ac:spMkLst>
            <pc:docMk/>
            <pc:sldMk cId="4079486887" sldId="1959"/>
            <ac:spMk id="6" creationId="{53E98930-8118-283E-D782-DF97EFAA2D02}"/>
          </ac:spMkLst>
        </pc:spChg>
        <pc:graphicFrameChg chg="add mod modGraphic">
          <ac:chgData name="Michael Whitehouse" userId="0ecba9273f6ad366" providerId="LiveId" clId="{F36E82C0-65ED-4BE7-8730-0F102FB388DD}" dt="2026-06-09T12:53:28.557" v="657"/>
          <ac:graphicFrameMkLst>
            <pc:docMk/>
            <pc:sldMk cId="4079486887" sldId="1959"/>
            <ac:graphicFrameMk id="4" creationId="{28567C8E-02F0-DA5C-526C-F9BFE52D0CC8}"/>
          </ac:graphicFrameMkLst>
        </pc:graphicFrameChg>
      </pc:sldChg>
      <pc:sldChg chg="addSp delSp modSp add mod">
        <pc:chgData name="Michael Whitehouse" userId="0ecba9273f6ad366" providerId="LiveId" clId="{F36E82C0-65ED-4BE7-8730-0F102FB388DD}" dt="2026-06-09T12:53:28.882" v="713" actId="207"/>
        <pc:sldMkLst>
          <pc:docMk/>
          <pc:sldMk cId="22193007" sldId="1960"/>
        </pc:sldMkLst>
        <pc:spChg chg="mod">
          <ac:chgData name="Michael Whitehouse" userId="0ecba9273f6ad366" providerId="LiveId" clId="{F36E82C0-65ED-4BE7-8730-0F102FB388DD}" dt="2026-06-09T12:53:28.608" v="681" actId="139"/>
          <ac:spMkLst>
            <pc:docMk/>
            <pc:sldMk cId="22193007" sldId="1960"/>
            <ac:spMk id="2" creationId="{CC0DCA0F-6AF0-EE58-0E79-88376BD9C871}"/>
          </ac:spMkLst>
        </pc:spChg>
        <pc:spChg chg="add mod">
          <ac:chgData name="Michael Whitehouse" userId="0ecba9273f6ad366" providerId="LiveId" clId="{F36E82C0-65ED-4BE7-8730-0F102FB388DD}" dt="2026-06-09T12:53:28.863" v="703" actId="207"/>
          <ac:spMkLst>
            <pc:docMk/>
            <pc:sldMk cId="22193007" sldId="1960"/>
            <ac:spMk id="5" creationId="{F7BD6EFB-2044-3017-861E-A2127F36741E}"/>
          </ac:spMkLst>
        </pc:spChg>
        <pc:spChg chg="add mod">
          <ac:chgData name="Michael Whitehouse" userId="0ecba9273f6ad366" providerId="LiveId" clId="{F36E82C0-65ED-4BE7-8730-0F102FB388DD}" dt="2026-06-09T12:53:28.882" v="713" actId="207"/>
          <ac:spMkLst>
            <pc:docMk/>
            <pc:sldMk cId="22193007" sldId="1960"/>
            <ac:spMk id="6" creationId="{9BED2F3B-8762-3A3C-AEAB-D94824F15626}"/>
          </ac:spMkLst>
        </pc:spChg>
        <pc:graphicFrameChg chg="add mod modGraphic">
          <ac:chgData name="Michael Whitehouse" userId="0ecba9273f6ad366" providerId="LiveId" clId="{F36E82C0-65ED-4BE7-8730-0F102FB388DD}" dt="2026-06-09T12:53:28.841" v="693"/>
          <ac:graphicFrameMkLst>
            <pc:docMk/>
            <pc:sldMk cId="22193007" sldId="1960"/>
            <ac:graphicFrameMk id="4" creationId="{88098433-7E19-5671-0E5B-A1808838D5AE}"/>
          </ac:graphicFrameMkLst>
        </pc:graphicFrameChg>
      </pc:sldChg>
      <pc:sldChg chg="addSp delSp modSp add mod">
        <pc:chgData name="Michael Whitehouse" userId="0ecba9273f6ad366" providerId="LiveId" clId="{F36E82C0-65ED-4BE7-8730-0F102FB388DD}" dt="2026-06-09T14:29:42.276" v="1670" actId="27636"/>
        <pc:sldMkLst>
          <pc:docMk/>
          <pc:sldMk cId="1916111875" sldId="1961"/>
        </pc:sldMkLst>
        <pc:spChg chg="mod">
          <ac:chgData name="Michael Whitehouse" userId="0ecba9273f6ad366" providerId="LiveId" clId="{F36E82C0-65ED-4BE7-8730-0F102FB388DD}" dt="2026-06-09T14:25:39.617" v="1667" actId="1076"/>
          <ac:spMkLst>
            <pc:docMk/>
            <pc:sldMk cId="1916111875" sldId="1961"/>
            <ac:spMk id="2" creationId="{031152CB-6D98-01E3-73B9-E1FA42E5ADBE}"/>
          </ac:spMkLst>
        </pc:spChg>
        <pc:spChg chg="add mod">
          <ac:chgData name="Michael Whitehouse" userId="0ecba9273f6ad366" providerId="LiveId" clId="{F36E82C0-65ED-4BE7-8730-0F102FB388DD}" dt="2026-06-09T12:53:30.742" v="728"/>
          <ac:spMkLst>
            <pc:docMk/>
            <pc:sldMk cId="1916111875" sldId="1961"/>
            <ac:spMk id="4" creationId="{301BAE52-8BE5-B45C-3006-7723C47891F3}"/>
          </ac:spMkLst>
        </pc:spChg>
        <pc:spChg chg="add mod">
          <ac:chgData name="Michael Whitehouse" userId="0ecba9273f6ad366" providerId="LiveId" clId="{F36E82C0-65ED-4BE7-8730-0F102FB388DD}" dt="2026-06-09T14:29:42.276" v="1670" actId="27636"/>
          <ac:spMkLst>
            <pc:docMk/>
            <pc:sldMk cId="1916111875" sldId="1961"/>
            <ac:spMk id="5" creationId="{95FDF7E6-F254-272A-8DA1-3F89DDBD485A}"/>
          </ac:spMkLst>
        </pc:spChg>
        <pc:spChg chg="add mod">
          <ac:chgData name="Michael Whitehouse" userId="0ecba9273f6ad366" providerId="LiveId" clId="{F36E82C0-65ED-4BE7-8730-0F102FB388DD}" dt="2026-06-09T14:27:50.565" v="1668" actId="26606"/>
          <ac:spMkLst>
            <pc:docMk/>
            <pc:sldMk cId="1916111875" sldId="1961"/>
            <ac:spMk id="6" creationId="{C1B799A0-79B2-A480-EB68-47B34A516A4D}"/>
          </ac:spMkLst>
        </pc:spChg>
        <pc:spChg chg="add mod">
          <ac:chgData name="Michael Whitehouse" userId="0ecba9273f6ad366" providerId="LiveId" clId="{F36E82C0-65ED-4BE7-8730-0F102FB388DD}" dt="2026-06-09T12:53:31.127" v="763"/>
          <ac:spMkLst>
            <pc:docMk/>
            <pc:sldMk cId="1916111875" sldId="1961"/>
            <ac:spMk id="7" creationId="{0A05A2FD-782B-84A1-EF97-50263E688059}"/>
          </ac:spMkLst>
        </pc:spChg>
        <pc:spChg chg="add mod">
          <ac:chgData name="Michael Whitehouse" userId="0ecba9273f6ad366" providerId="LiveId" clId="{F36E82C0-65ED-4BE7-8730-0F102FB388DD}" dt="2026-06-09T12:53:31.251" v="772"/>
          <ac:spMkLst>
            <pc:docMk/>
            <pc:sldMk cId="1916111875" sldId="1961"/>
            <ac:spMk id="8" creationId="{361CBC38-E781-01D7-ACB3-50597F42E3AC}"/>
          </ac:spMkLst>
        </pc:spChg>
        <pc:spChg chg="add mod">
          <ac:chgData name="Michael Whitehouse" userId="0ecba9273f6ad366" providerId="LiveId" clId="{F36E82C0-65ED-4BE7-8730-0F102FB388DD}" dt="2026-06-09T12:53:31.374" v="781"/>
          <ac:spMkLst>
            <pc:docMk/>
            <pc:sldMk cId="1916111875" sldId="1961"/>
            <ac:spMk id="9" creationId="{AFF3D221-C9EE-AAA0-CF8B-3ED5FD51D9E7}"/>
          </ac:spMkLst>
        </pc:spChg>
        <pc:spChg chg="add mod">
          <ac:chgData name="Michael Whitehouse" userId="0ecba9273f6ad366" providerId="LiveId" clId="{F36E82C0-65ED-4BE7-8730-0F102FB388DD}" dt="2026-06-09T12:53:31.501" v="790"/>
          <ac:spMkLst>
            <pc:docMk/>
            <pc:sldMk cId="1916111875" sldId="1961"/>
            <ac:spMk id="10" creationId="{1059AA95-5566-A246-927A-45EC7BAFBDBD}"/>
          </ac:spMkLst>
        </pc:spChg>
        <pc:spChg chg="add mod">
          <ac:chgData name="Michael Whitehouse" userId="0ecba9273f6ad366" providerId="LiveId" clId="{F36E82C0-65ED-4BE7-8730-0F102FB388DD}" dt="2026-06-09T12:53:31.624" v="799"/>
          <ac:spMkLst>
            <pc:docMk/>
            <pc:sldMk cId="1916111875" sldId="1961"/>
            <ac:spMk id="11" creationId="{8707D4E7-095B-CE21-1598-DF896D8DCA9C}"/>
          </ac:spMkLst>
        </pc:spChg>
        <pc:spChg chg="add mod">
          <ac:chgData name="Michael Whitehouse" userId="0ecba9273f6ad366" providerId="LiveId" clId="{F36E82C0-65ED-4BE7-8730-0F102FB388DD}" dt="2026-06-09T12:53:31.759" v="812" actId="139"/>
          <ac:spMkLst>
            <pc:docMk/>
            <pc:sldMk cId="1916111875" sldId="1961"/>
            <ac:spMk id="12" creationId="{C767C42F-76E3-B98D-6306-A99192A231CA}"/>
          </ac:spMkLst>
        </pc:spChg>
        <pc:spChg chg="add mod">
          <ac:chgData name="Michael Whitehouse" userId="0ecba9273f6ad366" providerId="LiveId" clId="{F36E82C0-65ED-4BE7-8730-0F102FB388DD}" dt="2026-06-09T12:53:31.884" v="825" actId="139"/>
          <ac:spMkLst>
            <pc:docMk/>
            <pc:sldMk cId="1916111875" sldId="1961"/>
            <ac:spMk id="13" creationId="{A1ECF05A-07B9-F43B-F4B0-0D6842424663}"/>
          </ac:spMkLst>
        </pc:spChg>
        <pc:spChg chg="add mod">
          <ac:chgData name="Michael Whitehouse" userId="0ecba9273f6ad366" providerId="LiveId" clId="{F36E82C0-65ED-4BE7-8730-0F102FB388DD}" dt="2026-06-09T12:53:32.010" v="838" actId="139"/>
          <ac:spMkLst>
            <pc:docMk/>
            <pc:sldMk cId="1916111875" sldId="1961"/>
            <ac:spMk id="14" creationId="{09FB76FA-4163-8C69-0506-444670A8859D}"/>
          </ac:spMkLst>
        </pc:spChg>
        <pc:spChg chg="add mod">
          <ac:chgData name="Michael Whitehouse" userId="0ecba9273f6ad366" providerId="LiveId" clId="{F36E82C0-65ED-4BE7-8730-0F102FB388DD}" dt="2026-06-09T12:53:32.134" v="851" actId="139"/>
          <ac:spMkLst>
            <pc:docMk/>
            <pc:sldMk cId="1916111875" sldId="1961"/>
            <ac:spMk id="15" creationId="{43603638-24C1-CF80-8993-53097B7B787B}"/>
          </ac:spMkLst>
        </pc:spChg>
        <pc:spChg chg="add mod">
          <ac:chgData name="Michael Whitehouse" userId="0ecba9273f6ad366" providerId="LiveId" clId="{F36E82C0-65ED-4BE7-8730-0F102FB388DD}" dt="2026-06-09T12:53:32.259" v="864" actId="139"/>
          <ac:spMkLst>
            <pc:docMk/>
            <pc:sldMk cId="1916111875" sldId="1961"/>
            <ac:spMk id="16" creationId="{765ECD5B-F48B-6A4D-3989-C005093ACF65}"/>
          </ac:spMkLst>
        </pc:spChg>
        <pc:spChg chg="add mod">
          <ac:chgData name="Michael Whitehouse" userId="0ecba9273f6ad366" providerId="LiveId" clId="{F36E82C0-65ED-4BE7-8730-0F102FB388DD}" dt="2026-06-09T12:53:32.379" v="875" actId="139"/>
          <ac:spMkLst>
            <pc:docMk/>
            <pc:sldMk cId="1916111875" sldId="1961"/>
            <ac:spMk id="17" creationId="{D2B14579-BAC0-9E30-BAC2-3B14D4580523}"/>
          </ac:spMkLst>
        </pc:spChg>
        <pc:spChg chg="add mod">
          <ac:chgData name="Michael Whitehouse" userId="0ecba9273f6ad366" providerId="LiveId" clId="{F36E82C0-65ED-4BE7-8730-0F102FB388DD}" dt="2026-06-09T14:24:43.487" v="1650" actId="26606"/>
          <ac:spMkLst>
            <pc:docMk/>
            <pc:sldMk cId="1916111875" sldId="1961"/>
            <ac:spMk id="18" creationId="{F481568C-04B5-C63B-4D14-25CFE823AA37}"/>
          </ac:spMkLst>
        </pc:spChg>
        <pc:spChg chg="add mod">
          <ac:chgData name="Michael Whitehouse" userId="0ecba9273f6ad366" providerId="LiveId" clId="{F36E82C0-65ED-4BE7-8730-0F102FB388DD}" dt="2026-06-09T14:24:43.487" v="1650" actId="26606"/>
          <ac:spMkLst>
            <pc:docMk/>
            <pc:sldMk cId="1916111875" sldId="1961"/>
            <ac:spMk id="19" creationId="{B6911FE5-50C2-2964-BE18-6D8F3D25287A}"/>
          </ac:spMkLst>
        </pc:spChg>
        <pc:spChg chg="add mod">
          <ac:chgData name="Michael Whitehouse" userId="0ecba9273f6ad366" providerId="LiveId" clId="{F36E82C0-65ED-4BE7-8730-0F102FB388DD}" dt="2026-06-09T12:53:32.754" v="908" actId="139"/>
          <ac:spMkLst>
            <pc:docMk/>
            <pc:sldMk cId="1916111875" sldId="1961"/>
            <ac:spMk id="20" creationId="{C5F350AE-9BB3-FEFC-0F9C-8B7430110CDC}"/>
          </ac:spMkLst>
        </pc:spChg>
        <pc:spChg chg="add mod">
          <ac:chgData name="Michael Whitehouse" userId="0ecba9273f6ad366" providerId="LiveId" clId="{F36E82C0-65ED-4BE7-8730-0F102FB388DD}" dt="2026-06-09T12:53:32.877" v="919" actId="139"/>
          <ac:spMkLst>
            <pc:docMk/>
            <pc:sldMk cId="1916111875" sldId="1961"/>
            <ac:spMk id="21" creationId="{CADB92A1-3C31-5AF4-6A6A-1A07FB7E9003}"/>
          </ac:spMkLst>
        </pc:spChg>
        <pc:spChg chg="add mod">
          <ac:chgData name="Michael Whitehouse" userId="0ecba9273f6ad366" providerId="LiveId" clId="{F36E82C0-65ED-4BE7-8730-0F102FB388DD}" dt="2026-06-09T12:53:33.001" v="930" actId="139"/>
          <ac:spMkLst>
            <pc:docMk/>
            <pc:sldMk cId="1916111875" sldId="1961"/>
            <ac:spMk id="22" creationId="{3F8517EC-8B10-D0F5-596C-BD87AB8CE2C7}"/>
          </ac:spMkLst>
        </pc:spChg>
        <pc:spChg chg="add mod">
          <ac:chgData name="Michael Whitehouse" userId="0ecba9273f6ad366" providerId="LiveId" clId="{F36E82C0-65ED-4BE7-8730-0F102FB388DD}" dt="2026-06-09T14:24:43.487" v="1650" actId="26606"/>
          <ac:spMkLst>
            <pc:docMk/>
            <pc:sldMk cId="1916111875" sldId="1961"/>
            <ac:spMk id="23" creationId="{51596A51-6436-9242-EE5F-FEB9F3EDBDA3}"/>
          </ac:spMkLst>
        </pc:spChg>
        <pc:spChg chg="add mod">
          <ac:chgData name="Michael Whitehouse" userId="0ecba9273f6ad366" providerId="LiveId" clId="{F36E82C0-65ED-4BE7-8730-0F102FB388DD}" dt="2026-06-09T14:24:43.487" v="1650" actId="26606"/>
          <ac:spMkLst>
            <pc:docMk/>
            <pc:sldMk cId="1916111875" sldId="1961"/>
            <ac:spMk id="24" creationId="{6E8F6056-99E7-8532-4B24-08DDADBA1D73}"/>
          </ac:spMkLst>
        </pc:spChg>
        <pc:spChg chg="add mod">
          <ac:chgData name="Michael Whitehouse" userId="0ecba9273f6ad366" providerId="LiveId" clId="{F36E82C0-65ED-4BE7-8730-0F102FB388DD}" dt="2026-06-09T12:53:33.373" v="963" actId="139"/>
          <ac:spMkLst>
            <pc:docMk/>
            <pc:sldMk cId="1916111875" sldId="1961"/>
            <ac:spMk id="25" creationId="{D0C0B39A-A121-6944-C0D7-A1A245C392C5}"/>
          </ac:spMkLst>
        </pc:spChg>
        <pc:spChg chg="add mod">
          <ac:chgData name="Michael Whitehouse" userId="0ecba9273f6ad366" providerId="LiveId" clId="{F36E82C0-65ED-4BE7-8730-0F102FB388DD}" dt="2026-06-09T12:53:33.497" v="974" actId="139"/>
          <ac:spMkLst>
            <pc:docMk/>
            <pc:sldMk cId="1916111875" sldId="1961"/>
            <ac:spMk id="26" creationId="{1FC0B354-1E07-27C7-3E97-E6A51622723E}"/>
          </ac:spMkLst>
        </pc:spChg>
        <pc:spChg chg="add mod">
          <ac:chgData name="Michael Whitehouse" userId="0ecba9273f6ad366" providerId="LiveId" clId="{F36E82C0-65ED-4BE7-8730-0F102FB388DD}" dt="2026-06-09T12:53:33.515" v="984" actId="207"/>
          <ac:spMkLst>
            <pc:docMk/>
            <pc:sldMk cId="1916111875" sldId="1961"/>
            <ac:spMk id="27" creationId="{1FF5CEBA-F421-C1BE-C4B3-C10289BD2FE2}"/>
          </ac:spMkLst>
        </pc:spChg>
        <pc:spChg chg="add mod">
          <ac:chgData name="Michael Whitehouse" userId="0ecba9273f6ad366" providerId="LiveId" clId="{F36E82C0-65ED-4BE7-8730-0F102FB388DD}" dt="2026-06-09T12:53:33.533" v="994" actId="207"/>
          <ac:spMkLst>
            <pc:docMk/>
            <pc:sldMk cId="1916111875" sldId="1961"/>
            <ac:spMk id="28" creationId="{715E3FC7-CB20-BF67-9C4F-77EC58444A1E}"/>
          </ac:spMkLst>
        </pc:spChg>
      </pc:sldChg>
      <pc:sldChg chg="addSp modSp add mod">
        <pc:chgData name="Michael Whitehouse" userId="0ecba9273f6ad366" providerId="LiveId" clId="{F36E82C0-65ED-4BE7-8730-0F102FB388DD}" dt="2026-06-09T12:53:33.785" v="1029" actId="207"/>
        <pc:sldMkLst>
          <pc:docMk/>
          <pc:sldMk cId="3519488499" sldId="1962"/>
        </pc:sldMkLst>
        <pc:spChg chg="mod">
          <ac:chgData name="Michael Whitehouse" userId="0ecba9273f6ad366" providerId="LiveId" clId="{F36E82C0-65ED-4BE7-8730-0F102FB388DD}" dt="2026-06-09T12:53:33.541" v="998" actId="139"/>
          <ac:spMkLst>
            <pc:docMk/>
            <pc:sldMk cId="3519488499" sldId="1962"/>
            <ac:spMk id="2" creationId="{8565A46C-D40D-BDC9-8898-5261D776BADB}"/>
          </ac:spMkLst>
        </pc:spChg>
        <pc:spChg chg="add mod">
          <ac:chgData name="Michael Whitehouse" userId="0ecba9273f6ad366" providerId="LiveId" clId="{F36E82C0-65ED-4BE7-8730-0F102FB388DD}" dt="2026-06-09T12:53:33.749" v="1009" actId="139"/>
          <ac:spMkLst>
            <pc:docMk/>
            <pc:sldMk cId="3519488499" sldId="1962"/>
            <ac:spMk id="3" creationId="{E4900D95-81B8-8F9C-1AE8-EE439B171ADC}"/>
          </ac:spMkLst>
        </pc:spChg>
        <pc:spChg chg="add mod">
          <ac:chgData name="Michael Whitehouse" userId="0ecba9273f6ad366" providerId="LiveId" clId="{F36E82C0-65ED-4BE7-8730-0F102FB388DD}" dt="2026-06-09T12:53:33.767" v="1019" actId="207"/>
          <ac:spMkLst>
            <pc:docMk/>
            <pc:sldMk cId="3519488499" sldId="1962"/>
            <ac:spMk id="4" creationId="{B34B589A-E310-B263-6BB3-F4A647541221}"/>
          </ac:spMkLst>
        </pc:spChg>
        <pc:spChg chg="add mod">
          <ac:chgData name="Michael Whitehouse" userId="0ecba9273f6ad366" providerId="LiveId" clId="{F36E82C0-65ED-4BE7-8730-0F102FB388DD}" dt="2026-06-09T12:53:33.785" v="1029" actId="207"/>
          <ac:spMkLst>
            <pc:docMk/>
            <pc:sldMk cId="3519488499" sldId="1962"/>
            <ac:spMk id="5" creationId="{89F1F973-0FB8-C49C-684E-B4D43AC4F7E0}"/>
          </ac:spMkLst>
        </pc:spChg>
      </pc:sldChg>
      <pc:sldChg chg="addSp modSp add mod">
        <pc:chgData name="Michael Whitehouse" userId="0ecba9273f6ad366" providerId="LiveId" clId="{F36E82C0-65ED-4BE7-8730-0F102FB388DD}" dt="2026-06-09T12:53:34.047" v="1064" actId="207"/>
        <pc:sldMkLst>
          <pc:docMk/>
          <pc:sldMk cId="2619018592" sldId="1963"/>
        </pc:sldMkLst>
        <pc:spChg chg="mod">
          <ac:chgData name="Michael Whitehouse" userId="0ecba9273f6ad366" providerId="LiveId" clId="{F36E82C0-65ED-4BE7-8730-0F102FB388DD}" dt="2026-06-09T12:53:33.794" v="1033" actId="139"/>
          <ac:spMkLst>
            <pc:docMk/>
            <pc:sldMk cId="2619018592" sldId="1963"/>
            <ac:spMk id="2" creationId="{A7141155-D2A1-5339-C866-CC90541C8A31}"/>
          </ac:spMkLst>
        </pc:spChg>
        <pc:spChg chg="add mod">
          <ac:chgData name="Michael Whitehouse" userId="0ecba9273f6ad366" providerId="LiveId" clId="{F36E82C0-65ED-4BE7-8730-0F102FB388DD}" dt="2026-06-09T12:53:34.012" v="1044" actId="139"/>
          <ac:spMkLst>
            <pc:docMk/>
            <pc:sldMk cId="2619018592" sldId="1963"/>
            <ac:spMk id="3" creationId="{6752AE0A-23F3-D0C0-01DA-53291D198108}"/>
          </ac:spMkLst>
        </pc:spChg>
        <pc:spChg chg="add mod">
          <ac:chgData name="Michael Whitehouse" userId="0ecba9273f6ad366" providerId="LiveId" clId="{F36E82C0-65ED-4BE7-8730-0F102FB388DD}" dt="2026-06-09T12:53:34.029" v="1054" actId="207"/>
          <ac:spMkLst>
            <pc:docMk/>
            <pc:sldMk cId="2619018592" sldId="1963"/>
            <ac:spMk id="4" creationId="{EB0AFB1A-5348-CA98-8FE6-009B688BF2EE}"/>
          </ac:spMkLst>
        </pc:spChg>
        <pc:spChg chg="add mod">
          <ac:chgData name="Michael Whitehouse" userId="0ecba9273f6ad366" providerId="LiveId" clId="{F36E82C0-65ED-4BE7-8730-0F102FB388DD}" dt="2026-06-09T12:53:34.047" v="1064" actId="207"/>
          <ac:spMkLst>
            <pc:docMk/>
            <pc:sldMk cId="2619018592" sldId="1963"/>
            <ac:spMk id="5" creationId="{61CA9E1E-FE2B-004B-5009-596453CC286E}"/>
          </ac:spMkLst>
        </pc:spChg>
      </pc:sldChg>
      <pc:sldChg chg="addSp modSp add mod">
        <pc:chgData name="Michael Whitehouse" userId="0ecba9273f6ad366" providerId="LiveId" clId="{F36E82C0-65ED-4BE7-8730-0F102FB388DD}" dt="2026-06-09T12:53:34.299" v="1099" actId="207"/>
        <pc:sldMkLst>
          <pc:docMk/>
          <pc:sldMk cId="2643820880" sldId="1964"/>
        </pc:sldMkLst>
        <pc:spChg chg="mod">
          <ac:chgData name="Michael Whitehouse" userId="0ecba9273f6ad366" providerId="LiveId" clId="{F36E82C0-65ED-4BE7-8730-0F102FB388DD}" dt="2026-06-09T12:53:34.056" v="1068" actId="139"/>
          <ac:spMkLst>
            <pc:docMk/>
            <pc:sldMk cId="2643820880" sldId="1964"/>
            <ac:spMk id="2" creationId="{A7111F87-ACE2-5B2F-46B3-87B908BB9181}"/>
          </ac:spMkLst>
        </pc:spChg>
        <pc:spChg chg="add mod">
          <ac:chgData name="Michael Whitehouse" userId="0ecba9273f6ad366" providerId="LiveId" clId="{F36E82C0-65ED-4BE7-8730-0F102FB388DD}" dt="2026-06-09T12:53:34.263" v="1079" actId="139"/>
          <ac:spMkLst>
            <pc:docMk/>
            <pc:sldMk cId="2643820880" sldId="1964"/>
            <ac:spMk id="3" creationId="{311096A5-D861-2F9A-D350-02051B99DFEC}"/>
          </ac:spMkLst>
        </pc:spChg>
        <pc:spChg chg="add mod">
          <ac:chgData name="Michael Whitehouse" userId="0ecba9273f6ad366" providerId="LiveId" clId="{F36E82C0-65ED-4BE7-8730-0F102FB388DD}" dt="2026-06-09T12:53:34.281" v="1089" actId="207"/>
          <ac:spMkLst>
            <pc:docMk/>
            <pc:sldMk cId="2643820880" sldId="1964"/>
            <ac:spMk id="4" creationId="{AA8B84DB-4314-90A6-7132-F755E898AC4C}"/>
          </ac:spMkLst>
        </pc:spChg>
        <pc:spChg chg="add mod">
          <ac:chgData name="Michael Whitehouse" userId="0ecba9273f6ad366" providerId="LiveId" clId="{F36E82C0-65ED-4BE7-8730-0F102FB388DD}" dt="2026-06-09T12:53:34.299" v="1099" actId="207"/>
          <ac:spMkLst>
            <pc:docMk/>
            <pc:sldMk cId="2643820880" sldId="1964"/>
            <ac:spMk id="5" creationId="{1AB10BD9-D857-25F9-FCFD-89903FCFB524}"/>
          </ac:spMkLst>
        </pc:spChg>
      </pc:sldChg>
      <pc:sldChg chg="addSp modSp add mod">
        <pc:chgData name="Michael Whitehouse" userId="0ecba9273f6ad366" providerId="LiveId" clId="{F36E82C0-65ED-4BE7-8730-0F102FB388DD}" dt="2026-06-09T12:53:34.750" v="1145" actId="207"/>
        <pc:sldMkLst>
          <pc:docMk/>
          <pc:sldMk cId="122925847" sldId="1965"/>
        </pc:sldMkLst>
        <pc:spChg chg="mod">
          <ac:chgData name="Michael Whitehouse" userId="0ecba9273f6ad366" providerId="LiveId" clId="{F36E82C0-65ED-4BE7-8730-0F102FB388DD}" dt="2026-06-09T12:53:34.309" v="1103" actId="139"/>
          <ac:spMkLst>
            <pc:docMk/>
            <pc:sldMk cId="122925847" sldId="1965"/>
            <ac:spMk id="2" creationId="{B4A7D965-4806-4A4D-BE85-8D22A0B0D331}"/>
          </ac:spMkLst>
        </pc:spChg>
        <pc:spChg chg="add mod">
          <ac:chgData name="Michael Whitehouse" userId="0ecba9273f6ad366" providerId="LiveId" clId="{F36E82C0-65ED-4BE7-8730-0F102FB388DD}" dt="2026-06-09T12:53:34.592" v="1114" actId="139"/>
          <ac:spMkLst>
            <pc:docMk/>
            <pc:sldMk cId="122925847" sldId="1965"/>
            <ac:spMk id="3" creationId="{B81030C5-9649-F26E-A132-68F35D3EA56D}"/>
          </ac:spMkLst>
        </pc:spChg>
        <pc:spChg chg="add mod">
          <ac:chgData name="Michael Whitehouse" userId="0ecba9273f6ad366" providerId="LiveId" clId="{F36E82C0-65ED-4BE7-8730-0F102FB388DD}" dt="2026-06-09T12:53:34.716" v="1125" actId="139"/>
          <ac:spMkLst>
            <pc:docMk/>
            <pc:sldMk cId="122925847" sldId="1965"/>
            <ac:spMk id="4" creationId="{5CDA3B68-7B90-E973-2B4E-62E0C62754CD}"/>
          </ac:spMkLst>
        </pc:spChg>
        <pc:spChg chg="add mod">
          <ac:chgData name="Michael Whitehouse" userId="0ecba9273f6ad366" providerId="LiveId" clId="{F36E82C0-65ED-4BE7-8730-0F102FB388DD}" dt="2026-06-09T12:53:34.733" v="1135" actId="207"/>
          <ac:spMkLst>
            <pc:docMk/>
            <pc:sldMk cId="122925847" sldId="1965"/>
            <ac:spMk id="5" creationId="{1319FF99-7002-05E7-FF0E-ED73BDC60DBC}"/>
          </ac:spMkLst>
        </pc:spChg>
        <pc:spChg chg="add mod">
          <ac:chgData name="Michael Whitehouse" userId="0ecba9273f6ad366" providerId="LiveId" clId="{F36E82C0-65ED-4BE7-8730-0F102FB388DD}" dt="2026-06-09T12:53:34.750" v="1145" actId="207"/>
          <ac:spMkLst>
            <pc:docMk/>
            <pc:sldMk cId="122925847" sldId="1965"/>
            <ac:spMk id="6" creationId="{252544FC-7802-FB1D-C4E7-B0AB4D509DB6}"/>
          </ac:spMkLst>
        </pc:spChg>
      </pc:sldChg>
      <pc:sldChg chg="addSp modSp add mod">
        <pc:chgData name="Michael Whitehouse" userId="0ecba9273f6ad366" providerId="LiveId" clId="{F36E82C0-65ED-4BE7-8730-0F102FB388DD}" dt="2026-06-09T12:53:35.202" v="1191" actId="207"/>
        <pc:sldMkLst>
          <pc:docMk/>
          <pc:sldMk cId="3653054187" sldId="1966"/>
        </pc:sldMkLst>
        <pc:spChg chg="mod">
          <ac:chgData name="Michael Whitehouse" userId="0ecba9273f6ad366" providerId="LiveId" clId="{F36E82C0-65ED-4BE7-8730-0F102FB388DD}" dt="2026-06-09T12:53:34.759" v="1149" actId="139"/>
          <ac:spMkLst>
            <pc:docMk/>
            <pc:sldMk cId="3653054187" sldId="1966"/>
            <ac:spMk id="2" creationId="{350BE6E6-00D9-656F-0A60-4F1B5101165D}"/>
          </ac:spMkLst>
        </pc:spChg>
        <pc:spChg chg="add mod">
          <ac:chgData name="Michael Whitehouse" userId="0ecba9273f6ad366" providerId="LiveId" clId="{F36E82C0-65ED-4BE7-8730-0F102FB388DD}" dt="2026-06-09T12:53:35.041" v="1160" actId="139"/>
          <ac:spMkLst>
            <pc:docMk/>
            <pc:sldMk cId="3653054187" sldId="1966"/>
            <ac:spMk id="3" creationId="{568F3899-8803-0B65-F15A-629EC262531F}"/>
          </ac:spMkLst>
        </pc:spChg>
        <pc:spChg chg="add mod">
          <ac:chgData name="Michael Whitehouse" userId="0ecba9273f6ad366" providerId="LiveId" clId="{F36E82C0-65ED-4BE7-8730-0F102FB388DD}" dt="2026-06-09T12:53:35.166" v="1171" actId="139"/>
          <ac:spMkLst>
            <pc:docMk/>
            <pc:sldMk cId="3653054187" sldId="1966"/>
            <ac:spMk id="4" creationId="{53074779-592F-4132-ADC4-2A1F4D1557A3}"/>
          </ac:spMkLst>
        </pc:spChg>
        <pc:spChg chg="add mod">
          <ac:chgData name="Michael Whitehouse" userId="0ecba9273f6ad366" providerId="LiveId" clId="{F36E82C0-65ED-4BE7-8730-0F102FB388DD}" dt="2026-06-09T12:53:35.183" v="1181" actId="207"/>
          <ac:spMkLst>
            <pc:docMk/>
            <pc:sldMk cId="3653054187" sldId="1966"/>
            <ac:spMk id="5" creationId="{C44E957D-2114-EE84-B77E-4144645247F9}"/>
          </ac:spMkLst>
        </pc:spChg>
        <pc:spChg chg="add mod">
          <ac:chgData name="Michael Whitehouse" userId="0ecba9273f6ad366" providerId="LiveId" clId="{F36E82C0-65ED-4BE7-8730-0F102FB388DD}" dt="2026-06-09T12:53:35.202" v="1191" actId="207"/>
          <ac:spMkLst>
            <pc:docMk/>
            <pc:sldMk cId="3653054187" sldId="1966"/>
            <ac:spMk id="6" creationId="{48EC15C9-4B61-26AB-9103-F8CB62CB5C74}"/>
          </ac:spMkLst>
        </pc:spChg>
      </pc:sldChg>
      <pc:sldChg chg="addSp modSp add mod">
        <pc:chgData name="Michael Whitehouse" userId="0ecba9273f6ad366" providerId="LiveId" clId="{F36E82C0-65ED-4BE7-8730-0F102FB388DD}" dt="2026-06-09T12:53:36.080" v="1261" actId="207"/>
        <pc:sldMkLst>
          <pc:docMk/>
          <pc:sldMk cId="3791927023" sldId="1967"/>
        </pc:sldMkLst>
        <pc:spChg chg="mod">
          <ac:chgData name="Michael Whitehouse" userId="0ecba9273f6ad366" providerId="LiveId" clId="{F36E82C0-65ED-4BE7-8730-0F102FB388DD}" dt="2026-06-09T12:53:35.211" v="1195" actId="139"/>
          <ac:spMkLst>
            <pc:docMk/>
            <pc:sldMk cId="3791927023" sldId="1967"/>
            <ac:spMk id="2" creationId="{2D4EDEDA-3A7D-E190-AF2A-40DD85C737F8}"/>
          </ac:spMkLst>
        </pc:spChg>
        <pc:spChg chg="add mod">
          <ac:chgData name="Michael Whitehouse" userId="0ecba9273f6ad366" providerId="LiveId" clId="{F36E82C0-65ED-4BE7-8730-0F102FB388DD}" dt="2026-06-09T12:53:35.628" v="1204"/>
          <ac:spMkLst>
            <pc:docMk/>
            <pc:sldMk cId="3791927023" sldId="1967"/>
            <ac:spMk id="3" creationId="{84C385B9-C088-409E-D0AE-5B51FF680316}"/>
          </ac:spMkLst>
        </pc:spChg>
        <pc:spChg chg="add mod">
          <ac:chgData name="Michael Whitehouse" userId="0ecba9273f6ad366" providerId="LiveId" clId="{F36E82C0-65ED-4BE7-8730-0F102FB388DD}" dt="2026-06-09T12:53:35.755" v="1215" actId="139"/>
          <ac:spMkLst>
            <pc:docMk/>
            <pc:sldMk cId="3791927023" sldId="1967"/>
            <ac:spMk id="4" creationId="{EC2A799C-358A-7A81-C05B-DF448EED5009}"/>
          </ac:spMkLst>
        </pc:spChg>
        <pc:spChg chg="mod">
          <ac:chgData name="Michael Whitehouse" userId="0ecba9273f6ad366" providerId="LiveId" clId="{F36E82C0-65ED-4BE7-8730-0F102FB388DD}" dt="2026-06-09T12:53:36.015" v="1237" actId="139"/>
          <ac:spMkLst>
            <pc:docMk/>
            <pc:sldMk cId="3791927023" sldId="1967"/>
            <ac:spMk id="7" creationId="{37BB9024-DC49-9698-4887-0964AFF1457B}"/>
          </ac:spMkLst>
        </pc:spChg>
        <pc:spChg chg="mod">
          <ac:chgData name="Michael Whitehouse" userId="0ecba9273f6ad366" providerId="LiveId" clId="{F36E82C0-65ED-4BE7-8730-0F102FB388DD}" dt="2026-06-09T12:53:36.027" v="1239" actId="139"/>
          <ac:spMkLst>
            <pc:docMk/>
            <pc:sldMk cId="3791927023" sldId="1967"/>
            <ac:spMk id="9" creationId="{C4EE1A9B-3ADA-2CC8-C173-4991D18D42AC}"/>
          </ac:spMkLst>
        </pc:spChg>
        <pc:spChg chg="mod">
          <ac:chgData name="Michael Whitehouse" userId="0ecba9273f6ad366" providerId="LiveId" clId="{F36E82C0-65ED-4BE7-8730-0F102FB388DD}" dt="2026-06-09T12:53:36.041" v="1241" actId="139"/>
          <ac:spMkLst>
            <pc:docMk/>
            <pc:sldMk cId="3791927023" sldId="1967"/>
            <ac:spMk id="12" creationId="{29BD8907-4788-F25D-EDBF-D4989AB283F4}"/>
          </ac:spMkLst>
        </pc:spChg>
        <pc:spChg chg="add mod">
          <ac:chgData name="Michael Whitehouse" userId="0ecba9273f6ad366" providerId="LiveId" clId="{F36E82C0-65ED-4BE7-8730-0F102FB388DD}" dt="2026-06-09T12:53:36.063" v="1251" actId="207"/>
          <ac:spMkLst>
            <pc:docMk/>
            <pc:sldMk cId="3791927023" sldId="1967"/>
            <ac:spMk id="14" creationId="{8FBBC92B-DECD-D009-EE41-1634D2F26E0C}"/>
          </ac:spMkLst>
        </pc:spChg>
        <pc:spChg chg="add mod">
          <ac:chgData name="Michael Whitehouse" userId="0ecba9273f6ad366" providerId="LiveId" clId="{F36E82C0-65ED-4BE7-8730-0F102FB388DD}" dt="2026-06-09T12:53:36.080" v="1261" actId="207"/>
          <ac:spMkLst>
            <pc:docMk/>
            <pc:sldMk cId="3791927023" sldId="1967"/>
            <ac:spMk id="15" creationId="{F60C6189-D85B-F613-8235-24C898E03225}"/>
          </ac:spMkLst>
        </pc:spChg>
        <pc:grpChg chg="add mod">
          <ac:chgData name="Michael Whitehouse" userId="0ecba9273f6ad366" providerId="LiveId" clId="{F36E82C0-65ED-4BE7-8730-0F102FB388DD}" dt="2026-06-09T12:53:36" v="1235"/>
          <ac:grpSpMkLst>
            <pc:docMk/>
            <pc:sldMk cId="3791927023" sldId="1967"/>
            <ac:grpSpMk id="6" creationId="{F4BF206C-ABEA-21C0-9373-27BC504FC8C6}"/>
          </ac:grpSpMkLst>
        </pc:grpChg>
        <pc:graphicFrameChg chg="add mod modGraphic">
          <ac:chgData name="Michael Whitehouse" userId="0ecba9273f6ad366" providerId="LiveId" clId="{F36E82C0-65ED-4BE7-8730-0F102FB388DD}" dt="2026-06-09T12:53:35.876" v="1226"/>
          <ac:graphicFrameMkLst>
            <pc:docMk/>
            <pc:sldMk cId="3791927023" sldId="1967"/>
            <ac:graphicFrameMk id="5" creationId="{526570A8-BBB6-3D37-1091-DB684C6EB9A8}"/>
          </ac:graphicFrameMkLst>
        </pc:graphicFrameChg>
        <pc:cxnChg chg="mod">
          <ac:chgData name="Michael Whitehouse" userId="0ecba9273f6ad366" providerId="LiveId" clId="{F36E82C0-65ED-4BE7-8730-0F102FB388DD}" dt="2026-06-09T12:53:36" v="1235"/>
          <ac:cxnSpMkLst>
            <pc:docMk/>
            <pc:sldMk cId="3791927023" sldId="1967"/>
            <ac:cxnSpMk id="8" creationId="{68F57E3C-0935-90BD-5697-D33494A4357E}"/>
          </ac:cxnSpMkLst>
        </pc:cxnChg>
        <pc:cxnChg chg="mod">
          <ac:chgData name="Michael Whitehouse" userId="0ecba9273f6ad366" providerId="LiveId" clId="{F36E82C0-65ED-4BE7-8730-0F102FB388DD}" dt="2026-06-09T12:53:36" v="1235"/>
          <ac:cxnSpMkLst>
            <pc:docMk/>
            <pc:sldMk cId="3791927023" sldId="1967"/>
            <ac:cxnSpMk id="10" creationId="{C4DA7C58-AC6E-CE77-28BC-5171B006BBFB}"/>
          </ac:cxnSpMkLst>
        </pc:cxnChg>
        <pc:cxnChg chg="mod">
          <ac:chgData name="Michael Whitehouse" userId="0ecba9273f6ad366" providerId="LiveId" clId="{F36E82C0-65ED-4BE7-8730-0F102FB388DD}" dt="2026-06-09T12:53:36" v="1235"/>
          <ac:cxnSpMkLst>
            <pc:docMk/>
            <pc:sldMk cId="3791927023" sldId="1967"/>
            <ac:cxnSpMk id="11" creationId="{AB6BB918-3AF6-1A32-3066-04EB1A86665A}"/>
          </ac:cxnSpMkLst>
        </pc:cxnChg>
        <pc:cxnChg chg="mod">
          <ac:chgData name="Michael Whitehouse" userId="0ecba9273f6ad366" providerId="LiveId" clId="{F36E82C0-65ED-4BE7-8730-0F102FB388DD}" dt="2026-06-09T12:53:36" v="1235"/>
          <ac:cxnSpMkLst>
            <pc:docMk/>
            <pc:sldMk cId="3791927023" sldId="1967"/>
            <ac:cxnSpMk id="13" creationId="{50BB44ED-A732-17B6-6EA9-D077241A300F}"/>
          </ac:cxnSpMkLst>
        </pc:cxnChg>
      </pc:sldChg>
      <pc:sldChg chg="addSp modSp add mod">
        <pc:chgData name="Michael Whitehouse" userId="0ecba9273f6ad366" providerId="LiveId" clId="{F36E82C0-65ED-4BE7-8730-0F102FB388DD}" dt="2026-06-09T12:53:37.299" v="1351" actId="207"/>
        <pc:sldMkLst>
          <pc:docMk/>
          <pc:sldMk cId="1608276611" sldId="1968"/>
        </pc:sldMkLst>
        <pc:spChg chg="mod">
          <ac:chgData name="Michael Whitehouse" userId="0ecba9273f6ad366" providerId="LiveId" clId="{F36E82C0-65ED-4BE7-8730-0F102FB388DD}" dt="2026-06-09T12:53:36.089" v="1265" actId="139"/>
          <ac:spMkLst>
            <pc:docMk/>
            <pc:sldMk cId="1608276611" sldId="1968"/>
            <ac:spMk id="2" creationId="{2D1F05E0-5295-DCBB-39EE-B9131DBE42FD}"/>
          </ac:spMkLst>
        </pc:spChg>
        <pc:spChg chg="add mod">
          <ac:chgData name="Michael Whitehouse" userId="0ecba9273f6ad366" providerId="LiveId" clId="{F36E82C0-65ED-4BE7-8730-0F102FB388DD}" dt="2026-06-09T12:53:36.644" v="1276" actId="139"/>
          <ac:spMkLst>
            <pc:docMk/>
            <pc:sldMk cId="1608276611" sldId="1968"/>
            <ac:spMk id="3" creationId="{78FBE5DF-E1F4-387F-E83C-E21D4C471B19}"/>
          </ac:spMkLst>
        </pc:spChg>
        <pc:spChg chg="add mod">
          <ac:chgData name="Michael Whitehouse" userId="0ecba9273f6ad366" providerId="LiveId" clId="{F36E82C0-65ED-4BE7-8730-0F102FB388DD}" dt="2026-06-09T12:53:36.766" v="1287" actId="139"/>
          <ac:spMkLst>
            <pc:docMk/>
            <pc:sldMk cId="1608276611" sldId="1968"/>
            <ac:spMk id="4" creationId="{95AA33E9-A346-1DDE-6F43-8A10012E43BC}"/>
          </ac:spMkLst>
        </pc:spChg>
        <pc:spChg chg="add mod">
          <ac:chgData name="Michael Whitehouse" userId="0ecba9273f6ad366" providerId="LiveId" clId="{F36E82C0-65ED-4BE7-8730-0F102FB388DD}" dt="2026-06-09T12:53:36.892" v="1298" actId="139"/>
          <ac:spMkLst>
            <pc:docMk/>
            <pc:sldMk cId="1608276611" sldId="1968"/>
            <ac:spMk id="5" creationId="{62FFB2FE-CD83-F0A5-A75B-1347C9D00B0F}"/>
          </ac:spMkLst>
        </pc:spChg>
        <pc:spChg chg="add mod">
          <ac:chgData name="Michael Whitehouse" userId="0ecba9273f6ad366" providerId="LiveId" clId="{F36E82C0-65ED-4BE7-8730-0F102FB388DD}" dt="2026-06-09T12:53:37.014" v="1309" actId="139"/>
          <ac:spMkLst>
            <pc:docMk/>
            <pc:sldMk cId="1608276611" sldId="1968"/>
            <ac:spMk id="6" creationId="{B74A770A-5DAF-ABF2-DB6F-29AE7860416D}"/>
          </ac:spMkLst>
        </pc:spChg>
        <pc:spChg chg="add mod">
          <ac:chgData name="Michael Whitehouse" userId="0ecba9273f6ad366" providerId="LiveId" clId="{F36E82C0-65ED-4BE7-8730-0F102FB388DD}" dt="2026-06-09T12:53:37.138" v="1320" actId="139"/>
          <ac:spMkLst>
            <pc:docMk/>
            <pc:sldMk cId="1608276611" sldId="1968"/>
            <ac:spMk id="7" creationId="{A1BD6DF4-EC38-4A5F-82A1-FE9691054ABF}"/>
          </ac:spMkLst>
        </pc:spChg>
        <pc:spChg chg="add mod">
          <ac:chgData name="Michael Whitehouse" userId="0ecba9273f6ad366" providerId="LiveId" clId="{F36E82C0-65ED-4BE7-8730-0F102FB388DD}" dt="2026-06-09T12:53:37.265" v="1331" actId="139"/>
          <ac:spMkLst>
            <pc:docMk/>
            <pc:sldMk cId="1608276611" sldId="1968"/>
            <ac:spMk id="8" creationId="{4BBC6A87-8274-EFFA-F2A3-206B2C31936B}"/>
          </ac:spMkLst>
        </pc:spChg>
        <pc:spChg chg="add mod">
          <ac:chgData name="Michael Whitehouse" userId="0ecba9273f6ad366" providerId="LiveId" clId="{F36E82C0-65ED-4BE7-8730-0F102FB388DD}" dt="2026-06-09T12:53:37.281" v="1341" actId="207"/>
          <ac:spMkLst>
            <pc:docMk/>
            <pc:sldMk cId="1608276611" sldId="1968"/>
            <ac:spMk id="9" creationId="{40640618-F2F3-0D4B-1824-6BE6E6F30723}"/>
          </ac:spMkLst>
        </pc:spChg>
        <pc:spChg chg="add mod">
          <ac:chgData name="Michael Whitehouse" userId="0ecba9273f6ad366" providerId="LiveId" clId="{F36E82C0-65ED-4BE7-8730-0F102FB388DD}" dt="2026-06-09T12:53:37.299" v="1351" actId="207"/>
          <ac:spMkLst>
            <pc:docMk/>
            <pc:sldMk cId="1608276611" sldId="1968"/>
            <ac:spMk id="10" creationId="{DF31ED58-CB9B-CF7F-E0A2-000257944867}"/>
          </ac:spMkLst>
        </pc:spChg>
      </pc:sldChg>
      <pc:sldChg chg="addSp modSp add mod">
        <pc:chgData name="Michael Whitehouse" userId="0ecba9273f6ad366" providerId="LiveId" clId="{F36E82C0-65ED-4BE7-8730-0F102FB388DD}" dt="2026-06-09T12:53:37.550" v="1386" actId="207"/>
        <pc:sldMkLst>
          <pc:docMk/>
          <pc:sldMk cId="2431239902" sldId="1969"/>
        </pc:sldMkLst>
        <pc:spChg chg="mod">
          <ac:chgData name="Michael Whitehouse" userId="0ecba9273f6ad366" providerId="LiveId" clId="{F36E82C0-65ED-4BE7-8730-0F102FB388DD}" dt="2026-06-09T12:53:37.308" v="1355" actId="139"/>
          <ac:spMkLst>
            <pc:docMk/>
            <pc:sldMk cId="2431239902" sldId="1969"/>
            <ac:spMk id="2" creationId="{6488C259-ED28-3F20-D4D0-6E3EF0923DB2}"/>
          </ac:spMkLst>
        </pc:spChg>
        <pc:spChg chg="add mod">
          <ac:chgData name="Michael Whitehouse" userId="0ecba9273f6ad366" providerId="LiveId" clId="{F36E82C0-65ED-4BE7-8730-0F102FB388DD}" dt="2026-06-09T12:53:37.514" v="1366" actId="139"/>
          <ac:spMkLst>
            <pc:docMk/>
            <pc:sldMk cId="2431239902" sldId="1969"/>
            <ac:spMk id="3" creationId="{9AED93A1-C3A6-B7F3-1D91-CE35633A6ECC}"/>
          </ac:spMkLst>
        </pc:spChg>
        <pc:spChg chg="add mod">
          <ac:chgData name="Michael Whitehouse" userId="0ecba9273f6ad366" providerId="LiveId" clId="{F36E82C0-65ED-4BE7-8730-0F102FB388DD}" dt="2026-06-09T12:53:37.533" v="1376" actId="207"/>
          <ac:spMkLst>
            <pc:docMk/>
            <pc:sldMk cId="2431239902" sldId="1969"/>
            <ac:spMk id="4" creationId="{8389FB4F-C532-0FA9-BDAF-4FAEA7F50CA5}"/>
          </ac:spMkLst>
        </pc:spChg>
        <pc:spChg chg="add mod">
          <ac:chgData name="Michael Whitehouse" userId="0ecba9273f6ad366" providerId="LiveId" clId="{F36E82C0-65ED-4BE7-8730-0F102FB388DD}" dt="2026-06-09T12:53:37.550" v="1386" actId="207"/>
          <ac:spMkLst>
            <pc:docMk/>
            <pc:sldMk cId="2431239902" sldId="1969"/>
            <ac:spMk id="5" creationId="{E4F170D6-672A-82D7-89DA-B0BAE08DE0AF}"/>
          </ac:spMkLst>
        </pc:spChg>
      </pc:sldChg>
      <pc:sldChg chg="addSp modSp add mod">
        <pc:chgData name="Michael Whitehouse" userId="0ecba9273f6ad366" providerId="LiveId" clId="{F36E82C0-65ED-4BE7-8730-0F102FB388DD}" dt="2026-06-09T12:53:37.788" v="1430" actId="207"/>
        <pc:sldMkLst>
          <pc:docMk/>
          <pc:sldMk cId="3414987560" sldId="1970"/>
        </pc:sldMkLst>
        <pc:spChg chg="mod">
          <ac:chgData name="Michael Whitehouse" userId="0ecba9273f6ad366" providerId="LiveId" clId="{F36E82C0-65ED-4BE7-8730-0F102FB388DD}" dt="2026-06-09T12:53:37.559" v="1390" actId="139"/>
          <ac:spMkLst>
            <pc:docMk/>
            <pc:sldMk cId="3414987560" sldId="1970"/>
            <ac:spMk id="2" creationId="{27CE270E-B4B2-E3FB-9B94-0AFE93870258}"/>
          </ac:spMkLst>
        </pc:spChg>
        <pc:spChg chg="mod">
          <ac:chgData name="Michael Whitehouse" userId="0ecba9273f6ad366" providerId="LiveId" clId="{F36E82C0-65ED-4BE7-8730-0F102FB388DD}" dt="2026-06-09T12:53:37.715" v="1395" actId="139"/>
          <ac:spMkLst>
            <pc:docMk/>
            <pc:sldMk cId="3414987560" sldId="1970"/>
            <ac:spMk id="3" creationId="{2C398ADF-1EBD-5E7F-7061-997C8C1E3DE3}"/>
          </ac:spMkLst>
        </pc:spChg>
        <pc:spChg chg="mod">
          <ac:chgData name="Michael Whitehouse" userId="0ecba9273f6ad366" providerId="LiveId" clId="{F36E82C0-65ED-4BE7-8730-0F102FB388DD}" dt="2026-06-09T12:53:37.727" v="1400" actId="139"/>
          <ac:spMkLst>
            <pc:docMk/>
            <pc:sldMk cId="3414987560" sldId="1970"/>
            <ac:spMk id="4" creationId="{637112B3-60EA-59C0-0A09-A75520BDDCD4}"/>
          </ac:spMkLst>
        </pc:spChg>
        <pc:spChg chg="mod">
          <ac:chgData name="Michael Whitehouse" userId="0ecba9273f6ad366" providerId="LiveId" clId="{F36E82C0-65ED-4BE7-8730-0F102FB388DD}" dt="2026-06-09T12:53:37.739" v="1405" actId="139"/>
          <ac:spMkLst>
            <pc:docMk/>
            <pc:sldMk cId="3414987560" sldId="1970"/>
            <ac:spMk id="5" creationId="{E6ACED78-0C5F-3329-ABD4-337CB46CDF7D}"/>
          </ac:spMkLst>
        </pc:spChg>
        <pc:spChg chg="mod">
          <ac:chgData name="Michael Whitehouse" userId="0ecba9273f6ad366" providerId="LiveId" clId="{F36E82C0-65ED-4BE7-8730-0F102FB388DD}" dt="2026-06-09T12:53:37.752" v="1410" actId="139"/>
          <ac:spMkLst>
            <pc:docMk/>
            <pc:sldMk cId="3414987560" sldId="1970"/>
            <ac:spMk id="6" creationId="{71AF0AD7-F997-B77D-4697-0BA93C499A4D}"/>
          </ac:spMkLst>
        </pc:spChg>
        <pc:spChg chg="add mod">
          <ac:chgData name="Michael Whitehouse" userId="0ecba9273f6ad366" providerId="LiveId" clId="{F36E82C0-65ED-4BE7-8730-0F102FB388DD}" dt="2026-06-09T12:53:37.769" v="1420" actId="207"/>
          <ac:spMkLst>
            <pc:docMk/>
            <pc:sldMk cId="3414987560" sldId="1970"/>
            <ac:spMk id="7" creationId="{9D0FC7C9-A25E-6C2C-E28B-B292E19EE900}"/>
          </ac:spMkLst>
        </pc:spChg>
        <pc:spChg chg="add mod">
          <ac:chgData name="Michael Whitehouse" userId="0ecba9273f6ad366" providerId="LiveId" clId="{F36E82C0-65ED-4BE7-8730-0F102FB388DD}" dt="2026-06-09T12:53:37.788" v="1430" actId="207"/>
          <ac:spMkLst>
            <pc:docMk/>
            <pc:sldMk cId="3414987560" sldId="1970"/>
            <ac:spMk id="8" creationId="{7519705B-2884-F057-AD5A-168B00ED5B77}"/>
          </ac:spMkLst>
        </pc:spChg>
      </pc:sldChg>
      <pc:sldChg chg="addSp modSp add mod">
        <pc:chgData name="Michael Whitehouse" userId="0ecba9273f6ad366" providerId="LiveId" clId="{F36E82C0-65ED-4BE7-8730-0F102FB388DD}" dt="2026-06-09T12:53:38.019" v="1474" actId="207"/>
        <pc:sldMkLst>
          <pc:docMk/>
          <pc:sldMk cId="2921091736" sldId="1971"/>
        </pc:sldMkLst>
        <pc:spChg chg="mod">
          <ac:chgData name="Michael Whitehouse" userId="0ecba9273f6ad366" providerId="LiveId" clId="{F36E82C0-65ED-4BE7-8730-0F102FB388DD}" dt="2026-06-09T12:53:37.798" v="1434" actId="139"/>
          <ac:spMkLst>
            <pc:docMk/>
            <pc:sldMk cId="2921091736" sldId="1971"/>
            <ac:spMk id="2" creationId="{E7382027-9FAF-2A0F-54AF-F4C81C2F1A04}"/>
          </ac:spMkLst>
        </pc:spChg>
        <pc:spChg chg="mod">
          <ac:chgData name="Michael Whitehouse" userId="0ecba9273f6ad366" providerId="LiveId" clId="{F36E82C0-65ED-4BE7-8730-0F102FB388DD}" dt="2026-06-09T12:53:37.947" v="1439" actId="139"/>
          <ac:spMkLst>
            <pc:docMk/>
            <pc:sldMk cId="2921091736" sldId="1971"/>
            <ac:spMk id="3" creationId="{BB9A1B00-B3F1-A1DE-68C2-B477C237BD57}"/>
          </ac:spMkLst>
        </pc:spChg>
        <pc:spChg chg="mod">
          <ac:chgData name="Michael Whitehouse" userId="0ecba9273f6ad366" providerId="LiveId" clId="{F36E82C0-65ED-4BE7-8730-0F102FB388DD}" dt="2026-06-09T12:53:37.960" v="1444" actId="139"/>
          <ac:spMkLst>
            <pc:docMk/>
            <pc:sldMk cId="2921091736" sldId="1971"/>
            <ac:spMk id="4" creationId="{C48BE404-E88F-D4E3-190A-AA7192CDA7B7}"/>
          </ac:spMkLst>
        </pc:spChg>
        <pc:spChg chg="mod">
          <ac:chgData name="Michael Whitehouse" userId="0ecba9273f6ad366" providerId="LiveId" clId="{F36E82C0-65ED-4BE7-8730-0F102FB388DD}" dt="2026-06-09T12:53:37.973" v="1449" actId="139"/>
          <ac:spMkLst>
            <pc:docMk/>
            <pc:sldMk cId="2921091736" sldId="1971"/>
            <ac:spMk id="5" creationId="{2B07B96E-6D24-4D1D-8BB7-7C4BE61488A8}"/>
          </ac:spMkLst>
        </pc:spChg>
        <pc:spChg chg="mod">
          <ac:chgData name="Michael Whitehouse" userId="0ecba9273f6ad366" providerId="LiveId" clId="{F36E82C0-65ED-4BE7-8730-0F102FB388DD}" dt="2026-06-09T12:53:37.985" v="1454" actId="139"/>
          <ac:spMkLst>
            <pc:docMk/>
            <pc:sldMk cId="2921091736" sldId="1971"/>
            <ac:spMk id="6" creationId="{1BB91AC5-4C5B-C9FE-B496-A326BCC9329D}"/>
          </ac:spMkLst>
        </pc:spChg>
        <pc:spChg chg="add mod">
          <ac:chgData name="Michael Whitehouse" userId="0ecba9273f6ad366" providerId="LiveId" clId="{F36E82C0-65ED-4BE7-8730-0F102FB388DD}" dt="2026-06-09T12:53:38.001" v="1464" actId="207"/>
          <ac:spMkLst>
            <pc:docMk/>
            <pc:sldMk cId="2921091736" sldId="1971"/>
            <ac:spMk id="7" creationId="{FC569BCA-7101-5049-5B21-9EDE9608CFFF}"/>
          </ac:spMkLst>
        </pc:spChg>
        <pc:spChg chg="add mod">
          <ac:chgData name="Michael Whitehouse" userId="0ecba9273f6ad366" providerId="LiveId" clId="{F36E82C0-65ED-4BE7-8730-0F102FB388DD}" dt="2026-06-09T12:53:38.019" v="1474" actId="207"/>
          <ac:spMkLst>
            <pc:docMk/>
            <pc:sldMk cId="2921091736" sldId="1971"/>
            <ac:spMk id="8" creationId="{DCCE9757-EA28-BB0C-651D-2D1627777ABF}"/>
          </ac:spMkLst>
        </pc:spChg>
      </pc:sldChg>
      <pc:sldChg chg="addSp delSp modSp add mod">
        <pc:chgData name="Michael Whitehouse" userId="0ecba9273f6ad366" providerId="LiveId" clId="{F36E82C0-65ED-4BE7-8730-0F102FB388DD}" dt="2026-06-09T14:31:52.348" v="1691" actId="207"/>
        <pc:sldMkLst>
          <pc:docMk/>
          <pc:sldMk cId="2847704080" sldId="1972"/>
        </pc:sldMkLst>
        <pc:spChg chg="mod">
          <ac:chgData name="Michael Whitehouse" userId="0ecba9273f6ad366" providerId="LiveId" clId="{F36E82C0-65ED-4BE7-8730-0F102FB388DD}" dt="2026-06-09T12:53:38.028" v="1478" actId="139"/>
          <ac:spMkLst>
            <pc:docMk/>
            <pc:sldMk cId="2847704080" sldId="1972"/>
            <ac:spMk id="2" creationId="{F464F3FC-4D45-E4E9-02C0-75935C632862}"/>
          </ac:spMkLst>
        </pc:spChg>
        <pc:spChg chg="add mod">
          <ac:chgData name="Michael Whitehouse" userId="0ecba9273f6ad366" providerId="LiveId" clId="{F36E82C0-65ED-4BE7-8730-0F102FB388DD}" dt="2026-06-09T14:30:09.471" v="1671" actId="1076"/>
          <ac:spMkLst>
            <pc:docMk/>
            <pc:sldMk cId="2847704080" sldId="1972"/>
            <ac:spMk id="3" creationId="{9C424F41-D9D7-F8AC-9952-BC2CA8A65F25}"/>
          </ac:spMkLst>
        </pc:spChg>
        <pc:spChg chg="add mod">
          <ac:chgData name="Michael Whitehouse" userId="0ecba9273f6ad366" providerId="LiveId" clId="{F36E82C0-65ED-4BE7-8730-0F102FB388DD}" dt="2026-06-09T12:53:39.200" v="1533" actId="139"/>
          <ac:spMkLst>
            <pc:docMk/>
            <pc:sldMk cId="2847704080" sldId="1972"/>
            <ac:spMk id="7" creationId="{BD207016-C322-7A4E-DFA6-32E41CFAF587}"/>
          </ac:spMkLst>
        </pc:spChg>
        <pc:spChg chg="add mod">
          <ac:chgData name="Michael Whitehouse" userId="0ecba9273f6ad366" providerId="LiveId" clId="{F36E82C0-65ED-4BE7-8730-0F102FB388DD}" dt="2026-06-09T14:31:52.348" v="1691" actId="207"/>
          <ac:spMkLst>
            <pc:docMk/>
            <pc:sldMk cId="2847704080" sldId="1972"/>
            <ac:spMk id="9" creationId="{C1430463-772F-C330-3AC3-C1EF7E41A1EF}"/>
          </ac:spMkLst>
        </pc:spChg>
        <pc:spChg chg="add mod">
          <ac:chgData name="Michael Whitehouse" userId="0ecba9273f6ad366" providerId="LiveId" clId="{F36E82C0-65ED-4BE7-8730-0F102FB388DD}" dt="2026-06-09T12:53:39.588" v="1572" actId="207"/>
          <ac:spMkLst>
            <pc:docMk/>
            <pc:sldMk cId="2847704080" sldId="1972"/>
            <ac:spMk id="11" creationId="{DFE5F4C7-4B0D-B655-0516-D06AA20F1DEC}"/>
          </ac:spMkLst>
        </pc:spChg>
        <pc:spChg chg="add mod">
          <ac:chgData name="Michael Whitehouse" userId="0ecba9273f6ad366" providerId="LiveId" clId="{F36E82C0-65ED-4BE7-8730-0F102FB388DD}" dt="2026-06-09T12:53:39.605" v="1582" actId="207"/>
          <ac:spMkLst>
            <pc:docMk/>
            <pc:sldMk cId="2847704080" sldId="1972"/>
            <ac:spMk id="12" creationId="{8A404CE3-01A4-CBF4-0433-9A4957585B8E}"/>
          </ac:spMkLst>
        </pc:spChg>
        <pc:picChg chg="add mod">
          <ac:chgData name="Michael Whitehouse" userId="0ecba9273f6ad366" providerId="LiveId" clId="{F36E82C0-65ED-4BE7-8730-0F102FB388DD}" dt="2026-06-09T12:53:39.568" v="1562"/>
          <ac:picMkLst>
            <pc:docMk/>
            <pc:sldMk cId="2847704080" sldId="1972"/>
            <ac:picMk id="10" creationId="{E6099D48-C5D2-5131-6748-3526361158CA}"/>
          </ac:picMkLst>
        </pc:picChg>
      </pc:sldChg>
      <pc:sldChg chg="addSp new mod">
        <pc:chgData name="Michael Whitehouse" userId="0ecba9273f6ad366" providerId="LiveId" clId="{F36E82C0-65ED-4BE7-8730-0F102FB388DD}" dt="2026-06-09T14:21:41.065" v="1649" actId="22"/>
        <pc:sldMkLst>
          <pc:docMk/>
          <pc:sldMk cId="3878727696" sldId="1973"/>
        </pc:sldMkLst>
        <pc:picChg chg="add">
          <ac:chgData name="Michael Whitehouse" userId="0ecba9273f6ad366" providerId="LiveId" clId="{F36E82C0-65ED-4BE7-8730-0F102FB388DD}" dt="2026-06-09T14:21:41.065" v="1649" actId="22"/>
          <ac:picMkLst>
            <pc:docMk/>
            <pc:sldMk cId="3878727696" sldId="1973"/>
            <ac:picMk id="4" creationId="{CB79C4FA-C498-CAE4-1CDD-80DF7C85EF4E}"/>
          </ac:picMkLst>
        </pc:picChg>
      </pc:sldChg>
      <pc:sldMasterChg chg="delSp mod modSldLayout">
        <pc:chgData name="Michael Whitehouse" userId="0ecba9273f6ad366" providerId="LiveId" clId="{F36E82C0-65ED-4BE7-8730-0F102FB388DD}" dt="2026-06-09T12:53:19.747" v="3"/>
        <pc:sldMasterMkLst>
          <pc:docMk/>
          <pc:sldMasterMk cId="4029298225" sldId="2147483654"/>
        </pc:sldMasterMkLst>
        <pc:sldLayoutChg chg="addSp">
          <pc:chgData name="Michael Whitehouse" userId="0ecba9273f6ad366" providerId="LiveId" clId="{F36E82C0-65ED-4BE7-8730-0F102FB388DD}" dt="2026-06-09T12:53:19.663" v="1"/>
          <pc:sldLayoutMkLst>
            <pc:docMk/>
            <pc:sldMasterMk cId="4029298225" sldId="2147483654"/>
            <pc:sldLayoutMk cId="981356419" sldId="2147483706"/>
          </pc:sldLayoutMkLst>
          <pc:cxnChg chg="add">
            <ac:chgData name="Michael Whitehouse" userId="0ecba9273f6ad366" providerId="LiveId" clId="{F36E82C0-65ED-4BE7-8730-0F102FB388DD}" dt="2026-06-09T12:53:19.663" v="1"/>
            <ac:cxnSpMkLst>
              <pc:docMk/>
              <pc:sldMasterMk cId="4029298225" sldId="2147483654"/>
              <pc:sldLayoutMk cId="981356419" sldId="2147483706"/>
              <ac:cxnSpMk id="4" creationId="{FF84EDC5-06C0-9932-4186-2748AF6B1F3E}"/>
            </ac:cxnSpMkLst>
          </pc:cxnChg>
        </pc:sldLayoutChg>
      </pc:sldMasterChg>
      <pc:sldMasterChg chg="delSp mod">
        <pc:chgData name="Michael Whitehouse" userId="0ecba9273f6ad366" providerId="LiveId" clId="{F36E82C0-65ED-4BE7-8730-0F102FB388DD}" dt="2026-06-09T12:53:19.801" v="5"/>
        <pc:sldMasterMkLst>
          <pc:docMk/>
          <pc:sldMasterMk cId="320161895" sldId="2147483759"/>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0836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22689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763562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531333694"/>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426024396"/>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415150102"/>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5498702"/>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03417671"/>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88355363"/>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69037699"/>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3458554"/>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92492669"/>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32478263"/>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21998032"/>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9278763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3951194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9495106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4260991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733875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95660300"/>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21437683"/>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197286250"/>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2504084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60275815"/>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59258647"/>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94409117"/>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547519"/>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51783565"/>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446243162"/>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13332834"/>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96038396"/>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29798400"/>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03786271"/>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63302177"/>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15337887"/>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66663634"/>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63184738"/>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36765943"/>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18953566"/>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1129117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54139625"/>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51625774"/>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8859939"/>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81340559"/>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006238186"/>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822895075"/>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572918977"/>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1134777"/>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772824584"/>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4036505"/>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2603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2887759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cxnSp>
        <p:nvCxnSpPr>
          <p:cNvPr id="4" name="Straight Connector 3">
            <a:extLst>
              <a:ext uri="{FF2B5EF4-FFF2-40B4-BE49-F238E27FC236}">
                <a16:creationId xmlns:a16="http://schemas.microsoft.com/office/drawing/2014/main" id="{FF84EDC5-06C0-9932-4186-2748AF6B1F3E}"/>
              </a:ext>
              <a:ext uri="{C183D7F6-B498-43B3-948B-1728B52AA6E4}">
                <adec:decorative xmlns:adec="http://schemas.microsoft.com/office/drawing/2017/decorative" val="1"/>
              </a:ext>
            </a:extLst>
          </p:cNvPr>
          <p:cNvCxnSpPr>
            <a:cxnSpLocks/>
          </p:cNvCxnSpPr>
          <p:nvPr userDrawn="1"/>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3564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63745805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45195442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591138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097469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60534058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8318890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4433909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090767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24580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453637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504004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40288056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5809586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475101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5617738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56184268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62734489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55653284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68275486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94089972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73467449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383407471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384260419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4586233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04103946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050508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97784094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54221036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93217456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08491736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8248082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297684321"/>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8080096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419500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4144984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08086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22200680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03278959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178772418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16623478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6798876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7615801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93726428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01189081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838793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383161"/>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37858002"/>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402463861"/>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330094313"/>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160697366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_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2" y="1363633"/>
            <a:ext cx="8260106" cy="346249"/>
          </a:xfrm>
          <a:prstGeom prst="rect">
            <a:avLst/>
          </a:prstGeom>
        </p:spPr>
        <p:txBody>
          <a:bodyPr wrap="square">
            <a:spAutoFit/>
          </a:bodyPr>
          <a:lstStyle>
            <a:lvl1pPr marL="161925" indent="-161925">
              <a:lnSpc>
                <a:spcPct val="100000"/>
              </a:lnSpc>
              <a:spcBef>
                <a:spcPts val="0"/>
              </a:spcBef>
              <a:spcAft>
                <a:spcPts val="900"/>
              </a:spcAft>
              <a:buFont typeface="Arial" panose="020B0604020202020204" pitchFamily="34" charset="0"/>
              <a:buChar char="•"/>
              <a:defRPr sz="1650">
                <a:solidFill>
                  <a:schemeClr val="tx1"/>
                </a:solidFill>
              </a:defRPr>
            </a:lvl1pPr>
            <a:lvl2pPr marL="198882" indent="-96012">
              <a:buFont typeface="Arial" panose="020B0604020202020204" pitchFamily="34" charset="0"/>
              <a:buChar char="•"/>
              <a:defRPr>
                <a:solidFill>
                  <a:schemeClr val="tx1"/>
                </a:solidFill>
              </a:defRPr>
            </a:lvl2pPr>
            <a:lvl3pPr marL="288036" indent="-89154">
              <a:buFont typeface="Arial" panose="020B0604020202020204" pitchFamily="34" charset="0"/>
              <a:buChar char="•"/>
              <a:defRPr>
                <a:solidFill>
                  <a:schemeClr val="tx1"/>
                </a:solidFill>
              </a:defRPr>
            </a:lvl3pPr>
            <a:lvl4pPr marL="514350" indent="0">
              <a:buNone/>
              <a:defRPr/>
            </a:lvl4pPr>
            <a:lvl5pPr marL="685800" indent="0">
              <a:buNone/>
              <a:defRPr/>
            </a:lvl5pPr>
          </a:lstStyle>
          <a:p>
            <a:pPr lvl="0"/>
            <a:r>
              <a:rPr lang="en-US" dirty="0"/>
              <a:t>Click to edit Master text styles</a:t>
            </a:r>
          </a:p>
        </p:txBody>
      </p:sp>
    </p:spTree>
    <p:extLst>
      <p:ext uri="{BB962C8B-B14F-4D97-AF65-F5344CB8AC3E}">
        <p14:creationId xmlns:p14="http://schemas.microsoft.com/office/powerpoint/2010/main" val="22789919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_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4023360"/>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spTree>
    <p:extLst>
      <p:ext uri="{BB962C8B-B14F-4D97-AF65-F5344CB8AC3E}">
        <p14:creationId xmlns:p14="http://schemas.microsoft.com/office/powerpoint/2010/main" val="389277961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2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1545038"/>
          </a:xfrm>
          <a:prstGeom prst="rect">
            <a:avLst/>
          </a:prstGeom>
        </p:spPr>
        <p:txBody>
          <a:bodyPr wrap="square">
            <a:spAutoFit/>
          </a:bodyPr>
          <a:lstStyle>
            <a:lvl1pPr marL="102870" indent="-102870">
              <a:buFont typeface="Arial" panose="020B0604020202020204" pitchFamily="34" charset="0"/>
              <a:buChar char="•"/>
              <a:defRPr>
                <a:solidFill>
                  <a:schemeClr val="tx1"/>
                </a:solidFill>
              </a:defRPr>
            </a:lvl1pPr>
            <a:lvl2pPr marL="198882" indent="-96012">
              <a:buFont typeface="Arial" panose="020B0604020202020204" pitchFamily="34" charset="0"/>
              <a:buChar char="•"/>
              <a:defRPr>
                <a:solidFill>
                  <a:schemeClr val="tx1"/>
                </a:solidFill>
              </a:defRPr>
            </a:lvl2pPr>
            <a:lvl3pPr marL="288036" indent="-89154">
              <a:buFont typeface="Arial" panose="020B0604020202020204" pitchFamily="34" charset="0"/>
              <a:buChar char="•"/>
              <a:defRPr>
                <a:solidFill>
                  <a:schemeClr val="tx1"/>
                </a:solidFill>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999238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142173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4277191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20353905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224726620"/>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49826601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80732297"/>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37105487"/>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38597549"/>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59824746"/>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93117902"/>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40966086"/>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4878804"/>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40631041"/>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633217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846332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5141449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8475466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24300922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36954496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207053260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88772699"/>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100279342"/>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21748093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9894989"/>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8797000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31809573"/>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629583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75642177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87412316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45152919"/>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02430620"/>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97095473"/>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46190519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530239873"/>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985062997"/>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833384769"/>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80620364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230387861"/>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25608177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22159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902294"/>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1266303547"/>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08960841"/>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524821"/>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83777856"/>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779500069"/>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27013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7227996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618039"/>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8.xml"/><Relationship Id="rId18" Type="http://schemas.openxmlformats.org/officeDocument/2006/relationships/slideLayout" Target="../slideLayouts/slideLayout123.xml"/><Relationship Id="rId26" Type="http://schemas.openxmlformats.org/officeDocument/2006/relationships/slideLayout" Target="../slideLayouts/slideLayout131.xml"/><Relationship Id="rId39" Type="http://schemas.openxmlformats.org/officeDocument/2006/relationships/slideLayout" Target="../slideLayouts/slideLayout144.xml"/><Relationship Id="rId21" Type="http://schemas.openxmlformats.org/officeDocument/2006/relationships/slideLayout" Target="../slideLayouts/slideLayout126.xml"/><Relationship Id="rId34" Type="http://schemas.openxmlformats.org/officeDocument/2006/relationships/slideLayout" Target="../slideLayouts/slideLayout139.xml"/><Relationship Id="rId42" Type="http://schemas.openxmlformats.org/officeDocument/2006/relationships/slideLayout" Target="../slideLayouts/slideLayout147.xml"/><Relationship Id="rId47" Type="http://schemas.openxmlformats.org/officeDocument/2006/relationships/slideLayout" Target="../slideLayouts/slideLayout152.xml"/><Relationship Id="rId50" Type="http://schemas.openxmlformats.org/officeDocument/2006/relationships/theme" Target="../theme/theme2.xml"/><Relationship Id="rId7" Type="http://schemas.openxmlformats.org/officeDocument/2006/relationships/slideLayout" Target="../slideLayouts/slideLayout112.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29" Type="http://schemas.openxmlformats.org/officeDocument/2006/relationships/slideLayout" Target="../slideLayouts/slideLayout134.xml"/><Relationship Id="rId11" Type="http://schemas.openxmlformats.org/officeDocument/2006/relationships/slideLayout" Target="../slideLayouts/slideLayout116.xml"/><Relationship Id="rId24" Type="http://schemas.openxmlformats.org/officeDocument/2006/relationships/slideLayout" Target="../slideLayouts/slideLayout129.xml"/><Relationship Id="rId32" Type="http://schemas.openxmlformats.org/officeDocument/2006/relationships/slideLayout" Target="../slideLayouts/slideLayout137.xml"/><Relationship Id="rId37" Type="http://schemas.openxmlformats.org/officeDocument/2006/relationships/slideLayout" Target="../slideLayouts/slideLayout142.xml"/><Relationship Id="rId40" Type="http://schemas.openxmlformats.org/officeDocument/2006/relationships/slideLayout" Target="../slideLayouts/slideLayout145.xml"/><Relationship Id="rId45" Type="http://schemas.openxmlformats.org/officeDocument/2006/relationships/slideLayout" Target="../slideLayouts/slideLayout150.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23" Type="http://schemas.openxmlformats.org/officeDocument/2006/relationships/slideLayout" Target="../slideLayouts/slideLayout128.xml"/><Relationship Id="rId28" Type="http://schemas.openxmlformats.org/officeDocument/2006/relationships/slideLayout" Target="../slideLayouts/slideLayout133.xml"/><Relationship Id="rId36" Type="http://schemas.openxmlformats.org/officeDocument/2006/relationships/slideLayout" Target="../slideLayouts/slideLayout141.xml"/><Relationship Id="rId49" Type="http://schemas.openxmlformats.org/officeDocument/2006/relationships/slideLayout" Target="../slideLayouts/slideLayout154.xml"/><Relationship Id="rId10" Type="http://schemas.openxmlformats.org/officeDocument/2006/relationships/slideLayout" Target="../slideLayouts/slideLayout115.xml"/><Relationship Id="rId19" Type="http://schemas.openxmlformats.org/officeDocument/2006/relationships/slideLayout" Target="../slideLayouts/slideLayout124.xml"/><Relationship Id="rId31" Type="http://schemas.openxmlformats.org/officeDocument/2006/relationships/slideLayout" Target="../slideLayouts/slideLayout136.xml"/><Relationship Id="rId44" Type="http://schemas.openxmlformats.org/officeDocument/2006/relationships/slideLayout" Target="../slideLayouts/slideLayout149.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 Id="rId22" Type="http://schemas.openxmlformats.org/officeDocument/2006/relationships/slideLayout" Target="../slideLayouts/slideLayout127.xml"/><Relationship Id="rId27" Type="http://schemas.openxmlformats.org/officeDocument/2006/relationships/slideLayout" Target="../slideLayouts/slideLayout132.xml"/><Relationship Id="rId30" Type="http://schemas.openxmlformats.org/officeDocument/2006/relationships/slideLayout" Target="../slideLayouts/slideLayout135.xml"/><Relationship Id="rId35" Type="http://schemas.openxmlformats.org/officeDocument/2006/relationships/slideLayout" Target="../slideLayouts/slideLayout140.xml"/><Relationship Id="rId43" Type="http://schemas.openxmlformats.org/officeDocument/2006/relationships/slideLayout" Target="../slideLayouts/slideLayout148.xml"/><Relationship Id="rId48" Type="http://schemas.openxmlformats.org/officeDocument/2006/relationships/slideLayout" Target="../slideLayouts/slideLayout153.xml"/><Relationship Id="rId8" Type="http://schemas.openxmlformats.org/officeDocument/2006/relationships/slideLayout" Target="../slideLayouts/slideLayout113.xml"/><Relationship Id="rId3" Type="http://schemas.openxmlformats.org/officeDocument/2006/relationships/slideLayout" Target="../slideLayouts/slideLayout108.xml"/><Relationship Id="rId12" Type="http://schemas.openxmlformats.org/officeDocument/2006/relationships/slideLayout" Target="../slideLayouts/slideLayout117.xml"/><Relationship Id="rId17" Type="http://schemas.openxmlformats.org/officeDocument/2006/relationships/slideLayout" Target="../slideLayouts/slideLayout122.xml"/><Relationship Id="rId25" Type="http://schemas.openxmlformats.org/officeDocument/2006/relationships/slideLayout" Target="../slideLayouts/slideLayout130.xml"/><Relationship Id="rId33" Type="http://schemas.openxmlformats.org/officeDocument/2006/relationships/slideLayout" Target="../slideLayouts/slideLayout138.xml"/><Relationship Id="rId38" Type="http://schemas.openxmlformats.org/officeDocument/2006/relationships/slideLayout" Target="../slideLayouts/slideLayout143.xml"/><Relationship Id="rId46" Type="http://schemas.openxmlformats.org/officeDocument/2006/relationships/slideLayout" Target="../slideLayouts/slideLayout151.xml"/><Relationship Id="rId20" Type="http://schemas.openxmlformats.org/officeDocument/2006/relationships/slideLayout" Target="../slideLayouts/slideLayout125.xml"/><Relationship Id="rId41" Type="http://schemas.openxmlformats.org/officeDocument/2006/relationships/slideLayout" Target="../slideLayouts/slideLayout146.xml"/><Relationship Id="rId1" Type="http://schemas.openxmlformats.org/officeDocument/2006/relationships/slideLayout" Target="../slideLayouts/slideLayout106.xml"/><Relationship Id="rId6"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402929822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 id="2147483695" r:id="rId41"/>
    <p:sldLayoutId id="2147483696" r:id="rId42"/>
    <p:sldLayoutId id="2147483697" r:id="rId43"/>
    <p:sldLayoutId id="2147483698" r:id="rId44"/>
    <p:sldLayoutId id="2147483699" r:id="rId45"/>
    <p:sldLayoutId id="2147483700" r:id="rId46"/>
    <p:sldLayoutId id="2147483701" r:id="rId47"/>
    <p:sldLayoutId id="2147483702" r:id="rId48"/>
    <p:sldLayoutId id="2147483703" r:id="rId49"/>
    <p:sldLayoutId id="2147483704" r:id="rId50"/>
    <p:sldLayoutId id="2147483705" r:id="rId51"/>
    <p:sldLayoutId id="2147483706" r:id="rId52"/>
    <p:sldLayoutId id="2147483707" r:id="rId53"/>
    <p:sldLayoutId id="2147483708" r:id="rId54"/>
    <p:sldLayoutId id="2147483709" r:id="rId55"/>
    <p:sldLayoutId id="2147483710" r:id="rId56"/>
    <p:sldLayoutId id="2147483711" r:id="rId57"/>
    <p:sldLayoutId id="2147483712" r:id="rId58"/>
    <p:sldLayoutId id="2147483713" r:id="rId59"/>
    <p:sldLayoutId id="2147483714" r:id="rId60"/>
    <p:sldLayoutId id="2147483715" r:id="rId61"/>
    <p:sldLayoutId id="2147483716" r:id="rId62"/>
    <p:sldLayoutId id="2147483717" r:id="rId63"/>
    <p:sldLayoutId id="2147483718" r:id="rId64"/>
    <p:sldLayoutId id="2147483719" r:id="rId65"/>
    <p:sldLayoutId id="2147483720" r:id="rId66"/>
    <p:sldLayoutId id="2147483721" r:id="rId67"/>
    <p:sldLayoutId id="2147483722" r:id="rId68"/>
    <p:sldLayoutId id="2147483723" r:id="rId69"/>
    <p:sldLayoutId id="2147483724" r:id="rId70"/>
    <p:sldLayoutId id="2147483725" r:id="rId71"/>
    <p:sldLayoutId id="2147483726" r:id="rId72"/>
    <p:sldLayoutId id="2147483727" r:id="rId73"/>
    <p:sldLayoutId id="2147483728" r:id="rId74"/>
    <p:sldLayoutId id="2147483729" r:id="rId75"/>
    <p:sldLayoutId id="2147483730" r:id="rId76"/>
    <p:sldLayoutId id="2147483731" r:id="rId77"/>
    <p:sldLayoutId id="2147483732" r:id="rId78"/>
    <p:sldLayoutId id="2147483733" r:id="rId79"/>
    <p:sldLayoutId id="2147483734" r:id="rId80"/>
    <p:sldLayoutId id="2147483735" r:id="rId81"/>
    <p:sldLayoutId id="2147483736" r:id="rId82"/>
    <p:sldLayoutId id="2147483737" r:id="rId83"/>
    <p:sldLayoutId id="2147483738" r:id="rId84"/>
    <p:sldLayoutId id="2147483739" r:id="rId85"/>
    <p:sldLayoutId id="2147483740" r:id="rId86"/>
    <p:sldLayoutId id="2147483741" r:id="rId87"/>
    <p:sldLayoutId id="2147483742" r:id="rId88"/>
    <p:sldLayoutId id="2147483743" r:id="rId89"/>
    <p:sldLayoutId id="2147483744" r:id="rId90"/>
    <p:sldLayoutId id="2147483745" r:id="rId91"/>
    <p:sldLayoutId id="2147483746" r:id="rId92"/>
    <p:sldLayoutId id="2147483747" r:id="rId93"/>
    <p:sldLayoutId id="2147483748" r:id="rId94"/>
    <p:sldLayoutId id="2147483749" r:id="rId95"/>
    <p:sldLayoutId id="2147483750" r:id="rId96"/>
    <p:sldLayoutId id="2147483751" r:id="rId97"/>
    <p:sldLayoutId id="2147483752" r:id="rId98"/>
    <p:sldLayoutId id="2147483753" r:id="rId99"/>
    <p:sldLayoutId id="2147483754" r:id="rId100"/>
    <p:sldLayoutId id="2147483755" r:id="rId101"/>
    <p:sldLayoutId id="2147483756" r:id="rId102"/>
    <p:sldLayoutId id="2147483650" r:id="rId103"/>
    <p:sldLayoutId id="2147483651" r:id="rId104"/>
    <p:sldLayoutId id="2147483652" r:id="rId105"/>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2016189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 id="2147483801" r:id="rId42"/>
    <p:sldLayoutId id="2147483802" r:id="rId43"/>
    <p:sldLayoutId id="2147483803" r:id="rId44"/>
    <p:sldLayoutId id="2147483804" r:id="rId45"/>
    <p:sldLayoutId id="2147483805" r:id="rId46"/>
    <p:sldLayoutId id="2147483806" r:id="rId47"/>
    <p:sldLayoutId id="2147483807" r:id="rId48"/>
    <p:sldLayoutId id="2147483808"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5B54-8924-1D96-E30D-ED4854F26BA1}"/>
              </a:ext>
            </a:extLst>
          </p:cNvPr>
          <p:cNvSpPr>
            <a:spLocks noGrp="1"/>
          </p:cNvSpPr>
          <p:nvPr>
            <p:ph type="title"/>
          </p:nvPr>
        </p:nvSpPr>
        <p:spPr/>
        <p:txBody>
          <a:bodyPr/>
          <a:lstStyle/>
          <a:p>
            <a:r>
              <a:rPr lang="en-GB"/>
              <a:t>Chapter 4: Command-Line
Administration Tools</a:t>
            </a:r>
          </a:p>
        </p:txBody>
      </p:sp>
      <p:sp>
        <p:nvSpPr>
          <p:cNvPr id="3" name="Text Placeholder 2">
            <a:extLst>
              <a:ext uri="{FF2B5EF4-FFF2-40B4-BE49-F238E27FC236}">
                <a16:creationId xmlns:a16="http://schemas.microsoft.com/office/drawing/2014/main" id="{B5DC36FB-615D-6F93-CD2E-71A00B57E1F2}"/>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383496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D5FB-B643-2AE4-3704-A0DD14778614}"/>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AB991A5D-2DFB-B10C-E43B-ED417BAB6497}"/>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4</a:t>
            </a:r>
          </a:p>
        </p:txBody>
      </p:sp>
      <p:sp>
        <p:nvSpPr>
          <p:cNvPr id="4" name="Text Placeholder 3">
            <a:extLst>
              <a:ext uri="{FF2B5EF4-FFF2-40B4-BE49-F238E27FC236}">
                <a16:creationId xmlns:a16="http://schemas.microsoft.com/office/drawing/2014/main" id="{6AB4F1FB-C432-FA27-4708-7E67AEB09FCD}"/>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C6F50FC5-900B-36F0-D143-EABF0FB193E3}"/>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669E0B03-0BAF-8EA6-2A66-209DA836B0A7}"/>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7" name="Course footer">
            <a:extLst>
              <a:ext uri="{FF2B5EF4-FFF2-40B4-BE49-F238E27FC236}">
                <a16:creationId xmlns:a16="http://schemas.microsoft.com/office/drawing/2014/main" id="{C8B36AAE-B372-2615-05EB-E745B631779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4A9A821E-8F83-64BD-D6F6-C35CA52E895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34685747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CA88-4A38-5602-4FB8-84764B0A8C4A}"/>
              </a:ext>
            </a:extLst>
          </p:cNvPr>
          <p:cNvSpPr>
            <a:spLocks noGrp="1"/>
          </p:cNvSpPr>
          <p:nvPr>
            <p:ph type="title"/>
          </p:nvPr>
        </p:nvSpPr>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BD728E16-48A8-B415-D169-EBA7C66BFDA1}"/>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4.1 Command-line hosts</a:t>
            </a:r>
          </a:p>
        </p:txBody>
      </p:sp>
      <p:sp>
        <p:nvSpPr>
          <p:cNvPr id="4" name="Text Placeholder 3">
            <a:extLst>
              <a:ext uri="{FF2B5EF4-FFF2-40B4-BE49-F238E27FC236}">
                <a16:creationId xmlns:a16="http://schemas.microsoft.com/office/drawing/2014/main" id="{B100E943-7354-41BE-D48E-A48E01225306}"/>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4.2 Windows Terminal</a:t>
            </a:r>
          </a:p>
        </p:txBody>
      </p:sp>
      <p:sp>
        <p:nvSpPr>
          <p:cNvPr id="5" name="Text Placeholder 4">
            <a:extLst>
              <a:ext uri="{FF2B5EF4-FFF2-40B4-BE49-F238E27FC236}">
                <a16:creationId xmlns:a16="http://schemas.microsoft.com/office/drawing/2014/main" id="{745501D7-9B19-D44E-CF5B-B5E398BC35EB}"/>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4.3 CMD.EXE</a:t>
            </a:r>
          </a:p>
        </p:txBody>
      </p:sp>
      <p:sp>
        <p:nvSpPr>
          <p:cNvPr id="6" name="Text Placeholder 5">
            <a:extLst>
              <a:ext uri="{FF2B5EF4-FFF2-40B4-BE49-F238E27FC236}">
                <a16:creationId xmlns:a16="http://schemas.microsoft.com/office/drawing/2014/main" id="{6C2D9352-A696-8B0E-89D5-821F730F4742}"/>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4.4 PowerShell</a:t>
            </a:r>
          </a:p>
        </p:txBody>
      </p:sp>
      <p:sp>
        <p:nvSpPr>
          <p:cNvPr id="7" name="Course footer">
            <a:extLst>
              <a:ext uri="{FF2B5EF4-FFF2-40B4-BE49-F238E27FC236}">
                <a16:creationId xmlns:a16="http://schemas.microsoft.com/office/drawing/2014/main" id="{61C9E67F-28B5-5ADE-3191-55B4758572B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94C2823B-33EB-2AB7-183A-22A64634BC0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6618667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DD81-C3FE-2D14-BBA0-FD5A9FE817CE}"/>
              </a:ext>
            </a:extLst>
          </p:cNvPr>
          <p:cNvSpPr>
            <a:spLocks noGrp="1"/>
          </p:cNvSpPr>
          <p:nvPr>
            <p:ph type="title"/>
          </p:nvPr>
        </p:nvSpPr>
        <p:spPr/>
        <p:txBody>
          <a:bodyPr wrap="square">
            <a:noAutofit/>
          </a:bodyPr>
          <a:lstStyle/>
          <a:p>
            <a:r>
              <a:rPr lang="en-GB"/>
              <a:t>4.1 Command-line hosts</a:t>
            </a:r>
          </a:p>
        </p:txBody>
      </p:sp>
      <p:sp>
        <p:nvSpPr>
          <p:cNvPr id="3" name="Text 6">
            <a:extLst>
              <a:ext uri="{FF2B5EF4-FFF2-40B4-BE49-F238E27FC236}">
                <a16:creationId xmlns:a16="http://schemas.microsoft.com/office/drawing/2014/main" id="{531A9EA7-ABB5-B920-44AB-CF63D9C12FD0}"/>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Command-line hosts present console-based interaction.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Command-line hosts are the environments that present console-based interaction for commands, shells, and tools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Console windows and host processes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Input, output, and buffering behavior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Relationship between host and shell</a:t>
            </a:r>
            <a:endParaRPr lang="en-US" sz="1400" dirty="0">
              <a:latin typeface="Segoe UI" panose="020B0502040204020203" pitchFamily="34" charset="0"/>
            </a:endParaRPr>
          </a:p>
        </p:txBody>
      </p:sp>
      <p:sp>
        <p:nvSpPr>
          <p:cNvPr id="10" name="Course footer">
            <a:extLst>
              <a:ext uri="{FF2B5EF4-FFF2-40B4-BE49-F238E27FC236}">
                <a16:creationId xmlns:a16="http://schemas.microsoft.com/office/drawing/2014/main" id="{BF512988-1E6A-D205-920F-355F3A48558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67455D0C-4F45-C138-FA6D-D2CB452105C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13" name="Picture 12">
            <a:extLst>
              <a:ext uri="{FF2B5EF4-FFF2-40B4-BE49-F238E27FC236}">
                <a16:creationId xmlns:a16="http://schemas.microsoft.com/office/drawing/2014/main" id="{1CF2D6E2-A3A1-4855-FACF-64DA42738545}"/>
              </a:ext>
            </a:extLst>
          </p:cNvPr>
          <p:cNvPicPr>
            <a:picLocks noChangeAspect="1"/>
          </p:cNvPicPr>
          <p:nvPr/>
        </p:nvPicPr>
        <p:blipFill>
          <a:blip r:embed="rId2"/>
          <a:stretch>
            <a:fillRect/>
          </a:stretch>
        </p:blipFill>
        <p:spPr>
          <a:xfrm>
            <a:off x="6583899" y="784542"/>
            <a:ext cx="1834293" cy="1834293"/>
          </a:xfrm>
          <a:prstGeom prst="rect">
            <a:avLst/>
          </a:prstGeom>
        </p:spPr>
      </p:pic>
      <p:pic>
        <p:nvPicPr>
          <p:cNvPr id="1026" name="Picture 2" descr="PowerShell - Wikipedia">
            <a:extLst>
              <a:ext uri="{FF2B5EF4-FFF2-40B4-BE49-F238E27FC236}">
                <a16:creationId xmlns:a16="http://schemas.microsoft.com/office/drawing/2014/main" id="{348BFCF9-F241-5DFE-9845-F09EA3A1F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033" y="1920558"/>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8360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25C6-CA8A-FC3E-A8E3-C843C374A64B}"/>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CB79C4FA-C498-CAE4-1CDD-80DF7C85EF4E}"/>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387872769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3C14-9F35-B8B7-AC2F-C4372E287F17}"/>
              </a:ext>
            </a:extLst>
          </p:cNvPr>
          <p:cNvSpPr>
            <a:spLocks noGrp="1"/>
          </p:cNvSpPr>
          <p:nvPr>
            <p:ph type="title"/>
          </p:nvPr>
        </p:nvSpPr>
        <p:spPr/>
        <p:txBody>
          <a:bodyPr wrap="square">
            <a:noAutofit/>
          </a:bodyPr>
          <a:lstStyle/>
          <a:p>
            <a:r>
              <a:rPr lang="en-GB"/>
              <a:t>4.2 Windows Terminal</a:t>
            </a:r>
          </a:p>
        </p:txBody>
      </p:sp>
      <p:sp>
        <p:nvSpPr>
          <p:cNvPr id="3" name="Text 6">
            <a:extLst>
              <a:ext uri="{FF2B5EF4-FFF2-40B4-BE49-F238E27FC236}">
                <a16:creationId xmlns:a16="http://schemas.microsoft.com/office/drawing/2014/main" id="{E15A8860-23B0-B465-92A8-4D8B4510492F}"/>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Windows Terminal is the modern multi-tab console host.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Windows Terminal is the modern multi-tab host for command-line environments such as PowerShell, CMD, and SSH sessions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Profiles and tabs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Rendering engine and terminal settings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Support for multiple shells in one interface</a:t>
            </a:r>
            <a:endParaRPr lang="en-US" sz="1400" dirty="0">
              <a:latin typeface="Segoe UI" panose="020B0502040204020203" pitchFamily="34" charset="0"/>
            </a:endParaRPr>
          </a:p>
        </p:txBody>
      </p:sp>
      <p:sp>
        <p:nvSpPr>
          <p:cNvPr id="10" name="Course footer">
            <a:extLst>
              <a:ext uri="{FF2B5EF4-FFF2-40B4-BE49-F238E27FC236}">
                <a16:creationId xmlns:a16="http://schemas.microsoft.com/office/drawing/2014/main" id="{6BD8A38F-D9CA-5674-DF1D-6BD4E52A52D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77D39995-B396-ECE2-1122-63A2FE5A142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13" name="Picture 12">
            <a:extLst>
              <a:ext uri="{FF2B5EF4-FFF2-40B4-BE49-F238E27FC236}">
                <a16:creationId xmlns:a16="http://schemas.microsoft.com/office/drawing/2014/main" id="{06A7FAFD-15CE-4926-26B6-1524A89C697D}"/>
              </a:ext>
            </a:extLst>
          </p:cNvPr>
          <p:cNvPicPr>
            <a:picLocks noChangeAspect="1"/>
          </p:cNvPicPr>
          <p:nvPr/>
        </p:nvPicPr>
        <p:blipFill>
          <a:blip r:embed="rId2"/>
          <a:stretch>
            <a:fillRect/>
          </a:stretch>
        </p:blipFill>
        <p:spPr>
          <a:xfrm>
            <a:off x="5682343" y="764771"/>
            <a:ext cx="3124200" cy="2343150"/>
          </a:xfrm>
          <a:prstGeom prst="rect">
            <a:avLst/>
          </a:prstGeom>
        </p:spPr>
      </p:pic>
    </p:spTree>
    <p:extLst>
      <p:ext uri="{BB962C8B-B14F-4D97-AF65-F5344CB8AC3E}">
        <p14:creationId xmlns:p14="http://schemas.microsoft.com/office/powerpoint/2010/main" val="285859881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C030-8078-9FC5-A1BA-1CE3701B87A8}"/>
              </a:ext>
            </a:extLst>
          </p:cNvPr>
          <p:cNvSpPr>
            <a:spLocks noGrp="1"/>
          </p:cNvSpPr>
          <p:nvPr>
            <p:ph type="title"/>
          </p:nvPr>
        </p:nvSpPr>
        <p:spPr/>
        <p:txBody>
          <a:bodyPr wrap="square">
            <a:noAutofit/>
          </a:bodyPr>
          <a:lstStyle/>
          <a:p>
            <a:r>
              <a:rPr lang="en-GB"/>
              <a:t>Windows Terminal</a:t>
            </a:r>
          </a:p>
        </p:txBody>
      </p:sp>
      <p:pic>
        <p:nvPicPr>
          <p:cNvPr id="3" name="Picture 2" descr="Terminal Themes">
            <a:extLst>
              <a:ext uri="{FF2B5EF4-FFF2-40B4-BE49-F238E27FC236}">
                <a16:creationId xmlns:a16="http://schemas.microsoft.com/office/drawing/2014/main" id="{04AF2B70-04CD-0DAB-7EBD-24CEF91C3321}"/>
              </a:ext>
            </a:extLst>
          </p:cNvPr>
          <p:cNvPicPr>
            <a:picLocks noChangeAspect="1"/>
          </p:cNvPicPr>
          <p:nvPr/>
        </p:nvPicPr>
        <p:blipFill>
          <a:blip r:embed="rId2"/>
          <a:srcRect t="5772" b="9974"/>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1D58EB47-CC95-71E9-E0AF-C163B8F959A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D33D1A24-09AC-B133-A9EB-BB54387A114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3441515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5806B-AA3B-8F54-96D0-72FBCA72B69E}"/>
              </a:ext>
            </a:extLst>
          </p:cNvPr>
          <p:cNvSpPr>
            <a:spLocks noGrp="1"/>
          </p:cNvSpPr>
          <p:nvPr>
            <p:ph type="title"/>
          </p:nvPr>
        </p:nvSpPr>
        <p:spPr/>
        <p:txBody>
          <a:bodyPr wrap="square">
            <a:noAutofit/>
          </a:bodyPr>
          <a:lstStyle/>
          <a:p>
            <a:r>
              <a:rPr lang="en-GB"/>
              <a:t>4.3 CMD.EXE</a:t>
            </a:r>
          </a:p>
        </p:txBody>
      </p:sp>
      <p:sp>
        <p:nvSpPr>
          <p:cNvPr id="3" name="Text 6">
            <a:extLst>
              <a:ext uri="{FF2B5EF4-FFF2-40B4-BE49-F238E27FC236}">
                <a16:creationId xmlns:a16="http://schemas.microsoft.com/office/drawing/2014/main" id="{EEDEE23B-B0FE-3553-6F02-FD52FA78B922}"/>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CMD.EXE is the classic command interpreter.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CMD.EXE remains the classic Windows command interpreter and still matters for compatibility, legacy scripts, and basic administrative tasks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Batch file execution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Environment variables and command chaining</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Compatibility with long-standing Windows commands</a:t>
            </a:r>
            <a:endParaRPr lang="en-US" sz="1400" dirty="0">
              <a:latin typeface="Segoe UI" panose="020B0502040204020203" pitchFamily="34" charset="0"/>
            </a:endParaRPr>
          </a:p>
        </p:txBody>
      </p:sp>
      <p:sp>
        <p:nvSpPr>
          <p:cNvPr id="10" name="Course footer">
            <a:extLst>
              <a:ext uri="{FF2B5EF4-FFF2-40B4-BE49-F238E27FC236}">
                <a16:creationId xmlns:a16="http://schemas.microsoft.com/office/drawing/2014/main" id="{4FAF28B3-0F3D-A6DD-B8AE-8E36C357D97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3B8F0C98-FD3A-FA10-D637-ED948A3FC58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12" name="Picture 11">
            <a:extLst>
              <a:ext uri="{FF2B5EF4-FFF2-40B4-BE49-F238E27FC236}">
                <a16:creationId xmlns:a16="http://schemas.microsoft.com/office/drawing/2014/main" id="{31D66B97-5052-1AB0-E02E-BC626A5B5E32}"/>
              </a:ext>
            </a:extLst>
          </p:cNvPr>
          <p:cNvPicPr>
            <a:picLocks noChangeAspect="1"/>
          </p:cNvPicPr>
          <p:nvPr/>
        </p:nvPicPr>
        <p:blipFill>
          <a:blip r:embed="rId2"/>
          <a:stretch>
            <a:fillRect/>
          </a:stretch>
        </p:blipFill>
        <p:spPr>
          <a:xfrm>
            <a:off x="6583899" y="784542"/>
            <a:ext cx="1834293" cy="1834293"/>
          </a:xfrm>
          <a:prstGeom prst="rect">
            <a:avLst/>
          </a:prstGeom>
        </p:spPr>
      </p:pic>
    </p:spTree>
    <p:extLst>
      <p:ext uri="{BB962C8B-B14F-4D97-AF65-F5344CB8AC3E}">
        <p14:creationId xmlns:p14="http://schemas.microsoft.com/office/powerpoint/2010/main" val="237059437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D322-11D3-C270-7701-1344B916C8CF}"/>
              </a:ext>
            </a:extLst>
          </p:cNvPr>
          <p:cNvSpPr>
            <a:spLocks noGrp="1"/>
          </p:cNvSpPr>
          <p:nvPr>
            <p:ph type="title"/>
          </p:nvPr>
        </p:nvSpPr>
        <p:spPr/>
        <p:txBody>
          <a:bodyPr wrap="square">
            <a:noAutofit/>
          </a:bodyPr>
          <a:lstStyle/>
          <a:p>
            <a:r>
              <a:rPr lang="en-GB"/>
              <a:t>4.4 PowerShell</a:t>
            </a:r>
          </a:p>
        </p:txBody>
      </p:sp>
      <p:sp>
        <p:nvSpPr>
          <p:cNvPr id="3" name="Text 6">
            <a:extLst>
              <a:ext uri="{FF2B5EF4-FFF2-40B4-BE49-F238E27FC236}">
                <a16:creationId xmlns:a16="http://schemas.microsoft.com/office/drawing/2014/main" id="{F28ACEEC-42B2-013C-4B97-A738FC54120C}"/>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PowerShell is the primary administration platform.</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PowerShell is the primary command-line and automation platform for Windows Server administration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Cmdlets and modules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Pipelines and objects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Remoting and scripting support</a:t>
            </a:r>
            <a:endParaRPr lang="en-US" sz="1400" dirty="0">
              <a:latin typeface="Segoe UI" panose="020B0502040204020203" pitchFamily="34" charset="0"/>
            </a:endParaRPr>
          </a:p>
        </p:txBody>
      </p:sp>
      <p:sp>
        <p:nvSpPr>
          <p:cNvPr id="10" name="Course footer">
            <a:extLst>
              <a:ext uri="{FF2B5EF4-FFF2-40B4-BE49-F238E27FC236}">
                <a16:creationId xmlns:a16="http://schemas.microsoft.com/office/drawing/2014/main" id="{BD4E0758-FA96-DDA0-44D8-07E23F908A2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6B0D9885-8E38-4994-DAB9-315397168F7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12" name="Picture 2" descr="PowerShell - Wikipedia">
            <a:extLst>
              <a:ext uri="{FF2B5EF4-FFF2-40B4-BE49-F238E27FC236}">
                <a16:creationId xmlns:a16="http://schemas.microsoft.com/office/drawing/2014/main" id="{501C0753-A94A-ADE1-09F8-92774EDE0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975" y="601842"/>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94212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A3AE-F68C-DA4F-1B4C-13F50665ADC0}"/>
              </a:ext>
            </a:extLst>
          </p:cNvPr>
          <p:cNvSpPr>
            <a:spLocks noGrp="1"/>
          </p:cNvSpPr>
          <p:nvPr>
            <p:ph type="title"/>
          </p:nvPr>
        </p:nvSpPr>
        <p:spPr/>
        <p:txBody>
          <a:bodyPr wrap="square">
            <a:noAutofit/>
          </a:bodyPr>
          <a:lstStyle/>
          <a:p>
            <a:r>
              <a:rPr lang="en-GB"/>
              <a:t>Module overview</a:t>
            </a:r>
          </a:p>
        </p:txBody>
      </p:sp>
      <p:sp>
        <p:nvSpPr>
          <p:cNvPr id="3" name="Text Placeholder 14">
            <a:extLst>
              <a:ext uri="{FF2B5EF4-FFF2-40B4-BE49-F238E27FC236}">
                <a16:creationId xmlns:a16="http://schemas.microsoft.com/office/drawing/2014/main" id="{0598548C-7FDF-2BCD-55F9-3BD5B9FB24BB}"/>
              </a:ext>
            </a:extLst>
          </p:cNvPr>
          <p:cNvSpPr txBox="1">
            <a:spLocks/>
          </p:cNvSpPr>
          <p:nvPr/>
        </p:nvSpPr>
        <p:spPr>
          <a:xfrm>
            <a:off x="444501" y="920115"/>
            <a:ext cx="8260556" cy="1490152"/>
          </a:xfrm>
          <a:prstGeom prst="rect">
            <a:avLst/>
          </a:prstGeom>
        </p:spPr>
        <p:txBody>
          <a:bodyPr>
            <a:normAutofit fontScale="92500"/>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lvl="1">
              <a:spcBef>
                <a:spcPts val="450"/>
              </a:spcBef>
              <a:spcAft>
                <a:spcPts val="450"/>
              </a:spcAft>
            </a:pPr>
            <a:r>
              <a:rPr lang="en-US" sz="1650">
                <a:latin typeface="Segoe UI" panose="020B0502040204020203" pitchFamily="34" charset="0"/>
              </a:rPr>
              <a:t>In this Module, you’ll learn about PowerShell’s system requirements and how to open and configure commonly used host applications, including the Windows PowerShell console and Windows PowerShell Integrated Scripting Environment (ISE). Finally, you’ll discover how you can use Microsoft Visual Studio Code (VS Code) to develop PowerShell scripts.</a:t>
            </a:r>
          </a:p>
          <a:p>
            <a:pPr lvl="1">
              <a:spcBef>
                <a:spcPts val="450"/>
              </a:spcBef>
              <a:spcAft>
                <a:spcPts val="450"/>
              </a:spcAft>
            </a:pPr>
            <a:r>
              <a:rPr lang="en-US" sz="1650">
                <a:latin typeface="Segoe UI" panose="020B0502040204020203" pitchFamily="34" charset="0"/>
              </a:rPr>
              <a:t>Units:</a:t>
            </a:r>
            <a:endParaRPr lang="en-US" sz="1650" dirty="0">
              <a:latin typeface="Segoe UI" panose="020B0502040204020203" pitchFamily="34" charset="0"/>
            </a:endParaRPr>
          </a:p>
        </p:txBody>
      </p:sp>
      <p:sp>
        <p:nvSpPr>
          <p:cNvPr id="4" name="TextBox 3">
            <a:extLst>
              <a:ext uri="{FF2B5EF4-FFF2-40B4-BE49-F238E27FC236}">
                <a16:creationId xmlns:a16="http://schemas.microsoft.com/office/drawing/2014/main" id="{72344AE3-D577-7B93-67BD-B72EA1154F4B}"/>
              </a:ext>
            </a:extLst>
          </p:cNvPr>
          <p:cNvSpPr txBox="1"/>
          <p:nvPr/>
        </p:nvSpPr>
        <p:spPr>
          <a:xfrm>
            <a:off x="444500" y="2440577"/>
            <a:ext cx="3848575" cy="1673996"/>
          </a:xfrm>
          <a:prstGeom prst="rect">
            <a:avLst/>
          </a:prstGeom>
          <a:noFill/>
        </p:spPr>
        <p:txBody>
          <a:bodyPr wrap="square" lIns="0" tIns="0" rIns="0" bIns="0" rtlCol="0">
            <a:normAutofit/>
          </a:bodyPr>
          <a:lstStyle/>
          <a:p>
            <a:pPr marL="161925" lvl="1" indent="-161925" defTabSz="685775">
              <a:spcBef>
                <a:spcPts val="450"/>
              </a:spcBef>
              <a:spcAft>
                <a:spcPts val="450"/>
              </a:spcAft>
              <a:buSzPct val="90000"/>
              <a:buFont typeface="Arial" panose="020B0604020202020204" pitchFamily="34" charset="0"/>
              <a:buChar char="•"/>
              <a:tabLst>
                <a:tab pos="171450" algn="l"/>
              </a:tabLst>
              <a:defRPr/>
            </a:pPr>
            <a:r>
              <a:rPr lang="en-US" sz="1350" dirty="0">
                <a:solidFill>
                  <a:srgbClr val="000000"/>
                </a:solidFill>
                <a:latin typeface="Segoe UI" panose="020B0502040204020203" pitchFamily="34" charset="0"/>
              </a:rPr>
              <a:t>Windows PowerShell introduction</a:t>
            </a:r>
          </a:p>
          <a:p>
            <a:pPr marL="161925" lvl="1" indent="-161925" defTabSz="685775">
              <a:spcBef>
                <a:spcPts val="450"/>
              </a:spcBef>
              <a:spcAft>
                <a:spcPts val="450"/>
              </a:spcAft>
              <a:buSzPct val="90000"/>
              <a:buFont typeface="Arial" panose="020B0604020202020204" pitchFamily="34" charset="0"/>
              <a:buChar char="•"/>
              <a:tabLst>
                <a:tab pos="171450" algn="l"/>
              </a:tabLst>
              <a:defRPr/>
            </a:pPr>
            <a:r>
              <a:rPr lang="en-US" sz="1350" dirty="0">
                <a:solidFill>
                  <a:srgbClr val="000000"/>
                </a:solidFill>
                <a:latin typeface="Segoe UI" panose="020B0502040204020203" pitchFamily="34" charset="0"/>
              </a:rPr>
              <a:t>Windows PowerShell versions</a:t>
            </a:r>
          </a:p>
          <a:p>
            <a:pPr marL="161925" lvl="1" indent="-161925" defTabSz="685775">
              <a:spcBef>
                <a:spcPts val="450"/>
              </a:spcBef>
              <a:spcAft>
                <a:spcPts val="450"/>
              </a:spcAft>
              <a:buSzPct val="90000"/>
              <a:buFont typeface="Arial" panose="020B0604020202020204" pitchFamily="34" charset="0"/>
              <a:buChar char="•"/>
              <a:tabLst>
                <a:tab pos="171450" algn="l"/>
              </a:tabLst>
              <a:defRPr/>
            </a:pPr>
            <a:r>
              <a:rPr lang="en-US" sz="1350" dirty="0">
                <a:solidFill>
                  <a:srgbClr val="000000"/>
                </a:solidFill>
                <a:latin typeface="Segoe UI" panose="020B0502040204020203" pitchFamily="34" charset="0"/>
              </a:rPr>
              <a:t>Windows PowerShell applications</a:t>
            </a:r>
          </a:p>
          <a:p>
            <a:pPr marL="161925" lvl="1" indent="-161925" defTabSz="685775">
              <a:spcBef>
                <a:spcPts val="450"/>
              </a:spcBef>
              <a:spcAft>
                <a:spcPts val="450"/>
              </a:spcAft>
              <a:buSzPct val="90000"/>
              <a:buFont typeface="Arial" panose="020B0604020202020204" pitchFamily="34" charset="0"/>
              <a:buChar char="•"/>
              <a:tabLst>
                <a:tab pos="171450" algn="l"/>
              </a:tabLst>
              <a:defRPr/>
            </a:pPr>
            <a:r>
              <a:rPr lang="en-US" sz="1350" dirty="0">
                <a:solidFill>
                  <a:srgbClr val="000000"/>
                </a:solidFill>
                <a:latin typeface="Segoe UI" panose="020B0502040204020203" pitchFamily="34" charset="0"/>
              </a:rPr>
              <a:t>Considerations when using PowerShell</a:t>
            </a:r>
          </a:p>
          <a:p>
            <a:pPr marL="161925" lvl="1" indent="-161925" defTabSz="685775">
              <a:spcBef>
                <a:spcPts val="450"/>
              </a:spcBef>
              <a:spcAft>
                <a:spcPts val="450"/>
              </a:spcAft>
              <a:buSzPct val="90000"/>
              <a:buFont typeface="Arial" panose="020B0604020202020204" pitchFamily="34" charset="0"/>
              <a:buChar char="•"/>
              <a:tabLst>
                <a:tab pos="171450" algn="l"/>
              </a:tabLst>
              <a:defRPr/>
            </a:pPr>
            <a:r>
              <a:rPr lang="en-US" sz="1350" dirty="0">
                <a:solidFill>
                  <a:srgbClr val="000000"/>
                </a:solidFill>
                <a:latin typeface="Segoe UI" panose="020B0502040204020203" pitchFamily="34" charset="0"/>
              </a:rPr>
              <a:t>Configuring the PowerShell console</a:t>
            </a:r>
          </a:p>
        </p:txBody>
      </p:sp>
      <p:sp>
        <p:nvSpPr>
          <p:cNvPr id="5" name="TextBox 4">
            <a:extLst>
              <a:ext uri="{FF2B5EF4-FFF2-40B4-BE49-F238E27FC236}">
                <a16:creationId xmlns:a16="http://schemas.microsoft.com/office/drawing/2014/main" id="{5CDD4136-88A1-EAE9-3E40-0B165367CD1E}"/>
              </a:ext>
            </a:extLst>
          </p:cNvPr>
          <p:cNvSpPr txBox="1"/>
          <p:nvPr/>
        </p:nvSpPr>
        <p:spPr>
          <a:xfrm>
            <a:off x="4856482" y="2440577"/>
            <a:ext cx="3848575" cy="1673996"/>
          </a:xfrm>
          <a:prstGeom prst="rect">
            <a:avLst/>
          </a:prstGeom>
          <a:noFill/>
        </p:spPr>
        <p:txBody>
          <a:bodyPr wrap="square" lIns="0" tIns="0" rIns="0" bIns="0" rtlCol="0">
            <a:normAutofit/>
          </a:bodyPr>
          <a:lstStyle/>
          <a:p>
            <a:pPr marL="161925" lvl="1" indent="-161925" defTabSz="685775">
              <a:spcBef>
                <a:spcPts val="450"/>
              </a:spcBef>
              <a:spcAft>
                <a:spcPts val="450"/>
              </a:spcAft>
              <a:buSzPct val="90000"/>
              <a:buFont typeface="Arial" panose="020B0604020202020204" pitchFamily="34" charset="0"/>
              <a:buChar char="•"/>
              <a:defRPr/>
            </a:pPr>
            <a:r>
              <a:rPr lang="en-US" sz="1350" dirty="0">
                <a:solidFill>
                  <a:srgbClr val="000000"/>
                </a:solidFill>
                <a:latin typeface="Segoe UI" panose="020B0502040204020203" pitchFamily="34" charset="0"/>
              </a:rPr>
              <a:t>Demonstration: Configuring the console</a:t>
            </a:r>
          </a:p>
          <a:p>
            <a:pPr marL="161925" lvl="1" indent="-161925" defTabSz="685775">
              <a:spcBef>
                <a:spcPts val="450"/>
              </a:spcBef>
              <a:spcAft>
                <a:spcPts val="450"/>
              </a:spcAft>
              <a:buSzPct val="90000"/>
              <a:buFont typeface="Arial" panose="020B0604020202020204" pitchFamily="34" charset="0"/>
              <a:buChar char="•"/>
              <a:defRPr/>
            </a:pPr>
            <a:r>
              <a:rPr lang="en-US" sz="1350" dirty="0">
                <a:solidFill>
                  <a:srgbClr val="000000"/>
                </a:solidFill>
                <a:latin typeface="Segoe UI" panose="020B0502040204020203" pitchFamily="34" charset="0"/>
              </a:rPr>
              <a:t>Configuring the ISE</a:t>
            </a:r>
          </a:p>
          <a:p>
            <a:pPr marL="161925" lvl="1" indent="-161925" defTabSz="685775">
              <a:spcBef>
                <a:spcPts val="450"/>
              </a:spcBef>
              <a:spcAft>
                <a:spcPts val="450"/>
              </a:spcAft>
              <a:buSzPct val="90000"/>
              <a:buFont typeface="Arial" panose="020B0604020202020204" pitchFamily="34" charset="0"/>
              <a:buChar char="•"/>
              <a:defRPr/>
            </a:pPr>
            <a:r>
              <a:rPr lang="en-US" sz="1350" dirty="0">
                <a:solidFill>
                  <a:srgbClr val="000000"/>
                </a:solidFill>
                <a:latin typeface="Segoe UI" panose="020B0502040204020203" pitchFamily="34" charset="0"/>
              </a:rPr>
              <a:t>Demonstration: Configuring the ISE</a:t>
            </a:r>
          </a:p>
          <a:p>
            <a:pPr marL="161925" lvl="1" indent="-161925" defTabSz="685775">
              <a:spcBef>
                <a:spcPts val="450"/>
              </a:spcBef>
              <a:spcAft>
                <a:spcPts val="450"/>
              </a:spcAft>
              <a:buSzPct val="90000"/>
              <a:buFont typeface="Arial" panose="020B0604020202020204" pitchFamily="34" charset="0"/>
              <a:buChar char="•"/>
              <a:defRPr/>
            </a:pPr>
            <a:r>
              <a:rPr lang="en-US" sz="1350" dirty="0">
                <a:solidFill>
                  <a:srgbClr val="000000"/>
                </a:solidFill>
                <a:latin typeface="Segoe UI" panose="020B0502040204020203" pitchFamily="34" charset="0"/>
              </a:rPr>
              <a:t>Using Visual Studio Code with PowerShell</a:t>
            </a:r>
          </a:p>
        </p:txBody>
      </p:sp>
      <p:sp>
        <p:nvSpPr>
          <p:cNvPr id="6" name="Course footer">
            <a:extLst>
              <a:ext uri="{FF2B5EF4-FFF2-40B4-BE49-F238E27FC236}">
                <a16:creationId xmlns:a16="http://schemas.microsoft.com/office/drawing/2014/main" id="{536A4B16-D8B0-ACBB-8EDD-CB58FA7897E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11DE8866-4E89-5823-1B45-C71739CAA04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88706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5C56C-4BE3-DD47-C268-D3D04FACF142}"/>
              </a:ext>
            </a:extLst>
          </p:cNvPr>
          <p:cNvSpPr>
            <a:spLocks noGrp="1"/>
          </p:cNvSpPr>
          <p:nvPr>
            <p:ph type="title"/>
          </p:nvPr>
        </p:nvSpPr>
        <p:spPr/>
        <p:txBody>
          <a:bodyPr wrap="square">
            <a:noAutofit/>
          </a:bodyPr>
          <a:lstStyle/>
          <a:p>
            <a:r>
              <a:rPr lang="en-GB"/>
              <a:t>Windows PowerShell Introduction</a:t>
            </a:r>
          </a:p>
        </p:txBody>
      </p:sp>
      <p:sp>
        <p:nvSpPr>
          <p:cNvPr id="3" name="TextBox 2">
            <a:extLst>
              <a:ext uri="{FF2B5EF4-FFF2-40B4-BE49-F238E27FC236}">
                <a16:creationId xmlns:a16="http://schemas.microsoft.com/office/drawing/2014/main" id="{D422251D-1462-B178-4BC5-D87D35070DDC}"/>
              </a:ext>
            </a:extLst>
          </p:cNvPr>
          <p:cNvSpPr txBox="1">
            <a:spLocks/>
          </p:cNvSpPr>
          <p:nvPr/>
        </p:nvSpPr>
        <p:spPr>
          <a:xfrm>
            <a:off x="444500" y="1324451"/>
            <a:ext cx="8260106" cy="928459"/>
          </a:xfrm>
          <a:prstGeom prst="rect">
            <a:avLst/>
          </a:prstGeom>
          <a:noFill/>
        </p:spPr>
        <p:txBody>
          <a:bodyPr wrap="square" lIns="0" tIns="0" rIns="0" bIns="0">
            <a:normAutofit/>
          </a:bodyPr>
          <a:lstStyle/>
          <a:p>
            <a:pPr defTabSz="685775">
              <a:spcAft>
                <a:spcPts val="300"/>
              </a:spcAft>
              <a:defRPr/>
            </a:pPr>
            <a:r>
              <a:rPr lang="en-US" sz="1350" dirty="0">
                <a:latin typeface="Segoe UI" panose="020B0502040204020203" pitchFamily="34" charset="0"/>
              </a:rPr>
              <a:t>PowerShell is an automation solution that consists of:</a:t>
            </a:r>
          </a:p>
          <a:p>
            <a:pPr marL="254794" indent="-166688" defTabSz="685775">
              <a:spcAft>
                <a:spcPts val="450"/>
              </a:spcAft>
              <a:buSzPct val="90000"/>
              <a:buFont typeface="Arial" panose="020B0604020202020204" pitchFamily="34" charset="0"/>
              <a:buChar char="•"/>
              <a:defRPr/>
            </a:pPr>
            <a:r>
              <a:rPr lang="en-US" sz="1200" dirty="0">
                <a:latin typeface="Segoe UI" panose="020B0502040204020203" pitchFamily="34" charset="0"/>
              </a:rPr>
              <a:t>A command-line shell</a:t>
            </a:r>
          </a:p>
          <a:p>
            <a:pPr marL="254794" indent="-166688" defTabSz="685775">
              <a:spcAft>
                <a:spcPts val="450"/>
              </a:spcAft>
              <a:buSzPct val="90000"/>
              <a:buFont typeface="Arial" panose="020B0604020202020204" pitchFamily="34" charset="0"/>
              <a:buChar char="•"/>
              <a:defRPr/>
            </a:pPr>
            <a:r>
              <a:rPr lang="en-US" sz="1200" dirty="0">
                <a:latin typeface="Segoe UI" panose="020B0502040204020203" pitchFamily="34" charset="0"/>
              </a:rPr>
              <a:t>A scripting language</a:t>
            </a:r>
          </a:p>
          <a:p>
            <a:pPr marL="254794" indent="-166688" defTabSz="685775">
              <a:spcAft>
                <a:spcPts val="450"/>
              </a:spcAft>
              <a:buSzPct val="90000"/>
              <a:buFont typeface="Arial" panose="020B0604020202020204" pitchFamily="34" charset="0"/>
              <a:buChar char="•"/>
              <a:defRPr/>
            </a:pPr>
            <a:r>
              <a:rPr lang="en-US" sz="1200" dirty="0">
                <a:latin typeface="Segoe UI" panose="020B0502040204020203" pitchFamily="34" charset="0"/>
              </a:rPr>
              <a:t>A configuration management framework</a:t>
            </a:r>
          </a:p>
        </p:txBody>
      </p:sp>
      <p:sp>
        <p:nvSpPr>
          <p:cNvPr id="4" name="TextBox 3">
            <a:extLst>
              <a:ext uri="{FF2B5EF4-FFF2-40B4-BE49-F238E27FC236}">
                <a16:creationId xmlns:a16="http://schemas.microsoft.com/office/drawing/2014/main" id="{99365536-A020-0F4A-D563-5801C2A61388}"/>
              </a:ext>
            </a:extLst>
          </p:cNvPr>
          <p:cNvSpPr txBox="1">
            <a:spLocks/>
          </p:cNvSpPr>
          <p:nvPr/>
        </p:nvSpPr>
        <p:spPr>
          <a:xfrm>
            <a:off x="444500" y="2451820"/>
            <a:ext cx="8260106" cy="1177245"/>
          </a:xfrm>
          <a:prstGeom prst="rect">
            <a:avLst/>
          </a:prstGeom>
          <a:noFill/>
        </p:spPr>
        <p:txBody>
          <a:bodyPr wrap="square" lIns="0" tIns="0" rIns="0" bIns="0" anchor="t">
            <a:normAutofit/>
          </a:bodyPr>
          <a:lstStyle/>
          <a:p>
            <a:pPr>
              <a:spcAft>
                <a:spcPts val="300"/>
              </a:spcAft>
              <a:defRPr/>
            </a:pPr>
            <a:r>
              <a:rPr lang="en-US" sz="1350" dirty="0">
                <a:latin typeface="Segoe UI" panose="020B0502040204020203" pitchFamily="34" charset="0"/>
              </a:rPr>
              <a:t>Commands include:</a:t>
            </a:r>
          </a:p>
          <a:p>
            <a:pPr marL="254794" indent="-166688">
              <a:spcAft>
                <a:spcPts val="450"/>
              </a:spcAft>
              <a:buSzPct val="90000"/>
              <a:buFont typeface="Arial" panose="020B0604020202020204" pitchFamily="34" charset="0"/>
              <a:buChar char="•"/>
              <a:defRPr/>
            </a:pPr>
            <a:r>
              <a:rPr lang="en-US" sz="1200" dirty="0">
                <a:latin typeface="Segoe UI" panose="020B0502040204020203" pitchFamily="34" charset="0"/>
              </a:rPr>
              <a:t>Cmdlets</a:t>
            </a:r>
          </a:p>
          <a:p>
            <a:pPr marL="254794" indent="-166688">
              <a:spcAft>
                <a:spcPts val="450"/>
              </a:spcAft>
              <a:buSzPct val="90000"/>
              <a:buFont typeface="Arial" panose="020B0604020202020204" pitchFamily="34" charset="0"/>
              <a:buChar char="•"/>
              <a:defRPr/>
            </a:pPr>
            <a:r>
              <a:rPr lang="en-US" sz="1200" dirty="0">
                <a:latin typeface="Segoe UI" panose="020B0502040204020203" pitchFamily="34" charset="0"/>
              </a:rPr>
              <a:t>Functions</a:t>
            </a:r>
          </a:p>
          <a:p>
            <a:pPr marL="254794" indent="-166688">
              <a:spcAft>
                <a:spcPts val="450"/>
              </a:spcAft>
              <a:buSzPct val="90000"/>
              <a:buFont typeface="Arial" panose="020B0604020202020204" pitchFamily="34" charset="0"/>
              <a:buChar char="•"/>
              <a:defRPr/>
            </a:pPr>
            <a:r>
              <a:rPr lang="en-US" sz="1200" dirty="0">
                <a:latin typeface="Segoe UI" panose="020B0502040204020203" pitchFamily="34" charset="0"/>
              </a:rPr>
              <a:t>Filters</a:t>
            </a:r>
          </a:p>
          <a:p>
            <a:pPr marL="254794" indent="-166688">
              <a:spcAft>
                <a:spcPts val="450"/>
              </a:spcAft>
              <a:buSzPct val="90000"/>
              <a:buFont typeface="Arial" panose="020B0604020202020204" pitchFamily="34" charset="0"/>
              <a:buChar char="•"/>
              <a:defRPr/>
            </a:pPr>
            <a:r>
              <a:rPr lang="en-US" sz="1200" dirty="0">
                <a:latin typeface="Segoe UI" panose="020B0502040204020203" pitchFamily="34" charset="0"/>
              </a:rPr>
              <a:t>Workflows</a:t>
            </a:r>
          </a:p>
        </p:txBody>
      </p:sp>
      <p:sp>
        <p:nvSpPr>
          <p:cNvPr id="5" name="TextBox 4">
            <a:extLst>
              <a:ext uri="{FF2B5EF4-FFF2-40B4-BE49-F238E27FC236}">
                <a16:creationId xmlns:a16="http://schemas.microsoft.com/office/drawing/2014/main" id="{B1199799-AC70-F702-3D5D-DB4056FC37A1}"/>
              </a:ext>
            </a:extLst>
          </p:cNvPr>
          <p:cNvSpPr txBox="1">
            <a:spLocks/>
          </p:cNvSpPr>
          <p:nvPr/>
        </p:nvSpPr>
        <p:spPr>
          <a:xfrm>
            <a:off x="444500" y="3802327"/>
            <a:ext cx="8260106" cy="207749"/>
          </a:xfrm>
          <a:prstGeom prst="rect">
            <a:avLst/>
          </a:prstGeom>
          <a:noFill/>
        </p:spPr>
        <p:txBody>
          <a:bodyPr wrap="square" lIns="0" tIns="0" rIns="0" bIns="0">
            <a:normAutofit/>
          </a:bodyPr>
          <a:lstStyle/>
          <a:p>
            <a:pPr defTabSz="685775">
              <a:defRPr/>
            </a:pPr>
            <a:r>
              <a:rPr lang="en-US" sz="1350" dirty="0">
                <a:latin typeface="Segoe UI" panose="020B0502040204020203" pitchFamily="34" charset="0"/>
              </a:rPr>
              <a:t>PowerShell was originally built on the .NET framework and only worked on Windows operating systems.</a:t>
            </a:r>
          </a:p>
        </p:txBody>
      </p:sp>
      <p:sp>
        <p:nvSpPr>
          <p:cNvPr id="6" name="TextBox 5">
            <a:extLst>
              <a:ext uri="{FF2B5EF4-FFF2-40B4-BE49-F238E27FC236}">
                <a16:creationId xmlns:a16="http://schemas.microsoft.com/office/drawing/2014/main" id="{702F85A6-5664-A22C-9D3F-5F8DCB0CA505}"/>
              </a:ext>
            </a:extLst>
          </p:cNvPr>
          <p:cNvSpPr txBox="1">
            <a:spLocks/>
          </p:cNvSpPr>
          <p:nvPr/>
        </p:nvSpPr>
        <p:spPr>
          <a:xfrm>
            <a:off x="444500" y="4202574"/>
            <a:ext cx="8260106" cy="207749"/>
          </a:xfrm>
          <a:prstGeom prst="rect">
            <a:avLst/>
          </a:prstGeom>
          <a:noFill/>
        </p:spPr>
        <p:txBody>
          <a:bodyPr wrap="square" lIns="0" tIns="0" rIns="0" bIns="0">
            <a:normAutofit/>
          </a:bodyPr>
          <a:lstStyle/>
          <a:p>
            <a:pPr defTabSz="685775">
              <a:defRPr/>
            </a:pPr>
            <a:r>
              <a:rPr lang="en-US" sz="1350" dirty="0">
                <a:latin typeface="Segoe UI" panose="020B0502040204020203" pitchFamily="34" charset="0"/>
              </a:rPr>
              <a:t>It currently uses the .NET Core and can run on Windows, MacOS, and Linux platforms.</a:t>
            </a:r>
          </a:p>
        </p:txBody>
      </p:sp>
      <p:sp>
        <p:nvSpPr>
          <p:cNvPr id="7" name="Course footer">
            <a:extLst>
              <a:ext uri="{FF2B5EF4-FFF2-40B4-BE49-F238E27FC236}">
                <a16:creationId xmlns:a16="http://schemas.microsoft.com/office/drawing/2014/main" id="{03CB06E9-6C28-CB36-9A1E-C412E05C63E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D126AFCA-69AE-A1F8-1061-847C450EF75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06852996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3223F-1CA8-5E89-A658-D40FF46E18F6}"/>
              </a:ext>
            </a:extLst>
          </p:cNvPr>
          <p:cNvSpPr>
            <a:spLocks noGrp="1"/>
          </p:cNvSpPr>
          <p:nvPr>
            <p:ph type="title"/>
          </p:nvPr>
        </p:nvSpPr>
        <p:spPr/>
        <p:txBody>
          <a:bodyPr wrap="square">
            <a:noAutofit/>
          </a:bodyPr>
          <a:lstStyle/>
          <a:p>
            <a:r>
              <a:rPr lang="en-GB"/>
              <a:t>Windows PowerShell versions (Slide 2)</a:t>
            </a:r>
          </a:p>
        </p:txBody>
      </p:sp>
      <p:graphicFrame>
        <p:nvGraphicFramePr>
          <p:cNvPr id="4" name="Table 12">
            <a:extLst>
              <a:ext uri="{FF2B5EF4-FFF2-40B4-BE49-F238E27FC236}">
                <a16:creationId xmlns:a16="http://schemas.microsoft.com/office/drawing/2014/main" id="{28567C8E-02F0-DA5C-526C-F9BFE52D0CC8}"/>
              </a:ext>
            </a:extLst>
          </p:cNvPr>
          <p:cNvGraphicFramePr>
            <a:graphicFrameLocks noGrp="1"/>
          </p:cNvGraphicFramePr>
          <p:nvPr>
            <p:extLst>
              <p:ext uri="{D42A27DB-BD31-4B8C-83A1-F6EECF244321}">
                <p14:modId xmlns:p14="http://schemas.microsoft.com/office/powerpoint/2010/main" val="4202909929"/>
              </p:ext>
            </p:extLst>
          </p:nvPr>
        </p:nvGraphicFramePr>
        <p:xfrm>
          <a:off x="444500" y="1978501"/>
          <a:ext cx="8258175" cy="1783957"/>
        </p:xfrm>
        <a:graphic>
          <a:graphicData uri="http://schemas.openxmlformats.org/drawingml/2006/table">
            <a:tbl>
              <a:tblPr firstRow="1" bandRow="1">
                <a:tableStyleId>{5C22544A-7EE6-4342-B048-85BDC9FD1C3A}</a:tableStyleId>
              </a:tblPr>
              <a:tblGrid>
                <a:gridCol w="1120378">
                  <a:extLst>
                    <a:ext uri="{9D8B030D-6E8A-4147-A177-3AD203B41FA5}">
                      <a16:colId xmlns:a16="http://schemas.microsoft.com/office/drawing/2014/main" val="1695194842"/>
                    </a:ext>
                  </a:extLst>
                </a:gridCol>
                <a:gridCol w="1238250">
                  <a:extLst>
                    <a:ext uri="{9D8B030D-6E8A-4147-A177-3AD203B41FA5}">
                      <a16:colId xmlns:a16="http://schemas.microsoft.com/office/drawing/2014/main" val="2356772570"/>
                    </a:ext>
                  </a:extLst>
                </a:gridCol>
                <a:gridCol w="5899547">
                  <a:extLst>
                    <a:ext uri="{9D8B030D-6E8A-4147-A177-3AD203B41FA5}">
                      <a16:colId xmlns:a16="http://schemas.microsoft.com/office/drawing/2014/main" val="2248324712"/>
                    </a:ext>
                  </a:extLst>
                </a:gridCol>
              </a:tblGrid>
              <a:tr h="343777">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ea typeface="+mn-ea"/>
                          <a:cs typeface="+mn-cs"/>
                        </a:rPr>
                        <a:t>Version </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38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ea typeface="+mn-ea"/>
                          <a:cs typeface="+mn-cs"/>
                        </a:rPr>
                        <a:t>Release date</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schemeClr val="tx1"/>
                          </a:solidFill>
                          <a:effectLst/>
                          <a:uLnTx/>
                          <a:uFillTx/>
                          <a:latin typeface="+mj-lt"/>
                          <a:ea typeface="+mn-ea"/>
                          <a:cs typeface="+mn-cs"/>
                        </a:rPr>
                        <a:t>Notes</a:t>
                      </a:r>
                      <a:endParaRPr kumimoji="0" lang="en-US" sz="1200" b="0" i="0" u="none" strike="noStrike" kern="1200" cap="none" spc="0" normalizeH="0" baseline="0" noProof="0" dirty="0">
                        <a:ln>
                          <a:noFill/>
                        </a:ln>
                        <a:solidFill>
                          <a:schemeClr val="tx1"/>
                        </a:solidFill>
                        <a:effectLst/>
                        <a:uLnTx/>
                        <a:uFillTx/>
                        <a:latin typeface="+mj-lt"/>
                        <a:ea typeface="+mn-ea"/>
                        <a:cs typeface="+mn-cs"/>
                      </a:endParaRP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extLst>
                  <a:ext uri="{0D108BD9-81ED-4DB2-BD59-A6C34878D82A}">
                    <a16:rowId xmlns:a16="http://schemas.microsoft.com/office/drawing/2014/main" val="4185272790"/>
                  </a:ext>
                </a:extLst>
              </a:tr>
              <a:tr h="48006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PowerShell 3.0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October 2012</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Integrated in Windows 8 and Windows Server 2012. Can be installed on Windows 7 SP1, Windows Server 2008 SP1, and Windows Server 2008 R2 SP1.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19596830"/>
                  </a:ext>
                </a:extLst>
              </a:tr>
              <a:tr h="48006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PowerShell 2.0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July 2009</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Integrated in Windows 7 and Windows Server 2008 R2. Can be installed on Windows XP SP3, Windows Server 2003 SP2, and Windows Vista SP1.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7020401"/>
                  </a:ext>
                </a:extLst>
              </a:tr>
              <a:tr h="48006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PowerShell 1.0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November 2006</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Installable on Windows XP SP2, Windows Server 2003 SP1, and Windows Vista. Optional component of Windows Server 2008.</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0495186"/>
                  </a:ext>
                </a:extLst>
              </a:tr>
            </a:tbl>
          </a:graphicData>
        </a:graphic>
      </p:graphicFrame>
      <p:sp>
        <p:nvSpPr>
          <p:cNvPr id="5" name="Course footer">
            <a:extLst>
              <a:ext uri="{FF2B5EF4-FFF2-40B4-BE49-F238E27FC236}">
                <a16:creationId xmlns:a16="http://schemas.microsoft.com/office/drawing/2014/main" id="{565B3079-FC16-264C-4AB0-20EA121574F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53E98930-8118-283E-D782-DF97EFAA2D0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7948688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CA0F-6AF0-EE58-0E79-88376BD9C871}"/>
              </a:ext>
            </a:extLst>
          </p:cNvPr>
          <p:cNvSpPr>
            <a:spLocks noGrp="1"/>
          </p:cNvSpPr>
          <p:nvPr>
            <p:ph type="title"/>
          </p:nvPr>
        </p:nvSpPr>
        <p:spPr/>
        <p:txBody>
          <a:bodyPr wrap="square">
            <a:noAutofit/>
          </a:bodyPr>
          <a:lstStyle/>
          <a:p>
            <a:r>
              <a:rPr lang="en-GB"/>
              <a:t>Windows PowerShell versions</a:t>
            </a:r>
          </a:p>
        </p:txBody>
      </p:sp>
      <p:graphicFrame>
        <p:nvGraphicFramePr>
          <p:cNvPr id="4" name="Table 12">
            <a:extLst>
              <a:ext uri="{FF2B5EF4-FFF2-40B4-BE49-F238E27FC236}">
                <a16:creationId xmlns:a16="http://schemas.microsoft.com/office/drawing/2014/main" id="{88098433-7E19-5671-0E5B-A1808838D5AE}"/>
              </a:ext>
            </a:extLst>
          </p:cNvPr>
          <p:cNvGraphicFramePr>
            <a:graphicFrameLocks noGrp="1"/>
          </p:cNvGraphicFramePr>
          <p:nvPr>
            <p:extLst>
              <p:ext uri="{D42A27DB-BD31-4B8C-83A1-F6EECF244321}">
                <p14:modId xmlns:p14="http://schemas.microsoft.com/office/powerpoint/2010/main" val="788387083"/>
              </p:ext>
            </p:extLst>
          </p:nvPr>
        </p:nvGraphicFramePr>
        <p:xfrm>
          <a:off x="444500" y="1006951"/>
          <a:ext cx="8258175" cy="3719960"/>
        </p:xfrm>
        <a:graphic>
          <a:graphicData uri="http://schemas.openxmlformats.org/drawingml/2006/table">
            <a:tbl>
              <a:tblPr firstRow="1" bandRow="1">
                <a:tableStyleId>{5C22544A-7EE6-4342-B048-85BDC9FD1C3A}</a:tableStyleId>
              </a:tblPr>
              <a:tblGrid>
                <a:gridCol w="1120378">
                  <a:extLst>
                    <a:ext uri="{9D8B030D-6E8A-4147-A177-3AD203B41FA5}">
                      <a16:colId xmlns:a16="http://schemas.microsoft.com/office/drawing/2014/main" val="1695194842"/>
                    </a:ext>
                  </a:extLst>
                </a:gridCol>
                <a:gridCol w="1238250">
                  <a:extLst>
                    <a:ext uri="{9D8B030D-6E8A-4147-A177-3AD203B41FA5}">
                      <a16:colId xmlns:a16="http://schemas.microsoft.com/office/drawing/2014/main" val="2356772570"/>
                    </a:ext>
                  </a:extLst>
                </a:gridCol>
                <a:gridCol w="5899547">
                  <a:extLst>
                    <a:ext uri="{9D8B030D-6E8A-4147-A177-3AD203B41FA5}">
                      <a16:colId xmlns:a16="http://schemas.microsoft.com/office/drawing/2014/main" val="2248324712"/>
                    </a:ext>
                  </a:extLst>
                </a:gridCol>
              </a:tblGrid>
              <a:tr h="343777">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ea typeface="+mn-ea"/>
                          <a:cs typeface="+mn-cs"/>
                        </a:rPr>
                        <a:t>Version </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38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j-lt"/>
                          <a:ea typeface="+mn-ea"/>
                          <a:cs typeface="+mn-cs"/>
                        </a:rPr>
                        <a:t>Release date</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schemeClr val="tx1"/>
                          </a:solidFill>
                          <a:effectLst/>
                          <a:uLnTx/>
                          <a:uFillTx/>
                          <a:latin typeface="+mj-lt"/>
                          <a:ea typeface="+mn-ea"/>
                          <a:cs typeface="+mn-cs"/>
                        </a:rPr>
                        <a:t>Notes</a:t>
                      </a:r>
                      <a:endParaRPr kumimoji="0" lang="en-US" sz="1200" b="0" i="0" u="none" strike="noStrike" kern="1200" cap="none" spc="0" normalizeH="0" baseline="0" noProof="0" dirty="0">
                        <a:ln>
                          <a:noFill/>
                        </a:ln>
                        <a:solidFill>
                          <a:schemeClr val="tx1"/>
                        </a:solidFill>
                        <a:effectLst/>
                        <a:uLnTx/>
                        <a:uFillTx/>
                        <a:latin typeface="+mj-lt"/>
                        <a:ea typeface="+mn-ea"/>
                        <a:cs typeface="+mn-cs"/>
                      </a:endParaRP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extLst>
                  <a:ext uri="{0D108BD9-81ED-4DB2-BD59-A6C34878D82A}">
                    <a16:rowId xmlns:a16="http://schemas.microsoft.com/office/drawing/2014/main" val="4185272790"/>
                  </a:ext>
                </a:extLst>
              </a:tr>
              <a:tr h="387972">
                <a:tc>
                  <a:txBody>
                    <a:bodyPr/>
                    <a:lstStyle/>
                    <a:p>
                      <a:pPr algn="l">
                        <a:lnSpc>
                          <a:spcPct val="100000"/>
                        </a:lnSpc>
                      </a:pPr>
                      <a:r>
                        <a:rPr lang="en-US" sz="1100" dirty="0">
                          <a:solidFill>
                            <a:schemeClr val="tx1"/>
                          </a:solidFill>
                        </a:rPr>
                        <a:t>PowerShell 7.2</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November 2021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Built on .NET 6.0.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19596830"/>
                  </a:ext>
                </a:extLst>
              </a:tr>
              <a:tr h="387972">
                <a:tc>
                  <a:txBody>
                    <a:bodyPr/>
                    <a:lstStyle/>
                    <a:p>
                      <a:pPr algn="l">
                        <a:lnSpc>
                          <a:spcPct val="100000"/>
                        </a:lnSpc>
                      </a:pPr>
                      <a:r>
                        <a:rPr lang="en-US" sz="1100" dirty="0">
                          <a:solidFill>
                            <a:schemeClr val="tx1"/>
                          </a:solidFill>
                        </a:rPr>
                        <a:t>PowerShell 7.1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November 2020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Built on .NET 5.0.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7020401"/>
                  </a:ext>
                </a:extLst>
              </a:tr>
              <a:tr h="387972">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PowerShell 7.0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March 2020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Built on .NET Core 3.1.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0495186"/>
                  </a:ext>
                </a:extLst>
              </a:tr>
              <a:tr h="387972">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PowerShell 6.0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September 2018</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Built on .NET Core 2.0. First release that’s installable on Windows, Linux, and macOS.</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33554734"/>
                  </a:ext>
                </a:extLst>
              </a:tr>
              <a:tr h="553067">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PowerShell 5.1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August 2016</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Released in Windows 10 Anniversary Update and Windows Server 2016 and as part of Windows Management Framework (WMF) 5.1.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6028110"/>
                  </a:ext>
                </a:extLst>
              </a:tr>
              <a:tr h="718161">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PowerShell 5.0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February 2016</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Integrated in Windows 10 version 1511. Released in Windows Management Framework (WMF) 5.0. Can be installed on Windows Server 2008 R2, Windows Server 2012, Windows 10, Windows 8.1 Enterprise, Windows 8.1 Pro, and Windows 7 SP1.</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79037280"/>
                  </a:ext>
                </a:extLst>
              </a:tr>
              <a:tr h="553067">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PowerShell 4.0</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October 2013</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Integrated in Windows 8.1 and Windows Server 2012 R2. Can be installed on Windows 7 SP1, Windows Server 2008 SP1, and Windows Server 2012.</a:t>
                      </a:r>
                    </a:p>
                  </a:txBody>
                  <a:tcPr marL="68580" marR="68580" marT="34290" marB="3429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06987494"/>
                  </a:ext>
                </a:extLst>
              </a:tr>
            </a:tbl>
          </a:graphicData>
        </a:graphic>
      </p:graphicFrame>
      <p:sp>
        <p:nvSpPr>
          <p:cNvPr id="5" name="Course footer">
            <a:extLst>
              <a:ext uri="{FF2B5EF4-FFF2-40B4-BE49-F238E27FC236}">
                <a16:creationId xmlns:a16="http://schemas.microsoft.com/office/drawing/2014/main" id="{F7BD6EFB-2044-3017-861E-A2127F36741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9BED2F3B-8762-3A3C-AEAB-D94824F1562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19300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52CB-6D98-01E3-73B9-E1FA42E5ADBE}"/>
              </a:ext>
            </a:extLst>
          </p:cNvPr>
          <p:cNvSpPr>
            <a:spLocks noGrp="1"/>
          </p:cNvSpPr>
          <p:nvPr>
            <p:ph type="title"/>
          </p:nvPr>
        </p:nvSpPr>
        <p:spPr>
          <a:xfrm>
            <a:off x="172114" y="100805"/>
            <a:ext cx="8505951" cy="510147"/>
          </a:xfrm>
        </p:spPr>
        <p:txBody>
          <a:bodyPr wrap="square">
            <a:noAutofit/>
          </a:bodyPr>
          <a:lstStyle/>
          <a:p>
            <a:r>
              <a:rPr lang="en-GB"/>
              <a:t>PowerShell 5.1 vs PowerShell 7+</a:t>
            </a:r>
          </a:p>
        </p:txBody>
      </p:sp>
      <p:sp>
        <p:nvSpPr>
          <p:cNvPr id="4" name="Divider">
            <a:extLst>
              <a:ext uri="{FF2B5EF4-FFF2-40B4-BE49-F238E27FC236}">
                <a16:creationId xmlns:a16="http://schemas.microsoft.com/office/drawing/2014/main" id="{301BAE52-8BE5-B45C-3006-7723C47891F3}"/>
              </a:ext>
            </a:extLst>
          </p:cNvPr>
          <p:cNvSpPr/>
          <p:nvPr/>
        </p:nvSpPr>
        <p:spPr>
          <a:xfrm>
            <a:off x="4571640" y="1140581"/>
            <a:ext cx="0" cy="3788640"/>
          </a:xfrm>
          <a:prstGeom prst="line">
            <a:avLst/>
          </a:prstGeom>
          <a:noFill/>
          <a:ln w="19050">
            <a:solidFill>
              <a:srgbClr val="BFD9E6"/>
            </a:solidFill>
            <a:prstDash val="solid"/>
          </a:ln>
        </p:spPr>
        <p:txBody>
          <a:bodyPr/>
          <a:lstStyle/>
          <a:p>
            <a:endParaRPr lang="en-US"/>
          </a:p>
        </p:txBody>
      </p:sp>
      <p:sp>
        <p:nvSpPr>
          <p:cNvPr id="5" name="LeftColHdr">
            <a:extLst>
              <a:ext uri="{FF2B5EF4-FFF2-40B4-BE49-F238E27FC236}">
                <a16:creationId xmlns:a16="http://schemas.microsoft.com/office/drawing/2014/main" id="{95FDF7E6-F254-272A-8DA1-3F89DDBD485A}"/>
              </a:ext>
            </a:extLst>
          </p:cNvPr>
          <p:cNvSpPr/>
          <p:nvPr/>
        </p:nvSpPr>
        <p:spPr>
          <a:xfrm>
            <a:off x="228600" y="786322"/>
            <a:ext cx="4283040" cy="33048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rtlCol="0" anchor="ctr">
            <a:normAutofit lnSpcReduction="10000"/>
          </a:bodyPr>
          <a:lstStyle/>
          <a:p>
            <a:pPr algn="ctr">
              <a:buNone/>
            </a:pPr>
            <a:r>
              <a:rPr lang="en-US" sz="1600" b="1" dirty="0">
                <a:solidFill>
                  <a:srgbClr val="FFFFFF"/>
                </a:solidFill>
                <a:latin typeface="Segoe UI" panose="020B0502040204020203" pitchFamily="34" charset="0"/>
              </a:rPr>
              <a:t>Windows PowerShell 5.1</a:t>
            </a:r>
          </a:p>
        </p:txBody>
      </p:sp>
      <p:sp>
        <p:nvSpPr>
          <p:cNvPr id="6" name="RightColHdr">
            <a:extLst>
              <a:ext uri="{FF2B5EF4-FFF2-40B4-BE49-F238E27FC236}">
                <a16:creationId xmlns:a16="http://schemas.microsoft.com/office/drawing/2014/main" id="{C1B799A0-79B2-A480-EB68-47B34A516A4D}"/>
              </a:ext>
            </a:extLst>
          </p:cNvPr>
          <p:cNvSpPr/>
          <p:nvPr/>
        </p:nvSpPr>
        <p:spPr>
          <a:xfrm>
            <a:off x="4631640" y="786322"/>
            <a:ext cx="4283040" cy="330480"/>
          </a:xfrm>
          <a:prstGeom prst="roundRect">
            <a:avLst>
              <a:gd name="adj" fmla="val 0"/>
            </a:avLst>
          </a:prstGeom>
          <a:solidFill>
            <a:srgbClr val="0076D4"/>
          </a:solidFill>
          <a:ln w="12700">
            <a:solidFill>
              <a:srgbClr val="0076D4"/>
            </a:solidFill>
          </a:ln>
        </p:spPr>
        <p:txBody>
          <a:bodyPr wrap="square" lIns="91440" tIns="45720" rIns="91440" bIns="45720" rtlCol="0" anchor="ctr">
            <a:normAutofit lnSpcReduction="10000"/>
          </a:bodyPr>
          <a:lstStyle/>
          <a:p>
            <a:pPr algn="ctr">
              <a:buNone/>
            </a:pPr>
            <a:r>
              <a:rPr lang="en-US" sz="1600" b="1" dirty="0">
                <a:solidFill>
                  <a:srgbClr val="FFFFFF"/>
                </a:solidFill>
                <a:latin typeface="Segoe UI" panose="020B0502040204020203" pitchFamily="34" charset="0"/>
              </a:rPr>
              <a:t>PowerShell 7+</a:t>
            </a:r>
          </a:p>
        </p:txBody>
      </p:sp>
      <p:sp>
        <p:nvSpPr>
          <p:cNvPr id="7" name="RowBg0">
            <a:extLst>
              <a:ext uri="{FF2B5EF4-FFF2-40B4-BE49-F238E27FC236}">
                <a16:creationId xmlns:a16="http://schemas.microsoft.com/office/drawing/2014/main" id="{0A05A2FD-782B-84A1-EF97-50263E688059}"/>
              </a:ext>
            </a:extLst>
          </p:cNvPr>
          <p:cNvSpPr/>
          <p:nvPr/>
        </p:nvSpPr>
        <p:spPr>
          <a:xfrm>
            <a:off x="228600" y="1140581"/>
            <a:ext cx="8686080" cy="757728"/>
          </a:xfrm>
          <a:prstGeom prst="rect">
            <a:avLst/>
          </a:prstGeom>
          <a:solidFill>
            <a:srgbClr val="FFFFFF"/>
          </a:solidFill>
          <a:ln w="6350">
            <a:solidFill>
              <a:srgbClr val="BFD9E6"/>
            </a:solidFill>
          </a:ln>
        </p:spPr>
        <p:txBody>
          <a:bodyPr/>
          <a:lstStyle/>
          <a:p>
            <a:endParaRPr lang="en-US"/>
          </a:p>
        </p:txBody>
      </p:sp>
      <p:sp>
        <p:nvSpPr>
          <p:cNvPr id="8" name="RowBg1">
            <a:extLst>
              <a:ext uri="{FF2B5EF4-FFF2-40B4-BE49-F238E27FC236}">
                <a16:creationId xmlns:a16="http://schemas.microsoft.com/office/drawing/2014/main" id="{361CBC38-E781-01D7-ACB3-50597F42E3AC}"/>
              </a:ext>
            </a:extLst>
          </p:cNvPr>
          <p:cNvSpPr/>
          <p:nvPr/>
        </p:nvSpPr>
        <p:spPr>
          <a:xfrm>
            <a:off x="228600" y="1898309"/>
            <a:ext cx="8686080" cy="757728"/>
          </a:xfrm>
          <a:prstGeom prst="rect">
            <a:avLst/>
          </a:prstGeom>
          <a:solidFill>
            <a:srgbClr val="DCF0F7"/>
          </a:solidFill>
          <a:ln w="6350">
            <a:solidFill>
              <a:srgbClr val="BFD9E6"/>
            </a:solidFill>
          </a:ln>
        </p:spPr>
        <p:txBody>
          <a:bodyPr/>
          <a:lstStyle/>
          <a:p>
            <a:endParaRPr lang="en-US"/>
          </a:p>
        </p:txBody>
      </p:sp>
      <p:sp>
        <p:nvSpPr>
          <p:cNvPr id="9" name="RowBg2">
            <a:extLst>
              <a:ext uri="{FF2B5EF4-FFF2-40B4-BE49-F238E27FC236}">
                <a16:creationId xmlns:a16="http://schemas.microsoft.com/office/drawing/2014/main" id="{AFF3D221-C9EE-AAA0-CF8B-3ED5FD51D9E7}"/>
              </a:ext>
            </a:extLst>
          </p:cNvPr>
          <p:cNvSpPr/>
          <p:nvPr/>
        </p:nvSpPr>
        <p:spPr>
          <a:xfrm>
            <a:off x="228600" y="2656037"/>
            <a:ext cx="8686080" cy="757728"/>
          </a:xfrm>
          <a:prstGeom prst="rect">
            <a:avLst/>
          </a:prstGeom>
          <a:solidFill>
            <a:srgbClr val="FFFFFF"/>
          </a:solidFill>
          <a:ln w="6350">
            <a:solidFill>
              <a:srgbClr val="BFD9E6"/>
            </a:solidFill>
          </a:ln>
        </p:spPr>
        <p:txBody>
          <a:bodyPr/>
          <a:lstStyle/>
          <a:p>
            <a:endParaRPr lang="en-US"/>
          </a:p>
        </p:txBody>
      </p:sp>
      <p:sp>
        <p:nvSpPr>
          <p:cNvPr id="10" name="RowBg3">
            <a:extLst>
              <a:ext uri="{FF2B5EF4-FFF2-40B4-BE49-F238E27FC236}">
                <a16:creationId xmlns:a16="http://schemas.microsoft.com/office/drawing/2014/main" id="{1059AA95-5566-A246-927A-45EC7BAFBDBD}"/>
              </a:ext>
            </a:extLst>
          </p:cNvPr>
          <p:cNvSpPr/>
          <p:nvPr/>
        </p:nvSpPr>
        <p:spPr>
          <a:xfrm>
            <a:off x="228600" y="3413765"/>
            <a:ext cx="8686080" cy="757728"/>
          </a:xfrm>
          <a:prstGeom prst="rect">
            <a:avLst/>
          </a:prstGeom>
          <a:solidFill>
            <a:srgbClr val="DCF0F7"/>
          </a:solidFill>
          <a:ln w="6350">
            <a:solidFill>
              <a:srgbClr val="BFD9E6"/>
            </a:solidFill>
          </a:ln>
        </p:spPr>
        <p:txBody>
          <a:bodyPr/>
          <a:lstStyle/>
          <a:p>
            <a:endParaRPr lang="en-US"/>
          </a:p>
        </p:txBody>
      </p:sp>
      <p:sp>
        <p:nvSpPr>
          <p:cNvPr id="11" name="RowBg4">
            <a:extLst>
              <a:ext uri="{FF2B5EF4-FFF2-40B4-BE49-F238E27FC236}">
                <a16:creationId xmlns:a16="http://schemas.microsoft.com/office/drawing/2014/main" id="{8707D4E7-095B-CE21-1598-DF896D8DCA9C}"/>
              </a:ext>
            </a:extLst>
          </p:cNvPr>
          <p:cNvSpPr/>
          <p:nvPr/>
        </p:nvSpPr>
        <p:spPr>
          <a:xfrm>
            <a:off x="228600" y="4171493"/>
            <a:ext cx="8686080" cy="757728"/>
          </a:xfrm>
          <a:prstGeom prst="rect">
            <a:avLst/>
          </a:prstGeom>
          <a:solidFill>
            <a:srgbClr val="FFFFFF"/>
          </a:solidFill>
          <a:ln w="6350">
            <a:solidFill>
              <a:srgbClr val="BFD9E6"/>
            </a:solidFill>
          </a:ln>
        </p:spPr>
        <p:txBody>
          <a:bodyPr/>
          <a:lstStyle/>
          <a:p>
            <a:endParaRPr lang="en-US"/>
          </a:p>
        </p:txBody>
      </p:sp>
      <p:sp>
        <p:nvSpPr>
          <p:cNvPr id="12" name="RowLabel0">
            <a:extLst>
              <a:ext uri="{FF2B5EF4-FFF2-40B4-BE49-F238E27FC236}">
                <a16:creationId xmlns:a16="http://schemas.microsoft.com/office/drawing/2014/main" id="{C767C42F-76E3-B98D-6306-A99192A231CA}"/>
              </a:ext>
            </a:extLst>
          </p:cNvPr>
          <p:cNvSpPr/>
          <p:nvPr/>
        </p:nvSpPr>
        <p:spPr>
          <a:xfrm>
            <a:off x="228600" y="1140581"/>
            <a:ext cx="1097280" cy="757728"/>
          </a:xfrm>
          <a:prstGeom prst="rect">
            <a:avLst/>
          </a:prstGeom>
          <a:solidFill>
            <a:srgbClr val="243A5E"/>
          </a:solidFill>
          <a:ln w="6350">
            <a:solidFill>
              <a:srgbClr val="243A5E"/>
            </a:solidFill>
          </a:ln>
        </p:spPr>
        <p:txBody>
          <a:bodyPr wrap="square" lIns="91440" tIns="45720" rIns="91440" bIns="45720" rtlCol="0" anchor="ctr">
            <a:normAutofit/>
          </a:bodyPr>
          <a:lstStyle/>
          <a:p>
            <a:pPr algn="ctr">
              <a:buNone/>
            </a:pPr>
            <a:r>
              <a:rPr lang="en-US" sz="1200" b="1" dirty="0">
                <a:solidFill>
                  <a:srgbClr val="FFB703"/>
                </a:solidFill>
                <a:latin typeface="Segoe UI" panose="020B0502040204020203" pitchFamily="34" charset="0"/>
              </a:rPr>
              <a:t>Engine</a:t>
            </a:r>
          </a:p>
        </p:txBody>
      </p:sp>
      <p:sp>
        <p:nvSpPr>
          <p:cNvPr id="13" name="RowLabel1">
            <a:extLst>
              <a:ext uri="{FF2B5EF4-FFF2-40B4-BE49-F238E27FC236}">
                <a16:creationId xmlns:a16="http://schemas.microsoft.com/office/drawing/2014/main" id="{A1ECF05A-07B9-F43B-F4B0-0D6842424663}"/>
              </a:ext>
            </a:extLst>
          </p:cNvPr>
          <p:cNvSpPr/>
          <p:nvPr/>
        </p:nvSpPr>
        <p:spPr>
          <a:xfrm>
            <a:off x="228600" y="1898309"/>
            <a:ext cx="1097280" cy="757728"/>
          </a:xfrm>
          <a:prstGeom prst="rect">
            <a:avLst/>
          </a:prstGeom>
          <a:solidFill>
            <a:srgbClr val="243A5E"/>
          </a:solidFill>
          <a:ln w="6350">
            <a:solidFill>
              <a:srgbClr val="243A5E"/>
            </a:solidFill>
          </a:ln>
        </p:spPr>
        <p:txBody>
          <a:bodyPr wrap="square" lIns="91440" tIns="45720" rIns="91440" bIns="45720" rtlCol="0" anchor="ctr">
            <a:normAutofit/>
          </a:bodyPr>
          <a:lstStyle/>
          <a:p>
            <a:pPr algn="ctr">
              <a:buNone/>
            </a:pPr>
            <a:r>
              <a:rPr lang="en-US" sz="1200" b="1" dirty="0">
                <a:solidFill>
                  <a:srgbClr val="FFB703"/>
                </a:solidFill>
                <a:latin typeface="Segoe UI" panose="020B0502040204020203" pitchFamily="34" charset="0"/>
              </a:rPr>
              <a:t>Install path</a:t>
            </a:r>
          </a:p>
        </p:txBody>
      </p:sp>
      <p:sp>
        <p:nvSpPr>
          <p:cNvPr id="14" name="RowLabel2">
            <a:extLst>
              <a:ext uri="{FF2B5EF4-FFF2-40B4-BE49-F238E27FC236}">
                <a16:creationId xmlns:a16="http://schemas.microsoft.com/office/drawing/2014/main" id="{09FB76FA-4163-8C69-0506-444670A8859D}"/>
              </a:ext>
            </a:extLst>
          </p:cNvPr>
          <p:cNvSpPr/>
          <p:nvPr/>
        </p:nvSpPr>
        <p:spPr>
          <a:xfrm>
            <a:off x="228600" y="2656037"/>
            <a:ext cx="1097280" cy="757728"/>
          </a:xfrm>
          <a:prstGeom prst="rect">
            <a:avLst/>
          </a:prstGeom>
          <a:solidFill>
            <a:srgbClr val="243A5E"/>
          </a:solidFill>
          <a:ln w="6350">
            <a:solidFill>
              <a:srgbClr val="243A5E"/>
            </a:solidFill>
          </a:ln>
        </p:spPr>
        <p:txBody>
          <a:bodyPr wrap="square" lIns="91440" tIns="45720" rIns="91440" bIns="45720" rtlCol="0" anchor="ctr">
            <a:normAutofit/>
          </a:bodyPr>
          <a:lstStyle/>
          <a:p>
            <a:pPr algn="ctr">
              <a:buNone/>
            </a:pPr>
            <a:r>
              <a:rPr lang="en-US" sz="1200" b="1" dirty="0">
                <a:solidFill>
                  <a:srgbClr val="FFB703"/>
                </a:solidFill>
                <a:latin typeface="Segoe UI" panose="020B0502040204020203" pitchFamily="34" charset="0"/>
              </a:rPr>
              <a:t>Module support</a:t>
            </a:r>
          </a:p>
        </p:txBody>
      </p:sp>
      <p:sp>
        <p:nvSpPr>
          <p:cNvPr id="15" name="RowLabel3">
            <a:extLst>
              <a:ext uri="{FF2B5EF4-FFF2-40B4-BE49-F238E27FC236}">
                <a16:creationId xmlns:a16="http://schemas.microsoft.com/office/drawing/2014/main" id="{43603638-24C1-CF80-8993-53097B7B787B}"/>
              </a:ext>
            </a:extLst>
          </p:cNvPr>
          <p:cNvSpPr/>
          <p:nvPr/>
        </p:nvSpPr>
        <p:spPr>
          <a:xfrm>
            <a:off x="228600" y="3413765"/>
            <a:ext cx="1097280" cy="757728"/>
          </a:xfrm>
          <a:prstGeom prst="rect">
            <a:avLst/>
          </a:prstGeom>
          <a:solidFill>
            <a:srgbClr val="243A5E"/>
          </a:solidFill>
          <a:ln w="6350">
            <a:solidFill>
              <a:srgbClr val="243A5E"/>
            </a:solidFill>
          </a:ln>
        </p:spPr>
        <p:txBody>
          <a:bodyPr wrap="square" lIns="91440" tIns="45720" rIns="91440" bIns="45720" rtlCol="0" anchor="ctr">
            <a:normAutofit/>
          </a:bodyPr>
          <a:lstStyle/>
          <a:p>
            <a:pPr algn="ctr">
              <a:buNone/>
            </a:pPr>
            <a:r>
              <a:rPr lang="en-US" sz="1200" b="1" dirty="0">
                <a:solidFill>
                  <a:srgbClr val="FFB703"/>
                </a:solidFill>
                <a:latin typeface="Segoe UI" panose="020B0502040204020203" pitchFamily="34" charset="0"/>
              </a:rPr>
              <a:t>Coexistence</a:t>
            </a:r>
          </a:p>
        </p:txBody>
      </p:sp>
      <p:sp>
        <p:nvSpPr>
          <p:cNvPr id="16" name="RowLabel4">
            <a:extLst>
              <a:ext uri="{FF2B5EF4-FFF2-40B4-BE49-F238E27FC236}">
                <a16:creationId xmlns:a16="http://schemas.microsoft.com/office/drawing/2014/main" id="{765ECD5B-F48B-6A4D-3989-C005093ACF65}"/>
              </a:ext>
            </a:extLst>
          </p:cNvPr>
          <p:cNvSpPr/>
          <p:nvPr/>
        </p:nvSpPr>
        <p:spPr>
          <a:xfrm>
            <a:off x="228600" y="4171493"/>
            <a:ext cx="1097280" cy="757728"/>
          </a:xfrm>
          <a:prstGeom prst="rect">
            <a:avLst/>
          </a:prstGeom>
          <a:solidFill>
            <a:srgbClr val="243A5E"/>
          </a:solidFill>
          <a:ln w="6350">
            <a:solidFill>
              <a:srgbClr val="243A5E"/>
            </a:solidFill>
          </a:ln>
        </p:spPr>
        <p:txBody>
          <a:bodyPr wrap="square" lIns="91440" tIns="45720" rIns="91440" bIns="45720" rtlCol="0" anchor="ctr">
            <a:normAutofit/>
          </a:bodyPr>
          <a:lstStyle/>
          <a:p>
            <a:pPr algn="ctr">
              <a:buNone/>
            </a:pPr>
            <a:r>
              <a:rPr lang="en-US" sz="1200" b="1" dirty="0">
                <a:solidFill>
                  <a:srgbClr val="FFB703"/>
                </a:solidFill>
                <a:latin typeface="Segoe UI" panose="020B0502040204020203" pitchFamily="34" charset="0"/>
              </a:rPr>
              <a:t>Use case</a:t>
            </a:r>
          </a:p>
        </p:txBody>
      </p:sp>
      <p:sp>
        <p:nvSpPr>
          <p:cNvPr id="17" name="Left0">
            <a:extLst>
              <a:ext uri="{FF2B5EF4-FFF2-40B4-BE49-F238E27FC236}">
                <a16:creationId xmlns:a16="http://schemas.microsoft.com/office/drawing/2014/main" id="{D2B14579-BAC0-9E30-BAC2-3B14D4580523}"/>
              </a:ext>
            </a:extLst>
          </p:cNvPr>
          <p:cNvSpPr/>
          <p:nvPr/>
        </p:nvSpPr>
        <p:spPr>
          <a:xfrm>
            <a:off x="1325880" y="1140581"/>
            <a:ext cx="358416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.NET Framework 4.x</a:t>
            </a:r>
          </a:p>
          <a:p>
            <a:pPr>
              <a:buNone/>
            </a:pPr>
            <a:r>
              <a:rPr lang="en-US" sz="1200" dirty="0">
                <a:solidFill>
                  <a:srgbClr val="023047"/>
                </a:solidFill>
                <a:latin typeface="Segoe UI" panose="020B0502040204020203" pitchFamily="34" charset="0"/>
              </a:rPr>
              <a:t>Windows-only</a:t>
            </a:r>
          </a:p>
        </p:txBody>
      </p:sp>
      <p:sp>
        <p:nvSpPr>
          <p:cNvPr id="18" name="Left1">
            <a:extLst>
              <a:ext uri="{FF2B5EF4-FFF2-40B4-BE49-F238E27FC236}">
                <a16:creationId xmlns:a16="http://schemas.microsoft.com/office/drawing/2014/main" id="{F481568C-04B5-C63B-4D14-25CFE823AA37}"/>
              </a:ext>
            </a:extLst>
          </p:cNvPr>
          <p:cNvSpPr/>
          <p:nvPr/>
        </p:nvSpPr>
        <p:spPr>
          <a:xfrm>
            <a:off x="1325880" y="1898309"/>
            <a:ext cx="358416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C:\Windows\System32\WindowsPowerShell\v1.0\</a:t>
            </a:r>
          </a:p>
        </p:txBody>
      </p:sp>
      <p:sp>
        <p:nvSpPr>
          <p:cNvPr id="19" name="Left2">
            <a:extLst>
              <a:ext uri="{FF2B5EF4-FFF2-40B4-BE49-F238E27FC236}">
                <a16:creationId xmlns:a16="http://schemas.microsoft.com/office/drawing/2014/main" id="{B6911FE5-50C2-2964-BE18-6D8F3D25287A}"/>
              </a:ext>
            </a:extLst>
          </p:cNvPr>
          <p:cNvSpPr/>
          <p:nvPr/>
        </p:nvSpPr>
        <p:spPr>
          <a:xfrm>
            <a:off x="1325880" y="2656037"/>
            <a:ext cx="358416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All Windows modules</a:t>
            </a:r>
            <a:r>
              <a:rPr lang="en-US" sz="1200">
                <a:solidFill>
                  <a:srgbClr val="023047"/>
                </a:solidFill>
                <a:latin typeface="Segoe UI" panose="020B0502040204020203" pitchFamily="34" charset="0"/>
              </a:rPr>
              <a:t>, </a:t>
            </a:r>
            <a:r>
              <a:rPr lang="en-US" sz="1200" dirty="0">
                <a:solidFill>
                  <a:srgbClr val="023047"/>
                </a:solidFill>
                <a:latin typeface="Segoe UI" panose="020B0502040204020203" pitchFamily="34" charset="0"/>
              </a:rPr>
              <a:t>including legacy WMI &amp;</a:t>
            </a:r>
            <a:r>
              <a:rPr lang="en-US" sz="1200">
                <a:solidFill>
                  <a:srgbClr val="023047"/>
                </a:solidFill>
                <a:latin typeface="Segoe UI" panose="020B0502040204020203" pitchFamily="34" charset="0"/>
              </a:rPr>
              <a:t> </a:t>
            </a:r>
            <a:r>
              <a:rPr lang="en-US" sz="1200" dirty="0">
                <a:solidFill>
                  <a:srgbClr val="023047"/>
                </a:solidFill>
                <a:latin typeface="Segoe UI" panose="020B0502040204020203" pitchFamily="34" charset="0"/>
              </a:rPr>
              <a:t>ActiveDirectory cmdlets</a:t>
            </a:r>
          </a:p>
        </p:txBody>
      </p:sp>
      <p:sp>
        <p:nvSpPr>
          <p:cNvPr id="20" name="Left3">
            <a:extLst>
              <a:ext uri="{FF2B5EF4-FFF2-40B4-BE49-F238E27FC236}">
                <a16:creationId xmlns:a16="http://schemas.microsoft.com/office/drawing/2014/main" id="{C5F350AE-9BB3-FEFC-0F9C-8B7430110CDC}"/>
              </a:ext>
            </a:extLst>
          </p:cNvPr>
          <p:cNvSpPr/>
          <p:nvPr/>
        </p:nvSpPr>
        <p:spPr>
          <a:xfrm>
            <a:off x="1325880" y="3413765"/>
            <a:ext cx="358416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Installed as part of OS</a:t>
            </a:r>
          </a:p>
          <a:p>
            <a:pPr>
              <a:buNone/>
            </a:pPr>
            <a:r>
              <a:rPr lang="en-US" sz="1200" dirty="0">
                <a:solidFill>
                  <a:srgbClr val="023047"/>
                </a:solidFill>
                <a:latin typeface="Segoe UI" panose="020B0502040204020203" pitchFamily="34" charset="0"/>
              </a:rPr>
              <a:t>Cannot be removed</a:t>
            </a:r>
          </a:p>
          <a:p>
            <a:pPr>
              <a:buNone/>
            </a:pPr>
            <a:r>
              <a:rPr lang="en-US" sz="1200" dirty="0">
                <a:solidFill>
                  <a:srgbClr val="023047"/>
                </a:solidFill>
                <a:latin typeface="Segoe UI" panose="020B0502040204020203" pitchFamily="34" charset="0"/>
              </a:rPr>
              <a:t>Runs as powershell.exe</a:t>
            </a:r>
          </a:p>
        </p:txBody>
      </p:sp>
      <p:sp>
        <p:nvSpPr>
          <p:cNvPr id="21" name="Left4">
            <a:extLst>
              <a:ext uri="{FF2B5EF4-FFF2-40B4-BE49-F238E27FC236}">
                <a16:creationId xmlns:a16="http://schemas.microsoft.com/office/drawing/2014/main" id="{CADB92A1-3C31-5AF4-6A6A-1A07FB7E9003}"/>
              </a:ext>
            </a:extLst>
          </p:cNvPr>
          <p:cNvSpPr/>
          <p:nvPr/>
        </p:nvSpPr>
        <p:spPr>
          <a:xfrm>
            <a:off x="1325880" y="4171493"/>
            <a:ext cx="358416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Managing Windows roles</a:t>
            </a:r>
          </a:p>
          <a:p>
            <a:pPr>
              <a:buNone/>
            </a:pPr>
            <a:r>
              <a:rPr lang="en-US" sz="1200" dirty="0">
                <a:solidFill>
                  <a:srgbClr val="023047"/>
                </a:solidFill>
                <a:latin typeface="Segoe UI" panose="020B0502040204020203" pitchFamily="34" charset="0"/>
              </a:rPr>
              <a:t>Legacy automation</a:t>
            </a:r>
          </a:p>
          <a:p>
            <a:pPr>
              <a:buNone/>
            </a:pPr>
            <a:r>
              <a:rPr lang="en-US" sz="1200" dirty="0">
                <a:solidFill>
                  <a:srgbClr val="023047"/>
                </a:solidFill>
                <a:latin typeface="Segoe UI" panose="020B0502040204020203" pitchFamily="34" charset="0"/>
              </a:rPr>
              <a:t>Active Directory admin</a:t>
            </a:r>
          </a:p>
        </p:txBody>
      </p:sp>
      <p:sp>
        <p:nvSpPr>
          <p:cNvPr id="22" name="Right0">
            <a:extLst>
              <a:ext uri="{FF2B5EF4-FFF2-40B4-BE49-F238E27FC236}">
                <a16:creationId xmlns:a16="http://schemas.microsoft.com/office/drawing/2014/main" id="{3F8517EC-8B10-D0F5-596C-BD87AB8CE2C7}"/>
              </a:ext>
            </a:extLst>
          </p:cNvPr>
          <p:cNvSpPr/>
          <p:nvPr/>
        </p:nvSpPr>
        <p:spPr>
          <a:xfrm>
            <a:off x="5181480" y="1140581"/>
            <a:ext cx="373320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.NET 6/7/8 (Core)</a:t>
            </a:r>
          </a:p>
          <a:p>
            <a:pPr>
              <a:buNone/>
            </a:pPr>
            <a:r>
              <a:rPr lang="en-US" sz="1200" dirty="0">
                <a:solidFill>
                  <a:srgbClr val="023047"/>
                </a:solidFill>
                <a:latin typeface="Segoe UI" panose="020B0502040204020203" pitchFamily="34" charset="0"/>
              </a:rPr>
              <a:t>Cross-platform (Win/Linux/Mac)</a:t>
            </a:r>
          </a:p>
        </p:txBody>
      </p:sp>
      <p:sp>
        <p:nvSpPr>
          <p:cNvPr id="23" name="Right1">
            <a:extLst>
              <a:ext uri="{FF2B5EF4-FFF2-40B4-BE49-F238E27FC236}">
                <a16:creationId xmlns:a16="http://schemas.microsoft.com/office/drawing/2014/main" id="{51596A51-6436-9242-EE5F-FEB9F3EDBDA3}"/>
              </a:ext>
            </a:extLst>
          </p:cNvPr>
          <p:cNvSpPr/>
          <p:nvPr/>
        </p:nvSpPr>
        <p:spPr>
          <a:xfrm>
            <a:off x="5181480" y="1898309"/>
            <a:ext cx="373320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C:\Program Files\PowerShell\7\</a:t>
            </a:r>
          </a:p>
        </p:txBody>
      </p:sp>
      <p:sp>
        <p:nvSpPr>
          <p:cNvPr id="24" name="Right2">
            <a:extLst>
              <a:ext uri="{FF2B5EF4-FFF2-40B4-BE49-F238E27FC236}">
                <a16:creationId xmlns:a16="http://schemas.microsoft.com/office/drawing/2014/main" id="{6E8F6056-99E7-8532-4B24-08DDADBA1D73}"/>
              </a:ext>
            </a:extLst>
          </p:cNvPr>
          <p:cNvSpPr/>
          <p:nvPr/>
        </p:nvSpPr>
        <p:spPr>
          <a:xfrm>
            <a:off x="5181480" y="2656037"/>
            <a:ext cx="373320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Most cross-platform modules</a:t>
            </a:r>
            <a:r>
              <a:rPr lang="en-US" sz="1200">
                <a:solidFill>
                  <a:srgbClr val="023047"/>
                </a:solidFill>
                <a:latin typeface="Segoe UI" panose="020B0502040204020203" pitchFamily="34" charset="0"/>
              </a:rPr>
              <a:t>; some </a:t>
            </a:r>
            <a:r>
              <a:rPr lang="en-US" sz="1200" dirty="0">
                <a:solidFill>
                  <a:srgbClr val="023047"/>
                </a:solidFill>
                <a:latin typeface="Segoe UI" panose="020B0502040204020203" pitchFamily="34" charset="0"/>
              </a:rPr>
              <a:t>Windows modules via</a:t>
            </a:r>
            <a:r>
              <a:rPr lang="en-US" sz="1200">
                <a:solidFill>
                  <a:srgbClr val="023047"/>
                </a:solidFill>
                <a:latin typeface="Segoe UI" panose="020B0502040204020203" pitchFamily="34" charset="0"/>
              </a:rPr>
              <a:t> </a:t>
            </a:r>
            <a:r>
              <a:rPr lang="en-US" sz="1200" dirty="0">
                <a:solidFill>
                  <a:srgbClr val="023047"/>
                </a:solidFill>
                <a:latin typeface="Segoe UI" panose="020B0502040204020203" pitchFamily="34" charset="0"/>
              </a:rPr>
              <a:t>Compatibility layer (WinPS)</a:t>
            </a:r>
          </a:p>
        </p:txBody>
      </p:sp>
      <p:sp>
        <p:nvSpPr>
          <p:cNvPr id="25" name="Right3">
            <a:extLst>
              <a:ext uri="{FF2B5EF4-FFF2-40B4-BE49-F238E27FC236}">
                <a16:creationId xmlns:a16="http://schemas.microsoft.com/office/drawing/2014/main" id="{D0C0B39A-A121-6944-C0D7-A1A245C392C5}"/>
              </a:ext>
            </a:extLst>
          </p:cNvPr>
          <p:cNvSpPr/>
          <p:nvPr/>
        </p:nvSpPr>
        <p:spPr>
          <a:xfrm>
            <a:off x="5181480" y="3413765"/>
            <a:ext cx="373320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Side-by-side install</a:t>
            </a:r>
          </a:p>
          <a:p>
            <a:pPr>
              <a:buNone/>
            </a:pPr>
            <a:r>
              <a:rPr lang="en-US" sz="1200" dirty="0">
                <a:solidFill>
                  <a:srgbClr val="023047"/>
                </a:solidFill>
                <a:latin typeface="Segoe UI" panose="020B0502040204020203" pitchFamily="34" charset="0"/>
              </a:rPr>
              <a:t>Does not replace 5.1</a:t>
            </a:r>
          </a:p>
          <a:p>
            <a:pPr>
              <a:buNone/>
            </a:pPr>
            <a:r>
              <a:rPr lang="en-US" sz="1200" dirty="0">
                <a:solidFill>
                  <a:srgbClr val="023047"/>
                </a:solidFill>
                <a:latin typeface="Segoe UI" panose="020B0502040204020203" pitchFamily="34" charset="0"/>
              </a:rPr>
              <a:t>Runs as pwsh.exe</a:t>
            </a:r>
          </a:p>
        </p:txBody>
      </p:sp>
      <p:sp>
        <p:nvSpPr>
          <p:cNvPr id="26" name="Right4">
            <a:extLst>
              <a:ext uri="{FF2B5EF4-FFF2-40B4-BE49-F238E27FC236}">
                <a16:creationId xmlns:a16="http://schemas.microsoft.com/office/drawing/2014/main" id="{1FC0B354-1E07-27C7-3E97-E6A51622723E}"/>
              </a:ext>
            </a:extLst>
          </p:cNvPr>
          <p:cNvSpPr/>
          <p:nvPr/>
        </p:nvSpPr>
        <p:spPr>
          <a:xfrm>
            <a:off x="5181480" y="4171493"/>
            <a:ext cx="3733200" cy="757728"/>
          </a:xfrm>
          <a:prstGeom prst="rect">
            <a:avLst/>
          </a:prstGeom>
          <a:noFill/>
          <a:ln w="0">
            <a:noFill/>
          </a:ln>
        </p:spPr>
        <p:txBody>
          <a:bodyPr wrap="square" lIns="91440" tIns="45720" rIns="91440" bIns="45720" rtlCol="0" anchor="ctr">
            <a:normAutofit/>
          </a:bodyPr>
          <a:lstStyle/>
          <a:p>
            <a:pPr>
              <a:buNone/>
            </a:pPr>
            <a:r>
              <a:rPr lang="en-US" sz="1200" dirty="0">
                <a:solidFill>
                  <a:srgbClr val="023047"/>
                </a:solidFill>
                <a:latin typeface="Segoe UI" panose="020B0502040204020203" pitchFamily="34" charset="0"/>
              </a:rPr>
              <a:t>Modern scripting &amp; DevOps</a:t>
            </a:r>
          </a:p>
          <a:p>
            <a:pPr>
              <a:buNone/>
            </a:pPr>
            <a:r>
              <a:rPr lang="en-US" sz="1200" dirty="0">
                <a:solidFill>
                  <a:srgbClr val="023047"/>
                </a:solidFill>
                <a:latin typeface="Segoe UI" panose="020B0502040204020203" pitchFamily="34" charset="0"/>
              </a:rPr>
              <a:t>Cross-platform automation</a:t>
            </a:r>
          </a:p>
          <a:p>
            <a:pPr>
              <a:buNone/>
            </a:pPr>
            <a:r>
              <a:rPr lang="en-US" sz="1200" dirty="0">
                <a:solidFill>
                  <a:srgbClr val="023047"/>
                </a:solidFill>
                <a:latin typeface="Segoe UI" panose="020B0502040204020203" pitchFamily="34" charset="0"/>
              </a:rPr>
              <a:t>Azure &amp; cloud tooling</a:t>
            </a:r>
          </a:p>
        </p:txBody>
      </p:sp>
      <p:sp>
        <p:nvSpPr>
          <p:cNvPr id="27" name="Course footer">
            <a:extLst>
              <a:ext uri="{FF2B5EF4-FFF2-40B4-BE49-F238E27FC236}">
                <a16:creationId xmlns:a16="http://schemas.microsoft.com/office/drawing/2014/main" id="{1FF5CEBA-F421-C1BE-C4B3-C10289BD2FE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8" name="TextBox 27">
            <a:extLst>
              <a:ext uri="{FF2B5EF4-FFF2-40B4-BE49-F238E27FC236}">
                <a16:creationId xmlns:a16="http://schemas.microsoft.com/office/drawing/2014/main" id="{715E3FC7-CB20-BF67-9C4F-77EC58444A1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1611187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A46C-D40D-BDC9-8898-5261D776BADB}"/>
              </a:ext>
            </a:extLst>
          </p:cNvPr>
          <p:cNvSpPr>
            <a:spLocks noGrp="1"/>
          </p:cNvSpPr>
          <p:nvPr>
            <p:ph type="title"/>
          </p:nvPr>
        </p:nvSpPr>
        <p:spPr/>
        <p:txBody>
          <a:bodyPr wrap="square">
            <a:noAutofit/>
          </a:bodyPr>
          <a:lstStyle/>
          <a:p>
            <a:r>
              <a:rPr lang="en-GB"/>
              <a:t>Considerations when using PowerShell</a:t>
            </a:r>
          </a:p>
        </p:txBody>
      </p:sp>
      <p:sp>
        <p:nvSpPr>
          <p:cNvPr id="3" name="Text Placeholder 10">
            <a:extLst>
              <a:ext uri="{FF2B5EF4-FFF2-40B4-BE49-F238E27FC236}">
                <a16:creationId xmlns:a16="http://schemas.microsoft.com/office/drawing/2014/main" id="{E4900D95-81B8-8F9C-1AE8-EE439B171ADC}"/>
              </a:ext>
            </a:extLst>
          </p:cNvPr>
          <p:cNvSpPr txBox="1">
            <a:spLocks/>
          </p:cNvSpPr>
          <p:nvPr/>
        </p:nvSpPr>
        <p:spPr>
          <a:xfrm>
            <a:off x="444500" y="722630"/>
            <a:ext cx="8260556" cy="3490699"/>
          </a:xfrm>
          <a:prstGeom prst="rect">
            <a:avLst/>
          </a:prstGeom>
        </p:spPr>
        <p:txBody>
          <a:bodyPr>
            <a:normAutofit lnSpcReduction="10000"/>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lvl="2">
              <a:spcBef>
                <a:spcPts val="450"/>
              </a:spcBef>
              <a:spcAft>
                <a:spcPts val="450"/>
              </a:spcAft>
            </a:pPr>
            <a:r>
              <a:rPr lang="en-US" sz="1650">
                <a:latin typeface="Segoe UI" panose="020B0502040204020203" pitchFamily="34" charset="0"/>
              </a:rPr>
              <a:t>When using PowerShell, you should:</a:t>
            </a:r>
          </a:p>
          <a:p>
            <a:pPr marL="328613" lvl="2" indent="-147638">
              <a:spcBef>
                <a:spcPts val="0"/>
              </a:spcBef>
              <a:spcAft>
                <a:spcPts val="150"/>
              </a:spcAft>
            </a:pPr>
            <a:r>
              <a:rPr lang="en-US" sz="1350">
                <a:latin typeface="Segoe UI" panose="020B0502040204020203" pitchFamily="34" charset="0"/>
              </a:rPr>
              <a:t>Install and use PowerShell side-by-side with Windows PowerShell:</a:t>
            </a:r>
          </a:p>
          <a:p>
            <a:pPr marL="598885" lvl="3" indent="-164306">
              <a:spcBef>
                <a:spcPts val="0"/>
              </a:spcBef>
              <a:spcAft>
                <a:spcPts val="300"/>
              </a:spcAft>
              <a:buFont typeface="Segoe UI" panose="020B0502040204020203" pitchFamily="34" charset="0"/>
              <a:buChar char="–"/>
            </a:pPr>
            <a:r>
              <a:rPr lang="en-US" sz="1200">
                <a:latin typeface="Segoe UI" panose="020B0502040204020203" pitchFamily="34" charset="0"/>
              </a:rPr>
              <a:t>PowerShell uses a separate installation path and executable name (pwsh.exe).</a:t>
            </a:r>
          </a:p>
          <a:p>
            <a:pPr marL="598885" lvl="3" indent="-164306">
              <a:spcBef>
                <a:spcPts val="450"/>
              </a:spcBef>
              <a:spcAft>
                <a:spcPts val="300"/>
              </a:spcAft>
              <a:buFont typeface="Segoe UI" panose="020B0502040204020203" pitchFamily="34" charset="0"/>
              <a:buChar char="–"/>
            </a:pPr>
            <a:r>
              <a:rPr lang="en-US" sz="1200">
                <a:latin typeface="Segoe UI" panose="020B0502040204020203" pitchFamily="34" charset="0"/>
              </a:rPr>
              <a:t>PowerShell uses a separate PSModulePath, profile, and event logs.</a:t>
            </a:r>
          </a:p>
          <a:p>
            <a:pPr marL="598885" lvl="3" indent="-164306">
              <a:spcBef>
                <a:spcPts val="450"/>
              </a:spcBef>
              <a:spcAft>
                <a:spcPts val="300"/>
              </a:spcAft>
              <a:buFont typeface="Segoe UI" panose="020B0502040204020203" pitchFamily="34" charset="0"/>
              <a:buChar char="–"/>
            </a:pPr>
            <a:r>
              <a:rPr lang="en-US" sz="1200">
                <a:latin typeface="Segoe UI" panose="020B0502040204020203" pitchFamily="34" charset="0"/>
              </a:rPr>
              <a:t>You identify the PowerShell version by using </a:t>
            </a:r>
            <a:r>
              <a:rPr lang="en-US" sz="1200" b="1">
                <a:latin typeface="Segoe UI" panose="020B0502040204020203" pitchFamily="34" charset="0"/>
              </a:rPr>
              <a:t>$PSVersionTable.</a:t>
            </a:r>
          </a:p>
          <a:p>
            <a:pPr marL="328613" lvl="2" indent="-147638">
              <a:spcBef>
                <a:spcPts val="450"/>
              </a:spcBef>
              <a:spcAft>
                <a:spcPts val="150"/>
              </a:spcAft>
            </a:pPr>
            <a:r>
              <a:rPr lang="en-US" sz="1350">
                <a:latin typeface="Segoe UI" panose="020B0502040204020203" pitchFamily="34" charset="0"/>
              </a:rPr>
              <a:t>Run PowerShell using Administrative credentials:</a:t>
            </a:r>
          </a:p>
          <a:p>
            <a:pPr marL="598885" lvl="3" indent="-164306">
              <a:spcBef>
                <a:spcPts val="0"/>
              </a:spcBef>
              <a:spcAft>
                <a:spcPts val="300"/>
              </a:spcAft>
              <a:buFont typeface="Segoe UI" panose="020B0502040204020203" pitchFamily="34" charset="0"/>
              <a:buChar char="–"/>
            </a:pPr>
            <a:r>
              <a:rPr lang="en-US" sz="1200">
                <a:latin typeface="Segoe UI" panose="020B0502040204020203" pitchFamily="34" charset="0"/>
              </a:rPr>
              <a:t>64-bit operating systems include both 64-bit and 32-bit versions of PowerShell.</a:t>
            </a:r>
          </a:p>
          <a:p>
            <a:pPr marL="598885" lvl="3" indent="-164306">
              <a:spcBef>
                <a:spcPts val="450"/>
              </a:spcBef>
              <a:spcAft>
                <a:spcPts val="300"/>
              </a:spcAft>
              <a:buFont typeface="Segoe UI" panose="020B0502040204020203" pitchFamily="34" charset="0"/>
              <a:buChar char="–"/>
            </a:pPr>
            <a:r>
              <a:rPr lang="en-US" sz="1200">
                <a:latin typeface="Segoe UI" panose="020B0502040204020203" pitchFamily="34" charset="0"/>
              </a:rPr>
              <a:t>The Windows title bar must display </a:t>
            </a:r>
            <a:r>
              <a:rPr lang="en-US" sz="1200" b="1">
                <a:latin typeface="Segoe UI" panose="020B0502040204020203" pitchFamily="34" charset="0"/>
              </a:rPr>
              <a:t>Administrator</a:t>
            </a:r>
            <a:r>
              <a:rPr lang="en-US" sz="1200">
                <a:latin typeface="Segoe UI" panose="020B0502040204020203" pitchFamily="34" charset="0"/>
              </a:rPr>
              <a:t> if you need administrative privileges in Windows PowerShell.</a:t>
            </a:r>
          </a:p>
          <a:p>
            <a:pPr marL="598885" lvl="3" indent="-164306">
              <a:spcBef>
                <a:spcPts val="450"/>
              </a:spcBef>
              <a:spcAft>
                <a:spcPts val="300"/>
              </a:spcAft>
              <a:buFont typeface="Segoe UI" panose="020B0502040204020203" pitchFamily="34" charset="0"/>
              <a:buChar char="–"/>
            </a:pPr>
            <a:r>
              <a:rPr lang="en-US" sz="1200">
                <a:latin typeface="Segoe UI" panose="020B0502040204020203" pitchFamily="34" charset="0"/>
              </a:rPr>
              <a:t>When UAC is enabled, you must right-click the application icon or activate its context menu to run as Administrator.</a:t>
            </a:r>
            <a:endParaRPr lang="en-US">
              <a:latin typeface="Segoe UI" panose="020B0502040204020203" pitchFamily="34" charset="0"/>
            </a:endParaRPr>
          </a:p>
          <a:p>
            <a:pPr marL="328613" lvl="2" indent="-147638">
              <a:spcBef>
                <a:spcPts val="450"/>
              </a:spcBef>
              <a:spcAft>
                <a:spcPts val="150"/>
              </a:spcAft>
            </a:pPr>
            <a:r>
              <a:rPr lang="en-US" sz="1350">
                <a:latin typeface="Segoe UI" panose="020B0502040204020203" pitchFamily="34" charset="0"/>
              </a:rPr>
              <a:t>Identify and modify the execution policy in PowerShell:</a:t>
            </a:r>
          </a:p>
          <a:p>
            <a:pPr marL="598885" lvl="3" indent="-164306">
              <a:spcBef>
                <a:spcPts val="0"/>
              </a:spcBef>
              <a:spcAft>
                <a:spcPts val="300"/>
              </a:spcAft>
              <a:buFont typeface="Segoe UI" panose="020B0502040204020203" pitchFamily="34" charset="0"/>
              <a:buChar char="–"/>
            </a:pPr>
            <a:r>
              <a:rPr lang="en-US" sz="1200">
                <a:latin typeface="Segoe UI" panose="020B0502040204020203" pitchFamily="34" charset="0"/>
              </a:rPr>
              <a:t>Use </a:t>
            </a:r>
            <a:r>
              <a:rPr lang="en-US" sz="1200" b="1">
                <a:latin typeface="Segoe UI" panose="020B0502040204020203" pitchFamily="34" charset="0"/>
              </a:rPr>
              <a:t>Get-ExecutionPolicy </a:t>
            </a:r>
            <a:r>
              <a:rPr lang="en-US" sz="1200">
                <a:latin typeface="Segoe UI" panose="020B0502040204020203" pitchFamily="34" charset="0"/>
              </a:rPr>
              <a:t>to identify the effective execution policy in PowerShell.</a:t>
            </a:r>
          </a:p>
          <a:p>
            <a:pPr marL="598885" lvl="3" indent="-164306">
              <a:spcBef>
                <a:spcPts val="450"/>
              </a:spcBef>
              <a:spcAft>
                <a:spcPts val="300"/>
              </a:spcAft>
              <a:buFont typeface="Segoe UI" panose="020B0502040204020203" pitchFamily="34" charset="0"/>
              <a:buChar char="–"/>
            </a:pPr>
            <a:r>
              <a:rPr lang="en-US" sz="1200">
                <a:latin typeface="Segoe UI" panose="020B0502040204020203" pitchFamily="34" charset="0"/>
              </a:rPr>
              <a:t>Be aware that </a:t>
            </a:r>
            <a:r>
              <a:rPr lang="en-US" sz="1200" b="1">
                <a:latin typeface="Segoe UI" panose="020B0502040204020203" pitchFamily="34" charset="0"/>
              </a:rPr>
              <a:t>Restricted</a:t>
            </a:r>
            <a:r>
              <a:rPr lang="en-US" sz="1200">
                <a:latin typeface="Segoe UI" panose="020B0502040204020203" pitchFamily="34" charset="0"/>
              </a:rPr>
              <a:t> is the default for Windows clients and </a:t>
            </a:r>
            <a:r>
              <a:rPr lang="en-US" sz="1200" b="1">
                <a:latin typeface="Segoe UI" panose="020B0502040204020203" pitchFamily="34" charset="0"/>
              </a:rPr>
              <a:t>RemoteSigned</a:t>
            </a:r>
            <a:r>
              <a:rPr lang="en-US" sz="1200">
                <a:latin typeface="Segoe UI" panose="020B0502040204020203" pitchFamily="34" charset="0"/>
              </a:rPr>
              <a:t> is the default for</a:t>
            </a:r>
            <a:br>
              <a:rPr lang="en-US" sz="1200">
                <a:latin typeface="Segoe UI" panose="020B0502040204020203" pitchFamily="34" charset="0"/>
              </a:rPr>
            </a:br>
            <a:r>
              <a:rPr lang="en-US" sz="1200">
                <a:latin typeface="Segoe UI" panose="020B0502040204020203" pitchFamily="34" charset="0"/>
              </a:rPr>
              <a:t>Windows servers.</a:t>
            </a:r>
            <a:endParaRPr lang="en-US" sz="1200" dirty="0">
              <a:latin typeface="Segoe UI" panose="020B0502040204020203" pitchFamily="34" charset="0"/>
            </a:endParaRPr>
          </a:p>
        </p:txBody>
      </p:sp>
      <p:sp>
        <p:nvSpPr>
          <p:cNvPr id="4" name="Course footer">
            <a:extLst>
              <a:ext uri="{FF2B5EF4-FFF2-40B4-BE49-F238E27FC236}">
                <a16:creationId xmlns:a16="http://schemas.microsoft.com/office/drawing/2014/main" id="{B34B589A-E310-B263-6BB3-F4A64754122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89F1F973-0FB8-C49C-684E-B4D43AC4F7E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194884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1155-D2A1-5339-C866-CC90541C8A31}"/>
              </a:ext>
            </a:extLst>
          </p:cNvPr>
          <p:cNvSpPr>
            <a:spLocks noGrp="1"/>
          </p:cNvSpPr>
          <p:nvPr>
            <p:ph type="title"/>
          </p:nvPr>
        </p:nvSpPr>
        <p:spPr/>
        <p:txBody>
          <a:bodyPr wrap="square">
            <a:noAutofit/>
          </a:bodyPr>
          <a:lstStyle/>
          <a:p>
            <a:r>
              <a:rPr lang="en-GB"/>
              <a:t>Using Visual Studio Code with PowerShell</a:t>
            </a:r>
          </a:p>
        </p:txBody>
      </p:sp>
      <p:sp>
        <p:nvSpPr>
          <p:cNvPr id="3" name="Text Placeholder 10">
            <a:extLst>
              <a:ext uri="{FF2B5EF4-FFF2-40B4-BE49-F238E27FC236}">
                <a16:creationId xmlns:a16="http://schemas.microsoft.com/office/drawing/2014/main" id="{6752AE0A-23F3-D0C0-01DA-53291D198108}"/>
              </a:ext>
            </a:extLst>
          </p:cNvPr>
          <p:cNvSpPr txBox="1">
            <a:spLocks/>
          </p:cNvSpPr>
          <p:nvPr/>
        </p:nvSpPr>
        <p:spPr>
          <a:xfrm>
            <a:off x="444500" y="1241901"/>
            <a:ext cx="8260106" cy="3252172"/>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marL="211931" lvl="2" indent="-211931">
              <a:spcBef>
                <a:spcPts val="450"/>
              </a:spcBef>
              <a:spcAft>
                <a:spcPts val="450"/>
              </a:spcAft>
            </a:pPr>
            <a:r>
              <a:rPr lang="en-US" sz="1650">
                <a:latin typeface="Segoe UI" panose="020B0502040204020203" pitchFamily="34" charset="0"/>
              </a:rPr>
              <a:t>Visual Studio Code is a Microsoft Script Editor that offers a similar experience to the PowerShell ISE when you’re using the PowerShell extension add-on.</a:t>
            </a:r>
          </a:p>
          <a:p>
            <a:pPr marL="211931" lvl="2" indent="-211931">
              <a:spcBef>
                <a:spcPts val="450"/>
              </a:spcBef>
              <a:spcAft>
                <a:spcPts val="450"/>
              </a:spcAft>
            </a:pPr>
            <a:r>
              <a:rPr lang="en-US" sz="1650">
                <a:latin typeface="Segoe UI" panose="020B0502040204020203" pitchFamily="34" charset="0"/>
              </a:rPr>
              <a:t>Supports the following:</a:t>
            </a:r>
          </a:p>
          <a:p>
            <a:pPr marL="517922" lvl="3" indent="-219075">
              <a:spcBef>
                <a:spcPts val="0"/>
              </a:spcBef>
              <a:spcAft>
                <a:spcPts val="450"/>
              </a:spcAft>
              <a:buFont typeface="Segoe UI" panose="020B0502040204020203" pitchFamily="34" charset="0"/>
              <a:buChar char="–"/>
            </a:pPr>
            <a:r>
              <a:rPr lang="en-US" sz="1350">
                <a:latin typeface="Segoe UI" panose="020B0502040204020203" pitchFamily="34" charset="0"/>
              </a:rPr>
              <a:t>PowerShell Core 6, 7, and newer for Windows, macOS, and Linux.</a:t>
            </a:r>
          </a:p>
          <a:p>
            <a:pPr marL="517922" lvl="3" indent="-219075">
              <a:spcBef>
                <a:spcPts val="450"/>
              </a:spcBef>
              <a:spcAft>
                <a:spcPts val="450"/>
              </a:spcAft>
              <a:buFont typeface="Segoe UI" panose="020B0502040204020203" pitchFamily="34" charset="0"/>
              <a:buChar char="–"/>
            </a:pPr>
            <a:r>
              <a:rPr lang="en-US" sz="1350">
                <a:latin typeface="Segoe UI" panose="020B0502040204020203" pitchFamily="34" charset="0"/>
              </a:rPr>
              <a:t>PowerShell 5.1 for Windows.</a:t>
            </a:r>
          </a:p>
          <a:p>
            <a:pPr marL="211931" lvl="2" indent="-211931">
              <a:spcBef>
                <a:spcPts val="450"/>
              </a:spcBef>
              <a:spcAft>
                <a:spcPts val="450"/>
              </a:spcAft>
            </a:pPr>
            <a:r>
              <a:rPr lang="en-US" sz="1650">
                <a:latin typeface="Segoe UI" panose="020B0502040204020203" pitchFamily="34" charset="0"/>
              </a:rPr>
              <a:t>Supports ISE mode, which enables:</a:t>
            </a:r>
          </a:p>
          <a:p>
            <a:pPr marL="517922" lvl="3" indent="-219075">
              <a:spcBef>
                <a:spcPts val="0"/>
              </a:spcBef>
              <a:spcAft>
                <a:spcPts val="450"/>
              </a:spcAft>
              <a:buFont typeface="Segoe UI" panose="020B0502040204020203" pitchFamily="34" charset="0"/>
              <a:buChar char="–"/>
            </a:pPr>
            <a:r>
              <a:rPr lang="en-US" sz="1350">
                <a:latin typeface="Segoe UI" panose="020B0502040204020203" pitchFamily="34" charset="0"/>
              </a:rPr>
              <a:t>Mapping keyboard functions in VS Code so they match those used in the ISE.</a:t>
            </a:r>
          </a:p>
          <a:p>
            <a:pPr marL="517922" lvl="3" indent="-219075">
              <a:spcBef>
                <a:spcPts val="450"/>
              </a:spcBef>
              <a:spcAft>
                <a:spcPts val="450"/>
              </a:spcAft>
              <a:buFont typeface="Segoe UI" panose="020B0502040204020203" pitchFamily="34" charset="0"/>
              <a:buChar char="–"/>
            </a:pPr>
            <a:r>
              <a:rPr lang="en-US" sz="1350">
                <a:latin typeface="Segoe UI" panose="020B0502040204020203" pitchFamily="34" charset="0"/>
              </a:rPr>
              <a:t>Replicating the VS Code user interface to resemble the ISE.</a:t>
            </a:r>
          </a:p>
          <a:p>
            <a:pPr marL="517922" lvl="3" indent="-219075">
              <a:spcBef>
                <a:spcPts val="450"/>
              </a:spcBef>
              <a:spcAft>
                <a:spcPts val="450"/>
              </a:spcAft>
              <a:buFont typeface="Segoe UI" panose="020B0502040204020203" pitchFamily="34" charset="0"/>
              <a:buChar char="–"/>
            </a:pPr>
            <a:r>
              <a:rPr lang="en-US" sz="1350">
                <a:latin typeface="Segoe UI" panose="020B0502040204020203" pitchFamily="34" charset="0"/>
              </a:rPr>
              <a:t>Enabling ISE-like tab completion.</a:t>
            </a:r>
          </a:p>
          <a:p>
            <a:pPr marL="517922" lvl="3" indent="-219075">
              <a:spcBef>
                <a:spcPts val="450"/>
              </a:spcBef>
              <a:spcAft>
                <a:spcPts val="450"/>
              </a:spcAft>
              <a:buFont typeface="Segoe UI" panose="020B0502040204020203" pitchFamily="34" charset="0"/>
              <a:buChar char="–"/>
            </a:pPr>
            <a:r>
              <a:rPr lang="en-US" sz="1350">
                <a:latin typeface="Segoe UI" panose="020B0502040204020203" pitchFamily="34" charset="0"/>
              </a:rPr>
              <a:t>Providing several ISE themes to make the VS Code editor look like the ISE.</a:t>
            </a:r>
            <a:endParaRPr lang="en-US" sz="1350" dirty="0">
              <a:latin typeface="Segoe UI" panose="020B0502040204020203" pitchFamily="34" charset="0"/>
            </a:endParaRPr>
          </a:p>
        </p:txBody>
      </p:sp>
      <p:sp>
        <p:nvSpPr>
          <p:cNvPr id="4" name="Course footer">
            <a:extLst>
              <a:ext uri="{FF2B5EF4-FFF2-40B4-BE49-F238E27FC236}">
                <a16:creationId xmlns:a16="http://schemas.microsoft.com/office/drawing/2014/main" id="{EB0AFB1A-5348-CA98-8FE6-009B688BF2E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61CA9E1E-FE2B-004B-5009-596453CC286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190185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F87-ACE2-5B2F-46B3-87B908BB9181}"/>
              </a:ext>
            </a:extLst>
          </p:cNvPr>
          <p:cNvSpPr>
            <a:spLocks noGrp="1"/>
          </p:cNvSpPr>
          <p:nvPr>
            <p:ph type="title"/>
          </p:nvPr>
        </p:nvSpPr>
        <p:spPr/>
        <p:txBody>
          <a:bodyPr wrap="square">
            <a:noAutofit/>
          </a:bodyPr>
          <a:lstStyle/>
          <a:p>
            <a:r>
              <a:rPr lang="en-GB"/>
              <a:t>Module overview</a:t>
            </a:r>
          </a:p>
        </p:txBody>
      </p:sp>
      <p:sp>
        <p:nvSpPr>
          <p:cNvPr id="3" name="Content Placeholder 8">
            <a:extLst>
              <a:ext uri="{FF2B5EF4-FFF2-40B4-BE49-F238E27FC236}">
                <a16:creationId xmlns:a16="http://schemas.microsoft.com/office/drawing/2014/main" id="{311096A5-D861-2F9A-D350-02051B99DFEC}"/>
              </a:ext>
            </a:extLst>
          </p:cNvPr>
          <p:cNvSpPr txBox="1">
            <a:spLocks/>
          </p:cNvSpPr>
          <p:nvPr/>
        </p:nvSpPr>
        <p:spPr>
          <a:xfrm>
            <a:off x="615950" y="1153001"/>
            <a:ext cx="7914132" cy="3531736"/>
          </a:xfrm>
          <a:prstGeom prst="rect">
            <a:avLst/>
          </a:prstGeom>
        </p:spPr>
        <p:txBody>
          <a:bodyPr wrap="square" lIns="0">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lvl="1">
              <a:spcBef>
                <a:spcPts val="900"/>
              </a:spcBef>
              <a:defRPr/>
            </a:pPr>
            <a:r>
              <a:rPr lang="en-US" sz="1650">
                <a:latin typeface="Segoe UI" panose="020B0502040204020203" pitchFamily="34" charset="0"/>
                <a:cs typeface="Segoe UI" panose="020B0502040204020203" pitchFamily="34" charset="0"/>
              </a:rPr>
              <a:t>In this Module, you’ll learn about the Windows PowerShell pipeline and some basic techniques for running multiple commands in it. Running commands individually is both cumbersome and inefficient. Understanding how the pipeline works is fundamental to your success in using Windows PowerShell for administration.</a:t>
            </a:r>
          </a:p>
          <a:p>
            <a:pPr lvl="1">
              <a:spcBef>
                <a:spcPts val="900"/>
              </a:spcBef>
              <a:defRPr/>
            </a:pPr>
            <a:r>
              <a:rPr lang="en-US" sz="1650">
                <a:latin typeface="Segoe UI" panose="020B0502040204020203" pitchFamily="34" charset="0"/>
                <a:cs typeface="Segoe UI" panose="020B0502040204020203" pitchFamily="34" charset="0"/>
              </a:rPr>
              <a:t>Units:</a:t>
            </a:r>
          </a:p>
          <a:p>
            <a:pPr marL="257175" lvl="1" indent="-165497">
              <a:spcBef>
                <a:spcPts val="450"/>
              </a:spcBef>
              <a:spcAft>
                <a:spcPts val="450"/>
              </a:spcAft>
              <a:defRPr/>
            </a:pPr>
            <a:r>
              <a:rPr lang="en-US" sz="1350">
                <a:latin typeface="Segoe UI" panose="020B0502040204020203" pitchFamily="34" charset="0"/>
              </a:rPr>
              <a:t>What is the pipeline?</a:t>
            </a:r>
          </a:p>
          <a:p>
            <a:pPr marL="257175" lvl="1" indent="-165497">
              <a:spcBef>
                <a:spcPts val="450"/>
              </a:spcBef>
              <a:spcAft>
                <a:spcPts val="450"/>
              </a:spcAft>
              <a:defRPr/>
            </a:pPr>
            <a:r>
              <a:rPr lang="en-US" sz="1350">
                <a:latin typeface="Segoe UI" panose="020B0502040204020203" pitchFamily="34" charset="0"/>
              </a:rPr>
              <a:t>Pipeline output</a:t>
            </a:r>
          </a:p>
          <a:p>
            <a:pPr marL="257175" lvl="1" indent="-165497">
              <a:spcBef>
                <a:spcPts val="450"/>
              </a:spcBef>
              <a:spcAft>
                <a:spcPts val="450"/>
              </a:spcAft>
              <a:defRPr/>
            </a:pPr>
            <a:r>
              <a:rPr lang="en-US" sz="1350">
                <a:latin typeface="Segoe UI" panose="020B0502040204020203" pitchFamily="34" charset="0"/>
              </a:rPr>
              <a:t>Discovering object members</a:t>
            </a:r>
          </a:p>
          <a:p>
            <a:pPr marL="257175" lvl="1" indent="-165497">
              <a:spcBef>
                <a:spcPts val="450"/>
              </a:spcBef>
              <a:spcAft>
                <a:spcPts val="450"/>
              </a:spcAft>
              <a:defRPr/>
            </a:pPr>
            <a:r>
              <a:rPr lang="en-US" sz="1350">
                <a:latin typeface="Segoe UI" panose="020B0502040204020203" pitchFamily="34" charset="0"/>
              </a:rPr>
              <a:t>Demonstration: Reviewing object members</a:t>
            </a:r>
          </a:p>
          <a:p>
            <a:pPr marL="257175" lvl="1" indent="-165497">
              <a:spcBef>
                <a:spcPts val="450"/>
              </a:spcBef>
              <a:spcAft>
                <a:spcPts val="450"/>
              </a:spcAft>
              <a:defRPr/>
            </a:pPr>
            <a:r>
              <a:rPr lang="en-US" sz="1350">
                <a:latin typeface="Segoe UI" panose="020B0502040204020203" pitchFamily="34" charset="0"/>
              </a:rPr>
              <a:t>Formatting pipeline output</a:t>
            </a:r>
          </a:p>
          <a:p>
            <a:pPr marL="257175" lvl="1" indent="-165497">
              <a:spcBef>
                <a:spcPts val="450"/>
              </a:spcBef>
              <a:spcAft>
                <a:spcPts val="450"/>
              </a:spcAft>
              <a:defRPr/>
            </a:pPr>
            <a:r>
              <a:rPr lang="en-US" sz="1350">
                <a:latin typeface="Segoe UI" panose="020B0502040204020203" pitchFamily="34" charset="0"/>
              </a:rPr>
              <a:t>Demonstration: Formatting pipeline output</a:t>
            </a:r>
            <a:endParaRPr lang="en-US" sz="1350" dirty="0">
              <a:latin typeface="Segoe UI" panose="020B0502040204020203" pitchFamily="34" charset="0"/>
            </a:endParaRPr>
          </a:p>
        </p:txBody>
      </p:sp>
      <p:sp>
        <p:nvSpPr>
          <p:cNvPr id="4" name="Course footer">
            <a:extLst>
              <a:ext uri="{FF2B5EF4-FFF2-40B4-BE49-F238E27FC236}">
                <a16:creationId xmlns:a16="http://schemas.microsoft.com/office/drawing/2014/main" id="{AA8B84DB-4314-90A6-7132-F755E898AC4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1AB10BD9-D857-25F9-FCFD-89903FCFB52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4382088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D965-4806-4A4D-BE85-8D22A0B0D331}"/>
              </a:ext>
            </a:extLst>
          </p:cNvPr>
          <p:cNvSpPr>
            <a:spLocks noGrp="1"/>
          </p:cNvSpPr>
          <p:nvPr>
            <p:ph type="title"/>
          </p:nvPr>
        </p:nvSpPr>
        <p:spPr/>
        <p:txBody>
          <a:bodyPr wrap="square">
            <a:noAutofit/>
          </a:bodyPr>
          <a:lstStyle/>
          <a:p>
            <a:r>
              <a:rPr lang="en-GB"/>
              <a:t>What is the pipeline?</a:t>
            </a:r>
          </a:p>
        </p:txBody>
      </p:sp>
      <p:sp>
        <p:nvSpPr>
          <p:cNvPr id="3" name="Text Placeholder 11">
            <a:extLst>
              <a:ext uri="{FF2B5EF4-FFF2-40B4-BE49-F238E27FC236}">
                <a16:creationId xmlns:a16="http://schemas.microsoft.com/office/drawing/2014/main" id="{B81030C5-9649-F26E-A132-68F35D3EA56D}"/>
              </a:ext>
            </a:extLst>
          </p:cNvPr>
          <p:cNvSpPr txBox="1">
            <a:spLocks/>
          </p:cNvSpPr>
          <p:nvPr/>
        </p:nvSpPr>
        <p:spPr>
          <a:xfrm>
            <a:off x="444500" y="1426051"/>
            <a:ext cx="8258701" cy="253916"/>
          </a:xfrm>
          <a:prstGeom prst="rect">
            <a:avLst/>
          </a:prstGeom>
        </p:spPr>
        <p:txBody>
          <a:bodyPr>
            <a:normAutofit fontScale="77500" lnSpcReduction="20000"/>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r>
              <a:rPr lang="en-US">
                <a:latin typeface="Segoe UI" panose="020B0502040204020203" pitchFamily="34" charset="0"/>
              </a:rPr>
              <a:t>Consider the following regarding the PowerShell pipeline:</a:t>
            </a:r>
            <a:endParaRPr lang="en-US" dirty="0">
              <a:latin typeface="Segoe UI" panose="020B0502040204020203" pitchFamily="34" charset="0"/>
            </a:endParaRPr>
          </a:p>
        </p:txBody>
      </p:sp>
      <p:sp>
        <p:nvSpPr>
          <p:cNvPr id="4" name="Text Placeholder 11">
            <a:extLst>
              <a:ext uri="{FF2B5EF4-FFF2-40B4-BE49-F238E27FC236}">
                <a16:creationId xmlns:a16="http://schemas.microsoft.com/office/drawing/2014/main" id="{5CDA3B68-7B90-E973-2B4E-62E0C62754CD}"/>
              </a:ext>
            </a:extLst>
          </p:cNvPr>
          <p:cNvSpPr txBox="1">
            <a:spLocks/>
          </p:cNvSpPr>
          <p:nvPr/>
        </p:nvSpPr>
        <p:spPr>
          <a:xfrm>
            <a:off x="444500" y="1845152"/>
            <a:ext cx="8258701" cy="2469907"/>
          </a:xfrm>
          <a:prstGeom prst="rect">
            <a:avLst/>
          </a:prstGeom>
        </p:spPr>
        <p:txBody>
          <a:bodyPr vert="horz" wrap="square" lIns="0" tIns="0" rIns="0" bIns="0" rtlCol="0" anchor="t">
            <a:norm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19075" indent="-219075">
              <a:spcBef>
                <a:spcPts val="900"/>
              </a:spcBef>
              <a:buFont typeface="Arial" panose="020B0604020202020204" pitchFamily="34" charset="0"/>
              <a:buChar char="•"/>
            </a:pPr>
            <a:r>
              <a:rPr lang="en-US" sz="1650" dirty="0">
                <a:latin typeface="Segoe UI" panose="020B0502040204020203" pitchFamily="34" charset="0"/>
              </a:rPr>
              <a:t>Windows PowerShell runs commands in a pipeline.</a:t>
            </a:r>
          </a:p>
          <a:p>
            <a:pPr marL="219075" indent="-219075">
              <a:spcBef>
                <a:spcPts val="900"/>
              </a:spcBef>
              <a:buFont typeface="Arial" panose="020B0604020202020204" pitchFamily="34" charset="0"/>
              <a:buChar char="•"/>
            </a:pPr>
            <a:r>
              <a:rPr lang="en-US" sz="1650" dirty="0">
                <a:latin typeface="Segoe UI" panose="020B0502040204020203" pitchFamily="34" charset="0"/>
              </a:rPr>
              <a:t>Each console command line is a pipeline.</a:t>
            </a:r>
          </a:p>
          <a:p>
            <a:pPr marL="219075" indent="-219075">
              <a:spcBef>
                <a:spcPts val="900"/>
              </a:spcBef>
              <a:buFont typeface="Arial" panose="020B0604020202020204" pitchFamily="34" charset="0"/>
              <a:buChar char="•"/>
            </a:pPr>
            <a:r>
              <a:rPr lang="en-US" sz="1650" dirty="0">
                <a:latin typeface="Segoe UI" panose="020B0502040204020203" pitchFamily="34" charset="0"/>
              </a:rPr>
              <a:t>Commands are separated by a pipe character (</a:t>
            </a:r>
            <a:r>
              <a:rPr lang="en-US" sz="1650" b="1" dirty="0">
                <a:latin typeface="Segoe UI" panose="020B0502040204020203" pitchFamily="34" charset="0"/>
              </a:rPr>
              <a:t>|</a:t>
            </a:r>
            <a:r>
              <a:rPr lang="en-US" sz="1650" dirty="0">
                <a:latin typeface="Segoe UI" panose="020B0502040204020203" pitchFamily="34" charset="0"/>
              </a:rPr>
              <a:t>). </a:t>
            </a:r>
          </a:p>
          <a:p>
            <a:pPr marL="219075" indent="-219075">
              <a:spcBef>
                <a:spcPts val="900"/>
              </a:spcBef>
              <a:buFont typeface="Arial" panose="020B0604020202020204" pitchFamily="34" charset="0"/>
              <a:buChar char="•"/>
            </a:pPr>
            <a:r>
              <a:rPr lang="en-US" sz="1650" dirty="0">
                <a:latin typeface="Segoe UI" panose="020B0502040204020203" pitchFamily="34" charset="0"/>
              </a:rPr>
              <a:t>Commands execute from left to right.</a:t>
            </a:r>
          </a:p>
          <a:p>
            <a:pPr marL="219075" indent="-219075">
              <a:spcBef>
                <a:spcPts val="900"/>
              </a:spcBef>
              <a:buFont typeface="Arial" panose="020B0604020202020204" pitchFamily="34" charset="0"/>
              <a:buChar char="•"/>
            </a:pPr>
            <a:r>
              <a:rPr lang="en-US" sz="1650" dirty="0">
                <a:latin typeface="Segoe UI" panose="020B0502040204020203" pitchFamily="34" charset="0"/>
              </a:rPr>
              <a:t>Output of each command is </a:t>
            </a:r>
            <a:r>
              <a:rPr lang="en-US" sz="1650" i="1" dirty="0">
                <a:latin typeface="Segoe UI" panose="020B0502040204020203" pitchFamily="34" charset="0"/>
              </a:rPr>
              <a:t>piped</a:t>
            </a:r>
            <a:r>
              <a:rPr lang="en-US" sz="1650" dirty="0">
                <a:latin typeface="Segoe UI" panose="020B0502040204020203" pitchFamily="34" charset="0"/>
              </a:rPr>
              <a:t> (passed) to the next.</a:t>
            </a:r>
          </a:p>
          <a:p>
            <a:pPr marL="219075" indent="-219075">
              <a:spcBef>
                <a:spcPts val="900"/>
              </a:spcBef>
              <a:buFont typeface="Arial" panose="020B0604020202020204" pitchFamily="34" charset="0"/>
              <a:buChar char="•"/>
            </a:pPr>
            <a:r>
              <a:rPr lang="en-US" sz="1650" dirty="0">
                <a:latin typeface="Segoe UI" panose="020B0502040204020203" pitchFamily="34" charset="0"/>
              </a:rPr>
              <a:t>The output of the last command in the pipeline is what you notice on your screen.</a:t>
            </a:r>
          </a:p>
          <a:p>
            <a:pPr marL="219075" indent="-219075">
              <a:spcBef>
                <a:spcPts val="900"/>
              </a:spcBef>
              <a:buFont typeface="Arial" panose="020B0604020202020204" pitchFamily="34" charset="0"/>
              <a:buChar char="•"/>
            </a:pPr>
            <a:r>
              <a:rPr lang="en-US" sz="1650" dirty="0">
                <a:latin typeface="Segoe UI" panose="020B0502040204020203" pitchFamily="34" charset="0"/>
              </a:rPr>
              <a:t>Piped commands typically follow the pattern </a:t>
            </a:r>
            <a:r>
              <a:rPr lang="en-US" sz="1650" b="1" dirty="0">
                <a:latin typeface="Segoe UI" panose="020B0502040204020203" pitchFamily="34" charset="0"/>
              </a:rPr>
              <a:t>Get |Set, Get | Where</a:t>
            </a:r>
            <a:r>
              <a:rPr lang="en-US" sz="1650" dirty="0">
                <a:latin typeface="Segoe UI" panose="020B0502040204020203" pitchFamily="34" charset="0"/>
              </a:rPr>
              <a:t>, or </a:t>
            </a:r>
            <a:r>
              <a:rPr lang="en-US" sz="1650" b="1" dirty="0">
                <a:latin typeface="Segoe UI" panose="020B0502040204020203" pitchFamily="34" charset="0"/>
              </a:rPr>
              <a:t>Select | Set</a:t>
            </a:r>
            <a:r>
              <a:rPr lang="en-US" sz="1650" dirty="0">
                <a:latin typeface="Segoe UI" panose="020B0502040204020203" pitchFamily="34" charset="0"/>
              </a:rPr>
              <a:t>.</a:t>
            </a:r>
          </a:p>
        </p:txBody>
      </p:sp>
      <p:sp>
        <p:nvSpPr>
          <p:cNvPr id="5" name="Course footer">
            <a:extLst>
              <a:ext uri="{FF2B5EF4-FFF2-40B4-BE49-F238E27FC236}">
                <a16:creationId xmlns:a16="http://schemas.microsoft.com/office/drawing/2014/main" id="{1319FF99-7002-05E7-FF0E-ED73BDC60DB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252544FC-7802-FB1D-C4E7-B0AB4D509DB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292584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BE6E6-00D9-656F-0A60-4F1B5101165D}"/>
              </a:ext>
            </a:extLst>
          </p:cNvPr>
          <p:cNvSpPr>
            <a:spLocks noGrp="1"/>
          </p:cNvSpPr>
          <p:nvPr>
            <p:ph type="title"/>
          </p:nvPr>
        </p:nvSpPr>
        <p:spPr/>
        <p:txBody>
          <a:bodyPr wrap="square">
            <a:noAutofit/>
          </a:bodyPr>
          <a:lstStyle/>
          <a:p>
            <a:r>
              <a:rPr lang="en-GB"/>
              <a:t>What is the pipeline? (Slide 2)</a:t>
            </a:r>
          </a:p>
        </p:txBody>
      </p:sp>
      <p:sp>
        <p:nvSpPr>
          <p:cNvPr id="3" name="Text Placeholder 11">
            <a:extLst>
              <a:ext uri="{FF2B5EF4-FFF2-40B4-BE49-F238E27FC236}">
                <a16:creationId xmlns:a16="http://schemas.microsoft.com/office/drawing/2014/main" id="{568F3899-8803-0B65-F15A-629EC262531F}"/>
              </a:ext>
            </a:extLst>
          </p:cNvPr>
          <p:cNvSpPr txBox="1">
            <a:spLocks/>
          </p:cNvSpPr>
          <p:nvPr/>
        </p:nvSpPr>
        <p:spPr>
          <a:xfrm>
            <a:off x="444500" y="1781651"/>
            <a:ext cx="8258701" cy="253916"/>
          </a:xfrm>
          <a:prstGeom prst="rect">
            <a:avLst/>
          </a:prstGeom>
        </p:spPr>
        <p:txBody>
          <a:bodyPr>
            <a:normAutofit fontScale="77500" lnSpcReduction="20000"/>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r>
              <a:rPr lang="en-US">
                <a:latin typeface="Segoe UI" panose="020B0502040204020203" pitchFamily="34" charset="0"/>
              </a:rPr>
              <a:t>PowerShell objects can be compared to real-world items. </a:t>
            </a:r>
            <a:endParaRPr lang="en-US" dirty="0">
              <a:latin typeface="Segoe UI" panose="020B0502040204020203" pitchFamily="34" charset="0"/>
            </a:endParaRPr>
          </a:p>
        </p:txBody>
      </p:sp>
      <p:sp>
        <p:nvSpPr>
          <p:cNvPr id="4" name="Text Placeholder 11">
            <a:extLst>
              <a:ext uri="{FF2B5EF4-FFF2-40B4-BE49-F238E27FC236}">
                <a16:creationId xmlns:a16="http://schemas.microsoft.com/office/drawing/2014/main" id="{53074779-592F-4132-ADC4-2A1F4D1557A3}"/>
              </a:ext>
            </a:extLst>
          </p:cNvPr>
          <p:cNvSpPr txBox="1">
            <a:spLocks/>
          </p:cNvSpPr>
          <p:nvPr/>
        </p:nvSpPr>
        <p:spPr>
          <a:xfrm>
            <a:off x="444500" y="2200751"/>
            <a:ext cx="8258701" cy="2008242"/>
          </a:xfrm>
          <a:prstGeom prst="rect">
            <a:avLst/>
          </a:prstGeom>
        </p:spPr>
        <p:txBody>
          <a:bodyPr vert="horz" wrap="square" lIns="0" tIns="0" rIns="0" bIns="0" rtlCol="0" anchor="t">
            <a:norm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14313" indent="-214313">
              <a:spcBef>
                <a:spcPts val="900"/>
              </a:spcBef>
              <a:buFont typeface="Arial" panose="020B0604020202020204" pitchFamily="34" charset="0"/>
              <a:buChar char="•"/>
            </a:pPr>
            <a:r>
              <a:rPr lang="en-US" sz="1650" dirty="0">
                <a:latin typeface="Segoe UI" panose="020B0502040204020203" pitchFamily="34" charset="0"/>
              </a:rPr>
              <a:t>For example, consider a car as an object. The car’s attributes can be described as engine, car color, car size, type, make and model. In PowerShell, these would be known as properties.</a:t>
            </a:r>
          </a:p>
          <a:p>
            <a:pPr marL="214313" indent="-214313">
              <a:spcBef>
                <a:spcPts val="900"/>
              </a:spcBef>
              <a:buFont typeface="Arial" panose="020B0604020202020204" pitchFamily="34" charset="0"/>
              <a:buChar char="•"/>
            </a:pPr>
            <a:r>
              <a:rPr lang="en-US" sz="1650" dirty="0">
                <a:latin typeface="Segoe UI" panose="020B0502040204020203" pitchFamily="34" charset="0"/>
              </a:rPr>
              <a:t>Properties of the object could be, in turn, objects themselves. For instance, the engine property is also an object with attributes, such as pistons, spark plugs, crankshaft, etc.</a:t>
            </a:r>
          </a:p>
          <a:p>
            <a:pPr marL="214313" indent="-214313">
              <a:spcBef>
                <a:spcPts val="900"/>
              </a:spcBef>
              <a:buFont typeface="Arial" panose="020B0604020202020204" pitchFamily="34" charset="0"/>
              <a:buChar char="•"/>
            </a:pPr>
            <a:r>
              <a:rPr lang="en-US" sz="1650" dirty="0">
                <a:latin typeface="Segoe UI" panose="020B0502040204020203" pitchFamily="34" charset="0"/>
              </a:rPr>
              <a:t>Objects have actions, corresponding to opening or closing doors, changing gears, accelerating, and applying brakes. In PowerShell, these actions are called methods. </a:t>
            </a:r>
          </a:p>
        </p:txBody>
      </p:sp>
      <p:sp>
        <p:nvSpPr>
          <p:cNvPr id="5" name="Course footer">
            <a:extLst>
              <a:ext uri="{FF2B5EF4-FFF2-40B4-BE49-F238E27FC236}">
                <a16:creationId xmlns:a16="http://schemas.microsoft.com/office/drawing/2014/main" id="{C44E957D-2114-EE84-B77E-4144645247F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48EC15C9-4B61-26AB-9103-F8CB62CB5C7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530541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DEDA-3A7D-E190-AF2A-40DD85C737F8}"/>
              </a:ext>
            </a:extLst>
          </p:cNvPr>
          <p:cNvSpPr>
            <a:spLocks noGrp="1"/>
          </p:cNvSpPr>
          <p:nvPr>
            <p:ph type="title"/>
          </p:nvPr>
        </p:nvSpPr>
        <p:spPr/>
        <p:txBody>
          <a:bodyPr wrap="square">
            <a:noAutofit/>
          </a:bodyPr>
          <a:lstStyle/>
          <a:p>
            <a:r>
              <a:rPr lang="en-GB"/>
              <a:t>Pipeline output</a:t>
            </a:r>
          </a:p>
        </p:txBody>
      </p:sp>
      <p:sp>
        <p:nvSpPr>
          <p:cNvPr id="3" name="Rectangle 2">
            <a:extLst>
              <a:ext uri="{FF2B5EF4-FFF2-40B4-BE49-F238E27FC236}">
                <a16:creationId xmlns:a16="http://schemas.microsoft.com/office/drawing/2014/main" id="{84C385B9-C088-409E-D0AE-5B51FF680316}"/>
              </a:ext>
              <a:ext uri="{C183D7F6-B498-43B3-948B-1728B52AA6E4}">
                <adec:decorative xmlns:adec="http://schemas.microsoft.com/office/drawing/2017/decorative" val="1"/>
              </a:ext>
            </a:extLst>
          </p:cNvPr>
          <p:cNvSpPr/>
          <p:nvPr/>
        </p:nvSpPr>
        <p:spPr bwMode="auto">
          <a:xfrm>
            <a:off x="444500" y="2413984"/>
            <a:ext cx="8260106" cy="2143125"/>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defTabSz="699354" fontAlgn="base">
              <a:spcBef>
                <a:spcPct val="0"/>
              </a:spcBef>
              <a:spcAft>
                <a:spcPct val="0"/>
              </a:spcAft>
            </a:pPr>
            <a:endParaRPr lang="en-IN" dirty="0">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18">
            <a:extLst>
              <a:ext uri="{FF2B5EF4-FFF2-40B4-BE49-F238E27FC236}">
                <a16:creationId xmlns:a16="http://schemas.microsoft.com/office/drawing/2014/main" id="{EC2A799C-358A-7A81-C05B-DF448EED5009}"/>
              </a:ext>
            </a:extLst>
          </p:cNvPr>
          <p:cNvSpPr txBox="1">
            <a:spLocks/>
          </p:cNvSpPr>
          <p:nvPr/>
        </p:nvSpPr>
        <p:spPr>
          <a:xfrm>
            <a:off x="444500" y="1178401"/>
            <a:ext cx="8260106" cy="1084912"/>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marL="219075" indent="-219075">
              <a:spcBef>
                <a:spcPts val="900"/>
              </a:spcBef>
            </a:pPr>
            <a:r>
              <a:rPr lang="en-US" sz="1650">
                <a:latin typeface="Segoe UI" panose="020B0502040204020203" pitchFamily="34" charset="0"/>
              </a:rPr>
              <a:t>Windows PowerShell commands produce objects as their output.</a:t>
            </a:r>
          </a:p>
          <a:p>
            <a:pPr marL="219075" indent="-219075">
              <a:spcBef>
                <a:spcPts val="900"/>
              </a:spcBef>
            </a:pPr>
            <a:r>
              <a:rPr lang="en-US" sz="1650">
                <a:latin typeface="Segoe UI" panose="020B0502040204020203" pitchFamily="34" charset="0"/>
              </a:rPr>
              <a:t>An object is like a table of data in memory.</a:t>
            </a:r>
          </a:p>
          <a:p>
            <a:pPr marL="219075" indent="-219075">
              <a:spcBef>
                <a:spcPts val="900"/>
              </a:spcBef>
            </a:pPr>
            <a:r>
              <a:rPr lang="en-US" sz="1650">
                <a:latin typeface="Segoe UI" panose="020B0502040204020203" pitchFamily="34" charset="0"/>
              </a:rPr>
              <a:t>Allows the </a:t>
            </a:r>
            <a:r>
              <a:rPr lang="en-US" sz="1650" b="1">
                <a:latin typeface="Segoe UI" panose="020B0502040204020203" pitchFamily="34" charset="0"/>
              </a:rPr>
              <a:t>Get | Set</a:t>
            </a:r>
            <a:r>
              <a:rPr lang="en-US" sz="1650">
                <a:latin typeface="Segoe UI" panose="020B0502040204020203" pitchFamily="34" charset="0"/>
              </a:rPr>
              <a:t> pattern to work.</a:t>
            </a:r>
            <a:endParaRPr lang="en-US" sz="1650" dirty="0">
              <a:latin typeface="Segoe UI" panose="020B0502040204020203" pitchFamily="34" charset="0"/>
            </a:endParaRPr>
          </a:p>
        </p:txBody>
      </p:sp>
      <p:graphicFrame>
        <p:nvGraphicFramePr>
          <p:cNvPr id="5" name="Table 12">
            <a:extLst>
              <a:ext uri="{FF2B5EF4-FFF2-40B4-BE49-F238E27FC236}">
                <a16:creationId xmlns:a16="http://schemas.microsoft.com/office/drawing/2014/main" id="{526570A8-BBB6-3D37-1091-DB684C6EB9A8}"/>
              </a:ext>
            </a:extLst>
          </p:cNvPr>
          <p:cNvGraphicFramePr>
            <a:graphicFrameLocks noGrp="1"/>
          </p:cNvGraphicFramePr>
          <p:nvPr>
            <p:extLst>
              <p:ext uri="{D42A27DB-BD31-4B8C-83A1-F6EECF244321}">
                <p14:modId xmlns:p14="http://schemas.microsoft.com/office/powerpoint/2010/main" val="981990702"/>
              </p:ext>
            </p:extLst>
          </p:nvPr>
        </p:nvGraphicFramePr>
        <p:xfrm>
          <a:off x="2132522" y="3302133"/>
          <a:ext cx="4777191" cy="1143044"/>
        </p:xfrm>
        <a:graphic>
          <a:graphicData uri="http://schemas.openxmlformats.org/drawingml/2006/table">
            <a:tbl>
              <a:tblPr firstRow="1" bandRow="1">
                <a:tableStyleId>{5C22544A-7EE6-4342-B048-85BDC9FD1C3A}</a:tableStyleId>
              </a:tblPr>
              <a:tblGrid>
                <a:gridCol w="1047374">
                  <a:extLst>
                    <a:ext uri="{9D8B030D-6E8A-4147-A177-3AD203B41FA5}">
                      <a16:colId xmlns:a16="http://schemas.microsoft.com/office/drawing/2014/main" val="1695194842"/>
                    </a:ext>
                  </a:extLst>
                </a:gridCol>
                <a:gridCol w="1047374">
                  <a:extLst>
                    <a:ext uri="{9D8B030D-6E8A-4147-A177-3AD203B41FA5}">
                      <a16:colId xmlns:a16="http://schemas.microsoft.com/office/drawing/2014/main" val="2248324712"/>
                    </a:ext>
                  </a:extLst>
                </a:gridCol>
                <a:gridCol w="2682443">
                  <a:extLst>
                    <a:ext uri="{9D8B030D-6E8A-4147-A177-3AD203B41FA5}">
                      <a16:colId xmlns:a16="http://schemas.microsoft.com/office/drawing/2014/main" val="3117646416"/>
                    </a:ext>
                  </a:extLst>
                </a:gridCol>
              </a:tblGrid>
              <a:tr h="393544">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chemeClr val="tx1"/>
                          </a:solidFill>
                          <a:effectLst/>
                          <a:uLnTx/>
                          <a:uFillTx/>
                          <a:latin typeface="+mj-lt"/>
                          <a:ea typeface="+mn-ea"/>
                          <a:cs typeface="+mn-cs"/>
                        </a:rPr>
                        <a:t>Name</a:t>
                      </a:r>
                    </a:p>
                  </a:txBody>
                  <a:tcPr marL="67232" marR="67232" marT="67232" marB="6723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chemeClr val="tx1"/>
                          </a:solidFill>
                          <a:effectLst/>
                          <a:uLnTx/>
                          <a:uFillTx/>
                          <a:latin typeface="+mj-lt"/>
                          <a:ea typeface="+mn-ea"/>
                          <a:cs typeface="+mn-cs"/>
                        </a:rPr>
                        <a:t>Status</a:t>
                      </a:r>
                      <a:endParaRPr kumimoji="0" lang="en-US" sz="1700" b="1" i="0" u="none" strike="noStrike" kern="1200" cap="none" spc="0" normalizeH="0" baseline="0" noProof="0" dirty="0">
                        <a:ln>
                          <a:noFill/>
                        </a:ln>
                        <a:solidFill>
                          <a:schemeClr val="tx1"/>
                        </a:solidFill>
                        <a:effectLst/>
                        <a:uLnTx/>
                        <a:uFillTx/>
                        <a:latin typeface="+mj-lt"/>
                        <a:ea typeface="+mn-ea"/>
                        <a:cs typeface="+mn-cs"/>
                      </a:endParaRPr>
                    </a:p>
                  </a:txBody>
                  <a:tcPr marL="67232" marR="67232" marT="67232" marB="6723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chemeClr val="tx1"/>
                          </a:solidFill>
                          <a:effectLst/>
                          <a:uLnTx/>
                          <a:uFillTx/>
                          <a:latin typeface="+mj-lt"/>
                          <a:ea typeface="+mn-ea"/>
                          <a:cs typeface="+mn-cs"/>
                        </a:rPr>
                        <a:t>DisplayName</a:t>
                      </a:r>
                    </a:p>
                  </a:txBody>
                  <a:tcPr marL="67232" marR="67232" marT="67232" marB="6723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extLst>
                  <a:ext uri="{0D108BD9-81ED-4DB2-BD59-A6C34878D82A}">
                    <a16:rowId xmlns:a16="http://schemas.microsoft.com/office/drawing/2014/main" val="4185272790"/>
                  </a:ext>
                </a:extLst>
              </a:tr>
              <a:tr h="332237">
                <a:tc>
                  <a:txBody>
                    <a:bodyPr/>
                    <a:lstStyle/>
                    <a:p>
                      <a:pPr marL="0" marR="0">
                        <a:lnSpc>
                          <a:spcPct val="115000"/>
                        </a:lnSpc>
                        <a:spcBef>
                          <a:spcPts val="0"/>
                        </a:spcBef>
                        <a:spcAft>
                          <a:spcPts val="0"/>
                        </a:spcAft>
                      </a:pPr>
                      <a:r>
                        <a:rPr lang="en-US" sz="1400" b="1" dirty="0">
                          <a:solidFill>
                            <a:schemeClr val="tx1"/>
                          </a:solidFill>
                          <a:latin typeface="Segoe UI" panose="020B0502040204020203" pitchFamily="34" charset="0"/>
                          <a:ea typeface="Segoe UI" pitchFamily="34" charset="0"/>
                          <a:cs typeface="Segoe UI" panose="020B0502040204020203" pitchFamily="34" charset="0"/>
                        </a:rPr>
                        <a:t>WinRM</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r>
                        <a:rPr lang="en-US" sz="1400" dirty="0">
                          <a:solidFill>
                            <a:schemeClr val="tx1"/>
                          </a:solidFill>
                          <a:latin typeface="Segoe UI" pitchFamily="34" charset="0"/>
                          <a:ea typeface="Segoe UI" pitchFamily="34" charset="0"/>
                          <a:cs typeface="Segoe UI" pitchFamily="34" charset="0"/>
                        </a:rPr>
                        <a:t>Running</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r>
                        <a:rPr lang="en-US" sz="1400" dirty="0">
                          <a:solidFill>
                            <a:schemeClr val="tx1"/>
                          </a:solidFill>
                          <a:latin typeface="Segoe UI" pitchFamily="34" charset="0"/>
                          <a:ea typeface="Segoe UI" pitchFamily="34" charset="0"/>
                          <a:cs typeface="Segoe UI" pitchFamily="34" charset="0"/>
                        </a:rPr>
                        <a:t>Windows Remote Management</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7020401"/>
                  </a:ext>
                </a:extLst>
              </a:tr>
              <a:tr h="417263">
                <a:tc>
                  <a:txBody>
                    <a:bodyPr/>
                    <a:lstStyle/>
                    <a:p>
                      <a:pPr marL="0" marR="0">
                        <a:lnSpc>
                          <a:spcPct val="115000"/>
                        </a:lnSpc>
                        <a:spcBef>
                          <a:spcPts val="0"/>
                        </a:spcBef>
                        <a:spcAft>
                          <a:spcPts val="0"/>
                        </a:spcAft>
                      </a:pPr>
                      <a:r>
                        <a:rPr lang="en-US" sz="1400" b="1" dirty="0">
                          <a:solidFill>
                            <a:schemeClr val="tx1"/>
                          </a:solidFill>
                          <a:latin typeface="Segoe UI" panose="020B0502040204020203" pitchFamily="34" charset="0"/>
                          <a:ea typeface="Segoe UI" pitchFamily="34" charset="0"/>
                          <a:cs typeface="Segoe UI" panose="020B0502040204020203" pitchFamily="34" charset="0"/>
                        </a:rPr>
                        <a:t>VDS</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r>
                        <a:rPr lang="en-US" sz="1400" dirty="0">
                          <a:solidFill>
                            <a:schemeClr val="tx1"/>
                          </a:solidFill>
                          <a:latin typeface="Segoe UI" pitchFamily="34" charset="0"/>
                          <a:ea typeface="Segoe UI" pitchFamily="34" charset="0"/>
                          <a:cs typeface="Segoe UI" pitchFamily="34" charset="0"/>
                        </a:rPr>
                        <a:t>Running</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r>
                        <a:rPr lang="en-US" sz="1400" dirty="0">
                          <a:solidFill>
                            <a:schemeClr val="tx1"/>
                          </a:solidFill>
                          <a:latin typeface="Segoe UI" pitchFamily="34" charset="0"/>
                          <a:ea typeface="Segoe UI" pitchFamily="34" charset="0"/>
                          <a:cs typeface="Segoe UI" pitchFamily="34" charset="0"/>
                        </a:rPr>
                        <a:t>Virtual Disk</a:t>
                      </a:r>
                    </a:p>
                  </a:txBody>
                  <a:tcPr marL="51435" marR="51435"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0495186"/>
                  </a:ext>
                </a:extLst>
              </a:tr>
            </a:tbl>
          </a:graphicData>
        </a:graphic>
      </p:graphicFrame>
      <p:grpSp>
        <p:nvGrpSpPr>
          <p:cNvPr id="6" name="Group 5" descr="Objects WinRM and VDS form a collection. Property is DisplayName.">
            <a:extLst>
              <a:ext uri="{FF2B5EF4-FFF2-40B4-BE49-F238E27FC236}">
                <a16:creationId xmlns:a16="http://schemas.microsoft.com/office/drawing/2014/main" id="{F4BF206C-ABEA-21C0-9373-27BC504FC8C6}"/>
              </a:ext>
            </a:extLst>
          </p:cNvPr>
          <p:cNvGrpSpPr/>
          <p:nvPr/>
        </p:nvGrpSpPr>
        <p:grpSpPr>
          <a:xfrm>
            <a:off x="952736" y="2568039"/>
            <a:ext cx="7242551" cy="1842165"/>
            <a:chOff x="828609" y="2638362"/>
            <a:chExt cx="9656734" cy="2456220"/>
          </a:xfrm>
        </p:grpSpPr>
        <p:sp>
          <p:nvSpPr>
            <p:cNvPr id="7" name="TextBox 3">
              <a:extLst>
                <a:ext uri="{FF2B5EF4-FFF2-40B4-BE49-F238E27FC236}">
                  <a16:creationId xmlns:a16="http://schemas.microsoft.com/office/drawing/2014/main" id="{37BB9024-DC49-9698-4887-0964AFF1457B}"/>
                </a:ext>
              </a:extLst>
            </p:cNvPr>
            <p:cNvSpPr txBox="1"/>
            <p:nvPr/>
          </p:nvSpPr>
          <p:spPr>
            <a:xfrm>
              <a:off x="6407597" y="2638362"/>
              <a:ext cx="1488332" cy="400109"/>
            </a:xfrm>
            <a:prstGeom prst="rect">
              <a:avLst/>
            </a:prstGeom>
            <a:noFill/>
          </p:spPr>
          <p:txBody>
            <a:bodyPr wrap="square" rtlCol="0">
              <a:norm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350" dirty="0">
                  <a:solidFill>
                    <a:srgbClr val="FF0000"/>
                  </a:solidFill>
                  <a:latin typeface="Segoe UI" panose="020B0502040204020203" pitchFamily="34" charset="0"/>
                  <a:cs typeface="Segoe UI" panose="020B0502040204020203" pitchFamily="34" charset="0"/>
                </a:rPr>
                <a:t>Property</a:t>
              </a:r>
            </a:p>
          </p:txBody>
        </p:sp>
        <p:cxnSp>
          <p:nvCxnSpPr>
            <p:cNvPr id="8" name="Straight Arrow Connector 7">
              <a:extLst>
                <a:ext uri="{FF2B5EF4-FFF2-40B4-BE49-F238E27FC236}">
                  <a16:creationId xmlns:a16="http://schemas.microsoft.com/office/drawing/2014/main" id="{68F57E3C-0935-90BD-5697-D33494A4357E}"/>
                </a:ext>
              </a:extLst>
            </p:cNvPr>
            <p:cNvCxnSpPr>
              <a:cxnSpLocks/>
            </p:cNvCxnSpPr>
            <p:nvPr/>
          </p:nvCxnSpPr>
          <p:spPr bwMode="auto">
            <a:xfrm>
              <a:off x="7551711" y="2719209"/>
              <a:ext cx="0" cy="778532"/>
            </a:xfrm>
            <a:prstGeom prst="straightConnector1">
              <a:avLst/>
            </a:prstGeom>
            <a:gradFill rotWithShape="1">
              <a:gsLst>
                <a:gs pos="0">
                  <a:srgbClr val="E4CD9A"/>
                </a:gs>
                <a:gs pos="100000">
                  <a:srgbClr val="EEEFD7"/>
                </a:gs>
              </a:gsLst>
              <a:lin ang="2700000" scaled="1"/>
            </a:gradFill>
            <a:ln w="15875" cap="flat" cmpd="sng" algn="ctr">
              <a:solidFill>
                <a:schemeClr val="bg1">
                  <a:lumMod val="50000"/>
                </a:schemeClr>
              </a:solidFill>
              <a:prstDash val="solid"/>
              <a:round/>
              <a:headEnd type="none" w="med" len="med"/>
              <a:tailEnd type="triangle" w="lg" len="med"/>
            </a:ln>
            <a:effectLst/>
          </p:spPr>
        </p:cxnSp>
        <p:sp>
          <p:nvSpPr>
            <p:cNvPr id="9" name="TextBox 5">
              <a:extLst>
                <a:ext uri="{FF2B5EF4-FFF2-40B4-BE49-F238E27FC236}">
                  <a16:creationId xmlns:a16="http://schemas.microsoft.com/office/drawing/2014/main" id="{C4EE1A9B-3ADA-2CC8-C173-4991D18D42AC}"/>
                </a:ext>
              </a:extLst>
            </p:cNvPr>
            <p:cNvSpPr txBox="1"/>
            <p:nvPr/>
          </p:nvSpPr>
          <p:spPr>
            <a:xfrm>
              <a:off x="8997011" y="2878491"/>
              <a:ext cx="1488332" cy="400109"/>
            </a:xfrm>
            <a:prstGeom prst="rect">
              <a:avLst/>
            </a:prstGeom>
            <a:noFill/>
            <a:ln w="28575">
              <a:noFill/>
            </a:ln>
          </p:spPr>
          <p:txBody>
            <a:bodyPr wrap="square" rtlCol="0">
              <a:norm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1350" dirty="0">
                  <a:solidFill>
                    <a:srgbClr val="FF0000"/>
                  </a:solidFill>
                  <a:latin typeface="Segoe UI" panose="020B0502040204020203" pitchFamily="34" charset="0"/>
                  <a:cs typeface="Segoe UI" panose="020B0502040204020203" pitchFamily="34" charset="0"/>
                </a:rPr>
                <a:t>Collection</a:t>
              </a:r>
            </a:p>
          </p:txBody>
        </p:sp>
        <p:cxnSp>
          <p:nvCxnSpPr>
            <p:cNvPr id="10" name="Straight Connector 9">
              <a:extLst>
                <a:ext uri="{FF2B5EF4-FFF2-40B4-BE49-F238E27FC236}">
                  <a16:creationId xmlns:a16="http://schemas.microsoft.com/office/drawing/2014/main" id="{C4DA7C58-AC6E-CE77-28BC-5171B006BBFB}"/>
                </a:ext>
              </a:extLst>
            </p:cNvPr>
            <p:cNvCxnSpPr>
              <a:cxnSpLocks/>
            </p:cNvCxnSpPr>
            <p:nvPr/>
          </p:nvCxnSpPr>
          <p:spPr bwMode="auto">
            <a:xfrm>
              <a:off x="9089951" y="3617155"/>
              <a:ext cx="0" cy="1477427"/>
            </a:xfrm>
            <a:prstGeom prst="line">
              <a:avLst/>
            </a:prstGeom>
            <a:gradFill rotWithShape="1">
              <a:gsLst>
                <a:gs pos="0">
                  <a:srgbClr val="E4CD9A"/>
                </a:gs>
                <a:gs pos="100000">
                  <a:srgbClr val="EEEFD7"/>
                </a:gs>
              </a:gsLst>
              <a:lin ang="2700000" scaled="1"/>
            </a:gradFill>
            <a:ln w="15875" cap="flat" cmpd="sng" algn="ctr">
              <a:solidFill>
                <a:schemeClr val="bg1">
                  <a:lumMod val="50000"/>
                </a:schemeClr>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AB6BB918-3AF6-1A32-3066-04EB1A86665A}"/>
                </a:ext>
              </a:extLst>
            </p:cNvPr>
            <p:cNvCxnSpPr>
              <a:cxnSpLocks/>
            </p:cNvCxnSpPr>
            <p:nvPr/>
          </p:nvCxnSpPr>
          <p:spPr bwMode="auto">
            <a:xfrm flipV="1">
              <a:off x="9089951" y="3247823"/>
              <a:ext cx="700392" cy="1100182"/>
            </a:xfrm>
            <a:prstGeom prst="line">
              <a:avLst/>
            </a:prstGeom>
            <a:gradFill rotWithShape="1">
              <a:gsLst>
                <a:gs pos="0">
                  <a:srgbClr val="E4CD9A"/>
                </a:gs>
                <a:gs pos="100000">
                  <a:srgbClr val="EEEFD7"/>
                </a:gs>
              </a:gsLst>
              <a:lin ang="2700000" scaled="1"/>
            </a:gradFill>
            <a:ln w="15875" cap="flat" cmpd="sng" algn="ctr">
              <a:solidFill>
                <a:schemeClr val="bg1">
                  <a:lumMod val="50000"/>
                </a:schemeClr>
              </a:solidFill>
              <a:prstDash val="solid"/>
              <a:round/>
              <a:headEnd type="none" w="med" len="med"/>
              <a:tailEnd type="none" w="med" len="med"/>
            </a:ln>
            <a:effectLst/>
          </p:spPr>
        </p:cxnSp>
        <p:sp>
          <p:nvSpPr>
            <p:cNvPr id="12" name="TextBox 4">
              <a:extLst>
                <a:ext uri="{FF2B5EF4-FFF2-40B4-BE49-F238E27FC236}">
                  <a16:creationId xmlns:a16="http://schemas.microsoft.com/office/drawing/2014/main" id="{29BD8907-4788-F25D-EDBF-D4989AB283F4}"/>
                </a:ext>
              </a:extLst>
            </p:cNvPr>
            <p:cNvSpPr txBox="1"/>
            <p:nvPr/>
          </p:nvSpPr>
          <p:spPr>
            <a:xfrm>
              <a:off x="828609" y="3954126"/>
              <a:ext cx="1488332" cy="400109"/>
            </a:xfrm>
            <a:prstGeom prst="rect">
              <a:avLst/>
            </a:prstGeom>
            <a:noFill/>
          </p:spPr>
          <p:txBody>
            <a:bodyPr wrap="square" rtlCol="0">
              <a:norm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350" dirty="0">
                  <a:solidFill>
                    <a:srgbClr val="FF0000"/>
                  </a:solidFill>
                  <a:latin typeface="Segoe UI" panose="020B0502040204020203" pitchFamily="34" charset="0"/>
                  <a:cs typeface="Segoe UI" panose="020B0502040204020203" pitchFamily="34" charset="0"/>
                </a:rPr>
                <a:t>Object</a:t>
              </a:r>
            </a:p>
          </p:txBody>
        </p:sp>
        <p:cxnSp>
          <p:nvCxnSpPr>
            <p:cNvPr id="13" name="Straight Arrow Connector 12">
              <a:extLst>
                <a:ext uri="{FF2B5EF4-FFF2-40B4-BE49-F238E27FC236}">
                  <a16:creationId xmlns:a16="http://schemas.microsoft.com/office/drawing/2014/main" id="{50BB44ED-A732-17B6-6EA9-D077241A300F}"/>
                </a:ext>
              </a:extLst>
            </p:cNvPr>
            <p:cNvCxnSpPr>
              <a:cxnSpLocks/>
            </p:cNvCxnSpPr>
            <p:nvPr/>
          </p:nvCxnSpPr>
          <p:spPr bwMode="auto">
            <a:xfrm>
              <a:off x="916568" y="4366089"/>
              <a:ext cx="1420239" cy="0"/>
            </a:xfrm>
            <a:prstGeom prst="straightConnector1">
              <a:avLst/>
            </a:prstGeom>
            <a:gradFill rotWithShape="1">
              <a:gsLst>
                <a:gs pos="0">
                  <a:srgbClr val="E4CD9A"/>
                </a:gs>
                <a:gs pos="100000">
                  <a:srgbClr val="EEEFD7"/>
                </a:gs>
              </a:gsLst>
              <a:lin ang="2700000" scaled="1"/>
            </a:gradFill>
            <a:ln w="15875" cap="flat" cmpd="sng" algn="ctr">
              <a:solidFill>
                <a:schemeClr val="bg1">
                  <a:lumMod val="50000"/>
                </a:schemeClr>
              </a:solidFill>
              <a:prstDash val="solid"/>
              <a:round/>
              <a:headEnd type="none" w="med" len="med"/>
              <a:tailEnd type="triangle" w="lg" len="med"/>
            </a:ln>
            <a:effectLst/>
          </p:spPr>
        </p:cxnSp>
      </p:grpSp>
      <p:sp>
        <p:nvSpPr>
          <p:cNvPr id="14" name="Course footer">
            <a:extLst>
              <a:ext uri="{FF2B5EF4-FFF2-40B4-BE49-F238E27FC236}">
                <a16:creationId xmlns:a16="http://schemas.microsoft.com/office/drawing/2014/main" id="{8FBBC92B-DECD-D009-EE41-1634D2F26E0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F60C6189-D85B-F613-8235-24C898E0322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9192702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F05E0-5295-DCBB-39EE-B9131DBE42FD}"/>
              </a:ext>
            </a:extLst>
          </p:cNvPr>
          <p:cNvSpPr>
            <a:spLocks noGrp="1"/>
          </p:cNvSpPr>
          <p:nvPr>
            <p:ph type="title"/>
          </p:nvPr>
        </p:nvSpPr>
        <p:spPr/>
        <p:txBody>
          <a:bodyPr wrap="square">
            <a:noAutofit/>
          </a:bodyPr>
          <a:lstStyle/>
          <a:p>
            <a:r>
              <a:rPr lang="en-GB"/>
              <a:t>Discovering object members</a:t>
            </a:r>
          </a:p>
        </p:txBody>
      </p:sp>
      <p:sp>
        <p:nvSpPr>
          <p:cNvPr id="3" name="Oval 2">
            <a:extLst>
              <a:ext uri="{FF2B5EF4-FFF2-40B4-BE49-F238E27FC236}">
                <a16:creationId xmlns:a16="http://schemas.microsoft.com/office/drawing/2014/main" id="{78FBE5DF-E1F4-387F-E83C-E21D4C471B19}"/>
              </a:ext>
              <a:ext uri="{C183D7F6-B498-43B3-948B-1728B52AA6E4}">
                <adec:decorative xmlns:adec="http://schemas.microsoft.com/office/drawing/2017/decorative" val="0"/>
              </a:ext>
            </a:extLst>
          </p:cNvPr>
          <p:cNvSpPr>
            <a:spLocks/>
          </p:cNvSpPr>
          <p:nvPr/>
        </p:nvSpPr>
        <p:spPr bwMode="auto">
          <a:xfrm>
            <a:off x="469900" y="1534001"/>
            <a:ext cx="430019" cy="430019"/>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defTabSz="685800"/>
            <a:r>
              <a:rPr lang="en-US" b="1" dirty="0">
                <a:solidFill>
                  <a:schemeClr val="tx1"/>
                </a:solidFill>
                <a:latin typeface="Segoe UI" panose="020B0502040204020203" pitchFamily="34" charset="0"/>
              </a:rPr>
              <a:t>1</a:t>
            </a:r>
            <a:endParaRPr lang="en-IN" b="1" dirty="0">
              <a:solidFill>
                <a:schemeClr val="tx1"/>
              </a:solidFill>
              <a:latin typeface="Segoe UI" panose="020B0502040204020203" pitchFamily="34" charset="0"/>
            </a:endParaRPr>
          </a:p>
        </p:txBody>
      </p:sp>
      <p:sp>
        <p:nvSpPr>
          <p:cNvPr id="4" name="Text Placeholder 3">
            <a:extLst>
              <a:ext uri="{FF2B5EF4-FFF2-40B4-BE49-F238E27FC236}">
                <a16:creationId xmlns:a16="http://schemas.microsoft.com/office/drawing/2014/main" id="{95AA33E9-A346-1DDE-6F43-8A10012E43BC}"/>
              </a:ext>
            </a:extLst>
          </p:cNvPr>
          <p:cNvSpPr txBox="1">
            <a:spLocks/>
          </p:cNvSpPr>
          <p:nvPr/>
        </p:nvSpPr>
        <p:spPr>
          <a:xfrm>
            <a:off x="1057403" y="1534001"/>
            <a:ext cx="7621191" cy="1197764"/>
          </a:xfrm>
          <a:prstGeom prst="rect">
            <a:avLst/>
          </a:prstGeom>
        </p:spPr>
        <p:txBody>
          <a:bodyPr wrap="square" lIns="0" tIns="0" rIns="0" bIns="0" anchor="t">
            <a:norm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450"/>
              </a:spcBef>
              <a:buNone/>
            </a:pPr>
            <a:r>
              <a:rPr lang="en-US" sz="1650" dirty="0">
                <a:latin typeface="Segoe UI" panose="020B0502040204020203" pitchFamily="34" charset="0"/>
              </a:rPr>
              <a:t>Object members include:</a:t>
            </a:r>
          </a:p>
          <a:p>
            <a:pPr marL="300038" lvl="1" indent="-171450">
              <a:spcBef>
                <a:spcPts val="450"/>
              </a:spcBef>
              <a:spcAft>
                <a:spcPts val="450"/>
              </a:spcAft>
            </a:pPr>
            <a:r>
              <a:rPr lang="en-US" sz="1350" dirty="0">
                <a:solidFill>
                  <a:srgbClr val="000000"/>
                </a:solidFill>
                <a:latin typeface="Segoe UI" panose="020B0502040204020203" pitchFamily="34" charset="0"/>
              </a:rPr>
              <a:t>Properties</a:t>
            </a:r>
          </a:p>
          <a:p>
            <a:pPr marL="300038" lvl="1" indent="-171450">
              <a:spcBef>
                <a:spcPts val="450"/>
              </a:spcBef>
              <a:spcAft>
                <a:spcPts val="450"/>
              </a:spcAft>
            </a:pPr>
            <a:r>
              <a:rPr lang="en-US" sz="1350" dirty="0">
                <a:solidFill>
                  <a:srgbClr val="000000"/>
                </a:solidFill>
                <a:latin typeface="Segoe UI" panose="020B0502040204020203" pitchFamily="34" charset="0"/>
              </a:rPr>
              <a:t>Methods</a:t>
            </a:r>
          </a:p>
          <a:p>
            <a:pPr marL="300038" lvl="1" indent="-171450">
              <a:spcBef>
                <a:spcPts val="450"/>
              </a:spcBef>
              <a:spcAft>
                <a:spcPts val="450"/>
              </a:spcAft>
            </a:pPr>
            <a:r>
              <a:rPr lang="en-US" sz="1350" dirty="0">
                <a:solidFill>
                  <a:srgbClr val="000000"/>
                </a:solidFill>
                <a:latin typeface="Segoe UI" panose="020B0502040204020203" pitchFamily="34" charset="0"/>
              </a:rPr>
              <a:t>Events</a:t>
            </a:r>
          </a:p>
        </p:txBody>
      </p:sp>
      <p:sp>
        <p:nvSpPr>
          <p:cNvPr id="5" name="Oval 4">
            <a:extLst>
              <a:ext uri="{FF2B5EF4-FFF2-40B4-BE49-F238E27FC236}">
                <a16:creationId xmlns:a16="http://schemas.microsoft.com/office/drawing/2014/main" id="{62FFB2FE-CD83-F0A5-A75B-1347C9D00B0F}"/>
              </a:ext>
              <a:ext uri="{C183D7F6-B498-43B3-948B-1728B52AA6E4}">
                <adec:decorative xmlns:adec="http://schemas.microsoft.com/office/drawing/2017/decorative" val="0"/>
              </a:ext>
            </a:extLst>
          </p:cNvPr>
          <p:cNvSpPr>
            <a:spLocks/>
          </p:cNvSpPr>
          <p:nvPr/>
        </p:nvSpPr>
        <p:spPr bwMode="auto">
          <a:xfrm>
            <a:off x="469900" y="2965131"/>
            <a:ext cx="430019" cy="430019"/>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defTabSz="685800"/>
            <a:r>
              <a:rPr lang="en-US" b="1" dirty="0">
                <a:solidFill>
                  <a:schemeClr val="tx1"/>
                </a:solidFill>
                <a:latin typeface="Segoe UI" panose="020B0502040204020203" pitchFamily="34" charset="0"/>
              </a:rPr>
              <a:t>2</a:t>
            </a:r>
            <a:endParaRPr lang="en-IN" b="1" dirty="0">
              <a:solidFill>
                <a:schemeClr val="tx1"/>
              </a:solidFill>
              <a:latin typeface="Segoe UI" panose="020B0502040204020203" pitchFamily="34" charset="0"/>
            </a:endParaRPr>
          </a:p>
        </p:txBody>
      </p:sp>
      <p:sp>
        <p:nvSpPr>
          <p:cNvPr id="6" name="Text Placeholder 3">
            <a:extLst>
              <a:ext uri="{FF2B5EF4-FFF2-40B4-BE49-F238E27FC236}">
                <a16:creationId xmlns:a16="http://schemas.microsoft.com/office/drawing/2014/main" id="{B74A770A-5DAF-ABF2-DB6F-29AE7860416D}"/>
              </a:ext>
            </a:extLst>
          </p:cNvPr>
          <p:cNvSpPr txBox="1">
            <a:spLocks/>
          </p:cNvSpPr>
          <p:nvPr/>
        </p:nvSpPr>
        <p:spPr>
          <a:xfrm>
            <a:off x="1057403" y="2926224"/>
            <a:ext cx="7621191" cy="507831"/>
          </a:xfrm>
          <a:prstGeom prst="rect">
            <a:avLst/>
          </a:prstGeom>
        </p:spPr>
        <p:txBody>
          <a:bodyPr wrap="square" lIns="0" tIns="0" rIns="0" bIns="0" anchor="t">
            <a:norm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450"/>
              </a:spcBef>
              <a:buNone/>
            </a:pPr>
            <a:r>
              <a:rPr lang="en-US" sz="1650" dirty="0">
                <a:latin typeface="Segoe UI" panose="020B0502040204020203" pitchFamily="34" charset="0"/>
              </a:rPr>
              <a:t>Run a command that produces an object, and pipe that object to </a:t>
            </a:r>
            <a:r>
              <a:rPr lang="en-US" sz="1650" b="1" dirty="0">
                <a:latin typeface="Segoe UI" panose="020B0502040204020203" pitchFamily="34" charset="0"/>
              </a:rPr>
              <a:t>Get-Member</a:t>
            </a:r>
            <a:r>
              <a:rPr lang="en-US" sz="1650" dirty="0">
                <a:latin typeface="Segoe UI" panose="020B0502040204020203" pitchFamily="34" charset="0"/>
              </a:rPr>
              <a:t> to review a list of members.</a:t>
            </a:r>
          </a:p>
        </p:txBody>
      </p:sp>
      <p:sp>
        <p:nvSpPr>
          <p:cNvPr id="7" name="Oval 6">
            <a:extLst>
              <a:ext uri="{FF2B5EF4-FFF2-40B4-BE49-F238E27FC236}">
                <a16:creationId xmlns:a16="http://schemas.microsoft.com/office/drawing/2014/main" id="{A1BD6DF4-EC38-4A5F-82A1-FE9691054ABF}"/>
              </a:ext>
              <a:ext uri="{C183D7F6-B498-43B3-948B-1728B52AA6E4}">
                <adec:decorative xmlns:adec="http://schemas.microsoft.com/office/drawing/2017/decorative" val="0"/>
              </a:ext>
            </a:extLst>
          </p:cNvPr>
          <p:cNvSpPr>
            <a:spLocks/>
          </p:cNvSpPr>
          <p:nvPr/>
        </p:nvSpPr>
        <p:spPr bwMode="auto">
          <a:xfrm>
            <a:off x="469900" y="3741880"/>
            <a:ext cx="430019" cy="430019"/>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defTabSz="685800"/>
            <a:r>
              <a:rPr lang="en-US" b="1" dirty="0">
                <a:solidFill>
                  <a:schemeClr val="tx1"/>
                </a:solidFill>
                <a:latin typeface="Segoe UI" panose="020B0502040204020203" pitchFamily="34" charset="0"/>
              </a:rPr>
              <a:t>3</a:t>
            </a:r>
            <a:endParaRPr lang="en-IN" b="1" dirty="0">
              <a:solidFill>
                <a:schemeClr val="tx1"/>
              </a:solidFill>
              <a:latin typeface="Segoe UI" panose="020B0502040204020203" pitchFamily="34" charset="0"/>
            </a:endParaRPr>
          </a:p>
        </p:txBody>
      </p:sp>
      <p:sp>
        <p:nvSpPr>
          <p:cNvPr id="8" name="Text Placeholder 3">
            <a:extLst>
              <a:ext uri="{FF2B5EF4-FFF2-40B4-BE49-F238E27FC236}">
                <a16:creationId xmlns:a16="http://schemas.microsoft.com/office/drawing/2014/main" id="{4BBC6A87-8274-EFFA-F2A3-206B2C31936B}"/>
              </a:ext>
            </a:extLst>
          </p:cNvPr>
          <p:cNvSpPr txBox="1">
            <a:spLocks/>
          </p:cNvSpPr>
          <p:nvPr/>
        </p:nvSpPr>
        <p:spPr>
          <a:xfrm>
            <a:off x="1057403" y="3698908"/>
            <a:ext cx="7621191" cy="507831"/>
          </a:xfrm>
          <a:prstGeom prst="rect">
            <a:avLst/>
          </a:prstGeom>
        </p:spPr>
        <p:txBody>
          <a:bodyPr wrap="square" lIns="0" tIns="0" rIns="0" bIns="0" anchor="ctr">
            <a:norm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450"/>
              </a:spcBef>
              <a:buNone/>
            </a:pPr>
            <a:r>
              <a:rPr lang="en-US" sz="1650" b="1" dirty="0">
                <a:latin typeface="Segoe UI" panose="020B0502040204020203" pitchFamily="34" charset="0"/>
              </a:rPr>
              <a:t>Get-Member</a:t>
            </a:r>
            <a:r>
              <a:rPr lang="en-US" sz="1650" dirty="0">
                <a:latin typeface="Segoe UI" panose="020B0502040204020203" pitchFamily="34" charset="0"/>
              </a:rPr>
              <a:t> is a discovery tool that’s similar to Help. You can use it to learn how to use the shell.</a:t>
            </a:r>
          </a:p>
        </p:txBody>
      </p:sp>
      <p:sp>
        <p:nvSpPr>
          <p:cNvPr id="9" name="Course footer">
            <a:extLst>
              <a:ext uri="{FF2B5EF4-FFF2-40B4-BE49-F238E27FC236}">
                <a16:creationId xmlns:a16="http://schemas.microsoft.com/office/drawing/2014/main" id="{40640618-F2F3-0D4B-1824-6BE6E6F3072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0" name="TextBox 9">
            <a:extLst>
              <a:ext uri="{FF2B5EF4-FFF2-40B4-BE49-F238E27FC236}">
                <a16:creationId xmlns:a16="http://schemas.microsoft.com/office/drawing/2014/main" id="{DF31ED58-CB9B-CF7F-E0A2-00025794486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60827661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C259-ED28-3F20-D4D0-6E3EF0923DB2}"/>
              </a:ext>
            </a:extLst>
          </p:cNvPr>
          <p:cNvSpPr>
            <a:spLocks noGrp="1"/>
          </p:cNvSpPr>
          <p:nvPr>
            <p:ph type="title"/>
          </p:nvPr>
        </p:nvSpPr>
        <p:spPr/>
        <p:txBody>
          <a:bodyPr wrap="square">
            <a:noAutofit/>
          </a:bodyPr>
          <a:lstStyle/>
          <a:p>
            <a:r>
              <a:rPr lang="en-GB"/>
              <a:t>Demonstration Plan</a:t>
            </a:r>
          </a:p>
        </p:txBody>
      </p:sp>
      <p:sp>
        <p:nvSpPr>
          <p:cNvPr id="3" name="Text 6">
            <a:extLst>
              <a:ext uri="{FF2B5EF4-FFF2-40B4-BE49-F238E27FC236}">
                <a16:creationId xmlns:a16="http://schemas.microsoft.com/office/drawing/2014/main" id="{9AED93A1-C3A6-B7F3-1D91-CE35633A6ECC}"/>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Review the most relevant management interface for the chapter topics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Run one or more validating PowerShell examples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Explain operational dependencies and expected results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Connect the chapter concepts to later administration work</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8389FB4F-C532-0FA9-BDAF-4FAEA7F50CA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E4F170D6-672A-82D7-89DA-B0BAE08DE0A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312399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E270E-B4B2-E3FB-9B94-0AFE93870258}"/>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2C398ADF-1EBD-5E7F-7061-997C8C1E3DE3}"/>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Establish command-line administration as normal practice rather than an advanced niche</a:t>
            </a:r>
          </a:p>
        </p:txBody>
      </p:sp>
      <p:sp>
        <p:nvSpPr>
          <p:cNvPr id="4" name="Text Placeholder 3">
            <a:extLst>
              <a:ext uri="{FF2B5EF4-FFF2-40B4-BE49-F238E27FC236}">
                <a16:creationId xmlns:a16="http://schemas.microsoft.com/office/drawing/2014/main" id="{637112B3-60EA-59C0-0A09-A75520BDDCD4}"/>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Differentiate console hosts, shells, and scripting environments</a:t>
            </a:r>
          </a:p>
        </p:txBody>
      </p:sp>
      <p:sp>
        <p:nvSpPr>
          <p:cNvPr id="5" name="Text Placeholder 4">
            <a:extLst>
              <a:ext uri="{FF2B5EF4-FFF2-40B4-BE49-F238E27FC236}">
                <a16:creationId xmlns:a16="http://schemas.microsoft.com/office/drawing/2014/main" id="{E6ACED78-0C5F-3329-ABD4-337CB46CDF7D}"/>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Put PowerShell at the center while still covering CMD compatibility and Windows Terminal</a:t>
            </a:r>
          </a:p>
        </p:txBody>
      </p:sp>
      <p:sp>
        <p:nvSpPr>
          <p:cNvPr id="6" name="Text Placeholder 5">
            <a:extLst>
              <a:ext uri="{FF2B5EF4-FFF2-40B4-BE49-F238E27FC236}">
                <a16:creationId xmlns:a16="http://schemas.microsoft.com/office/drawing/2014/main" id="{71AF0AD7-F997-B77D-4697-0BA93C499A4D}"/>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9D0FC7C9-A25E-6C2C-E28B-B292E19EE90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7519705B-2884-F057-AD5A-168B00ED5B7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1498756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2027-9FAF-2A0F-54AF-F4C81C2F1A04}"/>
              </a:ext>
            </a:extLst>
          </p:cNvPr>
          <p:cNvSpPr>
            <a:spLocks noGrp="1"/>
          </p:cNvSpPr>
          <p:nvPr>
            <p:ph type="title"/>
          </p:nvPr>
        </p:nvSpPr>
        <p:spPr/>
        <p:txBody>
          <a:bodyPr wrap="square">
            <a:noAutofit/>
          </a:bodyPr>
          <a:lstStyle/>
          <a:p>
            <a:r>
              <a:rPr lang="en-GB"/>
              <a:t>Knowledge Check</a:t>
            </a:r>
          </a:p>
        </p:txBody>
      </p:sp>
      <p:sp>
        <p:nvSpPr>
          <p:cNvPr id="3" name="Text Placeholder 2">
            <a:extLst>
              <a:ext uri="{FF2B5EF4-FFF2-40B4-BE49-F238E27FC236}">
                <a16:creationId xmlns:a16="http://schemas.microsoft.com/office/drawing/2014/main" id="{BB9A1B00-B3F1-A1DE-68C2-B477C237BD57}"/>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What is the main administrative purpose of Command-line hosts?</a:t>
            </a:r>
          </a:p>
        </p:txBody>
      </p:sp>
      <p:sp>
        <p:nvSpPr>
          <p:cNvPr id="4" name="Text Placeholder 3">
            <a:extLst>
              <a:ext uri="{FF2B5EF4-FFF2-40B4-BE49-F238E27FC236}">
                <a16:creationId xmlns:a16="http://schemas.microsoft.com/office/drawing/2014/main" id="{C48BE404-E88F-D4E3-190A-AA7192CDA7B7}"/>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What is the main administrative purpose of Windows Terminal?</a:t>
            </a:r>
          </a:p>
        </p:txBody>
      </p:sp>
      <p:sp>
        <p:nvSpPr>
          <p:cNvPr id="5" name="Text Placeholder 4">
            <a:extLst>
              <a:ext uri="{FF2B5EF4-FFF2-40B4-BE49-F238E27FC236}">
                <a16:creationId xmlns:a16="http://schemas.microsoft.com/office/drawing/2014/main" id="{2B07B96E-6D24-4D1D-8BB7-7C4BE61488A8}"/>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What is the main administrative purpose of CMD.EXE?</a:t>
            </a:r>
          </a:p>
        </p:txBody>
      </p:sp>
      <p:sp>
        <p:nvSpPr>
          <p:cNvPr id="6" name="Text Placeholder 5">
            <a:extLst>
              <a:ext uri="{FF2B5EF4-FFF2-40B4-BE49-F238E27FC236}">
                <a16:creationId xmlns:a16="http://schemas.microsoft.com/office/drawing/2014/main" id="{1BB91AC5-4C5B-C9FE-B496-A326BCC9329D}"/>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What is the main administrative purpose of PowerShell?</a:t>
            </a:r>
          </a:p>
        </p:txBody>
      </p:sp>
      <p:sp>
        <p:nvSpPr>
          <p:cNvPr id="7" name="Course footer">
            <a:extLst>
              <a:ext uri="{FF2B5EF4-FFF2-40B4-BE49-F238E27FC236}">
                <a16:creationId xmlns:a16="http://schemas.microsoft.com/office/drawing/2014/main" id="{FC569BCA-7101-5049-5B21-9EDE9608CFF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DCCE9757-EA28-BB0C-651D-2D1627777AB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2109173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F3FC-4D45-E4E9-02C0-75935C632862}"/>
              </a:ext>
            </a:extLst>
          </p:cNvPr>
          <p:cNvSpPr>
            <a:spLocks noGrp="1"/>
          </p:cNvSpPr>
          <p:nvPr>
            <p:ph type="title"/>
          </p:nvPr>
        </p:nvSpPr>
        <p:spPr/>
        <p:txBody>
          <a:bodyPr wrap="square">
            <a:noAutofit/>
          </a:bodyPr>
          <a:lstStyle/>
          <a:p>
            <a:r>
              <a:rPr lang="en-GB"/>
              <a:t>Lab 0401 | PowerShell Command-Line Administration</a:t>
            </a:r>
          </a:p>
        </p:txBody>
      </p:sp>
      <p:sp>
        <p:nvSpPr>
          <p:cNvPr id="3" name="Shape 0">
            <a:extLst>
              <a:ext uri="{FF2B5EF4-FFF2-40B4-BE49-F238E27FC236}">
                <a16:creationId xmlns:a16="http://schemas.microsoft.com/office/drawing/2014/main" id="{9C424F41-D9D7-F8AC-9952-BC2CA8A65F25}"/>
              </a:ext>
            </a:extLst>
          </p:cNvPr>
          <p:cNvSpPr/>
          <p:nvPr/>
        </p:nvSpPr>
        <p:spPr>
          <a:xfrm>
            <a:off x="139700" y="44140"/>
            <a:ext cx="164592" cy="5143500"/>
          </a:xfrm>
          <a:prstGeom prst="rect">
            <a:avLst/>
          </a:prstGeom>
          <a:solidFill>
            <a:srgbClr val="0076D4"/>
          </a:solidFill>
          <a:ln w="12700">
            <a:solidFill>
              <a:srgbClr val="0076D4"/>
            </a:solidFill>
            <a:prstDash val="solid"/>
          </a:ln>
        </p:spPr>
        <p:txBody>
          <a:bodyPr/>
          <a:lstStyle/>
          <a:p>
            <a:endParaRPr lang="en-US"/>
          </a:p>
        </p:txBody>
      </p:sp>
      <p:sp>
        <p:nvSpPr>
          <p:cNvPr id="7" name="Text 5">
            <a:extLst>
              <a:ext uri="{FF2B5EF4-FFF2-40B4-BE49-F238E27FC236}">
                <a16:creationId xmlns:a16="http://schemas.microsoft.com/office/drawing/2014/main" id="{BD207016-C322-7A4E-DFA6-32E41CFAF587}"/>
              </a:ext>
            </a:extLst>
          </p:cNvPr>
          <p:cNvSpPr/>
          <p:nvPr/>
        </p:nvSpPr>
        <p:spPr>
          <a:xfrm>
            <a:off x="551180" y="1987391"/>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Segoe UI" panose="020B0502040204020203" pitchFamily="34" charset="0"/>
                <a:ea typeface="Calibri" pitchFamily="34" charset="-122"/>
                <a:cs typeface="Calibri" pitchFamily="34" charset="-120"/>
              </a:rPr>
              <a:t>PowerShell Command-Line Administration</a:t>
            </a:r>
            <a:endParaRPr lang="en-US" sz="2200" dirty="0">
              <a:latin typeface="Segoe UI" panose="020B0502040204020203" pitchFamily="34" charset="0"/>
            </a:endParaRPr>
          </a:p>
        </p:txBody>
      </p:sp>
      <p:sp>
        <p:nvSpPr>
          <p:cNvPr id="9" name="Text 7">
            <a:extLst>
              <a:ext uri="{FF2B5EF4-FFF2-40B4-BE49-F238E27FC236}">
                <a16:creationId xmlns:a16="http://schemas.microsoft.com/office/drawing/2014/main" id="{C1430463-772F-C330-3AC3-C1EF7E41A1EF}"/>
              </a:ext>
            </a:extLst>
          </p:cNvPr>
          <p:cNvSpPr/>
          <p:nvPr/>
        </p:nvSpPr>
        <p:spPr>
          <a:xfrm>
            <a:off x="551180" y="2810351"/>
            <a:ext cx="7589520" cy="2103120"/>
          </a:xfrm>
          <a:prstGeom prst="rect">
            <a:avLst/>
          </a:prstGeom>
          <a:noFill/>
          <a:ln/>
        </p:spPr>
        <p:txBody>
          <a:bodyPr wrap="square" lIns="0" tIns="0" rIns="0" bIns="0" rtlCol="0" anchor="t">
            <a:normAutofit/>
          </a:bodyPr>
          <a:lstStyle/>
          <a:p>
            <a:pPr marL="0" indent="0" algn="l">
              <a:buNone/>
            </a:pPr>
            <a:r>
              <a:rPr lang="en-US" sz="1600" dirty="0">
                <a:solidFill>
                  <a:schemeClr val="accent1">
                    <a:lumMod val="75000"/>
                  </a:schemeClr>
                </a:solidFill>
                <a:latin typeface="Segoe UI" panose="020B0502040204020203" pitchFamily="34" charset="0"/>
                <a:ea typeface="Calibri" pitchFamily="34" charset="-122"/>
                <a:cs typeface="Calibri" pitchFamily="34" charset="-120"/>
              </a:rPr>
              <a:t>In this lab, you will explore PowerShell as a command-line administration tool. You will learn to use cmdlets, pipe commands together, retrieve system information, and understand why PowerShell is the modern standard for Windows Server administration. This lab builds on Lab 0201 and provides hands-on experience with essential PowerShell skills.</a:t>
            </a:r>
            <a:endParaRPr lang="en-US" sz="1600" dirty="0">
              <a:solidFill>
                <a:schemeClr val="accent1">
                  <a:lumMod val="75000"/>
                </a:schemeClr>
              </a:solidFill>
              <a:latin typeface="Segoe UI" panose="020B0502040204020203" pitchFamily="34" charset="0"/>
            </a:endParaRPr>
          </a:p>
        </p:txBody>
      </p:sp>
      <p:pic>
        <p:nvPicPr>
          <p:cNvPr id="10" name="Image 0" descr="preencoded.png">
            <a:extLst>
              <a:ext uri="{FF2B5EF4-FFF2-40B4-BE49-F238E27FC236}">
                <a16:creationId xmlns:a16="http://schemas.microsoft.com/office/drawing/2014/main" id="{E6099D48-C5D2-5131-6748-3526361158CA}"/>
              </a:ext>
            </a:extLst>
          </p:cNvPr>
          <p:cNvPicPr>
            <a:picLocks noChangeAspect="1"/>
          </p:cNvPicPr>
          <p:nvPr/>
        </p:nvPicPr>
        <p:blipFill>
          <a:blip r:embed="rId2">
            <a:alphaModFix amt="80000"/>
          </a:blip>
          <a:stretch>
            <a:fillRect/>
          </a:stretch>
        </p:blipFill>
        <p:spPr>
          <a:xfrm>
            <a:off x="7454900" y="1118711"/>
            <a:ext cx="1554480" cy="1554480"/>
          </a:xfrm>
          <a:prstGeom prst="rect">
            <a:avLst/>
          </a:prstGeom>
        </p:spPr>
      </p:pic>
      <p:sp>
        <p:nvSpPr>
          <p:cNvPr id="11" name="Course footer">
            <a:extLst>
              <a:ext uri="{FF2B5EF4-FFF2-40B4-BE49-F238E27FC236}">
                <a16:creationId xmlns:a16="http://schemas.microsoft.com/office/drawing/2014/main" id="{DFE5F4C7-4B0D-B655-0516-D06AA20F1DE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4 | Command-Line Administration Tools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2" name="TextBox 11">
            <a:extLst>
              <a:ext uri="{FF2B5EF4-FFF2-40B4-BE49-F238E27FC236}">
                <a16:creationId xmlns:a16="http://schemas.microsoft.com/office/drawing/2014/main" id="{8A404CE3-01A4-CBF4-0433-9A4957585B8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47704080"/>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190535-EE90-6647-94C1-686DD6D978A5}">
  <we:reference id="wa200010001" version="1.0.0.1" store="en-US" storeType="OMEX"/>
  <we:alternateReferences>
    <we:reference id="WA200010001" version="1.0.0.1" store="" storeType="OMEX"/>
  </we:alternateReferences>
  <we:properties>
    <we:property name="claude.fileId" value="&quot;128e6f61-6e9e-4c00-a8d0-7faab514c4c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41</TotalTime>
  <Words>1902</Words>
  <Application>Microsoft Office PowerPoint</Application>
  <PresentationFormat>On-screen Show (16:9)</PresentationFormat>
  <Paragraphs>263</Paragraphs>
  <Slides>25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Consolas</vt:lpstr>
      <vt:lpstr>Segoe UI</vt:lpstr>
      <vt:lpstr>Segoe UI Semibold</vt:lpstr>
      <vt:lpstr>Wingdings</vt:lpstr>
      <vt:lpstr>Microsoft Power Platform Template</vt:lpstr>
      <vt:lpstr>1_Microsoft Power Platform Template</vt:lpstr>
      <vt:lpstr>Chapter 4: Command-Line
Administration Tools</vt:lpstr>
      <vt:lpstr>Learning Objectives</vt:lpstr>
      <vt:lpstr>Chapter Topics</vt:lpstr>
      <vt:lpstr>4.1 Command-line hosts</vt:lpstr>
      <vt:lpstr>PowerPoint Presentation</vt:lpstr>
      <vt:lpstr>4.2 Windows Terminal</vt:lpstr>
      <vt:lpstr>Windows Terminal</vt:lpstr>
      <vt:lpstr>4.3 CMD.EXE</vt:lpstr>
      <vt:lpstr>4.4 PowerShell</vt:lpstr>
      <vt:lpstr>Module overview</vt:lpstr>
      <vt:lpstr>Windows PowerShell Introduction</vt:lpstr>
      <vt:lpstr>Windows PowerShell versions (Slide 2)</vt:lpstr>
      <vt:lpstr>Windows PowerShell versions</vt:lpstr>
      <vt:lpstr>PowerShell 5.1 vs PowerShell 7+</vt:lpstr>
      <vt:lpstr>Considerations when using PowerShell</vt:lpstr>
      <vt:lpstr>Using Visual Studio Code with PowerShell</vt:lpstr>
      <vt:lpstr>Module overview</vt:lpstr>
      <vt:lpstr>What is the pipeline?</vt:lpstr>
      <vt:lpstr>What is the pipeline? (Slide 2)</vt:lpstr>
      <vt:lpstr>Pipeline output</vt:lpstr>
      <vt:lpstr>Discovering object members</vt:lpstr>
      <vt:lpstr>Demonstration Plan</vt:lpstr>
      <vt:lpstr>Chapter Summary</vt:lpstr>
      <vt:lpstr>Knowledge Check</vt:lpstr>
      <vt:lpstr>Lab 0401 | PowerShell Command-Line Administration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2026-04-07T14:56:50Z</dcterms:created>
  <dcterms:modified xsi:type="dcterms:W3CDTF">2026-06-14T13:16:36Z</dcterms:modified>
</cp:coreProperties>
</file>