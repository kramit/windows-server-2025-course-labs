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4967" r:id="rId4"/>
    <p:sldMasterId id="2147485019" r:id="rId5"/>
  </p:sldMasterIdLst>
  <p:notesMasterIdLst>
    <p:notesMasterId r:id="rId27"/>
  </p:notesMasterIdLst>
  <p:handoutMasterIdLst>
    <p:handoutMasterId r:id="rId28"/>
  </p:handoutMasterIdLst>
  <p:sldIdLst>
    <p:sldId id="256" r:id="rId6"/>
    <p:sldId id="257" r:id="rId7"/>
    <p:sldId id="258" r:id="rId8"/>
    <p:sldId id="259"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Lst>
  <p:sldSz cx="12192000"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ED94148-BE85-83FA-B102-27DC4B525780}" name="Venkat Jalasutram" initials="VJ" userId="S::vejalasu@microsoft.com::79d9235b-eddf-4723-995a-e3cb53ad4972" providerId="AD"/>
  <p188:author id="{17B1C35E-C413-CD26-D55D-249EDE4A67E8}" name="Tony Jamieson" initials="" userId="S::tonyj@microsoft.com::3b4effa0-dd52-44f8-96bf-4435da10287b" providerId="AD"/>
  <p188:author id="{79E072BE-A531-E5C4-8C33-C5163B6B2873}" name="Jan Kulbe" initials="JK" userId="S::jakulbe@microsoft.com::4023f1dd-563a-4ad7-8a5a-d5a590af070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Author" initials="A" lastIdx="0" clrIdx="9"/>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0777D3"/>
    <a:srgbClr val="CD9BCF"/>
    <a:srgbClr val="8DC8E8"/>
    <a:srgbClr val="FFA38B"/>
    <a:srgbClr val="336699"/>
    <a:srgbClr val="330099"/>
    <a:srgbClr val="0078D4"/>
    <a:srgbClr val="FFF100"/>
    <a:srgbClr val="59B4D9"/>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5838" autoAdjust="0"/>
  </p:normalViewPr>
  <p:slideViewPr>
    <p:cSldViewPr snapToGrid="0">
      <p:cViewPr varScale="1">
        <p:scale>
          <a:sx n="68" d="100"/>
          <a:sy n="68" d="100"/>
        </p:scale>
        <p:origin x="576" y="1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3509" y="7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pc:chgData name="Michael Whitehouse" userId="0ecba9273f6ad366" providerId="LiveId" clId="{F36E82C0-65ED-4BE7-8730-0F102FB388DD}" dt="2026-06-11T13:16:54.019" v="3168" actId="1076"/>
      <pc:docMkLst>
        <pc:docMk/>
      </pc:docMkLst>
      <pc:sldChg chg="modSp mod">
        <pc:chgData name="Michael Whitehouse" userId="0ecba9273f6ad366" providerId="LiveId" clId="{F36E82C0-65ED-4BE7-8730-0F102FB388DD}" dt="2026-06-11T13:13:54.687" v="3129" actId="113"/>
        <pc:sldMkLst>
          <pc:docMk/>
          <pc:sldMk cId="2737206162" sldId="257"/>
        </pc:sldMkLst>
        <pc:spChg chg="mod">
          <ac:chgData name="Michael Whitehouse" userId="0ecba9273f6ad366" providerId="LiveId" clId="{F36E82C0-65ED-4BE7-8730-0F102FB388DD}" dt="2026-06-11T13:13:49.873" v="3126" actId="113"/>
          <ac:spMkLst>
            <pc:docMk/>
            <pc:sldMk cId="2737206162" sldId="257"/>
            <ac:spMk id="3" creationId="{449F9B7E-E102-9475-1A53-0A3B31D8118B}"/>
          </ac:spMkLst>
        </pc:spChg>
        <pc:spChg chg="mod">
          <ac:chgData name="Michael Whitehouse" userId="0ecba9273f6ad366" providerId="LiveId" clId="{F36E82C0-65ED-4BE7-8730-0F102FB388DD}" dt="2026-06-11T13:13:51.354" v="3127" actId="113"/>
          <ac:spMkLst>
            <pc:docMk/>
            <pc:sldMk cId="2737206162" sldId="257"/>
            <ac:spMk id="4" creationId="{CA5A7619-D392-E3F0-FFFD-4059193A2109}"/>
          </ac:spMkLst>
        </pc:spChg>
        <pc:spChg chg="mod">
          <ac:chgData name="Michael Whitehouse" userId="0ecba9273f6ad366" providerId="LiveId" clId="{F36E82C0-65ED-4BE7-8730-0F102FB388DD}" dt="2026-06-11T13:13:53.036" v="3128" actId="113"/>
          <ac:spMkLst>
            <pc:docMk/>
            <pc:sldMk cId="2737206162" sldId="257"/>
            <ac:spMk id="5" creationId="{BB02524D-7FF8-7ABA-5C4B-94D0A5BBEE9C}"/>
          </ac:spMkLst>
        </pc:spChg>
        <pc:spChg chg="mod">
          <ac:chgData name="Michael Whitehouse" userId="0ecba9273f6ad366" providerId="LiveId" clId="{F36E82C0-65ED-4BE7-8730-0F102FB388DD}" dt="2026-06-11T13:13:54.687" v="3129" actId="113"/>
          <ac:spMkLst>
            <pc:docMk/>
            <pc:sldMk cId="2737206162" sldId="257"/>
            <ac:spMk id="6" creationId="{8332FD99-5936-8B43-FDE8-958D1C62E562}"/>
          </ac:spMkLst>
        </pc:spChg>
      </pc:sldChg>
      <pc:sldChg chg="addSp delSp modSp mod">
        <pc:chgData name="Michael Whitehouse" userId="0ecba9273f6ad366" providerId="LiveId" clId="{F36E82C0-65ED-4BE7-8730-0F102FB388DD}" dt="2026-06-11T13:13:39.799" v="3125" actId="14100"/>
        <pc:sldMkLst>
          <pc:docMk/>
          <pc:sldMk cId="734320087" sldId="258"/>
        </pc:sldMkLst>
        <pc:spChg chg="del">
          <ac:chgData name="Michael Whitehouse" userId="0ecba9273f6ad366" providerId="LiveId" clId="{F36E82C0-65ED-4BE7-8730-0F102FB388DD}" dt="2026-06-11T13:12:41.455" v="3108" actId="478"/>
          <ac:spMkLst>
            <pc:docMk/>
            <pc:sldMk cId="734320087" sldId="258"/>
            <ac:spMk id="2" creationId="{25F8CD9F-E5A7-16F3-0782-C07E4F40243C}"/>
          </ac:spMkLst>
        </pc:spChg>
        <pc:spChg chg="add del mod">
          <ac:chgData name="Michael Whitehouse" userId="0ecba9273f6ad366" providerId="LiveId" clId="{F36E82C0-65ED-4BE7-8730-0F102FB388DD}" dt="2026-06-11T13:12:42.533" v="3109" actId="478"/>
          <ac:spMkLst>
            <pc:docMk/>
            <pc:sldMk cId="734320087" sldId="258"/>
            <ac:spMk id="4" creationId="{AA228844-A8F5-9D36-FA16-82144DD1C128}"/>
          </ac:spMkLst>
        </pc:spChg>
        <pc:spChg chg="mod">
          <ac:chgData name="Michael Whitehouse" userId="0ecba9273f6ad366" providerId="LiveId" clId="{F36E82C0-65ED-4BE7-8730-0F102FB388DD}" dt="2026-06-11T13:13:19.842" v="3119" actId="14100"/>
          <ac:spMkLst>
            <pc:docMk/>
            <pc:sldMk cId="734320087" sldId="258"/>
            <ac:spMk id="14" creationId="{CE6939D6-0C72-D621-1D78-5ED2ADB0577B}"/>
          </ac:spMkLst>
        </pc:spChg>
        <pc:picChg chg="mod">
          <ac:chgData name="Michael Whitehouse" userId="0ecba9273f6ad366" providerId="LiveId" clId="{F36E82C0-65ED-4BE7-8730-0F102FB388DD}" dt="2026-06-11T13:13:39.799" v="3125" actId="14100"/>
          <ac:picMkLst>
            <pc:docMk/>
            <pc:sldMk cId="734320087" sldId="258"/>
            <ac:picMk id="11" creationId="{B5D471EC-DAAA-7DF1-4505-372C9F0227DC}"/>
          </ac:picMkLst>
        </pc:picChg>
        <pc:picChg chg="mod">
          <ac:chgData name="Michael Whitehouse" userId="0ecba9273f6ad366" providerId="LiveId" clId="{F36E82C0-65ED-4BE7-8730-0F102FB388DD}" dt="2026-06-11T13:13:29.881" v="3124" actId="1076"/>
          <ac:picMkLst>
            <pc:docMk/>
            <pc:sldMk cId="734320087" sldId="258"/>
            <ac:picMk id="13" creationId="{B6DCBD46-194C-398D-5FE4-23A51F30F112}"/>
          </ac:picMkLst>
        </pc:picChg>
      </pc:sldChg>
      <pc:sldChg chg="addSp delSp modSp add mod modClrScheme chgLayout">
        <pc:chgData name="Michael Whitehouse" userId="0ecba9273f6ad366" providerId="LiveId" clId="{F36E82C0-65ED-4BE7-8730-0F102FB388DD}" dt="2026-06-11T13:14:54.315" v="3135" actId="1076"/>
        <pc:sldMkLst>
          <pc:docMk/>
          <pc:sldMk cId="1517403820" sldId="294"/>
        </pc:sldMkLst>
        <pc:spChg chg="mod ord">
          <ac:chgData name="Michael Whitehouse" userId="0ecba9273f6ad366" providerId="LiveId" clId="{F36E82C0-65ED-4BE7-8730-0F102FB388DD}" dt="2026-06-11T13:14:10.285" v="3130" actId="700"/>
          <ac:spMkLst>
            <pc:docMk/>
            <pc:sldMk cId="1517403820" sldId="294"/>
            <ac:spMk id="2" creationId="{E9539BF4-A4A1-8738-4CF1-D568C9A260CE}"/>
          </ac:spMkLst>
        </pc:spChg>
        <pc:spChg chg="mod ord">
          <ac:chgData name="Michael Whitehouse" userId="0ecba9273f6ad366" providerId="LiveId" clId="{F36E82C0-65ED-4BE7-8730-0F102FB388DD}" dt="2026-06-11T13:14:54.315" v="3135" actId="1076"/>
          <ac:spMkLst>
            <pc:docMk/>
            <pc:sldMk cId="1517403820" sldId="294"/>
            <ac:spMk id="3" creationId="{E1337D90-3E1D-3EF4-817F-EA39E7A188B4}"/>
          </ac:spMkLst>
        </pc:spChg>
        <pc:spChg chg="mod ord">
          <ac:chgData name="Michael Whitehouse" userId="0ecba9273f6ad366" providerId="LiveId" clId="{F36E82C0-65ED-4BE7-8730-0F102FB388DD}" dt="2026-06-11T13:14:54.315" v="3135" actId="1076"/>
          <ac:spMkLst>
            <pc:docMk/>
            <pc:sldMk cId="1517403820" sldId="294"/>
            <ac:spMk id="4" creationId="{A2AAFEB6-3E9D-C832-4E69-7520A985884E}"/>
          </ac:spMkLst>
        </pc:spChg>
        <pc:spChg chg="mod ord">
          <ac:chgData name="Michael Whitehouse" userId="0ecba9273f6ad366" providerId="LiveId" clId="{F36E82C0-65ED-4BE7-8730-0F102FB388DD}" dt="2026-06-11T13:14:54.315" v="3135" actId="1076"/>
          <ac:spMkLst>
            <pc:docMk/>
            <pc:sldMk cId="1517403820" sldId="294"/>
            <ac:spMk id="5" creationId="{14374F4C-632C-BABF-F452-5C256AE26C62}"/>
          </ac:spMkLst>
        </pc:spChg>
        <pc:spChg chg="mod ord">
          <ac:chgData name="Michael Whitehouse" userId="0ecba9273f6ad366" providerId="LiveId" clId="{F36E82C0-65ED-4BE7-8730-0F102FB388DD}" dt="2026-06-11T13:14:54.315" v="3135" actId="1076"/>
          <ac:spMkLst>
            <pc:docMk/>
            <pc:sldMk cId="1517403820" sldId="294"/>
            <ac:spMk id="6" creationId="{A719D9D5-E16C-587C-4D63-9247102B1E91}"/>
          </ac:spMkLst>
        </pc:spChg>
        <pc:spChg chg="del">
          <ac:chgData name="Michael Whitehouse" userId="0ecba9273f6ad366" providerId="LiveId" clId="{F36E82C0-65ED-4BE7-8730-0F102FB388DD}" dt="2026-06-11T13:14:10.285" v="3130" actId="700"/>
          <ac:spMkLst>
            <pc:docMk/>
            <pc:sldMk cId="1517403820" sldId="294"/>
            <ac:spMk id="7" creationId="{4A997D27-78CF-BD52-C0AE-02BB0F963A77}"/>
          </ac:spMkLst>
        </pc:spChg>
        <pc:spChg chg="del">
          <ac:chgData name="Michael Whitehouse" userId="0ecba9273f6ad366" providerId="LiveId" clId="{F36E82C0-65ED-4BE7-8730-0F102FB388DD}" dt="2026-06-11T13:14:10.285" v="3130" actId="700"/>
          <ac:spMkLst>
            <pc:docMk/>
            <pc:sldMk cId="1517403820" sldId="294"/>
            <ac:spMk id="8" creationId="{4CB2DF75-5B6A-590A-2382-8C0D0DE42350}"/>
          </ac:spMkLst>
        </pc:spChg>
        <pc:spChg chg="del">
          <ac:chgData name="Michael Whitehouse" userId="0ecba9273f6ad366" providerId="LiveId" clId="{F36E82C0-65ED-4BE7-8730-0F102FB388DD}" dt="2026-06-11T13:14:10.285" v="3130" actId="700"/>
          <ac:spMkLst>
            <pc:docMk/>
            <pc:sldMk cId="1517403820" sldId="294"/>
            <ac:spMk id="9" creationId="{C80387F4-1B0D-EA39-FF35-B0F0388500D6}"/>
          </ac:spMkLst>
        </pc:spChg>
        <pc:spChg chg="del">
          <ac:chgData name="Michael Whitehouse" userId="0ecba9273f6ad366" providerId="LiveId" clId="{F36E82C0-65ED-4BE7-8730-0F102FB388DD}" dt="2026-06-11T13:14:10.285" v="3130" actId="700"/>
          <ac:spMkLst>
            <pc:docMk/>
            <pc:sldMk cId="1517403820" sldId="294"/>
            <ac:spMk id="10" creationId="{94053086-53FA-6560-43C3-9E8CF85A9286}"/>
          </ac:spMkLst>
        </pc:spChg>
        <pc:spChg chg="add mod">
          <ac:chgData name="Michael Whitehouse" userId="0ecba9273f6ad366" providerId="LiveId" clId="{F36E82C0-65ED-4BE7-8730-0F102FB388DD}" dt="2026-06-09T11:31:16.362" v="1568" actId="207"/>
          <ac:spMkLst>
            <pc:docMk/>
            <pc:sldMk cId="1517403820" sldId="294"/>
            <ac:spMk id="12" creationId="{5302BB6C-7AF3-3810-92CE-82B1E5A8EAA1}"/>
          </ac:spMkLst>
        </pc:spChg>
        <pc:cxnChg chg="add mod">
          <ac:chgData name="Michael Whitehouse" userId="0ecba9273f6ad366" providerId="LiveId" clId="{F36E82C0-65ED-4BE7-8730-0F102FB388DD}" dt="2026-06-09T11:31:16.240" v="1556" actId="1582"/>
          <ac:cxnSpMkLst>
            <pc:docMk/>
            <pc:sldMk cId="1517403820" sldId="294"/>
            <ac:cxnSpMk id="11" creationId="{FB701B91-5925-791A-F0CA-A55D89DBE76F}"/>
          </ac:cxnSpMkLst>
        </pc:cxnChg>
      </pc:sldChg>
      <pc:sldChg chg="addSp delSp modSp add mod">
        <pc:chgData name="Michael Whitehouse" userId="0ecba9273f6ad366" providerId="LiveId" clId="{F36E82C0-65ED-4BE7-8730-0F102FB388DD}" dt="2026-06-11T13:15:01.969" v="3137" actId="1076"/>
        <pc:sldMkLst>
          <pc:docMk/>
          <pc:sldMk cId="579760868" sldId="295"/>
        </pc:sldMkLst>
        <pc:spChg chg="mod">
          <ac:chgData name="Michael Whitehouse" userId="0ecba9273f6ad366" providerId="LiveId" clId="{F36E82C0-65ED-4BE7-8730-0F102FB388DD}" dt="2026-06-09T11:33:07.761" v="3000" actId="139"/>
          <ac:spMkLst>
            <pc:docMk/>
            <pc:sldMk cId="579760868" sldId="295"/>
            <ac:spMk id="2" creationId="{3227A8BB-2982-656F-D65C-A4C227E36F93}"/>
          </ac:spMkLst>
        </pc:spChg>
        <pc:spChg chg="mod">
          <ac:chgData name="Michael Whitehouse" userId="0ecba9273f6ad366" providerId="LiveId" clId="{F36E82C0-65ED-4BE7-8730-0F102FB388DD}" dt="2026-06-11T13:15:01.969" v="3137" actId="1076"/>
          <ac:spMkLst>
            <pc:docMk/>
            <pc:sldMk cId="579760868" sldId="295"/>
            <ac:spMk id="3" creationId="{AE0EA5AE-231F-F1D4-CED1-8A1B2A93E408}"/>
          </ac:spMkLst>
        </pc:spChg>
        <pc:spChg chg="mod">
          <ac:chgData name="Michael Whitehouse" userId="0ecba9273f6ad366" providerId="LiveId" clId="{F36E82C0-65ED-4BE7-8730-0F102FB388DD}" dt="2026-06-11T13:15:01.969" v="3137" actId="1076"/>
          <ac:spMkLst>
            <pc:docMk/>
            <pc:sldMk cId="579760868" sldId="295"/>
            <ac:spMk id="4" creationId="{0B8962DC-2A62-AED0-10AE-64C83312A90B}"/>
          </ac:spMkLst>
        </pc:spChg>
        <pc:spChg chg="mod">
          <ac:chgData name="Michael Whitehouse" userId="0ecba9273f6ad366" providerId="LiveId" clId="{F36E82C0-65ED-4BE7-8730-0F102FB388DD}" dt="2026-06-11T13:15:01.969" v="3137" actId="1076"/>
          <ac:spMkLst>
            <pc:docMk/>
            <pc:sldMk cId="579760868" sldId="295"/>
            <ac:spMk id="5" creationId="{C97580D0-7110-44F4-02C6-41A6A9A338CC}"/>
          </ac:spMkLst>
        </pc:spChg>
        <pc:spChg chg="del">
          <ac:chgData name="Michael Whitehouse" userId="0ecba9273f6ad366" providerId="LiveId" clId="{F36E82C0-65ED-4BE7-8730-0F102FB388DD}" dt="2026-06-11T13:14:19.849" v="3131" actId="478"/>
          <ac:spMkLst>
            <pc:docMk/>
            <pc:sldMk cId="579760868" sldId="295"/>
            <ac:spMk id="6" creationId="{F2F3F67B-1963-D265-A6BD-7179DB0F9329}"/>
          </ac:spMkLst>
        </pc:spChg>
        <pc:spChg chg="del">
          <ac:chgData name="Michael Whitehouse" userId="0ecba9273f6ad366" providerId="LiveId" clId="{F36E82C0-65ED-4BE7-8730-0F102FB388DD}" dt="2026-06-11T13:14:19.849" v="3131" actId="478"/>
          <ac:spMkLst>
            <pc:docMk/>
            <pc:sldMk cId="579760868" sldId="295"/>
            <ac:spMk id="7" creationId="{9F0EA615-BC72-A1CD-EB30-EE989885A59E}"/>
          </ac:spMkLst>
        </pc:spChg>
        <pc:spChg chg="del">
          <ac:chgData name="Michael Whitehouse" userId="0ecba9273f6ad366" providerId="LiveId" clId="{F36E82C0-65ED-4BE7-8730-0F102FB388DD}" dt="2026-06-11T13:14:19.849" v="3131" actId="478"/>
          <ac:spMkLst>
            <pc:docMk/>
            <pc:sldMk cId="579760868" sldId="295"/>
            <ac:spMk id="8" creationId="{3DECA31A-03CE-B6AF-C5EE-3F6BB4525626}"/>
          </ac:spMkLst>
        </pc:spChg>
        <pc:spChg chg="del">
          <ac:chgData name="Michael Whitehouse" userId="0ecba9273f6ad366" providerId="LiveId" clId="{F36E82C0-65ED-4BE7-8730-0F102FB388DD}" dt="2026-06-11T13:14:19.849" v="3131" actId="478"/>
          <ac:spMkLst>
            <pc:docMk/>
            <pc:sldMk cId="579760868" sldId="295"/>
            <ac:spMk id="9" creationId="{CECEEEB6-D439-D3DD-7999-E01246E5900B}"/>
          </ac:spMkLst>
        </pc:spChg>
        <pc:spChg chg="del">
          <ac:chgData name="Michael Whitehouse" userId="0ecba9273f6ad366" providerId="LiveId" clId="{F36E82C0-65ED-4BE7-8730-0F102FB388DD}" dt="2026-06-11T13:14:19.849" v="3131" actId="478"/>
          <ac:spMkLst>
            <pc:docMk/>
            <pc:sldMk cId="579760868" sldId="295"/>
            <ac:spMk id="10" creationId="{7CAD5D60-EF0B-B40B-B321-B23D191C94AE}"/>
          </ac:spMkLst>
        </pc:spChg>
        <pc:spChg chg="add mod">
          <ac:chgData name="Michael Whitehouse" userId="0ecba9273f6ad366" providerId="LiveId" clId="{F36E82C0-65ED-4BE7-8730-0F102FB388DD}" dt="2026-06-09T11:31:17.013" v="1636" actId="207"/>
          <ac:spMkLst>
            <pc:docMk/>
            <pc:sldMk cId="579760868" sldId="295"/>
            <ac:spMk id="12" creationId="{6A0BB49E-82A9-8599-987E-9F892E131531}"/>
          </ac:spMkLst>
        </pc:spChg>
        <pc:cxnChg chg="add del mod">
          <ac:chgData name="Michael Whitehouse" userId="0ecba9273f6ad366" providerId="LiveId" clId="{F36E82C0-65ED-4BE7-8730-0F102FB388DD}" dt="2026-06-11T13:14:19.849" v="3131" actId="478"/>
          <ac:cxnSpMkLst>
            <pc:docMk/>
            <pc:sldMk cId="579760868" sldId="295"/>
            <ac:cxnSpMk id="11" creationId="{CEF0412C-80A9-C96B-A0F8-F3F48B69DE9C}"/>
          </ac:cxnSpMkLst>
        </pc:cxnChg>
      </pc:sldChg>
      <pc:sldChg chg="addSp delSp modSp add mod modClrScheme chgLayout">
        <pc:chgData name="Michael Whitehouse" userId="0ecba9273f6ad366" providerId="LiveId" clId="{F36E82C0-65ED-4BE7-8730-0F102FB388DD}" dt="2026-06-11T13:15:11.567" v="3139" actId="1076"/>
        <pc:sldMkLst>
          <pc:docMk/>
          <pc:sldMk cId="3595824418" sldId="296"/>
        </pc:sldMkLst>
        <pc:spChg chg="mod ord">
          <ac:chgData name="Michael Whitehouse" userId="0ecba9273f6ad366" providerId="LiveId" clId="{F36E82C0-65ED-4BE7-8730-0F102FB388DD}" dt="2026-06-11T13:14:30.646" v="3132" actId="700"/>
          <ac:spMkLst>
            <pc:docMk/>
            <pc:sldMk cId="3595824418" sldId="296"/>
            <ac:spMk id="2" creationId="{51D10432-7B2D-C19A-F143-0E8A5115A4F6}"/>
          </ac:spMkLst>
        </pc:spChg>
        <pc:spChg chg="mod ord">
          <ac:chgData name="Michael Whitehouse" userId="0ecba9273f6ad366" providerId="LiveId" clId="{F36E82C0-65ED-4BE7-8730-0F102FB388DD}" dt="2026-06-11T13:15:11.567" v="3139" actId="1076"/>
          <ac:spMkLst>
            <pc:docMk/>
            <pc:sldMk cId="3595824418" sldId="296"/>
            <ac:spMk id="3" creationId="{38B3B987-CB47-0FC8-3F46-5A35EEE566DD}"/>
          </ac:spMkLst>
        </pc:spChg>
        <pc:spChg chg="mod ord">
          <ac:chgData name="Michael Whitehouse" userId="0ecba9273f6ad366" providerId="LiveId" clId="{F36E82C0-65ED-4BE7-8730-0F102FB388DD}" dt="2026-06-11T13:15:11.567" v="3139" actId="1076"/>
          <ac:spMkLst>
            <pc:docMk/>
            <pc:sldMk cId="3595824418" sldId="296"/>
            <ac:spMk id="4" creationId="{D8311D28-1992-2F7B-C5B1-743B41D99EE4}"/>
          </ac:spMkLst>
        </pc:spChg>
        <pc:spChg chg="mod ord">
          <ac:chgData name="Michael Whitehouse" userId="0ecba9273f6ad366" providerId="LiveId" clId="{F36E82C0-65ED-4BE7-8730-0F102FB388DD}" dt="2026-06-11T13:15:11.567" v="3139" actId="1076"/>
          <ac:spMkLst>
            <pc:docMk/>
            <pc:sldMk cId="3595824418" sldId="296"/>
            <ac:spMk id="5" creationId="{B663A3DC-47AA-5BF5-F25C-730527676B6E}"/>
          </ac:spMkLst>
        </pc:spChg>
        <pc:spChg chg="mod ord">
          <ac:chgData name="Michael Whitehouse" userId="0ecba9273f6ad366" providerId="LiveId" clId="{F36E82C0-65ED-4BE7-8730-0F102FB388DD}" dt="2026-06-11T13:15:11.567" v="3139" actId="1076"/>
          <ac:spMkLst>
            <pc:docMk/>
            <pc:sldMk cId="3595824418" sldId="296"/>
            <ac:spMk id="6" creationId="{4674B1B0-2D75-150D-AA42-ADCB08DD9C14}"/>
          </ac:spMkLst>
        </pc:spChg>
        <pc:spChg chg="del">
          <ac:chgData name="Michael Whitehouse" userId="0ecba9273f6ad366" providerId="LiveId" clId="{F36E82C0-65ED-4BE7-8730-0F102FB388DD}" dt="2026-06-11T13:14:30.646" v="3132" actId="700"/>
          <ac:spMkLst>
            <pc:docMk/>
            <pc:sldMk cId="3595824418" sldId="296"/>
            <ac:spMk id="7" creationId="{72F2F40B-941E-9776-4901-08349D4BA9B0}"/>
          </ac:spMkLst>
        </pc:spChg>
        <pc:spChg chg="del">
          <ac:chgData name="Michael Whitehouse" userId="0ecba9273f6ad366" providerId="LiveId" clId="{F36E82C0-65ED-4BE7-8730-0F102FB388DD}" dt="2026-06-11T13:14:30.646" v="3132" actId="700"/>
          <ac:spMkLst>
            <pc:docMk/>
            <pc:sldMk cId="3595824418" sldId="296"/>
            <ac:spMk id="8" creationId="{53E6EFA5-D2CB-9752-7987-0E9AFE390BF6}"/>
          </ac:spMkLst>
        </pc:spChg>
        <pc:spChg chg="del">
          <ac:chgData name="Michael Whitehouse" userId="0ecba9273f6ad366" providerId="LiveId" clId="{F36E82C0-65ED-4BE7-8730-0F102FB388DD}" dt="2026-06-11T13:14:30.646" v="3132" actId="700"/>
          <ac:spMkLst>
            <pc:docMk/>
            <pc:sldMk cId="3595824418" sldId="296"/>
            <ac:spMk id="9" creationId="{7A455618-AFB2-9DC9-D57E-937C30599F6E}"/>
          </ac:spMkLst>
        </pc:spChg>
        <pc:spChg chg="del">
          <ac:chgData name="Michael Whitehouse" userId="0ecba9273f6ad366" providerId="LiveId" clId="{F36E82C0-65ED-4BE7-8730-0F102FB388DD}" dt="2026-06-11T13:14:30.646" v="3132" actId="700"/>
          <ac:spMkLst>
            <pc:docMk/>
            <pc:sldMk cId="3595824418" sldId="296"/>
            <ac:spMk id="10" creationId="{A71C26EC-174E-BE47-7B52-AD101C6DD307}"/>
          </ac:spMkLst>
        </pc:spChg>
        <pc:spChg chg="add mod">
          <ac:chgData name="Michael Whitehouse" userId="0ecba9273f6ad366" providerId="LiveId" clId="{F36E82C0-65ED-4BE7-8730-0F102FB388DD}" dt="2026-06-09T11:31:17.872" v="1717" actId="207"/>
          <ac:spMkLst>
            <pc:docMk/>
            <pc:sldMk cId="3595824418" sldId="296"/>
            <ac:spMk id="12" creationId="{A6BEC75B-1224-C7CB-A914-B1BECCA0BE91}"/>
          </ac:spMkLst>
        </pc:spChg>
        <pc:cxnChg chg="add mod">
          <ac:chgData name="Michael Whitehouse" userId="0ecba9273f6ad366" providerId="LiveId" clId="{F36E82C0-65ED-4BE7-8730-0F102FB388DD}" dt="2026-06-09T11:31:17.843" v="1705" actId="1582"/>
          <ac:cxnSpMkLst>
            <pc:docMk/>
            <pc:sldMk cId="3595824418" sldId="296"/>
            <ac:cxnSpMk id="11" creationId="{8E7CB715-B223-8399-44D5-32F897B017B2}"/>
          </ac:cxnSpMkLst>
        </pc:cxnChg>
      </pc:sldChg>
      <pc:sldChg chg="addSp delSp modSp add mod modClrScheme chgLayout">
        <pc:chgData name="Michael Whitehouse" userId="0ecba9273f6ad366" providerId="LiveId" clId="{F36E82C0-65ED-4BE7-8730-0F102FB388DD}" dt="2026-06-11T13:15:17.633" v="3141" actId="1076"/>
        <pc:sldMkLst>
          <pc:docMk/>
          <pc:sldMk cId="1667075509" sldId="297"/>
        </pc:sldMkLst>
        <pc:spChg chg="mod ord">
          <ac:chgData name="Michael Whitehouse" userId="0ecba9273f6ad366" providerId="LiveId" clId="{F36E82C0-65ED-4BE7-8730-0F102FB388DD}" dt="2026-06-11T13:14:30.646" v="3132" actId="700"/>
          <ac:spMkLst>
            <pc:docMk/>
            <pc:sldMk cId="1667075509" sldId="297"/>
            <ac:spMk id="2" creationId="{B764CF2E-D847-714B-3275-B1976E1D44E2}"/>
          </ac:spMkLst>
        </pc:spChg>
        <pc:spChg chg="mod ord">
          <ac:chgData name="Michael Whitehouse" userId="0ecba9273f6ad366" providerId="LiveId" clId="{F36E82C0-65ED-4BE7-8730-0F102FB388DD}" dt="2026-06-11T13:15:17.633" v="3141" actId="1076"/>
          <ac:spMkLst>
            <pc:docMk/>
            <pc:sldMk cId="1667075509" sldId="297"/>
            <ac:spMk id="3" creationId="{A715B63E-7E8B-4194-89ED-A4584E0E71BE}"/>
          </ac:spMkLst>
        </pc:spChg>
        <pc:spChg chg="mod ord">
          <ac:chgData name="Michael Whitehouse" userId="0ecba9273f6ad366" providerId="LiveId" clId="{F36E82C0-65ED-4BE7-8730-0F102FB388DD}" dt="2026-06-11T13:15:17.633" v="3141" actId="1076"/>
          <ac:spMkLst>
            <pc:docMk/>
            <pc:sldMk cId="1667075509" sldId="297"/>
            <ac:spMk id="4" creationId="{6836297F-8D25-4642-C608-79855BF40898}"/>
          </ac:spMkLst>
        </pc:spChg>
        <pc:spChg chg="mod ord">
          <ac:chgData name="Michael Whitehouse" userId="0ecba9273f6ad366" providerId="LiveId" clId="{F36E82C0-65ED-4BE7-8730-0F102FB388DD}" dt="2026-06-11T13:15:17.633" v="3141" actId="1076"/>
          <ac:spMkLst>
            <pc:docMk/>
            <pc:sldMk cId="1667075509" sldId="297"/>
            <ac:spMk id="5" creationId="{1AEF2F49-5B4C-8C4E-9757-189863211FD9}"/>
          </ac:spMkLst>
        </pc:spChg>
        <pc:spChg chg="mod ord">
          <ac:chgData name="Michael Whitehouse" userId="0ecba9273f6ad366" providerId="LiveId" clId="{F36E82C0-65ED-4BE7-8730-0F102FB388DD}" dt="2026-06-11T13:15:17.633" v="3141" actId="1076"/>
          <ac:spMkLst>
            <pc:docMk/>
            <pc:sldMk cId="1667075509" sldId="297"/>
            <ac:spMk id="6" creationId="{B72F5E1B-0044-91C5-2920-D66EED7D287F}"/>
          </ac:spMkLst>
        </pc:spChg>
        <pc:spChg chg="del">
          <ac:chgData name="Michael Whitehouse" userId="0ecba9273f6ad366" providerId="LiveId" clId="{F36E82C0-65ED-4BE7-8730-0F102FB388DD}" dt="2026-06-11T13:14:30.646" v="3132" actId="700"/>
          <ac:spMkLst>
            <pc:docMk/>
            <pc:sldMk cId="1667075509" sldId="297"/>
            <ac:spMk id="7" creationId="{8C36AB08-6F6C-EA75-19FD-66F2054F5846}"/>
          </ac:spMkLst>
        </pc:spChg>
        <pc:spChg chg="del">
          <ac:chgData name="Michael Whitehouse" userId="0ecba9273f6ad366" providerId="LiveId" clId="{F36E82C0-65ED-4BE7-8730-0F102FB388DD}" dt="2026-06-11T13:14:30.646" v="3132" actId="700"/>
          <ac:spMkLst>
            <pc:docMk/>
            <pc:sldMk cId="1667075509" sldId="297"/>
            <ac:spMk id="8" creationId="{A4679418-42E6-2A32-D83B-16170AAF527B}"/>
          </ac:spMkLst>
        </pc:spChg>
        <pc:spChg chg="del">
          <ac:chgData name="Michael Whitehouse" userId="0ecba9273f6ad366" providerId="LiveId" clId="{F36E82C0-65ED-4BE7-8730-0F102FB388DD}" dt="2026-06-11T13:14:30.646" v="3132" actId="700"/>
          <ac:spMkLst>
            <pc:docMk/>
            <pc:sldMk cId="1667075509" sldId="297"/>
            <ac:spMk id="9" creationId="{239920AE-052D-9035-4231-EE9C9708089D}"/>
          </ac:spMkLst>
        </pc:spChg>
        <pc:spChg chg="del">
          <ac:chgData name="Michael Whitehouse" userId="0ecba9273f6ad366" providerId="LiveId" clId="{F36E82C0-65ED-4BE7-8730-0F102FB388DD}" dt="2026-06-11T13:14:30.646" v="3132" actId="700"/>
          <ac:spMkLst>
            <pc:docMk/>
            <pc:sldMk cId="1667075509" sldId="297"/>
            <ac:spMk id="10" creationId="{0716C3C2-B2AF-A23A-3802-9FE8B381668C}"/>
          </ac:spMkLst>
        </pc:spChg>
        <pc:spChg chg="add mod">
          <ac:chgData name="Michael Whitehouse" userId="0ecba9273f6ad366" providerId="LiveId" clId="{F36E82C0-65ED-4BE7-8730-0F102FB388DD}" dt="2026-06-09T11:31:18.647" v="1798" actId="207"/>
          <ac:spMkLst>
            <pc:docMk/>
            <pc:sldMk cId="1667075509" sldId="297"/>
            <ac:spMk id="12" creationId="{4E0D14F8-6067-7E98-011A-33FC55EA6FCD}"/>
          </ac:spMkLst>
        </pc:spChg>
        <pc:cxnChg chg="add mod">
          <ac:chgData name="Michael Whitehouse" userId="0ecba9273f6ad366" providerId="LiveId" clId="{F36E82C0-65ED-4BE7-8730-0F102FB388DD}" dt="2026-06-09T11:31:18.627" v="1786" actId="1582"/>
          <ac:cxnSpMkLst>
            <pc:docMk/>
            <pc:sldMk cId="1667075509" sldId="297"/>
            <ac:cxnSpMk id="11" creationId="{5E403164-FF35-ECA4-E0CA-6FAA5E14A1F7}"/>
          </ac:cxnSpMkLst>
        </pc:cxnChg>
      </pc:sldChg>
      <pc:sldChg chg="addSp delSp modSp add mod modClrScheme chgLayout">
        <pc:chgData name="Michael Whitehouse" userId="0ecba9273f6ad366" providerId="LiveId" clId="{F36E82C0-65ED-4BE7-8730-0F102FB388DD}" dt="2026-06-11T13:15:24.954" v="3143" actId="1076"/>
        <pc:sldMkLst>
          <pc:docMk/>
          <pc:sldMk cId="3255790693" sldId="298"/>
        </pc:sldMkLst>
        <pc:spChg chg="mod ord">
          <ac:chgData name="Michael Whitehouse" userId="0ecba9273f6ad366" providerId="LiveId" clId="{F36E82C0-65ED-4BE7-8730-0F102FB388DD}" dt="2026-06-11T13:14:30.646" v="3132" actId="700"/>
          <ac:spMkLst>
            <pc:docMk/>
            <pc:sldMk cId="3255790693" sldId="298"/>
            <ac:spMk id="2" creationId="{469565A2-11B5-CA22-8C14-8ECC36C3030E}"/>
          </ac:spMkLst>
        </pc:spChg>
        <pc:spChg chg="mod ord">
          <ac:chgData name="Michael Whitehouse" userId="0ecba9273f6ad366" providerId="LiveId" clId="{F36E82C0-65ED-4BE7-8730-0F102FB388DD}" dt="2026-06-11T13:15:24.954" v="3143" actId="1076"/>
          <ac:spMkLst>
            <pc:docMk/>
            <pc:sldMk cId="3255790693" sldId="298"/>
            <ac:spMk id="3" creationId="{B6538058-D367-B657-B933-DD4256DF270E}"/>
          </ac:spMkLst>
        </pc:spChg>
        <pc:spChg chg="mod ord">
          <ac:chgData name="Michael Whitehouse" userId="0ecba9273f6ad366" providerId="LiveId" clId="{F36E82C0-65ED-4BE7-8730-0F102FB388DD}" dt="2026-06-11T13:15:24.954" v="3143" actId="1076"/>
          <ac:spMkLst>
            <pc:docMk/>
            <pc:sldMk cId="3255790693" sldId="298"/>
            <ac:spMk id="4" creationId="{8726F19F-ECC7-9C3A-C7BF-714F26CD368C}"/>
          </ac:spMkLst>
        </pc:spChg>
        <pc:spChg chg="mod ord">
          <ac:chgData name="Michael Whitehouse" userId="0ecba9273f6ad366" providerId="LiveId" clId="{F36E82C0-65ED-4BE7-8730-0F102FB388DD}" dt="2026-06-11T13:15:24.954" v="3143" actId="1076"/>
          <ac:spMkLst>
            <pc:docMk/>
            <pc:sldMk cId="3255790693" sldId="298"/>
            <ac:spMk id="5" creationId="{0F07230A-A18F-2676-C335-C0B25994D9B8}"/>
          </ac:spMkLst>
        </pc:spChg>
        <pc:spChg chg="mod ord">
          <ac:chgData name="Michael Whitehouse" userId="0ecba9273f6ad366" providerId="LiveId" clId="{F36E82C0-65ED-4BE7-8730-0F102FB388DD}" dt="2026-06-11T13:15:24.954" v="3143" actId="1076"/>
          <ac:spMkLst>
            <pc:docMk/>
            <pc:sldMk cId="3255790693" sldId="298"/>
            <ac:spMk id="6" creationId="{DCC76316-B30E-B742-84FA-843EDA3782AA}"/>
          </ac:spMkLst>
        </pc:spChg>
        <pc:spChg chg="mod ord">
          <ac:chgData name="Michael Whitehouse" userId="0ecba9273f6ad366" providerId="LiveId" clId="{F36E82C0-65ED-4BE7-8730-0F102FB388DD}" dt="2026-06-11T13:15:24.954" v="3143" actId="1076"/>
          <ac:spMkLst>
            <pc:docMk/>
            <pc:sldMk cId="3255790693" sldId="298"/>
            <ac:spMk id="7" creationId="{DC22557D-52AC-6954-BF34-B79538812941}"/>
          </ac:spMkLst>
        </pc:spChg>
        <pc:spChg chg="del">
          <ac:chgData name="Michael Whitehouse" userId="0ecba9273f6ad366" providerId="LiveId" clId="{F36E82C0-65ED-4BE7-8730-0F102FB388DD}" dt="2026-06-11T13:14:30.646" v="3132" actId="700"/>
          <ac:spMkLst>
            <pc:docMk/>
            <pc:sldMk cId="3255790693" sldId="298"/>
            <ac:spMk id="8" creationId="{38549775-8702-F774-5898-927D14ED0E28}"/>
          </ac:spMkLst>
        </pc:spChg>
        <pc:spChg chg="del">
          <ac:chgData name="Michael Whitehouse" userId="0ecba9273f6ad366" providerId="LiveId" clId="{F36E82C0-65ED-4BE7-8730-0F102FB388DD}" dt="2026-06-11T13:14:30.646" v="3132" actId="700"/>
          <ac:spMkLst>
            <pc:docMk/>
            <pc:sldMk cId="3255790693" sldId="298"/>
            <ac:spMk id="9" creationId="{7AD39507-1C5D-6E4D-4F9E-E03859B95C66}"/>
          </ac:spMkLst>
        </pc:spChg>
        <pc:spChg chg="del">
          <ac:chgData name="Michael Whitehouse" userId="0ecba9273f6ad366" providerId="LiveId" clId="{F36E82C0-65ED-4BE7-8730-0F102FB388DD}" dt="2026-06-11T13:14:30.646" v="3132" actId="700"/>
          <ac:spMkLst>
            <pc:docMk/>
            <pc:sldMk cId="3255790693" sldId="298"/>
            <ac:spMk id="10" creationId="{E8610233-5167-DB7E-AECF-02081992EF0E}"/>
          </ac:spMkLst>
        </pc:spChg>
        <pc:spChg chg="add mod">
          <ac:chgData name="Michael Whitehouse" userId="0ecba9273f6ad366" providerId="LiveId" clId="{F36E82C0-65ED-4BE7-8730-0F102FB388DD}" dt="2026-06-09T11:31:19.213" v="1892" actId="207"/>
          <ac:spMkLst>
            <pc:docMk/>
            <pc:sldMk cId="3255790693" sldId="298"/>
            <ac:spMk id="12" creationId="{A42F5E36-DA18-9FF7-0BFE-F68CFA86F271}"/>
          </ac:spMkLst>
        </pc:spChg>
        <pc:cxnChg chg="add mod">
          <ac:chgData name="Michael Whitehouse" userId="0ecba9273f6ad366" providerId="LiveId" clId="{F36E82C0-65ED-4BE7-8730-0F102FB388DD}" dt="2026-06-09T11:31:19.193" v="1880" actId="1582"/>
          <ac:cxnSpMkLst>
            <pc:docMk/>
            <pc:sldMk cId="3255790693" sldId="298"/>
            <ac:cxnSpMk id="11" creationId="{DD758B11-3688-3A44-0D5B-54ED64A7C716}"/>
          </ac:cxnSpMkLst>
        </pc:cxnChg>
      </pc:sldChg>
      <pc:sldChg chg="addSp delSp modSp add mod modClrScheme chgLayout">
        <pc:chgData name="Michael Whitehouse" userId="0ecba9273f6ad366" providerId="LiveId" clId="{F36E82C0-65ED-4BE7-8730-0F102FB388DD}" dt="2026-06-11T13:15:33.749" v="3145" actId="1076"/>
        <pc:sldMkLst>
          <pc:docMk/>
          <pc:sldMk cId="2883739064" sldId="299"/>
        </pc:sldMkLst>
        <pc:spChg chg="mod ord">
          <ac:chgData name="Michael Whitehouse" userId="0ecba9273f6ad366" providerId="LiveId" clId="{F36E82C0-65ED-4BE7-8730-0F102FB388DD}" dt="2026-06-11T13:14:30.646" v="3132" actId="700"/>
          <ac:spMkLst>
            <pc:docMk/>
            <pc:sldMk cId="2883739064" sldId="299"/>
            <ac:spMk id="2" creationId="{D973BB43-EE39-9536-E531-9E632B70CB8B}"/>
          </ac:spMkLst>
        </pc:spChg>
        <pc:spChg chg="mod ord">
          <ac:chgData name="Michael Whitehouse" userId="0ecba9273f6ad366" providerId="LiveId" clId="{F36E82C0-65ED-4BE7-8730-0F102FB388DD}" dt="2026-06-11T13:15:33.749" v="3145" actId="1076"/>
          <ac:spMkLst>
            <pc:docMk/>
            <pc:sldMk cId="2883739064" sldId="299"/>
            <ac:spMk id="3" creationId="{775602FC-DD87-F3E8-5F23-1582AE7966E4}"/>
          </ac:spMkLst>
        </pc:spChg>
        <pc:spChg chg="mod ord">
          <ac:chgData name="Michael Whitehouse" userId="0ecba9273f6ad366" providerId="LiveId" clId="{F36E82C0-65ED-4BE7-8730-0F102FB388DD}" dt="2026-06-11T13:15:33.749" v="3145" actId="1076"/>
          <ac:spMkLst>
            <pc:docMk/>
            <pc:sldMk cId="2883739064" sldId="299"/>
            <ac:spMk id="4" creationId="{13156F26-2878-188A-42A7-F23B651C9361}"/>
          </ac:spMkLst>
        </pc:spChg>
        <pc:spChg chg="mod ord">
          <ac:chgData name="Michael Whitehouse" userId="0ecba9273f6ad366" providerId="LiveId" clId="{F36E82C0-65ED-4BE7-8730-0F102FB388DD}" dt="2026-06-11T13:15:33.749" v="3145" actId="1076"/>
          <ac:spMkLst>
            <pc:docMk/>
            <pc:sldMk cId="2883739064" sldId="299"/>
            <ac:spMk id="5" creationId="{46009ABD-7FDD-D3C4-45D3-BD0C875D3123}"/>
          </ac:spMkLst>
        </pc:spChg>
        <pc:spChg chg="mod ord">
          <ac:chgData name="Michael Whitehouse" userId="0ecba9273f6ad366" providerId="LiveId" clId="{F36E82C0-65ED-4BE7-8730-0F102FB388DD}" dt="2026-06-11T13:15:33.749" v="3145" actId="1076"/>
          <ac:spMkLst>
            <pc:docMk/>
            <pc:sldMk cId="2883739064" sldId="299"/>
            <ac:spMk id="6" creationId="{A14C3C49-F127-FEFB-B4ED-31252A5BA189}"/>
          </ac:spMkLst>
        </pc:spChg>
        <pc:spChg chg="mod ord">
          <ac:chgData name="Michael Whitehouse" userId="0ecba9273f6ad366" providerId="LiveId" clId="{F36E82C0-65ED-4BE7-8730-0F102FB388DD}" dt="2026-06-11T13:15:33.749" v="3145" actId="1076"/>
          <ac:spMkLst>
            <pc:docMk/>
            <pc:sldMk cId="2883739064" sldId="299"/>
            <ac:spMk id="7" creationId="{AD478BED-CC72-D538-E1BF-B6AC9E60D371}"/>
          </ac:spMkLst>
        </pc:spChg>
        <pc:spChg chg="mod ord">
          <ac:chgData name="Michael Whitehouse" userId="0ecba9273f6ad366" providerId="LiveId" clId="{F36E82C0-65ED-4BE7-8730-0F102FB388DD}" dt="2026-06-11T13:15:33.749" v="3145" actId="1076"/>
          <ac:spMkLst>
            <pc:docMk/>
            <pc:sldMk cId="2883739064" sldId="299"/>
            <ac:spMk id="8" creationId="{5DE410F7-100F-F21A-FBD4-BEAEDB891B59}"/>
          </ac:spMkLst>
        </pc:spChg>
        <pc:spChg chg="del">
          <ac:chgData name="Michael Whitehouse" userId="0ecba9273f6ad366" providerId="LiveId" clId="{F36E82C0-65ED-4BE7-8730-0F102FB388DD}" dt="2026-06-11T13:14:30.646" v="3132" actId="700"/>
          <ac:spMkLst>
            <pc:docMk/>
            <pc:sldMk cId="2883739064" sldId="299"/>
            <ac:spMk id="9" creationId="{41BB638A-8ED0-6ECA-C7B4-E683D035066B}"/>
          </ac:spMkLst>
        </pc:spChg>
        <pc:spChg chg="del">
          <ac:chgData name="Michael Whitehouse" userId="0ecba9273f6ad366" providerId="LiveId" clId="{F36E82C0-65ED-4BE7-8730-0F102FB388DD}" dt="2026-06-11T13:14:30.646" v="3132" actId="700"/>
          <ac:spMkLst>
            <pc:docMk/>
            <pc:sldMk cId="2883739064" sldId="299"/>
            <ac:spMk id="10" creationId="{5A4E501B-8289-289B-8035-3FFCA535028E}"/>
          </ac:spMkLst>
        </pc:spChg>
        <pc:spChg chg="add mod">
          <ac:chgData name="Michael Whitehouse" userId="0ecba9273f6ad366" providerId="LiveId" clId="{F36E82C0-65ED-4BE7-8730-0F102FB388DD}" dt="2026-06-09T11:31:19.773" v="1999" actId="207"/>
          <ac:spMkLst>
            <pc:docMk/>
            <pc:sldMk cId="2883739064" sldId="299"/>
            <ac:spMk id="12" creationId="{C182FD6A-699C-CE8E-BF24-849DF7D4BE31}"/>
          </ac:spMkLst>
        </pc:spChg>
        <pc:cxnChg chg="add mod">
          <ac:chgData name="Michael Whitehouse" userId="0ecba9273f6ad366" providerId="LiveId" clId="{F36E82C0-65ED-4BE7-8730-0F102FB388DD}" dt="2026-06-09T11:31:19.754" v="1987" actId="1582"/>
          <ac:cxnSpMkLst>
            <pc:docMk/>
            <pc:sldMk cId="2883739064" sldId="299"/>
            <ac:cxnSpMk id="11" creationId="{BD9FEA67-E577-72A3-9290-679F608864EE}"/>
          </ac:cxnSpMkLst>
        </pc:cxnChg>
      </pc:sldChg>
      <pc:sldChg chg="addSp delSp modSp add mod modClrScheme chgLayout">
        <pc:chgData name="Michael Whitehouse" userId="0ecba9273f6ad366" providerId="LiveId" clId="{F36E82C0-65ED-4BE7-8730-0F102FB388DD}" dt="2026-06-11T13:15:42.353" v="3147" actId="1076"/>
        <pc:sldMkLst>
          <pc:docMk/>
          <pc:sldMk cId="1945404064" sldId="300"/>
        </pc:sldMkLst>
        <pc:spChg chg="mod ord">
          <ac:chgData name="Michael Whitehouse" userId="0ecba9273f6ad366" providerId="LiveId" clId="{F36E82C0-65ED-4BE7-8730-0F102FB388DD}" dt="2026-06-11T13:14:30.646" v="3132" actId="700"/>
          <ac:spMkLst>
            <pc:docMk/>
            <pc:sldMk cId="1945404064" sldId="300"/>
            <ac:spMk id="2" creationId="{AEF77B2B-D648-D2F1-482C-D4C0F2A591FC}"/>
          </ac:spMkLst>
        </pc:spChg>
        <pc:spChg chg="mod ord">
          <ac:chgData name="Michael Whitehouse" userId="0ecba9273f6ad366" providerId="LiveId" clId="{F36E82C0-65ED-4BE7-8730-0F102FB388DD}" dt="2026-06-11T13:15:42.353" v="3147" actId="1076"/>
          <ac:spMkLst>
            <pc:docMk/>
            <pc:sldMk cId="1945404064" sldId="300"/>
            <ac:spMk id="3" creationId="{BA7227FA-30B7-599B-EADF-E8AA0B1F5A31}"/>
          </ac:spMkLst>
        </pc:spChg>
        <pc:spChg chg="mod ord">
          <ac:chgData name="Michael Whitehouse" userId="0ecba9273f6ad366" providerId="LiveId" clId="{F36E82C0-65ED-4BE7-8730-0F102FB388DD}" dt="2026-06-11T13:15:42.353" v="3147" actId="1076"/>
          <ac:spMkLst>
            <pc:docMk/>
            <pc:sldMk cId="1945404064" sldId="300"/>
            <ac:spMk id="4" creationId="{1EEA520E-2D37-962F-6912-FA132B78EBF6}"/>
          </ac:spMkLst>
        </pc:spChg>
        <pc:spChg chg="mod ord">
          <ac:chgData name="Michael Whitehouse" userId="0ecba9273f6ad366" providerId="LiveId" clId="{F36E82C0-65ED-4BE7-8730-0F102FB388DD}" dt="2026-06-11T13:15:42.353" v="3147" actId="1076"/>
          <ac:spMkLst>
            <pc:docMk/>
            <pc:sldMk cId="1945404064" sldId="300"/>
            <ac:spMk id="5" creationId="{4F3D2856-77F1-A35D-248C-B1253C41C9C4}"/>
          </ac:spMkLst>
        </pc:spChg>
        <pc:spChg chg="mod ord">
          <ac:chgData name="Michael Whitehouse" userId="0ecba9273f6ad366" providerId="LiveId" clId="{F36E82C0-65ED-4BE7-8730-0F102FB388DD}" dt="2026-06-11T13:15:42.353" v="3147" actId="1076"/>
          <ac:spMkLst>
            <pc:docMk/>
            <pc:sldMk cId="1945404064" sldId="300"/>
            <ac:spMk id="6" creationId="{C3FA47F4-819D-66C8-4A1E-DA637889AF32}"/>
          </ac:spMkLst>
        </pc:spChg>
        <pc:spChg chg="mod ord">
          <ac:chgData name="Michael Whitehouse" userId="0ecba9273f6ad366" providerId="LiveId" clId="{F36E82C0-65ED-4BE7-8730-0F102FB388DD}" dt="2026-06-11T13:15:42.353" v="3147" actId="1076"/>
          <ac:spMkLst>
            <pc:docMk/>
            <pc:sldMk cId="1945404064" sldId="300"/>
            <ac:spMk id="7" creationId="{999F81AD-F8A5-44FE-7BC1-3009548191E7}"/>
          </ac:spMkLst>
        </pc:spChg>
        <pc:spChg chg="del">
          <ac:chgData name="Michael Whitehouse" userId="0ecba9273f6ad366" providerId="LiveId" clId="{F36E82C0-65ED-4BE7-8730-0F102FB388DD}" dt="2026-06-11T13:14:30.646" v="3132" actId="700"/>
          <ac:spMkLst>
            <pc:docMk/>
            <pc:sldMk cId="1945404064" sldId="300"/>
            <ac:spMk id="8" creationId="{413ABAC5-53B7-29B9-E8D5-D9193B6A75B3}"/>
          </ac:spMkLst>
        </pc:spChg>
        <pc:spChg chg="del">
          <ac:chgData name="Michael Whitehouse" userId="0ecba9273f6ad366" providerId="LiveId" clId="{F36E82C0-65ED-4BE7-8730-0F102FB388DD}" dt="2026-06-11T13:14:30.646" v="3132" actId="700"/>
          <ac:spMkLst>
            <pc:docMk/>
            <pc:sldMk cId="1945404064" sldId="300"/>
            <ac:spMk id="9" creationId="{4A12B637-F3C2-56C7-9C09-2AB06B562E62}"/>
          </ac:spMkLst>
        </pc:spChg>
        <pc:spChg chg="del">
          <ac:chgData name="Michael Whitehouse" userId="0ecba9273f6ad366" providerId="LiveId" clId="{F36E82C0-65ED-4BE7-8730-0F102FB388DD}" dt="2026-06-11T13:14:30.646" v="3132" actId="700"/>
          <ac:spMkLst>
            <pc:docMk/>
            <pc:sldMk cId="1945404064" sldId="300"/>
            <ac:spMk id="10" creationId="{F60DBC51-43FF-7336-A1AB-A6820F4BAB36}"/>
          </ac:spMkLst>
        </pc:spChg>
        <pc:spChg chg="add mod">
          <ac:chgData name="Michael Whitehouse" userId="0ecba9273f6ad366" providerId="LiveId" clId="{F36E82C0-65ED-4BE7-8730-0F102FB388DD}" dt="2026-06-09T11:31:20.303" v="2093" actId="207"/>
          <ac:spMkLst>
            <pc:docMk/>
            <pc:sldMk cId="1945404064" sldId="300"/>
            <ac:spMk id="12" creationId="{62462EF9-D186-04B1-33D9-1798E9B43201}"/>
          </ac:spMkLst>
        </pc:spChg>
        <pc:cxnChg chg="add mod">
          <ac:chgData name="Michael Whitehouse" userId="0ecba9273f6ad366" providerId="LiveId" clId="{F36E82C0-65ED-4BE7-8730-0F102FB388DD}" dt="2026-06-09T11:31:20.283" v="2081" actId="1582"/>
          <ac:cxnSpMkLst>
            <pc:docMk/>
            <pc:sldMk cId="1945404064" sldId="300"/>
            <ac:cxnSpMk id="11" creationId="{19F73C08-D788-3610-BF2F-BEE8719AB3A4}"/>
          </ac:cxnSpMkLst>
        </pc:cxnChg>
      </pc:sldChg>
      <pc:sldChg chg="addSp modSp add mod modClrScheme chgLayout">
        <pc:chgData name="Michael Whitehouse" userId="0ecba9273f6ad366" providerId="LiveId" clId="{F36E82C0-65ED-4BE7-8730-0F102FB388DD}" dt="2026-06-11T13:15:52.507" v="3149" actId="255"/>
        <pc:sldMkLst>
          <pc:docMk/>
          <pc:sldMk cId="1126502957" sldId="301"/>
        </pc:sldMkLst>
        <pc:spChg chg="mod ord">
          <ac:chgData name="Michael Whitehouse" userId="0ecba9273f6ad366" providerId="LiveId" clId="{F36E82C0-65ED-4BE7-8730-0F102FB388DD}" dt="2026-06-11T13:14:30.646" v="3132" actId="700"/>
          <ac:spMkLst>
            <pc:docMk/>
            <pc:sldMk cId="1126502957" sldId="301"/>
            <ac:spMk id="2" creationId="{4680AE51-A5F4-199B-AE6F-60C8D45647AB}"/>
          </ac:spMkLst>
        </pc:spChg>
        <pc:spChg chg="mod ord">
          <ac:chgData name="Michael Whitehouse" userId="0ecba9273f6ad366" providerId="LiveId" clId="{F36E82C0-65ED-4BE7-8730-0F102FB388DD}" dt="2026-06-11T13:15:52.507" v="3149" actId="255"/>
          <ac:spMkLst>
            <pc:docMk/>
            <pc:sldMk cId="1126502957" sldId="301"/>
            <ac:spMk id="3" creationId="{A8D79900-2AEB-8F81-129E-7EAA050BA04B}"/>
          </ac:spMkLst>
        </pc:spChg>
        <pc:spChg chg="mod ord">
          <ac:chgData name="Michael Whitehouse" userId="0ecba9273f6ad366" providerId="LiveId" clId="{F36E82C0-65ED-4BE7-8730-0F102FB388DD}" dt="2026-06-11T13:15:52.507" v="3149" actId="255"/>
          <ac:spMkLst>
            <pc:docMk/>
            <pc:sldMk cId="1126502957" sldId="301"/>
            <ac:spMk id="4" creationId="{D77F5B12-B820-CD47-7F55-4AE532FC4614}"/>
          </ac:spMkLst>
        </pc:spChg>
        <pc:spChg chg="mod ord">
          <ac:chgData name="Michael Whitehouse" userId="0ecba9273f6ad366" providerId="LiveId" clId="{F36E82C0-65ED-4BE7-8730-0F102FB388DD}" dt="2026-06-11T13:15:48.600" v="3148" actId="255"/>
          <ac:spMkLst>
            <pc:docMk/>
            <pc:sldMk cId="1126502957" sldId="301"/>
            <ac:spMk id="5" creationId="{032F854F-E482-0B3A-895B-1223ABFA9DEC}"/>
          </ac:spMkLst>
        </pc:spChg>
        <pc:spChg chg="mod ord">
          <ac:chgData name="Michael Whitehouse" userId="0ecba9273f6ad366" providerId="LiveId" clId="{F36E82C0-65ED-4BE7-8730-0F102FB388DD}" dt="2026-06-11T13:15:48.600" v="3148" actId="255"/>
          <ac:spMkLst>
            <pc:docMk/>
            <pc:sldMk cId="1126502957" sldId="301"/>
            <ac:spMk id="6" creationId="{2A92612E-20E8-70CD-3B24-0015BAB56C7A}"/>
          </ac:spMkLst>
        </pc:spChg>
        <pc:spChg chg="mod ord">
          <ac:chgData name="Michael Whitehouse" userId="0ecba9273f6ad366" providerId="LiveId" clId="{F36E82C0-65ED-4BE7-8730-0F102FB388DD}" dt="2026-06-11T13:15:48.600" v="3148" actId="255"/>
          <ac:spMkLst>
            <pc:docMk/>
            <pc:sldMk cId="1126502957" sldId="301"/>
            <ac:spMk id="7" creationId="{BA099BD5-B3B1-E1AF-F06C-A11F7EA6B6B3}"/>
          </ac:spMkLst>
        </pc:spChg>
        <pc:spChg chg="mod ord">
          <ac:chgData name="Michael Whitehouse" userId="0ecba9273f6ad366" providerId="LiveId" clId="{F36E82C0-65ED-4BE7-8730-0F102FB388DD}" dt="2026-06-11T13:15:48.600" v="3148" actId="255"/>
          <ac:spMkLst>
            <pc:docMk/>
            <pc:sldMk cId="1126502957" sldId="301"/>
            <ac:spMk id="8" creationId="{80D56018-2168-3029-093A-58350A20A9C2}"/>
          </ac:spMkLst>
        </pc:spChg>
        <pc:spChg chg="mod ord">
          <ac:chgData name="Michael Whitehouse" userId="0ecba9273f6ad366" providerId="LiveId" clId="{F36E82C0-65ED-4BE7-8730-0F102FB388DD}" dt="2026-06-11T13:15:48.600" v="3148" actId="255"/>
          <ac:spMkLst>
            <pc:docMk/>
            <pc:sldMk cId="1126502957" sldId="301"/>
            <ac:spMk id="9" creationId="{08F2A4E5-CD9A-20E8-3E07-68DA25A44761}"/>
          </ac:spMkLst>
        </pc:spChg>
        <pc:spChg chg="mod ord">
          <ac:chgData name="Michael Whitehouse" userId="0ecba9273f6ad366" providerId="LiveId" clId="{F36E82C0-65ED-4BE7-8730-0F102FB388DD}" dt="2026-06-11T13:15:48.600" v="3148" actId="255"/>
          <ac:spMkLst>
            <pc:docMk/>
            <pc:sldMk cId="1126502957" sldId="301"/>
            <ac:spMk id="10" creationId="{B6E76058-03C0-390A-9067-3ABD0559A1B8}"/>
          </ac:spMkLst>
        </pc:spChg>
        <pc:spChg chg="add mod">
          <ac:chgData name="Michael Whitehouse" userId="0ecba9273f6ad366" providerId="LiveId" clId="{F36E82C0-65ED-4BE7-8730-0F102FB388DD}" dt="2026-06-09T11:31:21.136" v="2226" actId="207"/>
          <ac:spMkLst>
            <pc:docMk/>
            <pc:sldMk cId="1126502957" sldId="301"/>
            <ac:spMk id="12" creationId="{86CCC0B2-AECB-4C56-9DC8-2858A5A0AB98}"/>
          </ac:spMkLst>
        </pc:spChg>
        <pc:cxnChg chg="add mod">
          <ac:chgData name="Michael Whitehouse" userId="0ecba9273f6ad366" providerId="LiveId" clId="{F36E82C0-65ED-4BE7-8730-0F102FB388DD}" dt="2026-06-09T11:31:21.111" v="2214" actId="1582"/>
          <ac:cxnSpMkLst>
            <pc:docMk/>
            <pc:sldMk cId="1126502957" sldId="301"/>
            <ac:cxnSpMk id="11" creationId="{A3007620-9A65-E6FC-7195-47660BAA6759}"/>
          </ac:cxnSpMkLst>
        </pc:cxnChg>
      </pc:sldChg>
      <pc:sldChg chg="addSp delSp modSp add mod modClrScheme chgLayout">
        <pc:chgData name="Michael Whitehouse" userId="0ecba9273f6ad366" providerId="LiveId" clId="{F36E82C0-65ED-4BE7-8730-0F102FB388DD}" dt="2026-06-11T13:16:03.023" v="3152" actId="1076"/>
        <pc:sldMkLst>
          <pc:docMk/>
          <pc:sldMk cId="3930293299" sldId="302"/>
        </pc:sldMkLst>
        <pc:spChg chg="mod ord">
          <ac:chgData name="Michael Whitehouse" userId="0ecba9273f6ad366" providerId="LiveId" clId="{F36E82C0-65ED-4BE7-8730-0F102FB388DD}" dt="2026-06-11T13:14:30.646" v="3132" actId="700"/>
          <ac:spMkLst>
            <pc:docMk/>
            <pc:sldMk cId="3930293299" sldId="302"/>
            <ac:spMk id="2" creationId="{B282DB98-99D6-D036-1A4A-E93404169715}"/>
          </ac:spMkLst>
        </pc:spChg>
        <pc:spChg chg="mod ord">
          <ac:chgData name="Michael Whitehouse" userId="0ecba9273f6ad366" providerId="LiveId" clId="{F36E82C0-65ED-4BE7-8730-0F102FB388DD}" dt="2026-06-11T13:16:03.023" v="3152" actId="1076"/>
          <ac:spMkLst>
            <pc:docMk/>
            <pc:sldMk cId="3930293299" sldId="302"/>
            <ac:spMk id="3" creationId="{5556BF52-82D8-AB65-75D6-0C22D893E532}"/>
          </ac:spMkLst>
        </pc:spChg>
        <pc:spChg chg="mod ord">
          <ac:chgData name="Michael Whitehouse" userId="0ecba9273f6ad366" providerId="LiveId" clId="{F36E82C0-65ED-4BE7-8730-0F102FB388DD}" dt="2026-06-11T13:15:58.797" v="3150" actId="255"/>
          <ac:spMkLst>
            <pc:docMk/>
            <pc:sldMk cId="3930293299" sldId="302"/>
            <ac:spMk id="4" creationId="{4D250742-A711-1FD5-BF51-5642F5803415}"/>
          </ac:spMkLst>
        </pc:spChg>
        <pc:spChg chg="mod ord">
          <ac:chgData name="Michael Whitehouse" userId="0ecba9273f6ad366" providerId="LiveId" clId="{F36E82C0-65ED-4BE7-8730-0F102FB388DD}" dt="2026-06-11T13:15:58.797" v="3150" actId="255"/>
          <ac:spMkLst>
            <pc:docMk/>
            <pc:sldMk cId="3930293299" sldId="302"/>
            <ac:spMk id="5" creationId="{FA917ED1-30BB-FD83-EAA0-A37B231F130B}"/>
          </ac:spMkLst>
        </pc:spChg>
        <pc:spChg chg="mod ord">
          <ac:chgData name="Michael Whitehouse" userId="0ecba9273f6ad366" providerId="LiveId" clId="{F36E82C0-65ED-4BE7-8730-0F102FB388DD}" dt="2026-06-11T13:15:58.797" v="3150" actId="255"/>
          <ac:spMkLst>
            <pc:docMk/>
            <pc:sldMk cId="3930293299" sldId="302"/>
            <ac:spMk id="6" creationId="{C1ABE03A-42C4-BE89-6736-D26E918A1830}"/>
          </ac:spMkLst>
        </pc:spChg>
        <pc:spChg chg="mod ord">
          <ac:chgData name="Michael Whitehouse" userId="0ecba9273f6ad366" providerId="LiveId" clId="{F36E82C0-65ED-4BE7-8730-0F102FB388DD}" dt="2026-06-11T13:15:58.797" v="3150" actId="255"/>
          <ac:spMkLst>
            <pc:docMk/>
            <pc:sldMk cId="3930293299" sldId="302"/>
            <ac:spMk id="7" creationId="{7039C471-8465-D914-BD87-7C193E5C4250}"/>
          </ac:spMkLst>
        </pc:spChg>
        <pc:spChg chg="mod ord">
          <ac:chgData name="Michael Whitehouse" userId="0ecba9273f6ad366" providerId="LiveId" clId="{F36E82C0-65ED-4BE7-8730-0F102FB388DD}" dt="2026-06-11T13:15:58.797" v="3150" actId="255"/>
          <ac:spMkLst>
            <pc:docMk/>
            <pc:sldMk cId="3930293299" sldId="302"/>
            <ac:spMk id="8" creationId="{7F58EA3B-B98C-C748-9514-DF18DDA32855}"/>
          </ac:spMkLst>
        </pc:spChg>
        <pc:spChg chg="del">
          <ac:chgData name="Michael Whitehouse" userId="0ecba9273f6ad366" providerId="LiveId" clId="{F36E82C0-65ED-4BE7-8730-0F102FB388DD}" dt="2026-06-11T13:14:30.646" v="3132" actId="700"/>
          <ac:spMkLst>
            <pc:docMk/>
            <pc:sldMk cId="3930293299" sldId="302"/>
            <ac:spMk id="9" creationId="{7E51961C-CA60-98EF-BC2D-3C5BC319857B}"/>
          </ac:spMkLst>
        </pc:spChg>
        <pc:spChg chg="del">
          <ac:chgData name="Michael Whitehouse" userId="0ecba9273f6ad366" providerId="LiveId" clId="{F36E82C0-65ED-4BE7-8730-0F102FB388DD}" dt="2026-06-11T13:14:30.646" v="3132" actId="700"/>
          <ac:spMkLst>
            <pc:docMk/>
            <pc:sldMk cId="3930293299" sldId="302"/>
            <ac:spMk id="10" creationId="{79AB9D00-441E-F378-C78D-0F003426DC74}"/>
          </ac:spMkLst>
        </pc:spChg>
        <pc:spChg chg="add mod">
          <ac:chgData name="Michael Whitehouse" userId="0ecba9273f6ad366" providerId="LiveId" clId="{F36E82C0-65ED-4BE7-8730-0F102FB388DD}" dt="2026-06-09T11:31:22.021" v="2333" actId="207"/>
          <ac:spMkLst>
            <pc:docMk/>
            <pc:sldMk cId="3930293299" sldId="302"/>
            <ac:spMk id="12" creationId="{99792F8F-5651-DEE4-5E23-6D4C1F322415}"/>
          </ac:spMkLst>
        </pc:spChg>
        <pc:cxnChg chg="add mod">
          <ac:chgData name="Michael Whitehouse" userId="0ecba9273f6ad366" providerId="LiveId" clId="{F36E82C0-65ED-4BE7-8730-0F102FB388DD}" dt="2026-06-09T11:31:21.996" v="2321" actId="1582"/>
          <ac:cxnSpMkLst>
            <pc:docMk/>
            <pc:sldMk cId="3930293299" sldId="302"/>
            <ac:cxnSpMk id="11" creationId="{2AB8D970-D8A1-16B2-D119-B75329B9C294}"/>
          </ac:cxnSpMkLst>
        </pc:cxnChg>
      </pc:sldChg>
      <pc:sldChg chg="addSp delSp modSp add mod modClrScheme chgLayout">
        <pc:chgData name="Michael Whitehouse" userId="0ecba9273f6ad366" providerId="LiveId" clId="{F36E82C0-65ED-4BE7-8730-0F102FB388DD}" dt="2026-06-11T13:16:10.486" v="3154" actId="1076"/>
        <pc:sldMkLst>
          <pc:docMk/>
          <pc:sldMk cId="2512212724" sldId="303"/>
        </pc:sldMkLst>
        <pc:spChg chg="mod ord">
          <ac:chgData name="Michael Whitehouse" userId="0ecba9273f6ad366" providerId="LiveId" clId="{F36E82C0-65ED-4BE7-8730-0F102FB388DD}" dt="2026-06-11T13:14:30.646" v="3132" actId="700"/>
          <ac:spMkLst>
            <pc:docMk/>
            <pc:sldMk cId="2512212724" sldId="303"/>
            <ac:spMk id="2" creationId="{9DE45542-D342-6957-CA86-41980CF37725}"/>
          </ac:spMkLst>
        </pc:spChg>
        <pc:spChg chg="mod ord">
          <ac:chgData name="Michael Whitehouse" userId="0ecba9273f6ad366" providerId="LiveId" clId="{F36E82C0-65ED-4BE7-8730-0F102FB388DD}" dt="2026-06-11T13:16:10.486" v="3154" actId="1076"/>
          <ac:spMkLst>
            <pc:docMk/>
            <pc:sldMk cId="2512212724" sldId="303"/>
            <ac:spMk id="3" creationId="{03FF3142-6536-EAD9-E901-9937C4771E42}"/>
          </ac:spMkLst>
        </pc:spChg>
        <pc:spChg chg="mod ord">
          <ac:chgData name="Michael Whitehouse" userId="0ecba9273f6ad366" providerId="LiveId" clId="{F36E82C0-65ED-4BE7-8730-0F102FB388DD}" dt="2026-06-11T13:16:10.486" v="3154" actId="1076"/>
          <ac:spMkLst>
            <pc:docMk/>
            <pc:sldMk cId="2512212724" sldId="303"/>
            <ac:spMk id="4" creationId="{98FD300A-66C7-F370-0868-42F176480C74}"/>
          </ac:spMkLst>
        </pc:spChg>
        <pc:spChg chg="mod ord">
          <ac:chgData name="Michael Whitehouse" userId="0ecba9273f6ad366" providerId="LiveId" clId="{F36E82C0-65ED-4BE7-8730-0F102FB388DD}" dt="2026-06-11T13:16:10.486" v="3154" actId="1076"/>
          <ac:spMkLst>
            <pc:docMk/>
            <pc:sldMk cId="2512212724" sldId="303"/>
            <ac:spMk id="5" creationId="{38E40A95-C7DA-E723-6C7A-5C34DFB82827}"/>
          </ac:spMkLst>
        </pc:spChg>
        <pc:spChg chg="mod ord">
          <ac:chgData name="Michael Whitehouse" userId="0ecba9273f6ad366" providerId="LiveId" clId="{F36E82C0-65ED-4BE7-8730-0F102FB388DD}" dt="2026-06-11T13:16:10.486" v="3154" actId="1076"/>
          <ac:spMkLst>
            <pc:docMk/>
            <pc:sldMk cId="2512212724" sldId="303"/>
            <ac:spMk id="6" creationId="{F7E567CC-E3CB-6B21-CB49-9BDF42C1E424}"/>
          </ac:spMkLst>
        </pc:spChg>
        <pc:spChg chg="mod ord">
          <ac:chgData name="Michael Whitehouse" userId="0ecba9273f6ad366" providerId="LiveId" clId="{F36E82C0-65ED-4BE7-8730-0F102FB388DD}" dt="2026-06-11T13:16:10.486" v="3154" actId="1076"/>
          <ac:spMkLst>
            <pc:docMk/>
            <pc:sldMk cId="2512212724" sldId="303"/>
            <ac:spMk id="7" creationId="{9D366241-C440-983C-DCD0-A0170C914175}"/>
          </ac:spMkLst>
        </pc:spChg>
        <pc:spChg chg="del">
          <ac:chgData name="Michael Whitehouse" userId="0ecba9273f6ad366" providerId="LiveId" clId="{F36E82C0-65ED-4BE7-8730-0F102FB388DD}" dt="2026-06-11T13:14:30.646" v="3132" actId="700"/>
          <ac:spMkLst>
            <pc:docMk/>
            <pc:sldMk cId="2512212724" sldId="303"/>
            <ac:spMk id="8" creationId="{BF4FBB79-402F-5695-F1D4-469E7C7BC5AC}"/>
          </ac:spMkLst>
        </pc:spChg>
        <pc:spChg chg="del">
          <ac:chgData name="Michael Whitehouse" userId="0ecba9273f6ad366" providerId="LiveId" clId="{F36E82C0-65ED-4BE7-8730-0F102FB388DD}" dt="2026-06-11T13:14:30.646" v="3132" actId="700"/>
          <ac:spMkLst>
            <pc:docMk/>
            <pc:sldMk cId="2512212724" sldId="303"/>
            <ac:spMk id="9" creationId="{92F7ED82-E41C-51D5-879B-57C314CC4075}"/>
          </ac:spMkLst>
        </pc:spChg>
        <pc:spChg chg="del">
          <ac:chgData name="Michael Whitehouse" userId="0ecba9273f6ad366" providerId="LiveId" clId="{F36E82C0-65ED-4BE7-8730-0F102FB388DD}" dt="2026-06-11T13:14:30.646" v="3132" actId="700"/>
          <ac:spMkLst>
            <pc:docMk/>
            <pc:sldMk cId="2512212724" sldId="303"/>
            <ac:spMk id="10" creationId="{C0717EEF-7729-1FB1-CB5C-FB0B0C028A77}"/>
          </ac:spMkLst>
        </pc:spChg>
        <pc:spChg chg="add mod">
          <ac:chgData name="Michael Whitehouse" userId="0ecba9273f6ad366" providerId="LiveId" clId="{F36E82C0-65ED-4BE7-8730-0F102FB388DD}" dt="2026-06-09T11:31:22.610" v="2427" actId="207"/>
          <ac:spMkLst>
            <pc:docMk/>
            <pc:sldMk cId="2512212724" sldId="303"/>
            <ac:spMk id="12" creationId="{47436F24-A8F5-C88D-E2DF-4BA7D26664AD}"/>
          </ac:spMkLst>
        </pc:spChg>
        <pc:cxnChg chg="add mod">
          <ac:chgData name="Michael Whitehouse" userId="0ecba9273f6ad366" providerId="LiveId" clId="{F36E82C0-65ED-4BE7-8730-0F102FB388DD}" dt="2026-06-09T11:31:22.589" v="2415" actId="1582"/>
          <ac:cxnSpMkLst>
            <pc:docMk/>
            <pc:sldMk cId="2512212724" sldId="303"/>
            <ac:cxnSpMk id="11" creationId="{FC2A2B5F-BB7A-3EB5-A25F-34A17CFC673E}"/>
          </ac:cxnSpMkLst>
        </pc:cxnChg>
      </pc:sldChg>
      <pc:sldChg chg="addSp delSp modSp add mod modClrScheme chgLayout">
        <pc:chgData name="Michael Whitehouse" userId="0ecba9273f6ad366" providerId="LiveId" clId="{F36E82C0-65ED-4BE7-8730-0F102FB388DD}" dt="2026-06-11T13:16:16.427" v="3156" actId="1076"/>
        <pc:sldMkLst>
          <pc:docMk/>
          <pc:sldMk cId="1831460738" sldId="304"/>
        </pc:sldMkLst>
        <pc:spChg chg="mod ord">
          <ac:chgData name="Michael Whitehouse" userId="0ecba9273f6ad366" providerId="LiveId" clId="{F36E82C0-65ED-4BE7-8730-0F102FB388DD}" dt="2026-06-11T13:14:30.646" v="3132" actId="700"/>
          <ac:spMkLst>
            <pc:docMk/>
            <pc:sldMk cId="1831460738" sldId="304"/>
            <ac:spMk id="2" creationId="{643759CA-09EA-1904-5F4B-B14C674B5777}"/>
          </ac:spMkLst>
        </pc:spChg>
        <pc:spChg chg="mod ord">
          <ac:chgData name="Michael Whitehouse" userId="0ecba9273f6ad366" providerId="LiveId" clId="{F36E82C0-65ED-4BE7-8730-0F102FB388DD}" dt="2026-06-11T13:16:16.427" v="3156" actId="1076"/>
          <ac:spMkLst>
            <pc:docMk/>
            <pc:sldMk cId="1831460738" sldId="304"/>
            <ac:spMk id="3" creationId="{668EC65F-A457-36E4-F0E4-7ABB13260316}"/>
          </ac:spMkLst>
        </pc:spChg>
        <pc:spChg chg="mod ord">
          <ac:chgData name="Michael Whitehouse" userId="0ecba9273f6ad366" providerId="LiveId" clId="{F36E82C0-65ED-4BE7-8730-0F102FB388DD}" dt="2026-06-11T13:16:16.427" v="3156" actId="1076"/>
          <ac:spMkLst>
            <pc:docMk/>
            <pc:sldMk cId="1831460738" sldId="304"/>
            <ac:spMk id="4" creationId="{CC862935-E2AA-4FF3-3025-6AE18AAA071F}"/>
          </ac:spMkLst>
        </pc:spChg>
        <pc:spChg chg="mod ord">
          <ac:chgData name="Michael Whitehouse" userId="0ecba9273f6ad366" providerId="LiveId" clId="{F36E82C0-65ED-4BE7-8730-0F102FB388DD}" dt="2026-06-11T13:16:16.427" v="3156" actId="1076"/>
          <ac:spMkLst>
            <pc:docMk/>
            <pc:sldMk cId="1831460738" sldId="304"/>
            <ac:spMk id="5" creationId="{0B247A24-CF73-EEE3-312C-33CC6DA0DB0C}"/>
          </ac:spMkLst>
        </pc:spChg>
        <pc:spChg chg="mod ord">
          <ac:chgData name="Michael Whitehouse" userId="0ecba9273f6ad366" providerId="LiveId" clId="{F36E82C0-65ED-4BE7-8730-0F102FB388DD}" dt="2026-06-11T13:16:16.427" v="3156" actId="1076"/>
          <ac:spMkLst>
            <pc:docMk/>
            <pc:sldMk cId="1831460738" sldId="304"/>
            <ac:spMk id="6" creationId="{60FB013D-F73B-7C1D-4D41-B17BD6EC2185}"/>
          </ac:spMkLst>
        </pc:spChg>
        <pc:spChg chg="del">
          <ac:chgData name="Michael Whitehouse" userId="0ecba9273f6ad366" providerId="LiveId" clId="{F36E82C0-65ED-4BE7-8730-0F102FB388DD}" dt="2026-06-11T13:14:30.646" v="3132" actId="700"/>
          <ac:spMkLst>
            <pc:docMk/>
            <pc:sldMk cId="1831460738" sldId="304"/>
            <ac:spMk id="7" creationId="{A9E4A0ED-AEDD-4885-40AA-29EE6384FE35}"/>
          </ac:spMkLst>
        </pc:spChg>
        <pc:spChg chg="del">
          <ac:chgData name="Michael Whitehouse" userId="0ecba9273f6ad366" providerId="LiveId" clId="{F36E82C0-65ED-4BE7-8730-0F102FB388DD}" dt="2026-06-11T13:14:30.646" v="3132" actId="700"/>
          <ac:spMkLst>
            <pc:docMk/>
            <pc:sldMk cId="1831460738" sldId="304"/>
            <ac:spMk id="8" creationId="{901ECF70-C81E-0CE3-7CD7-6E585D1B6A3C}"/>
          </ac:spMkLst>
        </pc:spChg>
        <pc:spChg chg="del">
          <ac:chgData name="Michael Whitehouse" userId="0ecba9273f6ad366" providerId="LiveId" clId="{F36E82C0-65ED-4BE7-8730-0F102FB388DD}" dt="2026-06-11T13:14:30.646" v="3132" actId="700"/>
          <ac:spMkLst>
            <pc:docMk/>
            <pc:sldMk cId="1831460738" sldId="304"/>
            <ac:spMk id="9" creationId="{0EC7E70E-B6E9-3764-87CC-BBD83D0FCA56}"/>
          </ac:spMkLst>
        </pc:spChg>
        <pc:spChg chg="del">
          <ac:chgData name="Michael Whitehouse" userId="0ecba9273f6ad366" providerId="LiveId" clId="{F36E82C0-65ED-4BE7-8730-0F102FB388DD}" dt="2026-06-11T13:14:30.646" v="3132" actId="700"/>
          <ac:spMkLst>
            <pc:docMk/>
            <pc:sldMk cId="1831460738" sldId="304"/>
            <ac:spMk id="10" creationId="{1121C3D4-EE37-5595-6A32-4E96DF80AF45}"/>
          </ac:spMkLst>
        </pc:spChg>
        <pc:spChg chg="add mod">
          <ac:chgData name="Michael Whitehouse" userId="0ecba9273f6ad366" providerId="LiveId" clId="{F36E82C0-65ED-4BE7-8730-0F102FB388DD}" dt="2026-06-09T11:31:23.122" v="2508" actId="207"/>
          <ac:spMkLst>
            <pc:docMk/>
            <pc:sldMk cId="1831460738" sldId="304"/>
            <ac:spMk id="12" creationId="{8BA25599-C4F1-3148-921F-CEAE6FDBCBE6}"/>
          </ac:spMkLst>
        </pc:spChg>
        <pc:cxnChg chg="add mod">
          <ac:chgData name="Michael Whitehouse" userId="0ecba9273f6ad366" providerId="LiveId" clId="{F36E82C0-65ED-4BE7-8730-0F102FB388DD}" dt="2026-06-09T11:31:23.101" v="2496" actId="1582"/>
          <ac:cxnSpMkLst>
            <pc:docMk/>
            <pc:sldMk cId="1831460738" sldId="304"/>
            <ac:cxnSpMk id="11" creationId="{0143FC7B-2FD8-5E84-A3ED-291E14DC4217}"/>
          </ac:cxnSpMkLst>
        </pc:cxnChg>
      </pc:sldChg>
      <pc:sldChg chg="addSp delSp modSp add mod modClrScheme chgLayout">
        <pc:chgData name="Michael Whitehouse" userId="0ecba9273f6ad366" providerId="LiveId" clId="{F36E82C0-65ED-4BE7-8730-0F102FB388DD}" dt="2026-06-11T13:16:22.510" v="3158" actId="1076"/>
        <pc:sldMkLst>
          <pc:docMk/>
          <pc:sldMk cId="823790883" sldId="305"/>
        </pc:sldMkLst>
        <pc:spChg chg="mod ord">
          <ac:chgData name="Michael Whitehouse" userId="0ecba9273f6ad366" providerId="LiveId" clId="{F36E82C0-65ED-4BE7-8730-0F102FB388DD}" dt="2026-06-11T13:14:30.646" v="3132" actId="700"/>
          <ac:spMkLst>
            <pc:docMk/>
            <pc:sldMk cId="823790883" sldId="305"/>
            <ac:spMk id="2" creationId="{521F527E-8482-1634-0432-1F65828B480D}"/>
          </ac:spMkLst>
        </pc:spChg>
        <pc:spChg chg="mod ord">
          <ac:chgData name="Michael Whitehouse" userId="0ecba9273f6ad366" providerId="LiveId" clId="{F36E82C0-65ED-4BE7-8730-0F102FB388DD}" dt="2026-06-11T13:16:22.510" v="3158" actId="1076"/>
          <ac:spMkLst>
            <pc:docMk/>
            <pc:sldMk cId="823790883" sldId="305"/>
            <ac:spMk id="3" creationId="{0D264506-B1C5-69F8-98E2-61712536C308}"/>
          </ac:spMkLst>
        </pc:spChg>
        <pc:spChg chg="mod ord">
          <ac:chgData name="Michael Whitehouse" userId="0ecba9273f6ad366" providerId="LiveId" clId="{F36E82C0-65ED-4BE7-8730-0F102FB388DD}" dt="2026-06-11T13:16:22.510" v="3158" actId="1076"/>
          <ac:spMkLst>
            <pc:docMk/>
            <pc:sldMk cId="823790883" sldId="305"/>
            <ac:spMk id="4" creationId="{BBA5B08F-65F5-9CE5-F48C-69C71FCE8C69}"/>
          </ac:spMkLst>
        </pc:spChg>
        <pc:spChg chg="mod ord">
          <ac:chgData name="Michael Whitehouse" userId="0ecba9273f6ad366" providerId="LiveId" clId="{F36E82C0-65ED-4BE7-8730-0F102FB388DD}" dt="2026-06-11T13:16:22.510" v="3158" actId="1076"/>
          <ac:spMkLst>
            <pc:docMk/>
            <pc:sldMk cId="823790883" sldId="305"/>
            <ac:spMk id="5" creationId="{77A0F4FA-A066-AD76-14F7-E4A16F78793B}"/>
          </ac:spMkLst>
        </pc:spChg>
        <pc:spChg chg="mod ord">
          <ac:chgData name="Michael Whitehouse" userId="0ecba9273f6ad366" providerId="LiveId" clId="{F36E82C0-65ED-4BE7-8730-0F102FB388DD}" dt="2026-06-11T13:16:22.510" v="3158" actId="1076"/>
          <ac:spMkLst>
            <pc:docMk/>
            <pc:sldMk cId="823790883" sldId="305"/>
            <ac:spMk id="6" creationId="{DED3DF31-D9F4-ED48-3E3E-ED266E03CA80}"/>
          </ac:spMkLst>
        </pc:spChg>
        <pc:spChg chg="mod ord">
          <ac:chgData name="Michael Whitehouse" userId="0ecba9273f6ad366" providerId="LiveId" clId="{F36E82C0-65ED-4BE7-8730-0F102FB388DD}" dt="2026-06-11T13:16:22.510" v="3158" actId="1076"/>
          <ac:spMkLst>
            <pc:docMk/>
            <pc:sldMk cId="823790883" sldId="305"/>
            <ac:spMk id="7" creationId="{CED43486-AEAC-B535-49F8-0D572B294D57}"/>
          </ac:spMkLst>
        </pc:spChg>
        <pc:spChg chg="del">
          <ac:chgData name="Michael Whitehouse" userId="0ecba9273f6ad366" providerId="LiveId" clId="{F36E82C0-65ED-4BE7-8730-0F102FB388DD}" dt="2026-06-11T13:14:30.646" v="3132" actId="700"/>
          <ac:spMkLst>
            <pc:docMk/>
            <pc:sldMk cId="823790883" sldId="305"/>
            <ac:spMk id="8" creationId="{1C9A6806-1854-6E27-233C-695BFB85B2C6}"/>
          </ac:spMkLst>
        </pc:spChg>
        <pc:spChg chg="del">
          <ac:chgData name="Michael Whitehouse" userId="0ecba9273f6ad366" providerId="LiveId" clId="{F36E82C0-65ED-4BE7-8730-0F102FB388DD}" dt="2026-06-11T13:14:30.646" v="3132" actId="700"/>
          <ac:spMkLst>
            <pc:docMk/>
            <pc:sldMk cId="823790883" sldId="305"/>
            <ac:spMk id="9" creationId="{9D85A800-DCE7-A212-212E-5CC06EB5F6C3}"/>
          </ac:spMkLst>
        </pc:spChg>
        <pc:spChg chg="del">
          <ac:chgData name="Michael Whitehouse" userId="0ecba9273f6ad366" providerId="LiveId" clId="{F36E82C0-65ED-4BE7-8730-0F102FB388DD}" dt="2026-06-11T13:14:30.646" v="3132" actId="700"/>
          <ac:spMkLst>
            <pc:docMk/>
            <pc:sldMk cId="823790883" sldId="305"/>
            <ac:spMk id="10" creationId="{E66E63AA-CB26-2416-B866-8444E0380B4E}"/>
          </ac:spMkLst>
        </pc:spChg>
        <pc:spChg chg="add mod">
          <ac:chgData name="Michael Whitehouse" userId="0ecba9273f6ad366" providerId="LiveId" clId="{F36E82C0-65ED-4BE7-8730-0F102FB388DD}" dt="2026-06-09T11:31:23.648" v="2602" actId="207"/>
          <ac:spMkLst>
            <pc:docMk/>
            <pc:sldMk cId="823790883" sldId="305"/>
            <ac:spMk id="12" creationId="{F17A1934-24A6-A281-B7A6-6DFB16536AED}"/>
          </ac:spMkLst>
        </pc:spChg>
        <pc:cxnChg chg="add mod">
          <ac:chgData name="Michael Whitehouse" userId="0ecba9273f6ad366" providerId="LiveId" clId="{F36E82C0-65ED-4BE7-8730-0F102FB388DD}" dt="2026-06-11T13:16:22.510" v="3158" actId="1076"/>
          <ac:cxnSpMkLst>
            <pc:docMk/>
            <pc:sldMk cId="823790883" sldId="305"/>
            <ac:cxnSpMk id="11" creationId="{6E5654C5-8788-3B7F-2AE5-8B2DBEBC5AF1}"/>
          </ac:cxnSpMkLst>
        </pc:cxnChg>
      </pc:sldChg>
      <pc:sldChg chg="addSp delSp modSp add mod modClrScheme chgLayout">
        <pc:chgData name="Michael Whitehouse" userId="0ecba9273f6ad366" providerId="LiveId" clId="{F36E82C0-65ED-4BE7-8730-0F102FB388DD}" dt="2026-06-11T13:16:28.504" v="3160" actId="1076"/>
        <pc:sldMkLst>
          <pc:docMk/>
          <pc:sldMk cId="1413929235" sldId="306"/>
        </pc:sldMkLst>
        <pc:spChg chg="mod ord">
          <ac:chgData name="Michael Whitehouse" userId="0ecba9273f6ad366" providerId="LiveId" clId="{F36E82C0-65ED-4BE7-8730-0F102FB388DD}" dt="2026-06-11T13:14:30.646" v="3132" actId="700"/>
          <ac:spMkLst>
            <pc:docMk/>
            <pc:sldMk cId="1413929235" sldId="306"/>
            <ac:spMk id="2" creationId="{5D044103-2635-7F3D-139F-81B8FA6B5476}"/>
          </ac:spMkLst>
        </pc:spChg>
        <pc:spChg chg="mod ord">
          <ac:chgData name="Michael Whitehouse" userId="0ecba9273f6ad366" providerId="LiveId" clId="{F36E82C0-65ED-4BE7-8730-0F102FB388DD}" dt="2026-06-11T13:16:28.504" v="3160" actId="1076"/>
          <ac:spMkLst>
            <pc:docMk/>
            <pc:sldMk cId="1413929235" sldId="306"/>
            <ac:spMk id="3" creationId="{C74016C0-217A-EC78-89EC-4B4233A9BCE5}"/>
          </ac:spMkLst>
        </pc:spChg>
        <pc:spChg chg="mod ord">
          <ac:chgData name="Michael Whitehouse" userId="0ecba9273f6ad366" providerId="LiveId" clId="{F36E82C0-65ED-4BE7-8730-0F102FB388DD}" dt="2026-06-11T13:16:28.504" v="3160" actId="1076"/>
          <ac:spMkLst>
            <pc:docMk/>
            <pc:sldMk cId="1413929235" sldId="306"/>
            <ac:spMk id="4" creationId="{7C7DC7BD-6EF8-D8A2-EF88-6EA3BF5EA963}"/>
          </ac:spMkLst>
        </pc:spChg>
        <pc:spChg chg="mod ord">
          <ac:chgData name="Michael Whitehouse" userId="0ecba9273f6ad366" providerId="LiveId" clId="{F36E82C0-65ED-4BE7-8730-0F102FB388DD}" dt="2026-06-11T13:16:28.504" v="3160" actId="1076"/>
          <ac:spMkLst>
            <pc:docMk/>
            <pc:sldMk cId="1413929235" sldId="306"/>
            <ac:spMk id="5" creationId="{7D0F01DF-A684-0EA8-A2D4-91083D428579}"/>
          </ac:spMkLst>
        </pc:spChg>
        <pc:spChg chg="mod ord">
          <ac:chgData name="Michael Whitehouse" userId="0ecba9273f6ad366" providerId="LiveId" clId="{F36E82C0-65ED-4BE7-8730-0F102FB388DD}" dt="2026-06-11T13:16:28.504" v="3160" actId="1076"/>
          <ac:spMkLst>
            <pc:docMk/>
            <pc:sldMk cId="1413929235" sldId="306"/>
            <ac:spMk id="6" creationId="{8F4D7830-0171-5D6F-D9EB-C38DB541EC17}"/>
          </ac:spMkLst>
        </pc:spChg>
        <pc:spChg chg="del">
          <ac:chgData name="Michael Whitehouse" userId="0ecba9273f6ad366" providerId="LiveId" clId="{F36E82C0-65ED-4BE7-8730-0F102FB388DD}" dt="2026-06-11T13:14:30.646" v="3132" actId="700"/>
          <ac:spMkLst>
            <pc:docMk/>
            <pc:sldMk cId="1413929235" sldId="306"/>
            <ac:spMk id="7" creationId="{7F5379A5-582B-123C-9267-AA829D2E2126}"/>
          </ac:spMkLst>
        </pc:spChg>
        <pc:spChg chg="del">
          <ac:chgData name="Michael Whitehouse" userId="0ecba9273f6ad366" providerId="LiveId" clId="{F36E82C0-65ED-4BE7-8730-0F102FB388DD}" dt="2026-06-11T13:14:30.646" v="3132" actId="700"/>
          <ac:spMkLst>
            <pc:docMk/>
            <pc:sldMk cId="1413929235" sldId="306"/>
            <ac:spMk id="8" creationId="{1FE45151-B9F0-29C6-75C0-DBEACCD02391}"/>
          </ac:spMkLst>
        </pc:spChg>
        <pc:spChg chg="del">
          <ac:chgData name="Michael Whitehouse" userId="0ecba9273f6ad366" providerId="LiveId" clId="{F36E82C0-65ED-4BE7-8730-0F102FB388DD}" dt="2026-06-11T13:14:30.646" v="3132" actId="700"/>
          <ac:spMkLst>
            <pc:docMk/>
            <pc:sldMk cId="1413929235" sldId="306"/>
            <ac:spMk id="9" creationId="{6838709E-A530-7759-9201-5D126423AF23}"/>
          </ac:spMkLst>
        </pc:spChg>
        <pc:spChg chg="del">
          <ac:chgData name="Michael Whitehouse" userId="0ecba9273f6ad366" providerId="LiveId" clId="{F36E82C0-65ED-4BE7-8730-0F102FB388DD}" dt="2026-06-11T13:14:30.646" v="3132" actId="700"/>
          <ac:spMkLst>
            <pc:docMk/>
            <pc:sldMk cId="1413929235" sldId="306"/>
            <ac:spMk id="10" creationId="{5C4047DB-332D-65FA-70AF-35B861235647}"/>
          </ac:spMkLst>
        </pc:spChg>
        <pc:spChg chg="add mod">
          <ac:chgData name="Michael Whitehouse" userId="0ecba9273f6ad366" providerId="LiveId" clId="{F36E82C0-65ED-4BE7-8730-0F102FB388DD}" dt="2026-06-09T11:31:24.143" v="2683" actId="207"/>
          <ac:spMkLst>
            <pc:docMk/>
            <pc:sldMk cId="1413929235" sldId="306"/>
            <ac:spMk id="12" creationId="{1C14D40B-5BBD-E2E2-FECA-BFC1E4B3A076}"/>
          </ac:spMkLst>
        </pc:spChg>
        <pc:cxnChg chg="add mod">
          <ac:chgData name="Michael Whitehouse" userId="0ecba9273f6ad366" providerId="LiveId" clId="{F36E82C0-65ED-4BE7-8730-0F102FB388DD}" dt="2026-06-09T11:31:24.119" v="2671" actId="1582"/>
          <ac:cxnSpMkLst>
            <pc:docMk/>
            <pc:sldMk cId="1413929235" sldId="306"/>
            <ac:cxnSpMk id="11" creationId="{C3A086F3-60B3-9549-C99C-F5EBC1FD53BE}"/>
          </ac:cxnSpMkLst>
        </pc:cxnChg>
      </pc:sldChg>
      <pc:sldChg chg="addSp delSp modSp add mod modClrScheme chgLayout">
        <pc:chgData name="Michael Whitehouse" userId="0ecba9273f6ad366" providerId="LiveId" clId="{F36E82C0-65ED-4BE7-8730-0F102FB388DD}" dt="2026-06-11T13:16:35.920" v="3162" actId="1076"/>
        <pc:sldMkLst>
          <pc:docMk/>
          <pc:sldMk cId="144237781" sldId="307"/>
        </pc:sldMkLst>
        <pc:spChg chg="mod ord">
          <ac:chgData name="Michael Whitehouse" userId="0ecba9273f6ad366" providerId="LiveId" clId="{F36E82C0-65ED-4BE7-8730-0F102FB388DD}" dt="2026-06-11T13:14:30.646" v="3132" actId="700"/>
          <ac:spMkLst>
            <pc:docMk/>
            <pc:sldMk cId="144237781" sldId="307"/>
            <ac:spMk id="2" creationId="{BEF0C432-A67D-191D-8654-5BE657A2AF95}"/>
          </ac:spMkLst>
        </pc:spChg>
        <pc:spChg chg="mod ord">
          <ac:chgData name="Michael Whitehouse" userId="0ecba9273f6ad366" providerId="LiveId" clId="{F36E82C0-65ED-4BE7-8730-0F102FB388DD}" dt="2026-06-11T13:16:35.920" v="3162" actId="1076"/>
          <ac:spMkLst>
            <pc:docMk/>
            <pc:sldMk cId="144237781" sldId="307"/>
            <ac:spMk id="3" creationId="{9E2B69D7-D0F3-9A4C-92BC-5157224D58E2}"/>
          </ac:spMkLst>
        </pc:spChg>
        <pc:spChg chg="mod ord">
          <ac:chgData name="Michael Whitehouse" userId="0ecba9273f6ad366" providerId="LiveId" clId="{F36E82C0-65ED-4BE7-8730-0F102FB388DD}" dt="2026-06-11T13:16:35.920" v="3162" actId="1076"/>
          <ac:spMkLst>
            <pc:docMk/>
            <pc:sldMk cId="144237781" sldId="307"/>
            <ac:spMk id="4" creationId="{F74E6687-A010-EE93-4265-A02DC0868295}"/>
          </ac:spMkLst>
        </pc:spChg>
        <pc:spChg chg="mod ord">
          <ac:chgData name="Michael Whitehouse" userId="0ecba9273f6ad366" providerId="LiveId" clId="{F36E82C0-65ED-4BE7-8730-0F102FB388DD}" dt="2026-06-11T13:16:35.920" v="3162" actId="1076"/>
          <ac:spMkLst>
            <pc:docMk/>
            <pc:sldMk cId="144237781" sldId="307"/>
            <ac:spMk id="5" creationId="{2ABC3F94-4744-699D-31B9-3EA4BEF04441}"/>
          </ac:spMkLst>
        </pc:spChg>
        <pc:spChg chg="mod ord">
          <ac:chgData name="Michael Whitehouse" userId="0ecba9273f6ad366" providerId="LiveId" clId="{F36E82C0-65ED-4BE7-8730-0F102FB388DD}" dt="2026-06-11T13:16:35.920" v="3162" actId="1076"/>
          <ac:spMkLst>
            <pc:docMk/>
            <pc:sldMk cId="144237781" sldId="307"/>
            <ac:spMk id="6" creationId="{1BDCD3F6-AE36-8DA0-63CC-DC56BC15C9FF}"/>
          </ac:spMkLst>
        </pc:spChg>
        <pc:spChg chg="del">
          <ac:chgData name="Michael Whitehouse" userId="0ecba9273f6ad366" providerId="LiveId" clId="{F36E82C0-65ED-4BE7-8730-0F102FB388DD}" dt="2026-06-11T13:14:30.646" v="3132" actId="700"/>
          <ac:spMkLst>
            <pc:docMk/>
            <pc:sldMk cId="144237781" sldId="307"/>
            <ac:spMk id="7" creationId="{9CBCAD80-35C9-0442-28BA-F83C0F2C513E}"/>
          </ac:spMkLst>
        </pc:spChg>
        <pc:spChg chg="del">
          <ac:chgData name="Michael Whitehouse" userId="0ecba9273f6ad366" providerId="LiveId" clId="{F36E82C0-65ED-4BE7-8730-0F102FB388DD}" dt="2026-06-11T13:14:30.646" v="3132" actId="700"/>
          <ac:spMkLst>
            <pc:docMk/>
            <pc:sldMk cId="144237781" sldId="307"/>
            <ac:spMk id="8" creationId="{B25073CE-82AB-FA9A-12E3-F74E8770AD52}"/>
          </ac:spMkLst>
        </pc:spChg>
        <pc:spChg chg="del">
          <ac:chgData name="Michael Whitehouse" userId="0ecba9273f6ad366" providerId="LiveId" clId="{F36E82C0-65ED-4BE7-8730-0F102FB388DD}" dt="2026-06-11T13:14:30.646" v="3132" actId="700"/>
          <ac:spMkLst>
            <pc:docMk/>
            <pc:sldMk cId="144237781" sldId="307"/>
            <ac:spMk id="9" creationId="{FC4BCB20-DE08-2CD0-1BE1-D7485133CBBB}"/>
          </ac:spMkLst>
        </pc:spChg>
        <pc:spChg chg="del">
          <ac:chgData name="Michael Whitehouse" userId="0ecba9273f6ad366" providerId="LiveId" clId="{F36E82C0-65ED-4BE7-8730-0F102FB388DD}" dt="2026-06-11T13:14:30.646" v="3132" actId="700"/>
          <ac:spMkLst>
            <pc:docMk/>
            <pc:sldMk cId="144237781" sldId="307"/>
            <ac:spMk id="10" creationId="{2522E0DE-215E-7516-91EB-37E3687BDCD3}"/>
          </ac:spMkLst>
        </pc:spChg>
        <pc:spChg chg="add mod">
          <ac:chgData name="Michael Whitehouse" userId="0ecba9273f6ad366" providerId="LiveId" clId="{F36E82C0-65ED-4BE7-8730-0F102FB388DD}" dt="2026-06-09T11:31:24.631" v="2764" actId="207"/>
          <ac:spMkLst>
            <pc:docMk/>
            <pc:sldMk cId="144237781" sldId="307"/>
            <ac:spMk id="12" creationId="{D78B728D-E65A-9199-305D-4A066EA36283}"/>
          </ac:spMkLst>
        </pc:spChg>
        <pc:cxnChg chg="add mod">
          <ac:chgData name="Michael Whitehouse" userId="0ecba9273f6ad366" providerId="LiveId" clId="{F36E82C0-65ED-4BE7-8730-0F102FB388DD}" dt="2026-06-09T11:31:24.611" v="2752" actId="1582"/>
          <ac:cxnSpMkLst>
            <pc:docMk/>
            <pc:sldMk cId="144237781" sldId="307"/>
            <ac:cxnSpMk id="11" creationId="{8D20A3C2-6516-07BB-5537-B9AD200D12C7}"/>
          </ac:cxnSpMkLst>
        </pc:cxnChg>
      </pc:sldChg>
      <pc:sldChg chg="addSp delSp modSp add mod modClrScheme chgLayout">
        <pc:chgData name="Michael Whitehouse" userId="0ecba9273f6ad366" providerId="LiveId" clId="{F36E82C0-65ED-4BE7-8730-0F102FB388DD}" dt="2026-06-11T13:16:41.261" v="3164" actId="1076"/>
        <pc:sldMkLst>
          <pc:docMk/>
          <pc:sldMk cId="3945549404" sldId="308"/>
        </pc:sldMkLst>
        <pc:spChg chg="mod ord">
          <ac:chgData name="Michael Whitehouse" userId="0ecba9273f6ad366" providerId="LiveId" clId="{F36E82C0-65ED-4BE7-8730-0F102FB388DD}" dt="2026-06-11T13:14:30.646" v="3132" actId="700"/>
          <ac:spMkLst>
            <pc:docMk/>
            <pc:sldMk cId="3945549404" sldId="308"/>
            <ac:spMk id="2" creationId="{7D485DA2-B95E-0B5B-4F7D-EAD79CD4997D}"/>
          </ac:spMkLst>
        </pc:spChg>
        <pc:spChg chg="mod ord">
          <ac:chgData name="Michael Whitehouse" userId="0ecba9273f6ad366" providerId="LiveId" clId="{F36E82C0-65ED-4BE7-8730-0F102FB388DD}" dt="2026-06-11T13:16:41.261" v="3164" actId="1076"/>
          <ac:spMkLst>
            <pc:docMk/>
            <pc:sldMk cId="3945549404" sldId="308"/>
            <ac:spMk id="3" creationId="{2F9A4E7A-7565-256F-BBFA-00251E17EE3E}"/>
          </ac:spMkLst>
        </pc:spChg>
        <pc:spChg chg="mod ord">
          <ac:chgData name="Michael Whitehouse" userId="0ecba9273f6ad366" providerId="LiveId" clId="{F36E82C0-65ED-4BE7-8730-0F102FB388DD}" dt="2026-06-11T13:16:41.261" v="3164" actId="1076"/>
          <ac:spMkLst>
            <pc:docMk/>
            <pc:sldMk cId="3945549404" sldId="308"/>
            <ac:spMk id="4" creationId="{B5B0BEA0-8B31-9330-B387-31B6D47A774D}"/>
          </ac:spMkLst>
        </pc:spChg>
        <pc:spChg chg="mod ord">
          <ac:chgData name="Michael Whitehouse" userId="0ecba9273f6ad366" providerId="LiveId" clId="{F36E82C0-65ED-4BE7-8730-0F102FB388DD}" dt="2026-06-11T13:16:41.261" v="3164" actId="1076"/>
          <ac:spMkLst>
            <pc:docMk/>
            <pc:sldMk cId="3945549404" sldId="308"/>
            <ac:spMk id="5" creationId="{4DE4244C-6AA8-EAAE-21BF-1C4BEB1360A9}"/>
          </ac:spMkLst>
        </pc:spChg>
        <pc:spChg chg="mod ord">
          <ac:chgData name="Michael Whitehouse" userId="0ecba9273f6ad366" providerId="LiveId" clId="{F36E82C0-65ED-4BE7-8730-0F102FB388DD}" dt="2026-06-11T13:16:41.261" v="3164" actId="1076"/>
          <ac:spMkLst>
            <pc:docMk/>
            <pc:sldMk cId="3945549404" sldId="308"/>
            <ac:spMk id="6" creationId="{64BCE2EE-2393-DC0B-60DF-2F3EC2295085}"/>
          </ac:spMkLst>
        </pc:spChg>
        <pc:spChg chg="del">
          <ac:chgData name="Michael Whitehouse" userId="0ecba9273f6ad366" providerId="LiveId" clId="{F36E82C0-65ED-4BE7-8730-0F102FB388DD}" dt="2026-06-11T13:14:30.646" v="3132" actId="700"/>
          <ac:spMkLst>
            <pc:docMk/>
            <pc:sldMk cId="3945549404" sldId="308"/>
            <ac:spMk id="7" creationId="{A4972C9D-AA14-C1AA-164F-E758734579C5}"/>
          </ac:spMkLst>
        </pc:spChg>
        <pc:spChg chg="del">
          <ac:chgData name="Michael Whitehouse" userId="0ecba9273f6ad366" providerId="LiveId" clId="{F36E82C0-65ED-4BE7-8730-0F102FB388DD}" dt="2026-06-11T13:14:30.646" v="3132" actId="700"/>
          <ac:spMkLst>
            <pc:docMk/>
            <pc:sldMk cId="3945549404" sldId="308"/>
            <ac:spMk id="8" creationId="{6B67D2DF-35E4-84B3-83DE-9455CE8F1E7D}"/>
          </ac:spMkLst>
        </pc:spChg>
        <pc:spChg chg="del">
          <ac:chgData name="Michael Whitehouse" userId="0ecba9273f6ad366" providerId="LiveId" clId="{F36E82C0-65ED-4BE7-8730-0F102FB388DD}" dt="2026-06-11T13:14:30.646" v="3132" actId="700"/>
          <ac:spMkLst>
            <pc:docMk/>
            <pc:sldMk cId="3945549404" sldId="308"/>
            <ac:spMk id="9" creationId="{7F8F5DB0-DCCF-1BE7-8347-638ED272E5C2}"/>
          </ac:spMkLst>
        </pc:spChg>
        <pc:spChg chg="del">
          <ac:chgData name="Michael Whitehouse" userId="0ecba9273f6ad366" providerId="LiveId" clId="{F36E82C0-65ED-4BE7-8730-0F102FB388DD}" dt="2026-06-11T13:14:30.646" v="3132" actId="700"/>
          <ac:spMkLst>
            <pc:docMk/>
            <pc:sldMk cId="3945549404" sldId="308"/>
            <ac:spMk id="10" creationId="{5CDAE152-B8BD-70E8-E063-3EBBB499A454}"/>
          </ac:spMkLst>
        </pc:spChg>
        <pc:spChg chg="add mod">
          <ac:chgData name="Michael Whitehouse" userId="0ecba9273f6ad366" providerId="LiveId" clId="{F36E82C0-65ED-4BE7-8730-0F102FB388DD}" dt="2026-06-09T11:31:25.113" v="2845" actId="207"/>
          <ac:spMkLst>
            <pc:docMk/>
            <pc:sldMk cId="3945549404" sldId="308"/>
            <ac:spMk id="12" creationId="{17EAEABD-CE26-C4D4-56FC-1A4F74344E2C}"/>
          </ac:spMkLst>
        </pc:spChg>
        <pc:cxnChg chg="add mod">
          <ac:chgData name="Michael Whitehouse" userId="0ecba9273f6ad366" providerId="LiveId" clId="{F36E82C0-65ED-4BE7-8730-0F102FB388DD}" dt="2026-06-09T11:31:25.093" v="2833" actId="1582"/>
          <ac:cxnSpMkLst>
            <pc:docMk/>
            <pc:sldMk cId="3945549404" sldId="308"/>
            <ac:cxnSpMk id="11" creationId="{B52B2C64-C22B-5E62-4D24-F6B20888C111}"/>
          </ac:cxnSpMkLst>
        </pc:cxnChg>
      </pc:sldChg>
      <pc:sldChg chg="addSp delSp modSp add mod modClrScheme chgLayout">
        <pc:chgData name="Michael Whitehouse" userId="0ecba9273f6ad366" providerId="LiveId" clId="{F36E82C0-65ED-4BE7-8730-0F102FB388DD}" dt="2026-06-11T13:16:46.932" v="3166" actId="1076"/>
        <pc:sldMkLst>
          <pc:docMk/>
          <pc:sldMk cId="3710477756" sldId="309"/>
        </pc:sldMkLst>
        <pc:spChg chg="mod ord">
          <ac:chgData name="Michael Whitehouse" userId="0ecba9273f6ad366" providerId="LiveId" clId="{F36E82C0-65ED-4BE7-8730-0F102FB388DD}" dt="2026-06-11T13:14:30.646" v="3132" actId="700"/>
          <ac:spMkLst>
            <pc:docMk/>
            <pc:sldMk cId="3710477756" sldId="309"/>
            <ac:spMk id="2" creationId="{32227834-785E-F447-CCE9-CBEFDA44F357}"/>
          </ac:spMkLst>
        </pc:spChg>
        <pc:spChg chg="mod ord">
          <ac:chgData name="Michael Whitehouse" userId="0ecba9273f6ad366" providerId="LiveId" clId="{F36E82C0-65ED-4BE7-8730-0F102FB388DD}" dt="2026-06-11T13:16:46.932" v="3166" actId="1076"/>
          <ac:spMkLst>
            <pc:docMk/>
            <pc:sldMk cId="3710477756" sldId="309"/>
            <ac:spMk id="3" creationId="{D494D836-309A-8A98-80E1-AE1951BA7732}"/>
          </ac:spMkLst>
        </pc:spChg>
        <pc:spChg chg="mod ord">
          <ac:chgData name="Michael Whitehouse" userId="0ecba9273f6ad366" providerId="LiveId" clId="{F36E82C0-65ED-4BE7-8730-0F102FB388DD}" dt="2026-06-11T13:16:46.932" v="3166" actId="1076"/>
          <ac:spMkLst>
            <pc:docMk/>
            <pc:sldMk cId="3710477756" sldId="309"/>
            <ac:spMk id="4" creationId="{57E02CEF-16A4-6681-8CF1-F67045AB438F}"/>
          </ac:spMkLst>
        </pc:spChg>
        <pc:spChg chg="mod ord">
          <ac:chgData name="Michael Whitehouse" userId="0ecba9273f6ad366" providerId="LiveId" clId="{F36E82C0-65ED-4BE7-8730-0F102FB388DD}" dt="2026-06-11T13:16:46.932" v="3166" actId="1076"/>
          <ac:spMkLst>
            <pc:docMk/>
            <pc:sldMk cId="3710477756" sldId="309"/>
            <ac:spMk id="5" creationId="{7C5CEF9E-F9A9-0D63-DADC-8C5FDF11FD76}"/>
          </ac:spMkLst>
        </pc:spChg>
        <pc:spChg chg="mod ord">
          <ac:chgData name="Michael Whitehouse" userId="0ecba9273f6ad366" providerId="LiveId" clId="{F36E82C0-65ED-4BE7-8730-0F102FB388DD}" dt="2026-06-11T13:16:46.932" v="3166" actId="1076"/>
          <ac:spMkLst>
            <pc:docMk/>
            <pc:sldMk cId="3710477756" sldId="309"/>
            <ac:spMk id="6" creationId="{B948E1D5-ACFB-1230-D77C-0F9E7BA81DCC}"/>
          </ac:spMkLst>
        </pc:spChg>
        <pc:spChg chg="del">
          <ac:chgData name="Michael Whitehouse" userId="0ecba9273f6ad366" providerId="LiveId" clId="{F36E82C0-65ED-4BE7-8730-0F102FB388DD}" dt="2026-06-11T13:14:30.646" v="3132" actId="700"/>
          <ac:spMkLst>
            <pc:docMk/>
            <pc:sldMk cId="3710477756" sldId="309"/>
            <ac:spMk id="7" creationId="{967EA30E-3E8C-1AFE-325C-3A14812C1121}"/>
          </ac:spMkLst>
        </pc:spChg>
        <pc:spChg chg="del">
          <ac:chgData name="Michael Whitehouse" userId="0ecba9273f6ad366" providerId="LiveId" clId="{F36E82C0-65ED-4BE7-8730-0F102FB388DD}" dt="2026-06-11T13:14:30.646" v="3132" actId="700"/>
          <ac:spMkLst>
            <pc:docMk/>
            <pc:sldMk cId="3710477756" sldId="309"/>
            <ac:spMk id="8" creationId="{E4105D77-1A70-467B-8272-761BFDBEF663}"/>
          </ac:spMkLst>
        </pc:spChg>
        <pc:spChg chg="del">
          <ac:chgData name="Michael Whitehouse" userId="0ecba9273f6ad366" providerId="LiveId" clId="{F36E82C0-65ED-4BE7-8730-0F102FB388DD}" dt="2026-06-11T13:14:30.646" v="3132" actId="700"/>
          <ac:spMkLst>
            <pc:docMk/>
            <pc:sldMk cId="3710477756" sldId="309"/>
            <ac:spMk id="9" creationId="{F3207B79-A8CD-EBEF-F114-FFC04DC16B10}"/>
          </ac:spMkLst>
        </pc:spChg>
        <pc:spChg chg="del">
          <ac:chgData name="Michael Whitehouse" userId="0ecba9273f6ad366" providerId="LiveId" clId="{F36E82C0-65ED-4BE7-8730-0F102FB388DD}" dt="2026-06-11T13:14:30.646" v="3132" actId="700"/>
          <ac:spMkLst>
            <pc:docMk/>
            <pc:sldMk cId="3710477756" sldId="309"/>
            <ac:spMk id="10" creationId="{9EE8016B-809B-154F-FD34-59280097B507}"/>
          </ac:spMkLst>
        </pc:spChg>
        <pc:spChg chg="add mod">
          <ac:chgData name="Michael Whitehouse" userId="0ecba9273f6ad366" providerId="LiveId" clId="{F36E82C0-65ED-4BE7-8730-0F102FB388DD}" dt="2026-06-09T11:31:25.597" v="2926" actId="207"/>
          <ac:spMkLst>
            <pc:docMk/>
            <pc:sldMk cId="3710477756" sldId="309"/>
            <ac:spMk id="12" creationId="{0315809E-9661-8E2A-FF5D-3A561B7A4A21}"/>
          </ac:spMkLst>
        </pc:spChg>
        <pc:cxnChg chg="add mod">
          <ac:chgData name="Michael Whitehouse" userId="0ecba9273f6ad366" providerId="LiveId" clId="{F36E82C0-65ED-4BE7-8730-0F102FB388DD}" dt="2026-06-09T11:31:25.577" v="2914" actId="1582"/>
          <ac:cxnSpMkLst>
            <pc:docMk/>
            <pc:sldMk cId="3710477756" sldId="309"/>
            <ac:cxnSpMk id="11" creationId="{FAAE8858-3293-0F77-C14C-4BF304B5A477}"/>
          </ac:cxnSpMkLst>
        </pc:cxnChg>
      </pc:sldChg>
      <pc:sldChg chg="addSp delSp modSp add mod modClrScheme chgLayout">
        <pc:chgData name="Michael Whitehouse" userId="0ecba9273f6ad366" providerId="LiveId" clId="{F36E82C0-65ED-4BE7-8730-0F102FB388DD}" dt="2026-06-11T13:16:54.019" v="3168" actId="1076"/>
        <pc:sldMkLst>
          <pc:docMk/>
          <pc:sldMk cId="2919497603" sldId="310"/>
        </pc:sldMkLst>
        <pc:spChg chg="mod ord">
          <ac:chgData name="Michael Whitehouse" userId="0ecba9273f6ad366" providerId="LiveId" clId="{F36E82C0-65ED-4BE7-8730-0F102FB388DD}" dt="2026-06-11T13:14:30.646" v="3132" actId="700"/>
          <ac:spMkLst>
            <pc:docMk/>
            <pc:sldMk cId="2919497603" sldId="310"/>
            <ac:spMk id="2" creationId="{FCCC0D0E-958A-C865-3EB5-E4AE4FED3027}"/>
          </ac:spMkLst>
        </pc:spChg>
        <pc:spChg chg="mod ord">
          <ac:chgData name="Michael Whitehouse" userId="0ecba9273f6ad366" providerId="LiveId" clId="{F36E82C0-65ED-4BE7-8730-0F102FB388DD}" dt="2026-06-11T13:16:54.019" v="3168" actId="1076"/>
          <ac:spMkLst>
            <pc:docMk/>
            <pc:sldMk cId="2919497603" sldId="310"/>
            <ac:spMk id="3" creationId="{D3E320FD-00FC-FD8C-491A-4C6C9D893F00}"/>
          </ac:spMkLst>
        </pc:spChg>
        <pc:spChg chg="del">
          <ac:chgData name="Michael Whitehouse" userId="0ecba9273f6ad366" providerId="LiveId" clId="{F36E82C0-65ED-4BE7-8730-0F102FB388DD}" dt="2026-06-11T13:14:30.646" v="3132" actId="700"/>
          <ac:spMkLst>
            <pc:docMk/>
            <pc:sldMk cId="2919497603" sldId="310"/>
            <ac:spMk id="4" creationId="{91243CCF-566A-BB57-F3BE-902CA89F0F96}"/>
          </ac:spMkLst>
        </pc:spChg>
        <pc:spChg chg="del">
          <ac:chgData name="Michael Whitehouse" userId="0ecba9273f6ad366" providerId="LiveId" clId="{F36E82C0-65ED-4BE7-8730-0F102FB388DD}" dt="2026-06-11T13:14:30.646" v="3132" actId="700"/>
          <ac:spMkLst>
            <pc:docMk/>
            <pc:sldMk cId="2919497603" sldId="310"/>
            <ac:spMk id="5" creationId="{B97894C4-E568-D87B-785B-265B0C743934}"/>
          </ac:spMkLst>
        </pc:spChg>
        <pc:spChg chg="del">
          <ac:chgData name="Michael Whitehouse" userId="0ecba9273f6ad366" providerId="LiveId" clId="{F36E82C0-65ED-4BE7-8730-0F102FB388DD}" dt="2026-06-11T13:14:30.646" v="3132" actId="700"/>
          <ac:spMkLst>
            <pc:docMk/>
            <pc:sldMk cId="2919497603" sldId="310"/>
            <ac:spMk id="6" creationId="{F8B3AB25-1F6D-835D-A9F6-EA4DB2618916}"/>
          </ac:spMkLst>
        </pc:spChg>
        <pc:spChg chg="del">
          <ac:chgData name="Michael Whitehouse" userId="0ecba9273f6ad366" providerId="LiveId" clId="{F36E82C0-65ED-4BE7-8730-0F102FB388DD}" dt="2026-06-11T13:14:30.646" v="3132" actId="700"/>
          <ac:spMkLst>
            <pc:docMk/>
            <pc:sldMk cId="2919497603" sldId="310"/>
            <ac:spMk id="7" creationId="{3BA1B2BA-4567-301A-3E31-F5F5450D7BDD}"/>
          </ac:spMkLst>
        </pc:spChg>
        <pc:spChg chg="del">
          <ac:chgData name="Michael Whitehouse" userId="0ecba9273f6ad366" providerId="LiveId" clId="{F36E82C0-65ED-4BE7-8730-0F102FB388DD}" dt="2026-06-11T13:14:30.646" v="3132" actId="700"/>
          <ac:spMkLst>
            <pc:docMk/>
            <pc:sldMk cId="2919497603" sldId="310"/>
            <ac:spMk id="8" creationId="{526E3AB7-0A4F-5908-C63B-2FF8BFD16205}"/>
          </ac:spMkLst>
        </pc:spChg>
        <pc:spChg chg="del">
          <ac:chgData name="Michael Whitehouse" userId="0ecba9273f6ad366" providerId="LiveId" clId="{F36E82C0-65ED-4BE7-8730-0F102FB388DD}" dt="2026-06-11T13:14:30.646" v="3132" actId="700"/>
          <ac:spMkLst>
            <pc:docMk/>
            <pc:sldMk cId="2919497603" sldId="310"/>
            <ac:spMk id="9" creationId="{0FA616A3-ED97-AD39-6675-C3F36EFEFA55}"/>
          </ac:spMkLst>
        </pc:spChg>
        <pc:spChg chg="del">
          <ac:chgData name="Michael Whitehouse" userId="0ecba9273f6ad366" providerId="LiveId" clId="{F36E82C0-65ED-4BE7-8730-0F102FB388DD}" dt="2026-06-11T13:14:30.646" v="3132" actId="700"/>
          <ac:spMkLst>
            <pc:docMk/>
            <pc:sldMk cId="2919497603" sldId="310"/>
            <ac:spMk id="10" creationId="{71CE73E6-411D-17A8-B626-0D45DF085163}"/>
          </ac:spMkLst>
        </pc:spChg>
        <pc:spChg chg="add mod">
          <ac:chgData name="Michael Whitehouse" userId="0ecba9273f6ad366" providerId="LiveId" clId="{F36E82C0-65ED-4BE7-8730-0F102FB388DD}" dt="2026-06-09T11:31:25.973" v="2968" actId="207"/>
          <ac:spMkLst>
            <pc:docMk/>
            <pc:sldMk cId="2919497603" sldId="310"/>
            <ac:spMk id="12" creationId="{3E3D7796-67BB-C3A7-A3B2-BEDB27DF41E9}"/>
          </ac:spMkLst>
        </pc:spChg>
        <pc:cxnChg chg="add mod">
          <ac:chgData name="Michael Whitehouse" userId="0ecba9273f6ad366" providerId="LiveId" clId="{F36E82C0-65ED-4BE7-8730-0F102FB388DD}" dt="2026-06-09T11:31:25.955" v="2956" actId="1582"/>
          <ac:cxnSpMkLst>
            <pc:docMk/>
            <pc:sldMk cId="2919497603" sldId="310"/>
            <ac:cxnSpMk id="11" creationId="{99216E6C-3C9F-8F30-0FB8-D77979AAE30A}"/>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5: Hyper-V virtualization and containers in Windows Server</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dirty="0">
                <a:latin typeface="Segoe UI" pitchFamily="34" charset="0"/>
              </a:rPr>
              <a:t>WS-011T Windows Server 2019 Administration</a:t>
            </a: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Placeholder 12"/>
          <p:cNvSpPr>
            <a:spLocks noGrp="1"/>
          </p:cNvSpPr>
          <p:nvPr>
            <p:ph type="sldNum" sz="quarter" idx="5"/>
          </p:nvPr>
        </p:nvSpPr>
        <p:spPr>
          <a:xfrm>
            <a:off x="5909309" y="8846819"/>
            <a:ext cx="947103" cy="295593"/>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
        <p:nvSpPr>
          <p:cNvPr id="12" name="Notes Placeholder 11"/>
          <p:cNvSpPr>
            <a:spLocks noGrp="1"/>
          </p:cNvSpPr>
          <p:nvPr>
            <p:ph type="body" sz="quarter" idx="3"/>
          </p:nvPr>
        </p:nvSpPr>
        <p:spPr>
          <a:xfrm>
            <a:off x="190500" y="1943100"/>
            <a:ext cx="6477000" cy="680407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Image Placeholder 1">
            <a:extLst>
              <a:ext uri="{FF2B5EF4-FFF2-40B4-BE49-F238E27FC236}">
                <a16:creationId xmlns:a16="http://schemas.microsoft.com/office/drawing/2014/main" id="{5551E636-9FD4-47A6-8CA4-4979951D8312}"/>
              </a:ext>
            </a:extLst>
          </p:cNvPr>
          <p:cNvSpPr>
            <a:spLocks noGrp="1" noRot="1" noChangeAspect="1"/>
          </p:cNvSpPr>
          <p:nvPr>
            <p:ph type="sldImg" idx="2"/>
          </p:nvPr>
        </p:nvSpPr>
        <p:spPr>
          <a:xfrm>
            <a:off x="3838575" y="65088"/>
            <a:ext cx="2914650" cy="1671637"/>
          </a:xfrm>
          <a:prstGeom prst="rect">
            <a:avLst/>
          </a:prstGeom>
          <a:noFill/>
          <a:ln w="12700">
            <a:solidFill>
              <a:prstClr val="black"/>
            </a:solidFill>
          </a:ln>
        </p:spPr>
        <p:txBody>
          <a:bodyPr vert="horz" lIns="91440" tIns="45720" rIns="91440" bIns="45720" rtlCol="0" anchor="ctr"/>
          <a:lstStyle/>
          <a:p>
            <a:endParaRPr lang="en-US" dirty="0"/>
          </a:p>
        </p:txBody>
      </p:sp>
      <p:sp>
        <p:nvSpPr>
          <p:cNvPr id="11" name="Date Placeholder 10"/>
          <p:cNvSpPr>
            <a:spLocks noGrp="1"/>
          </p:cNvSpPr>
          <p:nvPr>
            <p:ph type="dt" idx="1"/>
          </p:nvPr>
        </p:nvSpPr>
        <p:spPr>
          <a:xfrm>
            <a:off x="63500" y="492511"/>
            <a:ext cx="3596639" cy="249284"/>
          </a:xfrm>
          <a:prstGeom prst="rect">
            <a:avLst/>
          </a:prstGeom>
        </p:spPr>
        <p:txBody>
          <a:bodyPr vert="horz" lIns="91440" tIns="45720" rIns="91440" bIns="45720" rtlCol="0"/>
          <a:lstStyle>
            <a:lvl1pPr algn="l">
              <a:defRPr sz="1200">
                <a:latin typeface="Segoe UI Semibold" panose="020B0702040204020203" pitchFamily="34" charset="0"/>
                <a:cs typeface="Segoe UI Semibold" panose="020B0702040204020203" pitchFamily="34" charset="0"/>
              </a:defRPr>
            </a:lvl1pPr>
          </a:lstStyle>
          <a:p>
            <a:r>
              <a:rPr lang="en-US" dirty="0"/>
              <a:t>WS-011T Windows Server 2019 Administration</a:t>
            </a:r>
          </a:p>
        </p:txBody>
      </p:sp>
      <p:sp>
        <p:nvSpPr>
          <p:cNvPr id="8" name="Header Placeholder 7"/>
          <p:cNvSpPr>
            <a:spLocks noGrp="1"/>
          </p:cNvSpPr>
          <p:nvPr>
            <p:ph type="hdr" sz="quarter"/>
          </p:nvPr>
        </p:nvSpPr>
        <p:spPr>
          <a:xfrm>
            <a:off x="76199" y="81348"/>
            <a:ext cx="3596640" cy="249284"/>
          </a:xfrm>
          <a:prstGeom prst="rect">
            <a:avLst/>
          </a:prstGeom>
        </p:spPr>
        <p:txBody>
          <a:bodyPr vert="horz" lIns="91440" tIns="45720" rIns="91440" bIns="45720" rtlCol="0"/>
          <a:lstStyle>
            <a:lvl1pPr algn="l">
              <a:defRPr sz="1200" b="1">
                <a:solidFill>
                  <a:srgbClr val="336699"/>
                </a:solidFill>
                <a:latin typeface="Segoe UI Semibold" panose="020B0702040204020203" pitchFamily="34" charset="0"/>
                <a:cs typeface="Segoe UI Semibold" panose="020B0702040204020203" pitchFamily="34" charset="0"/>
              </a:defRPr>
            </a:lvl1pPr>
          </a:lstStyle>
          <a:p>
            <a:r>
              <a:rPr lang="en-US" dirty="0"/>
              <a:t>5: Hyper-V virtualization and containers in Windows Server</a:t>
            </a:r>
          </a:p>
        </p:txBody>
      </p:sp>
      <p:sp>
        <p:nvSpPr>
          <p:cNvPr id="14" name="Footer Placeholder 4">
            <a:extLst>
              <a:ext uri="{FF2B5EF4-FFF2-40B4-BE49-F238E27FC236}">
                <a16:creationId xmlns:a16="http://schemas.microsoft.com/office/drawing/2014/main" id="{23C91451-486A-4309-90D9-256CF4930F1C}"/>
              </a:ext>
            </a:extLst>
          </p:cNvPr>
          <p:cNvSpPr>
            <a:spLocks noGrp="1"/>
          </p:cNvSpPr>
          <p:nvPr>
            <p:ph type="ftr" sz="quarter" idx="4"/>
          </p:nvPr>
        </p:nvSpPr>
        <p:spPr>
          <a:xfrm>
            <a:off x="109220" y="8846820"/>
            <a:ext cx="5811520" cy="195944"/>
          </a:xfrm>
          <a:prstGeom prst="rect">
            <a:avLst/>
          </a:prstGeom>
        </p:spPr>
        <p:txBody>
          <a:bodyPr/>
          <a:lstStyle>
            <a:lvl1pPr>
              <a:defRPr sz="1000"/>
            </a:lvl1pPr>
          </a:lstStyle>
          <a:p>
            <a:pPr defTabSz="914099" eaLnBrk="0" hangingPunct="0"/>
            <a:r>
              <a:rPr lang="en-US"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600"/>
      </a:spcAft>
      <a:defRPr sz="1000" kern="1200" baseline="0">
        <a:solidFill>
          <a:schemeClr val="tx1"/>
        </a:solidFill>
        <a:latin typeface="Segoe UI" panose="020B0502040204020203" pitchFamily="34" charset="0"/>
        <a:ea typeface="+mn-ea"/>
        <a:cs typeface="+mn-cs"/>
      </a:defRPr>
    </a:lvl1pPr>
    <a:lvl2pPr marL="217262" indent="-107956"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2pPr>
    <a:lvl3pPr marL="334664" indent="-117403"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3pPr>
    <a:lvl4pPr marL="492551" indent="-149789"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4pPr>
    <a:lvl5pPr marL="627496" indent="-117403" algn="l" defTabSz="932742" rtl="0" eaLnBrk="1" latinLnBrk="0" hangingPunct="1">
      <a:lnSpc>
        <a:spcPct val="90000"/>
      </a:lnSpc>
      <a:spcAft>
        <a:spcPts val="600"/>
      </a:spcAft>
      <a:buFont typeface="Arial" pitchFamily="34" charset="0"/>
      <a:buChar char="•"/>
      <a:defRPr sz="1000" kern="1200" baseline="0">
        <a:solidFill>
          <a:schemeClr val="tx1"/>
        </a:solidFill>
        <a:latin typeface="Segoe UI" panose="020B0502040204020203"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0766187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solidFill>
                <a:schemeClr val="bg1"/>
              </a:solidFill>
            </a:endParaRPr>
          </a:p>
        </p:txBody>
      </p:sp>
    </p:spTree>
    <p:extLst>
      <p:ext uri="{BB962C8B-B14F-4D97-AF65-F5344CB8AC3E}">
        <p14:creationId xmlns:p14="http://schemas.microsoft.com/office/powerpoint/2010/main" val="1754257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900"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994525"/>
          </a:xfrm>
          <a:prstGeom prst="rect">
            <a:avLst/>
          </a:prstGeom>
        </p:spPr>
      </p:pic>
    </p:spTree>
    <p:extLst>
      <p:ext uri="{BB962C8B-B14F-4D97-AF65-F5344CB8AC3E}">
        <p14:creationId xmlns:p14="http://schemas.microsoft.com/office/powerpoint/2010/main" val="263385980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601150"/>
            <a:ext cx="5671978" cy="579222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76893"/>
            <a:ext cx="5148588" cy="5240740"/>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09631597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2" y="0"/>
            <a:ext cx="6080099" cy="6994525"/>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76893"/>
            <a:ext cx="5148588" cy="5240740"/>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Tree>
    <p:extLst>
      <p:ext uri="{BB962C8B-B14F-4D97-AF65-F5344CB8AC3E}">
        <p14:creationId xmlns:p14="http://schemas.microsoft.com/office/powerpoint/2010/main" val="148133888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6737876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9263"/>
            <a:ext cx="11341268" cy="655637"/>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104900"/>
            <a:ext cx="11341268" cy="408075"/>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089121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63555841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783436"/>
            <a:ext cx="12192000" cy="76182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913226"/>
            <a:ext cx="11341268" cy="502246"/>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50243626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85899"/>
            <a:ext cx="5543550"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7702965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43326"/>
            <a:ext cx="0" cy="229946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88851519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43326"/>
            <a:ext cx="0" cy="465405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65954603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1" y="1485899"/>
            <a:ext cx="5531577"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2818496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85953"/>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72859"/>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359765"/>
            <a:ext cx="7695070" cy="124880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74295719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1005327"/>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85983"/>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766638"/>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147293"/>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85859236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704884"/>
            <a:ext cx="7695070" cy="839022"/>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52182"/>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99480"/>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546778"/>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940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4413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43707604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9" y="47563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9" y="1240477"/>
            <a:ext cx="7695069" cy="689344"/>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9" y="2005322"/>
            <a:ext cx="7695069" cy="689344"/>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9" y="2770167"/>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9" y="353501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9" y="4299857"/>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9" y="5064702"/>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9" y="5829550"/>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82464679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2378075"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75632"/>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34664"/>
            <a:ext cx="3330574"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93695"/>
            <a:ext cx="3330574"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3052726"/>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911758"/>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770789"/>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629818"/>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1" y="475632"/>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1" y="1334664"/>
            <a:ext cx="3442157"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1" y="2193695"/>
            <a:ext cx="3442157"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1" y="3052726"/>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1" y="3911758"/>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1" y="4770789"/>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1" y="5629818"/>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00810638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9"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4" y="4801944"/>
            <a:ext cx="365293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4" y="5114661"/>
            <a:ext cx="365293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5"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0"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0"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8"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4"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50947840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76945"/>
            <a:ext cx="9697686" cy="18195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76945"/>
            <a:ext cx="9189910" cy="1819564"/>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7" y="2576945"/>
            <a:ext cx="2082603" cy="1819564"/>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833254"/>
            <a:ext cx="1281254" cy="1306946"/>
          </a:xfrm>
        </p:spPr>
        <p:txBody>
          <a:bodyPr anchor="ctr">
            <a:noAutofit/>
          </a:bodyPr>
          <a:lstStyle>
            <a:lvl1pPr algn="ctr">
              <a:defRPr/>
            </a:lvl1pPr>
          </a:lstStyle>
          <a:p>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059029112"/>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901"/>
            <a:ext cx="5579310" cy="313904"/>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4" y="2204661"/>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523354"/>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4" y="3701119"/>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4007229"/>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900" dirty="0"/>
          </a:p>
        </p:txBody>
      </p:sp>
    </p:spTree>
    <p:extLst>
      <p:ext uri="{BB962C8B-B14F-4D97-AF65-F5344CB8AC3E}">
        <p14:creationId xmlns:p14="http://schemas.microsoft.com/office/powerpoint/2010/main" val="3687275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899"/>
            <a:ext cx="5579310" cy="376684"/>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314116"/>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12912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34771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16271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381307"/>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19631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41490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04383770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43525"/>
            <a:ext cx="5579310" cy="376684"/>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312456"/>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2746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34605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16105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379647"/>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194653"/>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41324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900" dirty="0"/>
          </a:p>
        </p:txBody>
      </p:sp>
    </p:spTree>
    <p:extLst>
      <p:ext uri="{BB962C8B-B14F-4D97-AF65-F5344CB8AC3E}">
        <p14:creationId xmlns:p14="http://schemas.microsoft.com/office/powerpoint/2010/main" val="250471006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11354712"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1300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4015509"/>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31801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4660669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9263"/>
            <a:ext cx="11354714"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11983432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9263"/>
            <a:ext cx="11341268" cy="742950"/>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85902"/>
            <a:ext cx="5408119" cy="627807"/>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201864"/>
            <a:ext cx="5408118" cy="2385667"/>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5" y="151053"/>
            <a:ext cx="7747227" cy="6396601"/>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0" y="1306107"/>
            <a:ext cx="5834041" cy="4405313"/>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50878637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98241"/>
            <a:ext cx="10869930" cy="6396284"/>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36726"/>
            <a:ext cx="7660076" cy="439737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12632465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89615"/>
            <a:ext cx="361837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3" y="6065777"/>
            <a:ext cx="3618381" cy="313904"/>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3" y="1989615"/>
            <a:ext cx="360748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3"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3" y="1989615"/>
            <a:ext cx="3623051"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34160330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738799"/>
            <a:ext cx="11343820" cy="553998"/>
          </a:xfrm>
          <a:prstGeom prst="rect">
            <a:avLst/>
          </a:prstGeom>
        </p:spPr>
        <p:txBody>
          <a:bodyPr anchor="ctr" anchorCtr="0"/>
          <a:lstStyle>
            <a:lvl1pPr algn="ctr">
              <a:defRPr sz="2400"/>
            </a:lvl1pPr>
          </a:lstStyle>
          <a:p>
            <a:r>
              <a:rPr lang="en-US" dirty="0"/>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2148399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3040062"/>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389272285"/>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0234904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0"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1"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279359024"/>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72018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40063"/>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58599891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9908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61062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36673707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5424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8209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52058151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609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9633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53168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56702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69911918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0" y="1485899"/>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2" y="22891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49182"/>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2" y="315234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12465"/>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2" y="401550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75748"/>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2" y="487866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39031"/>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2" y="57418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0" y="5802313"/>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16430362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7112882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996405566"/>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5578933"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80516"/>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1" y="2680516"/>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1" y="1486335"/>
            <a:ext cx="5572801"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737413"/>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1" y="3737414"/>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94311"/>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1" y="4794311"/>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60302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65992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60302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65992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07531521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4" y="2680516"/>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3"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5"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4" y="3737413"/>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3"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5"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4" y="4794311"/>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3"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5"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4" y="360302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4" y="4659923"/>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9315000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86939032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35084388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userDrawn="1"/>
        </p:nvPicPr>
        <p:blipFill>
          <a:blip r:embed="rId2"/>
          <a:stretch>
            <a:fillRect/>
          </a:stretch>
        </p:blipFill>
        <p:spPr>
          <a:xfrm>
            <a:off x="136886" y="162871"/>
            <a:ext cx="2635247" cy="889107"/>
          </a:xfrm>
          <a:prstGeom prst="rect">
            <a:avLst/>
          </a:prstGeom>
        </p:spPr>
      </p:pic>
    </p:spTree>
    <p:extLst>
      <p:ext uri="{BB962C8B-B14F-4D97-AF65-F5344CB8AC3E}">
        <p14:creationId xmlns:p14="http://schemas.microsoft.com/office/powerpoint/2010/main" val="218853062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252869"/>
            <a:ext cx="8892608" cy="48878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69911197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92079"/>
            <a:ext cx="2457386" cy="41036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07930258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85902"/>
            <a:ext cx="11341268" cy="2006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19499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60439"/>
            <a:ext cx="7454643" cy="3629025"/>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19376341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25540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3" y="3497263"/>
            <a:ext cx="5686955" cy="1255614"/>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574853"/>
            <a:ext cx="1645920" cy="156952"/>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8382708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2" y="3451989"/>
            <a:ext cx="6345239" cy="627807"/>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4185739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90" y="1854373"/>
            <a:ext cx="5033361" cy="350003"/>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89601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314712"/>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90" y="1854372"/>
            <a:ext cx="4719695" cy="34529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9" y="1854372"/>
            <a:ext cx="4719695" cy="34529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15195727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994525"/>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5749038"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910054"/>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302692"/>
            <a:ext cx="1069848" cy="1091146"/>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dirty="0"/>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2" y="466302"/>
            <a:ext cx="2849035" cy="2931430"/>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217295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994525"/>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2" y="2496797"/>
            <a:ext cx="10430257" cy="1035882"/>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363484"/>
            <a:ext cx="471268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363484"/>
            <a:ext cx="3765954"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83218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347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622730"/>
            <a:ext cx="11013474"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343424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200" y="1414373"/>
            <a:ext cx="11011601"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231166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625890"/>
            <a:ext cx="5364224"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127287"/>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9986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622730"/>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622730"/>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745192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625890"/>
            <a:ext cx="5219700"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127287"/>
            <a:ext cx="5217510"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625890"/>
            <a:ext cx="5219700" cy="34529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127287"/>
            <a:ext cx="5187106"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481412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622989"/>
            <a:ext cx="34791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243051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162589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2331509"/>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6596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2455781"/>
            <a:ext cx="3479071" cy="313904"/>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3161398"/>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58383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8" y="2082808"/>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1"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688492"/>
            <a:ext cx="347761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5" y="3688492"/>
            <a:ext cx="347761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324773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82808"/>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3054912"/>
            <a:ext cx="3479071" cy="313904"/>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1"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8"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4" y="3688492"/>
            <a:ext cx="3479071" cy="25112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73694"/>
            <a:ext cx="982928" cy="10024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algn="l" defTabSz="412667" rtl="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263680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44938"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612627"/>
            <a:ext cx="7535862" cy="451892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1" y="1625891"/>
            <a:ext cx="317414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90" y="2127287"/>
            <a:ext cx="3172811"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542252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5077998"/>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5077998"/>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75714"/>
            <a:ext cx="12192000" cy="351320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70026799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5077998"/>
            <a:ext cx="5217510"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5077998"/>
            <a:ext cx="5187106"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68892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77028582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0" y="5054767"/>
            <a:ext cx="5364429"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464096"/>
            <a:ext cx="536217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5054767"/>
            <a:ext cx="5356490"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464095"/>
            <a:ext cx="535759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75714"/>
            <a:ext cx="12192000" cy="351320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39684370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663017"/>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0" y="5054767"/>
            <a:ext cx="5364429"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464096"/>
            <a:ext cx="536217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5054767"/>
            <a:ext cx="5356490"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464095"/>
            <a:ext cx="5357598"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663017"/>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8857899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6"/>
            <a:ext cx="4710689" cy="1004492"/>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1" y="1625891"/>
            <a:ext cx="471466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90" y="2127287"/>
            <a:ext cx="4712685" cy="74081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994525"/>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87162960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7248356" cy="502246"/>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1" y="1625891"/>
            <a:ext cx="3479071"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1" y="2127287"/>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625891"/>
            <a:ext cx="3479071"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127287"/>
            <a:ext cx="347761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994525"/>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41434245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622989"/>
            <a:ext cx="5365752"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666183"/>
            <a:ext cx="5364429"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5075511"/>
            <a:ext cx="5362178" cy="219733"/>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50" y="1622989"/>
            <a:ext cx="5357813"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666183"/>
            <a:ext cx="5356490"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5075510"/>
            <a:ext cx="5357598" cy="219733"/>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680812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622989"/>
            <a:ext cx="3481388"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666183"/>
            <a:ext cx="3479070"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5075511"/>
            <a:ext cx="3477610"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622989"/>
            <a:ext cx="3481388" cy="274049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3" y="4666183"/>
            <a:ext cx="3476891"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5075510"/>
            <a:ext cx="3477610"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622988"/>
            <a:ext cx="3486092" cy="2737594"/>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7" y="4662928"/>
            <a:ext cx="3485371" cy="25112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5072799"/>
            <a:ext cx="3486092" cy="219733"/>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25738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8193024"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1" y="4666182"/>
            <a:ext cx="2535699"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1"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6"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9"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3"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7"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1" y="2329889"/>
            <a:ext cx="2538413" cy="2036832"/>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dirty="0"/>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60" y="4666182"/>
            <a:ext cx="2534111" cy="219733"/>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9" y="5075511"/>
            <a:ext cx="2534635" cy="188342"/>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151084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59538495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450597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617484"/>
            <a:ext cx="1110600" cy="1132709"/>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76471580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617484"/>
            <a:ext cx="1110600" cy="1132709"/>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607921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21026" cy="504296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64823"/>
            <a:ext cx="5364224"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0" y="2629424"/>
            <a:ext cx="5361973"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92725"/>
            <a:ext cx="2027938"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617484"/>
            <a:ext cx="1110600" cy="1132709"/>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6518581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911556"/>
            <a:ext cx="1110600" cy="1132709"/>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3747663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911556"/>
            <a:ext cx="1110600" cy="1132709"/>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80881818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463459"/>
            <a:ext cx="2667000" cy="29791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317958"/>
            <a:ext cx="7535862" cy="334506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926468"/>
            <a:ext cx="7535862" cy="188342"/>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335795"/>
            <a:ext cx="7526800" cy="156952"/>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317957"/>
            <a:ext cx="3121026" cy="56765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54099"/>
            <a:ext cx="2113253" cy="502246"/>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33362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8" y="0"/>
            <a:ext cx="6891565" cy="699452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20912" y="1422098"/>
            <a:ext cx="386858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7458887" y="1794186"/>
            <a:ext cx="4737876" cy="3947735"/>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6" y="2082167"/>
            <a:ext cx="4467225" cy="3377448"/>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3" y="596867"/>
            <a:ext cx="5652201"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200" y="1625891"/>
            <a:ext cx="5654573"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90" y="2127287"/>
            <a:ext cx="5652201"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548910"/>
            <a:ext cx="4151312" cy="201917"/>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40415777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97021535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3445866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99874937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807230"/>
            <a:ext cx="8778782" cy="25112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308626"/>
            <a:ext cx="8775098" cy="74081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5833383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2" y="1318480"/>
            <a:ext cx="10074975" cy="484453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625887"/>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033822"/>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911556"/>
            <a:ext cx="1110600" cy="1132709"/>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581865"/>
            <a:ext cx="8778782" cy="215444"/>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996276"/>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103262"/>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517674"/>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6231150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2" y="1318480"/>
            <a:ext cx="10074975" cy="484453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625887"/>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033822"/>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911556"/>
            <a:ext cx="1110600" cy="1132709"/>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581865"/>
            <a:ext cx="8778782" cy="215444"/>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996276"/>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103262"/>
            <a:ext cx="8778782" cy="430887"/>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517674"/>
            <a:ext cx="8775098" cy="219733"/>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56686910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84141"/>
            <a:ext cx="12192001" cy="3095623"/>
          </a:xfrm>
          <a:prstGeom prst="rect">
            <a:avLst/>
          </a:prstGeom>
        </p:spPr>
      </p:pic>
    </p:spTree>
    <p:extLst>
      <p:ext uri="{BB962C8B-B14F-4D97-AF65-F5344CB8AC3E}">
        <p14:creationId xmlns:p14="http://schemas.microsoft.com/office/powerpoint/2010/main" val="35820826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207262"/>
            <a:ext cx="12192001" cy="3095623"/>
          </a:xfrm>
          <a:prstGeom prst="rect">
            <a:avLst/>
          </a:prstGeom>
        </p:spPr>
      </p:pic>
    </p:spTree>
    <p:extLst>
      <p:ext uri="{BB962C8B-B14F-4D97-AF65-F5344CB8AC3E}">
        <p14:creationId xmlns:p14="http://schemas.microsoft.com/office/powerpoint/2010/main" val="12751130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84141"/>
            <a:ext cx="12192001" cy="3095623"/>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822862"/>
            <a:ext cx="10633034" cy="371067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6116360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207262"/>
            <a:ext cx="12192001" cy="3095623"/>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822862"/>
            <a:ext cx="10633034" cy="371067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61903648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4491999" cy="64350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85805"/>
            <a:ext cx="11604624" cy="5614510"/>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9" y="1105308"/>
            <a:ext cx="11020425" cy="215444"/>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9502966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994525"/>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3" y="596866"/>
            <a:ext cx="4042761" cy="1004492"/>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90" y="1625891"/>
            <a:ext cx="4042761" cy="74081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94212"/>
            <a:ext cx="5799138" cy="215444"/>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225299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96867"/>
            <a:ext cx="11011600" cy="502246"/>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622730"/>
            <a:ext cx="8193024" cy="504754"/>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123152"/>
            <a:ext cx="8193024" cy="911019"/>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658535"/>
            <a:ext cx="8193024" cy="504754"/>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158956"/>
            <a:ext cx="8193024" cy="911019"/>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16100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85899"/>
            <a:ext cx="10210404" cy="792713"/>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548865"/>
            <a:ext cx="10210404" cy="796735"/>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615853"/>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96867"/>
            <a:ext cx="8193024"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6" y="241373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6" y="348072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0828323"/>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85899"/>
            <a:ext cx="10210404" cy="792713"/>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6" y="241373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548865"/>
            <a:ext cx="10210404" cy="796735"/>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6" y="348072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615853"/>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6" y="454771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682842"/>
            <a:ext cx="10210404" cy="796735"/>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96867"/>
            <a:ext cx="11011602"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16199680"/>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85899"/>
            <a:ext cx="10210404" cy="65847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6" y="2249888"/>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55401"/>
            <a:ext cx="10210404" cy="66181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6" y="312273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28244"/>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6" y="3995574"/>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101086"/>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6" y="486841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73930"/>
            <a:ext cx="10210404" cy="66181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96867"/>
            <a:ext cx="8193024" cy="502246"/>
          </a:xfrm>
        </p:spPr>
        <p:txBody>
          <a:bodyPr/>
          <a:lstStyle>
            <a:lvl1pPr algn="l" defTabSz="932742" rtl="0" eaLnBrk="1" latinLnBrk="0" hangingPunct="1">
              <a:lnSpc>
                <a:spcPct val="100000"/>
              </a:lnSpc>
              <a:spcBef>
                <a:spcPct val="0"/>
              </a:spcBef>
              <a:buNone/>
              <a:defRPr lang="en-US" sz="3200"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43912286"/>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24771"/>
            <a:ext cx="8193024" cy="313904"/>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5190325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97450"/>
            <a:ext cx="1366440" cy="298433"/>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28306"/>
            <a:ext cx="8193024" cy="313904"/>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7" y="2121639"/>
            <a:ext cx="3361943" cy="565027"/>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321794"/>
            <a:ext cx="7114222" cy="307777"/>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4170299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4184904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2" y="2582863"/>
            <a:ext cx="9630389" cy="1828800"/>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7" y="4436713"/>
            <a:ext cx="9602819" cy="753369"/>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solidFill>
                <a:schemeClr val="bg1"/>
              </a:solidFill>
            </a:endParaRPr>
          </a:p>
        </p:txBody>
      </p:sp>
    </p:spTree>
    <p:extLst>
      <p:ext uri="{BB962C8B-B14F-4D97-AF65-F5344CB8AC3E}">
        <p14:creationId xmlns:p14="http://schemas.microsoft.com/office/powerpoint/2010/main" val="14295811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900"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994525"/>
          </a:xfrm>
          <a:prstGeom prst="rect">
            <a:avLst/>
          </a:prstGeom>
        </p:spPr>
      </p:pic>
    </p:spTree>
    <p:extLst>
      <p:ext uri="{BB962C8B-B14F-4D97-AF65-F5344CB8AC3E}">
        <p14:creationId xmlns:p14="http://schemas.microsoft.com/office/powerpoint/2010/main" val="3353085547"/>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601150"/>
            <a:ext cx="5671978" cy="579222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76893"/>
            <a:ext cx="5148588" cy="5240740"/>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841850839"/>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82863"/>
            <a:ext cx="5428936" cy="1828800"/>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436713"/>
            <a:ext cx="5413394" cy="753369"/>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9945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2" y="0"/>
            <a:ext cx="6080099" cy="6994525"/>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76893"/>
            <a:ext cx="5148588" cy="5240740"/>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Tree>
    <p:extLst>
      <p:ext uri="{BB962C8B-B14F-4D97-AF65-F5344CB8AC3E}">
        <p14:creationId xmlns:p14="http://schemas.microsoft.com/office/powerpoint/2010/main" val="22696366"/>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73299382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9263"/>
            <a:ext cx="11341268" cy="655637"/>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104900"/>
            <a:ext cx="11341268" cy="408075"/>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426378941"/>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550528836"/>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1" y="1485900"/>
            <a:ext cx="11340811" cy="2092691"/>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783436"/>
            <a:ext cx="12192000" cy="76182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913226"/>
            <a:ext cx="11341268" cy="502246"/>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427754137"/>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85899"/>
            <a:ext cx="5543550" cy="3837711"/>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680105791"/>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43326"/>
            <a:ext cx="0" cy="229946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0"/>
            <a:ext cx="5394960" cy="2537388"/>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274103492"/>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9263"/>
            <a:ext cx="11341268" cy="69373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43326"/>
            <a:ext cx="0" cy="465405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85901"/>
            <a:ext cx="5394960" cy="4828883"/>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a:p>
            <a:pPr marL="672290" marR="0" lvl="3" indent="-280121" algn="l" defTabSz="914367" rtl="0" eaLnBrk="1" fontAlgn="auto" latinLnBrk="0" hangingPunct="1">
              <a:lnSpc>
                <a:spcPct val="100000"/>
              </a:lnSpc>
              <a:spcBef>
                <a:spcPts val="392"/>
              </a:spcBef>
              <a:spcAft>
                <a:spcPts val="588"/>
              </a:spcAft>
              <a:buClrTx/>
              <a:buSzPct val="100000"/>
              <a:buFont typeface="Arial" panose="020B0604020202020204" pitchFamily="34" charset="0"/>
              <a:buChar char="‒"/>
              <a:tabLst/>
              <a:defRPr/>
            </a:pPr>
            <a:r>
              <a:rPr lang="en-US"/>
              <a:t>Third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931915443"/>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85899"/>
            <a:ext cx="5543785"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1" y="1485899"/>
            <a:ext cx="5531577" cy="1738938"/>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3"/>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160897392"/>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85953"/>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72859"/>
            <a:ext cx="7695070" cy="1248809"/>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359765"/>
            <a:ext cx="7695070" cy="124880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197051885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1005327"/>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85983"/>
            <a:ext cx="7695070"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766638"/>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147293"/>
            <a:ext cx="7695070"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48392909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704884"/>
            <a:ext cx="7695070" cy="839022"/>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52182"/>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99480"/>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546778"/>
            <a:ext cx="7695070" cy="839022"/>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940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441377"/>
            <a:ext cx="7695070" cy="83902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73306853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9" y="47563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9" y="1240477"/>
            <a:ext cx="7695069" cy="689344"/>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9" y="2005322"/>
            <a:ext cx="7695069" cy="689344"/>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9" y="2770167"/>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9" y="3535012"/>
            <a:ext cx="7695069" cy="689344"/>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9" y="4299857"/>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9" y="5064702"/>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9" y="5829550"/>
            <a:ext cx="7695069"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68249369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2378075" cy="6994525"/>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150394"/>
            <a:ext cx="1959432" cy="69373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75632"/>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34664"/>
            <a:ext cx="3330574"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93695"/>
            <a:ext cx="3330574"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3052726"/>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911758"/>
            <a:ext cx="3330574"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770789"/>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629818"/>
            <a:ext cx="3330574"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1" y="475632"/>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1" y="1334664"/>
            <a:ext cx="3442157" cy="689344"/>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1" y="2193695"/>
            <a:ext cx="3442157" cy="689344"/>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1" y="3052726"/>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1" y="3911758"/>
            <a:ext cx="3442157" cy="689344"/>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1" y="4770789"/>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1" y="5629818"/>
            <a:ext cx="3442157" cy="68934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47875739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9"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4" y="4801944"/>
            <a:ext cx="365293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4" y="5114661"/>
            <a:ext cx="365293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5"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0"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0"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85899"/>
            <a:ext cx="3603442" cy="3162300"/>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8" y="1595268"/>
            <a:ext cx="3354191" cy="2943564"/>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4" y="4801944"/>
            <a:ext cx="3618381" cy="596416"/>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4" y="5114661"/>
            <a:ext cx="3618381" cy="973101"/>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1617012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76945"/>
            <a:ext cx="9697686" cy="181956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76945"/>
            <a:ext cx="9189910" cy="1819564"/>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7" y="2576945"/>
            <a:ext cx="2082603" cy="1819564"/>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530475"/>
            <a:ext cx="203874" cy="191250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833254"/>
            <a:ext cx="1281254" cy="1306946"/>
          </a:xfrm>
        </p:spPr>
        <p:txBody>
          <a:bodyPr anchor="ctr">
            <a:noAutofit/>
          </a:bodyPr>
          <a:lstStyle>
            <a:lvl1pPr algn="ctr">
              <a:defRPr/>
            </a:lvl1pPr>
          </a:lstStyle>
          <a:p>
            <a:endParaRPr lang="en-US" dirty="0"/>
          </a:p>
        </p:txBody>
      </p:sp>
    </p:spTree>
    <p:extLst>
      <p:ext uri="{BB962C8B-B14F-4D97-AF65-F5344CB8AC3E}">
        <p14:creationId xmlns:p14="http://schemas.microsoft.com/office/powerpoint/2010/main" val="2094522728"/>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901"/>
            <a:ext cx="5579310" cy="313904"/>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4" y="2204661"/>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523354"/>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4" y="3701119"/>
            <a:ext cx="5579311" cy="345294"/>
          </a:xfrm>
          <a:prstGeom prst="rect">
            <a:avLst/>
          </a:prstGeom>
        </p:spPr>
        <p:txBody>
          <a:bodyPr lIns="0" tIns="45720" rIns="0" bIns="45720"/>
          <a:lstStyle>
            <a:lvl1pPr marL="0" indent="0">
              <a:lnSpc>
                <a:spcPct val="100000"/>
              </a:lnSpc>
              <a:spcBef>
                <a:spcPts val="1200"/>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4007229"/>
            <a:ext cx="5579310" cy="73866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806932805"/>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85899"/>
            <a:ext cx="5579310" cy="376684"/>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314116"/>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12912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34771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16271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381307"/>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19631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414901"/>
            <a:ext cx="5579310"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91803963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5543516" cy="742950"/>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43525"/>
            <a:ext cx="5579310" cy="376684"/>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312456"/>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2746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34605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16105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379647"/>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194653"/>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413242"/>
            <a:ext cx="4575554" cy="596416"/>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3" y="-1"/>
            <a:ext cx="5973053" cy="6994526"/>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454599111"/>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9263"/>
            <a:ext cx="11354712"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1300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4015509"/>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31801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5368610"/>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9263"/>
            <a:ext cx="11354714" cy="742950"/>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85901"/>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8859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91280"/>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393972"/>
            <a:ext cx="5579310" cy="1151293"/>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85899"/>
            <a:ext cx="5543514" cy="5059364"/>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9" y="1595268"/>
            <a:ext cx="5303845" cy="4840626"/>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50479204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9263"/>
            <a:ext cx="11341268" cy="742950"/>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85902"/>
            <a:ext cx="5408119" cy="627807"/>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201864"/>
            <a:ext cx="5408118" cy="2385667"/>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5" y="151053"/>
            <a:ext cx="7747227" cy="6396601"/>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0" y="1306107"/>
            <a:ext cx="5834041" cy="4405313"/>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3568775586"/>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98241"/>
            <a:ext cx="10869930" cy="6396284"/>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36726"/>
            <a:ext cx="7660076" cy="439737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681688"/>
            <a:ext cx="4114800" cy="141256"/>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900" dirty="0"/>
          </a:p>
        </p:txBody>
      </p:sp>
    </p:spTree>
    <p:extLst>
      <p:ext uri="{BB962C8B-B14F-4D97-AF65-F5344CB8AC3E}">
        <p14:creationId xmlns:p14="http://schemas.microsoft.com/office/powerpoint/2010/main" val="2103888202"/>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7" y="1989615"/>
            <a:ext cx="361837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3" y="6065777"/>
            <a:ext cx="3618381" cy="313904"/>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3" y="1989615"/>
            <a:ext cx="3607487"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3"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3" y="1989615"/>
            <a:ext cx="3623051" cy="3605213"/>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4" y="6065777"/>
            <a:ext cx="3607487" cy="313904"/>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783264"/>
            <a:ext cx="3629278" cy="282513"/>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2571263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738799"/>
            <a:ext cx="11343820" cy="553998"/>
          </a:xfrm>
          <a:prstGeom prst="rect">
            <a:avLst/>
          </a:prstGeom>
        </p:spPr>
        <p:txBody>
          <a:bodyPr anchor="ctr" anchorCtr="0"/>
          <a:lstStyle>
            <a:lvl1pPr algn="ctr">
              <a:defRPr sz="2400"/>
            </a:lvl1pPr>
          </a:lstStyle>
          <a:p>
            <a:r>
              <a:rPr lang="en-US" dirty="0"/>
              <a:t>Click icon to add table</a:t>
            </a:r>
          </a:p>
        </p:txBody>
      </p:sp>
    </p:spTree>
    <p:extLst>
      <p:ext uri="{BB962C8B-B14F-4D97-AF65-F5344CB8AC3E}">
        <p14:creationId xmlns:p14="http://schemas.microsoft.com/office/powerpoint/2010/main" val="3477694736"/>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3040062"/>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87932"/>
            <a:ext cx="5435768"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9443575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2046546"/>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3735966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85899"/>
            <a:ext cx="11341268" cy="547870"/>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1" y="2033769"/>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0"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1" y="4002598"/>
            <a:ext cx="3650357" cy="1787314"/>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28944299"/>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72018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40063"/>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26721053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9908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610621"/>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796956548"/>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5424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975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7092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8209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207432880"/>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85899"/>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609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10204614"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9633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53168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56702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10204614"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439583576"/>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0" y="1485899"/>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2" y="22891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49182"/>
            <a:ext cx="10383899" cy="74295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2" y="315234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212465"/>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2" y="401550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75748"/>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2" y="487866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939031"/>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2" y="57418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0" y="5802313"/>
            <a:ext cx="10383899" cy="74295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948350239"/>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4" y="293234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81601"/>
            <a:ext cx="4393416" cy="129718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4" y="452804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677302"/>
            <a:ext cx="4393416" cy="129718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518643180"/>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85899"/>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4" y="24609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521391"/>
            <a:ext cx="4393416" cy="914400"/>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4" y="349633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556883"/>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4" y="453168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9237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4" y="556702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627865"/>
            <a:ext cx="4393416" cy="914400"/>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595946772"/>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5578933"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80516"/>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1" y="2680516"/>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1" y="1486335"/>
            <a:ext cx="5572801"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737413"/>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1" y="3737414"/>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94311"/>
            <a:ext cx="5562182"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1" y="4794311"/>
            <a:ext cx="5539341"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60302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65992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60302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65992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556370"/>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4" y="2680516"/>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3"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5" y="2680516"/>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86335"/>
            <a:ext cx="3629278" cy="1068456"/>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4" y="3737413"/>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3"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5" y="3737414"/>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4" y="4794311"/>
            <a:ext cx="3618381" cy="788126"/>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3"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5" y="4794311"/>
            <a:ext cx="3607487" cy="788126"/>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4" y="360302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4" y="4659923"/>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9263"/>
            <a:ext cx="11341268" cy="69373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60302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659923"/>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656017"/>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86336"/>
            <a:ext cx="3439206" cy="3507672"/>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Tree>
    <p:extLst>
      <p:ext uri="{BB962C8B-B14F-4D97-AF65-F5344CB8AC3E}">
        <p14:creationId xmlns:p14="http://schemas.microsoft.com/office/powerpoint/2010/main" val="322861389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406566"/>
            <a:ext cx="2138816" cy="2181394"/>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60745895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174025"/>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252869"/>
            <a:ext cx="8892608" cy="48878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46024894"/>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92079"/>
            <a:ext cx="2457386" cy="41036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6" y="6583737"/>
            <a:ext cx="3245085" cy="1384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597531993"/>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85902"/>
            <a:ext cx="11341268" cy="20068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345812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60439"/>
            <a:ext cx="7454643" cy="3629025"/>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388485341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40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9263"/>
            <a:ext cx="11341268" cy="69373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85901"/>
            <a:ext cx="11341268" cy="2542619"/>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653454231"/>
      </p:ext>
    </p:extLst>
  </p:cSld>
  <p:clrMap bg1="lt1" tx1="dk1" bg2="lt2" tx2="dk2" accent1="accent1" accent2="accent2" accent3="accent3" accent4="accent4" accent5="accent5" accent6="accent6" hlink="hlink" folHlink="folHlink"/>
  <p:sldLayoutIdLst>
    <p:sldLayoutId id="2147484968" r:id="rId1"/>
    <p:sldLayoutId id="2147484969" r:id="rId2"/>
    <p:sldLayoutId id="2147484970" r:id="rId3"/>
    <p:sldLayoutId id="2147484971" r:id="rId4"/>
    <p:sldLayoutId id="2147484972" r:id="rId5"/>
    <p:sldLayoutId id="2147484973" r:id="rId6"/>
    <p:sldLayoutId id="2147484974" r:id="rId7"/>
    <p:sldLayoutId id="2147484975" r:id="rId8"/>
    <p:sldLayoutId id="2147484976" r:id="rId9"/>
    <p:sldLayoutId id="2147484977" r:id="rId10"/>
    <p:sldLayoutId id="2147484978" r:id="rId11"/>
    <p:sldLayoutId id="2147484979" r:id="rId12"/>
    <p:sldLayoutId id="2147484980" r:id="rId13"/>
    <p:sldLayoutId id="2147484981" r:id="rId14"/>
    <p:sldLayoutId id="2147484982" r:id="rId15"/>
    <p:sldLayoutId id="2147484983" r:id="rId16"/>
    <p:sldLayoutId id="2147484984" r:id="rId17"/>
    <p:sldLayoutId id="2147484985" r:id="rId18"/>
    <p:sldLayoutId id="2147484986" r:id="rId19"/>
    <p:sldLayoutId id="2147484987" r:id="rId20"/>
    <p:sldLayoutId id="2147484988" r:id="rId21"/>
    <p:sldLayoutId id="2147484989" r:id="rId22"/>
    <p:sldLayoutId id="2147484990" r:id="rId23"/>
    <p:sldLayoutId id="2147484991" r:id="rId24"/>
    <p:sldLayoutId id="2147484992" r:id="rId25"/>
    <p:sldLayoutId id="2147484993" r:id="rId26"/>
    <p:sldLayoutId id="2147484994" r:id="rId27"/>
    <p:sldLayoutId id="2147484995" r:id="rId28"/>
    <p:sldLayoutId id="2147484996" r:id="rId29"/>
    <p:sldLayoutId id="2147484997" r:id="rId30"/>
    <p:sldLayoutId id="2147484998" r:id="rId31"/>
    <p:sldLayoutId id="2147484999" r:id="rId32"/>
    <p:sldLayoutId id="2147485000" r:id="rId33"/>
    <p:sldLayoutId id="2147485001" r:id="rId34"/>
    <p:sldLayoutId id="2147485002" r:id="rId35"/>
    <p:sldLayoutId id="2147485003" r:id="rId36"/>
    <p:sldLayoutId id="2147485004" r:id="rId37"/>
    <p:sldLayoutId id="2147485005" r:id="rId38"/>
    <p:sldLayoutId id="2147485006" r:id="rId39"/>
    <p:sldLayoutId id="2147485007" r:id="rId40"/>
    <p:sldLayoutId id="2147485008" r:id="rId41"/>
    <p:sldLayoutId id="2147485009" r:id="rId42"/>
    <p:sldLayoutId id="2147485010" r:id="rId43"/>
    <p:sldLayoutId id="2147485011" r:id="rId44"/>
    <p:sldLayoutId id="2147485012" r:id="rId45"/>
    <p:sldLayoutId id="2147485013" r:id="rId46"/>
    <p:sldLayoutId id="2147485014" r:id="rId47"/>
    <p:sldLayoutId id="2147485016" r:id="rId48"/>
    <p:sldLayoutId id="2147485017" r:id="rId49"/>
    <p:sldLayoutId id="2147485070" r:id="rId50"/>
    <p:sldLayoutId id="2147484914" r:id="rId51"/>
    <p:sldLayoutId id="2147484915" r:id="rId52"/>
    <p:sldLayoutId id="2147484916" r:id="rId53"/>
    <p:sldLayoutId id="2147484917" r:id="rId54"/>
    <p:sldLayoutId id="2147484919" r:id="rId55"/>
    <p:sldLayoutId id="2147484920" r:id="rId56"/>
    <p:sldLayoutId id="2147484921" r:id="rId57"/>
    <p:sldLayoutId id="2147484922" r:id="rId58"/>
    <p:sldLayoutId id="2147484923" r:id="rId59"/>
    <p:sldLayoutId id="2147484924" r:id="rId60"/>
    <p:sldLayoutId id="2147484925" r:id="rId61"/>
    <p:sldLayoutId id="2147484926" r:id="rId62"/>
    <p:sldLayoutId id="2147484927" r:id="rId63"/>
    <p:sldLayoutId id="2147484928" r:id="rId64"/>
    <p:sldLayoutId id="2147484929" r:id="rId65"/>
    <p:sldLayoutId id="2147484930" r:id="rId66"/>
    <p:sldLayoutId id="2147484931" r:id="rId67"/>
    <p:sldLayoutId id="2147484932" r:id="rId68"/>
    <p:sldLayoutId id="2147484933" r:id="rId69"/>
    <p:sldLayoutId id="2147484934" r:id="rId70"/>
    <p:sldLayoutId id="2147484935" r:id="rId71"/>
    <p:sldLayoutId id="2147484936" r:id="rId72"/>
    <p:sldLayoutId id="2147484937" r:id="rId73"/>
    <p:sldLayoutId id="2147484938" r:id="rId74"/>
    <p:sldLayoutId id="2147484939" r:id="rId75"/>
    <p:sldLayoutId id="2147484940" r:id="rId76"/>
    <p:sldLayoutId id="2147484941" r:id="rId77"/>
    <p:sldLayoutId id="2147484942" r:id="rId78"/>
    <p:sldLayoutId id="2147484943" r:id="rId79"/>
    <p:sldLayoutId id="2147484944" r:id="rId80"/>
    <p:sldLayoutId id="2147484945" r:id="rId81"/>
    <p:sldLayoutId id="2147484946" r:id="rId82"/>
    <p:sldLayoutId id="2147484947" r:id="rId83"/>
    <p:sldLayoutId id="2147484948" r:id="rId84"/>
    <p:sldLayoutId id="2147484949" r:id="rId85"/>
    <p:sldLayoutId id="2147484950" r:id="rId86"/>
    <p:sldLayoutId id="2147484951" r:id="rId87"/>
    <p:sldLayoutId id="2147484952" r:id="rId88"/>
    <p:sldLayoutId id="2147484953" r:id="rId89"/>
    <p:sldLayoutId id="2147484954" r:id="rId90"/>
    <p:sldLayoutId id="2147484955" r:id="rId91"/>
    <p:sldLayoutId id="2147484956" r:id="rId92"/>
    <p:sldLayoutId id="2147484957" r:id="rId93"/>
    <p:sldLayoutId id="2147484958" r:id="rId94"/>
    <p:sldLayoutId id="2147484959" r:id="rId95"/>
    <p:sldLayoutId id="2147484960" r:id="rId96"/>
    <p:sldLayoutId id="2147484961" r:id="rId97"/>
    <p:sldLayoutId id="2147484962" r:id="rId98"/>
    <p:sldLayoutId id="2147484963" r:id="rId99"/>
    <p:sldLayoutId id="2147484964" r:id="rId100"/>
    <p:sldLayoutId id="2147484965" r:id="rId101"/>
    <p:sldLayoutId id="2147484966" r:id="rId102"/>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9263"/>
            <a:ext cx="11341268" cy="69373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85901"/>
            <a:ext cx="11341268" cy="2542619"/>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674623740"/>
      </p:ext>
    </p:extLst>
  </p:cSld>
  <p:clrMap bg1="lt1" tx1="dk1" bg2="lt2" tx2="dk2" accent1="accent1" accent2="accent2" accent3="accent3" accent4="accent4" accent5="accent5" accent6="accent6" hlink="hlink" folHlink="folHlink"/>
  <p:sldLayoutIdLst>
    <p:sldLayoutId id="2147485020" r:id="rId1"/>
    <p:sldLayoutId id="2147485021" r:id="rId2"/>
    <p:sldLayoutId id="2147485022" r:id="rId3"/>
    <p:sldLayoutId id="2147485023" r:id="rId4"/>
    <p:sldLayoutId id="2147485024" r:id="rId5"/>
    <p:sldLayoutId id="2147485025" r:id="rId6"/>
    <p:sldLayoutId id="2147485026" r:id="rId7"/>
    <p:sldLayoutId id="2147485027" r:id="rId8"/>
    <p:sldLayoutId id="2147485028" r:id="rId9"/>
    <p:sldLayoutId id="2147485029" r:id="rId10"/>
    <p:sldLayoutId id="2147485030" r:id="rId11"/>
    <p:sldLayoutId id="2147485031" r:id="rId12"/>
    <p:sldLayoutId id="2147485032" r:id="rId13"/>
    <p:sldLayoutId id="2147485033" r:id="rId14"/>
    <p:sldLayoutId id="2147485034" r:id="rId15"/>
    <p:sldLayoutId id="2147485035" r:id="rId16"/>
    <p:sldLayoutId id="2147485036" r:id="rId17"/>
    <p:sldLayoutId id="2147485037" r:id="rId18"/>
    <p:sldLayoutId id="2147485038" r:id="rId19"/>
    <p:sldLayoutId id="2147485039" r:id="rId20"/>
    <p:sldLayoutId id="2147485040" r:id="rId21"/>
    <p:sldLayoutId id="2147485041" r:id="rId22"/>
    <p:sldLayoutId id="2147485042" r:id="rId23"/>
    <p:sldLayoutId id="2147485043" r:id="rId24"/>
    <p:sldLayoutId id="2147485044" r:id="rId25"/>
    <p:sldLayoutId id="2147485045" r:id="rId26"/>
    <p:sldLayoutId id="2147485046" r:id="rId27"/>
    <p:sldLayoutId id="2147485047" r:id="rId28"/>
    <p:sldLayoutId id="2147485048" r:id="rId29"/>
    <p:sldLayoutId id="2147485049" r:id="rId30"/>
    <p:sldLayoutId id="2147485050" r:id="rId31"/>
    <p:sldLayoutId id="2147485051" r:id="rId32"/>
    <p:sldLayoutId id="2147485052" r:id="rId33"/>
    <p:sldLayoutId id="2147485053" r:id="rId34"/>
    <p:sldLayoutId id="2147485054" r:id="rId35"/>
    <p:sldLayoutId id="2147485055" r:id="rId36"/>
    <p:sldLayoutId id="2147485056" r:id="rId37"/>
    <p:sldLayoutId id="2147485057" r:id="rId38"/>
    <p:sldLayoutId id="2147485058" r:id="rId39"/>
    <p:sldLayoutId id="2147485059" r:id="rId40"/>
    <p:sldLayoutId id="2147485060" r:id="rId41"/>
    <p:sldLayoutId id="2147485061" r:id="rId42"/>
    <p:sldLayoutId id="2147485062" r:id="rId43"/>
    <p:sldLayoutId id="2147485063" r:id="rId44"/>
    <p:sldLayoutId id="2147485064" r:id="rId45"/>
    <p:sldLayoutId id="2147485065" r:id="rId46"/>
    <p:sldLayoutId id="2147485066" r:id="rId47"/>
    <p:sldLayoutId id="2147485068" r:id="rId48"/>
    <p:sldLayoutId id="2147485069" r:id="rId49"/>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2A31-BB19-9689-8332-8741C4E8B3CB}"/>
              </a:ext>
            </a:extLst>
          </p:cNvPr>
          <p:cNvSpPr>
            <a:spLocks noGrp="1"/>
          </p:cNvSpPr>
          <p:nvPr>
            <p:ph type="title"/>
          </p:nvPr>
        </p:nvSpPr>
        <p:spPr/>
        <p:txBody>
          <a:bodyPr/>
          <a:lstStyle/>
          <a:p>
            <a:r>
              <a:rPr lang="en-GB"/>
              <a:t>Windows Server 2025</a:t>
            </a:r>
          </a:p>
        </p:txBody>
      </p:sp>
      <p:sp>
        <p:nvSpPr>
          <p:cNvPr id="3" name="Text Placeholder 2">
            <a:extLst>
              <a:ext uri="{FF2B5EF4-FFF2-40B4-BE49-F238E27FC236}">
                <a16:creationId xmlns:a16="http://schemas.microsoft.com/office/drawing/2014/main" id="{43255495-4B2C-8C96-8DF7-142F3F477CEA}"/>
              </a:ext>
            </a:extLst>
          </p:cNvPr>
          <p:cNvSpPr>
            <a:spLocks noGrp="1"/>
          </p:cNvSpPr>
          <p:nvPr>
            <p:ph type="body" sz="quarter" idx="15"/>
          </p:nvPr>
        </p:nvSpPr>
        <p:spPr/>
        <p:txBody>
          <a:bodyPr/>
          <a:lstStyle/>
          <a:p>
            <a:r>
              <a:rPr lang="en-GB"/>
              <a:t>Course introduction | Foundations, administration, security, hybrid management, and hands-on labs</a:t>
            </a:r>
          </a:p>
        </p:txBody>
      </p:sp>
    </p:spTree>
    <p:extLst>
      <p:ext uri="{BB962C8B-B14F-4D97-AF65-F5344CB8AC3E}">
        <p14:creationId xmlns:p14="http://schemas.microsoft.com/office/powerpoint/2010/main" val="1404252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051EF-5A62-8E79-0F6D-48C55AF68345}"/>
              </a:ext>
            </a:extLst>
          </p:cNvPr>
          <p:cNvSpPr>
            <a:spLocks noGrp="1"/>
          </p:cNvSpPr>
          <p:nvPr>
            <p:ph type="title"/>
          </p:nvPr>
        </p:nvSpPr>
        <p:spPr/>
        <p:txBody>
          <a:bodyPr/>
          <a:lstStyle/>
          <a:p>
            <a:r>
              <a:rPr lang="en-GB"/>
              <a:t>Course flow</a:t>
            </a:r>
          </a:p>
        </p:txBody>
      </p:sp>
      <p:sp>
        <p:nvSpPr>
          <p:cNvPr id="3" name="Text Placeholder 2">
            <a:extLst>
              <a:ext uri="{FF2B5EF4-FFF2-40B4-BE49-F238E27FC236}">
                <a16:creationId xmlns:a16="http://schemas.microsoft.com/office/drawing/2014/main" id="{449F9B7E-E102-9475-1A53-0A3B31D8118B}"/>
              </a:ext>
            </a:extLst>
          </p:cNvPr>
          <p:cNvSpPr>
            <a:spLocks noGrp="1"/>
          </p:cNvSpPr>
          <p:nvPr>
            <p:ph type="body" sz="quarter" idx="11"/>
          </p:nvPr>
        </p:nvSpPr>
        <p:spPr/>
        <p:txBody>
          <a:bodyPr/>
          <a:lstStyle/>
          <a:p>
            <a:r>
              <a:rPr lang="en-GB" b="1" dirty="0"/>
              <a:t>01  FOUNDATIONS</a:t>
            </a:r>
          </a:p>
          <a:p>
            <a:r>
              <a:rPr lang="en-GB" dirty="0"/>
              <a:t>Chapters 1-4: platform concepts, management methods, Git, and command-line administration</a:t>
            </a:r>
          </a:p>
        </p:txBody>
      </p:sp>
      <p:sp>
        <p:nvSpPr>
          <p:cNvPr id="4" name="Text Placeholder 3">
            <a:extLst>
              <a:ext uri="{FF2B5EF4-FFF2-40B4-BE49-F238E27FC236}">
                <a16:creationId xmlns:a16="http://schemas.microsoft.com/office/drawing/2014/main" id="{CA5A7619-D392-E3F0-FFFD-4059193A2109}"/>
              </a:ext>
            </a:extLst>
          </p:cNvPr>
          <p:cNvSpPr>
            <a:spLocks noGrp="1"/>
          </p:cNvSpPr>
          <p:nvPr>
            <p:ph type="body" sz="quarter" idx="15"/>
          </p:nvPr>
        </p:nvSpPr>
        <p:spPr/>
        <p:txBody>
          <a:bodyPr/>
          <a:lstStyle/>
          <a:p>
            <a:r>
              <a:rPr lang="en-GB" b="1" dirty="0"/>
              <a:t>02  CORE ADMINISTRATION</a:t>
            </a:r>
          </a:p>
          <a:p>
            <a:r>
              <a:rPr lang="en-GB" dirty="0"/>
              <a:t>Chapters 5-8: daily operations, setup, identity, and local storage</a:t>
            </a:r>
          </a:p>
        </p:txBody>
      </p:sp>
      <p:sp>
        <p:nvSpPr>
          <p:cNvPr id="5" name="Text Placeholder 4">
            <a:extLst>
              <a:ext uri="{FF2B5EF4-FFF2-40B4-BE49-F238E27FC236}">
                <a16:creationId xmlns:a16="http://schemas.microsoft.com/office/drawing/2014/main" id="{BB02524D-7FF8-7ABA-5C4B-94D0A5BBEE9C}"/>
              </a:ext>
            </a:extLst>
          </p:cNvPr>
          <p:cNvSpPr>
            <a:spLocks noGrp="1"/>
          </p:cNvSpPr>
          <p:nvPr>
            <p:ph type="body" sz="quarter" idx="17"/>
          </p:nvPr>
        </p:nvSpPr>
        <p:spPr/>
        <p:txBody>
          <a:bodyPr/>
          <a:lstStyle/>
          <a:p>
            <a:r>
              <a:rPr lang="en-GB" b="1" dirty="0"/>
              <a:t>03  SECURE OPERATIONS</a:t>
            </a:r>
          </a:p>
          <a:p>
            <a:r>
              <a:rPr lang="en-GB" dirty="0"/>
              <a:t>Chapters 9-12: trust, file access, monitoring, and licensing</a:t>
            </a:r>
          </a:p>
        </p:txBody>
      </p:sp>
      <p:sp>
        <p:nvSpPr>
          <p:cNvPr id="6" name="Text Placeholder 5">
            <a:extLst>
              <a:ext uri="{FF2B5EF4-FFF2-40B4-BE49-F238E27FC236}">
                <a16:creationId xmlns:a16="http://schemas.microsoft.com/office/drawing/2014/main" id="{8332FD99-5936-8B43-FDE8-958D1C62E562}"/>
              </a:ext>
            </a:extLst>
          </p:cNvPr>
          <p:cNvSpPr>
            <a:spLocks noGrp="1"/>
          </p:cNvSpPr>
          <p:nvPr>
            <p:ph type="body" sz="quarter" idx="21"/>
          </p:nvPr>
        </p:nvSpPr>
        <p:spPr/>
        <p:txBody>
          <a:bodyPr/>
          <a:lstStyle/>
          <a:p>
            <a:r>
              <a:rPr lang="en-GB" b="1" dirty="0"/>
              <a:t>04  HYBRID AND PLATFORM</a:t>
            </a:r>
          </a:p>
          <a:p>
            <a:r>
              <a:rPr lang="en-GB" dirty="0"/>
              <a:t>Chapters 13-17: Azure Arc, </a:t>
            </a:r>
            <a:r>
              <a:rPr lang="en-GB" dirty="0" err="1"/>
              <a:t>Hotpatch</a:t>
            </a:r>
            <a:r>
              <a:rPr lang="en-GB" dirty="0"/>
              <a:t>, Hyper-V, LAPS, and networking</a:t>
            </a:r>
          </a:p>
        </p:txBody>
      </p:sp>
    </p:spTree>
    <p:extLst>
      <p:ext uri="{BB962C8B-B14F-4D97-AF65-F5344CB8AC3E}">
        <p14:creationId xmlns:p14="http://schemas.microsoft.com/office/powerpoint/2010/main" val="27372061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5D471EC-DAAA-7DF1-4505-372C9F0227D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2192000" cy="2901244"/>
          </a:xfrm>
          <a:prstGeom prst="rect">
            <a:avLst/>
          </a:prstGeom>
        </p:spPr>
      </p:pic>
      <p:pic>
        <p:nvPicPr>
          <p:cNvPr id="13" name="Picture 12">
            <a:extLst>
              <a:ext uri="{FF2B5EF4-FFF2-40B4-BE49-F238E27FC236}">
                <a16:creationId xmlns:a16="http://schemas.microsoft.com/office/drawing/2014/main" id="{B6DCBD46-194C-398D-5FE4-23A51F30F11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41734" y="3497262"/>
            <a:ext cx="3403600" cy="3164616"/>
          </a:xfrm>
          <a:prstGeom prst="rect">
            <a:avLst/>
          </a:prstGeom>
        </p:spPr>
      </p:pic>
      <p:sp>
        <p:nvSpPr>
          <p:cNvPr id="14" name="TextBox 13">
            <a:extLst>
              <a:ext uri="{FF2B5EF4-FFF2-40B4-BE49-F238E27FC236}">
                <a16:creationId xmlns:a16="http://schemas.microsoft.com/office/drawing/2014/main" id="{CE6939D6-0C72-D621-1D78-5ED2ADB0577B}"/>
              </a:ext>
            </a:extLst>
          </p:cNvPr>
          <p:cNvSpPr txBox="1"/>
          <p:nvPr/>
        </p:nvSpPr>
        <p:spPr>
          <a:xfrm>
            <a:off x="417689" y="3620006"/>
            <a:ext cx="6699956" cy="1938992"/>
          </a:xfrm>
          <a:prstGeom prst="rect">
            <a:avLst/>
          </a:prstGeom>
          <a:noFill/>
        </p:spPr>
        <p:txBody>
          <a:bodyPr vert="horz" wrap="square" lIns="0" tIns="146304" rIns="0" bIns="146304" rtlCol="0">
            <a:spAutoFit/>
          </a:bodyPr>
          <a:lstStyle/>
          <a:p>
            <a:pPr>
              <a:lnSpc>
                <a:spcPct val="90000"/>
              </a:lnSpc>
              <a:spcAft>
                <a:spcPts val="600"/>
              </a:spcAft>
            </a:pPr>
            <a:endParaRPr lang="en-GB" dirty="0">
              <a:gradFill>
                <a:gsLst>
                  <a:gs pos="2917">
                    <a:schemeClr val="tx1"/>
                  </a:gs>
                  <a:gs pos="30000">
                    <a:schemeClr val="tx1"/>
                  </a:gs>
                </a:gsLst>
                <a:lin ang="5400000" scaled="0"/>
              </a:gradFill>
              <a:latin typeface="Segoe UI" panose="020B0502040204020203" pitchFamily="34" charset="0"/>
            </a:endParaRPr>
          </a:p>
          <a:p>
            <a:pPr>
              <a:lnSpc>
                <a:spcPct val="90000"/>
              </a:lnSpc>
              <a:spcAft>
                <a:spcPts val="600"/>
              </a:spcAft>
            </a:pPr>
            <a:r>
              <a:rPr lang="en-GB" sz="2800" dirty="0">
                <a:gradFill>
                  <a:gsLst>
                    <a:gs pos="2917">
                      <a:schemeClr val="tx1"/>
                    </a:gs>
                    <a:gs pos="30000">
                      <a:schemeClr val="tx1"/>
                    </a:gs>
                  </a:gsLst>
                  <a:lin ang="5400000" scaled="0"/>
                </a:gradFill>
                <a:latin typeface="Segoe UI" panose="020B0502040204020203" pitchFamily="34" charset="0"/>
              </a:rPr>
              <a:t>YouTube: youtube.com/@mwcloud</a:t>
            </a:r>
          </a:p>
          <a:p>
            <a:pPr>
              <a:lnSpc>
                <a:spcPct val="90000"/>
              </a:lnSpc>
              <a:spcAft>
                <a:spcPts val="600"/>
              </a:spcAft>
            </a:pPr>
            <a:r>
              <a:rPr lang="en-GB" sz="2800" dirty="0">
                <a:gradFill>
                  <a:gsLst>
                    <a:gs pos="2917">
                      <a:schemeClr val="tx1"/>
                    </a:gs>
                    <a:gs pos="30000">
                      <a:schemeClr val="tx1"/>
                    </a:gs>
                  </a:gsLst>
                  <a:lin ang="5400000" scaled="0"/>
                </a:gradFill>
                <a:latin typeface="Segoe UI" panose="020B0502040204020203" pitchFamily="34" charset="0"/>
              </a:rPr>
              <a:t>GitHub: github.com/kramit</a:t>
            </a:r>
          </a:p>
          <a:p>
            <a:pPr>
              <a:lnSpc>
                <a:spcPct val="90000"/>
              </a:lnSpc>
              <a:spcAft>
                <a:spcPts val="600"/>
              </a:spcAft>
            </a:pPr>
            <a:r>
              <a:rPr lang="en-GB" sz="2800" dirty="0">
                <a:gradFill>
                  <a:gsLst>
                    <a:gs pos="2917">
                      <a:schemeClr val="tx1"/>
                    </a:gs>
                    <a:gs pos="30000">
                      <a:schemeClr val="tx1"/>
                    </a:gs>
                  </a:gsLst>
                  <a:lin ang="5400000" scaled="0"/>
                </a:gradFill>
                <a:latin typeface="Segoe UI" panose="020B0502040204020203" pitchFamily="34" charset="0"/>
              </a:rPr>
              <a:t>Email: mike@michaelwhitehouse.com</a:t>
            </a:r>
          </a:p>
        </p:txBody>
      </p:sp>
    </p:spTree>
    <p:extLst>
      <p:ext uri="{BB962C8B-B14F-4D97-AF65-F5344CB8AC3E}">
        <p14:creationId xmlns:p14="http://schemas.microsoft.com/office/powerpoint/2010/main" val="7343200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78C65-4627-0CE1-52A0-9DB5EBD4C6C4}"/>
              </a:ext>
            </a:extLst>
          </p:cNvPr>
          <p:cNvSpPr>
            <a:spLocks noGrp="1"/>
          </p:cNvSpPr>
          <p:nvPr>
            <p:ph type="title"/>
          </p:nvPr>
        </p:nvSpPr>
        <p:spPr/>
        <p:txBody>
          <a:bodyPr/>
          <a:lstStyle/>
          <a:p>
            <a:r>
              <a:rPr lang="en-GB"/>
              <a:t>Prepare for the hands-on labs</a:t>
            </a:r>
          </a:p>
        </p:txBody>
      </p:sp>
      <p:sp>
        <p:nvSpPr>
          <p:cNvPr id="3" name="Text Placeholder 2">
            <a:extLst>
              <a:ext uri="{FF2B5EF4-FFF2-40B4-BE49-F238E27FC236}">
                <a16:creationId xmlns:a16="http://schemas.microsoft.com/office/drawing/2014/main" id="{FD6A649F-D6E4-C475-15EE-1EEBEB4EBDEE}"/>
              </a:ext>
            </a:extLst>
          </p:cNvPr>
          <p:cNvSpPr>
            <a:spLocks noGrp="1"/>
          </p:cNvSpPr>
          <p:nvPr>
            <p:ph type="body" sz="quarter" idx="17"/>
          </p:nvPr>
        </p:nvSpPr>
        <p:spPr>
          <a:xfrm>
            <a:off x="4356039" y="1964823"/>
            <a:ext cx="5364224" cy="430887"/>
          </a:xfrm>
        </p:spPr>
        <p:txBody>
          <a:bodyPr/>
          <a:lstStyle/>
          <a:p>
            <a:r>
              <a:rPr lang="en-GB"/>
              <a:t>Open the GoDeploy learning platform</a:t>
            </a:r>
          </a:p>
        </p:txBody>
      </p:sp>
      <p:sp>
        <p:nvSpPr>
          <p:cNvPr id="4" name="Text Placeholder 3">
            <a:extLst>
              <a:ext uri="{FF2B5EF4-FFF2-40B4-BE49-F238E27FC236}">
                <a16:creationId xmlns:a16="http://schemas.microsoft.com/office/drawing/2014/main" id="{DD2D50D1-E99C-F063-BCEC-74770A1FF5ED}"/>
              </a:ext>
            </a:extLst>
          </p:cNvPr>
          <p:cNvSpPr>
            <a:spLocks noGrp="1"/>
          </p:cNvSpPr>
          <p:nvPr>
            <p:ph type="body" sz="quarter" idx="35"/>
          </p:nvPr>
        </p:nvSpPr>
        <p:spPr>
          <a:xfrm>
            <a:off x="4358230" y="2629424"/>
            <a:ext cx="5361973" cy="1633011"/>
          </a:xfrm>
        </p:spPr>
        <p:txBody>
          <a:bodyPr/>
          <a:lstStyle/>
          <a:p>
            <a:r>
              <a:rPr lang="en-GB" dirty="0"/>
              <a:t>https://lms.godeploy.it</a:t>
            </a:r>
          </a:p>
          <a:p>
            <a:endParaRPr lang="en-GB" dirty="0"/>
          </a:p>
          <a:p>
            <a:r>
              <a:rPr lang="en-GB" dirty="0"/>
              <a:t>Sign in with the access details supplied for the course.</a:t>
            </a:r>
          </a:p>
        </p:txBody>
      </p:sp>
      <p:sp>
        <p:nvSpPr>
          <p:cNvPr id="5" name="Text Placeholder 4">
            <a:extLst>
              <a:ext uri="{FF2B5EF4-FFF2-40B4-BE49-F238E27FC236}">
                <a16:creationId xmlns:a16="http://schemas.microsoft.com/office/drawing/2014/main" id="{4569D560-9D64-7524-FA80-2D99D6352615}"/>
              </a:ext>
            </a:extLst>
          </p:cNvPr>
          <p:cNvSpPr>
            <a:spLocks noGrp="1"/>
          </p:cNvSpPr>
          <p:nvPr>
            <p:ph type="body" sz="quarter" idx="34"/>
          </p:nvPr>
        </p:nvSpPr>
        <p:spPr>
          <a:xfrm>
            <a:off x="588263" y="2592725"/>
            <a:ext cx="2027938" cy="1661993"/>
          </a:xfrm>
        </p:spPr>
        <p:txBody>
          <a:bodyPr/>
          <a:lstStyle/>
          <a:p>
            <a:r>
              <a:rPr lang="en-GB" dirty="0"/>
              <a:t>Launch the assigned lab, follow the guide one change at a time, and validate the stated result before moving on.</a:t>
            </a:r>
          </a:p>
        </p:txBody>
      </p:sp>
    </p:spTree>
    <p:extLst>
      <p:ext uri="{BB962C8B-B14F-4D97-AF65-F5344CB8AC3E}">
        <p14:creationId xmlns:p14="http://schemas.microsoft.com/office/powerpoint/2010/main" val="306999857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9BF4-A4A1-8738-4CF1-D568C9A260CE}"/>
              </a:ext>
            </a:extLst>
          </p:cNvPr>
          <p:cNvSpPr>
            <a:spLocks noGrp="1"/>
          </p:cNvSpPr>
          <p:nvPr>
            <p:ph type="title"/>
          </p:nvPr>
        </p:nvSpPr>
        <p:spPr/>
        <p:txBody>
          <a:bodyPr wrap="square" lIns="0" tIns="0" rIns="0" bIns="0" anchor="ctr">
            <a:noAutofit/>
          </a:bodyPr>
          <a:lstStyle/>
          <a:p>
            <a:r>
              <a:rPr lang="en-GB" sz="2400">
                <a:solidFill>
                  <a:srgbClr val="FFFFFF"/>
                </a:solidFill>
                <a:latin typeface="Segoe UI" panose="020B0502040204020203" pitchFamily="34" charset="0"/>
              </a:rPr>
              <a:t>Chapter 1: Introduction to Windows Server</a:t>
            </a:r>
          </a:p>
        </p:txBody>
      </p:sp>
      <p:sp>
        <p:nvSpPr>
          <p:cNvPr id="3" name="Text Placeholder 2">
            <a:extLst>
              <a:ext uri="{FF2B5EF4-FFF2-40B4-BE49-F238E27FC236}">
                <a16:creationId xmlns:a16="http://schemas.microsoft.com/office/drawing/2014/main" id="{E1337D90-3E1D-3EF4-817F-EA39E7A188B4}"/>
              </a:ext>
            </a:extLst>
          </p:cNvPr>
          <p:cNvSpPr>
            <a:spLocks noGrp="1"/>
          </p:cNvSpPr>
          <p:nvPr>
            <p:ph type="body" sz="quarter" idx="4294967295"/>
          </p:nvPr>
        </p:nvSpPr>
        <p:spPr>
          <a:xfrm>
            <a:off x="3718454" y="171802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Applications</a:t>
            </a:r>
          </a:p>
        </p:txBody>
      </p:sp>
      <p:sp>
        <p:nvSpPr>
          <p:cNvPr id="4" name="Text Placeholder 3">
            <a:extLst>
              <a:ext uri="{FF2B5EF4-FFF2-40B4-BE49-F238E27FC236}">
                <a16:creationId xmlns:a16="http://schemas.microsoft.com/office/drawing/2014/main" id="{A2AAFEB6-3E9D-C832-4E69-7520A985884E}"/>
              </a:ext>
            </a:extLst>
          </p:cNvPr>
          <p:cNvSpPr>
            <a:spLocks noGrp="1"/>
          </p:cNvSpPr>
          <p:nvPr>
            <p:ph type="body" sz="quarter" idx="4294967295"/>
          </p:nvPr>
        </p:nvSpPr>
        <p:spPr>
          <a:xfrm>
            <a:off x="3718454" y="2481616"/>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Security concepts</a:t>
            </a:r>
          </a:p>
        </p:txBody>
      </p:sp>
      <p:sp>
        <p:nvSpPr>
          <p:cNvPr id="5" name="Text Placeholder 4">
            <a:extLst>
              <a:ext uri="{FF2B5EF4-FFF2-40B4-BE49-F238E27FC236}">
                <a16:creationId xmlns:a16="http://schemas.microsoft.com/office/drawing/2014/main" id="{14374F4C-632C-BABF-F452-5C256AE26C62}"/>
              </a:ext>
            </a:extLst>
          </p:cNvPr>
          <p:cNvSpPr>
            <a:spLocks noGrp="1"/>
          </p:cNvSpPr>
          <p:nvPr>
            <p:ph type="body" sz="quarter" idx="4294967295"/>
          </p:nvPr>
        </p:nvSpPr>
        <p:spPr>
          <a:xfrm>
            <a:off x="3718454" y="3246791"/>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Services</a:t>
            </a:r>
          </a:p>
        </p:txBody>
      </p:sp>
      <p:sp>
        <p:nvSpPr>
          <p:cNvPr id="6" name="Text Placeholder 5">
            <a:extLst>
              <a:ext uri="{FF2B5EF4-FFF2-40B4-BE49-F238E27FC236}">
                <a16:creationId xmlns:a16="http://schemas.microsoft.com/office/drawing/2014/main" id="{A719D9D5-E16C-587C-4D63-9247102B1E91}"/>
              </a:ext>
            </a:extLst>
          </p:cNvPr>
          <p:cNvSpPr>
            <a:spLocks noGrp="1"/>
          </p:cNvSpPr>
          <p:nvPr>
            <p:ph type="body" sz="quarter" idx="4294967295"/>
          </p:nvPr>
        </p:nvSpPr>
        <p:spPr>
          <a:xfrm>
            <a:off x="3718454" y="4011922"/>
            <a:ext cx="7694612" cy="688975"/>
          </a:xfrm>
        </p:spPr>
        <p:txBody>
          <a:bodyPr wrap="square" lIns="0" tIns="0" rIns="0" bIns="0" anchor="ctr">
            <a:noAutofit/>
          </a:bodyPr>
          <a:lstStyle/>
          <a:p>
            <a:r>
              <a:rPr lang="en-GB" sz="2400" dirty="0">
                <a:solidFill>
                  <a:srgbClr val="0076D4"/>
                </a:solidFill>
                <a:latin typeface="Segoe UI Semibold" panose="020B0702040204020203" pitchFamily="34" charset="0"/>
              </a:rPr>
              <a:t>04</a:t>
            </a:r>
            <a:r>
              <a:rPr lang="en-GB" sz="2400" dirty="0">
                <a:latin typeface="Segoe UI" panose="020B0502040204020203" pitchFamily="34" charset="0"/>
              </a:rPr>
              <a:t>  Windows Server architecture</a:t>
            </a:r>
          </a:p>
        </p:txBody>
      </p:sp>
      <p:cxnSp>
        <p:nvCxnSpPr>
          <p:cNvPr id="11" name="Straight Connector 10">
            <a:extLst>
              <a:ext uri="{FF2B5EF4-FFF2-40B4-BE49-F238E27FC236}">
                <a16:creationId xmlns:a16="http://schemas.microsoft.com/office/drawing/2014/main" id="{FB701B91-5925-791A-F0CA-A55D89DBE76F}"/>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5302BB6C-7AF3-3810-92CE-82B1E5A8EAA1}"/>
              </a:ext>
            </a:extLst>
          </p:cNvPr>
          <p:cNvSpPr txBox="1"/>
          <p:nvPr/>
        </p:nvSpPr>
        <p:spPr>
          <a:xfrm>
            <a:off x="4076700" y="6591300"/>
            <a:ext cx="9873793"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 Exploring the Windows Server interface and basic configuration</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1740382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A8BB-2982-656F-D65C-A4C227E36F93}"/>
              </a:ext>
            </a:extLst>
          </p:cNvPr>
          <p:cNvSpPr>
            <a:spLocks noGrp="1"/>
          </p:cNvSpPr>
          <p:nvPr>
            <p:ph type="title"/>
          </p:nvPr>
        </p:nvSpPr>
        <p:spPr>
          <a:xfrm>
            <a:off x="418643" y="2158999"/>
            <a:ext cx="1959432" cy="2667000"/>
          </a:xfrm>
        </p:spPr>
        <p:txBody>
          <a:bodyPr wrap="square" lIns="0" tIns="0" rIns="0" bIns="0" anchor="ctr">
            <a:noAutofit/>
          </a:bodyPr>
          <a:lstStyle/>
          <a:p>
            <a:r>
              <a:rPr lang="en-GB" sz="2200">
                <a:solidFill>
                  <a:srgbClr val="FFFFFF"/>
                </a:solidFill>
                <a:latin typeface="Segoe UI" panose="020B0502040204020203" pitchFamily="34" charset="0"/>
              </a:rPr>
              <a:t>Chapter 2: Methods and Tools for Administration</a:t>
            </a:r>
          </a:p>
        </p:txBody>
      </p:sp>
      <p:sp>
        <p:nvSpPr>
          <p:cNvPr id="3" name="Text Placeholder 2">
            <a:extLst>
              <a:ext uri="{FF2B5EF4-FFF2-40B4-BE49-F238E27FC236}">
                <a16:creationId xmlns:a16="http://schemas.microsoft.com/office/drawing/2014/main" id="{AE0EA5AE-231F-F1D4-CED1-8A1B2A93E408}"/>
              </a:ext>
            </a:extLst>
          </p:cNvPr>
          <p:cNvSpPr>
            <a:spLocks noGrp="1"/>
          </p:cNvSpPr>
          <p:nvPr>
            <p:ph type="body" sz="quarter" idx="11"/>
          </p:nvPr>
        </p:nvSpPr>
        <p:spPr>
          <a:xfrm>
            <a:off x="3400955" y="2158999"/>
            <a:ext cx="7695069" cy="689344"/>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Management tools</a:t>
            </a:r>
          </a:p>
        </p:txBody>
      </p:sp>
      <p:sp>
        <p:nvSpPr>
          <p:cNvPr id="4" name="Text Placeholder 3">
            <a:extLst>
              <a:ext uri="{FF2B5EF4-FFF2-40B4-BE49-F238E27FC236}">
                <a16:creationId xmlns:a16="http://schemas.microsoft.com/office/drawing/2014/main" id="{0B8962DC-2A62-AED0-10AE-64C83312A90B}"/>
              </a:ext>
            </a:extLst>
          </p:cNvPr>
          <p:cNvSpPr>
            <a:spLocks noGrp="1"/>
          </p:cNvSpPr>
          <p:nvPr>
            <p:ph type="body" sz="quarter" idx="15"/>
          </p:nvPr>
        </p:nvSpPr>
        <p:spPr>
          <a:xfrm>
            <a:off x="3400955" y="2923844"/>
            <a:ext cx="7695069" cy="689344"/>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Local and remote administration</a:t>
            </a:r>
          </a:p>
        </p:txBody>
      </p:sp>
      <p:sp>
        <p:nvSpPr>
          <p:cNvPr id="5" name="Text Placeholder 4">
            <a:extLst>
              <a:ext uri="{FF2B5EF4-FFF2-40B4-BE49-F238E27FC236}">
                <a16:creationId xmlns:a16="http://schemas.microsoft.com/office/drawing/2014/main" id="{C97580D0-7110-44F4-02C6-41A6A9A338CC}"/>
              </a:ext>
            </a:extLst>
          </p:cNvPr>
          <p:cNvSpPr>
            <a:spLocks noGrp="1"/>
          </p:cNvSpPr>
          <p:nvPr>
            <p:ph type="body" sz="quarter" idx="17"/>
          </p:nvPr>
        </p:nvSpPr>
        <p:spPr>
          <a:xfrm>
            <a:off x="3400955" y="3688689"/>
            <a:ext cx="7695069" cy="689344"/>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Role-based administration</a:t>
            </a:r>
          </a:p>
        </p:txBody>
      </p:sp>
      <p:sp>
        <p:nvSpPr>
          <p:cNvPr id="12" name="Lab footer">
            <a:extLst>
              <a:ext uri="{FF2B5EF4-FFF2-40B4-BE49-F238E27FC236}">
                <a16:creationId xmlns:a16="http://schemas.microsoft.com/office/drawing/2014/main" id="{6A0BB49E-82A9-8599-987E-9F892E131531}"/>
              </a:ext>
            </a:extLst>
          </p:cNvPr>
          <p:cNvSpPr txBox="1"/>
          <p:nvPr/>
        </p:nvSpPr>
        <p:spPr>
          <a:xfrm>
            <a:off x="4076700" y="6591300"/>
            <a:ext cx="8049961"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2: Using remote administration tools and PowerShell</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797608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10432-7B2D-C19A-F143-0E8A5115A4F6}"/>
              </a:ext>
            </a:extLst>
          </p:cNvPr>
          <p:cNvSpPr>
            <a:spLocks noGrp="1"/>
          </p:cNvSpPr>
          <p:nvPr>
            <p:ph type="title"/>
          </p:nvPr>
        </p:nvSpPr>
        <p:spPr/>
        <p:txBody>
          <a:bodyPr wrap="square" lIns="0" tIns="0" rIns="0" bIns="0" anchor="ctr">
            <a:noAutofit/>
          </a:bodyPr>
          <a:lstStyle/>
          <a:p>
            <a:r>
              <a:rPr lang="en-GB" sz="2400">
                <a:solidFill>
                  <a:srgbClr val="FFFFFF"/>
                </a:solidFill>
                <a:latin typeface="Segoe UI" panose="020B0502040204020203" pitchFamily="34" charset="0"/>
              </a:rPr>
              <a:t>Chapter 3: Introduction to Git and GitHub</a:t>
            </a:r>
          </a:p>
        </p:txBody>
      </p:sp>
      <p:sp>
        <p:nvSpPr>
          <p:cNvPr id="3" name="Text Placeholder 2">
            <a:extLst>
              <a:ext uri="{FF2B5EF4-FFF2-40B4-BE49-F238E27FC236}">
                <a16:creationId xmlns:a16="http://schemas.microsoft.com/office/drawing/2014/main" id="{38B3B987-CB47-0FC8-3F46-5A35EEE566DD}"/>
              </a:ext>
            </a:extLst>
          </p:cNvPr>
          <p:cNvSpPr>
            <a:spLocks noGrp="1"/>
          </p:cNvSpPr>
          <p:nvPr>
            <p:ph type="body" sz="quarter" idx="4294967295"/>
          </p:nvPr>
        </p:nvSpPr>
        <p:spPr>
          <a:xfrm>
            <a:off x="3526543" y="1842205"/>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Introduction to Git and version control</a:t>
            </a:r>
          </a:p>
        </p:txBody>
      </p:sp>
      <p:sp>
        <p:nvSpPr>
          <p:cNvPr id="4" name="Text Placeholder 3">
            <a:extLst>
              <a:ext uri="{FF2B5EF4-FFF2-40B4-BE49-F238E27FC236}">
                <a16:creationId xmlns:a16="http://schemas.microsoft.com/office/drawing/2014/main" id="{D8311D28-1992-2F7B-C5B1-743B41D99EE4}"/>
              </a:ext>
            </a:extLst>
          </p:cNvPr>
          <p:cNvSpPr>
            <a:spLocks noGrp="1"/>
          </p:cNvSpPr>
          <p:nvPr>
            <p:ph type="body" sz="quarter" idx="4294967295"/>
          </p:nvPr>
        </p:nvSpPr>
        <p:spPr>
          <a:xfrm>
            <a:off x="3526543" y="2605793"/>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Working with a local repository</a:t>
            </a:r>
          </a:p>
        </p:txBody>
      </p:sp>
      <p:sp>
        <p:nvSpPr>
          <p:cNvPr id="5" name="Text Placeholder 4">
            <a:extLst>
              <a:ext uri="{FF2B5EF4-FFF2-40B4-BE49-F238E27FC236}">
                <a16:creationId xmlns:a16="http://schemas.microsoft.com/office/drawing/2014/main" id="{B663A3DC-47AA-5BF5-F25C-730527676B6E}"/>
              </a:ext>
            </a:extLst>
          </p:cNvPr>
          <p:cNvSpPr>
            <a:spLocks noGrp="1"/>
          </p:cNvSpPr>
          <p:nvPr>
            <p:ph type="body" sz="quarter" idx="4294967295"/>
          </p:nvPr>
        </p:nvSpPr>
        <p:spPr>
          <a:xfrm>
            <a:off x="3526543" y="337096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Branching in Git</a:t>
            </a:r>
          </a:p>
        </p:txBody>
      </p:sp>
      <p:sp>
        <p:nvSpPr>
          <p:cNvPr id="6" name="Text Placeholder 5">
            <a:extLst>
              <a:ext uri="{FF2B5EF4-FFF2-40B4-BE49-F238E27FC236}">
                <a16:creationId xmlns:a16="http://schemas.microsoft.com/office/drawing/2014/main" id="{4674B1B0-2D75-150D-AA42-ADCB08DD9C14}"/>
              </a:ext>
            </a:extLst>
          </p:cNvPr>
          <p:cNvSpPr>
            <a:spLocks noGrp="1"/>
          </p:cNvSpPr>
          <p:nvPr>
            <p:ph type="body" sz="quarter" idx="4294967295"/>
          </p:nvPr>
        </p:nvSpPr>
        <p:spPr>
          <a:xfrm>
            <a:off x="3526543" y="413614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GitHub, pull requests, and collaboration</a:t>
            </a:r>
          </a:p>
        </p:txBody>
      </p:sp>
      <p:cxnSp>
        <p:nvCxnSpPr>
          <p:cNvPr id="11" name="Straight Connector 10">
            <a:extLst>
              <a:ext uri="{FF2B5EF4-FFF2-40B4-BE49-F238E27FC236}">
                <a16:creationId xmlns:a16="http://schemas.microsoft.com/office/drawing/2014/main" id="{8E7CB715-B223-8399-44D5-32F897B017B2}"/>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A6BEC75B-1224-C7CB-A914-B1BECCA0BE91}"/>
              </a:ext>
            </a:extLst>
          </p:cNvPr>
          <p:cNvSpPr txBox="1"/>
          <p:nvPr/>
        </p:nvSpPr>
        <p:spPr>
          <a:xfrm>
            <a:off x="4076700" y="6591300"/>
            <a:ext cx="5193409"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3: Working with Git and GitHub</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9582441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4CF2E-D847-714B-3275-B1976E1D44E2}"/>
              </a:ext>
            </a:extLst>
          </p:cNvPr>
          <p:cNvSpPr>
            <a:spLocks noGrp="1"/>
          </p:cNvSpPr>
          <p:nvPr>
            <p:ph type="title"/>
          </p:nvPr>
        </p:nvSpPr>
        <p:spPr/>
        <p:txBody>
          <a:bodyPr wrap="square" lIns="0" tIns="0" rIns="0" bIns="0" anchor="ctr">
            <a:noAutofit/>
          </a:bodyPr>
          <a:lstStyle/>
          <a:p>
            <a:r>
              <a:rPr lang="en-GB" sz="2200">
                <a:solidFill>
                  <a:srgbClr val="FFFFFF"/>
                </a:solidFill>
                <a:latin typeface="Segoe UI" panose="020B0502040204020203" pitchFamily="34" charset="0"/>
              </a:rPr>
              <a:t>Chapter 4: Command-Line Administration Tools</a:t>
            </a:r>
          </a:p>
        </p:txBody>
      </p:sp>
      <p:sp>
        <p:nvSpPr>
          <p:cNvPr id="3" name="Text Placeholder 2">
            <a:extLst>
              <a:ext uri="{FF2B5EF4-FFF2-40B4-BE49-F238E27FC236}">
                <a16:creationId xmlns:a16="http://schemas.microsoft.com/office/drawing/2014/main" id="{A715B63E-7E8B-4194-89ED-A4584E0E71BE}"/>
              </a:ext>
            </a:extLst>
          </p:cNvPr>
          <p:cNvSpPr>
            <a:spLocks noGrp="1"/>
          </p:cNvSpPr>
          <p:nvPr>
            <p:ph type="body" sz="quarter" idx="4294967295"/>
          </p:nvPr>
        </p:nvSpPr>
        <p:spPr>
          <a:xfrm>
            <a:off x="3582988" y="1672872"/>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Command-line hosts</a:t>
            </a:r>
          </a:p>
        </p:txBody>
      </p:sp>
      <p:sp>
        <p:nvSpPr>
          <p:cNvPr id="4" name="Text Placeholder 3">
            <a:extLst>
              <a:ext uri="{FF2B5EF4-FFF2-40B4-BE49-F238E27FC236}">
                <a16:creationId xmlns:a16="http://schemas.microsoft.com/office/drawing/2014/main" id="{6836297F-8D25-4642-C608-79855BF40898}"/>
              </a:ext>
            </a:extLst>
          </p:cNvPr>
          <p:cNvSpPr>
            <a:spLocks noGrp="1"/>
          </p:cNvSpPr>
          <p:nvPr>
            <p:ph type="body" sz="quarter" idx="4294967295"/>
          </p:nvPr>
        </p:nvSpPr>
        <p:spPr>
          <a:xfrm>
            <a:off x="3582988" y="2436460"/>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Windows Terminal</a:t>
            </a:r>
          </a:p>
        </p:txBody>
      </p:sp>
      <p:sp>
        <p:nvSpPr>
          <p:cNvPr id="5" name="Text Placeholder 4">
            <a:extLst>
              <a:ext uri="{FF2B5EF4-FFF2-40B4-BE49-F238E27FC236}">
                <a16:creationId xmlns:a16="http://schemas.microsoft.com/office/drawing/2014/main" id="{1AEF2F49-5B4C-8C4E-9757-189863211FD9}"/>
              </a:ext>
            </a:extLst>
          </p:cNvPr>
          <p:cNvSpPr>
            <a:spLocks noGrp="1"/>
          </p:cNvSpPr>
          <p:nvPr>
            <p:ph type="body" sz="quarter" idx="4294967295"/>
          </p:nvPr>
        </p:nvSpPr>
        <p:spPr>
          <a:xfrm>
            <a:off x="3582988" y="3201635"/>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CMD.EXE</a:t>
            </a:r>
          </a:p>
        </p:txBody>
      </p:sp>
      <p:sp>
        <p:nvSpPr>
          <p:cNvPr id="6" name="Text Placeholder 5">
            <a:extLst>
              <a:ext uri="{FF2B5EF4-FFF2-40B4-BE49-F238E27FC236}">
                <a16:creationId xmlns:a16="http://schemas.microsoft.com/office/drawing/2014/main" id="{B72F5E1B-0044-91C5-2920-D66EED7D287F}"/>
              </a:ext>
            </a:extLst>
          </p:cNvPr>
          <p:cNvSpPr>
            <a:spLocks noGrp="1"/>
          </p:cNvSpPr>
          <p:nvPr>
            <p:ph type="body" sz="quarter" idx="4294967295"/>
          </p:nvPr>
        </p:nvSpPr>
        <p:spPr>
          <a:xfrm>
            <a:off x="3582988" y="396681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PowerShell</a:t>
            </a:r>
          </a:p>
        </p:txBody>
      </p:sp>
      <p:cxnSp>
        <p:nvCxnSpPr>
          <p:cNvPr id="11" name="Straight Connector 10">
            <a:extLst>
              <a:ext uri="{FF2B5EF4-FFF2-40B4-BE49-F238E27FC236}">
                <a16:creationId xmlns:a16="http://schemas.microsoft.com/office/drawing/2014/main" id="{5E403164-FF35-ECA4-E0CA-6FAA5E14A1F7}"/>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4E0D14F8-6067-7E98-011A-33FC55EA6FCD}"/>
              </a:ext>
            </a:extLst>
          </p:cNvPr>
          <p:cNvSpPr txBox="1"/>
          <p:nvPr/>
        </p:nvSpPr>
        <p:spPr>
          <a:xfrm>
            <a:off x="4076700" y="6591300"/>
            <a:ext cx="6843797"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4: PowerShell command-line administration</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66707550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565A2-11B5-CA22-8C14-8ECC36C3030E}"/>
              </a:ext>
            </a:extLst>
          </p:cNvPr>
          <p:cNvSpPr>
            <a:spLocks noGrp="1"/>
          </p:cNvSpPr>
          <p:nvPr>
            <p:ph type="title"/>
          </p:nvPr>
        </p:nvSpPr>
        <p:spPr/>
        <p:txBody>
          <a:bodyPr wrap="square" lIns="0" tIns="0" rIns="0" bIns="0" anchor="ctr">
            <a:noAutofit/>
          </a:bodyPr>
          <a:lstStyle/>
          <a:p>
            <a:r>
              <a:rPr lang="en-GB" sz="2400">
                <a:solidFill>
                  <a:srgbClr val="FFFFFF"/>
                </a:solidFill>
                <a:latin typeface="Segoe UI" panose="020B0502040204020203" pitchFamily="34" charset="0"/>
              </a:rPr>
              <a:t>Chapter 5: Common Administrative Tasks</a:t>
            </a:r>
          </a:p>
        </p:txBody>
      </p:sp>
      <p:sp>
        <p:nvSpPr>
          <p:cNvPr id="3" name="Text Placeholder 2">
            <a:extLst>
              <a:ext uri="{FF2B5EF4-FFF2-40B4-BE49-F238E27FC236}">
                <a16:creationId xmlns:a16="http://schemas.microsoft.com/office/drawing/2014/main" id="{B6538058-D367-B657-B933-DD4256DF270E}"/>
              </a:ext>
            </a:extLst>
          </p:cNvPr>
          <p:cNvSpPr>
            <a:spLocks noGrp="1"/>
          </p:cNvSpPr>
          <p:nvPr>
            <p:ph type="body" sz="quarter" idx="4294967295"/>
          </p:nvPr>
        </p:nvSpPr>
        <p:spPr>
          <a:xfrm>
            <a:off x="3609900" y="1480961"/>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Managing roles and features</a:t>
            </a:r>
          </a:p>
        </p:txBody>
      </p:sp>
      <p:sp>
        <p:nvSpPr>
          <p:cNvPr id="4" name="Text Placeholder 3">
            <a:extLst>
              <a:ext uri="{FF2B5EF4-FFF2-40B4-BE49-F238E27FC236}">
                <a16:creationId xmlns:a16="http://schemas.microsoft.com/office/drawing/2014/main" id="{8726F19F-ECC7-9C3A-C7BF-714F26CD368C}"/>
              </a:ext>
            </a:extLst>
          </p:cNvPr>
          <p:cNvSpPr>
            <a:spLocks noGrp="1"/>
          </p:cNvSpPr>
          <p:nvPr>
            <p:ph type="body" sz="quarter" idx="4294967295"/>
          </p:nvPr>
        </p:nvSpPr>
        <p:spPr>
          <a:xfrm>
            <a:off x="3609900" y="2244549"/>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Managing services</a:t>
            </a:r>
          </a:p>
        </p:txBody>
      </p:sp>
      <p:sp>
        <p:nvSpPr>
          <p:cNvPr id="5" name="Text Placeholder 4">
            <a:extLst>
              <a:ext uri="{FF2B5EF4-FFF2-40B4-BE49-F238E27FC236}">
                <a16:creationId xmlns:a16="http://schemas.microsoft.com/office/drawing/2014/main" id="{0F07230A-A18F-2676-C335-C0B25994D9B8}"/>
              </a:ext>
            </a:extLst>
          </p:cNvPr>
          <p:cNvSpPr>
            <a:spLocks noGrp="1"/>
          </p:cNvSpPr>
          <p:nvPr>
            <p:ph type="body" sz="quarter" idx="4294967295"/>
          </p:nvPr>
        </p:nvSpPr>
        <p:spPr>
          <a:xfrm>
            <a:off x="3609900" y="300972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Reviewing events</a:t>
            </a:r>
          </a:p>
        </p:txBody>
      </p:sp>
      <p:sp>
        <p:nvSpPr>
          <p:cNvPr id="6" name="Text Placeholder 5">
            <a:extLst>
              <a:ext uri="{FF2B5EF4-FFF2-40B4-BE49-F238E27FC236}">
                <a16:creationId xmlns:a16="http://schemas.microsoft.com/office/drawing/2014/main" id="{DCC76316-B30E-B742-84FA-843EDA3782AA}"/>
              </a:ext>
            </a:extLst>
          </p:cNvPr>
          <p:cNvSpPr>
            <a:spLocks noGrp="1"/>
          </p:cNvSpPr>
          <p:nvPr>
            <p:ph type="body" sz="quarter" idx="4294967295"/>
          </p:nvPr>
        </p:nvSpPr>
        <p:spPr>
          <a:xfrm>
            <a:off x="3609900" y="3774899"/>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Configuring firewall</a:t>
            </a:r>
          </a:p>
        </p:txBody>
      </p:sp>
      <p:sp>
        <p:nvSpPr>
          <p:cNvPr id="7" name="Text Placeholder 6">
            <a:extLst>
              <a:ext uri="{FF2B5EF4-FFF2-40B4-BE49-F238E27FC236}">
                <a16:creationId xmlns:a16="http://schemas.microsoft.com/office/drawing/2014/main" id="{DC22557D-52AC-6954-BF34-B79538812941}"/>
              </a:ext>
            </a:extLst>
          </p:cNvPr>
          <p:cNvSpPr>
            <a:spLocks noGrp="1"/>
          </p:cNvSpPr>
          <p:nvPr>
            <p:ph type="body" sz="quarter" idx="4294967295"/>
          </p:nvPr>
        </p:nvSpPr>
        <p:spPr>
          <a:xfrm>
            <a:off x="3609900" y="454007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Patch management</a:t>
            </a:r>
          </a:p>
        </p:txBody>
      </p:sp>
      <p:cxnSp>
        <p:nvCxnSpPr>
          <p:cNvPr id="11" name="Straight Connector 10">
            <a:extLst>
              <a:ext uri="{FF2B5EF4-FFF2-40B4-BE49-F238E27FC236}">
                <a16:creationId xmlns:a16="http://schemas.microsoft.com/office/drawing/2014/main" id="{DD758B11-3688-3A44-0D5B-54ED64A7C716}"/>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A42F5E36-DA18-9FF7-0BFE-F68CFA86F271}"/>
              </a:ext>
            </a:extLst>
          </p:cNvPr>
          <p:cNvSpPr txBox="1"/>
          <p:nvPr/>
        </p:nvSpPr>
        <p:spPr>
          <a:xfrm>
            <a:off x="4076700" y="6591300"/>
            <a:ext cx="7227812"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5: Installing server roles and managing firewall</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2557906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3BB43-EE39-9536-E531-9E632B70CB8B}"/>
              </a:ext>
            </a:extLst>
          </p:cNvPr>
          <p:cNvSpPr>
            <a:spLocks noGrp="1"/>
          </p:cNvSpPr>
          <p:nvPr>
            <p:ph type="title"/>
          </p:nvPr>
        </p:nvSpPr>
        <p:spPr/>
        <p:txBody>
          <a:bodyPr wrap="square" lIns="0" tIns="0" rIns="0" bIns="0" anchor="ctr">
            <a:noAutofit/>
          </a:bodyPr>
          <a:lstStyle/>
          <a:p>
            <a:r>
              <a:rPr lang="en-GB" sz="2200">
                <a:solidFill>
                  <a:srgbClr val="FFFFFF"/>
                </a:solidFill>
                <a:latin typeface="Segoe UI" panose="020B0502040204020203" pitchFamily="34" charset="0"/>
              </a:rPr>
              <a:t>Chapter 6: Manual Setup and First Configuration</a:t>
            </a:r>
          </a:p>
        </p:txBody>
      </p:sp>
      <p:sp>
        <p:nvSpPr>
          <p:cNvPr id="3" name="Text Placeholder 2">
            <a:extLst>
              <a:ext uri="{FF2B5EF4-FFF2-40B4-BE49-F238E27FC236}">
                <a16:creationId xmlns:a16="http://schemas.microsoft.com/office/drawing/2014/main" id="{775602FC-DD87-F3E8-5F23-1582AE7966E4}"/>
              </a:ext>
            </a:extLst>
          </p:cNvPr>
          <p:cNvSpPr>
            <a:spLocks noGrp="1"/>
          </p:cNvSpPr>
          <p:nvPr>
            <p:ph type="body" sz="quarter" idx="4294967295"/>
          </p:nvPr>
        </p:nvSpPr>
        <p:spPr>
          <a:xfrm>
            <a:off x="4041393" y="1119717"/>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Setup</a:t>
            </a:r>
          </a:p>
        </p:txBody>
      </p:sp>
      <p:sp>
        <p:nvSpPr>
          <p:cNvPr id="4" name="Text Placeholder 3">
            <a:extLst>
              <a:ext uri="{FF2B5EF4-FFF2-40B4-BE49-F238E27FC236}">
                <a16:creationId xmlns:a16="http://schemas.microsoft.com/office/drawing/2014/main" id="{13156F26-2878-188A-42A7-F23B651C9361}"/>
              </a:ext>
            </a:extLst>
          </p:cNvPr>
          <p:cNvSpPr>
            <a:spLocks noGrp="1"/>
          </p:cNvSpPr>
          <p:nvPr>
            <p:ph type="body" sz="quarter" idx="4294967295"/>
          </p:nvPr>
        </p:nvSpPr>
        <p:spPr>
          <a:xfrm>
            <a:off x="4041393" y="1883305"/>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Server with Desktop Experience</a:t>
            </a:r>
          </a:p>
        </p:txBody>
      </p:sp>
      <p:sp>
        <p:nvSpPr>
          <p:cNvPr id="5" name="Text Placeholder 4">
            <a:extLst>
              <a:ext uri="{FF2B5EF4-FFF2-40B4-BE49-F238E27FC236}">
                <a16:creationId xmlns:a16="http://schemas.microsoft.com/office/drawing/2014/main" id="{46009ABD-7FDD-D3C4-45D3-BD0C875D3123}"/>
              </a:ext>
            </a:extLst>
          </p:cNvPr>
          <p:cNvSpPr>
            <a:spLocks noGrp="1"/>
          </p:cNvSpPr>
          <p:nvPr>
            <p:ph type="body" sz="quarter" idx="4294967295"/>
          </p:nvPr>
        </p:nvSpPr>
        <p:spPr>
          <a:xfrm>
            <a:off x="4041393" y="264848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Server Core</a:t>
            </a:r>
          </a:p>
        </p:txBody>
      </p:sp>
      <p:sp>
        <p:nvSpPr>
          <p:cNvPr id="6" name="Text Placeholder 5">
            <a:extLst>
              <a:ext uri="{FF2B5EF4-FFF2-40B4-BE49-F238E27FC236}">
                <a16:creationId xmlns:a16="http://schemas.microsoft.com/office/drawing/2014/main" id="{A14C3C49-F127-FEFB-B4ED-31252A5BA189}"/>
              </a:ext>
            </a:extLst>
          </p:cNvPr>
          <p:cNvSpPr>
            <a:spLocks noGrp="1"/>
          </p:cNvSpPr>
          <p:nvPr>
            <p:ph type="body" sz="quarter" idx="4294967295"/>
          </p:nvPr>
        </p:nvSpPr>
        <p:spPr>
          <a:xfrm>
            <a:off x="4041393" y="3413655"/>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sconfig</a:t>
            </a:r>
          </a:p>
        </p:txBody>
      </p:sp>
      <p:sp>
        <p:nvSpPr>
          <p:cNvPr id="7" name="Text Placeholder 6">
            <a:extLst>
              <a:ext uri="{FF2B5EF4-FFF2-40B4-BE49-F238E27FC236}">
                <a16:creationId xmlns:a16="http://schemas.microsoft.com/office/drawing/2014/main" id="{AD478BED-CC72-D538-E1BF-B6AC9E60D371}"/>
              </a:ext>
            </a:extLst>
          </p:cNvPr>
          <p:cNvSpPr>
            <a:spLocks noGrp="1"/>
          </p:cNvSpPr>
          <p:nvPr>
            <p:ph type="body" sz="quarter" idx="4294967295"/>
          </p:nvPr>
        </p:nvSpPr>
        <p:spPr>
          <a:xfrm>
            <a:off x="4041393" y="417883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Secured-core server</a:t>
            </a:r>
          </a:p>
        </p:txBody>
      </p:sp>
      <p:sp>
        <p:nvSpPr>
          <p:cNvPr id="8" name="Text Placeholder 7">
            <a:extLst>
              <a:ext uri="{FF2B5EF4-FFF2-40B4-BE49-F238E27FC236}">
                <a16:creationId xmlns:a16="http://schemas.microsoft.com/office/drawing/2014/main" id="{5DE410F7-100F-F21A-FBD4-BEAEDB891B59}"/>
              </a:ext>
            </a:extLst>
          </p:cNvPr>
          <p:cNvSpPr>
            <a:spLocks noGrp="1"/>
          </p:cNvSpPr>
          <p:nvPr>
            <p:ph type="body" sz="quarter" idx="4294967295"/>
          </p:nvPr>
        </p:nvSpPr>
        <p:spPr>
          <a:xfrm>
            <a:off x="4041393" y="4944005"/>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06</a:t>
            </a:r>
            <a:r>
              <a:rPr lang="en-GB" sz="2400">
                <a:solidFill>
                  <a:srgbClr val="000000"/>
                </a:solidFill>
                <a:latin typeface="Segoe UI" panose="020B0502040204020203" pitchFamily="34" charset="0"/>
              </a:rPr>
              <a:t>  Security hardening</a:t>
            </a:r>
          </a:p>
        </p:txBody>
      </p:sp>
      <p:cxnSp>
        <p:nvCxnSpPr>
          <p:cNvPr id="11" name="Straight Connector 10">
            <a:extLst>
              <a:ext uri="{FF2B5EF4-FFF2-40B4-BE49-F238E27FC236}">
                <a16:creationId xmlns:a16="http://schemas.microsoft.com/office/drawing/2014/main" id="{BD9FEA67-E577-72A3-9290-679F608864EE}"/>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C182FD6A-699C-CE8E-BF24-849DF7D4BE31}"/>
              </a:ext>
            </a:extLst>
          </p:cNvPr>
          <p:cNvSpPr txBox="1"/>
          <p:nvPr/>
        </p:nvSpPr>
        <p:spPr>
          <a:xfrm>
            <a:off x="4076700" y="6591300"/>
            <a:ext cx="8545224"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6: Post-installation configuration and security hardening</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837390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7B2B-D648-D2F1-482C-D4C0F2A591FC}"/>
              </a:ext>
            </a:extLst>
          </p:cNvPr>
          <p:cNvSpPr>
            <a:spLocks noGrp="1"/>
          </p:cNvSpPr>
          <p:nvPr>
            <p:ph type="title"/>
          </p:nvPr>
        </p:nvSpPr>
        <p:spPr/>
        <p:txBody>
          <a:bodyPr wrap="square" lIns="0" tIns="0" rIns="0" bIns="0" anchor="ctr">
            <a:noAutofit/>
          </a:bodyPr>
          <a:lstStyle/>
          <a:p>
            <a:r>
              <a:rPr lang="en-GB" sz="2200">
                <a:solidFill>
                  <a:srgbClr val="FFFFFF"/>
                </a:solidFill>
                <a:latin typeface="Segoe UI" panose="020B0502040204020203" pitchFamily="34" charset="0"/>
              </a:rPr>
              <a:t>Chapter 7: Managing Users, Computers, and Groups</a:t>
            </a:r>
          </a:p>
        </p:txBody>
      </p:sp>
      <p:sp>
        <p:nvSpPr>
          <p:cNvPr id="3" name="Text Placeholder 2">
            <a:extLst>
              <a:ext uri="{FF2B5EF4-FFF2-40B4-BE49-F238E27FC236}">
                <a16:creationId xmlns:a16="http://schemas.microsoft.com/office/drawing/2014/main" id="{BA7227FA-30B7-599B-EADF-E8AA0B1F5A31}"/>
              </a:ext>
            </a:extLst>
          </p:cNvPr>
          <p:cNvSpPr>
            <a:spLocks noGrp="1"/>
          </p:cNvSpPr>
          <p:nvPr>
            <p:ph type="body" sz="quarter" idx="4294967295"/>
          </p:nvPr>
        </p:nvSpPr>
        <p:spPr>
          <a:xfrm>
            <a:off x="3695877" y="145838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Local users</a:t>
            </a:r>
          </a:p>
        </p:txBody>
      </p:sp>
      <p:sp>
        <p:nvSpPr>
          <p:cNvPr id="4" name="Text Placeholder 3">
            <a:extLst>
              <a:ext uri="{FF2B5EF4-FFF2-40B4-BE49-F238E27FC236}">
                <a16:creationId xmlns:a16="http://schemas.microsoft.com/office/drawing/2014/main" id="{1EEA520E-2D37-962F-6912-FA132B78EBF6}"/>
              </a:ext>
            </a:extLst>
          </p:cNvPr>
          <p:cNvSpPr>
            <a:spLocks noGrp="1"/>
          </p:cNvSpPr>
          <p:nvPr>
            <p:ph type="body" sz="quarter" idx="4294967295"/>
          </p:nvPr>
        </p:nvSpPr>
        <p:spPr>
          <a:xfrm>
            <a:off x="3695877" y="2221972"/>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Active Directory basics</a:t>
            </a:r>
          </a:p>
        </p:txBody>
      </p:sp>
      <p:sp>
        <p:nvSpPr>
          <p:cNvPr id="5" name="Text Placeholder 4">
            <a:extLst>
              <a:ext uri="{FF2B5EF4-FFF2-40B4-BE49-F238E27FC236}">
                <a16:creationId xmlns:a16="http://schemas.microsoft.com/office/drawing/2014/main" id="{4F3D2856-77F1-A35D-248C-B1253C41C9C4}"/>
              </a:ext>
            </a:extLst>
          </p:cNvPr>
          <p:cNvSpPr>
            <a:spLocks noGrp="1"/>
          </p:cNvSpPr>
          <p:nvPr>
            <p:ph type="body" sz="quarter" idx="4294967295"/>
          </p:nvPr>
        </p:nvSpPr>
        <p:spPr>
          <a:xfrm>
            <a:off x="3695877" y="2987147"/>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Domain users</a:t>
            </a:r>
          </a:p>
        </p:txBody>
      </p:sp>
      <p:sp>
        <p:nvSpPr>
          <p:cNvPr id="6" name="Text Placeholder 5">
            <a:extLst>
              <a:ext uri="{FF2B5EF4-FFF2-40B4-BE49-F238E27FC236}">
                <a16:creationId xmlns:a16="http://schemas.microsoft.com/office/drawing/2014/main" id="{C3FA47F4-819D-66C8-4A1E-DA637889AF32}"/>
              </a:ext>
            </a:extLst>
          </p:cNvPr>
          <p:cNvSpPr>
            <a:spLocks noGrp="1"/>
          </p:cNvSpPr>
          <p:nvPr>
            <p:ph type="body" sz="quarter" idx="4294967295"/>
          </p:nvPr>
        </p:nvSpPr>
        <p:spPr>
          <a:xfrm>
            <a:off x="3695877" y="3752322"/>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Groups</a:t>
            </a:r>
          </a:p>
        </p:txBody>
      </p:sp>
      <p:sp>
        <p:nvSpPr>
          <p:cNvPr id="7" name="Text Placeholder 6">
            <a:extLst>
              <a:ext uri="{FF2B5EF4-FFF2-40B4-BE49-F238E27FC236}">
                <a16:creationId xmlns:a16="http://schemas.microsoft.com/office/drawing/2014/main" id="{999F81AD-F8A5-44FE-7BC1-3009548191E7}"/>
              </a:ext>
            </a:extLst>
          </p:cNvPr>
          <p:cNvSpPr>
            <a:spLocks noGrp="1"/>
          </p:cNvSpPr>
          <p:nvPr>
            <p:ph type="body" sz="quarter" idx="4294967295"/>
          </p:nvPr>
        </p:nvSpPr>
        <p:spPr>
          <a:xfrm>
            <a:off x="3695877" y="4517497"/>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Computers</a:t>
            </a:r>
          </a:p>
        </p:txBody>
      </p:sp>
      <p:cxnSp>
        <p:nvCxnSpPr>
          <p:cNvPr id="11" name="Straight Connector 10">
            <a:extLst>
              <a:ext uri="{FF2B5EF4-FFF2-40B4-BE49-F238E27FC236}">
                <a16:creationId xmlns:a16="http://schemas.microsoft.com/office/drawing/2014/main" id="{19F73C08-D788-3610-BF2F-BEE8719AB3A4}"/>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62462EF9-D186-04B1-33D9-1798E9B43201}"/>
              </a:ext>
            </a:extLst>
          </p:cNvPr>
          <p:cNvSpPr txBox="1"/>
          <p:nvPr/>
        </p:nvSpPr>
        <p:spPr>
          <a:xfrm>
            <a:off x="4076700" y="6591300"/>
            <a:ext cx="9121408"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7: Creating and managing Active Directory users and groups</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454040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AE51-A5F4-199B-AE6F-60C8D45647AB}"/>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8: Managing Local Storage</a:t>
            </a:r>
          </a:p>
        </p:txBody>
      </p:sp>
      <p:sp>
        <p:nvSpPr>
          <p:cNvPr id="3" name="Text Placeholder 2">
            <a:extLst>
              <a:ext uri="{FF2B5EF4-FFF2-40B4-BE49-F238E27FC236}">
                <a16:creationId xmlns:a16="http://schemas.microsoft.com/office/drawing/2014/main" id="{A8D79900-2AEB-8F81-129E-7EAA050BA04B}"/>
              </a:ext>
            </a:extLst>
          </p:cNvPr>
          <p:cNvSpPr>
            <a:spLocks noGrp="1"/>
          </p:cNvSpPr>
          <p:nvPr>
            <p:ph type="body" sz="quarter" idx="4294967295"/>
          </p:nvPr>
        </p:nvSpPr>
        <p:spPr>
          <a:xfrm>
            <a:off x="4497388" y="47625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Disks</a:t>
            </a:r>
          </a:p>
        </p:txBody>
      </p:sp>
      <p:sp>
        <p:nvSpPr>
          <p:cNvPr id="4" name="Text Placeholder 3">
            <a:extLst>
              <a:ext uri="{FF2B5EF4-FFF2-40B4-BE49-F238E27FC236}">
                <a16:creationId xmlns:a16="http://schemas.microsoft.com/office/drawing/2014/main" id="{D77F5B12-B820-CD47-7F55-4AE532FC4614}"/>
              </a:ext>
            </a:extLst>
          </p:cNvPr>
          <p:cNvSpPr>
            <a:spLocks noGrp="1"/>
          </p:cNvSpPr>
          <p:nvPr>
            <p:ph type="body" sz="quarter" idx="4294967295"/>
          </p:nvPr>
        </p:nvSpPr>
        <p:spPr>
          <a:xfrm>
            <a:off x="4497388" y="1239838"/>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Partitions</a:t>
            </a:r>
          </a:p>
        </p:txBody>
      </p:sp>
      <p:sp>
        <p:nvSpPr>
          <p:cNvPr id="5" name="Text Placeholder 4">
            <a:extLst>
              <a:ext uri="{FF2B5EF4-FFF2-40B4-BE49-F238E27FC236}">
                <a16:creationId xmlns:a16="http://schemas.microsoft.com/office/drawing/2014/main" id="{032F854F-E482-0B3A-895B-1223ABFA9DEC}"/>
              </a:ext>
            </a:extLst>
          </p:cNvPr>
          <p:cNvSpPr>
            <a:spLocks noGrp="1"/>
          </p:cNvSpPr>
          <p:nvPr>
            <p:ph type="body" sz="quarter" idx="4294967295"/>
          </p:nvPr>
        </p:nvSpPr>
        <p:spPr>
          <a:xfrm>
            <a:off x="4497388" y="200501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Volumes</a:t>
            </a:r>
          </a:p>
        </p:txBody>
      </p:sp>
      <p:sp>
        <p:nvSpPr>
          <p:cNvPr id="6" name="Text Placeholder 5">
            <a:extLst>
              <a:ext uri="{FF2B5EF4-FFF2-40B4-BE49-F238E27FC236}">
                <a16:creationId xmlns:a16="http://schemas.microsoft.com/office/drawing/2014/main" id="{2A92612E-20E8-70CD-3B24-0015BAB56C7A}"/>
              </a:ext>
            </a:extLst>
          </p:cNvPr>
          <p:cNvSpPr>
            <a:spLocks noGrp="1"/>
          </p:cNvSpPr>
          <p:nvPr>
            <p:ph type="body" sz="quarter" idx="4294967295"/>
          </p:nvPr>
        </p:nvSpPr>
        <p:spPr>
          <a:xfrm>
            <a:off x="4497388" y="277018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NTFS</a:t>
            </a:r>
          </a:p>
        </p:txBody>
      </p:sp>
      <p:sp>
        <p:nvSpPr>
          <p:cNvPr id="7" name="Text Placeholder 6">
            <a:extLst>
              <a:ext uri="{FF2B5EF4-FFF2-40B4-BE49-F238E27FC236}">
                <a16:creationId xmlns:a16="http://schemas.microsoft.com/office/drawing/2014/main" id="{BA099BD5-B3B1-E1AF-F06C-A11F7EA6B6B3}"/>
              </a:ext>
            </a:extLst>
          </p:cNvPr>
          <p:cNvSpPr>
            <a:spLocks noGrp="1"/>
          </p:cNvSpPr>
          <p:nvPr>
            <p:ph type="body" sz="quarter" idx="4294967295"/>
          </p:nvPr>
        </p:nvSpPr>
        <p:spPr>
          <a:xfrm>
            <a:off x="4497388" y="353536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ReFS</a:t>
            </a:r>
          </a:p>
        </p:txBody>
      </p:sp>
      <p:sp>
        <p:nvSpPr>
          <p:cNvPr id="8" name="Text Placeholder 7">
            <a:extLst>
              <a:ext uri="{FF2B5EF4-FFF2-40B4-BE49-F238E27FC236}">
                <a16:creationId xmlns:a16="http://schemas.microsoft.com/office/drawing/2014/main" id="{80D56018-2168-3029-093A-58350A20A9C2}"/>
              </a:ext>
            </a:extLst>
          </p:cNvPr>
          <p:cNvSpPr>
            <a:spLocks noGrp="1"/>
          </p:cNvSpPr>
          <p:nvPr>
            <p:ph type="body" sz="quarter" idx="4294967295"/>
          </p:nvPr>
        </p:nvSpPr>
        <p:spPr>
          <a:xfrm>
            <a:off x="4497388" y="430053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06</a:t>
            </a:r>
            <a:r>
              <a:rPr lang="en-GB" sz="2400">
                <a:solidFill>
                  <a:srgbClr val="000000"/>
                </a:solidFill>
                <a:latin typeface="Segoe UI" panose="020B0502040204020203" pitchFamily="34" charset="0"/>
              </a:rPr>
              <a:t>  RAID</a:t>
            </a:r>
          </a:p>
        </p:txBody>
      </p:sp>
      <p:sp>
        <p:nvSpPr>
          <p:cNvPr id="9" name="Text Placeholder 8">
            <a:extLst>
              <a:ext uri="{FF2B5EF4-FFF2-40B4-BE49-F238E27FC236}">
                <a16:creationId xmlns:a16="http://schemas.microsoft.com/office/drawing/2014/main" id="{08F2A4E5-CD9A-20E8-3E07-68DA25A44761}"/>
              </a:ext>
            </a:extLst>
          </p:cNvPr>
          <p:cNvSpPr>
            <a:spLocks noGrp="1"/>
          </p:cNvSpPr>
          <p:nvPr>
            <p:ph type="body" sz="quarter" idx="4294967295"/>
          </p:nvPr>
        </p:nvSpPr>
        <p:spPr>
          <a:xfrm>
            <a:off x="4497388" y="5064125"/>
            <a:ext cx="7694612" cy="690563"/>
          </a:xfrm>
        </p:spPr>
        <p:txBody>
          <a:bodyPr wrap="square" lIns="0" tIns="0" rIns="0" bIns="0" anchor="ctr">
            <a:noAutofit/>
          </a:bodyPr>
          <a:lstStyle/>
          <a:p>
            <a:r>
              <a:rPr lang="en-GB" sz="2400">
                <a:solidFill>
                  <a:srgbClr val="0076D4"/>
                </a:solidFill>
                <a:latin typeface="Segoe UI Semibold" panose="020B0702040204020203" pitchFamily="34" charset="0"/>
              </a:rPr>
              <a:t>07</a:t>
            </a:r>
            <a:r>
              <a:rPr lang="en-GB" sz="2400">
                <a:solidFill>
                  <a:srgbClr val="000000"/>
                </a:solidFill>
                <a:latin typeface="Segoe UI" panose="020B0502040204020203" pitchFamily="34" charset="0"/>
              </a:rPr>
              <a:t>  Mount points</a:t>
            </a:r>
          </a:p>
        </p:txBody>
      </p:sp>
      <p:sp>
        <p:nvSpPr>
          <p:cNvPr id="10" name="Text Placeholder 9">
            <a:extLst>
              <a:ext uri="{FF2B5EF4-FFF2-40B4-BE49-F238E27FC236}">
                <a16:creationId xmlns:a16="http://schemas.microsoft.com/office/drawing/2014/main" id="{B6E76058-03C0-390A-9067-3ABD0559A1B8}"/>
              </a:ext>
            </a:extLst>
          </p:cNvPr>
          <p:cNvSpPr>
            <a:spLocks noGrp="1"/>
          </p:cNvSpPr>
          <p:nvPr>
            <p:ph type="body" sz="quarter" idx="4294967295"/>
          </p:nvPr>
        </p:nvSpPr>
        <p:spPr>
          <a:xfrm>
            <a:off x="4497388" y="582930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08</a:t>
            </a:r>
            <a:r>
              <a:rPr lang="en-GB" sz="2400">
                <a:solidFill>
                  <a:srgbClr val="000000"/>
                </a:solidFill>
                <a:latin typeface="Segoe UI" panose="020B0502040204020203" pitchFamily="34" charset="0"/>
              </a:rPr>
              <a:t>  Storage Spaces and Storage Replica</a:t>
            </a:r>
          </a:p>
        </p:txBody>
      </p:sp>
      <p:cxnSp>
        <p:nvCxnSpPr>
          <p:cNvPr id="11" name="Straight Connector 10">
            <a:extLst>
              <a:ext uri="{FF2B5EF4-FFF2-40B4-BE49-F238E27FC236}">
                <a16:creationId xmlns:a16="http://schemas.microsoft.com/office/drawing/2014/main" id="{A3007620-9A65-E6FC-7195-47660BAA6759}"/>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86CCC0B2-AECB-4C56-9DC8-2858A5A0AB98}"/>
              </a:ext>
            </a:extLst>
          </p:cNvPr>
          <p:cNvSpPr txBox="1"/>
          <p:nvPr/>
        </p:nvSpPr>
        <p:spPr>
          <a:xfrm>
            <a:off x="4076700" y="6591300"/>
            <a:ext cx="7816883"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8: Managing disks, volumes, and NTFS permissions</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2650295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DB98-99D6-D036-1A4A-E93404169715}"/>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9: Introduction to PKI</a:t>
            </a:r>
          </a:p>
        </p:txBody>
      </p:sp>
      <p:sp>
        <p:nvSpPr>
          <p:cNvPr id="3" name="Text Placeholder 2">
            <a:extLst>
              <a:ext uri="{FF2B5EF4-FFF2-40B4-BE49-F238E27FC236}">
                <a16:creationId xmlns:a16="http://schemas.microsoft.com/office/drawing/2014/main" id="{5556BF52-82D8-AB65-75D6-0C22D893E532}"/>
              </a:ext>
            </a:extLst>
          </p:cNvPr>
          <p:cNvSpPr>
            <a:spLocks noGrp="1"/>
          </p:cNvSpPr>
          <p:nvPr>
            <p:ph type="body" sz="quarter" idx="4294967295"/>
          </p:nvPr>
        </p:nvSpPr>
        <p:spPr>
          <a:xfrm>
            <a:off x="4497388" y="476250"/>
            <a:ext cx="7694612" cy="688975"/>
          </a:xfrm>
        </p:spPr>
        <p:txBody>
          <a:bodyPr wrap="square" lIns="0" tIns="0" rIns="0" bIns="0" anchor="ctr">
            <a:noAutofit/>
          </a:bodyPr>
          <a:lstStyle/>
          <a:p>
            <a:r>
              <a:rPr lang="en-GB" sz="2400" dirty="0">
                <a:solidFill>
                  <a:srgbClr val="0076D4"/>
                </a:solidFill>
                <a:latin typeface="Segoe UI Semibold" panose="020B0702040204020203" pitchFamily="34" charset="0"/>
              </a:rPr>
              <a:t>01</a:t>
            </a:r>
            <a:r>
              <a:rPr lang="en-GB" sz="2400" dirty="0">
                <a:latin typeface="Segoe UI" panose="020B0502040204020203" pitchFamily="34" charset="0"/>
              </a:rPr>
              <a:t>  PKI applications</a:t>
            </a:r>
          </a:p>
        </p:txBody>
      </p:sp>
      <p:sp>
        <p:nvSpPr>
          <p:cNvPr id="4" name="Text Placeholder 3">
            <a:extLst>
              <a:ext uri="{FF2B5EF4-FFF2-40B4-BE49-F238E27FC236}">
                <a16:creationId xmlns:a16="http://schemas.microsoft.com/office/drawing/2014/main" id="{4D250742-A711-1FD5-BF51-5642F5803415}"/>
              </a:ext>
            </a:extLst>
          </p:cNvPr>
          <p:cNvSpPr>
            <a:spLocks noGrp="1"/>
          </p:cNvSpPr>
          <p:nvPr>
            <p:ph type="body" sz="quarter" idx="4294967295"/>
          </p:nvPr>
        </p:nvSpPr>
        <p:spPr>
          <a:xfrm>
            <a:off x="4497388" y="1239838"/>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Algorithms</a:t>
            </a:r>
          </a:p>
        </p:txBody>
      </p:sp>
      <p:sp>
        <p:nvSpPr>
          <p:cNvPr id="5" name="Text Placeholder 4">
            <a:extLst>
              <a:ext uri="{FF2B5EF4-FFF2-40B4-BE49-F238E27FC236}">
                <a16:creationId xmlns:a16="http://schemas.microsoft.com/office/drawing/2014/main" id="{FA917ED1-30BB-FD83-EAA0-A37B231F130B}"/>
              </a:ext>
            </a:extLst>
          </p:cNvPr>
          <p:cNvSpPr>
            <a:spLocks noGrp="1"/>
          </p:cNvSpPr>
          <p:nvPr>
            <p:ph type="body" sz="quarter" idx="4294967295"/>
          </p:nvPr>
        </p:nvSpPr>
        <p:spPr>
          <a:xfrm>
            <a:off x="4497388" y="200501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Certificate management</a:t>
            </a:r>
          </a:p>
        </p:txBody>
      </p:sp>
      <p:sp>
        <p:nvSpPr>
          <p:cNvPr id="6" name="Text Placeholder 5">
            <a:extLst>
              <a:ext uri="{FF2B5EF4-FFF2-40B4-BE49-F238E27FC236}">
                <a16:creationId xmlns:a16="http://schemas.microsoft.com/office/drawing/2014/main" id="{C1ABE03A-42C4-BE89-6736-D26E918A1830}"/>
              </a:ext>
            </a:extLst>
          </p:cNvPr>
          <p:cNvSpPr>
            <a:spLocks noGrp="1"/>
          </p:cNvSpPr>
          <p:nvPr>
            <p:ph type="body" sz="quarter" idx="4294967295"/>
          </p:nvPr>
        </p:nvSpPr>
        <p:spPr>
          <a:xfrm>
            <a:off x="4497388" y="277018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Installing and enabling OpenSSH Server</a:t>
            </a:r>
          </a:p>
        </p:txBody>
      </p:sp>
      <p:sp>
        <p:nvSpPr>
          <p:cNvPr id="7" name="Text Placeholder 6">
            <a:extLst>
              <a:ext uri="{FF2B5EF4-FFF2-40B4-BE49-F238E27FC236}">
                <a16:creationId xmlns:a16="http://schemas.microsoft.com/office/drawing/2014/main" id="{7039C471-8465-D914-BD87-7C193E5C4250}"/>
              </a:ext>
            </a:extLst>
          </p:cNvPr>
          <p:cNvSpPr>
            <a:spLocks noGrp="1"/>
          </p:cNvSpPr>
          <p:nvPr>
            <p:ph type="body" sz="quarter" idx="4294967295"/>
          </p:nvPr>
        </p:nvSpPr>
        <p:spPr>
          <a:xfrm>
            <a:off x="4497388" y="353536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Configuring SSH for remote administration</a:t>
            </a:r>
          </a:p>
        </p:txBody>
      </p:sp>
      <p:sp>
        <p:nvSpPr>
          <p:cNvPr id="8" name="Text Placeholder 7">
            <a:extLst>
              <a:ext uri="{FF2B5EF4-FFF2-40B4-BE49-F238E27FC236}">
                <a16:creationId xmlns:a16="http://schemas.microsoft.com/office/drawing/2014/main" id="{7F58EA3B-B98C-C748-9514-DF18DDA32855}"/>
              </a:ext>
            </a:extLst>
          </p:cNvPr>
          <p:cNvSpPr>
            <a:spLocks noGrp="1"/>
          </p:cNvSpPr>
          <p:nvPr>
            <p:ph type="body" sz="quarter" idx="4294967295"/>
          </p:nvPr>
        </p:nvSpPr>
        <p:spPr>
          <a:xfrm>
            <a:off x="4497388" y="430053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06</a:t>
            </a:r>
            <a:r>
              <a:rPr lang="en-GB" sz="2400">
                <a:solidFill>
                  <a:srgbClr val="000000"/>
                </a:solidFill>
                <a:latin typeface="Segoe UI" panose="020B0502040204020203" pitchFamily="34" charset="0"/>
              </a:rPr>
              <a:t>  Managing key-based authentication</a:t>
            </a:r>
          </a:p>
        </p:txBody>
      </p:sp>
      <p:cxnSp>
        <p:nvCxnSpPr>
          <p:cNvPr id="11" name="Straight Connector 10">
            <a:extLst>
              <a:ext uri="{FF2B5EF4-FFF2-40B4-BE49-F238E27FC236}">
                <a16:creationId xmlns:a16="http://schemas.microsoft.com/office/drawing/2014/main" id="{2AB8D970-D8A1-16B2-D119-B75329B9C294}"/>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99792F8F-5651-DEE4-5E23-6D4C1F322415}"/>
              </a:ext>
            </a:extLst>
          </p:cNvPr>
          <p:cNvSpPr txBox="1"/>
          <p:nvPr/>
        </p:nvSpPr>
        <p:spPr>
          <a:xfrm>
            <a:off x="4076700" y="6591300"/>
            <a:ext cx="9071138"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9: Installing OpenSSH and configuring secure remote access</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3029329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45542-D342-6957-CA86-41980CF37725}"/>
              </a:ext>
            </a:extLst>
          </p:cNvPr>
          <p:cNvSpPr>
            <a:spLocks noGrp="1"/>
          </p:cNvSpPr>
          <p:nvPr>
            <p:ph type="title"/>
          </p:nvPr>
        </p:nvSpPr>
        <p:spPr/>
        <p:txBody>
          <a:bodyPr wrap="square" lIns="0" tIns="0" rIns="0" bIns="0" anchor="ctr">
            <a:noAutofit/>
          </a:bodyPr>
          <a:lstStyle/>
          <a:p>
            <a:r>
              <a:rPr lang="en-GB" sz="2200">
                <a:solidFill>
                  <a:srgbClr val="FFFFFF"/>
                </a:solidFill>
                <a:latin typeface="Segoe UI" panose="020B0502040204020203" pitchFamily="34" charset="0"/>
              </a:rPr>
              <a:t>Chapter 10: Managing Permissions and Shares</a:t>
            </a:r>
          </a:p>
        </p:txBody>
      </p:sp>
      <p:sp>
        <p:nvSpPr>
          <p:cNvPr id="3" name="Text Placeholder 2">
            <a:extLst>
              <a:ext uri="{FF2B5EF4-FFF2-40B4-BE49-F238E27FC236}">
                <a16:creationId xmlns:a16="http://schemas.microsoft.com/office/drawing/2014/main" id="{03FF3142-6536-EAD9-E901-9937C4771E42}"/>
              </a:ext>
            </a:extLst>
          </p:cNvPr>
          <p:cNvSpPr>
            <a:spLocks noGrp="1"/>
          </p:cNvSpPr>
          <p:nvPr>
            <p:ph type="body" sz="quarter" idx="4294967295"/>
          </p:nvPr>
        </p:nvSpPr>
        <p:spPr>
          <a:xfrm>
            <a:off x="3695876" y="1447095"/>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Permissions</a:t>
            </a:r>
          </a:p>
        </p:txBody>
      </p:sp>
      <p:sp>
        <p:nvSpPr>
          <p:cNvPr id="4" name="Text Placeholder 3">
            <a:extLst>
              <a:ext uri="{FF2B5EF4-FFF2-40B4-BE49-F238E27FC236}">
                <a16:creationId xmlns:a16="http://schemas.microsoft.com/office/drawing/2014/main" id="{98FD300A-66C7-F370-0868-42F176480C74}"/>
              </a:ext>
            </a:extLst>
          </p:cNvPr>
          <p:cNvSpPr>
            <a:spLocks noGrp="1"/>
          </p:cNvSpPr>
          <p:nvPr>
            <p:ph type="body" sz="quarter" idx="4294967295"/>
          </p:nvPr>
        </p:nvSpPr>
        <p:spPr>
          <a:xfrm>
            <a:off x="3695876" y="2210683"/>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Shares</a:t>
            </a:r>
          </a:p>
        </p:txBody>
      </p:sp>
      <p:sp>
        <p:nvSpPr>
          <p:cNvPr id="5" name="Text Placeholder 4">
            <a:extLst>
              <a:ext uri="{FF2B5EF4-FFF2-40B4-BE49-F238E27FC236}">
                <a16:creationId xmlns:a16="http://schemas.microsoft.com/office/drawing/2014/main" id="{38E40A95-C7DA-E723-6C7A-5C34DFB82827}"/>
              </a:ext>
            </a:extLst>
          </p:cNvPr>
          <p:cNvSpPr>
            <a:spLocks noGrp="1"/>
          </p:cNvSpPr>
          <p:nvPr>
            <p:ph type="body" sz="quarter" idx="4294967295"/>
          </p:nvPr>
        </p:nvSpPr>
        <p:spPr>
          <a:xfrm>
            <a:off x="3695876" y="297585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Offline Files</a:t>
            </a:r>
          </a:p>
        </p:txBody>
      </p:sp>
      <p:sp>
        <p:nvSpPr>
          <p:cNvPr id="6" name="Text Placeholder 5">
            <a:extLst>
              <a:ext uri="{FF2B5EF4-FFF2-40B4-BE49-F238E27FC236}">
                <a16:creationId xmlns:a16="http://schemas.microsoft.com/office/drawing/2014/main" id="{F7E567CC-E3CB-6B21-CB49-9BDF42C1E424}"/>
              </a:ext>
            </a:extLst>
          </p:cNvPr>
          <p:cNvSpPr>
            <a:spLocks noGrp="1"/>
          </p:cNvSpPr>
          <p:nvPr>
            <p:ph type="body" sz="quarter" idx="4294967295"/>
          </p:nvPr>
        </p:nvSpPr>
        <p:spPr>
          <a:xfrm>
            <a:off x="3695876" y="374103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Volume Shadow Copies</a:t>
            </a:r>
          </a:p>
        </p:txBody>
      </p:sp>
      <p:sp>
        <p:nvSpPr>
          <p:cNvPr id="7" name="Text Placeholder 6">
            <a:extLst>
              <a:ext uri="{FF2B5EF4-FFF2-40B4-BE49-F238E27FC236}">
                <a16:creationId xmlns:a16="http://schemas.microsoft.com/office/drawing/2014/main" id="{9D366241-C440-983C-DCD0-A0170C914175}"/>
              </a:ext>
            </a:extLst>
          </p:cNvPr>
          <p:cNvSpPr>
            <a:spLocks noGrp="1"/>
          </p:cNvSpPr>
          <p:nvPr>
            <p:ph type="body" sz="quarter" idx="4294967295"/>
          </p:nvPr>
        </p:nvSpPr>
        <p:spPr>
          <a:xfrm>
            <a:off x="3695876" y="450620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Introduction to Group Policy</a:t>
            </a:r>
          </a:p>
        </p:txBody>
      </p:sp>
      <p:cxnSp>
        <p:nvCxnSpPr>
          <p:cNvPr id="11" name="Straight Connector 10">
            <a:extLst>
              <a:ext uri="{FF2B5EF4-FFF2-40B4-BE49-F238E27FC236}">
                <a16:creationId xmlns:a16="http://schemas.microsoft.com/office/drawing/2014/main" id="{FC2A2B5F-BB7A-3EB5-A25F-34A17CFC673E}"/>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47436F24-A8F5-C88D-E2DF-4BA7D26664AD}"/>
              </a:ext>
            </a:extLst>
          </p:cNvPr>
          <p:cNvSpPr txBox="1"/>
          <p:nvPr/>
        </p:nvSpPr>
        <p:spPr>
          <a:xfrm>
            <a:off x="4076700" y="6591300"/>
            <a:ext cx="8554393"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10: Creating file shares and managing share permissions</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51221272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59CA-09EA-1904-5F4B-B14C674B5777}"/>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11: Performance Monitoring</a:t>
            </a:r>
          </a:p>
        </p:txBody>
      </p:sp>
      <p:sp>
        <p:nvSpPr>
          <p:cNvPr id="3" name="Text Placeholder 2">
            <a:extLst>
              <a:ext uri="{FF2B5EF4-FFF2-40B4-BE49-F238E27FC236}">
                <a16:creationId xmlns:a16="http://schemas.microsoft.com/office/drawing/2014/main" id="{668EC65F-A457-36E4-F0E4-7ABB13260316}"/>
              </a:ext>
            </a:extLst>
          </p:cNvPr>
          <p:cNvSpPr>
            <a:spLocks noGrp="1"/>
          </p:cNvSpPr>
          <p:nvPr>
            <p:ph type="body" sz="quarter" idx="4294967295"/>
          </p:nvPr>
        </p:nvSpPr>
        <p:spPr>
          <a:xfrm>
            <a:off x="3684588" y="1943806"/>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Counters</a:t>
            </a:r>
          </a:p>
        </p:txBody>
      </p:sp>
      <p:sp>
        <p:nvSpPr>
          <p:cNvPr id="4" name="Text Placeholder 3">
            <a:extLst>
              <a:ext uri="{FF2B5EF4-FFF2-40B4-BE49-F238E27FC236}">
                <a16:creationId xmlns:a16="http://schemas.microsoft.com/office/drawing/2014/main" id="{CC862935-E2AA-4FF3-3025-6AE18AAA071F}"/>
              </a:ext>
            </a:extLst>
          </p:cNvPr>
          <p:cNvSpPr>
            <a:spLocks noGrp="1"/>
          </p:cNvSpPr>
          <p:nvPr>
            <p:ph type="body" sz="quarter" idx="4294967295"/>
          </p:nvPr>
        </p:nvSpPr>
        <p:spPr>
          <a:xfrm>
            <a:off x="3684588" y="2707394"/>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Live monitoring</a:t>
            </a:r>
          </a:p>
        </p:txBody>
      </p:sp>
      <p:sp>
        <p:nvSpPr>
          <p:cNvPr id="5" name="Text Placeholder 4">
            <a:extLst>
              <a:ext uri="{FF2B5EF4-FFF2-40B4-BE49-F238E27FC236}">
                <a16:creationId xmlns:a16="http://schemas.microsoft.com/office/drawing/2014/main" id="{0B247A24-CF73-EEE3-312C-33CC6DA0DB0C}"/>
              </a:ext>
            </a:extLst>
          </p:cNvPr>
          <p:cNvSpPr>
            <a:spLocks noGrp="1"/>
          </p:cNvSpPr>
          <p:nvPr>
            <p:ph type="body" sz="quarter" idx="4294967295"/>
          </p:nvPr>
        </p:nvSpPr>
        <p:spPr>
          <a:xfrm>
            <a:off x="3684588" y="3472569"/>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Data collection</a:t>
            </a:r>
          </a:p>
        </p:txBody>
      </p:sp>
      <p:sp>
        <p:nvSpPr>
          <p:cNvPr id="6" name="Text Placeholder 5">
            <a:extLst>
              <a:ext uri="{FF2B5EF4-FFF2-40B4-BE49-F238E27FC236}">
                <a16:creationId xmlns:a16="http://schemas.microsoft.com/office/drawing/2014/main" id="{60FB013D-F73B-7C1D-4D41-B17BD6EC2185}"/>
              </a:ext>
            </a:extLst>
          </p:cNvPr>
          <p:cNvSpPr>
            <a:spLocks noGrp="1"/>
          </p:cNvSpPr>
          <p:nvPr>
            <p:ph type="body" sz="quarter" idx="4294967295"/>
          </p:nvPr>
        </p:nvSpPr>
        <p:spPr>
          <a:xfrm>
            <a:off x="3684588" y="423774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Monitoring and troubleshooting</a:t>
            </a:r>
          </a:p>
        </p:txBody>
      </p:sp>
      <p:cxnSp>
        <p:nvCxnSpPr>
          <p:cNvPr id="11" name="Straight Connector 10">
            <a:extLst>
              <a:ext uri="{FF2B5EF4-FFF2-40B4-BE49-F238E27FC236}">
                <a16:creationId xmlns:a16="http://schemas.microsoft.com/office/drawing/2014/main" id="{0143FC7B-2FD8-5E84-A3ED-291E14DC4217}"/>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8BA25599-C4F1-3148-921F-CEAE6FDBCBE6}"/>
              </a:ext>
            </a:extLst>
          </p:cNvPr>
          <p:cNvSpPr txBox="1"/>
          <p:nvPr/>
        </p:nvSpPr>
        <p:spPr>
          <a:xfrm>
            <a:off x="4076700" y="6591300"/>
            <a:ext cx="8408840"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11: Monitoring server performance and resource usage</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83146073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F527E-8482-1634-0432-1F65828B480D}"/>
              </a:ext>
            </a:extLst>
          </p:cNvPr>
          <p:cNvSpPr>
            <a:spLocks noGrp="1"/>
          </p:cNvSpPr>
          <p:nvPr>
            <p:ph type="title"/>
          </p:nvPr>
        </p:nvSpPr>
        <p:spPr/>
        <p:txBody>
          <a:bodyPr wrap="square" lIns="0" tIns="0" rIns="0" bIns="0" anchor="ctr">
            <a:noAutofit/>
          </a:bodyPr>
          <a:lstStyle/>
          <a:p>
            <a:r>
              <a:rPr lang="en-GB" sz="2800">
                <a:solidFill>
                  <a:srgbClr val="FFFFFF"/>
                </a:solidFill>
                <a:latin typeface="Segoe UI" panose="020B0502040204020203" pitchFamily="34" charset="0"/>
              </a:rPr>
              <a:t>Chapter 12: Licensing</a:t>
            </a:r>
          </a:p>
        </p:txBody>
      </p:sp>
      <p:sp>
        <p:nvSpPr>
          <p:cNvPr id="3" name="Text Placeholder 2">
            <a:extLst>
              <a:ext uri="{FF2B5EF4-FFF2-40B4-BE49-F238E27FC236}">
                <a16:creationId xmlns:a16="http://schemas.microsoft.com/office/drawing/2014/main" id="{0D264506-B1C5-69F8-98E2-61712536C308}"/>
              </a:ext>
            </a:extLst>
          </p:cNvPr>
          <p:cNvSpPr>
            <a:spLocks noGrp="1"/>
          </p:cNvSpPr>
          <p:nvPr>
            <p:ph type="body" sz="quarter" idx="4294967295"/>
          </p:nvPr>
        </p:nvSpPr>
        <p:spPr>
          <a:xfrm>
            <a:off x="3729743" y="155998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Windows Server editions</a:t>
            </a:r>
          </a:p>
        </p:txBody>
      </p:sp>
      <p:sp>
        <p:nvSpPr>
          <p:cNvPr id="4" name="Text Placeholder 3">
            <a:extLst>
              <a:ext uri="{FF2B5EF4-FFF2-40B4-BE49-F238E27FC236}">
                <a16:creationId xmlns:a16="http://schemas.microsoft.com/office/drawing/2014/main" id="{BBA5B08F-65F5-9CE5-F48C-69C71FCE8C69}"/>
              </a:ext>
            </a:extLst>
          </p:cNvPr>
          <p:cNvSpPr>
            <a:spLocks noGrp="1"/>
          </p:cNvSpPr>
          <p:nvPr>
            <p:ph type="body" sz="quarter" idx="4294967295"/>
          </p:nvPr>
        </p:nvSpPr>
        <p:spPr>
          <a:xfrm>
            <a:off x="3729743" y="2323571"/>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Licensing</a:t>
            </a:r>
          </a:p>
        </p:txBody>
      </p:sp>
      <p:sp>
        <p:nvSpPr>
          <p:cNvPr id="5" name="Text Placeholder 4">
            <a:extLst>
              <a:ext uri="{FF2B5EF4-FFF2-40B4-BE49-F238E27FC236}">
                <a16:creationId xmlns:a16="http://schemas.microsoft.com/office/drawing/2014/main" id="{77A0F4FA-A066-AD76-14F7-E4A16F78793B}"/>
              </a:ext>
            </a:extLst>
          </p:cNvPr>
          <p:cNvSpPr>
            <a:spLocks noGrp="1"/>
          </p:cNvSpPr>
          <p:nvPr>
            <p:ph type="body" sz="quarter" idx="4294967295"/>
          </p:nvPr>
        </p:nvSpPr>
        <p:spPr>
          <a:xfrm>
            <a:off x="3729743" y="3088746"/>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Windows Server Pay-as-you-go</a:t>
            </a:r>
          </a:p>
        </p:txBody>
      </p:sp>
      <p:sp>
        <p:nvSpPr>
          <p:cNvPr id="6" name="Text Placeholder 5">
            <a:extLst>
              <a:ext uri="{FF2B5EF4-FFF2-40B4-BE49-F238E27FC236}">
                <a16:creationId xmlns:a16="http://schemas.microsoft.com/office/drawing/2014/main" id="{DED3DF31-D9F4-ED48-3E3E-ED266E03CA80}"/>
              </a:ext>
            </a:extLst>
          </p:cNvPr>
          <p:cNvSpPr>
            <a:spLocks noGrp="1"/>
          </p:cNvSpPr>
          <p:nvPr>
            <p:ph type="body" sz="quarter" idx="4294967295"/>
          </p:nvPr>
        </p:nvSpPr>
        <p:spPr>
          <a:xfrm>
            <a:off x="3729743" y="3853921"/>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Virtualization rights</a:t>
            </a:r>
          </a:p>
        </p:txBody>
      </p:sp>
      <p:sp>
        <p:nvSpPr>
          <p:cNvPr id="7" name="Text Placeholder 6">
            <a:extLst>
              <a:ext uri="{FF2B5EF4-FFF2-40B4-BE49-F238E27FC236}">
                <a16:creationId xmlns:a16="http://schemas.microsoft.com/office/drawing/2014/main" id="{CED43486-AEAC-B535-49F8-0D572B294D57}"/>
              </a:ext>
            </a:extLst>
          </p:cNvPr>
          <p:cNvSpPr>
            <a:spLocks noGrp="1"/>
          </p:cNvSpPr>
          <p:nvPr>
            <p:ph type="body" sz="quarter" idx="4294967295"/>
          </p:nvPr>
        </p:nvSpPr>
        <p:spPr>
          <a:xfrm>
            <a:off x="3729743" y="4619096"/>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05</a:t>
            </a:r>
            <a:r>
              <a:rPr lang="en-GB" sz="2400">
                <a:latin typeface="Segoe UI" panose="020B0502040204020203" pitchFamily="34" charset="0"/>
              </a:rPr>
              <a:t>  Azure Hybrid Benefit</a:t>
            </a:r>
          </a:p>
        </p:txBody>
      </p:sp>
      <p:cxnSp>
        <p:nvCxnSpPr>
          <p:cNvPr id="11" name="Straight Connector 10">
            <a:extLst>
              <a:ext uri="{FF2B5EF4-FFF2-40B4-BE49-F238E27FC236}">
                <a16:creationId xmlns:a16="http://schemas.microsoft.com/office/drawing/2014/main" id="{6E5654C5-8788-3B7F-2AE5-8B2DBEBC5AF1}"/>
              </a:ext>
            </a:extLst>
          </p:cNvPr>
          <p:cNvCxnSpPr/>
          <p:nvPr/>
        </p:nvCxnSpPr>
        <p:spPr>
          <a:xfrm>
            <a:off x="3309055" y="7636933"/>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F17A1934-24A6-A281-B7A6-6DFB16536AED}"/>
              </a:ext>
            </a:extLst>
          </p:cNvPr>
          <p:cNvSpPr txBox="1"/>
          <p:nvPr/>
        </p:nvSpPr>
        <p:spPr>
          <a:xfrm>
            <a:off x="4076700" y="6591300"/>
            <a:ext cx="8987717"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12: Understanding Windows Server licensing and activation</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237908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4103-2635-7F3D-139F-81B8FA6B5476}"/>
              </a:ext>
            </a:extLst>
          </p:cNvPr>
          <p:cNvSpPr>
            <a:spLocks noGrp="1"/>
          </p:cNvSpPr>
          <p:nvPr>
            <p:ph type="title"/>
          </p:nvPr>
        </p:nvSpPr>
        <p:spPr/>
        <p:txBody>
          <a:bodyPr wrap="square" lIns="0" tIns="0" rIns="0" bIns="0" anchor="ctr">
            <a:noAutofit/>
          </a:bodyPr>
          <a:lstStyle/>
          <a:p>
            <a:r>
              <a:rPr lang="en-GB" sz="2800">
                <a:solidFill>
                  <a:srgbClr val="FFFFFF"/>
                </a:solidFill>
                <a:latin typeface="Segoe UI" panose="020B0502040204020203" pitchFamily="34" charset="0"/>
              </a:rPr>
              <a:t>Chapter 13: Azure Arc</a:t>
            </a:r>
          </a:p>
        </p:txBody>
      </p:sp>
      <p:sp>
        <p:nvSpPr>
          <p:cNvPr id="3" name="Text Placeholder 2">
            <a:extLst>
              <a:ext uri="{FF2B5EF4-FFF2-40B4-BE49-F238E27FC236}">
                <a16:creationId xmlns:a16="http://schemas.microsoft.com/office/drawing/2014/main" id="{C74016C0-217A-EC78-89EC-4B4233A9BCE5}"/>
              </a:ext>
            </a:extLst>
          </p:cNvPr>
          <p:cNvSpPr>
            <a:spLocks noGrp="1"/>
          </p:cNvSpPr>
          <p:nvPr>
            <p:ph type="body" sz="quarter" idx="4294967295"/>
          </p:nvPr>
        </p:nvSpPr>
        <p:spPr>
          <a:xfrm>
            <a:off x="3650721" y="1898650"/>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Introduction to Azure Arc</a:t>
            </a:r>
          </a:p>
        </p:txBody>
      </p:sp>
      <p:sp>
        <p:nvSpPr>
          <p:cNvPr id="4" name="Text Placeholder 3">
            <a:extLst>
              <a:ext uri="{FF2B5EF4-FFF2-40B4-BE49-F238E27FC236}">
                <a16:creationId xmlns:a16="http://schemas.microsoft.com/office/drawing/2014/main" id="{7C7DC7BD-6EF8-D8A2-EF88-6EA3BF5EA963}"/>
              </a:ext>
            </a:extLst>
          </p:cNvPr>
          <p:cNvSpPr>
            <a:spLocks noGrp="1"/>
          </p:cNvSpPr>
          <p:nvPr>
            <p:ph type="body" sz="quarter" idx="4294967295"/>
          </p:nvPr>
        </p:nvSpPr>
        <p:spPr>
          <a:xfrm>
            <a:off x="3650721" y="2662238"/>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Connecting Windows Server machines</a:t>
            </a:r>
          </a:p>
        </p:txBody>
      </p:sp>
      <p:sp>
        <p:nvSpPr>
          <p:cNvPr id="5" name="Text Placeholder 4">
            <a:extLst>
              <a:ext uri="{FF2B5EF4-FFF2-40B4-BE49-F238E27FC236}">
                <a16:creationId xmlns:a16="http://schemas.microsoft.com/office/drawing/2014/main" id="{7D0F01DF-A684-0EA8-A2D4-91083D428579}"/>
              </a:ext>
            </a:extLst>
          </p:cNvPr>
          <p:cNvSpPr>
            <a:spLocks noGrp="1"/>
          </p:cNvSpPr>
          <p:nvPr>
            <p:ph type="body" sz="quarter" idx="4294967295"/>
          </p:nvPr>
        </p:nvSpPr>
        <p:spPr>
          <a:xfrm>
            <a:off x="3650721" y="342741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Hybrid server management and governance</a:t>
            </a:r>
          </a:p>
        </p:txBody>
      </p:sp>
      <p:sp>
        <p:nvSpPr>
          <p:cNvPr id="6" name="Text Placeholder 5">
            <a:extLst>
              <a:ext uri="{FF2B5EF4-FFF2-40B4-BE49-F238E27FC236}">
                <a16:creationId xmlns:a16="http://schemas.microsoft.com/office/drawing/2014/main" id="{8F4D7830-0171-5D6F-D9EB-C38DB541EC17}"/>
              </a:ext>
            </a:extLst>
          </p:cNvPr>
          <p:cNvSpPr>
            <a:spLocks noGrp="1"/>
          </p:cNvSpPr>
          <p:nvPr>
            <p:ph type="body" sz="quarter" idx="4294967295"/>
          </p:nvPr>
        </p:nvSpPr>
        <p:spPr>
          <a:xfrm>
            <a:off x="3650721" y="4192588"/>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Policy, inventory, and update management</a:t>
            </a:r>
          </a:p>
        </p:txBody>
      </p:sp>
      <p:cxnSp>
        <p:nvCxnSpPr>
          <p:cNvPr id="11" name="Straight Connector 10">
            <a:extLst>
              <a:ext uri="{FF2B5EF4-FFF2-40B4-BE49-F238E27FC236}">
                <a16:creationId xmlns:a16="http://schemas.microsoft.com/office/drawing/2014/main" id="{C3A086F3-60B3-9549-C99C-F5EBC1FD53BE}"/>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1C14D40B-5BBD-E2E2-FECA-BFC1E4B3A076}"/>
              </a:ext>
            </a:extLst>
          </p:cNvPr>
          <p:cNvSpPr txBox="1"/>
          <p:nvPr/>
        </p:nvSpPr>
        <p:spPr>
          <a:xfrm>
            <a:off x="4076700" y="6591300"/>
            <a:ext cx="7020192"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13: Connecting Windows Server to Azure Arc</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1392923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0C432-A67D-191D-8654-5BE657A2AF95}"/>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14: Windows Hotpatch</a:t>
            </a:r>
          </a:p>
        </p:txBody>
      </p:sp>
      <p:sp>
        <p:nvSpPr>
          <p:cNvPr id="3" name="Text Placeholder 2">
            <a:extLst>
              <a:ext uri="{FF2B5EF4-FFF2-40B4-BE49-F238E27FC236}">
                <a16:creationId xmlns:a16="http://schemas.microsoft.com/office/drawing/2014/main" id="{9E2B69D7-D0F3-9A4C-92BC-5157224D58E2}"/>
              </a:ext>
            </a:extLst>
          </p:cNvPr>
          <p:cNvSpPr>
            <a:spLocks noGrp="1"/>
          </p:cNvSpPr>
          <p:nvPr>
            <p:ph type="body" sz="quarter" idx="4294967295"/>
          </p:nvPr>
        </p:nvSpPr>
        <p:spPr>
          <a:xfrm>
            <a:off x="3684588" y="2059781"/>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Introduction to Windows Hotpatch</a:t>
            </a:r>
          </a:p>
        </p:txBody>
      </p:sp>
      <p:sp>
        <p:nvSpPr>
          <p:cNvPr id="4" name="Text Placeholder 3">
            <a:extLst>
              <a:ext uri="{FF2B5EF4-FFF2-40B4-BE49-F238E27FC236}">
                <a16:creationId xmlns:a16="http://schemas.microsoft.com/office/drawing/2014/main" id="{F74E6687-A010-EE93-4265-A02DC0868295}"/>
              </a:ext>
            </a:extLst>
          </p:cNvPr>
          <p:cNvSpPr>
            <a:spLocks noGrp="1"/>
          </p:cNvSpPr>
          <p:nvPr>
            <p:ph type="body" sz="quarter" idx="4294967295"/>
          </p:nvPr>
        </p:nvSpPr>
        <p:spPr>
          <a:xfrm>
            <a:off x="3684588" y="2823369"/>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Prerequisites and supported scenarios</a:t>
            </a:r>
          </a:p>
        </p:txBody>
      </p:sp>
      <p:sp>
        <p:nvSpPr>
          <p:cNvPr id="5" name="Text Placeholder 4">
            <a:extLst>
              <a:ext uri="{FF2B5EF4-FFF2-40B4-BE49-F238E27FC236}">
                <a16:creationId xmlns:a16="http://schemas.microsoft.com/office/drawing/2014/main" id="{2ABC3F94-4744-699D-31B9-3EA4BEF04441}"/>
              </a:ext>
            </a:extLst>
          </p:cNvPr>
          <p:cNvSpPr>
            <a:spLocks noGrp="1"/>
          </p:cNvSpPr>
          <p:nvPr>
            <p:ph type="body" sz="quarter" idx="4294967295"/>
          </p:nvPr>
        </p:nvSpPr>
        <p:spPr>
          <a:xfrm>
            <a:off x="3684588" y="358854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Enabling and managing Hotpatch</a:t>
            </a:r>
          </a:p>
        </p:txBody>
      </p:sp>
      <p:sp>
        <p:nvSpPr>
          <p:cNvPr id="6" name="Text Placeholder 5">
            <a:extLst>
              <a:ext uri="{FF2B5EF4-FFF2-40B4-BE49-F238E27FC236}">
                <a16:creationId xmlns:a16="http://schemas.microsoft.com/office/drawing/2014/main" id="{1BDCD3F6-AE36-8DA0-63CC-DC56BC15C9FF}"/>
              </a:ext>
            </a:extLst>
          </p:cNvPr>
          <p:cNvSpPr>
            <a:spLocks noGrp="1"/>
          </p:cNvSpPr>
          <p:nvPr>
            <p:ph type="body" sz="quarter" idx="4294967295"/>
          </p:nvPr>
        </p:nvSpPr>
        <p:spPr>
          <a:xfrm>
            <a:off x="3684588" y="4353719"/>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Patch cadence and reduced reboot requirements</a:t>
            </a:r>
          </a:p>
        </p:txBody>
      </p:sp>
      <p:cxnSp>
        <p:nvCxnSpPr>
          <p:cNvPr id="11" name="Straight Connector 10">
            <a:extLst>
              <a:ext uri="{FF2B5EF4-FFF2-40B4-BE49-F238E27FC236}">
                <a16:creationId xmlns:a16="http://schemas.microsoft.com/office/drawing/2014/main" id="{8D20A3C2-6516-07BB-5537-B9AD200D12C7}"/>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D78B728D-E65A-9199-305D-4A066EA36283}"/>
              </a:ext>
            </a:extLst>
          </p:cNvPr>
          <p:cNvSpPr txBox="1"/>
          <p:nvPr/>
        </p:nvSpPr>
        <p:spPr>
          <a:xfrm>
            <a:off x="4076700" y="6591300"/>
            <a:ext cx="8228471"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14: Understanding patching and update management</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423778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5DA2-B95E-0B5B-4F7D-EAD79CD4997D}"/>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15: Hyper-V and Containers</a:t>
            </a:r>
          </a:p>
        </p:txBody>
      </p:sp>
      <p:sp>
        <p:nvSpPr>
          <p:cNvPr id="3" name="Text Placeholder 2">
            <a:extLst>
              <a:ext uri="{FF2B5EF4-FFF2-40B4-BE49-F238E27FC236}">
                <a16:creationId xmlns:a16="http://schemas.microsoft.com/office/drawing/2014/main" id="{2F9A4E7A-7565-256F-BBFA-00251E17EE3E}"/>
              </a:ext>
            </a:extLst>
          </p:cNvPr>
          <p:cNvSpPr>
            <a:spLocks noGrp="1"/>
          </p:cNvSpPr>
          <p:nvPr>
            <p:ph type="body" sz="quarter" idx="4294967295"/>
          </p:nvPr>
        </p:nvSpPr>
        <p:spPr>
          <a:xfrm>
            <a:off x="3650721" y="2059781"/>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Introduction to Hyper-V</a:t>
            </a:r>
          </a:p>
        </p:txBody>
      </p:sp>
      <p:sp>
        <p:nvSpPr>
          <p:cNvPr id="4" name="Text Placeholder 3">
            <a:extLst>
              <a:ext uri="{FF2B5EF4-FFF2-40B4-BE49-F238E27FC236}">
                <a16:creationId xmlns:a16="http://schemas.microsoft.com/office/drawing/2014/main" id="{B5B0BEA0-8B31-9330-B387-31B6D47A774D}"/>
              </a:ext>
            </a:extLst>
          </p:cNvPr>
          <p:cNvSpPr>
            <a:spLocks noGrp="1"/>
          </p:cNvSpPr>
          <p:nvPr>
            <p:ph type="body" sz="quarter" idx="4294967295"/>
          </p:nvPr>
        </p:nvSpPr>
        <p:spPr>
          <a:xfrm>
            <a:off x="3650721" y="2823369"/>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Installing and configuring the Hyper-V role</a:t>
            </a:r>
          </a:p>
        </p:txBody>
      </p:sp>
      <p:sp>
        <p:nvSpPr>
          <p:cNvPr id="5" name="Text Placeholder 4">
            <a:extLst>
              <a:ext uri="{FF2B5EF4-FFF2-40B4-BE49-F238E27FC236}">
                <a16:creationId xmlns:a16="http://schemas.microsoft.com/office/drawing/2014/main" id="{4DE4244C-6AA8-EAAE-21BF-1C4BEB1360A9}"/>
              </a:ext>
            </a:extLst>
          </p:cNvPr>
          <p:cNvSpPr>
            <a:spLocks noGrp="1"/>
          </p:cNvSpPr>
          <p:nvPr>
            <p:ph type="body" sz="quarter" idx="4294967295"/>
          </p:nvPr>
        </p:nvSpPr>
        <p:spPr>
          <a:xfrm>
            <a:off x="3650721" y="358854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Creating and managing virtual machines</a:t>
            </a:r>
          </a:p>
        </p:txBody>
      </p:sp>
      <p:sp>
        <p:nvSpPr>
          <p:cNvPr id="6" name="Text Placeholder 5">
            <a:extLst>
              <a:ext uri="{FF2B5EF4-FFF2-40B4-BE49-F238E27FC236}">
                <a16:creationId xmlns:a16="http://schemas.microsoft.com/office/drawing/2014/main" id="{64BCE2EE-2393-DC0B-60DF-2F3EC2295085}"/>
              </a:ext>
            </a:extLst>
          </p:cNvPr>
          <p:cNvSpPr>
            <a:spLocks noGrp="1"/>
          </p:cNvSpPr>
          <p:nvPr>
            <p:ph type="body" sz="quarter" idx="4294967295"/>
          </p:nvPr>
        </p:nvSpPr>
        <p:spPr>
          <a:xfrm>
            <a:off x="3650721" y="4353719"/>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Virtual networking and storage for Hyper-V</a:t>
            </a:r>
          </a:p>
        </p:txBody>
      </p:sp>
      <p:cxnSp>
        <p:nvCxnSpPr>
          <p:cNvPr id="11" name="Straight Connector 10">
            <a:extLst>
              <a:ext uri="{FF2B5EF4-FFF2-40B4-BE49-F238E27FC236}">
                <a16:creationId xmlns:a16="http://schemas.microsoft.com/office/drawing/2014/main" id="{B52B2C64-C22B-5E62-4D24-F6B20888C111}"/>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17EAEABD-CE26-C4D4-56FC-1A4F74344E2C}"/>
              </a:ext>
            </a:extLst>
          </p:cNvPr>
          <p:cNvSpPr txBox="1"/>
          <p:nvPr/>
        </p:nvSpPr>
        <p:spPr>
          <a:xfrm>
            <a:off x="4076700" y="6591300"/>
            <a:ext cx="7948330"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15: Installing Hyper-V and creating virtual machines</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4554940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7834-785E-F447-CCE9-CBEFDA44F357}"/>
              </a:ext>
            </a:extLst>
          </p:cNvPr>
          <p:cNvSpPr>
            <a:spLocks noGrp="1"/>
          </p:cNvSpPr>
          <p:nvPr>
            <p:ph type="title"/>
          </p:nvPr>
        </p:nvSpPr>
        <p:spPr/>
        <p:txBody>
          <a:bodyPr wrap="square" lIns="0" tIns="0" rIns="0" bIns="0" anchor="ctr">
            <a:noAutofit/>
          </a:bodyPr>
          <a:lstStyle/>
          <a:p>
            <a:r>
              <a:rPr lang="en-GB" sz="2800">
                <a:solidFill>
                  <a:srgbClr val="FFFFFF"/>
                </a:solidFill>
                <a:latin typeface="Segoe UI" panose="020B0502040204020203" pitchFamily="34" charset="0"/>
              </a:rPr>
              <a:t>Chapter 16: Windows LAPS</a:t>
            </a:r>
          </a:p>
        </p:txBody>
      </p:sp>
      <p:sp>
        <p:nvSpPr>
          <p:cNvPr id="3" name="Text Placeholder 2">
            <a:extLst>
              <a:ext uri="{FF2B5EF4-FFF2-40B4-BE49-F238E27FC236}">
                <a16:creationId xmlns:a16="http://schemas.microsoft.com/office/drawing/2014/main" id="{D494D836-309A-8A98-80E1-AE1951BA7732}"/>
              </a:ext>
            </a:extLst>
          </p:cNvPr>
          <p:cNvSpPr>
            <a:spLocks noGrp="1"/>
          </p:cNvSpPr>
          <p:nvPr>
            <p:ph type="body" sz="quarter" idx="4294967295"/>
          </p:nvPr>
        </p:nvSpPr>
        <p:spPr>
          <a:xfrm>
            <a:off x="3752321" y="1853494"/>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Introduction to Windows LAPS</a:t>
            </a:r>
          </a:p>
        </p:txBody>
      </p:sp>
      <p:sp>
        <p:nvSpPr>
          <p:cNvPr id="4" name="Text Placeholder 3">
            <a:extLst>
              <a:ext uri="{FF2B5EF4-FFF2-40B4-BE49-F238E27FC236}">
                <a16:creationId xmlns:a16="http://schemas.microsoft.com/office/drawing/2014/main" id="{57E02CEF-16A4-6681-8CF1-F67045AB438F}"/>
              </a:ext>
            </a:extLst>
          </p:cNvPr>
          <p:cNvSpPr>
            <a:spLocks noGrp="1"/>
          </p:cNvSpPr>
          <p:nvPr>
            <p:ph type="body" sz="quarter" idx="4294967295"/>
          </p:nvPr>
        </p:nvSpPr>
        <p:spPr>
          <a:xfrm>
            <a:off x="3752321" y="2617082"/>
            <a:ext cx="7694612" cy="690562"/>
          </a:xfrm>
        </p:spPr>
        <p:txBody>
          <a:bodyPr wrap="square" lIns="0" tIns="0" rIns="0" bIns="0" anchor="ctr">
            <a:noAutofit/>
          </a:bodyPr>
          <a:lstStyle/>
          <a:p>
            <a:r>
              <a:rPr lang="en-GB" sz="2400">
                <a:solidFill>
                  <a:srgbClr val="0076D4"/>
                </a:solidFill>
                <a:latin typeface="Segoe UI Semibold" panose="020B0702040204020203" pitchFamily="34" charset="0"/>
              </a:rPr>
              <a:t>02</a:t>
            </a:r>
            <a:r>
              <a:rPr lang="en-GB" sz="2400">
                <a:latin typeface="Segoe UI" panose="020B0502040204020203" pitchFamily="34" charset="0"/>
              </a:rPr>
              <a:t>  Managing local administrator passwords securely</a:t>
            </a:r>
          </a:p>
        </p:txBody>
      </p:sp>
      <p:sp>
        <p:nvSpPr>
          <p:cNvPr id="5" name="Text Placeholder 4">
            <a:extLst>
              <a:ext uri="{FF2B5EF4-FFF2-40B4-BE49-F238E27FC236}">
                <a16:creationId xmlns:a16="http://schemas.microsoft.com/office/drawing/2014/main" id="{7C5CEF9E-F9A9-0D63-DADC-8C5FDF11FD76}"/>
              </a:ext>
            </a:extLst>
          </p:cNvPr>
          <p:cNvSpPr>
            <a:spLocks noGrp="1"/>
          </p:cNvSpPr>
          <p:nvPr>
            <p:ph type="body" sz="quarter" idx="4294967295"/>
          </p:nvPr>
        </p:nvSpPr>
        <p:spPr>
          <a:xfrm>
            <a:off x="3752321" y="3382257"/>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03</a:t>
            </a:r>
            <a:r>
              <a:rPr lang="en-GB" sz="2400">
                <a:latin typeface="Segoe UI" panose="020B0502040204020203" pitchFamily="34" charset="0"/>
              </a:rPr>
              <a:t>  Configuring LAPS policies</a:t>
            </a:r>
          </a:p>
        </p:txBody>
      </p:sp>
      <p:sp>
        <p:nvSpPr>
          <p:cNvPr id="6" name="Text Placeholder 5">
            <a:extLst>
              <a:ext uri="{FF2B5EF4-FFF2-40B4-BE49-F238E27FC236}">
                <a16:creationId xmlns:a16="http://schemas.microsoft.com/office/drawing/2014/main" id="{B948E1D5-ACFB-1230-D77C-0F9E7BA81DCC}"/>
              </a:ext>
            </a:extLst>
          </p:cNvPr>
          <p:cNvSpPr>
            <a:spLocks noGrp="1"/>
          </p:cNvSpPr>
          <p:nvPr>
            <p:ph type="body" sz="quarter" idx="4294967295"/>
          </p:nvPr>
        </p:nvSpPr>
        <p:spPr>
          <a:xfrm>
            <a:off x="3752321" y="4147432"/>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04</a:t>
            </a:r>
            <a:r>
              <a:rPr lang="en-GB" sz="2400">
                <a:latin typeface="Segoe UI" panose="020B0502040204020203" pitchFamily="34" charset="0"/>
              </a:rPr>
              <a:t>  Password rotation and retrieval</a:t>
            </a:r>
          </a:p>
        </p:txBody>
      </p:sp>
      <p:cxnSp>
        <p:nvCxnSpPr>
          <p:cNvPr id="11" name="Straight Connector 10">
            <a:extLst>
              <a:ext uri="{FF2B5EF4-FFF2-40B4-BE49-F238E27FC236}">
                <a16:creationId xmlns:a16="http://schemas.microsoft.com/office/drawing/2014/main" id="{FAAE8858-3293-0F77-C14C-4BF304B5A477}"/>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0315809E-9661-8E2A-FF5D-3A561B7A4A21}"/>
              </a:ext>
            </a:extLst>
          </p:cNvPr>
          <p:cNvSpPr txBox="1"/>
          <p:nvPr/>
        </p:nvSpPr>
        <p:spPr>
          <a:xfrm>
            <a:off x="4076700" y="6591300"/>
            <a:ext cx="8331768"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16: Configuring Local Administrator Password Solution</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1047775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0D0E-958A-C865-3EB5-E4AE4FED3027}"/>
              </a:ext>
            </a:extLst>
          </p:cNvPr>
          <p:cNvSpPr>
            <a:spLocks noGrp="1"/>
          </p:cNvSpPr>
          <p:nvPr>
            <p:ph type="title"/>
          </p:nvPr>
        </p:nvSpPr>
        <p:spPr/>
        <p:txBody>
          <a:bodyPr wrap="square" lIns="0" tIns="0" rIns="0" bIns="0" anchor="ctr">
            <a:noAutofit/>
          </a:bodyPr>
          <a:lstStyle/>
          <a:p>
            <a:r>
              <a:rPr lang="en-GB" sz="2600">
                <a:solidFill>
                  <a:srgbClr val="FFFFFF"/>
                </a:solidFill>
                <a:latin typeface="Segoe UI" panose="020B0502040204020203" pitchFamily="34" charset="0"/>
              </a:rPr>
              <a:t>Chapter 17: Networking Basics</a:t>
            </a:r>
          </a:p>
        </p:txBody>
      </p:sp>
      <p:sp>
        <p:nvSpPr>
          <p:cNvPr id="3" name="Text Placeholder 2">
            <a:extLst>
              <a:ext uri="{FF2B5EF4-FFF2-40B4-BE49-F238E27FC236}">
                <a16:creationId xmlns:a16="http://schemas.microsoft.com/office/drawing/2014/main" id="{D3E320FD-00FC-FD8C-491A-4C6C9D893F00}"/>
              </a:ext>
            </a:extLst>
          </p:cNvPr>
          <p:cNvSpPr>
            <a:spLocks noGrp="1"/>
          </p:cNvSpPr>
          <p:nvPr>
            <p:ph type="body" sz="quarter" idx="4294967295"/>
          </p:nvPr>
        </p:nvSpPr>
        <p:spPr>
          <a:xfrm>
            <a:off x="4078288" y="3013473"/>
            <a:ext cx="7694612" cy="688975"/>
          </a:xfrm>
        </p:spPr>
        <p:txBody>
          <a:bodyPr wrap="square" lIns="0" tIns="0" rIns="0" bIns="0" anchor="ctr">
            <a:noAutofit/>
          </a:bodyPr>
          <a:lstStyle/>
          <a:p>
            <a:r>
              <a:rPr lang="en-GB" sz="2400">
                <a:solidFill>
                  <a:srgbClr val="0076D4"/>
                </a:solidFill>
                <a:latin typeface="Segoe UI Semibold" panose="020B0702040204020203" pitchFamily="34" charset="0"/>
              </a:rPr>
              <a:t>01</a:t>
            </a:r>
            <a:r>
              <a:rPr lang="en-GB" sz="2400">
                <a:latin typeface="Segoe UI" panose="020B0502040204020203" pitchFamily="34" charset="0"/>
              </a:rPr>
              <a:t>  Networking basics</a:t>
            </a:r>
          </a:p>
        </p:txBody>
      </p:sp>
      <p:cxnSp>
        <p:nvCxnSpPr>
          <p:cNvPr id="11" name="Straight Connector 10">
            <a:extLst>
              <a:ext uri="{FF2B5EF4-FFF2-40B4-BE49-F238E27FC236}">
                <a16:creationId xmlns:a16="http://schemas.microsoft.com/office/drawing/2014/main" id="{99216E6C-3C9F-8F30-0FB8-D77979AAE30A}"/>
              </a:ext>
            </a:extLst>
          </p:cNvPr>
          <p:cNvCxnSpPr/>
          <p:nvPr/>
        </p:nvCxnSpPr>
        <p:spPr>
          <a:xfrm>
            <a:off x="4076700" y="6553200"/>
            <a:ext cx="7696200" cy="0"/>
          </a:xfrm>
          <a:prstGeom prst="line">
            <a:avLst/>
          </a:prstGeom>
          <a:ln w="9525" cap="flat" cmpd="sng" algn="ctr">
            <a:solidFill>
              <a:srgbClr val="0076D4">
                <a:alpha val="45000"/>
              </a:srgb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Lab footer">
            <a:extLst>
              <a:ext uri="{FF2B5EF4-FFF2-40B4-BE49-F238E27FC236}">
                <a16:creationId xmlns:a16="http://schemas.microsoft.com/office/drawing/2014/main" id="{3E3D7796-67BB-C3A7-A3B2-BEDB27DF41E9}"/>
              </a:ext>
            </a:extLst>
          </p:cNvPr>
          <p:cNvSpPr txBox="1"/>
          <p:nvPr/>
        </p:nvSpPr>
        <p:spPr>
          <a:xfrm>
            <a:off x="4076700" y="6591300"/>
            <a:ext cx="6936514" cy="627864"/>
          </a:xfrm>
          <a:prstGeom prst="rect">
            <a:avLst/>
          </a:prstGeom>
          <a:noFill/>
        </p:spPr>
        <p:txBody>
          <a:bodyPr vert="horz" wrap="none" lIns="0" tIns="0" rIns="0" bIns="0" rtlCol="0">
            <a:noAutofit/>
          </a:bodyPr>
          <a:lstStyle/>
          <a:p>
            <a:pPr>
              <a:lnSpc>
                <a:spcPct val="90000"/>
              </a:lnSpc>
              <a:spcAft>
                <a:spcPts val="600"/>
              </a:spcAft>
            </a:pPr>
            <a:r>
              <a:rPr lang="en-GB" sz="900">
                <a:gradFill flip="none" rotWithShape="1">
                  <a:gsLst>
                    <a:gs pos="2917">
                      <a:srgbClr val="0076D4"/>
                    </a:gs>
                    <a:gs pos="30000">
                      <a:schemeClr val="tx1"/>
                    </a:gs>
                  </a:gsLst>
                  <a:lin ang="5400000" scaled="0"/>
                  <a:tileRect/>
                </a:gradFill>
                <a:latin typeface="Segoe UI Semibold" panose="020B0702040204020203" pitchFamily="34" charset="0"/>
              </a:rPr>
              <a:t>Lab 17: Configuring network settings and TCP/IP</a:t>
            </a:r>
            <a:endParaRPr lang="en-GB" sz="90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19497603"/>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7F1722E6C112418106B1ACF0A5CA56" ma:contentTypeVersion="6" ma:contentTypeDescription="Create a new document." ma:contentTypeScope="" ma:versionID="cf71837babc7907fb84eb60e9ecdf209">
  <xsd:schema xmlns:xsd="http://www.w3.org/2001/XMLSchema" xmlns:xs="http://www.w3.org/2001/XMLSchema" xmlns:p="http://schemas.microsoft.com/office/2006/metadata/properties" xmlns:ns1="http://schemas.microsoft.com/sharepoint/v3" xmlns:ns2="784f6c10-b4d3-47d3-b2c0-7db9a3b56a3a" targetNamespace="http://schemas.microsoft.com/office/2006/metadata/properties" ma:root="true" ma:fieldsID="e5689efa3796f04f3094684df6ac553c" ns1:_="" ns2:_="">
    <xsd:import namespace="http://schemas.microsoft.com/sharepoint/v3"/>
    <xsd:import namespace="784f6c10-b4d3-47d3-b2c0-7db9a3b56a3a"/>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84f6c10-b4d3-47d3-b2c0-7db9a3b56a3a"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0C388D6-60E6-435C-B300-52A707493E8B}">
  <ds:schemaRefs>
    <ds:schemaRef ds:uri="784f6c10-b4d3-47d3-b2c0-7db9a3b56a3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196557D-8E54-4C4B-9A16-3D7A0290DB73}">
  <ds:schemaRefs>
    <ds:schemaRef ds:uri="http://schemas.microsoft.com/sharepoint/v3/contenttype/forms"/>
  </ds:schemaRefs>
</ds:datastoreItem>
</file>

<file path=customXml/itemProps3.xml><?xml version="1.0" encoding="utf-8"?>
<ds:datastoreItem xmlns:ds="http://schemas.openxmlformats.org/officeDocument/2006/customXml" ds:itemID="{29BE0C11-03C3-4B33-8BEE-5E5BBC1C25E8}">
  <ds:schemaRefs>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WS-nnnT00A__M# (1)</Template>
  <TotalTime>1670</TotalTime>
  <Words>710</Words>
  <Application>Microsoft Office PowerPoint</Application>
  <PresentationFormat>Custom</PresentationFormat>
  <Paragraphs>131</Paragraphs>
  <Slides>21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Consolas</vt:lpstr>
      <vt:lpstr>Segoe UI</vt:lpstr>
      <vt:lpstr>Segoe UI Semibold</vt:lpstr>
      <vt:lpstr>Wingdings</vt:lpstr>
      <vt:lpstr>Microsoft Power Platform Template</vt:lpstr>
      <vt:lpstr>1_Microsoft Power Platform Template</vt:lpstr>
      <vt:lpstr>Windows Server 2025</vt:lpstr>
      <vt:lpstr>Course flow</vt:lpstr>
      <vt:lpstr>PowerPoint Presentation</vt:lpstr>
      <vt:lpstr>Prepare for the hands-on labs</vt:lpstr>
      <vt:lpstr>Chapter 1: Introduction to Windows Server</vt:lpstr>
      <vt:lpstr>Chapter 2: Methods and Tools for Administration</vt:lpstr>
      <vt:lpstr>Chapter 3: Introduction to Git and GitHub</vt:lpstr>
      <vt:lpstr>Chapter 4: Command-Line Administration Tools</vt:lpstr>
      <vt:lpstr>Chapter 5: Common Administrative Tasks</vt:lpstr>
      <vt:lpstr>Chapter 6: Manual Setup and First Configuration</vt:lpstr>
      <vt:lpstr>Chapter 7: Managing Users, Computers, and Groups</vt:lpstr>
      <vt:lpstr>Chapter 8: Managing Local Storage</vt:lpstr>
      <vt:lpstr>Chapter 9: Introduction to PKI</vt:lpstr>
      <vt:lpstr>Chapter 10: Managing Permissions and Shares</vt:lpstr>
      <vt:lpstr>Chapter 11: Performance Monitoring</vt:lpstr>
      <vt:lpstr>Chapter 12: Licensing</vt:lpstr>
      <vt:lpstr>Chapter 13: Azure Arc</vt:lpstr>
      <vt:lpstr>Chapter 14: Windows Hotpatch</vt:lpstr>
      <vt:lpstr>Chapter 15: Hyper-V and Containers</vt:lpstr>
      <vt:lpstr>Chapter 16: Windows LAPS</vt:lpstr>
      <vt:lpstr>Chapter 17: Networking Basics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Michael Whitehouse</cp:lastModifiedBy>
  <cp:revision>4</cp:revision>
  <dcterms:created xsi:type="dcterms:W3CDTF">2023-11-13T14:40:08Z</dcterms:created>
  <dcterms:modified xsi:type="dcterms:W3CDTF">2026-06-11T13:16:56Z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0x010100267F1722E6C112418106B1ACF0A5CA56</vt:lpwstr>
  </property>
</Properties>
</file>