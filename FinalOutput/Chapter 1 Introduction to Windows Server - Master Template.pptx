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 id="2147483754" r:id="rId2"/>
  </p:sldMasterIdLst>
  <p:notesMasterIdLst>
    <p:notesMasterId r:id="rId31"/>
  </p:notesMasterIdLst>
  <p:sldIdLst>
    <p:sldId id="310" r:id="rId3"/>
    <p:sldId id="256" r:id="rId4"/>
    <p:sldId id="335" r:id="rId5"/>
    <p:sldId id="336" r:id="rId6"/>
    <p:sldId id="337" r:id="rId7"/>
    <p:sldId id="311" r:id="rId8"/>
    <p:sldId id="312" r:id="rId9"/>
    <p:sldId id="313" r:id="rId10"/>
    <p:sldId id="314" r:id="rId11"/>
    <p:sldId id="316" r:id="rId12"/>
    <p:sldId id="317" r:id="rId13"/>
    <p:sldId id="318" r:id="rId14"/>
    <p:sldId id="319" r:id="rId15"/>
    <p:sldId id="320" r:id="rId16"/>
    <p:sldId id="321" r:id="rId17"/>
    <p:sldId id="322" r:id="rId18"/>
    <p:sldId id="338" r:id="rId19"/>
    <p:sldId id="323" r:id="rId20"/>
    <p:sldId id="324" r:id="rId21"/>
    <p:sldId id="325" r:id="rId22"/>
    <p:sldId id="326" r:id="rId23"/>
    <p:sldId id="327" r:id="rId24"/>
    <p:sldId id="328" r:id="rId25"/>
    <p:sldId id="329" r:id="rId26"/>
    <p:sldId id="330" r:id="rId27"/>
    <p:sldId id="331" r:id="rId28"/>
    <p:sldId id="332" r:id="rId29"/>
    <p:sldId id="334" r:id="rId30"/>
  </p:sldIdLst>
  <p:sldSz cx="9144000" cy="5143500" type="screen16x9"/>
  <p:notesSz cx="5143500" cy="9144000"/>
  <p:defaultTex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94E58FF-3A3D-FA49-A2EB-9F07FF769B62}" v="11" dt="2026-06-25T14:55:21.07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749"/>
    <p:restoredTop sz="96301" autoAdjust="0"/>
  </p:normalViewPr>
  <p:slideViewPr>
    <p:cSldViewPr snapToGrid="0" snapToObjects="1">
      <p:cViewPr varScale="1">
        <p:scale>
          <a:sx n="163" d="100"/>
          <a:sy n="163" d="100"/>
        </p:scale>
        <p:origin x="44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microsoft.com/office/2016/11/relationships/changesInfo" Target="changesInfos/changesInfo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chael Whitehouse" userId="0ecba9273f6ad366" providerId="LiveId" clId="{F36E82C0-65ED-4BE7-8730-0F102FB388DD}"/>
    <pc:docChg chg="undo custSel addSld delSld modSld modMainMaster">
      <pc:chgData name="Michael Whitehouse" userId="0ecba9273f6ad366" providerId="LiveId" clId="{F36E82C0-65ED-4BE7-8730-0F102FB388DD}" dt="2026-06-20T13:49:48.977" v="3342" actId="22"/>
      <pc:docMkLst>
        <pc:docMk/>
      </pc:docMkLst>
      <pc:sldChg chg="delSp add mod setBg">
        <pc:chgData name="Michael Whitehouse" userId="0ecba9273f6ad366" providerId="LiveId" clId="{F36E82C0-65ED-4BE7-8730-0F102FB388DD}" dt="2026-06-20T13:45:12.603" v="3337" actId="478"/>
        <pc:sldMkLst>
          <pc:docMk/>
          <pc:sldMk cId="0" sldId="256"/>
        </pc:sldMkLst>
      </pc:sldChg>
      <pc:sldChg chg="modSp add mod">
        <pc:chgData name="Michael Whitehouse" userId="0ecba9273f6ad366" providerId="LiveId" clId="{F36E82C0-65ED-4BE7-8730-0F102FB388DD}" dt="2026-06-09T11:56:47.247" v="9" actId="20577"/>
        <pc:sldMkLst>
          <pc:docMk/>
          <pc:sldMk cId="3156806891" sldId="310"/>
        </pc:sldMkLst>
        <pc:spChg chg="mod">
          <ac:chgData name="Michael Whitehouse" userId="0ecba9273f6ad366" providerId="LiveId" clId="{F36E82C0-65ED-4BE7-8730-0F102FB388DD}" dt="2026-06-09T11:56:47.243" v="8" actId="20577"/>
          <ac:spMkLst>
            <pc:docMk/>
            <pc:sldMk cId="3156806891" sldId="310"/>
            <ac:spMk id="2" creationId="{BFE4ED10-39F8-4A85-72DB-A9CB0552C3A2}"/>
          </ac:spMkLst>
        </pc:spChg>
        <pc:spChg chg="mod">
          <ac:chgData name="Michael Whitehouse" userId="0ecba9273f6ad366" providerId="LiveId" clId="{F36E82C0-65ED-4BE7-8730-0F102FB388DD}" dt="2026-06-09T11:56:47.247" v="9" actId="20577"/>
          <ac:spMkLst>
            <pc:docMk/>
            <pc:sldMk cId="3156806891" sldId="310"/>
            <ac:spMk id="3" creationId="{3BF7A971-A81D-342E-6971-B235429BB470}"/>
          </ac:spMkLst>
        </pc:spChg>
      </pc:sldChg>
      <pc:sldChg chg="addSp modSp add mod">
        <pc:chgData name="Michael Whitehouse" userId="0ecba9273f6ad366" providerId="LiveId" clId="{F36E82C0-65ED-4BE7-8730-0F102FB388DD}" dt="2026-06-09T11:56:47.550" v="41" actId="207"/>
        <pc:sldMkLst>
          <pc:docMk/>
          <pc:sldMk cId="2544206677" sldId="311"/>
        </pc:sldMkLst>
        <pc:spChg chg="mod">
          <ac:chgData name="Michael Whitehouse" userId="0ecba9273f6ad366" providerId="LiveId" clId="{F36E82C0-65ED-4BE7-8730-0F102FB388DD}" dt="2026-06-09T11:56:47.267" v="13" actId="139"/>
          <ac:spMkLst>
            <pc:docMk/>
            <pc:sldMk cId="2544206677" sldId="311"/>
            <ac:spMk id="2" creationId="{787FB2FA-2993-4736-C402-20366A147E57}"/>
          </ac:spMkLst>
        </pc:spChg>
        <pc:spChg chg="add mod">
          <ac:chgData name="Michael Whitehouse" userId="0ecba9273f6ad366" providerId="LiveId" clId="{F36E82C0-65ED-4BE7-8730-0F102FB388DD}" dt="2026-06-09T11:56:47.510" v="31" actId="207"/>
          <ac:spMkLst>
            <pc:docMk/>
            <pc:sldMk cId="2544206677" sldId="311"/>
            <ac:spMk id="4" creationId="{178A8472-B351-5114-D542-D1B063B96059}"/>
          </ac:spMkLst>
        </pc:spChg>
        <pc:spChg chg="add mod">
          <ac:chgData name="Michael Whitehouse" userId="0ecba9273f6ad366" providerId="LiveId" clId="{F36E82C0-65ED-4BE7-8730-0F102FB388DD}" dt="2026-06-09T11:56:47.550" v="41" actId="207"/>
          <ac:spMkLst>
            <pc:docMk/>
            <pc:sldMk cId="2544206677" sldId="311"/>
            <ac:spMk id="5" creationId="{733120DB-7A82-DF5E-204E-0CC5A0E66A18}"/>
          </ac:spMkLst>
        </pc:spChg>
        <pc:picChg chg="add mod">
          <ac:chgData name="Michael Whitehouse" userId="0ecba9273f6ad366" providerId="LiveId" clId="{F36E82C0-65ED-4BE7-8730-0F102FB388DD}" dt="2026-06-09T11:56:47.452" v="21"/>
          <ac:picMkLst>
            <pc:docMk/>
            <pc:sldMk cId="2544206677" sldId="311"/>
            <ac:picMk id="3" creationId="{3AE67BA9-165F-0FD3-C508-30D585876DD0}"/>
          </ac:picMkLst>
        </pc:picChg>
      </pc:sldChg>
      <pc:sldChg chg="addSp modSp add mod">
        <pc:chgData name="Michael Whitehouse" userId="0ecba9273f6ad366" providerId="LiveId" clId="{F36E82C0-65ED-4BE7-8730-0F102FB388DD}" dt="2026-06-09T11:56:47.955" v="93" actId="207"/>
        <pc:sldMkLst>
          <pc:docMk/>
          <pc:sldMk cId="59621499" sldId="312"/>
        </pc:sldMkLst>
        <pc:spChg chg="mod">
          <ac:chgData name="Michael Whitehouse" userId="0ecba9273f6ad366" providerId="LiveId" clId="{F36E82C0-65ED-4BE7-8730-0F102FB388DD}" dt="2026-06-09T11:56:47.569" v="43" actId="20577"/>
          <ac:spMkLst>
            <pc:docMk/>
            <pc:sldMk cId="59621499" sldId="312"/>
            <ac:spMk id="2" creationId="{87054650-FED2-697A-7B8D-4BF0F162E307}"/>
          </ac:spMkLst>
        </pc:spChg>
        <pc:spChg chg="mod">
          <ac:chgData name="Michael Whitehouse" userId="0ecba9273f6ad366" providerId="LiveId" clId="{F36E82C0-65ED-4BE7-8730-0F102FB388DD}" dt="2026-06-09T11:56:47.844" v="49" actId="139"/>
          <ac:spMkLst>
            <pc:docMk/>
            <pc:sldMk cId="59621499" sldId="312"/>
            <ac:spMk id="3" creationId="{EAD7B773-9DEB-462D-78AC-92B57AA278F2}"/>
          </ac:spMkLst>
        </pc:spChg>
        <pc:spChg chg="mod">
          <ac:chgData name="Michael Whitehouse" userId="0ecba9273f6ad366" providerId="LiveId" clId="{F36E82C0-65ED-4BE7-8730-0F102FB388DD}" dt="2026-06-09T11:56:47.864" v="55" actId="139"/>
          <ac:spMkLst>
            <pc:docMk/>
            <pc:sldMk cId="59621499" sldId="312"/>
            <ac:spMk id="4" creationId="{48893128-84E3-4CE6-5C73-3691D4E3FFFC}"/>
          </ac:spMkLst>
        </pc:spChg>
        <pc:spChg chg="mod">
          <ac:chgData name="Michael Whitehouse" userId="0ecba9273f6ad366" providerId="LiveId" clId="{F36E82C0-65ED-4BE7-8730-0F102FB388DD}" dt="2026-06-09T11:56:47.879" v="61" actId="139"/>
          <ac:spMkLst>
            <pc:docMk/>
            <pc:sldMk cId="59621499" sldId="312"/>
            <ac:spMk id="5" creationId="{B31F64EC-0B40-F114-4057-0B7BD13B519E}"/>
          </ac:spMkLst>
        </pc:spChg>
        <pc:spChg chg="mod">
          <ac:chgData name="Michael Whitehouse" userId="0ecba9273f6ad366" providerId="LiveId" clId="{F36E82C0-65ED-4BE7-8730-0F102FB388DD}" dt="2026-06-09T11:56:47.895" v="67" actId="139"/>
          <ac:spMkLst>
            <pc:docMk/>
            <pc:sldMk cId="59621499" sldId="312"/>
            <ac:spMk id="6" creationId="{A7971705-EA04-311E-7004-0C85ADDD1F84}"/>
          </ac:spMkLst>
        </pc:spChg>
        <pc:spChg chg="mod">
          <ac:chgData name="Michael Whitehouse" userId="0ecba9273f6ad366" providerId="LiveId" clId="{F36E82C0-65ED-4BE7-8730-0F102FB388DD}" dt="2026-06-09T11:56:47.913" v="73" actId="139"/>
          <ac:spMkLst>
            <pc:docMk/>
            <pc:sldMk cId="59621499" sldId="312"/>
            <ac:spMk id="7" creationId="{4503E45E-CF65-5425-65DA-947D11C008C5}"/>
          </ac:spMkLst>
        </pc:spChg>
        <pc:spChg chg="add mod">
          <ac:chgData name="Michael Whitehouse" userId="0ecba9273f6ad366" providerId="LiveId" clId="{F36E82C0-65ED-4BE7-8730-0F102FB388DD}" dt="2026-06-09T11:56:47.933" v="83" actId="207"/>
          <ac:spMkLst>
            <pc:docMk/>
            <pc:sldMk cId="59621499" sldId="312"/>
            <ac:spMk id="8" creationId="{C388E33D-BFE6-F39B-7350-D234B7667B0A}"/>
          </ac:spMkLst>
        </pc:spChg>
        <pc:spChg chg="add mod">
          <ac:chgData name="Michael Whitehouse" userId="0ecba9273f6ad366" providerId="LiveId" clId="{F36E82C0-65ED-4BE7-8730-0F102FB388DD}" dt="2026-06-09T11:56:47.955" v="93" actId="207"/>
          <ac:spMkLst>
            <pc:docMk/>
            <pc:sldMk cId="59621499" sldId="312"/>
            <ac:spMk id="9" creationId="{3F3BC05A-AA7B-A212-CA05-4F1AE869A36E}"/>
          </ac:spMkLst>
        </pc:spChg>
      </pc:sldChg>
      <pc:sldChg chg="addSp modSp add mod">
        <pc:chgData name="Michael Whitehouse" userId="0ecba9273f6ad366" providerId="LiveId" clId="{F36E82C0-65ED-4BE7-8730-0F102FB388DD}" dt="2026-06-09T11:56:51.479" v="319" actId="207"/>
        <pc:sldMkLst>
          <pc:docMk/>
          <pc:sldMk cId="474542407" sldId="313"/>
        </pc:sldMkLst>
        <pc:spChg chg="mod">
          <ac:chgData name="Michael Whitehouse" userId="0ecba9273f6ad366" providerId="LiveId" clId="{F36E82C0-65ED-4BE7-8730-0F102FB388DD}" dt="2026-06-09T11:56:47.965" v="97" actId="139"/>
          <ac:spMkLst>
            <pc:docMk/>
            <pc:sldMk cId="474542407" sldId="313"/>
            <ac:spMk id="2" creationId="{233284B4-5FF4-B0D4-DD77-3FE6FE59367D}"/>
          </ac:spMkLst>
        </pc:spChg>
        <pc:spChg chg="add mod">
          <ac:chgData name="Michael Whitehouse" userId="0ecba9273f6ad366" providerId="LiveId" clId="{F36E82C0-65ED-4BE7-8730-0F102FB388DD}" dt="2026-06-09T11:56:50.429" v="108" actId="139"/>
          <ac:spMkLst>
            <pc:docMk/>
            <pc:sldMk cId="474542407" sldId="313"/>
            <ac:spMk id="3" creationId="{EF7433E1-9CB9-B139-6256-58E78625E1A9}"/>
          </ac:spMkLst>
        </pc:spChg>
        <pc:spChg chg="add mod">
          <ac:chgData name="Michael Whitehouse" userId="0ecba9273f6ad366" providerId="LiveId" clId="{F36E82C0-65ED-4BE7-8730-0F102FB388DD}" dt="2026-06-09T11:56:50.512" v="119" actId="208"/>
          <ac:spMkLst>
            <pc:docMk/>
            <pc:sldMk cId="474542407" sldId="313"/>
            <ac:spMk id="4" creationId="{A9B5ECCA-C35E-6B5E-4D0A-27A2EA2789EB}"/>
          </ac:spMkLst>
        </pc:spChg>
        <pc:spChg chg="add mod">
          <ac:chgData name="Michael Whitehouse" userId="0ecba9273f6ad366" providerId="LiveId" clId="{F36E82C0-65ED-4BE7-8730-0F102FB388DD}" dt="2026-06-09T11:56:50.649" v="139" actId="139"/>
          <ac:spMkLst>
            <pc:docMk/>
            <pc:sldMk cId="474542407" sldId="313"/>
            <ac:spMk id="6" creationId="{8B41E84C-A810-C06B-CFD4-9467995E990C}"/>
          </ac:spMkLst>
        </pc:spChg>
        <pc:spChg chg="add mod">
          <ac:chgData name="Michael Whitehouse" userId="0ecba9273f6ad366" providerId="LiveId" clId="{F36E82C0-65ED-4BE7-8730-0F102FB388DD}" dt="2026-06-09T11:56:50.690" v="148"/>
          <ac:spMkLst>
            <pc:docMk/>
            <pc:sldMk cId="474542407" sldId="313"/>
            <ac:spMk id="7" creationId="{B16EB839-14CD-4D40-5E3F-F073876EE607}"/>
          </ac:spMkLst>
        </pc:spChg>
        <pc:spChg chg="add mod">
          <ac:chgData name="Michael Whitehouse" userId="0ecba9273f6ad366" providerId="LiveId" clId="{F36E82C0-65ED-4BE7-8730-0F102FB388DD}" dt="2026-06-09T11:56:50.741" v="159" actId="208"/>
          <ac:spMkLst>
            <pc:docMk/>
            <pc:sldMk cId="474542407" sldId="313"/>
            <ac:spMk id="8" creationId="{536238A3-B70C-502F-8206-6D029AB8207C}"/>
          </ac:spMkLst>
        </pc:spChg>
        <pc:spChg chg="add mod">
          <ac:chgData name="Michael Whitehouse" userId="0ecba9273f6ad366" providerId="LiveId" clId="{F36E82C0-65ED-4BE7-8730-0F102FB388DD}" dt="2026-06-09T11:56:50.834" v="179" actId="139"/>
          <ac:spMkLst>
            <pc:docMk/>
            <pc:sldMk cId="474542407" sldId="313"/>
            <ac:spMk id="10" creationId="{13AEA2F7-14B9-090B-34EC-A834EB0E422E}"/>
          </ac:spMkLst>
        </pc:spChg>
        <pc:spChg chg="add mod">
          <ac:chgData name="Michael Whitehouse" userId="0ecba9273f6ad366" providerId="LiveId" clId="{F36E82C0-65ED-4BE7-8730-0F102FB388DD}" dt="2026-06-09T11:56:50.871" v="188"/>
          <ac:spMkLst>
            <pc:docMk/>
            <pc:sldMk cId="474542407" sldId="313"/>
            <ac:spMk id="11" creationId="{0F3E9681-877D-66A2-B85D-4C233B5AB4AF}"/>
          </ac:spMkLst>
        </pc:spChg>
        <pc:spChg chg="add mod">
          <ac:chgData name="Michael Whitehouse" userId="0ecba9273f6ad366" providerId="LiveId" clId="{F36E82C0-65ED-4BE7-8730-0F102FB388DD}" dt="2026-06-09T11:56:50.918" v="199" actId="208"/>
          <ac:spMkLst>
            <pc:docMk/>
            <pc:sldMk cId="474542407" sldId="313"/>
            <ac:spMk id="12" creationId="{C7616C29-BE5A-9D0E-69DF-A3A35A1AFC56}"/>
          </ac:spMkLst>
        </pc:spChg>
        <pc:spChg chg="add mod">
          <ac:chgData name="Michael Whitehouse" userId="0ecba9273f6ad366" providerId="LiveId" clId="{F36E82C0-65ED-4BE7-8730-0F102FB388DD}" dt="2026-06-09T11:56:51.005" v="219" actId="139"/>
          <ac:spMkLst>
            <pc:docMk/>
            <pc:sldMk cId="474542407" sldId="313"/>
            <ac:spMk id="14" creationId="{6507099E-360B-2688-6A24-B3E3B81999E8}"/>
          </ac:spMkLst>
        </pc:spChg>
        <pc:spChg chg="add mod">
          <ac:chgData name="Michael Whitehouse" userId="0ecba9273f6ad366" providerId="LiveId" clId="{F36E82C0-65ED-4BE7-8730-0F102FB388DD}" dt="2026-06-09T11:56:51.043" v="228"/>
          <ac:spMkLst>
            <pc:docMk/>
            <pc:sldMk cId="474542407" sldId="313"/>
            <ac:spMk id="15" creationId="{8F96318C-81C5-19B6-D1BA-303EC327082F}"/>
          </ac:spMkLst>
        </pc:spChg>
        <pc:spChg chg="add mod">
          <ac:chgData name="Michael Whitehouse" userId="0ecba9273f6ad366" providerId="LiveId" clId="{F36E82C0-65ED-4BE7-8730-0F102FB388DD}" dt="2026-06-09T11:56:51.096" v="239" actId="208"/>
          <ac:spMkLst>
            <pc:docMk/>
            <pc:sldMk cId="474542407" sldId="313"/>
            <ac:spMk id="16" creationId="{7CE57E9A-653E-36A7-ED6A-C9FAD30EA5BE}"/>
          </ac:spMkLst>
        </pc:spChg>
        <pc:spChg chg="add mod">
          <ac:chgData name="Michael Whitehouse" userId="0ecba9273f6ad366" providerId="LiveId" clId="{F36E82C0-65ED-4BE7-8730-0F102FB388DD}" dt="2026-06-09T11:56:51.188" v="259" actId="139"/>
          <ac:spMkLst>
            <pc:docMk/>
            <pc:sldMk cId="474542407" sldId="313"/>
            <ac:spMk id="18" creationId="{3B095E49-6F9A-FBA4-31E1-5B9CEB761731}"/>
          </ac:spMkLst>
        </pc:spChg>
        <pc:spChg chg="add mod">
          <ac:chgData name="Michael Whitehouse" userId="0ecba9273f6ad366" providerId="LiveId" clId="{F36E82C0-65ED-4BE7-8730-0F102FB388DD}" dt="2026-06-09T11:56:51.227" v="268"/>
          <ac:spMkLst>
            <pc:docMk/>
            <pc:sldMk cId="474542407" sldId="313"/>
            <ac:spMk id="19" creationId="{D2D10A09-F8E2-7164-6812-14084219B62B}"/>
          </ac:spMkLst>
        </pc:spChg>
        <pc:spChg chg="add mod">
          <ac:chgData name="Michael Whitehouse" userId="0ecba9273f6ad366" providerId="LiveId" clId="{F36E82C0-65ED-4BE7-8730-0F102FB388DD}" dt="2026-06-09T11:56:51.335" v="279" actId="208"/>
          <ac:spMkLst>
            <pc:docMk/>
            <pc:sldMk cId="474542407" sldId="313"/>
            <ac:spMk id="20" creationId="{F2C41FEE-0C98-7B08-D485-7CE2BCF36BC7}"/>
          </ac:spMkLst>
        </pc:spChg>
        <pc:spChg chg="add mod">
          <ac:chgData name="Michael Whitehouse" userId="0ecba9273f6ad366" providerId="LiveId" clId="{F36E82C0-65ED-4BE7-8730-0F102FB388DD}" dt="2026-06-09T11:56:51.429" v="299" actId="139"/>
          <ac:spMkLst>
            <pc:docMk/>
            <pc:sldMk cId="474542407" sldId="313"/>
            <ac:spMk id="22" creationId="{E104B527-A6A3-5794-704B-DD04B3A3FD54}"/>
          </ac:spMkLst>
        </pc:spChg>
        <pc:spChg chg="add mod">
          <ac:chgData name="Michael Whitehouse" userId="0ecba9273f6ad366" providerId="LiveId" clId="{F36E82C0-65ED-4BE7-8730-0F102FB388DD}" dt="2026-06-09T11:56:51.452" v="309" actId="207"/>
          <ac:spMkLst>
            <pc:docMk/>
            <pc:sldMk cId="474542407" sldId="313"/>
            <ac:spMk id="23" creationId="{8A4CA6EB-74CA-3C04-5CB5-8DDBA8D4C68F}"/>
          </ac:spMkLst>
        </pc:spChg>
        <pc:spChg chg="add mod">
          <ac:chgData name="Michael Whitehouse" userId="0ecba9273f6ad366" providerId="LiveId" clId="{F36E82C0-65ED-4BE7-8730-0F102FB388DD}" dt="2026-06-09T11:56:51.479" v="319" actId="207"/>
          <ac:spMkLst>
            <pc:docMk/>
            <pc:sldMk cId="474542407" sldId="313"/>
            <ac:spMk id="24" creationId="{8FC29838-C290-4C05-6D75-D99B58F01CD9}"/>
          </ac:spMkLst>
        </pc:spChg>
        <pc:picChg chg="add mod">
          <ac:chgData name="Michael Whitehouse" userId="0ecba9273f6ad366" providerId="LiveId" clId="{F36E82C0-65ED-4BE7-8730-0F102FB388DD}" dt="2026-06-09T11:56:50.571" v="128"/>
          <ac:picMkLst>
            <pc:docMk/>
            <pc:sldMk cId="474542407" sldId="313"/>
            <ac:picMk id="5" creationId="{113634F2-CC2F-A13A-FAAA-D35CFBC72090}"/>
          </ac:picMkLst>
        </pc:picChg>
        <pc:picChg chg="add mod">
          <ac:chgData name="Michael Whitehouse" userId="0ecba9273f6ad366" providerId="LiveId" clId="{F36E82C0-65ED-4BE7-8730-0F102FB388DD}" dt="2026-06-09T11:56:50.780" v="168"/>
          <ac:picMkLst>
            <pc:docMk/>
            <pc:sldMk cId="474542407" sldId="313"/>
            <ac:picMk id="9" creationId="{58FEC2E5-3D11-C7B5-D621-DD1260DC1AAB}"/>
          </ac:picMkLst>
        </pc:picChg>
        <pc:picChg chg="add mod">
          <ac:chgData name="Michael Whitehouse" userId="0ecba9273f6ad366" providerId="LiveId" clId="{F36E82C0-65ED-4BE7-8730-0F102FB388DD}" dt="2026-06-09T11:56:50.955" v="208"/>
          <ac:picMkLst>
            <pc:docMk/>
            <pc:sldMk cId="474542407" sldId="313"/>
            <ac:picMk id="13" creationId="{2250A6BE-9B91-DDF5-36FC-C6221C69CE75}"/>
          </ac:picMkLst>
        </pc:picChg>
        <pc:picChg chg="add mod">
          <ac:chgData name="Michael Whitehouse" userId="0ecba9273f6ad366" providerId="LiveId" clId="{F36E82C0-65ED-4BE7-8730-0F102FB388DD}" dt="2026-06-09T11:56:51.136" v="248"/>
          <ac:picMkLst>
            <pc:docMk/>
            <pc:sldMk cId="474542407" sldId="313"/>
            <ac:picMk id="17" creationId="{F4CEC527-0AF0-8420-5524-1BDAF2A53E0C}"/>
          </ac:picMkLst>
        </pc:picChg>
        <pc:picChg chg="add mod">
          <ac:chgData name="Michael Whitehouse" userId="0ecba9273f6ad366" providerId="LiveId" clId="{F36E82C0-65ED-4BE7-8730-0F102FB388DD}" dt="2026-06-09T11:56:51.377" v="288"/>
          <ac:picMkLst>
            <pc:docMk/>
            <pc:sldMk cId="474542407" sldId="313"/>
            <ac:picMk id="21" creationId="{ECC4738A-D775-DBE6-D123-0BA910004C9D}"/>
          </ac:picMkLst>
        </pc:picChg>
      </pc:sldChg>
      <pc:sldChg chg="modSp add mod">
        <pc:chgData name="Michael Whitehouse" userId="0ecba9273f6ad366" providerId="LiveId" clId="{F36E82C0-65ED-4BE7-8730-0F102FB388DD}" dt="2026-06-09T11:56:51.490" v="323" actId="139"/>
        <pc:sldMkLst>
          <pc:docMk/>
          <pc:sldMk cId="4013987641" sldId="314"/>
        </pc:sldMkLst>
        <pc:spChg chg="mod">
          <ac:chgData name="Michael Whitehouse" userId="0ecba9273f6ad366" providerId="LiveId" clId="{F36E82C0-65ED-4BE7-8730-0F102FB388DD}" dt="2026-06-09T11:56:51.490" v="323" actId="139"/>
          <ac:spMkLst>
            <pc:docMk/>
            <pc:sldMk cId="4013987641" sldId="314"/>
            <ac:spMk id="2" creationId="{030D2C0A-CFF1-05C5-0E6C-1E965BC746AC}"/>
          </ac:spMkLst>
        </pc:spChg>
      </pc:sldChg>
      <pc:sldChg chg="addSp modSp add mod">
        <pc:chgData name="Michael Whitehouse" userId="0ecba9273f6ad366" providerId="LiveId" clId="{F36E82C0-65ED-4BE7-8730-0F102FB388DD}" dt="2026-06-09T11:56:51.988" v="410" actId="207"/>
        <pc:sldMkLst>
          <pc:docMk/>
          <pc:sldMk cId="2106698445" sldId="316"/>
        </pc:sldMkLst>
        <pc:spChg chg="mod">
          <ac:chgData name="Michael Whitehouse" userId="0ecba9273f6ad366" providerId="LiveId" clId="{F36E82C0-65ED-4BE7-8730-0F102FB388DD}" dt="2026-06-09T11:56:51.803" v="379" actId="139"/>
          <ac:spMkLst>
            <pc:docMk/>
            <pc:sldMk cId="2106698445" sldId="316"/>
            <ac:spMk id="2" creationId="{52C50566-4D9A-6D22-7239-A0D82CFFBC10}"/>
          </ac:spMkLst>
        </pc:spChg>
        <pc:spChg chg="add mod">
          <ac:chgData name="Michael Whitehouse" userId="0ecba9273f6ad366" providerId="LiveId" clId="{F36E82C0-65ED-4BE7-8730-0F102FB388DD}" dt="2026-06-09T11:56:51.949" v="390" actId="139"/>
          <ac:spMkLst>
            <pc:docMk/>
            <pc:sldMk cId="2106698445" sldId="316"/>
            <ac:spMk id="3" creationId="{7B7C5BCB-631D-FE6B-A0CE-5B8BC55BB7DC}"/>
          </ac:spMkLst>
        </pc:spChg>
        <pc:spChg chg="add mod">
          <ac:chgData name="Michael Whitehouse" userId="0ecba9273f6ad366" providerId="LiveId" clId="{F36E82C0-65ED-4BE7-8730-0F102FB388DD}" dt="2026-06-09T11:56:51.970" v="400" actId="207"/>
          <ac:spMkLst>
            <pc:docMk/>
            <pc:sldMk cId="2106698445" sldId="316"/>
            <ac:spMk id="4" creationId="{843624D2-B903-93D9-CF19-5976E92F133D}"/>
          </ac:spMkLst>
        </pc:spChg>
        <pc:spChg chg="add mod">
          <ac:chgData name="Michael Whitehouse" userId="0ecba9273f6ad366" providerId="LiveId" clId="{F36E82C0-65ED-4BE7-8730-0F102FB388DD}" dt="2026-06-09T11:56:51.988" v="410" actId="207"/>
          <ac:spMkLst>
            <pc:docMk/>
            <pc:sldMk cId="2106698445" sldId="316"/>
            <ac:spMk id="5" creationId="{1EA64470-0390-AB3B-95D2-161D493EA8E4}"/>
          </ac:spMkLst>
        </pc:spChg>
      </pc:sldChg>
      <pc:sldChg chg="addSp modSp add mod">
        <pc:chgData name="Michael Whitehouse" userId="0ecba9273f6ad366" providerId="LiveId" clId="{F36E82C0-65ED-4BE7-8730-0F102FB388DD}" dt="2026-06-09T11:56:53.538" v="564" actId="207"/>
        <pc:sldMkLst>
          <pc:docMk/>
          <pc:sldMk cId="627230301" sldId="317"/>
        </pc:sldMkLst>
        <pc:spChg chg="mod">
          <ac:chgData name="Michael Whitehouse" userId="0ecba9273f6ad366" providerId="LiveId" clId="{F36E82C0-65ED-4BE7-8730-0F102FB388DD}" dt="2026-06-09T11:56:51.997" v="414" actId="139"/>
          <ac:spMkLst>
            <pc:docMk/>
            <pc:sldMk cId="627230301" sldId="317"/>
            <ac:spMk id="2" creationId="{4F954B6D-119A-1EDA-3731-CA111809F2F6}"/>
          </ac:spMkLst>
        </pc:spChg>
        <pc:spChg chg="add mod">
          <ac:chgData name="Michael Whitehouse" userId="0ecba9273f6ad366" providerId="LiveId" clId="{F36E82C0-65ED-4BE7-8730-0F102FB388DD}" dt="2026-06-09T11:56:52.976" v="425" actId="139"/>
          <ac:spMkLst>
            <pc:docMk/>
            <pc:sldMk cId="627230301" sldId="317"/>
            <ac:spMk id="3" creationId="{215CD4DC-3DCC-33C0-1394-8AE882019A98}"/>
          </ac:spMkLst>
        </pc:spChg>
        <pc:spChg chg="add mod">
          <ac:chgData name="Michael Whitehouse" userId="0ecba9273f6ad366" providerId="LiveId" clId="{F36E82C0-65ED-4BE7-8730-0F102FB388DD}" dt="2026-06-09T11:56:53.027" v="436" actId="208"/>
          <ac:spMkLst>
            <pc:docMk/>
            <pc:sldMk cId="627230301" sldId="317"/>
            <ac:spMk id="4" creationId="{2A65C07A-4FE6-1F00-92BB-11A3E0C0D622}"/>
          </ac:spMkLst>
        </pc:spChg>
        <pc:spChg chg="add mod">
          <ac:chgData name="Michael Whitehouse" userId="0ecba9273f6ad366" providerId="LiveId" clId="{F36E82C0-65ED-4BE7-8730-0F102FB388DD}" dt="2026-06-09T11:56:53.074" v="447" actId="139"/>
          <ac:spMkLst>
            <pc:docMk/>
            <pc:sldMk cId="627230301" sldId="317"/>
            <ac:spMk id="5" creationId="{B2D6B3A5-EA75-7441-3699-5DC70B3966A9}"/>
          </ac:spMkLst>
        </pc:spChg>
        <pc:spChg chg="add mod">
          <ac:chgData name="Michael Whitehouse" userId="0ecba9273f6ad366" providerId="LiveId" clId="{F36E82C0-65ED-4BE7-8730-0F102FB388DD}" dt="2026-06-09T11:56:53.121" v="458" actId="208"/>
          <ac:spMkLst>
            <pc:docMk/>
            <pc:sldMk cId="627230301" sldId="317"/>
            <ac:spMk id="6" creationId="{82F85397-4BDE-010E-6A18-A1B3C262253E}"/>
          </ac:spMkLst>
        </pc:spChg>
        <pc:spChg chg="add mod">
          <ac:chgData name="Michael Whitehouse" userId="0ecba9273f6ad366" providerId="LiveId" clId="{F36E82C0-65ED-4BE7-8730-0F102FB388DD}" dt="2026-06-09T11:56:53.168" v="469" actId="139"/>
          <ac:spMkLst>
            <pc:docMk/>
            <pc:sldMk cId="627230301" sldId="317"/>
            <ac:spMk id="7" creationId="{66770890-2F88-B267-E185-5500A9393DAD}"/>
          </ac:spMkLst>
        </pc:spChg>
        <pc:spChg chg="add mod">
          <ac:chgData name="Michael Whitehouse" userId="0ecba9273f6ad366" providerId="LiveId" clId="{F36E82C0-65ED-4BE7-8730-0F102FB388DD}" dt="2026-06-09T11:56:53.213" v="480" actId="208"/>
          <ac:spMkLst>
            <pc:docMk/>
            <pc:sldMk cId="627230301" sldId="317"/>
            <ac:spMk id="8" creationId="{C31E4E01-0B08-B451-508D-0F060658F6DF}"/>
          </ac:spMkLst>
        </pc:spChg>
        <pc:spChg chg="add mod">
          <ac:chgData name="Michael Whitehouse" userId="0ecba9273f6ad366" providerId="LiveId" clId="{F36E82C0-65ED-4BE7-8730-0F102FB388DD}" dt="2026-06-09T11:56:53.262" v="491" actId="139"/>
          <ac:spMkLst>
            <pc:docMk/>
            <pc:sldMk cId="627230301" sldId="317"/>
            <ac:spMk id="9" creationId="{828C58E4-D422-EAB7-B5B0-156F280787DA}"/>
          </ac:spMkLst>
        </pc:spChg>
        <pc:spChg chg="add mod">
          <ac:chgData name="Michael Whitehouse" userId="0ecba9273f6ad366" providerId="LiveId" clId="{F36E82C0-65ED-4BE7-8730-0F102FB388DD}" dt="2026-06-09T11:56:53.307" v="502" actId="208"/>
          <ac:spMkLst>
            <pc:docMk/>
            <pc:sldMk cId="627230301" sldId="317"/>
            <ac:spMk id="10" creationId="{A2C09ED9-3E48-0B85-57FE-D12374F5FAC6}"/>
          </ac:spMkLst>
        </pc:spChg>
        <pc:spChg chg="add mod">
          <ac:chgData name="Michael Whitehouse" userId="0ecba9273f6ad366" providerId="LiveId" clId="{F36E82C0-65ED-4BE7-8730-0F102FB388DD}" dt="2026-06-09T11:56:53.353" v="513" actId="139"/>
          <ac:spMkLst>
            <pc:docMk/>
            <pc:sldMk cId="627230301" sldId="317"/>
            <ac:spMk id="11" creationId="{94455D80-777A-2396-1EC8-921DC0C223D2}"/>
          </ac:spMkLst>
        </pc:spChg>
        <pc:spChg chg="add mod">
          <ac:chgData name="Michael Whitehouse" userId="0ecba9273f6ad366" providerId="LiveId" clId="{F36E82C0-65ED-4BE7-8730-0F102FB388DD}" dt="2026-06-09T11:56:53.391" v="522"/>
          <ac:spMkLst>
            <pc:docMk/>
            <pc:sldMk cId="627230301" sldId="317"/>
            <ac:spMk id="12" creationId="{31101D80-D9D3-77C6-B07D-FF3E0F852E0D}"/>
          </ac:spMkLst>
        </pc:spChg>
        <pc:spChg chg="add mod">
          <ac:chgData name="Michael Whitehouse" userId="0ecba9273f6ad366" providerId="LiveId" clId="{F36E82C0-65ED-4BE7-8730-0F102FB388DD}" dt="2026-06-09T11:56:53.446" v="533" actId="139"/>
          <ac:spMkLst>
            <pc:docMk/>
            <pc:sldMk cId="627230301" sldId="317"/>
            <ac:spMk id="13" creationId="{18B18F61-3959-AE5A-AB8E-BFBE54B58F81}"/>
          </ac:spMkLst>
        </pc:spChg>
        <pc:spChg chg="add mod">
          <ac:chgData name="Michael Whitehouse" userId="0ecba9273f6ad366" providerId="LiveId" clId="{F36E82C0-65ED-4BE7-8730-0F102FB388DD}" dt="2026-06-09T11:56:53.498" v="544" actId="139"/>
          <ac:spMkLst>
            <pc:docMk/>
            <pc:sldMk cId="627230301" sldId="317"/>
            <ac:spMk id="14" creationId="{83E8E385-F703-84F9-744E-3F3FE6E89DDA}"/>
          </ac:spMkLst>
        </pc:spChg>
        <pc:spChg chg="add mod">
          <ac:chgData name="Michael Whitehouse" userId="0ecba9273f6ad366" providerId="LiveId" clId="{F36E82C0-65ED-4BE7-8730-0F102FB388DD}" dt="2026-06-09T11:56:53.519" v="554" actId="207"/>
          <ac:spMkLst>
            <pc:docMk/>
            <pc:sldMk cId="627230301" sldId="317"/>
            <ac:spMk id="15" creationId="{EB8A984F-6F64-04FB-FA69-CD801D937923}"/>
          </ac:spMkLst>
        </pc:spChg>
        <pc:spChg chg="add mod">
          <ac:chgData name="Michael Whitehouse" userId="0ecba9273f6ad366" providerId="LiveId" clId="{F36E82C0-65ED-4BE7-8730-0F102FB388DD}" dt="2026-06-09T11:56:53.538" v="564" actId="207"/>
          <ac:spMkLst>
            <pc:docMk/>
            <pc:sldMk cId="627230301" sldId="317"/>
            <ac:spMk id="16" creationId="{10540AE6-72B1-E5DE-A659-4703C1746861}"/>
          </ac:spMkLst>
        </pc:spChg>
      </pc:sldChg>
      <pc:sldChg chg="addSp delSp modSp add mod">
        <pc:chgData name="Michael Whitehouse" userId="0ecba9273f6ad366" providerId="LiveId" clId="{F36E82C0-65ED-4BE7-8730-0F102FB388DD}" dt="2026-06-09T11:56:53.737" v="600" actId="207"/>
        <pc:sldMkLst>
          <pc:docMk/>
          <pc:sldMk cId="3931163069" sldId="318"/>
        </pc:sldMkLst>
        <pc:spChg chg="mod">
          <ac:chgData name="Michael Whitehouse" userId="0ecba9273f6ad366" providerId="LiveId" clId="{F36E82C0-65ED-4BE7-8730-0F102FB388DD}" dt="2026-06-09T11:56:53.547" v="568" actId="139"/>
          <ac:spMkLst>
            <pc:docMk/>
            <pc:sldMk cId="3931163069" sldId="318"/>
            <ac:spMk id="2" creationId="{C700AEE7-5D79-D999-715A-D3DEE37F42EC}"/>
          </ac:spMkLst>
        </pc:spChg>
        <pc:spChg chg="add mod">
          <ac:chgData name="Michael Whitehouse" userId="0ecba9273f6ad366" providerId="LiveId" clId="{F36E82C0-65ED-4BE7-8730-0F102FB388DD}" dt="2026-06-09T11:56:53.717" v="590" actId="207"/>
          <ac:spMkLst>
            <pc:docMk/>
            <pc:sldMk cId="3931163069" sldId="318"/>
            <ac:spMk id="5" creationId="{863ACC4F-2D53-09E9-386E-D4187157C6D2}"/>
          </ac:spMkLst>
        </pc:spChg>
        <pc:spChg chg="add mod">
          <ac:chgData name="Michael Whitehouse" userId="0ecba9273f6ad366" providerId="LiveId" clId="{F36E82C0-65ED-4BE7-8730-0F102FB388DD}" dt="2026-06-09T11:56:53.737" v="600" actId="207"/>
          <ac:spMkLst>
            <pc:docMk/>
            <pc:sldMk cId="3931163069" sldId="318"/>
            <ac:spMk id="6" creationId="{98376B76-E968-B059-ED5E-B49EFA0319E5}"/>
          </ac:spMkLst>
        </pc:spChg>
        <pc:graphicFrameChg chg="add mod modGraphic">
          <ac:chgData name="Michael Whitehouse" userId="0ecba9273f6ad366" providerId="LiveId" clId="{F36E82C0-65ED-4BE7-8730-0F102FB388DD}" dt="2026-06-09T11:56:53.693" v="580"/>
          <ac:graphicFrameMkLst>
            <pc:docMk/>
            <pc:sldMk cId="3931163069" sldId="318"/>
            <ac:graphicFrameMk id="4" creationId="{59966659-1A1F-9B47-8A1A-3F7C1807B039}"/>
          </ac:graphicFrameMkLst>
        </pc:graphicFrameChg>
      </pc:sldChg>
      <pc:sldChg chg="addSp delSp modSp add mod">
        <pc:chgData name="Michael Whitehouse" userId="0ecba9273f6ad366" providerId="LiveId" clId="{F36E82C0-65ED-4BE7-8730-0F102FB388DD}" dt="2026-06-09T11:56:54.051" v="636" actId="207"/>
        <pc:sldMkLst>
          <pc:docMk/>
          <pc:sldMk cId="3808840492" sldId="319"/>
        </pc:sldMkLst>
        <pc:spChg chg="mod">
          <ac:chgData name="Michael Whitehouse" userId="0ecba9273f6ad366" providerId="LiveId" clId="{F36E82C0-65ED-4BE7-8730-0F102FB388DD}" dt="2026-06-09T11:56:53.746" v="604" actId="139"/>
          <ac:spMkLst>
            <pc:docMk/>
            <pc:sldMk cId="3808840492" sldId="319"/>
            <ac:spMk id="2" creationId="{BAEE42B8-EDD7-D8E3-5F12-EA096561E7B6}"/>
          </ac:spMkLst>
        </pc:spChg>
        <pc:spChg chg="add mod">
          <ac:chgData name="Michael Whitehouse" userId="0ecba9273f6ad366" providerId="LiveId" clId="{F36E82C0-65ED-4BE7-8730-0F102FB388DD}" dt="2026-06-09T11:56:54.007" v="626" actId="207"/>
          <ac:spMkLst>
            <pc:docMk/>
            <pc:sldMk cId="3808840492" sldId="319"/>
            <ac:spMk id="5" creationId="{FF9DBEE1-8D0E-DF9C-98FF-23CE8109663A}"/>
          </ac:spMkLst>
        </pc:spChg>
        <pc:spChg chg="add mod">
          <ac:chgData name="Michael Whitehouse" userId="0ecba9273f6ad366" providerId="LiveId" clId="{F36E82C0-65ED-4BE7-8730-0F102FB388DD}" dt="2026-06-09T11:56:54.051" v="636" actId="207"/>
          <ac:spMkLst>
            <pc:docMk/>
            <pc:sldMk cId="3808840492" sldId="319"/>
            <ac:spMk id="6" creationId="{9EF3F178-FD16-89D2-D02C-6A80D1F45472}"/>
          </ac:spMkLst>
        </pc:spChg>
        <pc:graphicFrameChg chg="add mod modGraphic">
          <ac:chgData name="Michael Whitehouse" userId="0ecba9273f6ad366" providerId="LiveId" clId="{F36E82C0-65ED-4BE7-8730-0F102FB388DD}" dt="2026-06-09T11:56:53.951" v="616"/>
          <ac:graphicFrameMkLst>
            <pc:docMk/>
            <pc:sldMk cId="3808840492" sldId="319"/>
            <ac:graphicFrameMk id="4" creationId="{F35785FE-EF27-2A07-C6D1-AF6D4746F25A}"/>
          </ac:graphicFrameMkLst>
        </pc:graphicFrameChg>
      </pc:sldChg>
      <pc:sldChg chg="addSp modSp add mod">
        <pc:chgData name="Michael Whitehouse" userId="0ecba9273f6ad366" providerId="LiveId" clId="{F36E82C0-65ED-4BE7-8730-0F102FB388DD}" dt="2026-06-09T11:56:59.647" v="982" actId="207"/>
        <pc:sldMkLst>
          <pc:docMk/>
          <pc:sldMk cId="3825379271" sldId="320"/>
        </pc:sldMkLst>
        <pc:spChg chg="mod">
          <ac:chgData name="Michael Whitehouse" userId="0ecba9273f6ad366" providerId="LiveId" clId="{F36E82C0-65ED-4BE7-8730-0F102FB388DD}" dt="2026-06-09T11:56:54.071" v="640" actId="139"/>
          <ac:spMkLst>
            <pc:docMk/>
            <pc:sldMk cId="3825379271" sldId="320"/>
            <ac:spMk id="2" creationId="{B38690D5-B978-7E40-A7E8-C63D7108EA81}"/>
          </ac:spMkLst>
        </pc:spChg>
        <pc:spChg chg="add mod">
          <ac:chgData name="Michael Whitehouse" userId="0ecba9273f6ad366" providerId="LiveId" clId="{F36E82C0-65ED-4BE7-8730-0F102FB388DD}" dt="2026-06-09T11:56:57.722" v="651" actId="208"/>
          <ac:spMkLst>
            <pc:docMk/>
            <pc:sldMk cId="3825379271" sldId="320"/>
            <ac:spMk id="3" creationId="{7F7D88ED-C65F-C70B-8E3B-B1B723356EF2}"/>
          </ac:spMkLst>
        </pc:spChg>
        <pc:spChg chg="add mod">
          <ac:chgData name="Michael Whitehouse" userId="0ecba9273f6ad366" providerId="LiveId" clId="{F36E82C0-65ED-4BE7-8730-0F102FB388DD}" dt="2026-06-09T11:56:57.783" v="661" actId="208"/>
          <ac:spMkLst>
            <pc:docMk/>
            <pc:sldMk cId="3825379271" sldId="320"/>
            <ac:spMk id="4" creationId="{FCE9FE5A-7732-3899-30B4-B75196C2918D}"/>
          </ac:spMkLst>
        </pc:spChg>
        <pc:spChg chg="add mod">
          <ac:chgData name="Michael Whitehouse" userId="0ecba9273f6ad366" providerId="LiveId" clId="{F36E82C0-65ED-4BE7-8730-0F102FB388DD}" dt="2026-06-09T11:56:57.856" v="672" actId="139"/>
          <ac:spMkLst>
            <pc:docMk/>
            <pc:sldMk cId="3825379271" sldId="320"/>
            <ac:spMk id="5" creationId="{F71C92B0-48BE-1C2F-A55E-7A011D465447}"/>
          </ac:spMkLst>
        </pc:spChg>
        <pc:spChg chg="add mod">
          <ac:chgData name="Michael Whitehouse" userId="0ecba9273f6ad366" providerId="LiveId" clId="{F36E82C0-65ED-4BE7-8730-0F102FB388DD}" dt="2026-06-09T11:56:57.928" v="683" actId="139"/>
          <ac:spMkLst>
            <pc:docMk/>
            <pc:sldMk cId="3825379271" sldId="320"/>
            <ac:spMk id="6" creationId="{66DAB9EC-511C-AA1B-9E5C-914F438E01A7}"/>
          </ac:spMkLst>
        </pc:spChg>
        <pc:spChg chg="add mod">
          <ac:chgData name="Michael Whitehouse" userId="0ecba9273f6ad366" providerId="LiveId" clId="{F36E82C0-65ED-4BE7-8730-0F102FB388DD}" dt="2026-06-09T11:56:57.988" v="694" actId="139"/>
          <ac:spMkLst>
            <pc:docMk/>
            <pc:sldMk cId="3825379271" sldId="320"/>
            <ac:spMk id="7" creationId="{4BF72075-EB15-96DB-7FA9-B30FC3EEF663}"/>
          </ac:spMkLst>
        </pc:spChg>
        <pc:spChg chg="add mod">
          <ac:chgData name="Michael Whitehouse" userId="0ecba9273f6ad366" providerId="LiveId" clId="{F36E82C0-65ED-4BE7-8730-0F102FB388DD}" dt="2026-06-09T11:56:58.045" v="705" actId="208"/>
          <ac:spMkLst>
            <pc:docMk/>
            <pc:sldMk cId="3825379271" sldId="320"/>
            <ac:spMk id="8" creationId="{82C5198D-F52C-558F-D376-B57BCB3EC4E6}"/>
          </ac:spMkLst>
        </pc:spChg>
        <pc:spChg chg="add mod">
          <ac:chgData name="Michael Whitehouse" userId="0ecba9273f6ad366" providerId="LiveId" clId="{F36E82C0-65ED-4BE7-8730-0F102FB388DD}" dt="2026-06-09T11:56:58.102" v="715" actId="208"/>
          <ac:spMkLst>
            <pc:docMk/>
            <pc:sldMk cId="3825379271" sldId="320"/>
            <ac:spMk id="9" creationId="{31BF4293-CDF5-EB3F-928A-C269072B447F}"/>
          </ac:spMkLst>
        </pc:spChg>
        <pc:spChg chg="add mod">
          <ac:chgData name="Michael Whitehouse" userId="0ecba9273f6ad366" providerId="LiveId" clId="{F36E82C0-65ED-4BE7-8730-0F102FB388DD}" dt="2026-06-09T11:56:58.165" v="726" actId="139"/>
          <ac:spMkLst>
            <pc:docMk/>
            <pc:sldMk cId="3825379271" sldId="320"/>
            <ac:spMk id="10" creationId="{060CFED5-C476-2E7D-C3C4-1489ADF018A8}"/>
          </ac:spMkLst>
        </pc:spChg>
        <pc:spChg chg="add mod">
          <ac:chgData name="Michael Whitehouse" userId="0ecba9273f6ad366" providerId="LiveId" clId="{F36E82C0-65ED-4BE7-8730-0F102FB388DD}" dt="2026-06-09T11:56:58.221" v="737" actId="139"/>
          <ac:spMkLst>
            <pc:docMk/>
            <pc:sldMk cId="3825379271" sldId="320"/>
            <ac:spMk id="11" creationId="{7BECE157-6DB6-AFD4-1B14-95ADE94855B5}"/>
          </ac:spMkLst>
        </pc:spChg>
        <pc:spChg chg="add mod">
          <ac:chgData name="Michael Whitehouse" userId="0ecba9273f6ad366" providerId="LiveId" clId="{F36E82C0-65ED-4BE7-8730-0F102FB388DD}" dt="2026-06-09T11:56:58.274" v="748" actId="139"/>
          <ac:spMkLst>
            <pc:docMk/>
            <pc:sldMk cId="3825379271" sldId="320"/>
            <ac:spMk id="12" creationId="{D541DDEE-ADAD-C948-1428-E86388FD5785}"/>
          </ac:spMkLst>
        </pc:spChg>
        <pc:spChg chg="add mod">
          <ac:chgData name="Michael Whitehouse" userId="0ecba9273f6ad366" providerId="LiveId" clId="{F36E82C0-65ED-4BE7-8730-0F102FB388DD}" dt="2026-06-09T11:56:58.327" v="759" actId="208"/>
          <ac:spMkLst>
            <pc:docMk/>
            <pc:sldMk cId="3825379271" sldId="320"/>
            <ac:spMk id="13" creationId="{DBF5BB8F-93AF-3D99-DC01-E6ABCCD56BE5}"/>
          </ac:spMkLst>
        </pc:spChg>
        <pc:spChg chg="add mod">
          <ac:chgData name="Michael Whitehouse" userId="0ecba9273f6ad366" providerId="LiveId" clId="{F36E82C0-65ED-4BE7-8730-0F102FB388DD}" dt="2026-06-09T11:56:58.382" v="769" actId="208"/>
          <ac:spMkLst>
            <pc:docMk/>
            <pc:sldMk cId="3825379271" sldId="320"/>
            <ac:spMk id="14" creationId="{BE91A35D-0129-C8EE-C6F9-EA7917CE585A}"/>
          </ac:spMkLst>
        </pc:spChg>
        <pc:spChg chg="add mod">
          <ac:chgData name="Michael Whitehouse" userId="0ecba9273f6ad366" providerId="LiveId" clId="{F36E82C0-65ED-4BE7-8730-0F102FB388DD}" dt="2026-06-09T11:56:58.439" v="780" actId="139"/>
          <ac:spMkLst>
            <pc:docMk/>
            <pc:sldMk cId="3825379271" sldId="320"/>
            <ac:spMk id="15" creationId="{E52479EA-4621-7918-B2A0-ED3BB80382BB}"/>
          </ac:spMkLst>
        </pc:spChg>
        <pc:spChg chg="add mod">
          <ac:chgData name="Michael Whitehouse" userId="0ecba9273f6ad366" providerId="LiveId" clId="{F36E82C0-65ED-4BE7-8730-0F102FB388DD}" dt="2026-06-09T11:56:58.492" v="791" actId="139"/>
          <ac:spMkLst>
            <pc:docMk/>
            <pc:sldMk cId="3825379271" sldId="320"/>
            <ac:spMk id="16" creationId="{FFD419EA-8218-CE04-A178-C739300A357D}"/>
          </ac:spMkLst>
        </pc:spChg>
        <pc:spChg chg="add mod">
          <ac:chgData name="Michael Whitehouse" userId="0ecba9273f6ad366" providerId="LiveId" clId="{F36E82C0-65ED-4BE7-8730-0F102FB388DD}" dt="2026-06-09T11:56:58.552" v="802" actId="139"/>
          <ac:spMkLst>
            <pc:docMk/>
            <pc:sldMk cId="3825379271" sldId="320"/>
            <ac:spMk id="17" creationId="{2E7F4397-A15D-E981-201C-AB48003699B7}"/>
          </ac:spMkLst>
        </pc:spChg>
        <pc:spChg chg="add mod">
          <ac:chgData name="Michael Whitehouse" userId="0ecba9273f6ad366" providerId="LiveId" clId="{F36E82C0-65ED-4BE7-8730-0F102FB388DD}" dt="2026-06-09T11:56:58.620" v="813" actId="208"/>
          <ac:spMkLst>
            <pc:docMk/>
            <pc:sldMk cId="3825379271" sldId="320"/>
            <ac:spMk id="18" creationId="{81C6E353-CCA4-950C-C79E-C2F090C8353F}"/>
          </ac:spMkLst>
        </pc:spChg>
        <pc:spChg chg="add mod">
          <ac:chgData name="Michael Whitehouse" userId="0ecba9273f6ad366" providerId="LiveId" clId="{F36E82C0-65ED-4BE7-8730-0F102FB388DD}" dt="2026-06-09T11:56:58.694" v="823" actId="208"/>
          <ac:spMkLst>
            <pc:docMk/>
            <pc:sldMk cId="3825379271" sldId="320"/>
            <ac:spMk id="19" creationId="{3DF790D4-5318-4130-4784-F19F6D7CE88E}"/>
          </ac:spMkLst>
        </pc:spChg>
        <pc:spChg chg="add mod">
          <ac:chgData name="Michael Whitehouse" userId="0ecba9273f6ad366" providerId="LiveId" clId="{F36E82C0-65ED-4BE7-8730-0F102FB388DD}" dt="2026-06-09T11:56:58.777" v="834" actId="139"/>
          <ac:spMkLst>
            <pc:docMk/>
            <pc:sldMk cId="3825379271" sldId="320"/>
            <ac:spMk id="20" creationId="{D12A4005-BDC4-3CA2-AF8D-539AC1B45045}"/>
          </ac:spMkLst>
        </pc:spChg>
        <pc:spChg chg="add mod">
          <ac:chgData name="Michael Whitehouse" userId="0ecba9273f6ad366" providerId="LiveId" clId="{F36E82C0-65ED-4BE7-8730-0F102FB388DD}" dt="2026-06-09T11:56:58.856" v="845" actId="139"/>
          <ac:spMkLst>
            <pc:docMk/>
            <pc:sldMk cId="3825379271" sldId="320"/>
            <ac:spMk id="21" creationId="{356A3E8E-23AF-9C1F-2590-B2637E8E56F6}"/>
          </ac:spMkLst>
        </pc:spChg>
        <pc:spChg chg="add mod">
          <ac:chgData name="Michael Whitehouse" userId="0ecba9273f6ad366" providerId="LiveId" clId="{F36E82C0-65ED-4BE7-8730-0F102FB388DD}" dt="2026-06-09T11:56:58.927" v="856" actId="139"/>
          <ac:spMkLst>
            <pc:docMk/>
            <pc:sldMk cId="3825379271" sldId="320"/>
            <ac:spMk id="22" creationId="{E93EFDFC-25A4-A585-9D5E-514F80911D81}"/>
          </ac:spMkLst>
        </pc:spChg>
        <pc:spChg chg="add mod">
          <ac:chgData name="Michael Whitehouse" userId="0ecba9273f6ad366" providerId="LiveId" clId="{F36E82C0-65ED-4BE7-8730-0F102FB388DD}" dt="2026-06-09T11:56:58.993" v="867" actId="208"/>
          <ac:spMkLst>
            <pc:docMk/>
            <pc:sldMk cId="3825379271" sldId="320"/>
            <ac:spMk id="23" creationId="{0563DB4F-5496-FEDE-B3A8-05BBECC133E8}"/>
          </ac:spMkLst>
        </pc:spChg>
        <pc:spChg chg="add mod">
          <ac:chgData name="Michael Whitehouse" userId="0ecba9273f6ad366" providerId="LiveId" clId="{F36E82C0-65ED-4BE7-8730-0F102FB388DD}" dt="2026-06-09T11:56:59.056" v="877" actId="208"/>
          <ac:spMkLst>
            <pc:docMk/>
            <pc:sldMk cId="3825379271" sldId="320"/>
            <ac:spMk id="24" creationId="{1890F38B-6AD9-096D-3CDE-B6E07881B080}"/>
          </ac:spMkLst>
        </pc:spChg>
        <pc:spChg chg="add mod">
          <ac:chgData name="Michael Whitehouse" userId="0ecba9273f6ad366" providerId="LiveId" clId="{F36E82C0-65ED-4BE7-8730-0F102FB388DD}" dt="2026-06-09T11:56:59.115" v="888" actId="139"/>
          <ac:spMkLst>
            <pc:docMk/>
            <pc:sldMk cId="3825379271" sldId="320"/>
            <ac:spMk id="25" creationId="{E2555797-3B4D-6E3A-7AFB-0460BA196667}"/>
          </ac:spMkLst>
        </pc:spChg>
        <pc:spChg chg="add mod">
          <ac:chgData name="Michael Whitehouse" userId="0ecba9273f6ad366" providerId="LiveId" clId="{F36E82C0-65ED-4BE7-8730-0F102FB388DD}" dt="2026-06-09T11:56:59.179" v="899" actId="139"/>
          <ac:spMkLst>
            <pc:docMk/>
            <pc:sldMk cId="3825379271" sldId="320"/>
            <ac:spMk id="26" creationId="{B1F5A0DF-9E2D-A9B1-AF29-67F1AD656487}"/>
          </ac:spMkLst>
        </pc:spChg>
        <pc:spChg chg="add mod">
          <ac:chgData name="Michael Whitehouse" userId="0ecba9273f6ad366" providerId="LiveId" clId="{F36E82C0-65ED-4BE7-8730-0F102FB388DD}" dt="2026-06-09T11:56:59.236" v="909" actId="207"/>
          <ac:spMkLst>
            <pc:docMk/>
            <pc:sldMk cId="3825379271" sldId="320"/>
            <ac:spMk id="27" creationId="{4020C2DE-D651-F086-6E56-0F89F2D3F186}"/>
          </ac:spMkLst>
        </pc:spChg>
        <pc:spChg chg="add mod">
          <ac:chgData name="Michael Whitehouse" userId="0ecba9273f6ad366" providerId="LiveId" clId="{F36E82C0-65ED-4BE7-8730-0F102FB388DD}" dt="2026-06-09T11:56:59.308" v="920" actId="208"/>
          <ac:spMkLst>
            <pc:docMk/>
            <pc:sldMk cId="3825379271" sldId="320"/>
            <ac:spMk id="28" creationId="{F51B202C-F519-6E5F-C779-54DADDC03923}"/>
          </ac:spMkLst>
        </pc:spChg>
        <pc:spChg chg="add mod">
          <ac:chgData name="Michael Whitehouse" userId="0ecba9273f6ad366" providerId="LiveId" clId="{F36E82C0-65ED-4BE7-8730-0F102FB388DD}" dt="2026-06-09T11:56:59.385" v="931" actId="139"/>
          <ac:spMkLst>
            <pc:docMk/>
            <pc:sldMk cId="3825379271" sldId="320"/>
            <ac:spMk id="29" creationId="{90604C4D-CA5C-81AB-61B5-6B2A874EF755}"/>
          </ac:spMkLst>
        </pc:spChg>
        <pc:spChg chg="add mod">
          <ac:chgData name="Michael Whitehouse" userId="0ecba9273f6ad366" providerId="LiveId" clId="{F36E82C0-65ED-4BE7-8730-0F102FB388DD}" dt="2026-06-09T11:56:59.435" v="940"/>
          <ac:spMkLst>
            <pc:docMk/>
            <pc:sldMk cId="3825379271" sldId="320"/>
            <ac:spMk id="30" creationId="{3B7BC7EC-B1D0-42FA-59FA-0B5D818A387B}"/>
          </ac:spMkLst>
        </pc:spChg>
        <pc:spChg chg="add mod">
          <ac:chgData name="Michael Whitehouse" userId="0ecba9273f6ad366" providerId="LiveId" clId="{F36E82C0-65ED-4BE7-8730-0F102FB388DD}" dt="2026-06-09T11:56:59.526" v="951" actId="139"/>
          <ac:spMkLst>
            <pc:docMk/>
            <pc:sldMk cId="3825379271" sldId="320"/>
            <ac:spMk id="31" creationId="{42E18C1F-CA76-DD21-F583-ADE80D19B6BD}"/>
          </ac:spMkLst>
        </pc:spChg>
        <pc:spChg chg="add mod">
          <ac:chgData name="Michael Whitehouse" userId="0ecba9273f6ad366" providerId="LiveId" clId="{F36E82C0-65ED-4BE7-8730-0F102FB388DD}" dt="2026-06-09T11:56:59.591" v="962" actId="139"/>
          <ac:spMkLst>
            <pc:docMk/>
            <pc:sldMk cId="3825379271" sldId="320"/>
            <ac:spMk id="32" creationId="{37F9A310-2FD0-D4D5-41EB-D9551BF56563}"/>
          </ac:spMkLst>
        </pc:spChg>
        <pc:spChg chg="add mod">
          <ac:chgData name="Michael Whitehouse" userId="0ecba9273f6ad366" providerId="LiveId" clId="{F36E82C0-65ED-4BE7-8730-0F102FB388DD}" dt="2026-06-09T11:56:59.623" v="972" actId="207"/>
          <ac:spMkLst>
            <pc:docMk/>
            <pc:sldMk cId="3825379271" sldId="320"/>
            <ac:spMk id="33" creationId="{F18D801D-217B-8AAE-2B8C-6643CF6C86C7}"/>
          </ac:spMkLst>
        </pc:spChg>
        <pc:spChg chg="add mod">
          <ac:chgData name="Michael Whitehouse" userId="0ecba9273f6ad366" providerId="LiveId" clId="{F36E82C0-65ED-4BE7-8730-0F102FB388DD}" dt="2026-06-09T11:56:59.647" v="982" actId="207"/>
          <ac:spMkLst>
            <pc:docMk/>
            <pc:sldMk cId="3825379271" sldId="320"/>
            <ac:spMk id="34" creationId="{47C2B252-9537-58A5-849A-AAAB9BC28059}"/>
          </ac:spMkLst>
        </pc:spChg>
      </pc:sldChg>
      <pc:sldChg chg="addSp modSp add mod">
        <pc:chgData name="Michael Whitehouse" userId="0ecba9273f6ad366" providerId="LiveId" clId="{F36E82C0-65ED-4BE7-8730-0F102FB388DD}" dt="2026-06-09T11:57:02.480" v="1254" actId="207"/>
        <pc:sldMkLst>
          <pc:docMk/>
          <pc:sldMk cId="3529824101" sldId="321"/>
        </pc:sldMkLst>
        <pc:spChg chg="mod">
          <ac:chgData name="Michael Whitehouse" userId="0ecba9273f6ad366" providerId="LiveId" clId="{F36E82C0-65ED-4BE7-8730-0F102FB388DD}" dt="2026-06-09T11:56:59.659" v="986" actId="139"/>
          <ac:spMkLst>
            <pc:docMk/>
            <pc:sldMk cId="3529824101" sldId="321"/>
            <ac:spMk id="2" creationId="{604ED867-292D-FD14-FD73-0F22E2432B1D}"/>
          </ac:spMkLst>
        </pc:spChg>
        <pc:spChg chg="add mod">
          <ac:chgData name="Michael Whitehouse" userId="0ecba9273f6ad366" providerId="LiveId" clId="{F36E82C0-65ED-4BE7-8730-0F102FB388DD}" dt="2026-06-09T11:57:01.300" v="995"/>
          <ac:spMkLst>
            <pc:docMk/>
            <pc:sldMk cId="3529824101" sldId="321"/>
            <ac:spMk id="3" creationId="{53A1D9DA-C52C-8F53-2B20-5030B5A51323}"/>
          </ac:spMkLst>
        </pc:spChg>
        <pc:spChg chg="add mod">
          <ac:chgData name="Michael Whitehouse" userId="0ecba9273f6ad366" providerId="LiveId" clId="{F36E82C0-65ED-4BE7-8730-0F102FB388DD}" dt="2026-06-09T11:57:01.367" v="1006" actId="208"/>
          <ac:spMkLst>
            <pc:docMk/>
            <pc:sldMk cId="3529824101" sldId="321"/>
            <ac:spMk id="4" creationId="{DAA1D65C-EC7A-71F1-2EA1-A69A64A99401}"/>
          </ac:spMkLst>
        </pc:spChg>
        <pc:spChg chg="add mod">
          <ac:chgData name="Michael Whitehouse" userId="0ecba9273f6ad366" providerId="LiveId" clId="{F36E82C0-65ED-4BE7-8730-0F102FB388DD}" dt="2026-06-09T11:57:01.429" v="1017" actId="208"/>
          <ac:spMkLst>
            <pc:docMk/>
            <pc:sldMk cId="3529824101" sldId="321"/>
            <ac:spMk id="5" creationId="{703BAF09-0E48-1E45-515F-00F80F19CDDC}"/>
          </ac:spMkLst>
        </pc:spChg>
        <pc:spChg chg="add mod">
          <ac:chgData name="Michael Whitehouse" userId="0ecba9273f6ad366" providerId="LiveId" clId="{F36E82C0-65ED-4BE7-8730-0F102FB388DD}" dt="2026-06-09T11:57:01.532" v="1037" actId="139"/>
          <ac:spMkLst>
            <pc:docMk/>
            <pc:sldMk cId="3529824101" sldId="321"/>
            <ac:spMk id="7" creationId="{79B48364-481F-792B-4BA5-DB78063225CA}"/>
          </ac:spMkLst>
        </pc:spChg>
        <pc:spChg chg="add mod">
          <ac:chgData name="Michael Whitehouse" userId="0ecba9273f6ad366" providerId="LiveId" clId="{F36E82C0-65ED-4BE7-8730-0F102FB388DD}" dt="2026-06-09T11:57:01.585" v="1048" actId="139"/>
          <ac:spMkLst>
            <pc:docMk/>
            <pc:sldMk cId="3529824101" sldId="321"/>
            <ac:spMk id="8" creationId="{90B200F7-8ACB-025C-D1C2-30DD2D6D81D2}"/>
          </ac:spMkLst>
        </pc:spChg>
        <pc:spChg chg="add mod">
          <ac:chgData name="Michael Whitehouse" userId="0ecba9273f6ad366" providerId="LiveId" clId="{F36E82C0-65ED-4BE7-8730-0F102FB388DD}" dt="2026-06-09T11:57:01.631" v="1057"/>
          <ac:spMkLst>
            <pc:docMk/>
            <pc:sldMk cId="3529824101" sldId="321"/>
            <ac:spMk id="9" creationId="{46A6BFFC-BB87-DE99-CE65-C16EABD92FAF}"/>
          </ac:spMkLst>
        </pc:spChg>
        <pc:spChg chg="add mod">
          <ac:chgData name="Michael Whitehouse" userId="0ecba9273f6ad366" providerId="LiveId" clId="{F36E82C0-65ED-4BE7-8730-0F102FB388DD}" dt="2026-06-09T11:57:01.683" v="1068" actId="208"/>
          <ac:spMkLst>
            <pc:docMk/>
            <pc:sldMk cId="3529824101" sldId="321"/>
            <ac:spMk id="10" creationId="{7E582EEC-AAC0-3E60-8C36-F5AC81AB24F6}"/>
          </ac:spMkLst>
        </pc:spChg>
        <pc:spChg chg="add mod">
          <ac:chgData name="Michael Whitehouse" userId="0ecba9273f6ad366" providerId="LiveId" clId="{F36E82C0-65ED-4BE7-8730-0F102FB388DD}" dt="2026-06-09T11:57:01.723" v="1079" actId="208"/>
          <ac:spMkLst>
            <pc:docMk/>
            <pc:sldMk cId="3529824101" sldId="321"/>
            <ac:spMk id="11" creationId="{05556B2E-2FB6-4B37-C0FD-5A626A4BF0DB}"/>
          </ac:spMkLst>
        </pc:spChg>
        <pc:spChg chg="add mod">
          <ac:chgData name="Michael Whitehouse" userId="0ecba9273f6ad366" providerId="LiveId" clId="{F36E82C0-65ED-4BE7-8730-0F102FB388DD}" dt="2026-06-09T11:57:01.794" v="1099" actId="139"/>
          <ac:spMkLst>
            <pc:docMk/>
            <pc:sldMk cId="3529824101" sldId="321"/>
            <ac:spMk id="13" creationId="{E1B45B0C-9030-85AE-29AD-607D3AD2F082}"/>
          </ac:spMkLst>
        </pc:spChg>
        <pc:spChg chg="add mod">
          <ac:chgData name="Michael Whitehouse" userId="0ecba9273f6ad366" providerId="LiveId" clId="{F36E82C0-65ED-4BE7-8730-0F102FB388DD}" dt="2026-06-09T11:57:01.834" v="1110" actId="139"/>
          <ac:spMkLst>
            <pc:docMk/>
            <pc:sldMk cId="3529824101" sldId="321"/>
            <ac:spMk id="14" creationId="{8BE6910C-3141-64BA-2EEA-B1BE0403AA4D}"/>
          </ac:spMkLst>
        </pc:spChg>
        <pc:spChg chg="add mod">
          <ac:chgData name="Michael Whitehouse" userId="0ecba9273f6ad366" providerId="LiveId" clId="{F36E82C0-65ED-4BE7-8730-0F102FB388DD}" dt="2026-06-09T11:57:01.867" v="1119"/>
          <ac:spMkLst>
            <pc:docMk/>
            <pc:sldMk cId="3529824101" sldId="321"/>
            <ac:spMk id="15" creationId="{715252B9-0DF4-63A6-D70D-28F7EDBDFB55}"/>
          </ac:spMkLst>
        </pc:spChg>
        <pc:spChg chg="add mod">
          <ac:chgData name="Michael Whitehouse" userId="0ecba9273f6ad366" providerId="LiveId" clId="{F36E82C0-65ED-4BE7-8730-0F102FB388DD}" dt="2026-06-09T11:57:01.918" v="1130" actId="208"/>
          <ac:spMkLst>
            <pc:docMk/>
            <pc:sldMk cId="3529824101" sldId="321"/>
            <ac:spMk id="16" creationId="{7DD16EC5-92AA-F554-604F-CBD6AA8D1DC4}"/>
          </ac:spMkLst>
        </pc:spChg>
        <pc:spChg chg="add mod">
          <ac:chgData name="Michael Whitehouse" userId="0ecba9273f6ad366" providerId="LiveId" clId="{F36E82C0-65ED-4BE7-8730-0F102FB388DD}" dt="2026-06-09T11:57:01.969" v="1141" actId="208"/>
          <ac:spMkLst>
            <pc:docMk/>
            <pc:sldMk cId="3529824101" sldId="321"/>
            <ac:spMk id="17" creationId="{794A7F74-D35C-8116-9193-1E024F73A9EA}"/>
          </ac:spMkLst>
        </pc:spChg>
        <pc:spChg chg="add mod">
          <ac:chgData name="Michael Whitehouse" userId="0ecba9273f6ad366" providerId="LiveId" clId="{F36E82C0-65ED-4BE7-8730-0F102FB388DD}" dt="2026-06-09T11:57:02.087" v="1161" actId="139"/>
          <ac:spMkLst>
            <pc:docMk/>
            <pc:sldMk cId="3529824101" sldId="321"/>
            <ac:spMk id="19" creationId="{C70893E8-48D6-68C5-BC7A-CCA8D5065D1F}"/>
          </ac:spMkLst>
        </pc:spChg>
        <pc:spChg chg="add mod">
          <ac:chgData name="Michael Whitehouse" userId="0ecba9273f6ad366" providerId="LiveId" clId="{F36E82C0-65ED-4BE7-8730-0F102FB388DD}" dt="2026-06-09T11:57:02.145" v="1172" actId="139"/>
          <ac:spMkLst>
            <pc:docMk/>
            <pc:sldMk cId="3529824101" sldId="321"/>
            <ac:spMk id="20" creationId="{B6E1CFC5-4D09-7286-7113-E1E8AD81170F}"/>
          </ac:spMkLst>
        </pc:spChg>
        <pc:spChg chg="add mod">
          <ac:chgData name="Michael Whitehouse" userId="0ecba9273f6ad366" providerId="LiveId" clId="{F36E82C0-65ED-4BE7-8730-0F102FB388DD}" dt="2026-06-09T11:57:02.248" v="1181"/>
          <ac:spMkLst>
            <pc:docMk/>
            <pc:sldMk cId="3529824101" sldId="321"/>
            <ac:spMk id="21" creationId="{CFA2E6AF-0910-A03E-C233-C9994A6CBA52}"/>
          </ac:spMkLst>
        </pc:spChg>
        <pc:spChg chg="add mod">
          <ac:chgData name="Michael Whitehouse" userId="0ecba9273f6ad366" providerId="LiveId" clId="{F36E82C0-65ED-4BE7-8730-0F102FB388DD}" dt="2026-06-09T11:57:02.291" v="1192" actId="208"/>
          <ac:spMkLst>
            <pc:docMk/>
            <pc:sldMk cId="3529824101" sldId="321"/>
            <ac:spMk id="22" creationId="{65ABF3B7-9C52-7B30-1D06-B04008FDE3AE}"/>
          </ac:spMkLst>
        </pc:spChg>
        <pc:spChg chg="add mod">
          <ac:chgData name="Michael Whitehouse" userId="0ecba9273f6ad366" providerId="LiveId" clId="{F36E82C0-65ED-4BE7-8730-0F102FB388DD}" dt="2026-06-09T11:57:02.330" v="1203" actId="208"/>
          <ac:spMkLst>
            <pc:docMk/>
            <pc:sldMk cId="3529824101" sldId="321"/>
            <ac:spMk id="23" creationId="{310D35F2-39EB-DF85-78C6-5567977E323A}"/>
          </ac:spMkLst>
        </pc:spChg>
        <pc:spChg chg="add mod">
          <ac:chgData name="Michael Whitehouse" userId="0ecba9273f6ad366" providerId="LiveId" clId="{F36E82C0-65ED-4BE7-8730-0F102FB388DD}" dt="2026-06-09T11:57:02.402" v="1223" actId="139"/>
          <ac:spMkLst>
            <pc:docMk/>
            <pc:sldMk cId="3529824101" sldId="321"/>
            <ac:spMk id="25" creationId="{B8A66C52-7A91-DE9E-17E1-2FF470BE708B}"/>
          </ac:spMkLst>
        </pc:spChg>
        <pc:spChg chg="add mod">
          <ac:chgData name="Michael Whitehouse" userId="0ecba9273f6ad366" providerId="LiveId" clId="{F36E82C0-65ED-4BE7-8730-0F102FB388DD}" dt="2026-06-09T11:57:02.443" v="1234" actId="139"/>
          <ac:spMkLst>
            <pc:docMk/>
            <pc:sldMk cId="3529824101" sldId="321"/>
            <ac:spMk id="26" creationId="{90544509-0569-728E-29D1-180A64CCFF99}"/>
          </ac:spMkLst>
        </pc:spChg>
        <pc:spChg chg="add mod">
          <ac:chgData name="Michael Whitehouse" userId="0ecba9273f6ad366" providerId="LiveId" clId="{F36E82C0-65ED-4BE7-8730-0F102FB388DD}" dt="2026-06-09T11:57:02.462" v="1244" actId="207"/>
          <ac:spMkLst>
            <pc:docMk/>
            <pc:sldMk cId="3529824101" sldId="321"/>
            <ac:spMk id="27" creationId="{466F5B5C-95F7-4F5B-9C8A-ECE51F7D8C23}"/>
          </ac:spMkLst>
        </pc:spChg>
        <pc:spChg chg="add mod">
          <ac:chgData name="Michael Whitehouse" userId="0ecba9273f6ad366" providerId="LiveId" clId="{F36E82C0-65ED-4BE7-8730-0F102FB388DD}" dt="2026-06-09T11:57:02.480" v="1254" actId="207"/>
          <ac:spMkLst>
            <pc:docMk/>
            <pc:sldMk cId="3529824101" sldId="321"/>
            <ac:spMk id="28" creationId="{0F277AD9-AE09-752C-2E97-9C672A5B0D0E}"/>
          </ac:spMkLst>
        </pc:spChg>
        <pc:picChg chg="add mod">
          <ac:chgData name="Michael Whitehouse" userId="0ecba9273f6ad366" providerId="LiveId" clId="{F36E82C0-65ED-4BE7-8730-0F102FB388DD}" dt="2026-06-09T11:57:01.478" v="1026"/>
          <ac:picMkLst>
            <pc:docMk/>
            <pc:sldMk cId="3529824101" sldId="321"/>
            <ac:picMk id="6" creationId="{EEF1C217-225F-D577-2443-6F5A739F21B2}"/>
          </ac:picMkLst>
        </pc:picChg>
        <pc:picChg chg="add mod">
          <ac:chgData name="Michael Whitehouse" userId="0ecba9273f6ad366" providerId="LiveId" clId="{F36E82C0-65ED-4BE7-8730-0F102FB388DD}" dt="2026-06-09T11:57:01.755" v="1088"/>
          <ac:picMkLst>
            <pc:docMk/>
            <pc:sldMk cId="3529824101" sldId="321"/>
            <ac:picMk id="12" creationId="{2DEFF0F1-2ABD-408E-ED38-01202A7E9047}"/>
          </ac:picMkLst>
        </pc:picChg>
        <pc:picChg chg="add mod">
          <ac:chgData name="Michael Whitehouse" userId="0ecba9273f6ad366" providerId="LiveId" clId="{F36E82C0-65ED-4BE7-8730-0F102FB388DD}" dt="2026-06-09T11:57:02.014" v="1150"/>
          <ac:picMkLst>
            <pc:docMk/>
            <pc:sldMk cId="3529824101" sldId="321"/>
            <ac:picMk id="18" creationId="{33A0BA1A-257A-0EF6-F639-6BD3055660A3}"/>
          </ac:picMkLst>
        </pc:picChg>
        <pc:picChg chg="add mod">
          <ac:chgData name="Michael Whitehouse" userId="0ecba9273f6ad366" providerId="LiveId" clId="{F36E82C0-65ED-4BE7-8730-0F102FB388DD}" dt="2026-06-09T11:57:02.362" v="1212"/>
          <ac:picMkLst>
            <pc:docMk/>
            <pc:sldMk cId="3529824101" sldId="321"/>
            <ac:picMk id="24" creationId="{40EC39F1-3156-6880-CA29-D9B827690D1A}"/>
          </ac:picMkLst>
        </pc:picChg>
      </pc:sldChg>
      <pc:sldChg chg="addSp modSp add mod">
        <pc:chgData name="Michael Whitehouse" userId="0ecba9273f6ad366" providerId="LiveId" clId="{F36E82C0-65ED-4BE7-8730-0F102FB388DD}" dt="2026-06-14T13:11:34.160" v="3300" actId="1076"/>
        <pc:sldMkLst>
          <pc:docMk/>
          <pc:sldMk cId="2625724637" sldId="322"/>
        </pc:sldMkLst>
        <pc:spChg chg="mod">
          <ac:chgData name="Michael Whitehouse" userId="0ecba9273f6ad366" providerId="LiveId" clId="{F36E82C0-65ED-4BE7-8730-0F102FB388DD}" dt="2026-06-14T13:11:34.160" v="3300" actId="1076"/>
          <ac:spMkLst>
            <pc:docMk/>
            <pc:sldMk cId="2625724637" sldId="322"/>
            <ac:spMk id="2" creationId="{F75DD405-E0CD-ED13-10B8-588517BD223D}"/>
          </ac:spMkLst>
        </pc:spChg>
        <pc:spChg chg="add mod">
          <ac:chgData name="Michael Whitehouse" userId="0ecba9273f6ad366" providerId="LiveId" clId="{F36E82C0-65ED-4BE7-8730-0F102FB388DD}" dt="2026-06-14T13:11:23.325" v="3297" actId="1076"/>
          <ac:spMkLst>
            <pc:docMk/>
            <pc:sldMk cId="2625724637" sldId="322"/>
            <ac:spMk id="3" creationId="{6DC4C6EB-EFFD-D5C2-804D-6FC2F6F5DC99}"/>
          </ac:spMkLst>
        </pc:spChg>
        <pc:spChg chg="add mod">
          <ac:chgData name="Michael Whitehouse" userId="0ecba9273f6ad366" providerId="LiveId" clId="{F36E82C0-65ED-4BE7-8730-0F102FB388DD}" dt="2026-06-14T13:11:26.609" v="3298" actId="1076"/>
          <ac:spMkLst>
            <pc:docMk/>
            <pc:sldMk cId="2625724637" sldId="322"/>
            <ac:spMk id="4" creationId="{0D109CD2-7EBF-AFD9-DBAE-FFAC3DE257C7}"/>
          </ac:spMkLst>
        </pc:spChg>
        <pc:spChg chg="add mod">
          <ac:chgData name="Michael Whitehouse" userId="0ecba9273f6ad366" providerId="LiveId" clId="{F36E82C0-65ED-4BE7-8730-0F102FB388DD}" dt="2026-06-09T11:57:04.235" v="1289" actId="207"/>
          <ac:spMkLst>
            <pc:docMk/>
            <pc:sldMk cId="2625724637" sldId="322"/>
            <ac:spMk id="5" creationId="{653ED728-4C8C-A2FC-50D1-AEE5B46E4A68}"/>
          </ac:spMkLst>
        </pc:spChg>
        <pc:spChg chg="add mod">
          <ac:chgData name="Michael Whitehouse" userId="0ecba9273f6ad366" providerId="LiveId" clId="{F36E82C0-65ED-4BE7-8730-0F102FB388DD}" dt="2026-06-09T11:57:04.275" v="1300" actId="139"/>
          <ac:spMkLst>
            <pc:docMk/>
            <pc:sldMk cId="2625724637" sldId="322"/>
            <ac:spMk id="6" creationId="{2FCBD7A6-2D1F-86B0-6D7B-DD714600E26F}"/>
          </ac:spMkLst>
        </pc:spChg>
        <pc:spChg chg="add mod">
          <ac:chgData name="Michael Whitehouse" userId="0ecba9273f6ad366" providerId="LiveId" clId="{F36E82C0-65ED-4BE7-8730-0F102FB388DD}" dt="2026-06-14T13:11:33.507" v="3299" actId="14100"/>
          <ac:spMkLst>
            <pc:docMk/>
            <pc:sldMk cId="2625724637" sldId="322"/>
            <ac:spMk id="7" creationId="{78F5730A-57FA-E496-9538-1715870192A3}"/>
          </ac:spMkLst>
        </pc:spChg>
        <pc:spChg chg="add mod">
          <ac:chgData name="Michael Whitehouse" userId="0ecba9273f6ad366" providerId="LiveId" clId="{F36E82C0-65ED-4BE7-8730-0F102FB388DD}" dt="2026-06-09T11:57:04.347" v="1319"/>
          <ac:spMkLst>
            <pc:docMk/>
            <pc:sldMk cId="2625724637" sldId="322"/>
            <ac:spMk id="8" creationId="{6CC18B77-F967-2B45-48A3-DF39F5F311E7}"/>
          </ac:spMkLst>
        </pc:spChg>
        <pc:spChg chg="add mod">
          <ac:chgData name="Michael Whitehouse" userId="0ecba9273f6ad366" providerId="LiveId" clId="{F36E82C0-65ED-4BE7-8730-0F102FB388DD}" dt="2026-06-09T11:57:04.384" v="1328"/>
          <ac:spMkLst>
            <pc:docMk/>
            <pc:sldMk cId="2625724637" sldId="322"/>
            <ac:spMk id="9" creationId="{76D51135-A9BD-8959-7DA4-80466508F4F4}"/>
          </ac:spMkLst>
        </pc:spChg>
        <pc:spChg chg="add mod">
          <ac:chgData name="Michael Whitehouse" userId="0ecba9273f6ad366" providerId="LiveId" clId="{F36E82C0-65ED-4BE7-8730-0F102FB388DD}" dt="2026-06-09T11:57:04.427" v="1339" actId="139"/>
          <ac:spMkLst>
            <pc:docMk/>
            <pc:sldMk cId="2625724637" sldId="322"/>
            <ac:spMk id="10" creationId="{1A87EE74-F4C0-675D-8174-22D0AACE74DB}"/>
          </ac:spMkLst>
        </pc:spChg>
        <pc:spChg chg="add mod">
          <ac:chgData name="Michael Whitehouse" userId="0ecba9273f6ad366" providerId="LiveId" clId="{F36E82C0-65ED-4BE7-8730-0F102FB388DD}" dt="2026-06-09T11:57:04.464" v="1350" actId="139"/>
          <ac:spMkLst>
            <pc:docMk/>
            <pc:sldMk cId="2625724637" sldId="322"/>
            <ac:spMk id="11" creationId="{9696F714-AC30-A35C-6CA4-78883B8A68AF}"/>
          </ac:spMkLst>
        </pc:spChg>
        <pc:spChg chg="add mod">
          <ac:chgData name="Michael Whitehouse" userId="0ecba9273f6ad366" providerId="LiveId" clId="{F36E82C0-65ED-4BE7-8730-0F102FB388DD}" dt="2026-06-09T11:57:04.498" v="1359"/>
          <ac:spMkLst>
            <pc:docMk/>
            <pc:sldMk cId="2625724637" sldId="322"/>
            <ac:spMk id="12" creationId="{47731C0C-3359-84E2-996E-27A9701A8BCA}"/>
          </ac:spMkLst>
        </pc:spChg>
        <pc:spChg chg="add mod">
          <ac:chgData name="Michael Whitehouse" userId="0ecba9273f6ad366" providerId="LiveId" clId="{F36E82C0-65ED-4BE7-8730-0F102FB388DD}" dt="2026-06-09T11:57:04.533" v="1368"/>
          <ac:spMkLst>
            <pc:docMk/>
            <pc:sldMk cId="2625724637" sldId="322"/>
            <ac:spMk id="13" creationId="{1C5C8391-E050-E31A-87FE-F1CEDB90C506}"/>
          </ac:spMkLst>
        </pc:spChg>
        <pc:spChg chg="add mod">
          <ac:chgData name="Michael Whitehouse" userId="0ecba9273f6ad366" providerId="LiveId" clId="{F36E82C0-65ED-4BE7-8730-0F102FB388DD}" dt="2026-06-09T11:57:04.575" v="1379" actId="139"/>
          <ac:spMkLst>
            <pc:docMk/>
            <pc:sldMk cId="2625724637" sldId="322"/>
            <ac:spMk id="14" creationId="{11F4CCCB-1827-8E9B-CC15-1FA98DFBD286}"/>
          </ac:spMkLst>
        </pc:spChg>
        <pc:spChg chg="add mod">
          <ac:chgData name="Michael Whitehouse" userId="0ecba9273f6ad366" providerId="LiveId" clId="{F36E82C0-65ED-4BE7-8730-0F102FB388DD}" dt="2026-06-09T11:57:04.615" v="1390" actId="139"/>
          <ac:spMkLst>
            <pc:docMk/>
            <pc:sldMk cId="2625724637" sldId="322"/>
            <ac:spMk id="15" creationId="{A98DE5D0-B7C5-CD43-9084-CC0C4BB7B4E7}"/>
          </ac:spMkLst>
        </pc:spChg>
        <pc:spChg chg="add mod">
          <ac:chgData name="Michael Whitehouse" userId="0ecba9273f6ad366" providerId="LiveId" clId="{F36E82C0-65ED-4BE7-8730-0F102FB388DD}" dt="2026-06-09T11:57:04.649" v="1399"/>
          <ac:spMkLst>
            <pc:docMk/>
            <pc:sldMk cId="2625724637" sldId="322"/>
            <ac:spMk id="16" creationId="{A8AA8AB0-47F9-A595-DCCD-DBCF3B37A60C}"/>
          </ac:spMkLst>
        </pc:spChg>
        <pc:spChg chg="add mod">
          <ac:chgData name="Michael Whitehouse" userId="0ecba9273f6ad366" providerId="LiveId" clId="{F36E82C0-65ED-4BE7-8730-0F102FB388DD}" dt="2026-06-09T11:57:04.692" v="1408"/>
          <ac:spMkLst>
            <pc:docMk/>
            <pc:sldMk cId="2625724637" sldId="322"/>
            <ac:spMk id="17" creationId="{56946EFD-9370-8A16-3A90-8BCE34B1FA42}"/>
          </ac:spMkLst>
        </pc:spChg>
        <pc:spChg chg="add mod">
          <ac:chgData name="Michael Whitehouse" userId="0ecba9273f6ad366" providerId="LiveId" clId="{F36E82C0-65ED-4BE7-8730-0F102FB388DD}" dt="2026-06-09T11:57:04.731" v="1419" actId="139"/>
          <ac:spMkLst>
            <pc:docMk/>
            <pc:sldMk cId="2625724637" sldId="322"/>
            <ac:spMk id="18" creationId="{ED42B9FD-C8BA-71E6-00F5-F1ED89D2EDC0}"/>
          </ac:spMkLst>
        </pc:spChg>
        <pc:spChg chg="add mod">
          <ac:chgData name="Michael Whitehouse" userId="0ecba9273f6ad366" providerId="LiveId" clId="{F36E82C0-65ED-4BE7-8730-0F102FB388DD}" dt="2026-06-09T11:57:04.769" v="1430" actId="139"/>
          <ac:spMkLst>
            <pc:docMk/>
            <pc:sldMk cId="2625724637" sldId="322"/>
            <ac:spMk id="19" creationId="{97CC7062-C175-BA96-1B18-D96713D591A8}"/>
          </ac:spMkLst>
        </pc:spChg>
        <pc:spChg chg="add mod">
          <ac:chgData name="Michael Whitehouse" userId="0ecba9273f6ad366" providerId="LiveId" clId="{F36E82C0-65ED-4BE7-8730-0F102FB388DD}" dt="2026-06-09T11:57:04.802" v="1439"/>
          <ac:spMkLst>
            <pc:docMk/>
            <pc:sldMk cId="2625724637" sldId="322"/>
            <ac:spMk id="20" creationId="{59F69627-A660-B8CF-4127-44640BBBABF0}"/>
          </ac:spMkLst>
        </pc:spChg>
        <pc:spChg chg="add mod">
          <ac:chgData name="Michael Whitehouse" userId="0ecba9273f6ad366" providerId="LiveId" clId="{F36E82C0-65ED-4BE7-8730-0F102FB388DD}" dt="2026-06-09T11:57:04.835" v="1448"/>
          <ac:spMkLst>
            <pc:docMk/>
            <pc:sldMk cId="2625724637" sldId="322"/>
            <ac:spMk id="21" creationId="{63284723-9CF2-8101-F1B1-0F4EF19BF88E}"/>
          </ac:spMkLst>
        </pc:spChg>
        <pc:spChg chg="add mod">
          <ac:chgData name="Michael Whitehouse" userId="0ecba9273f6ad366" providerId="LiveId" clId="{F36E82C0-65ED-4BE7-8730-0F102FB388DD}" dt="2026-06-09T11:57:04.875" v="1459" actId="139"/>
          <ac:spMkLst>
            <pc:docMk/>
            <pc:sldMk cId="2625724637" sldId="322"/>
            <ac:spMk id="22" creationId="{25772873-6D16-337E-C072-E04A55F91B7E}"/>
          </ac:spMkLst>
        </pc:spChg>
        <pc:spChg chg="add mod">
          <ac:chgData name="Michael Whitehouse" userId="0ecba9273f6ad366" providerId="LiveId" clId="{F36E82C0-65ED-4BE7-8730-0F102FB388DD}" dt="2026-06-09T11:57:04.910" v="1470" actId="139"/>
          <ac:spMkLst>
            <pc:docMk/>
            <pc:sldMk cId="2625724637" sldId="322"/>
            <ac:spMk id="23" creationId="{886D4749-740F-79C6-CB2D-1F115887890F}"/>
          </ac:spMkLst>
        </pc:spChg>
        <pc:spChg chg="add mod">
          <ac:chgData name="Michael Whitehouse" userId="0ecba9273f6ad366" providerId="LiveId" clId="{F36E82C0-65ED-4BE7-8730-0F102FB388DD}" dt="2026-06-09T11:57:04.940" v="1479"/>
          <ac:spMkLst>
            <pc:docMk/>
            <pc:sldMk cId="2625724637" sldId="322"/>
            <ac:spMk id="24" creationId="{A87563CE-E371-CD42-F853-8F217A06DE97}"/>
          </ac:spMkLst>
        </pc:spChg>
        <pc:spChg chg="add mod">
          <ac:chgData name="Michael Whitehouse" userId="0ecba9273f6ad366" providerId="LiveId" clId="{F36E82C0-65ED-4BE7-8730-0F102FB388DD}" dt="2026-06-09T11:57:04.975" v="1488"/>
          <ac:spMkLst>
            <pc:docMk/>
            <pc:sldMk cId="2625724637" sldId="322"/>
            <ac:spMk id="25" creationId="{37989845-A2DE-19D7-6DC0-A9EAF9D8FD86}"/>
          </ac:spMkLst>
        </pc:spChg>
        <pc:spChg chg="add mod">
          <ac:chgData name="Michael Whitehouse" userId="0ecba9273f6ad366" providerId="LiveId" clId="{F36E82C0-65ED-4BE7-8730-0F102FB388DD}" dt="2026-06-09T11:57:05.014" v="1499" actId="139"/>
          <ac:spMkLst>
            <pc:docMk/>
            <pc:sldMk cId="2625724637" sldId="322"/>
            <ac:spMk id="26" creationId="{15B0EBBB-EB0E-4E92-A23C-0F21B5180810}"/>
          </ac:spMkLst>
        </pc:spChg>
        <pc:spChg chg="add mod">
          <ac:chgData name="Michael Whitehouse" userId="0ecba9273f6ad366" providerId="LiveId" clId="{F36E82C0-65ED-4BE7-8730-0F102FB388DD}" dt="2026-06-09T11:57:05.053" v="1510" actId="139"/>
          <ac:spMkLst>
            <pc:docMk/>
            <pc:sldMk cId="2625724637" sldId="322"/>
            <ac:spMk id="27" creationId="{60C8B6D2-1A9D-8CF6-FFE7-3EACFE7C11D9}"/>
          </ac:spMkLst>
        </pc:spChg>
        <pc:spChg chg="add mod">
          <ac:chgData name="Michael Whitehouse" userId="0ecba9273f6ad366" providerId="LiveId" clId="{F36E82C0-65ED-4BE7-8730-0F102FB388DD}" dt="2026-06-09T11:57:05.084" v="1519"/>
          <ac:spMkLst>
            <pc:docMk/>
            <pc:sldMk cId="2625724637" sldId="322"/>
            <ac:spMk id="28" creationId="{B56F826C-C916-1164-B84F-AC86C4DCE5DF}"/>
          </ac:spMkLst>
        </pc:spChg>
        <pc:spChg chg="add mod">
          <ac:chgData name="Michael Whitehouse" userId="0ecba9273f6ad366" providerId="LiveId" clId="{F36E82C0-65ED-4BE7-8730-0F102FB388DD}" dt="2026-06-09T11:57:05.117" v="1528"/>
          <ac:spMkLst>
            <pc:docMk/>
            <pc:sldMk cId="2625724637" sldId="322"/>
            <ac:spMk id="29" creationId="{47C73C35-8EC4-85C1-9205-B6372BE62C14}"/>
          </ac:spMkLst>
        </pc:spChg>
        <pc:spChg chg="add mod">
          <ac:chgData name="Michael Whitehouse" userId="0ecba9273f6ad366" providerId="LiveId" clId="{F36E82C0-65ED-4BE7-8730-0F102FB388DD}" dt="2026-06-09T11:57:05.158" v="1539" actId="139"/>
          <ac:spMkLst>
            <pc:docMk/>
            <pc:sldMk cId="2625724637" sldId="322"/>
            <ac:spMk id="30" creationId="{BBE66ABC-9615-5F5C-E2A3-94B5FEE993E1}"/>
          </ac:spMkLst>
        </pc:spChg>
        <pc:spChg chg="add mod">
          <ac:chgData name="Michael Whitehouse" userId="0ecba9273f6ad366" providerId="LiveId" clId="{F36E82C0-65ED-4BE7-8730-0F102FB388DD}" dt="2026-06-09T11:57:05.196" v="1550" actId="139"/>
          <ac:spMkLst>
            <pc:docMk/>
            <pc:sldMk cId="2625724637" sldId="322"/>
            <ac:spMk id="31" creationId="{6D496CDE-C145-97E3-408C-D0882BDF57F2}"/>
          </ac:spMkLst>
        </pc:spChg>
        <pc:spChg chg="add mod">
          <ac:chgData name="Michael Whitehouse" userId="0ecba9273f6ad366" providerId="LiveId" clId="{F36E82C0-65ED-4BE7-8730-0F102FB388DD}" dt="2026-06-09T11:57:05.232" v="1559"/>
          <ac:spMkLst>
            <pc:docMk/>
            <pc:sldMk cId="2625724637" sldId="322"/>
            <ac:spMk id="32" creationId="{FB8D4034-6BA9-1992-54BC-EEAEEC433A0F}"/>
          </ac:spMkLst>
        </pc:spChg>
        <pc:spChg chg="add mod">
          <ac:chgData name="Michael Whitehouse" userId="0ecba9273f6ad366" providerId="LiveId" clId="{F36E82C0-65ED-4BE7-8730-0F102FB388DD}" dt="2026-06-09T11:57:05.265" v="1568"/>
          <ac:spMkLst>
            <pc:docMk/>
            <pc:sldMk cId="2625724637" sldId="322"/>
            <ac:spMk id="33" creationId="{6BFCC2A3-04F4-7DAE-776D-A8E5BBB276D5}"/>
          </ac:spMkLst>
        </pc:spChg>
        <pc:spChg chg="add mod">
          <ac:chgData name="Michael Whitehouse" userId="0ecba9273f6ad366" providerId="LiveId" clId="{F36E82C0-65ED-4BE7-8730-0F102FB388DD}" dt="2026-06-09T11:57:05.326" v="1579" actId="139"/>
          <ac:spMkLst>
            <pc:docMk/>
            <pc:sldMk cId="2625724637" sldId="322"/>
            <ac:spMk id="34" creationId="{9F17398E-6FA1-8900-1C75-4387CF3DB9F5}"/>
          </ac:spMkLst>
        </pc:spChg>
        <pc:spChg chg="add mod">
          <ac:chgData name="Michael Whitehouse" userId="0ecba9273f6ad366" providerId="LiveId" clId="{F36E82C0-65ED-4BE7-8730-0F102FB388DD}" dt="2026-06-09T11:57:05.389" v="1590" actId="139"/>
          <ac:spMkLst>
            <pc:docMk/>
            <pc:sldMk cId="2625724637" sldId="322"/>
            <ac:spMk id="35" creationId="{B56603D5-71B8-3EE2-9D22-AAC3A90A2155}"/>
          </ac:spMkLst>
        </pc:spChg>
        <pc:spChg chg="add mod">
          <ac:chgData name="Michael Whitehouse" userId="0ecba9273f6ad366" providerId="LiveId" clId="{F36E82C0-65ED-4BE7-8730-0F102FB388DD}" dt="2026-06-09T11:57:05.422" v="1600" actId="207"/>
          <ac:spMkLst>
            <pc:docMk/>
            <pc:sldMk cId="2625724637" sldId="322"/>
            <ac:spMk id="36" creationId="{CF523873-88A3-DF7B-2AF8-169FC65EDB14}"/>
          </ac:spMkLst>
        </pc:spChg>
        <pc:spChg chg="add mod">
          <ac:chgData name="Michael Whitehouse" userId="0ecba9273f6ad366" providerId="LiveId" clId="{F36E82C0-65ED-4BE7-8730-0F102FB388DD}" dt="2026-06-09T11:57:05.457" v="1610" actId="207"/>
          <ac:spMkLst>
            <pc:docMk/>
            <pc:sldMk cId="2625724637" sldId="322"/>
            <ac:spMk id="37" creationId="{53569E39-5DBB-3D69-45AC-CB7A84F49BE4}"/>
          </ac:spMkLst>
        </pc:spChg>
        <pc:spChg chg="add mod ord">
          <ac:chgData name="Michael Whitehouse" userId="0ecba9273f6ad366" providerId="LiveId" clId="{F36E82C0-65ED-4BE7-8730-0F102FB388DD}" dt="2026-06-14T13:11:09.482" v="3293" actId="14100"/>
          <ac:spMkLst>
            <pc:docMk/>
            <pc:sldMk cId="2625724637" sldId="322"/>
            <ac:spMk id="38" creationId="{5177CF1A-2B36-3282-0C85-C1F12D81B3A6}"/>
          </ac:spMkLst>
        </pc:spChg>
      </pc:sldChg>
      <pc:sldChg chg="addSp delSp modSp add mod">
        <pc:chgData name="Michael Whitehouse" userId="0ecba9273f6ad366" providerId="LiveId" clId="{F36E82C0-65ED-4BE7-8730-0F102FB388DD}" dt="2026-06-14T13:08:39.943" v="3279" actId="27636"/>
        <pc:sldMkLst>
          <pc:docMk/>
          <pc:sldMk cId="2738022542" sldId="323"/>
        </pc:sldMkLst>
        <pc:spChg chg="mod">
          <ac:chgData name="Michael Whitehouse" userId="0ecba9273f6ad366" providerId="LiveId" clId="{F36E82C0-65ED-4BE7-8730-0F102FB388DD}" dt="2026-06-09T11:57:05.468" v="1614" actId="139"/>
          <ac:spMkLst>
            <pc:docMk/>
            <pc:sldMk cId="2738022542" sldId="323"/>
            <ac:spMk id="2" creationId="{2112B2CD-58FF-15A6-C93C-76612BD56CEF}"/>
          </ac:spMkLst>
        </pc:spChg>
        <pc:spChg chg="add mod">
          <ac:chgData name="Michael Whitehouse" userId="0ecba9273f6ad366" providerId="LiveId" clId="{F36E82C0-65ED-4BE7-8730-0F102FB388DD}" dt="2026-06-09T11:57:07.683" v="1625"/>
          <ac:spMkLst>
            <pc:docMk/>
            <pc:sldMk cId="2738022542" sldId="323"/>
            <ac:spMk id="4" creationId="{8F7E594D-812F-9DB5-3F40-25FD517882B2}"/>
          </ac:spMkLst>
        </pc:spChg>
        <pc:spChg chg="add mod">
          <ac:chgData name="Michael Whitehouse" userId="0ecba9273f6ad366" providerId="LiveId" clId="{F36E82C0-65ED-4BE7-8730-0F102FB388DD}" dt="2026-06-14T13:08:39.943" v="3277" actId="27636"/>
          <ac:spMkLst>
            <pc:docMk/>
            <pc:sldMk cId="2738022542" sldId="323"/>
            <ac:spMk id="5" creationId="{5637825F-7363-0E1B-A7F0-039D0303AD5B}"/>
          </ac:spMkLst>
        </pc:spChg>
        <pc:spChg chg="add mod">
          <ac:chgData name="Michael Whitehouse" userId="0ecba9273f6ad366" providerId="LiveId" clId="{F36E82C0-65ED-4BE7-8730-0F102FB388DD}" dt="2026-06-14T13:08:39.937" v="3265" actId="27636"/>
          <ac:spMkLst>
            <pc:docMk/>
            <pc:sldMk cId="2738022542" sldId="323"/>
            <ac:spMk id="6" creationId="{D028F94C-0A15-D737-2CB9-1D238AA737EC}"/>
          </ac:spMkLst>
        </pc:spChg>
        <pc:spChg chg="add mod">
          <ac:chgData name="Michael Whitehouse" userId="0ecba9273f6ad366" providerId="LiveId" clId="{F36E82C0-65ED-4BE7-8730-0F102FB388DD}" dt="2026-06-09T11:57:07.834" v="1657"/>
          <ac:spMkLst>
            <pc:docMk/>
            <pc:sldMk cId="2738022542" sldId="323"/>
            <ac:spMk id="7" creationId="{AC58FD16-758B-FA08-1AE4-97D095545689}"/>
          </ac:spMkLst>
        </pc:spChg>
        <pc:spChg chg="add mod">
          <ac:chgData name="Michael Whitehouse" userId="0ecba9273f6ad366" providerId="LiveId" clId="{F36E82C0-65ED-4BE7-8730-0F102FB388DD}" dt="2026-06-09T11:57:07.905" v="1669" actId="139"/>
          <ac:spMkLst>
            <pc:docMk/>
            <pc:sldMk cId="2738022542" sldId="323"/>
            <ac:spMk id="8" creationId="{5A8FA112-B6BE-8D0C-C1F9-38545392F743}"/>
          </ac:spMkLst>
        </pc:spChg>
        <pc:spChg chg="add mod">
          <ac:chgData name="Michael Whitehouse" userId="0ecba9273f6ad366" providerId="LiveId" clId="{F36E82C0-65ED-4BE7-8730-0F102FB388DD}" dt="2026-06-14T13:08:39.935" v="3263" actId="27636"/>
          <ac:spMkLst>
            <pc:docMk/>
            <pc:sldMk cId="2738022542" sldId="323"/>
            <ac:spMk id="9" creationId="{57250876-FD52-E07C-670B-3E212FAF9D2A}"/>
          </ac:spMkLst>
        </pc:spChg>
        <pc:spChg chg="add mod">
          <ac:chgData name="Michael Whitehouse" userId="0ecba9273f6ad366" providerId="LiveId" clId="{F36E82C0-65ED-4BE7-8730-0F102FB388DD}" dt="2026-06-09T11:57:07.987" v="1689"/>
          <ac:spMkLst>
            <pc:docMk/>
            <pc:sldMk cId="2738022542" sldId="323"/>
            <ac:spMk id="10" creationId="{95062D09-1030-84CE-F6BF-9F863E0D443A}"/>
          </ac:spMkLst>
        </pc:spChg>
        <pc:spChg chg="add mod">
          <ac:chgData name="Michael Whitehouse" userId="0ecba9273f6ad366" providerId="LiveId" clId="{F36E82C0-65ED-4BE7-8730-0F102FB388DD}" dt="2026-06-09T11:57:08.036" v="1701" actId="139"/>
          <ac:spMkLst>
            <pc:docMk/>
            <pc:sldMk cId="2738022542" sldId="323"/>
            <ac:spMk id="11" creationId="{2C1884BE-F8A1-48CE-6BF7-A1EBA3C03506}"/>
          </ac:spMkLst>
        </pc:spChg>
        <pc:spChg chg="add mod">
          <ac:chgData name="Michael Whitehouse" userId="0ecba9273f6ad366" providerId="LiveId" clId="{F36E82C0-65ED-4BE7-8730-0F102FB388DD}" dt="2026-06-14T13:08:39.937" v="3268" actId="27636"/>
          <ac:spMkLst>
            <pc:docMk/>
            <pc:sldMk cId="2738022542" sldId="323"/>
            <ac:spMk id="12" creationId="{358D27AA-BF43-1409-277F-1001F411A3F7}"/>
          </ac:spMkLst>
        </pc:spChg>
        <pc:spChg chg="add mod">
          <ac:chgData name="Michael Whitehouse" userId="0ecba9273f6ad366" providerId="LiveId" clId="{F36E82C0-65ED-4BE7-8730-0F102FB388DD}" dt="2026-06-09T11:57:08.110" v="1721"/>
          <ac:spMkLst>
            <pc:docMk/>
            <pc:sldMk cId="2738022542" sldId="323"/>
            <ac:spMk id="13" creationId="{90F205D6-1375-6E87-43A5-2A33B859C2BB}"/>
          </ac:spMkLst>
        </pc:spChg>
        <pc:spChg chg="add mod">
          <ac:chgData name="Michael Whitehouse" userId="0ecba9273f6ad366" providerId="LiveId" clId="{F36E82C0-65ED-4BE7-8730-0F102FB388DD}" dt="2026-06-09T11:57:08.152" v="1733" actId="139"/>
          <ac:spMkLst>
            <pc:docMk/>
            <pc:sldMk cId="2738022542" sldId="323"/>
            <ac:spMk id="14" creationId="{ACEEA436-D3B5-D124-546E-D9D77221B70C}"/>
          </ac:spMkLst>
        </pc:spChg>
        <pc:spChg chg="add mod">
          <ac:chgData name="Michael Whitehouse" userId="0ecba9273f6ad366" providerId="LiveId" clId="{F36E82C0-65ED-4BE7-8730-0F102FB388DD}" dt="2026-06-14T13:08:39.939" v="3271" actId="27636"/>
          <ac:spMkLst>
            <pc:docMk/>
            <pc:sldMk cId="2738022542" sldId="323"/>
            <ac:spMk id="15" creationId="{972E69B9-4F42-4658-75BC-1B42A2B8DE59}"/>
          </ac:spMkLst>
        </pc:spChg>
        <pc:spChg chg="add mod">
          <ac:chgData name="Michael Whitehouse" userId="0ecba9273f6ad366" providerId="LiveId" clId="{F36E82C0-65ED-4BE7-8730-0F102FB388DD}" dt="2026-06-09T11:57:08.217" v="1753"/>
          <ac:spMkLst>
            <pc:docMk/>
            <pc:sldMk cId="2738022542" sldId="323"/>
            <ac:spMk id="16" creationId="{75E4F18B-A06C-EA84-9BCA-B36E7056BA47}"/>
          </ac:spMkLst>
        </pc:spChg>
        <pc:spChg chg="add mod">
          <ac:chgData name="Michael Whitehouse" userId="0ecba9273f6ad366" providerId="LiveId" clId="{F36E82C0-65ED-4BE7-8730-0F102FB388DD}" dt="2026-06-09T11:57:08.255" v="1765" actId="139"/>
          <ac:spMkLst>
            <pc:docMk/>
            <pc:sldMk cId="2738022542" sldId="323"/>
            <ac:spMk id="17" creationId="{42D7B2F1-C8C8-E3A4-3F17-7880461FBBDC}"/>
          </ac:spMkLst>
        </pc:spChg>
        <pc:spChg chg="add mod">
          <ac:chgData name="Michael Whitehouse" userId="0ecba9273f6ad366" providerId="LiveId" clId="{F36E82C0-65ED-4BE7-8730-0F102FB388DD}" dt="2026-06-14T13:08:39.939" v="3270" actId="27636"/>
          <ac:spMkLst>
            <pc:docMk/>
            <pc:sldMk cId="2738022542" sldId="323"/>
            <ac:spMk id="18" creationId="{94A6C3B9-969C-F576-A7B7-CA3628B2ADA3}"/>
          </ac:spMkLst>
        </pc:spChg>
        <pc:spChg chg="add mod">
          <ac:chgData name="Michael Whitehouse" userId="0ecba9273f6ad366" providerId="LiveId" clId="{F36E82C0-65ED-4BE7-8730-0F102FB388DD}" dt="2026-06-09T11:57:08.319" v="1785"/>
          <ac:spMkLst>
            <pc:docMk/>
            <pc:sldMk cId="2738022542" sldId="323"/>
            <ac:spMk id="19" creationId="{87E9CC24-482C-76B2-4FBD-8DFC6B5E32F6}"/>
          </ac:spMkLst>
        </pc:spChg>
        <pc:spChg chg="add mod">
          <ac:chgData name="Michael Whitehouse" userId="0ecba9273f6ad366" providerId="LiveId" clId="{F36E82C0-65ED-4BE7-8730-0F102FB388DD}" dt="2026-06-09T11:57:08.355" v="1797" actId="139"/>
          <ac:spMkLst>
            <pc:docMk/>
            <pc:sldMk cId="2738022542" sldId="323"/>
            <ac:spMk id="20" creationId="{1F183C84-0826-FEBA-7E81-CDC06DF6111E}"/>
          </ac:spMkLst>
        </pc:spChg>
        <pc:spChg chg="add mod">
          <ac:chgData name="Michael Whitehouse" userId="0ecba9273f6ad366" providerId="LiveId" clId="{F36E82C0-65ED-4BE7-8730-0F102FB388DD}" dt="2026-06-14T13:08:39.937" v="3266" actId="27636"/>
          <ac:spMkLst>
            <pc:docMk/>
            <pc:sldMk cId="2738022542" sldId="323"/>
            <ac:spMk id="21" creationId="{54CA9EA8-2BBA-9D10-B1F6-3508BD530BA7}"/>
          </ac:spMkLst>
        </pc:spChg>
        <pc:spChg chg="add mod">
          <ac:chgData name="Michael Whitehouse" userId="0ecba9273f6ad366" providerId="LiveId" clId="{F36E82C0-65ED-4BE7-8730-0F102FB388DD}" dt="2026-06-09T11:57:08.434" v="1817"/>
          <ac:spMkLst>
            <pc:docMk/>
            <pc:sldMk cId="2738022542" sldId="323"/>
            <ac:spMk id="22" creationId="{114A8D31-851D-1C25-7159-A766A6A79C31}"/>
          </ac:spMkLst>
        </pc:spChg>
        <pc:spChg chg="add mod">
          <ac:chgData name="Michael Whitehouse" userId="0ecba9273f6ad366" providerId="LiveId" clId="{F36E82C0-65ED-4BE7-8730-0F102FB388DD}" dt="2026-06-09T11:57:08.498" v="1829" actId="139"/>
          <ac:spMkLst>
            <pc:docMk/>
            <pc:sldMk cId="2738022542" sldId="323"/>
            <ac:spMk id="23" creationId="{75364112-0E80-125F-4F50-DABFDBF0FCFA}"/>
          </ac:spMkLst>
        </pc:spChg>
        <pc:spChg chg="add mod">
          <ac:chgData name="Michael Whitehouse" userId="0ecba9273f6ad366" providerId="LiveId" clId="{F36E82C0-65ED-4BE7-8730-0F102FB388DD}" dt="2026-06-14T13:08:39.941" v="3273" actId="27636"/>
          <ac:spMkLst>
            <pc:docMk/>
            <pc:sldMk cId="2738022542" sldId="323"/>
            <ac:spMk id="24" creationId="{3E0CD75D-1591-B6F8-2624-3F2659B81D58}"/>
          </ac:spMkLst>
        </pc:spChg>
        <pc:spChg chg="add mod">
          <ac:chgData name="Michael Whitehouse" userId="0ecba9273f6ad366" providerId="LiveId" clId="{F36E82C0-65ED-4BE7-8730-0F102FB388DD}" dt="2026-06-09T11:57:08.592" v="1849"/>
          <ac:spMkLst>
            <pc:docMk/>
            <pc:sldMk cId="2738022542" sldId="323"/>
            <ac:spMk id="25" creationId="{F5A4ADA6-C64A-2F7E-5508-9F4047318E7B}"/>
          </ac:spMkLst>
        </pc:spChg>
        <pc:spChg chg="add mod">
          <ac:chgData name="Michael Whitehouse" userId="0ecba9273f6ad366" providerId="LiveId" clId="{F36E82C0-65ED-4BE7-8730-0F102FB388DD}" dt="2026-06-09T11:57:08.640" v="1861" actId="139"/>
          <ac:spMkLst>
            <pc:docMk/>
            <pc:sldMk cId="2738022542" sldId="323"/>
            <ac:spMk id="26" creationId="{6A433136-0BA5-37C4-AB23-B16A546E0D27}"/>
          </ac:spMkLst>
        </pc:spChg>
        <pc:spChg chg="add mod">
          <ac:chgData name="Michael Whitehouse" userId="0ecba9273f6ad366" providerId="LiveId" clId="{F36E82C0-65ED-4BE7-8730-0F102FB388DD}" dt="2026-06-09T11:57:08.678" v="1872" actId="139"/>
          <ac:spMkLst>
            <pc:docMk/>
            <pc:sldMk cId="2738022542" sldId="323"/>
            <ac:spMk id="27" creationId="{AF8FC8CC-4603-6A09-B702-A6927B0CCD1A}"/>
          </ac:spMkLst>
        </pc:spChg>
        <pc:spChg chg="add mod">
          <ac:chgData name="Michael Whitehouse" userId="0ecba9273f6ad366" providerId="LiveId" clId="{F36E82C0-65ED-4BE7-8730-0F102FB388DD}" dt="2026-06-09T11:57:08.712" v="1881"/>
          <ac:spMkLst>
            <pc:docMk/>
            <pc:sldMk cId="2738022542" sldId="323"/>
            <ac:spMk id="28" creationId="{BEC47523-F479-80DB-6BAA-F9DF5FB37AF0}"/>
          </ac:spMkLst>
        </pc:spChg>
        <pc:spChg chg="add mod">
          <ac:chgData name="Michael Whitehouse" userId="0ecba9273f6ad366" providerId="LiveId" clId="{F36E82C0-65ED-4BE7-8730-0F102FB388DD}" dt="2026-06-09T11:57:08.758" v="1893" actId="139"/>
          <ac:spMkLst>
            <pc:docMk/>
            <pc:sldMk cId="2738022542" sldId="323"/>
            <ac:spMk id="29" creationId="{E55588EB-CA2B-88B2-8B3D-D1A68AB120B6}"/>
          </ac:spMkLst>
        </pc:spChg>
        <pc:spChg chg="add mod">
          <ac:chgData name="Michael Whitehouse" userId="0ecba9273f6ad366" providerId="LiveId" clId="{F36E82C0-65ED-4BE7-8730-0F102FB388DD}" dt="2026-06-14T13:08:39.935" v="3264" actId="27636"/>
          <ac:spMkLst>
            <pc:docMk/>
            <pc:sldMk cId="2738022542" sldId="323"/>
            <ac:spMk id="30" creationId="{019EE224-5216-2C8F-7869-970727691042}"/>
          </ac:spMkLst>
        </pc:spChg>
        <pc:spChg chg="add mod">
          <ac:chgData name="Michael Whitehouse" userId="0ecba9273f6ad366" providerId="LiveId" clId="{F36E82C0-65ED-4BE7-8730-0F102FB388DD}" dt="2026-06-09T11:57:08.834" v="1913"/>
          <ac:spMkLst>
            <pc:docMk/>
            <pc:sldMk cId="2738022542" sldId="323"/>
            <ac:spMk id="31" creationId="{829DE57A-F0EB-DB99-9A26-8C76AB9EAFD9}"/>
          </ac:spMkLst>
        </pc:spChg>
        <pc:spChg chg="add mod">
          <ac:chgData name="Michael Whitehouse" userId="0ecba9273f6ad366" providerId="LiveId" clId="{F36E82C0-65ED-4BE7-8730-0F102FB388DD}" dt="2026-06-09T11:57:08.908" v="1925" actId="139"/>
          <ac:spMkLst>
            <pc:docMk/>
            <pc:sldMk cId="2738022542" sldId="323"/>
            <ac:spMk id="32" creationId="{7DD48009-9F47-E733-5D9B-2317C82BD65F}"/>
          </ac:spMkLst>
        </pc:spChg>
        <pc:spChg chg="add mod">
          <ac:chgData name="Michael Whitehouse" userId="0ecba9273f6ad366" providerId="LiveId" clId="{F36E82C0-65ED-4BE7-8730-0F102FB388DD}" dt="2026-06-09T11:57:08.972" v="1936" actId="139"/>
          <ac:spMkLst>
            <pc:docMk/>
            <pc:sldMk cId="2738022542" sldId="323"/>
            <ac:spMk id="33" creationId="{05CB5847-6EC1-1C7A-05F7-09E415DBA051}"/>
          </ac:spMkLst>
        </pc:spChg>
        <pc:spChg chg="add mod">
          <ac:chgData name="Michael Whitehouse" userId="0ecba9273f6ad366" providerId="LiveId" clId="{F36E82C0-65ED-4BE7-8730-0F102FB388DD}" dt="2026-06-09T11:57:09.022" v="1945"/>
          <ac:spMkLst>
            <pc:docMk/>
            <pc:sldMk cId="2738022542" sldId="323"/>
            <ac:spMk id="34" creationId="{0C4C0F3E-A14B-1DDD-F6DA-731A07C25978}"/>
          </ac:spMkLst>
        </pc:spChg>
        <pc:spChg chg="add mod">
          <ac:chgData name="Michael Whitehouse" userId="0ecba9273f6ad366" providerId="LiveId" clId="{F36E82C0-65ED-4BE7-8730-0F102FB388DD}" dt="2026-06-14T13:08:39.939" v="3272" actId="27636"/>
          <ac:spMkLst>
            <pc:docMk/>
            <pc:sldMk cId="2738022542" sldId="323"/>
            <ac:spMk id="35" creationId="{E17274E6-F60F-B3B1-6CDC-6F40D6A29616}"/>
          </ac:spMkLst>
        </pc:spChg>
        <pc:spChg chg="add mod">
          <ac:chgData name="Michael Whitehouse" userId="0ecba9273f6ad366" providerId="LiveId" clId="{F36E82C0-65ED-4BE7-8730-0F102FB388DD}" dt="2026-06-14T13:08:39.937" v="3267" actId="27636"/>
          <ac:spMkLst>
            <pc:docMk/>
            <pc:sldMk cId="2738022542" sldId="323"/>
            <ac:spMk id="36" creationId="{BFDFD7FE-0328-89B2-B0E6-1EC3276DD02A}"/>
          </ac:spMkLst>
        </pc:spChg>
        <pc:spChg chg="add mod">
          <ac:chgData name="Michael Whitehouse" userId="0ecba9273f6ad366" providerId="LiveId" clId="{F36E82C0-65ED-4BE7-8730-0F102FB388DD}" dt="2026-06-09T11:57:09.185" v="1977"/>
          <ac:spMkLst>
            <pc:docMk/>
            <pc:sldMk cId="2738022542" sldId="323"/>
            <ac:spMk id="37" creationId="{2DACF2C2-9EEA-2CFD-F356-87EC40F50592}"/>
          </ac:spMkLst>
        </pc:spChg>
        <pc:spChg chg="add mod">
          <ac:chgData name="Michael Whitehouse" userId="0ecba9273f6ad366" providerId="LiveId" clId="{F36E82C0-65ED-4BE7-8730-0F102FB388DD}" dt="2026-06-14T13:08:39.939" v="3269" actId="27636"/>
          <ac:spMkLst>
            <pc:docMk/>
            <pc:sldMk cId="2738022542" sldId="323"/>
            <ac:spMk id="38" creationId="{20EAF4A3-8228-AF60-5207-BFC1221EFB37}"/>
          </ac:spMkLst>
        </pc:spChg>
        <pc:spChg chg="add mod">
          <ac:chgData name="Michael Whitehouse" userId="0ecba9273f6ad366" providerId="LiveId" clId="{F36E82C0-65ED-4BE7-8730-0F102FB388DD}" dt="2026-06-14T13:08:39.943" v="3278" actId="27636"/>
          <ac:spMkLst>
            <pc:docMk/>
            <pc:sldMk cId="2738022542" sldId="323"/>
            <ac:spMk id="39" creationId="{59CB861D-F3CE-47AA-7126-25B3B86BD1CF}"/>
          </ac:spMkLst>
        </pc:spChg>
        <pc:spChg chg="add mod">
          <ac:chgData name="Michael Whitehouse" userId="0ecba9273f6ad366" providerId="LiveId" clId="{F36E82C0-65ED-4BE7-8730-0F102FB388DD}" dt="2026-06-09T11:57:09.306" v="2009"/>
          <ac:spMkLst>
            <pc:docMk/>
            <pc:sldMk cId="2738022542" sldId="323"/>
            <ac:spMk id="40" creationId="{8EB2CB24-DFF6-944B-B3F0-0BD8BE5672EA}"/>
          </ac:spMkLst>
        </pc:spChg>
        <pc:spChg chg="add mod">
          <ac:chgData name="Michael Whitehouse" userId="0ecba9273f6ad366" providerId="LiveId" clId="{F36E82C0-65ED-4BE7-8730-0F102FB388DD}" dt="2026-06-14T13:08:39.943" v="3279" actId="27636"/>
          <ac:spMkLst>
            <pc:docMk/>
            <pc:sldMk cId="2738022542" sldId="323"/>
            <ac:spMk id="41" creationId="{66AC94CA-C882-8A45-EEA8-98040A4080EE}"/>
          </ac:spMkLst>
        </pc:spChg>
        <pc:spChg chg="add mod">
          <ac:chgData name="Michael Whitehouse" userId="0ecba9273f6ad366" providerId="LiveId" clId="{F36E82C0-65ED-4BE7-8730-0F102FB388DD}" dt="2026-06-09T11:57:09.394" v="2032" actId="139"/>
          <ac:spMkLst>
            <pc:docMk/>
            <pc:sldMk cId="2738022542" sldId="323"/>
            <ac:spMk id="42" creationId="{F60850BC-08B0-CA9E-0347-F38214615228}"/>
          </ac:spMkLst>
        </pc:spChg>
        <pc:spChg chg="add mod">
          <ac:chgData name="Michael Whitehouse" userId="0ecba9273f6ad366" providerId="LiveId" clId="{F36E82C0-65ED-4BE7-8730-0F102FB388DD}" dt="2026-06-09T11:57:09.427" v="2041"/>
          <ac:spMkLst>
            <pc:docMk/>
            <pc:sldMk cId="2738022542" sldId="323"/>
            <ac:spMk id="43" creationId="{1E080041-3AE4-8107-30EF-51F0E766DAB1}"/>
          </ac:spMkLst>
        </pc:spChg>
        <pc:spChg chg="add mod">
          <ac:chgData name="Michael Whitehouse" userId="0ecba9273f6ad366" providerId="LiveId" clId="{F36E82C0-65ED-4BE7-8730-0F102FB388DD}" dt="2026-06-14T13:08:39.941" v="3274" actId="27636"/>
          <ac:spMkLst>
            <pc:docMk/>
            <pc:sldMk cId="2738022542" sldId="323"/>
            <ac:spMk id="44" creationId="{FEA69AEB-99AB-B6F7-3949-8F446B221F8A}"/>
          </ac:spMkLst>
        </pc:spChg>
        <pc:spChg chg="add mod">
          <ac:chgData name="Michael Whitehouse" userId="0ecba9273f6ad366" providerId="LiveId" clId="{F36E82C0-65ED-4BE7-8730-0F102FB388DD}" dt="2026-06-09T11:57:09.525" v="2064" actId="139"/>
          <ac:spMkLst>
            <pc:docMk/>
            <pc:sldMk cId="2738022542" sldId="323"/>
            <ac:spMk id="45" creationId="{9CD19C05-170E-F50E-28BB-A5330079BD0F}"/>
          </ac:spMkLst>
        </pc:spChg>
        <pc:spChg chg="add mod">
          <ac:chgData name="Michael Whitehouse" userId="0ecba9273f6ad366" providerId="LiveId" clId="{F36E82C0-65ED-4BE7-8730-0F102FB388DD}" dt="2026-06-09T11:57:09.569" v="2073"/>
          <ac:spMkLst>
            <pc:docMk/>
            <pc:sldMk cId="2738022542" sldId="323"/>
            <ac:spMk id="46" creationId="{FD2CC003-3F5A-F9CE-CB86-F41649735317}"/>
          </ac:spMkLst>
        </pc:spChg>
        <pc:spChg chg="add mod">
          <ac:chgData name="Michael Whitehouse" userId="0ecba9273f6ad366" providerId="LiveId" clId="{F36E82C0-65ED-4BE7-8730-0F102FB388DD}" dt="2026-06-14T13:08:39.935" v="3262" actId="27636"/>
          <ac:spMkLst>
            <pc:docMk/>
            <pc:sldMk cId="2738022542" sldId="323"/>
            <ac:spMk id="47" creationId="{EF71B0E0-E0DE-BD7C-D9CD-9D05B52B8B25}"/>
          </ac:spMkLst>
        </pc:spChg>
        <pc:spChg chg="add mod">
          <ac:chgData name="Michael Whitehouse" userId="0ecba9273f6ad366" providerId="LiveId" clId="{F36E82C0-65ED-4BE7-8730-0F102FB388DD}" dt="2026-06-09T11:57:09.699" v="2096" actId="139"/>
          <ac:spMkLst>
            <pc:docMk/>
            <pc:sldMk cId="2738022542" sldId="323"/>
            <ac:spMk id="48" creationId="{563BB13E-70CE-E639-8BDB-C852669F48F0}"/>
          </ac:spMkLst>
        </pc:spChg>
        <pc:spChg chg="add mod">
          <ac:chgData name="Michael Whitehouse" userId="0ecba9273f6ad366" providerId="LiveId" clId="{F36E82C0-65ED-4BE7-8730-0F102FB388DD}" dt="2026-06-09T11:57:09.740" v="2105"/>
          <ac:spMkLst>
            <pc:docMk/>
            <pc:sldMk cId="2738022542" sldId="323"/>
            <ac:spMk id="49" creationId="{A2BB55F8-F5F0-2229-F18A-6B624EB0F9A4}"/>
          </ac:spMkLst>
        </pc:spChg>
        <pc:spChg chg="add mod">
          <ac:chgData name="Michael Whitehouse" userId="0ecba9273f6ad366" providerId="LiveId" clId="{F36E82C0-65ED-4BE7-8730-0F102FB388DD}" dt="2026-06-14T13:08:39.941" v="3276" actId="27636"/>
          <ac:spMkLst>
            <pc:docMk/>
            <pc:sldMk cId="2738022542" sldId="323"/>
            <ac:spMk id="50" creationId="{50F5E877-613E-CA0D-C068-F0CEFDEF16D9}"/>
          </ac:spMkLst>
        </pc:spChg>
        <pc:spChg chg="add mod">
          <ac:chgData name="Michael Whitehouse" userId="0ecba9273f6ad366" providerId="LiveId" clId="{F36E82C0-65ED-4BE7-8730-0F102FB388DD}" dt="2026-06-14T13:08:39.941" v="3275" actId="27636"/>
          <ac:spMkLst>
            <pc:docMk/>
            <pc:sldMk cId="2738022542" sldId="323"/>
            <ac:spMk id="51" creationId="{397A6805-B47F-9AC4-BDFA-5ECE2F9AD8A0}"/>
          </ac:spMkLst>
        </pc:spChg>
        <pc:spChg chg="add mod">
          <ac:chgData name="Michael Whitehouse" userId="0ecba9273f6ad366" providerId="LiveId" clId="{F36E82C0-65ED-4BE7-8730-0F102FB388DD}" dt="2026-06-09T11:57:09.921" v="2138" actId="207"/>
          <ac:spMkLst>
            <pc:docMk/>
            <pc:sldMk cId="2738022542" sldId="323"/>
            <ac:spMk id="52" creationId="{BB97F729-BEC4-CF27-0FFB-2643B8D8F19B}"/>
          </ac:spMkLst>
        </pc:spChg>
        <pc:spChg chg="add mod">
          <ac:chgData name="Michael Whitehouse" userId="0ecba9273f6ad366" providerId="LiveId" clId="{F36E82C0-65ED-4BE7-8730-0F102FB388DD}" dt="2026-06-09T11:57:09.940" v="2148" actId="207"/>
          <ac:spMkLst>
            <pc:docMk/>
            <pc:sldMk cId="2738022542" sldId="323"/>
            <ac:spMk id="53" creationId="{1603EAD5-0294-85CA-89F0-9FD74E894ABF}"/>
          </ac:spMkLst>
        </pc:spChg>
        <pc:spChg chg="add mod">
          <ac:chgData name="Michael Whitehouse" userId="0ecba9273f6ad366" providerId="LiveId" clId="{F36E82C0-65ED-4BE7-8730-0F102FB388DD}" dt="2026-06-09T11:57:09.958" v="2158" actId="207"/>
          <ac:spMkLst>
            <pc:docMk/>
            <pc:sldMk cId="2738022542" sldId="323"/>
            <ac:spMk id="54" creationId="{17BD542E-B64E-D3E4-6556-548AA5B4BC0E}"/>
          </ac:spMkLst>
        </pc:spChg>
      </pc:sldChg>
      <pc:sldChg chg="addSp modSp add mod">
        <pc:chgData name="Michael Whitehouse" userId="0ecba9273f6ad366" providerId="LiveId" clId="{F36E82C0-65ED-4BE7-8730-0F102FB388DD}" dt="2026-06-09T11:57:10.039" v="2190" actId="207"/>
        <pc:sldMkLst>
          <pc:docMk/>
          <pc:sldMk cId="4015314177" sldId="324"/>
        </pc:sldMkLst>
        <pc:spChg chg="mod">
          <ac:chgData name="Michael Whitehouse" userId="0ecba9273f6ad366" providerId="LiveId" clId="{F36E82C0-65ED-4BE7-8730-0F102FB388DD}" dt="2026-06-09T11:57:09.967" v="2162" actId="139"/>
          <ac:spMkLst>
            <pc:docMk/>
            <pc:sldMk cId="4015314177" sldId="324"/>
            <ac:spMk id="2" creationId="{EF97EF3A-1544-89D6-E359-BFE3956181F6}"/>
          </ac:spMkLst>
        </pc:spChg>
        <pc:spChg chg="add mod">
          <ac:chgData name="Michael Whitehouse" userId="0ecba9273f6ad366" providerId="LiveId" clId="{F36E82C0-65ED-4BE7-8730-0F102FB388DD}" dt="2026-06-09T11:57:10.025" v="2180" actId="207"/>
          <ac:spMkLst>
            <pc:docMk/>
            <pc:sldMk cId="4015314177" sldId="324"/>
            <ac:spMk id="4" creationId="{913E60BA-5D80-AA97-5A81-ECDDBA70EA28}"/>
          </ac:spMkLst>
        </pc:spChg>
        <pc:spChg chg="add mod">
          <ac:chgData name="Michael Whitehouse" userId="0ecba9273f6ad366" providerId="LiveId" clId="{F36E82C0-65ED-4BE7-8730-0F102FB388DD}" dt="2026-06-09T11:57:10.039" v="2190" actId="207"/>
          <ac:spMkLst>
            <pc:docMk/>
            <pc:sldMk cId="4015314177" sldId="324"/>
            <ac:spMk id="5" creationId="{8F21DCF4-BE4A-52F8-812B-1BC506A29880}"/>
          </ac:spMkLst>
        </pc:spChg>
        <pc:picChg chg="add mod">
          <ac:chgData name="Michael Whitehouse" userId="0ecba9273f6ad366" providerId="LiveId" clId="{F36E82C0-65ED-4BE7-8730-0F102FB388DD}" dt="2026-06-09T11:57:10.005" v="2170"/>
          <ac:picMkLst>
            <pc:docMk/>
            <pc:sldMk cId="4015314177" sldId="324"/>
            <ac:picMk id="3" creationId="{79F86733-2E19-5CA9-6946-596B7C42ADD4}"/>
          </ac:picMkLst>
        </pc:picChg>
      </pc:sldChg>
      <pc:sldChg chg="modSp add mod">
        <pc:chgData name="Michael Whitehouse" userId="0ecba9273f6ad366" providerId="LiveId" clId="{F36E82C0-65ED-4BE7-8730-0F102FB388DD}" dt="2026-06-09T11:57:10.047" v="2194" actId="139"/>
        <pc:sldMkLst>
          <pc:docMk/>
          <pc:sldMk cId="2297276930" sldId="325"/>
        </pc:sldMkLst>
        <pc:spChg chg="mod">
          <ac:chgData name="Michael Whitehouse" userId="0ecba9273f6ad366" providerId="LiveId" clId="{F36E82C0-65ED-4BE7-8730-0F102FB388DD}" dt="2026-06-09T11:57:10.047" v="2194" actId="139"/>
          <ac:spMkLst>
            <pc:docMk/>
            <pc:sldMk cId="2297276930" sldId="325"/>
            <ac:spMk id="2" creationId="{0DF762AD-98C1-F5DE-D807-7F9DEAC9C186}"/>
          </ac:spMkLst>
        </pc:spChg>
      </pc:sldChg>
      <pc:sldChg chg="addSp modSp add mod">
        <pc:chgData name="Michael Whitehouse" userId="0ecba9273f6ad366" providerId="LiveId" clId="{F36E82C0-65ED-4BE7-8730-0F102FB388DD}" dt="2026-06-09T11:57:10.248" v="2238" actId="207"/>
        <pc:sldMkLst>
          <pc:docMk/>
          <pc:sldMk cId="3554410420" sldId="326"/>
        </pc:sldMkLst>
        <pc:spChg chg="mod">
          <ac:chgData name="Michael Whitehouse" userId="0ecba9273f6ad366" providerId="LiveId" clId="{F36E82C0-65ED-4BE7-8730-0F102FB388DD}" dt="2026-06-09T11:57:10.057" v="2198" actId="139"/>
          <ac:spMkLst>
            <pc:docMk/>
            <pc:sldMk cId="3554410420" sldId="326"/>
            <ac:spMk id="2" creationId="{D33564F2-5A2E-D3DE-6F46-3CC82DEF8890}"/>
          </ac:spMkLst>
        </pc:spChg>
        <pc:spChg chg="add mod">
          <ac:chgData name="Michael Whitehouse" userId="0ecba9273f6ad366" providerId="LiveId" clId="{F36E82C0-65ED-4BE7-8730-0F102FB388DD}" dt="2026-06-09T11:57:10.193" v="2209" actId="139"/>
          <ac:spMkLst>
            <pc:docMk/>
            <pc:sldMk cId="3554410420" sldId="326"/>
            <ac:spMk id="3" creationId="{133467A1-06C1-9D50-5054-E855C0B83E1C}"/>
          </ac:spMkLst>
        </pc:spChg>
        <pc:spChg chg="add mod">
          <ac:chgData name="Michael Whitehouse" userId="0ecba9273f6ad366" providerId="LiveId" clId="{F36E82C0-65ED-4BE7-8730-0F102FB388DD}" dt="2026-06-09T11:57:10.235" v="2228" actId="207"/>
          <ac:spMkLst>
            <pc:docMk/>
            <pc:sldMk cId="3554410420" sldId="326"/>
            <ac:spMk id="5" creationId="{3C5F1BF3-8979-FB2A-1982-67622B712756}"/>
          </ac:spMkLst>
        </pc:spChg>
        <pc:spChg chg="add mod">
          <ac:chgData name="Michael Whitehouse" userId="0ecba9273f6ad366" providerId="LiveId" clId="{F36E82C0-65ED-4BE7-8730-0F102FB388DD}" dt="2026-06-09T11:57:10.248" v="2238" actId="207"/>
          <ac:spMkLst>
            <pc:docMk/>
            <pc:sldMk cId="3554410420" sldId="326"/>
            <ac:spMk id="6" creationId="{76E590F0-240F-55C6-39D9-B4CA2B8DA0EE}"/>
          </ac:spMkLst>
        </pc:spChg>
        <pc:picChg chg="add mod">
          <ac:chgData name="Michael Whitehouse" userId="0ecba9273f6ad366" providerId="LiveId" clId="{F36E82C0-65ED-4BE7-8730-0F102FB388DD}" dt="2026-06-09T11:57:10.220" v="2218"/>
          <ac:picMkLst>
            <pc:docMk/>
            <pc:sldMk cId="3554410420" sldId="326"/>
            <ac:picMk id="4" creationId="{A17CC036-7360-5704-02E4-84D58A27A45D}"/>
          </ac:picMkLst>
        </pc:picChg>
      </pc:sldChg>
      <pc:sldChg chg="addSp modSp add mod">
        <pc:chgData name="Michael Whitehouse" userId="0ecba9273f6ad366" providerId="LiveId" clId="{F36E82C0-65ED-4BE7-8730-0F102FB388DD}" dt="2026-06-14T13:08:39.950" v="3283" actId="27636"/>
        <pc:sldMkLst>
          <pc:docMk/>
          <pc:sldMk cId="445875362" sldId="327"/>
        </pc:sldMkLst>
        <pc:spChg chg="mod">
          <ac:chgData name="Michael Whitehouse" userId="0ecba9273f6ad366" providerId="LiveId" clId="{F36E82C0-65ED-4BE7-8730-0F102FB388DD}" dt="2026-06-09T11:57:10.254" v="2242" actId="139"/>
          <ac:spMkLst>
            <pc:docMk/>
            <pc:sldMk cId="445875362" sldId="327"/>
            <ac:spMk id="2" creationId="{4D7D8445-C145-2113-DE54-4D9B403EF116}"/>
          </ac:spMkLst>
        </pc:spChg>
        <pc:spChg chg="add mod">
          <ac:chgData name="Michael Whitehouse" userId="0ecba9273f6ad366" providerId="LiveId" clId="{F36E82C0-65ED-4BE7-8730-0F102FB388DD}" dt="2026-06-09T11:57:10.938" v="2253" actId="139"/>
          <ac:spMkLst>
            <pc:docMk/>
            <pc:sldMk cId="445875362" sldId="327"/>
            <ac:spMk id="3" creationId="{C63505DB-D383-1F02-768D-5E11C79A2C98}"/>
          </ac:spMkLst>
        </pc:spChg>
        <pc:spChg chg="add mod">
          <ac:chgData name="Michael Whitehouse" userId="0ecba9273f6ad366" providerId="LiveId" clId="{F36E82C0-65ED-4BE7-8730-0F102FB388DD}" dt="2026-06-09T11:57:10.979" v="2264" actId="208"/>
          <ac:spMkLst>
            <pc:docMk/>
            <pc:sldMk cId="445875362" sldId="327"/>
            <ac:spMk id="4" creationId="{609D50C4-CA12-B473-F06E-FA5DE271AF7F}"/>
          </ac:spMkLst>
        </pc:spChg>
        <pc:spChg chg="add mod">
          <ac:chgData name="Michael Whitehouse" userId="0ecba9273f6ad366" providerId="LiveId" clId="{F36E82C0-65ED-4BE7-8730-0F102FB388DD}" dt="2026-06-09T11:57:11.024" v="2275" actId="139"/>
          <ac:spMkLst>
            <pc:docMk/>
            <pc:sldMk cId="445875362" sldId="327"/>
            <ac:spMk id="5" creationId="{8465BF12-4CC3-A752-2635-D3D083F4B81B}"/>
          </ac:spMkLst>
        </pc:spChg>
        <pc:spChg chg="add mod">
          <ac:chgData name="Michael Whitehouse" userId="0ecba9273f6ad366" providerId="LiveId" clId="{F36E82C0-65ED-4BE7-8730-0F102FB388DD}" dt="2026-06-14T13:08:39.947" v="3281" actId="27636"/>
          <ac:spMkLst>
            <pc:docMk/>
            <pc:sldMk cId="445875362" sldId="327"/>
            <ac:spMk id="6" creationId="{78A9E5EC-5DD7-ECBB-56B1-A218ACCE276E}"/>
          </ac:spMkLst>
        </pc:spChg>
        <pc:spChg chg="add mod">
          <ac:chgData name="Michael Whitehouse" userId="0ecba9273f6ad366" providerId="LiveId" clId="{F36E82C0-65ED-4BE7-8730-0F102FB388DD}" dt="2026-06-09T11:57:11.133" v="2297" actId="208"/>
          <ac:spMkLst>
            <pc:docMk/>
            <pc:sldMk cId="445875362" sldId="327"/>
            <ac:spMk id="7" creationId="{920C6D74-0AB9-D76F-DFFD-C3287A170431}"/>
          </ac:spMkLst>
        </pc:spChg>
        <pc:spChg chg="add mod">
          <ac:chgData name="Michael Whitehouse" userId="0ecba9273f6ad366" providerId="LiveId" clId="{F36E82C0-65ED-4BE7-8730-0F102FB388DD}" dt="2026-06-09T11:57:11.184" v="2308" actId="139"/>
          <ac:spMkLst>
            <pc:docMk/>
            <pc:sldMk cId="445875362" sldId="327"/>
            <ac:spMk id="8" creationId="{4BC23413-5AF5-C654-3A3C-C7614FC4539D}"/>
          </ac:spMkLst>
        </pc:spChg>
        <pc:spChg chg="add mod">
          <ac:chgData name="Michael Whitehouse" userId="0ecba9273f6ad366" providerId="LiveId" clId="{F36E82C0-65ED-4BE7-8730-0F102FB388DD}" dt="2026-06-14T13:08:39.947" v="3280" actId="27636"/>
          <ac:spMkLst>
            <pc:docMk/>
            <pc:sldMk cId="445875362" sldId="327"/>
            <ac:spMk id="9" creationId="{2C369411-604C-5B38-5EE4-1AD1F19CBADF}"/>
          </ac:spMkLst>
        </pc:spChg>
        <pc:spChg chg="add mod">
          <ac:chgData name="Michael Whitehouse" userId="0ecba9273f6ad366" providerId="LiveId" clId="{F36E82C0-65ED-4BE7-8730-0F102FB388DD}" dt="2026-06-09T11:57:11.268" v="2330" actId="208"/>
          <ac:spMkLst>
            <pc:docMk/>
            <pc:sldMk cId="445875362" sldId="327"/>
            <ac:spMk id="10" creationId="{2B0C10CC-60D7-BB09-FE8F-862344B13FA3}"/>
          </ac:spMkLst>
        </pc:spChg>
        <pc:spChg chg="add mod">
          <ac:chgData name="Michael Whitehouse" userId="0ecba9273f6ad366" providerId="LiveId" clId="{F36E82C0-65ED-4BE7-8730-0F102FB388DD}" dt="2026-06-09T11:57:11.301" v="2341" actId="139"/>
          <ac:spMkLst>
            <pc:docMk/>
            <pc:sldMk cId="445875362" sldId="327"/>
            <ac:spMk id="11" creationId="{54AF8007-A588-17C4-1083-93647B401351}"/>
          </ac:spMkLst>
        </pc:spChg>
        <pc:spChg chg="add mod">
          <ac:chgData name="Michael Whitehouse" userId="0ecba9273f6ad366" providerId="LiveId" clId="{F36E82C0-65ED-4BE7-8730-0F102FB388DD}" dt="2026-06-14T13:08:39.949" v="3282" actId="27636"/>
          <ac:spMkLst>
            <pc:docMk/>
            <pc:sldMk cId="445875362" sldId="327"/>
            <ac:spMk id="12" creationId="{FE18DC5D-E718-AF9A-9AD8-F0355BB3BEEC}"/>
          </ac:spMkLst>
        </pc:spChg>
        <pc:spChg chg="add mod">
          <ac:chgData name="Michael Whitehouse" userId="0ecba9273f6ad366" providerId="LiveId" clId="{F36E82C0-65ED-4BE7-8730-0F102FB388DD}" dt="2026-06-09T11:57:11.371" v="2363" actId="208"/>
          <ac:spMkLst>
            <pc:docMk/>
            <pc:sldMk cId="445875362" sldId="327"/>
            <ac:spMk id="13" creationId="{0D7A40DC-CDAF-0D2D-E500-82D9DB71BB1B}"/>
          </ac:spMkLst>
        </pc:spChg>
        <pc:spChg chg="add mod">
          <ac:chgData name="Michael Whitehouse" userId="0ecba9273f6ad366" providerId="LiveId" clId="{F36E82C0-65ED-4BE7-8730-0F102FB388DD}" dt="2026-06-09T11:57:11.417" v="2374" actId="139"/>
          <ac:spMkLst>
            <pc:docMk/>
            <pc:sldMk cId="445875362" sldId="327"/>
            <ac:spMk id="14" creationId="{6E4F2E7E-3706-8EE5-7A40-CFB011AFD32D}"/>
          </ac:spMkLst>
        </pc:spChg>
        <pc:spChg chg="add mod">
          <ac:chgData name="Michael Whitehouse" userId="0ecba9273f6ad366" providerId="LiveId" clId="{F36E82C0-65ED-4BE7-8730-0F102FB388DD}" dt="2026-06-14T13:08:39.950" v="3283" actId="27636"/>
          <ac:spMkLst>
            <pc:docMk/>
            <pc:sldMk cId="445875362" sldId="327"/>
            <ac:spMk id="15" creationId="{3783BE55-D745-128B-3C68-C12CD337947B}"/>
          </ac:spMkLst>
        </pc:spChg>
        <pc:spChg chg="add mod">
          <ac:chgData name="Michael Whitehouse" userId="0ecba9273f6ad366" providerId="LiveId" clId="{F36E82C0-65ED-4BE7-8730-0F102FB388DD}" dt="2026-06-09T11:57:11.520" v="2394"/>
          <ac:spMkLst>
            <pc:docMk/>
            <pc:sldMk cId="445875362" sldId="327"/>
            <ac:spMk id="16" creationId="{3778A3E2-1341-B232-94B9-5E44B6BE2689}"/>
          </ac:spMkLst>
        </pc:spChg>
        <pc:spChg chg="add mod">
          <ac:chgData name="Michael Whitehouse" userId="0ecba9273f6ad366" providerId="LiveId" clId="{F36E82C0-65ED-4BE7-8730-0F102FB388DD}" dt="2026-06-09T11:57:11.592" v="2405" actId="139"/>
          <ac:spMkLst>
            <pc:docMk/>
            <pc:sldMk cId="445875362" sldId="327"/>
            <ac:spMk id="17" creationId="{910CFB76-F28E-F6BF-1C43-30029488D749}"/>
          </ac:spMkLst>
        </pc:spChg>
        <pc:spChg chg="add mod">
          <ac:chgData name="Michael Whitehouse" userId="0ecba9273f6ad366" providerId="LiveId" clId="{F36E82C0-65ED-4BE7-8730-0F102FB388DD}" dt="2026-06-09T11:57:11.615" v="2415" actId="207"/>
          <ac:spMkLst>
            <pc:docMk/>
            <pc:sldMk cId="445875362" sldId="327"/>
            <ac:spMk id="18" creationId="{8A22CD03-6488-AC5C-DCF7-FF94DE1FE7D3}"/>
          </ac:spMkLst>
        </pc:spChg>
        <pc:spChg chg="add mod">
          <ac:chgData name="Michael Whitehouse" userId="0ecba9273f6ad366" providerId="LiveId" clId="{F36E82C0-65ED-4BE7-8730-0F102FB388DD}" dt="2026-06-09T11:57:11.630" v="2425" actId="207"/>
          <ac:spMkLst>
            <pc:docMk/>
            <pc:sldMk cId="445875362" sldId="327"/>
            <ac:spMk id="19" creationId="{F208C2D6-FA93-6E5E-1F4C-9CC0CAE3D731}"/>
          </ac:spMkLst>
        </pc:spChg>
      </pc:sldChg>
      <pc:sldChg chg="addSp modSp add mod">
        <pc:chgData name="Michael Whitehouse" userId="0ecba9273f6ad366" providerId="LiveId" clId="{F36E82C0-65ED-4BE7-8730-0F102FB388DD}" dt="2026-06-09T11:57:11.757" v="2460" actId="207"/>
        <pc:sldMkLst>
          <pc:docMk/>
          <pc:sldMk cId="151775710" sldId="328"/>
        </pc:sldMkLst>
        <pc:spChg chg="mod">
          <ac:chgData name="Michael Whitehouse" userId="0ecba9273f6ad366" providerId="LiveId" clId="{F36E82C0-65ED-4BE7-8730-0F102FB388DD}" dt="2026-06-09T11:57:11.638" v="2429" actId="139"/>
          <ac:spMkLst>
            <pc:docMk/>
            <pc:sldMk cId="151775710" sldId="328"/>
            <ac:spMk id="2" creationId="{80907C93-3D78-61D5-DD94-16A884B442C0}"/>
          </ac:spMkLst>
        </pc:spChg>
        <pc:spChg chg="add mod">
          <ac:chgData name="Michael Whitehouse" userId="0ecba9273f6ad366" providerId="LiveId" clId="{F36E82C0-65ED-4BE7-8730-0F102FB388DD}" dt="2026-06-09T11:57:11.720" v="2440" actId="139"/>
          <ac:spMkLst>
            <pc:docMk/>
            <pc:sldMk cId="151775710" sldId="328"/>
            <ac:spMk id="3" creationId="{32B57271-DC95-9A96-5BD3-13BB9DF0B5B5}"/>
          </ac:spMkLst>
        </pc:spChg>
        <pc:spChg chg="add mod">
          <ac:chgData name="Michael Whitehouse" userId="0ecba9273f6ad366" providerId="LiveId" clId="{F36E82C0-65ED-4BE7-8730-0F102FB388DD}" dt="2026-06-09T11:57:11.737" v="2450" actId="207"/>
          <ac:spMkLst>
            <pc:docMk/>
            <pc:sldMk cId="151775710" sldId="328"/>
            <ac:spMk id="4" creationId="{5E7F08DF-85ED-29A7-98AD-2E50993A780B}"/>
          </ac:spMkLst>
        </pc:spChg>
        <pc:spChg chg="add mod">
          <ac:chgData name="Michael Whitehouse" userId="0ecba9273f6ad366" providerId="LiveId" clId="{F36E82C0-65ED-4BE7-8730-0F102FB388DD}" dt="2026-06-09T11:57:11.757" v="2460" actId="207"/>
          <ac:spMkLst>
            <pc:docMk/>
            <pc:sldMk cId="151775710" sldId="328"/>
            <ac:spMk id="5" creationId="{64FC529F-E939-2FE2-5A92-B3E775113DC3}"/>
          </ac:spMkLst>
        </pc:spChg>
      </pc:sldChg>
      <pc:sldChg chg="addSp modSp add mod">
        <pc:chgData name="Michael Whitehouse" userId="0ecba9273f6ad366" providerId="LiveId" clId="{F36E82C0-65ED-4BE7-8730-0F102FB388DD}" dt="2026-06-14T13:12:40.038" v="3304" actId="207"/>
        <pc:sldMkLst>
          <pc:docMk/>
          <pc:sldMk cId="3158964925" sldId="329"/>
        </pc:sldMkLst>
        <pc:spChg chg="mod">
          <ac:chgData name="Michael Whitehouse" userId="0ecba9273f6ad366" providerId="LiveId" clId="{F36E82C0-65ED-4BE7-8730-0F102FB388DD}" dt="2026-06-09T11:57:11.770" v="2464" actId="139"/>
          <ac:spMkLst>
            <pc:docMk/>
            <pc:sldMk cId="3158964925" sldId="329"/>
            <ac:spMk id="2" creationId="{B58F4F94-E682-1585-7CE6-30E2B652539D}"/>
          </ac:spMkLst>
        </pc:spChg>
        <pc:spChg chg="add mod">
          <ac:chgData name="Michael Whitehouse" userId="0ecba9273f6ad366" providerId="LiveId" clId="{F36E82C0-65ED-4BE7-8730-0F102FB388DD}" dt="2026-06-14T13:12:34.385" v="3303" actId="207"/>
          <ac:spMkLst>
            <pc:docMk/>
            <pc:sldMk cId="3158964925" sldId="329"/>
            <ac:spMk id="3" creationId="{07700B3C-231E-4BEA-AB30-4555C91F2AA1}"/>
          </ac:spMkLst>
        </pc:spChg>
        <pc:spChg chg="add mod">
          <ac:chgData name="Michael Whitehouse" userId="0ecba9273f6ad366" providerId="LiveId" clId="{F36E82C0-65ED-4BE7-8730-0F102FB388DD}" dt="2026-06-09T11:57:12.211" v="2485" actId="208"/>
          <ac:spMkLst>
            <pc:docMk/>
            <pc:sldMk cId="3158964925" sldId="329"/>
            <ac:spMk id="4" creationId="{F7B383E5-C79D-34E9-A384-B543E5FAEA6C}"/>
          </ac:spMkLst>
        </pc:spChg>
        <pc:spChg chg="add mod">
          <ac:chgData name="Michael Whitehouse" userId="0ecba9273f6ad366" providerId="LiveId" clId="{F36E82C0-65ED-4BE7-8730-0F102FB388DD}" dt="2026-06-14T13:12:40.038" v="3304" actId="207"/>
          <ac:spMkLst>
            <pc:docMk/>
            <pc:sldMk cId="3158964925" sldId="329"/>
            <ac:spMk id="5" creationId="{AADBB781-AE6F-1901-AECB-4A8AC7C000C9}"/>
          </ac:spMkLst>
        </pc:spChg>
        <pc:spChg chg="add mod">
          <ac:chgData name="Michael Whitehouse" userId="0ecba9273f6ad366" providerId="LiveId" clId="{F36E82C0-65ED-4BE7-8730-0F102FB388DD}" dt="2026-06-09T11:57:12.264" v="2506" actId="207"/>
          <ac:spMkLst>
            <pc:docMk/>
            <pc:sldMk cId="3158964925" sldId="329"/>
            <ac:spMk id="6" creationId="{6F24F727-9001-D8E4-CA43-0B1235F99724}"/>
          </ac:spMkLst>
        </pc:spChg>
        <pc:spChg chg="add mod">
          <ac:chgData name="Michael Whitehouse" userId="0ecba9273f6ad366" providerId="LiveId" clId="{F36E82C0-65ED-4BE7-8730-0F102FB388DD}" dt="2026-06-09T11:57:12.278" v="2516" actId="207"/>
          <ac:spMkLst>
            <pc:docMk/>
            <pc:sldMk cId="3158964925" sldId="329"/>
            <ac:spMk id="7" creationId="{0115FEE8-6EF9-3A92-3F1B-D1B57B503B42}"/>
          </ac:spMkLst>
        </pc:spChg>
      </pc:sldChg>
      <pc:sldChg chg="addSp modSp add mod">
        <pc:chgData name="Michael Whitehouse" userId="0ecba9273f6ad366" providerId="LiveId" clId="{F36E82C0-65ED-4BE7-8730-0F102FB388DD}" dt="2026-06-09T11:57:13.941" v="2685" actId="207"/>
        <pc:sldMkLst>
          <pc:docMk/>
          <pc:sldMk cId="2366989057" sldId="330"/>
        </pc:sldMkLst>
        <pc:spChg chg="mod">
          <ac:chgData name="Michael Whitehouse" userId="0ecba9273f6ad366" providerId="LiveId" clId="{F36E82C0-65ED-4BE7-8730-0F102FB388DD}" dt="2026-06-09T11:57:12.284" v="2520" actId="139"/>
          <ac:spMkLst>
            <pc:docMk/>
            <pc:sldMk cId="2366989057" sldId="330"/>
            <ac:spMk id="2" creationId="{07D0A765-3AE8-6F62-7A80-FA16AE042359}"/>
          </ac:spMkLst>
        </pc:spChg>
        <pc:spChg chg="add mod">
          <ac:chgData name="Michael Whitehouse" userId="0ecba9273f6ad366" providerId="LiveId" clId="{F36E82C0-65ED-4BE7-8730-0F102FB388DD}" dt="2026-06-09T11:57:13.331" v="2529"/>
          <ac:spMkLst>
            <pc:docMk/>
            <pc:sldMk cId="2366989057" sldId="330"/>
            <ac:spMk id="3" creationId="{BBCB1B72-301D-8B99-13BB-291C9376C517}"/>
          </ac:spMkLst>
        </pc:spChg>
        <pc:spChg chg="add mod">
          <ac:chgData name="Michael Whitehouse" userId="0ecba9273f6ad366" providerId="LiveId" clId="{F36E82C0-65ED-4BE7-8730-0F102FB388DD}" dt="2026-06-09T11:57:13.410" v="2549" actId="139"/>
          <ac:spMkLst>
            <pc:docMk/>
            <pc:sldMk cId="2366989057" sldId="330"/>
            <ac:spMk id="5" creationId="{C8850A75-A67C-E6AC-E9F2-1C9771B58F01}"/>
          </ac:spMkLst>
        </pc:spChg>
        <pc:spChg chg="add mod">
          <ac:chgData name="Michael Whitehouse" userId="0ecba9273f6ad366" providerId="LiveId" clId="{F36E82C0-65ED-4BE7-8730-0F102FB388DD}" dt="2026-06-09T11:57:13.440" v="2558"/>
          <ac:spMkLst>
            <pc:docMk/>
            <pc:sldMk cId="2366989057" sldId="330"/>
            <ac:spMk id="6" creationId="{D14334AD-8E60-BD45-5DDB-D5558192A9E6}"/>
          </ac:spMkLst>
        </pc:spChg>
        <pc:spChg chg="add mod">
          <ac:chgData name="Michael Whitehouse" userId="0ecba9273f6ad366" providerId="LiveId" clId="{F36E82C0-65ED-4BE7-8730-0F102FB388DD}" dt="2026-06-09T11:57:13.580" v="2578" actId="139"/>
          <ac:spMkLst>
            <pc:docMk/>
            <pc:sldMk cId="2366989057" sldId="330"/>
            <ac:spMk id="8" creationId="{EAB3D7AC-A467-EC76-DF39-F84FEC25DDAC}"/>
          </ac:spMkLst>
        </pc:spChg>
        <pc:spChg chg="add mod">
          <ac:chgData name="Michael Whitehouse" userId="0ecba9273f6ad366" providerId="LiveId" clId="{F36E82C0-65ED-4BE7-8730-0F102FB388DD}" dt="2026-06-09T11:57:13.614" v="2587"/>
          <ac:spMkLst>
            <pc:docMk/>
            <pc:sldMk cId="2366989057" sldId="330"/>
            <ac:spMk id="9" creationId="{DB5DD99C-A5BB-A09F-B6FF-21166DC0A68F}"/>
          </ac:spMkLst>
        </pc:spChg>
        <pc:spChg chg="add mod">
          <ac:chgData name="Michael Whitehouse" userId="0ecba9273f6ad366" providerId="LiveId" clId="{F36E82C0-65ED-4BE7-8730-0F102FB388DD}" dt="2026-06-09T11:57:13.686" v="2607" actId="139"/>
          <ac:spMkLst>
            <pc:docMk/>
            <pc:sldMk cId="2366989057" sldId="330"/>
            <ac:spMk id="11" creationId="{48147308-24C9-485E-D1B8-7C10837D53F5}"/>
          </ac:spMkLst>
        </pc:spChg>
        <pc:spChg chg="add mod">
          <ac:chgData name="Michael Whitehouse" userId="0ecba9273f6ad366" providerId="LiveId" clId="{F36E82C0-65ED-4BE7-8730-0F102FB388DD}" dt="2026-06-09T11:57:13.720" v="2616"/>
          <ac:spMkLst>
            <pc:docMk/>
            <pc:sldMk cId="2366989057" sldId="330"/>
            <ac:spMk id="12" creationId="{108521A1-65ED-B39E-C649-E8F364FC9D11}"/>
          </ac:spMkLst>
        </pc:spChg>
        <pc:spChg chg="add mod">
          <ac:chgData name="Michael Whitehouse" userId="0ecba9273f6ad366" providerId="LiveId" clId="{F36E82C0-65ED-4BE7-8730-0F102FB388DD}" dt="2026-06-09T11:57:13.793" v="2636" actId="139"/>
          <ac:spMkLst>
            <pc:docMk/>
            <pc:sldMk cId="2366989057" sldId="330"/>
            <ac:spMk id="14" creationId="{CCD32F6E-038D-CA9E-DBB3-A7AA8F90A5DD}"/>
          </ac:spMkLst>
        </pc:spChg>
        <pc:spChg chg="add mod">
          <ac:chgData name="Michael Whitehouse" userId="0ecba9273f6ad366" providerId="LiveId" clId="{F36E82C0-65ED-4BE7-8730-0F102FB388DD}" dt="2026-06-09T11:57:13.823" v="2645"/>
          <ac:spMkLst>
            <pc:docMk/>
            <pc:sldMk cId="2366989057" sldId="330"/>
            <ac:spMk id="15" creationId="{6756CD45-8236-8EE0-2A09-0554A0EB0949}"/>
          </ac:spMkLst>
        </pc:spChg>
        <pc:spChg chg="add mod">
          <ac:chgData name="Michael Whitehouse" userId="0ecba9273f6ad366" providerId="LiveId" clId="{F36E82C0-65ED-4BE7-8730-0F102FB388DD}" dt="2026-06-09T11:57:13.908" v="2665" actId="139"/>
          <ac:spMkLst>
            <pc:docMk/>
            <pc:sldMk cId="2366989057" sldId="330"/>
            <ac:spMk id="17" creationId="{0E71C52D-8154-1056-28F2-2676C2F8471B}"/>
          </ac:spMkLst>
        </pc:spChg>
        <pc:spChg chg="add mod">
          <ac:chgData name="Michael Whitehouse" userId="0ecba9273f6ad366" providerId="LiveId" clId="{F36E82C0-65ED-4BE7-8730-0F102FB388DD}" dt="2026-06-09T11:57:13.922" v="2675" actId="207"/>
          <ac:spMkLst>
            <pc:docMk/>
            <pc:sldMk cId="2366989057" sldId="330"/>
            <ac:spMk id="18" creationId="{FD19BB42-AA14-90AA-388D-53B965370E89}"/>
          </ac:spMkLst>
        </pc:spChg>
        <pc:spChg chg="add mod">
          <ac:chgData name="Michael Whitehouse" userId="0ecba9273f6ad366" providerId="LiveId" clId="{F36E82C0-65ED-4BE7-8730-0F102FB388DD}" dt="2026-06-09T11:57:13.941" v="2685" actId="207"/>
          <ac:spMkLst>
            <pc:docMk/>
            <pc:sldMk cId="2366989057" sldId="330"/>
            <ac:spMk id="19" creationId="{7C2F5033-E81A-7D0A-EDB1-D7CFFACE87E0}"/>
          </ac:spMkLst>
        </pc:spChg>
        <pc:picChg chg="add mod">
          <ac:chgData name="Michael Whitehouse" userId="0ecba9273f6ad366" providerId="LiveId" clId="{F36E82C0-65ED-4BE7-8730-0F102FB388DD}" dt="2026-06-09T11:57:13.367" v="2538"/>
          <ac:picMkLst>
            <pc:docMk/>
            <pc:sldMk cId="2366989057" sldId="330"/>
            <ac:picMk id="4" creationId="{650B2ED2-8C85-55A3-9A28-3556F3934BF3}"/>
          </ac:picMkLst>
        </pc:picChg>
        <pc:picChg chg="add mod">
          <ac:chgData name="Michael Whitehouse" userId="0ecba9273f6ad366" providerId="LiveId" clId="{F36E82C0-65ED-4BE7-8730-0F102FB388DD}" dt="2026-06-09T11:57:13.477" v="2567"/>
          <ac:picMkLst>
            <pc:docMk/>
            <pc:sldMk cId="2366989057" sldId="330"/>
            <ac:picMk id="7" creationId="{8694790E-A6CD-D195-181C-B8227885DC8B}"/>
          </ac:picMkLst>
        </pc:picChg>
        <pc:picChg chg="add mod">
          <ac:chgData name="Michael Whitehouse" userId="0ecba9273f6ad366" providerId="LiveId" clId="{F36E82C0-65ED-4BE7-8730-0F102FB388DD}" dt="2026-06-09T11:57:13.647" v="2596"/>
          <ac:picMkLst>
            <pc:docMk/>
            <pc:sldMk cId="2366989057" sldId="330"/>
            <ac:picMk id="10" creationId="{94D15641-30B2-9409-A219-467CAB17A440}"/>
          </ac:picMkLst>
        </pc:picChg>
        <pc:picChg chg="add mod">
          <ac:chgData name="Michael Whitehouse" userId="0ecba9273f6ad366" providerId="LiveId" clId="{F36E82C0-65ED-4BE7-8730-0F102FB388DD}" dt="2026-06-09T11:57:13.753" v="2625"/>
          <ac:picMkLst>
            <pc:docMk/>
            <pc:sldMk cId="2366989057" sldId="330"/>
            <ac:picMk id="13" creationId="{48389A24-FCBD-B554-05D4-B67A621E6816}"/>
          </ac:picMkLst>
        </pc:picChg>
        <pc:picChg chg="add mod">
          <ac:chgData name="Michael Whitehouse" userId="0ecba9273f6ad366" providerId="LiveId" clId="{F36E82C0-65ED-4BE7-8730-0F102FB388DD}" dt="2026-06-09T11:57:13.861" v="2654"/>
          <ac:picMkLst>
            <pc:docMk/>
            <pc:sldMk cId="2366989057" sldId="330"/>
            <ac:picMk id="16" creationId="{E056D507-46F1-8F91-5D55-248C398115EF}"/>
          </ac:picMkLst>
        </pc:picChg>
      </pc:sldChg>
      <pc:sldChg chg="modSp add mod">
        <pc:chgData name="Michael Whitehouse" userId="0ecba9273f6ad366" providerId="LiveId" clId="{F36E82C0-65ED-4BE7-8730-0F102FB388DD}" dt="2026-06-09T11:57:13.951" v="2689" actId="139"/>
        <pc:sldMkLst>
          <pc:docMk/>
          <pc:sldMk cId="2602650751" sldId="331"/>
        </pc:sldMkLst>
        <pc:spChg chg="mod">
          <ac:chgData name="Michael Whitehouse" userId="0ecba9273f6ad366" providerId="LiveId" clId="{F36E82C0-65ED-4BE7-8730-0F102FB388DD}" dt="2026-06-09T11:57:13.951" v="2689" actId="139"/>
          <ac:spMkLst>
            <pc:docMk/>
            <pc:sldMk cId="2602650751" sldId="331"/>
            <ac:spMk id="2" creationId="{5E461EAE-45A0-F2D4-C892-1B9C9A507080}"/>
          </ac:spMkLst>
        </pc:spChg>
      </pc:sldChg>
      <pc:sldChg chg="addSp modSp add mod">
        <pc:chgData name="Michael Whitehouse" userId="0ecba9273f6ad366" providerId="LiveId" clId="{F36E82C0-65ED-4BE7-8730-0F102FB388DD}" dt="2026-06-09T11:57:15.214" v="2850" actId="207"/>
        <pc:sldMkLst>
          <pc:docMk/>
          <pc:sldMk cId="3639173602" sldId="332"/>
        </pc:sldMkLst>
        <pc:spChg chg="mod">
          <ac:chgData name="Michael Whitehouse" userId="0ecba9273f6ad366" providerId="LiveId" clId="{F36E82C0-65ED-4BE7-8730-0F102FB388DD}" dt="2026-06-09T11:57:13.960" v="2693" actId="139"/>
          <ac:spMkLst>
            <pc:docMk/>
            <pc:sldMk cId="3639173602" sldId="332"/>
            <ac:spMk id="2" creationId="{52ECDFDB-C98D-5714-2849-0C739239DF40}"/>
          </ac:spMkLst>
        </pc:spChg>
        <pc:spChg chg="add mod">
          <ac:chgData name="Michael Whitehouse" userId="0ecba9273f6ad366" providerId="LiveId" clId="{F36E82C0-65ED-4BE7-8730-0F102FB388DD}" dt="2026-06-09T11:57:14.732" v="2704" actId="139"/>
          <ac:spMkLst>
            <pc:docMk/>
            <pc:sldMk cId="3639173602" sldId="332"/>
            <ac:spMk id="3" creationId="{A6E27E0B-0179-199A-6D47-1074FBEEEB0C}"/>
          </ac:spMkLst>
        </pc:spChg>
        <pc:spChg chg="add mod">
          <ac:chgData name="Michael Whitehouse" userId="0ecba9273f6ad366" providerId="LiveId" clId="{F36E82C0-65ED-4BE7-8730-0F102FB388DD}" dt="2026-06-09T11:57:14.768" v="2715" actId="208"/>
          <ac:spMkLst>
            <pc:docMk/>
            <pc:sldMk cId="3639173602" sldId="332"/>
            <ac:spMk id="4" creationId="{36986B55-3728-D933-9196-F9ED34680D12}"/>
          </ac:spMkLst>
        </pc:spChg>
        <pc:spChg chg="add mod">
          <ac:chgData name="Michael Whitehouse" userId="0ecba9273f6ad366" providerId="LiveId" clId="{F36E82C0-65ED-4BE7-8730-0F102FB388DD}" dt="2026-06-09T11:57:14.804" v="2726" actId="139"/>
          <ac:spMkLst>
            <pc:docMk/>
            <pc:sldMk cId="3639173602" sldId="332"/>
            <ac:spMk id="5" creationId="{96910970-93BA-6EC8-EE0F-98013931CBA9}"/>
          </ac:spMkLst>
        </pc:spChg>
        <pc:spChg chg="add mod">
          <ac:chgData name="Michael Whitehouse" userId="0ecba9273f6ad366" providerId="LiveId" clId="{F36E82C0-65ED-4BE7-8730-0F102FB388DD}" dt="2026-06-09T11:57:14.838" v="2736" actId="207"/>
          <ac:spMkLst>
            <pc:docMk/>
            <pc:sldMk cId="3639173602" sldId="332"/>
            <ac:spMk id="6" creationId="{8CA4CC52-C3AC-FA5C-AFCB-D67DB3AFDD44}"/>
          </ac:spMkLst>
        </pc:spChg>
        <pc:spChg chg="add mod">
          <ac:chgData name="Michael Whitehouse" userId="0ecba9273f6ad366" providerId="LiveId" clId="{F36E82C0-65ED-4BE7-8730-0F102FB388DD}" dt="2026-06-09T11:57:14.883" v="2747" actId="139"/>
          <ac:spMkLst>
            <pc:docMk/>
            <pc:sldMk cId="3639173602" sldId="332"/>
            <ac:spMk id="7" creationId="{72AC3350-97C4-B678-34E8-92C5E2159617}"/>
          </ac:spMkLst>
        </pc:spChg>
        <pc:spChg chg="add mod">
          <ac:chgData name="Michael Whitehouse" userId="0ecba9273f6ad366" providerId="LiveId" clId="{F36E82C0-65ED-4BE7-8730-0F102FB388DD}" dt="2026-06-09T11:57:14.933" v="2757" actId="207"/>
          <ac:spMkLst>
            <pc:docMk/>
            <pc:sldMk cId="3639173602" sldId="332"/>
            <ac:spMk id="8" creationId="{41142C58-5593-E398-F1DD-E593F5E93BA9}"/>
          </ac:spMkLst>
        </pc:spChg>
        <pc:spChg chg="add mod">
          <ac:chgData name="Michael Whitehouse" userId="0ecba9273f6ad366" providerId="LiveId" clId="{F36E82C0-65ED-4BE7-8730-0F102FB388DD}" dt="2026-06-09T11:57:14.971" v="2768" actId="139"/>
          <ac:spMkLst>
            <pc:docMk/>
            <pc:sldMk cId="3639173602" sldId="332"/>
            <ac:spMk id="9" creationId="{ACFBDD39-5082-EEBC-399D-4CDC7D04E65C}"/>
          </ac:spMkLst>
        </pc:spChg>
        <pc:spChg chg="add mod">
          <ac:chgData name="Michael Whitehouse" userId="0ecba9273f6ad366" providerId="LiveId" clId="{F36E82C0-65ED-4BE7-8730-0F102FB388DD}" dt="2026-06-09T11:57:15.007" v="2778" actId="207"/>
          <ac:spMkLst>
            <pc:docMk/>
            <pc:sldMk cId="3639173602" sldId="332"/>
            <ac:spMk id="10" creationId="{C7EFED76-DDE0-52EB-D407-DCA312D70AD0}"/>
          </ac:spMkLst>
        </pc:spChg>
        <pc:spChg chg="add mod">
          <ac:chgData name="Michael Whitehouse" userId="0ecba9273f6ad366" providerId="LiveId" clId="{F36E82C0-65ED-4BE7-8730-0F102FB388DD}" dt="2026-06-09T11:57:15.042" v="2789" actId="139"/>
          <ac:spMkLst>
            <pc:docMk/>
            <pc:sldMk cId="3639173602" sldId="332"/>
            <ac:spMk id="11" creationId="{4BE37916-A2AB-4795-5B4C-032034F15C52}"/>
          </ac:spMkLst>
        </pc:spChg>
        <pc:spChg chg="add mod">
          <ac:chgData name="Michael Whitehouse" userId="0ecba9273f6ad366" providerId="LiveId" clId="{F36E82C0-65ED-4BE7-8730-0F102FB388DD}" dt="2026-06-09T11:57:15.075" v="2799" actId="207"/>
          <ac:spMkLst>
            <pc:docMk/>
            <pc:sldMk cId="3639173602" sldId="332"/>
            <ac:spMk id="12" creationId="{D34FC631-7C3B-D61F-8843-BB5EC973DEEA}"/>
          </ac:spMkLst>
        </pc:spChg>
        <pc:spChg chg="add mod">
          <ac:chgData name="Michael Whitehouse" userId="0ecba9273f6ad366" providerId="LiveId" clId="{F36E82C0-65ED-4BE7-8730-0F102FB388DD}" dt="2026-06-09T11:57:15.111" v="2810" actId="139"/>
          <ac:spMkLst>
            <pc:docMk/>
            <pc:sldMk cId="3639173602" sldId="332"/>
            <ac:spMk id="13" creationId="{034C1D31-3483-F4A4-EDA7-A9C7851E1BFE}"/>
          </ac:spMkLst>
        </pc:spChg>
        <pc:spChg chg="add mod">
          <ac:chgData name="Michael Whitehouse" userId="0ecba9273f6ad366" providerId="LiveId" clId="{F36E82C0-65ED-4BE7-8730-0F102FB388DD}" dt="2026-06-09T11:57:15.142" v="2819"/>
          <ac:spMkLst>
            <pc:docMk/>
            <pc:sldMk cId="3639173602" sldId="332"/>
            <ac:spMk id="14" creationId="{A144BC0D-C698-EE04-28AC-F55DE7AD5D69}"/>
          </ac:spMkLst>
        </pc:spChg>
        <pc:spChg chg="add mod">
          <ac:chgData name="Michael Whitehouse" userId="0ecba9273f6ad366" providerId="LiveId" clId="{F36E82C0-65ED-4BE7-8730-0F102FB388DD}" dt="2026-06-09T11:57:15.188" v="2830" actId="139"/>
          <ac:spMkLst>
            <pc:docMk/>
            <pc:sldMk cId="3639173602" sldId="332"/>
            <ac:spMk id="15" creationId="{B067AB10-A757-4BDD-B9DA-153CCF43B0CC}"/>
          </ac:spMkLst>
        </pc:spChg>
        <pc:spChg chg="add mod">
          <ac:chgData name="Michael Whitehouse" userId="0ecba9273f6ad366" providerId="LiveId" clId="{F36E82C0-65ED-4BE7-8730-0F102FB388DD}" dt="2026-06-09T11:57:15.200" v="2840" actId="207"/>
          <ac:spMkLst>
            <pc:docMk/>
            <pc:sldMk cId="3639173602" sldId="332"/>
            <ac:spMk id="16" creationId="{43A5FE36-12F0-6185-AED8-E137559CA3AE}"/>
          </ac:spMkLst>
        </pc:spChg>
        <pc:spChg chg="add mod">
          <ac:chgData name="Michael Whitehouse" userId="0ecba9273f6ad366" providerId="LiveId" clId="{F36E82C0-65ED-4BE7-8730-0F102FB388DD}" dt="2026-06-09T11:57:15.214" v="2850" actId="207"/>
          <ac:spMkLst>
            <pc:docMk/>
            <pc:sldMk cId="3639173602" sldId="332"/>
            <ac:spMk id="17" creationId="{AF6A7234-3A19-45C6-C2D4-08A7AC2E7089}"/>
          </ac:spMkLst>
        </pc:spChg>
      </pc:sldChg>
      <pc:sldChg chg="addSp modSp add mod">
        <pc:chgData name="Michael Whitehouse" userId="0ecba9273f6ad366" providerId="LiveId" clId="{F36E82C0-65ED-4BE7-8730-0F102FB388DD}" dt="2026-06-09T11:57:17.901" v="3229" actId="207"/>
        <pc:sldMkLst>
          <pc:docMk/>
          <pc:sldMk cId="1766187237" sldId="334"/>
        </pc:sldMkLst>
        <pc:spChg chg="mod">
          <ac:chgData name="Michael Whitehouse" userId="0ecba9273f6ad366" providerId="LiveId" clId="{F36E82C0-65ED-4BE7-8730-0F102FB388DD}" dt="2026-06-09T11:57:17.729" v="3179" actId="20577"/>
          <ac:spMkLst>
            <pc:docMk/>
            <pc:sldMk cId="1766187237" sldId="334"/>
            <ac:spMk id="2" creationId="{AE56DEB8-52AD-F9C4-ECAD-B40675F52FFD}"/>
          </ac:spMkLst>
        </pc:spChg>
        <pc:spChg chg="mod">
          <ac:chgData name="Michael Whitehouse" userId="0ecba9273f6ad366" providerId="LiveId" clId="{F36E82C0-65ED-4BE7-8730-0F102FB388DD}" dt="2026-06-09T11:57:17.831" v="3185" actId="139"/>
          <ac:spMkLst>
            <pc:docMk/>
            <pc:sldMk cId="1766187237" sldId="334"/>
            <ac:spMk id="3" creationId="{98749E82-DE21-5649-A4ED-8D1326BD17D1}"/>
          </ac:spMkLst>
        </pc:spChg>
        <pc:spChg chg="mod">
          <ac:chgData name="Michael Whitehouse" userId="0ecba9273f6ad366" providerId="LiveId" clId="{F36E82C0-65ED-4BE7-8730-0F102FB388DD}" dt="2026-06-09T11:57:17.841" v="3191" actId="139"/>
          <ac:spMkLst>
            <pc:docMk/>
            <pc:sldMk cId="1766187237" sldId="334"/>
            <ac:spMk id="4" creationId="{9767B41E-3305-DC1C-3C68-A12B52FD1687}"/>
          </ac:spMkLst>
        </pc:spChg>
        <pc:spChg chg="mod">
          <ac:chgData name="Michael Whitehouse" userId="0ecba9273f6ad366" providerId="LiveId" clId="{F36E82C0-65ED-4BE7-8730-0F102FB388DD}" dt="2026-06-09T11:57:17.853" v="3197" actId="139"/>
          <ac:spMkLst>
            <pc:docMk/>
            <pc:sldMk cId="1766187237" sldId="334"/>
            <ac:spMk id="5" creationId="{FADB24C4-85A8-EFC5-C932-74B67FEAD8D6}"/>
          </ac:spMkLst>
        </pc:spChg>
        <pc:spChg chg="mod">
          <ac:chgData name="Michael Whitehouse" userId="0ecba9273f6ad366" providerId="LiveId" clId="{F36E82C0-65ED-4BE7-8730-0F102FB388DD}" dt="2026-06-09T11:57:17.863" v="3203" actId="139"/>
          <ac:spMkLst>
            <pc:docMk/>
            <pc:sldMk cId="1766187237" sldId="334"/>
            <ac:spMk id="6" creationId="{204C2C35-6F56-9F8F-A1F0-68FBB0A0C42D}"/>
          </ac:spMkLst>
        </pc:spChg>
        <pc:spChg chg="mod">
          <ac:chgData name="Michael Whitehouse" userId="0ecba9273f6ad366" providerId="LiveId" clId="{F36E82C0-65ED-4BE7-8730-0F102FB388DD}" dt="2026-06-09T11:57:17.873" v="3209" actId="139"/>
          <ac:spMkLst>
            <pc:docMk/>
            <pc:sldMk cId="1766187237" sldId="334"/>
            <ac:spMk id="7" creationId="{E7B58DD1-4D41-A790-F770-17113E4BD0CC}"/>
          </ac:spMkLst>
        </pc:spChg>
        <pc:spChg chg="add mod">
          <ac:chgData name="Michael Whitehouse" userId="0ecba9273f6ad366" providerId="LiveId" clId="{F36E82C0-65ED-4BE7-8730-0F102FB388DD}" dt="2026-06-09T11:57:17.888" v="3219" actId="207"/>
          <ac:spMkLst>
            <pc:docMk/>
            <pc:sldMk cId="1766187237" sldId="334"/>
            <ac:spMk id="8" creationId="{83981B0C-4A4F-FD41-7F41-8D12D1BFA585}"/>
          </ac:spMkLst>
        </pc:spChg>
        <pc:spChg chg="add mod">
          <ac:chgData name="Michael Whitehouse" userId="0ecba9273f6ad366" providerId="LiveId" clId="{F36E82C0-65ED-4BE7-8730-0F102FB388DD}" dt="2026-06-09T11:57:17.901" v="3229" actId="207"/>
          <ac:spMkLst>
            <pc:docMk/>
            <pc:sldMk cId="1766187237" sldId="334"/>
            <ac:spMk id="9" creationId="{4FFD841C-91A9-F741-1583-7F32BE44762B}"/>
          </ac:spMkLst>
        </pc:spChg>
      </pc:sldChg>
      <pc:sldChg chg="addSp delSp modSp new mod">
        <pc:chgData name="Michael Whitehouse" userId="0ecba9273f6ad366" providerId="LiveId" clId="{F36E82C0-65ED-4BE7-8730-0F102FB388DD}" dt="2026-06-20T13:49:48.977" v="3342" actId="22"/>
        <pc:sldMkLst>
          <pc:docMk/>
          <pc:sldMk cId="70973555" sldId="335"/>
        </pc:sldMkLst>
        <pc:picChg chg="add">
          <ac:chgData name="Michael Whitehouse" userId="0ecba9273f6ad366" providerId="LiveId" clId="{F36E82C0-65ED-4BE7-8730-0F102FB388DD}" dt="2026-06-20T13:49:48.977" v="3342" actId="22"/>
          <ac:picMkLst>
            <pc:docMk/>
            <pc:sldMk cId="70973555" sldId="335"/>
            <ac:picMk id="5" creationId="{4F06D41B-B8D7-67AE-6E08-6E13FAEC06A5}"/>
          </ac:picMkLst>
        </pc:picChg>
      </pc:sldChg>
      <pc:sldMasterChg chg="delSp mod">
        <pc:chgData name="Michael Whitehouse" userId="0ecba9273f6ad366" providerId="LiveId" clId="{F36E82C0-65ED-4BE7-8730-0F102FB388DD}" dt="2026-06-09T11:56:46.912" v="4"/>
        <pc:sldMasterMkLst>
          <pc:docMk/>
          <pc:sldMasterMk cId="2686355342" sldId="2147483650"/>
        </pc:sldMasterMkLst>
      </pc:sldMasterChg>
      <pc:sldMasterChg chg="delSp mod">
        <pc:chgData name="Michael Whitehouse" userId="0ecba9273f6ad366" providerId="LiveId" clId="{F36E82C0-65ED-4BE7-8730-0F102FB388DD}" dt="2026-06-09T11:56:46.941" v="6"/>
        <pc:sldMasterMkLst>
          <pc:docMk/>
          <pc:sldMasterMk cId="1104272686" sldId="2147483754"/>
        </pc:sldMasterMkLst>
      </pc:sldMasterChg>
    </pc:docChg>
  </pc:docChgLst>
  <pc:docChgLst>
    <pc:chgData name="Michael Whitehouse" userId="0ecba9273f6ad366" providerId="LiveId" clId="{8DFD1B98-0500-5FC6-99FB-58445427081D}"/>
    <pc:docChg chg="undo custSel addSld modSld">
      <pc:chgData name="Michael Whitehouse" userId="0ecba9273f6ad366" providerId="LiveId" clId="{8DFD1B98-0500-5FC6-99FB-58445427081D}" dt="2026-06-28T21:01:32.758" v="50" actId="20577"/>
      <pc:docMkLst>
        <pc:docMk/>
      </pc:docMkLst>
      <pc:sldChg chg="modSp mod">
        <pc:chgData name="Michael Whitehouse" userId="0ecba9273f6ad366" providerId="LiveId" clId="{8DFD1B98-0500-5FC6-99FB-58445427081D}" dt="2026-06-28T21:01:32.758" v="50" actId="20577"/>
        <pc:sldMkLst>
          <pc:docMk/>
          <pc:sldMk cId="3825379271" sldId="320"/>
        </pc:sldMkLst>
        <pc:spChg chg="mod">
          <ac:chgData name="Michael Whitehouse" userId="0ecba9273f6ad366" providerId="LiveId" clId="{8DFD1B98-0500-5FC6-99FB-58445427081D}" dt="2026-06-28T21:01:32.758" v="50" actId="20577"/>
          <ac:spMkLst>
            <pc:docMk/>
            <pc:sldMk cId="3825379271" sldId="320"/>
            <ac:spMk id="31" creationId="{42E18C1F-CA76-DD21-F583-ADE80D19B6BD}"/>
          </ac:spMkLst>
        </pc:spChg>
      </pc:sldChg>
      <pc:sldChg chg="modSp mod">
        <pc:chgData name="Michael Whitehouse" userId="0ecba9273f6ad366" providerId="LiveId" clId="{8DFD1B98-0500-5FC6-99FB-58445427081D}" dt="2026-06-26T11:36:21.446" v="47" actId="1036"/>
        <pc:sldMkLst>
          <pc:docMk/>
          <pc:sldMk cId="70973555" sldId="335"/>
        </pc:sldMkLst>
        <pc:picChg chg="mod">
          <ac:chgData name="Michael Whitehouse" userId="0ecba9273f6ad366" providerId="LiveId" clId="{8DFD1B98-0500-5FC6-99FB-58445427081D}" dt="2026-06-26T11:36:21.446" v="47" actId="1036"/>
          <ac:picMkLst>
            <pc:docMk/>
            <pc:sldMk cId="70973555" sldId="335"/>
            <ac:picMk id="5" creationId="{4F06D41B-B8D7-67AE-6E08-6E13FAEC06A5}"/>
          </ac:picMkLst>
        </pc:picChg>
      </pc:sldChg>
      <pc:sldChg chg="addSp delSp modSp new mod">
        <pc:chgData name="Michael Whitehouse" userId="0ecba9273f6ad366" providerId="LiveId" clId="{8DFD1B98-0500-5FC6-99FB-58445427081D}" dt="2026-06-21T15:16:01.389" v="30" actId="14100"/>
        <pc:sldMkLst>
          <pc:docMk/>
          <pc:sldMk cId="1073611101" sldId="336"/>
        </pc:sldMkLst>
        <pc:picChg chg="add mod">
          <ac:chgData name="Michael Whitehouse" userId="0ecba9273f6ad366" providerId="LiveId" clId="{8DFD1B98-0500-5FC6-99FB-58445427081D}" dt="2026-06-21T15:16:01.389" v="30" actId="14100"/>
          <ac:picMkLst>
            <pc:docMk/>
            <pc:sldMk cId="1073611101" sldId="336"/>
            <ac:picMk id="13" creationId="{230E2D6C-E787-D17C-4D8B-5F4C6E3F7CB8}"/>
          </ac:picMkLst>
        </pc:picChg>
      </pc:sldChg>
      <pc:sldChg chg="addSp delSp modSp new mod">
        <pc:chgData name="Michael Whitehouse" userId="0ecba9273f6ad366" providerId="LiveId" clId="{8DFD1B98-0500-5FC6-99FB-58445427081D}" dt="2026-06-21T15:21:51.232" v="40"/>
        <pc:sldMkLst>
          <pc:docMk/>
          <pc:sldMk cId="3254165378" sldId="337"/>
        </pc:sldMkLst>
        <pc:picChg chg="add mod">
          <ac:chgData name="Michael Whitehouse" userId="0ecba9273f6ad366" providerId="LiveId" clId="{8DFD1B98-0500-5FC6-99FB-58445427081D}" dt="2026-06-21T15:21:50.386" v="38" actId="14100"/>
          <ac:picMkLst>
            <pc:docMk/>
            <pc:sldMk cId="3254165378" sldId="337"/>
            <ac:picMk id="4" creationId="{573AAE9E-5808-2AF0-CF11-1382E80E8477}"/>
          </ac:picMkLst>
        </pc:picChg>
      </pc:sldChg>
      <pc:sldChg chg="addSp modSp new mod">
        <pc:chgData name="Michael Whitehouse" userId="0ecba9273f6ad366" providerId="LiveId" clId="{8DFD1B98-0500-5FC6-99FB-58445427081D}" dt="2026-06-25T14:55:27.887" v="44" actId="14100"/>
        <pc:sldMkLst>
          <pc:docMk/>
          <pc:sldMk cId="3373744523" sldId="338"/>
        </pc:sldMkLst>
        <pc:picChg chg="add mod">
          <ac:chgData name="Michael Whitehouse" userId="0ecba9273f6ad366" providerId="LiveId" clId="{8DFD1B98-0500-5FC6-99FB-58445427081D}" dt="2026-06-25T14:55:27.887" v="44" actId="14100"/>
          <ac:picMkLst>
            <pc:docMk/>
            <pc:sldMk cId="3373744523" sldId="338"/>
            <ac:picMk id="3" creationId="{5CDB6E8B-4F39-2294-BAA9-C8995A4F74E4}"/>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234435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4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solidFill>
          <a:schemeClr val="bg1"/>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4A36DC34-EED6-8F49-8473-3802F6C2A3D1}"/>
              </a:ext>
            </a:extLst>
          </p:cNvPr>
          <p:cNvSpPr>
            <a:spLocks noGrp="1"/>
          </p:cNvSpPr>
          <p:nvPr>
            <p:ph type="title" hasCustomPrompt="1"/>
          </p:nvPr>
        </p:nvSpPr>
        <p:spPr>
          <a:xfrm>
            <a:off x="321512" y="1899336"/>
            <a:ext cx="7222792" cy="1344828"/>
          </a:xfrm>
          <a:prstGeom prst="rect">
            <a:avLst/>
          </a:prstGeom>
          <a:noFill/>
        </p:spPr>
        <p:txBody>
          <a:bodyPr lIns="0" tIns="0" rIns="0" bIns="182880" anchor="b" anchorCtr="0"/>
          <a:lstStyle>
            <a:lvl1pPr>
              <a:defRPr sz="3530" strike="noStrike" spc="-36" baseline="0">
                <a:solidFill>
                  <a:schemeClr val="tx2"/>
                </a:solidFill>
              </a:defRPr>
            </a:lvl1pPr>
          </a:lstStyle>
          <a:p>
            <a:r>
              <a:rPr lang="en-US">
                <a:solidFill>
                  <a:schemeClr val="tx1"/>
                </a:solidFill>
              </a:rPr>
              <a:t>Microsoft Security title</a:t>
            </a:r>
            <a:endParaRPr lang="en-US"/>
          </a:p>
        </p:txBody>
      </p:sp>
      <p:sp>
        <p:nvSpPr>
          <p:cNvPr id="14" name="Text Placeholder 10">
            <a:extLst>
              <a:ext uri="{FF2B5EF4-FFF2-40B4-BE49-F238E27FC236}">
                <a16:creationId xmlns:a16="http://schemas.microsoft.com/office/drawing/2014/main" id="{2E500E80-DD0C-EF4F-BB7D-03960A098E1F}"/>
              </a:ext>
            </a:extLst>
          </p:cNvPr>
          <p:cNvSpPr>
            <a:spLocks noGrp="1"/>
          </p:cNvSpPr>
          <p:nvPr>
            <p:ph type="body" sz="quarter" idx="15" hasCustomPrompt="1"/>
          </p:nvPr>
        </p:nvSpPr>
        <p:spPr>
          <a:xfrm>
            <a:off x="331851" y="3262586"/>
            <a:ext cx="7202114" cy="592213"/>
          </a:xfrm>
          <a:prstGeom prst="rect">
            <a:avLst/>
          </a:prstGeom>
        </p:spPr>
        <p:txBody>
          <a:bodyPr/>
          <a:lstStyle>
            <a:lvl1pPr>
              <a:defRPr sz="1324">
                <a:solidFill>
                  <a:srgbClr val="000000"/>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82FAE6D0-0992-4139-9359-5135BCE47E11}"/>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33566654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with blue background">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DD3BB94-DC99-244C-91E3-A9764AF2671E}"/>
              </a:ext>
            </a:extLst>
          </p:cNvPr>
          <p:cNvSpPr>
            <a:spLocks noGrp="1"/>
          </p:cNvSpPr>
          <p:nvPr>
            <p:ph type="title" hasCustomPrompt="1"/>
          </p:nvPr>
        </p:nvSpPr>
        <p:spPr>
          <a:xfrm>
            <a:off x="321512" y="1899336"/>
            <a:ext cx="7222792" cy="1344828"/>
          </a:xfrm>
          <a:prstGeom prst="rect">
            <a:avLst/>
          </a:prstGeom>
          <a:noFill/>
        </p:spPr>
        <p:txBody>
          <a:bodyPr lIns="0" tIns="0" rIns="0" bIns="182880" anchor="b" anchorCtr="0"/>
          <a:lstStyle>
            <a:lvl1pPr>
              <a:defRPr sz="3530" strike="noStrike" spc="-36" baseline="0">
                <a:solidFill>
                  <a:schemeClr val="bg1"/>
                </a:solidFill>
              </a:defRPr>
            </a:lvl1pPr>
          </a:lstStyle>
          <a:p>
            <a:r>
              <a:rPr lang="en-US"/>
              <a:t>Microsoft 365 title</a:t>
            </a:r>
          </a:p>
        </p:txBody>
      </p:sp>
      <p:sp>
        <p:nvSpPr>
          <p:cNvPr id="16" name="Text Placeholder 10">
            <a:extLst>
              <a:ext uri="{FF2B5EF4-FFF2-40B4-BE49-F238E27FC236}">
                <a16:creationId xmlns:a16="http://schemas.microsoft.com/office/drawing/2014/main" id="{63FCEA3C-C822-5A4A-9561-695239EA77C3}"/>
              </a:ext>
            </a:extLst>
          </p:cNvPr>
          <p:cNvSpPr>
            <a:spLocks noGrp="1"/>
          </p:cNvSpPr>
          <p:nvPr>
            <p:ph type="body" sz="quarter" idx="15" hasCustomPrompt="1"/>
          </p:nvPr>
        </p:nvSpPr>
        <p:spPr>
          <a:xfrm>
            <a:off x="331851" y="3262586"/>
            <a:ext cx="7202114" cy="592213"/>
          </a:xfrm>
          <a:prstGeom prst="rect">
            <a:avLst/>
          </a:prstGeom>
        </p:spPr>
        <p:txBody>
          <a:bodyPr/>
          <a:lstStyle>
            <a:lvl1pPr>
              <a:defRPr sz="1324">
                <a:solidFill>
                  <a:schemeClr val="bg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DE984AF9-42B3-4123-927E-CEC8570AFE35}"/>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solidFill>
                <a:schemeClr val="bg1"/>
              </a:solidFill>
            </a:endParaRPr>
          </a:p>
        </p:txBody>
      </p:sp>
    </p:spTree>
    <p:extLst>
      <p:ext uri="{BB962C8B-B14F-4D97-AF65-F5344CB8AC3E}">
        <p14:creationId xmlns:p14="http://schemas.microsoft.com/office/powerpoint/2010/main" val="265972430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graphic 1">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D09A9D1-6212-8B49-96D7-B3E9D17D4BAB}"/>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rgbClr val="000000"/>
                </a:solidFill>
              </a:defRPr>
            </a:lvl1pPr>
          </a:lstStyle>
          <a:p>
            <a:r>
              <a:rPr lang="en-US"/>
              <a:t>Azure presentation</a:t>
            </a:r>
            <a:br>
              <a:rPr lang="en-US"/>
            </a:br>
            <a:r>
              <a:rPr lang="en-US"/>
              <a:t>title or event name</a:t>
            </a:r>
          </a:p>
        </p:txBody>
      </p:sp>
      <p:sp>
        <p:nvSpPr>
          <p:cNvPr id="9" name="Text Placeholder 10">
            <a:extLst>
              <a:ext uri="{FF2B5EF4-FFF2-40B4-BE49-F238E27FC236}">
                <a16:creationId xmlns:a16="http://schemas.microsoft.com/office/drawing/2014/main" id="{0881A9F1-B3A4-0742-8DAD-18EC8A78C522}"/>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rgbClr val="000000"/>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7" name="Footer Placeholder 1">
            <a:extLst>
              <a:ext uri="{FF2B5EF4-FFF2-40B4-BE49-F238E27FC236}">
                <a16:creationId xmlns:a16="http://schemas.microsoft.com/office/drawing/2014/main" id="{1B6BA0D2-3614-405C-8BB6-C5242154BADB}"/>
              </a:ext>
            </a:extLst>
          </p:cNvPr>
          <p:cNvSpPr txBox="1">
            <a:spLocks/>
          </p:cNvSpPr>
          <p:nvPr/>
        </p:nvSpPr>
        <p:spPr>
          <a:xfrm>
            <a:off x="3318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endParaRPr lang="en-US" sz="662" dirty="0"/>
          </a:p>
        </p:txBody>
      </p:sp>
      <p:pic>
        <p:nvPicPr>
          <p:cNvPr id="4" name="Picture 3">
            <a:extLst>
              <a:ext uri="{FF2B5EF4-FFF2-40B4-BE49-F238E27FC236}">
                <a16:creationId xmlns:a16="http://schemas.microsoft.com/office/drawing/2014/main" id="{C4B6689F-D3DF-4DE9-BFA0-0A8E724877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93213" y="0"/>
            <a:ext cx="4480343" cy="5143500"/>
          </a:xfrm>
          <a:prstGeom prst="rect">
            <a:avLst/>
          </a:prstGeom>
        </p:spPr>
      </p:pic>
    </p:spTree>
    <p:extLst>
      <p:ext uri="{BB962C8B-B14F-4D97-AF65-F5344CB8AC3E}">
        <p14:creationId xmlns:p14="http://schemas.microsoft.com/office/powerpoint/2010/main" val="1667616454"/>
      </p:ext>
    </p:extLst>
  </p:cSld>
  <p:clrMapOvr>
    <a:masterClrMapping/>
  </p:clrMapOvr>
  <p:transition>
    <p:fade/>
  </p:transition>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slide with graphic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chemeClr val="tx1"/>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chemeClr val="tx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
        <p:nvSpPr>
          <p:cNvPr id="13" name="Oval 12">
            <a:extLst>
              <a:ext uri="{FF2B5EF4-FFF2-40B4-BE49-F238E27FC236}">
                <a16:creationId xmlns:a16="http://schemas.microsoft.com/office/drawing/2014/main" id="{0C62E602-B038-4AA6-A699-B469CFE1AD96}"/>
              </a:ext>
              <a:ext uri="{C183D7F6-B498-43B3-948B-1728B52AA6E4}">
                <adec:decorative xmlns:adec="http://schemas.microsoft.com/office/drawing/2017/decorative" val="1"/>
              </a:ext>
            </a:extLst>
          </p:cNvPr>
          <p:cNvSpPr/>
          <p:nvPr/>
        </p:nvSpPr>
        <p:spPr bwMode="auto">
          <a:xfrm>
            <a:off x="4787353" y="442062"/>
            <a:ext cx="4253984" cy="4259376"/>
          </a:xfrm>
          <a:prstGeom prst="ellipse">
            <a:avLst/>
          </a:prstGeom>
          <a:noFill/>
          <a:ln w="1905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grpSp>
        <p:nvGrpSpPr>
          <p:cNvPr id="37" name="Group 36">
            <a:extLst>
              <a:ext uri="{FF2B5EF4-FFF2-40B4-BE49-F238E27FC236}">
                <a16:creationId xmlns:a16="http://schemas.microsoft.com/office/drawing/2014/main" id="{695F69F3-6C65-4C67-BE9F-99EE13ECA942}"/>
              </a:ext>
            </a:extLst>
          </p:cNvPr>
          <p:cNvGrpSpPr/>
          <p:nvPr/>
        </p:nvGrpSpPr>
        <p:grpSpPr>
          <a:xfrm>
            <a:off x="4950710" y="644833"/>
            <a:ext cx="3861441" cy="3853835"/>
            <a:chOff x="6600946" y="859776"/>
            <a:chExt cx="5148588" cy="5138447"/>
          </a:xfrm>
        </p:grpSpPr>
        <p:grpSp>
          <p:nvGrpSpPr>
            <p:cNvPr id="38" name="Graphic 1">
              <a:extLst>
                <a:ext uri="{FF2B5EF4-FFF2-40B4-BE49-F238E27FC236}">
                  <a16:creationId xmlns:a16="http://schemas.microsoft.com/office/drawing/2014/main" id="{BC070748-6768-4FC2-A431-E43A99B45D24}"/>
                </a:ext>
              </a:extLst>
            </p:cNvPr>
            <p:cNvGrpSpPr/>
            <p:nvPr/>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48" name="Freeform: Shape 47">
                <a:extLst>
                  <a:ext uri="{FF2B5EF4-FFF2-40B4-BE49-F238E27FC236}">
                    <a16:creationId xmlns:a16="http://schemas.microsoft.com/office/drawing/2014/main" id="{04C016FB-6079-433E-86F5-11870BD5A617}"/>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272" dirty="0"/>
              </a:p>
            </p:txBody>
          </p:sp>
          <p:sp>
            <p:nvSpPr>
              <p:cNvPr id="49" name="Freeform: Shape 48">
                <a:extLst>
                  <a:ext uri="{FF2B5EF4-FFF2-40B4-BE49-F238E27FC236}">
                    <a16:creationId xmlns:a16="http://schemas.microsoft.com/office/drawing/2014/main" id="{54102133-5E8C-4CB3-AC62-D09FC824D203}"/>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272" dirty="0"/>
              </a:p>
            </p:txBody>
          </p:sp>
          <p:sp>
            <p:nvSpPr>
              <p:cNvPr id="50" name="Freeform: Shape 49">
                <a:extLst>
                  <a:ext uri="{FF2B5EF4-FFF2-40B4-BE49-F238E27FC236}">
                    <a16:creationId xmlns:a16="http://schemas.microsoft.com/office/drawing/2014/main" id="{0BCE9930-CFBB-4646-901A-120648FA1B9E}"/>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272" dirty="0"/>
              </a:p>
            </p:txBody>
          </p:sp>
          <p:sp>
            <p:nvSpPr>
              <p:cNvPr id="51" name="Freeform: Shape 50">
                <a:extLst>
                  <a:ext uri="{FF2B5EF4-FFF2-40B4-BE49-F238E27FC236}">
                    <a16:creationId xmlns:a16="http://schemas.microsoft.com/office/drawing/2014/main" id="{8C60FDBA-7C23-4806-88B5-29E31C6583DC}"/>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272" dirty="0"/>
              </a:p>
            </p:txBody>
          </p:sp>
          <p:sp>
            <p:nvSpPr>
              <p:cNvPr id="52" name="Freeform: Shape 51">
                <a:extLst>
                  <a:ext uri="{FF2B5EF4-FFF2-40B4-BE49-F238E27FC236}">
                    <a16:creationId xmlns:a16="http://schemas.microsoft.com/office/drawing/2014/main" id="{7DC83954-308D-4CAC-ADE0-92CE37FA6207}"/>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272" dirty="0"/>
              </a:p>
            </p:txBody>
          </p:sp>
          <p:sp>
            <p:nvSpPr>
              <p:cNvPr id="53" name="Freeform: Shape 52">
                <a:extLst>
                  <a:ext uri="{FF2B5EF4-FFF2-40B4-BE49-F238E27FC236}">
                    <a16:creationId xmlns:a16="http://schemas.microsoft.com/office/drawing/2014/main" id="{85339DC7-664E-4BEF-85FE-D1109A719B7E}"/>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272" dirty="0"/>
              </a:p>
            </p:txBody>
          </p:sp>
          <p:sp>
            <p:nvSpPr>
              <p:cNvPr id="54" name="Freeform: Shape 53">
                <a:extLst>
                  <a:ext uri="{FF2B5EF4-FFF2-40B4-BE49-F238E27FC236}">
                    <a16:creationId xmlns:a16="http://schemas.microsoft.com/office/drawing/2014/main" id="{DED6E3EF-BEB2-400D-A55F-8F548AA8A3C2}"/>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272" dirty="0"/>
              </a:p>
            </p:txBody>
          </p:sp>
          <p:sp>
            <p:nvSpPr>
              <p:cNvPr id="55" name="Freeform: Shape 54">
                <a:extLst>
                  <a:ext uri="{FF2B5EF4-FFF2-40B4-BE49-F238E27FC236}">
                    <a16:creationId xmlns:a16="http://schemas.microsoft.com/office/drawing/2014/main" id="{4056E671-564E-4828-B12C-3873C15097FD}"/>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272" dirty="0"/>
              </a:p>
            </p:txBody>
          </p:sp>
          <p:sp>
            <p:nvSpPr>
              <p:cNvPr id="56" name="Freeform: Shape 55">
                <a:extLst>
                  <a:ext uri="{FF2B5EF4-FFF2-40B4-BE49-F238E27FC236}">
                    <a16:creationId xmlns:a16="http://schemas.microsoft.com/office/drawing/2014/main" id="{CE2375AC-EE5D-462B-8769-A875F92C6D3F}"/>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272" dirty="0"/>
              </a:p>
            </p:txBody>
          </p:sp>
          <p:sp>
            <p:nvSpPr>
              <p:cNvPr id="57" name="Freeform: Shape 56">
                <a:extLst>
                  <a:ext uri="{FF2B5EF4-FFF2-40B4-BE49-F238E27FC236}">
                    <a16:creationId xmlns:a16="http://schemas.microsoft.com/office/drawing/2014/main" id="{5543C42A-4AA4-4EE3-9D6A-20D705974B93}"/>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272" dirty="0"/>
              </a:p>
            </p:txBody>
          </p:sp>
          <p:sp>
            <p:nvSpPr>
              <p:cNvPr id="58" name="Freeform: Shape 57">
                <a:extLst>
                  <a:ext uri="{FF2B5EF4-FFF2-40B4-BE49-F238E27FC236}">
                    <a16:creationId xmlns:a16="http://schemas.microsoft.com/office/drawing/2014/main" id="{5A06D381-5E3A-45E2-943A-D8A9CD6DDB02}"/>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272" dirty="0"/>
              </a:p>
            </p:txBody>
          </p:sp>
          <p:sp>
            <p:nvSpPr>
              <p:cNvPr id="59" name="Freeform: Shape 58">
                <a:extLst>
                  <a:ext uri="{FF2B5EF4-FFF2-40B4-BE49-F238E27FC236}">
                    <a16:creationId xmlns:a16="http://schemas.microsoft.com/office/drawing/2014/main" id="{6A50715D-06C2-4A50-B805-7C779755D7AD}"/>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272" dirty="0"/>
              </a:p>
            </p:txBody>
          </p:sp>
          <p:sp>
            <p:nvSpPr>
              <p:cNvPr id="60" name="Freeform: Shape 59">
                <a:extLst>
                  <a:ext uri="{FF2B5EF4-FFF2-40B4-BE49-F238E27FC236}">
                    <a16:creationId xmlns:a16="http://schemas.microsoft.com/office/drawing/2014/main" id="{76CB3FBA-91B0-4DCE-AC92-F9A18FF4D65A}"/>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272" dirty="0"/>
              </a:p>
            </p:txBody>
          </p:sp>
          <p:sp>
            <p:nvSpPr>
              <p:cNvPr id="61" name="Freeform: Shape 60">
                <a:extLst>
                  <a:ext uri="{FF2B5EF4-FFF2-40B4-BE49-F238E27FC236}">
                    <a16:creationId xmlns:a16="http://schemas.microsoft.com/office/drawing/2014/main" id="{22045ED4-534F-4B15-8795-D2C7547978FE}"/>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272" dirty="0"/>
              </a:p>
            </p:txBody>
          </p:sp>
          <p:sp>
            <p:nvSpPr>
              <p:cNvPr id="62" name="Freeform: Shape 61">
                <a:extLst>
                  <a:ext uri="{FF2B5EF4-FFF2-40B4-BE49-F238E27FC236}">
                    <a16:creationId xmlns:a16="http://schemas.microsoft.com/office/drawing/2014/main" id="{FEE68F87-0B6B-4885-866B-61423AE3724E}"/>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272" dirty="0"/>
              </a:p>
            </p:txBody>
          </p:sp>
          <p:sp>
            <p:nvSpPr>
              <p:cNvPr id="63" name="Freeform: Shape 62">
                <a:extLst>
                  <a:ext uri="{FF2B5EF4-FFF2-40B4-BE49-F238E27FC236}">
                    <a16:creationId xmlns:a16="http://schemas.microsoft.com/office/drawing/2014/main" id="{E99B4F58-0E6C-41DE-99A2-C3FCE7F11DB0}"/>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272" dirty="0"/>
              </a:p>
            </p:txBody>
          </p:sp>
          <p:sp>
            <p:nvSpPr>
              <p:cNvPr id="64" name="Freeform: Shape 63">
                <a:extLst>
                  <a:ext uri="{FF2B5EF4-FFF2-40B4-BE49-F238E27FC236}">
                    <a16:creationId xmlns:a16="http://schemas.microsoft.com/office/drawing/2014/main" id="{98213603-4044-4EDC-B3E0-CE20E3EE9BC2}"/>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272" dirty="0"/>
              </a:p>
            </p:txBody>
          </p:sp>
          <p:sp>
            <p:nvSpPr>
              <p:cNvPr id="65" name="Freeform: Shape 64">
                <a:extLst>
                  <a:ext uri="{FF2B5EF4-FFF2-40B4-BE49-F238E27FC236}">
                    <a16:creationId xmlns:a16="http://schemas.microsoft.com/office/drawing/2014/main" id="{DB035EF0-F3DA-4581-9198-447F52894F88}"/>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272" dirty="0"/>
              </a:p>
            </p:txBody>
          </p:sp>
          <p:sp>
            <p:nvSpPr>
              <p:cNvPr id="66" name="Freeform: Shape 65">
                <a:extLst>
                  <a:ext uri="{FF2B5EF4-FFF2-40B4-BE49-F238E27FC236}">
                    <a16:creationId xmlns:a16="http://schemas.microsoft.com/office/drawing/2014/main" id="{41AE2AF0-7DD9-443B-8718-D31F62D3CF64}"/>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272" dirty="0"/>
              </a:p>
            </p:txBody>
          </p:sp>
          <p:sp>
            <p:nvSpPr>
              <p:cNvPr id="67" name="Freeform: Shape 66">
                <a:extLst>
                  <a:ext uri="{FF2B5EF4-FFF2-40B4-BE49-F238E27FC236}">
                    <a16:creationId xmlns:a16="http://schemas.microsoft.com/office/drawing/2014/main" id="{1CB79995-5784-46B8-8607-92B5827FD726}"/>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272" dirty="0"/>
              </a:p>
            </p:txBody>
          </p:sp>
          <p:sp>
            <p:nvSpPr>
              <p:cNvPr id="68" name="Freeform: Shape 67">
                <a:extLst>
                  <a:ext uri="{FF2B5EF4-FFF2-40B4-BE49-F238E27FC236}">
                    <a16:creationId xmlns:a16="http://schemas.microsoft.com/office/drawing/2014/main" id="{C2CD6B3F-A5CA-4C9E-A462-6CF2EE2A5719}"/>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272" dirty="0"/>
              </a:p>
            </p:txBody>
          </p:sp>
          <p:sp>
            <p:nvSpPr>
              <p:cNvPr id="69" name="Freeform: Shape 68">
                <a:extLst>
                  <a:ext uri="{FF2B5EF4-FFF2-40B4-BE49-F238E27FC236}">
                    <a16:creationId xmlns:a16="http://schemas.microsoft.com/office/drawing/2014/main" id="{078CAE18-6328-4577-A1E2-68D4E723AA5D}"/>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272" dirty="0"/>
              </a:p>
            </p:txBody>
          </p:sp>
          <p:sp>
            <p:nvSpPr>
              <p:cNvPr id="70" name="Freeform: Shape 69">
                <a:extLst>
                  <a:ext uri="{FF2B5EF4-FFF2-40B4-BE49-F238E27FC236}">
                    <a16:creationId xmlns:a16="http://schemas.microsoft.com/office/drawing/2014/main" id="{EBA2E409-2F87-44E1-BDE0-C3F0C5F0EE68}"/>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272" dirty="0"/>
              </a:p>
            </p:txBody>
          </p:sp>
          <p:sp>
            <p:nvSpPr>
              <p:cNvPr id="71" name="Freeform: Shape 70">
                <a:extLst>
                  <a:ext uri="{FF2B5EF4-FFF2-40B4-BE49-F238E27FC236}">
                    <a16:creationId xmlns:a16="http://schemas.microsoft.com/office/drawing/2014/main" id="{4B3569C1-CDDE-4300-A777-F5A88095235D}"/>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272" dirty="0"/>
              </a:p>
            </p:txBody>
          </p:sp>
        </p:grpSp>
        <p:sp>
          <p:nvSpPr>
            <p:cNvPr id="39" name="Oval 38">
              <a:extLst>
                <a:ext uri="{FF2B5EF4-FFF2-40B4-BE49-F238E27FC236}">
                  <a16:creationId xmlns:a16="http://schemas.microsoft.com/office/drawing/2014/main" id="{9AE111FB-FF99-4626-BF15-A4F33CA3E1B5}"/>
                </a:ext>
              </a:extLst>
            </p:cNvPr>
            <p:cNvSpPr/>
            <p:nvPr userDrawn="1"/>
          </p:nvSpPr>
          <p:spPr bwMode="auto">
            <a:xfrm>
              <a:off x="7282905" y="3548967"/>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0" name="Oval 39">
              <a:extLst>
                <a:ext uri="{FF2B5EF4-FFF2-40B4-BE49-F238E27FC236}">
                  <a16:creationId xmlns:a16="http://schemas.microsoft.com/office/drawing/2014/main" id="{EEBF4D1F-7718-4CBE-B978-16FFCC2E3239}"/>
                </a:ext>
              </a:extLst>
            </p:cNvPr>
            <p:cNvSpPr/>
            <p:nvPr userDrawn="1"/>
          </p:nvSpPr>
          <p:spPr bwMode="auto">
            <a:xfrm>
              <a:off x="10896617" y="2909240"/>
              <a:ext cx="124272" cy="12429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1" name="Oval 40">
              <a:extLst>
                <a:ext uri="{FF2B5EF4-FFF2-40B4-BE49-F238E27FC236}">
                  <a16:creationId xmlns:a16="http://schemas.microsoft.com/office/drawing/2014/main" id="{59426D11-A3B4-4FDE-8641-D925588DAB39}"/>
                </a:ext>
              </a:extLst>
            </p:cNvPr>
            <p:cNvSpPr/>
            <p:nvPr userDrawn="1"/>
          </p:nvSpPr>
          <p:spPr bwMode="auto">
            <a:xfrm>
              <a:off x="9437993" y="5187887"/>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2" name="Oval 41">
              <a:extLst>
                <a:ext uri="{FF2B5EF4-FFF2-40B4-BE49-F238E27FC236}">
                  <a16:creationId xmlns:a16="http://schemas.microsoft.com/office/drawing/2014/main" id="{57EDB010-9BE7-4344-984B-7453B4FF8307}"/>
                </a:ext>
              </a:extLst>
            </p:cNvPr>
            <p:cNvSpPr/>
            <p:nvPr userDrawn="1"/>
          </p:nvSpPr>
          <p:spPr bwMode="auto">
            <a:xfrm>
              <a:off x="9087616" y="1541433"/>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3" name="Oval 42">
              <a:extLst>
                <a:ext uri="{FF2B5EF4-FFF2-40B4-BE49-F238E27FC236}">
                  <a16:creationId xmlns:a16="http://schemas.microsoft.com/office/drawing/2014/main" id="{786CA2CE-9797-4C92-9057-B3C8D9338727}"/>
                </a:ext>
              </a:extLst>
            </p:cNvPr>
            <p:cNvSpPr/>
            <p:nvPr userDrawn="1"/>
          </p:nvSpPr>
          <p:spPr bwMode="auto">
            <a:xfrm>
              <a:off x="9052314" y="3314275"/>
              <a:ext cx="229418" cy="22945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4" name="Oval 43">
              <a:extLst>
                <a:ext uri="{FF2B5EF4-FFF2-40B4-BE49-F238E27FC236}">
                  <a16:creationId xmlns:a16="http://schemas.microsoft.com/office/drawing/2014/main" id="{F9A1662E-1481-432B-8DC4-FF834AA60F57}"/>
                </a:ext>
              </a:extLst>
            </p:cNvPr>
            <p:cNvSpPr/>
            <p:nvPr userDrawn="1"/>
          </p:nvSpPr>
          <p:spPr bwMode="auto">
            <a:xfrm>
              <a:off x="9104887" y="2889394"/>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5" name="Oval 44">
              <a:extLst>
                <a:ext uri="{FF2B5EF4-FFF2-40B4-BE49-F238E27FC236}">
                  <a16:creationId xmlns:a16="http://schemas.microsoft.com/office/drawing/2014/main" id="{715F718A-84C5-42DA-9B9C-64E200753714}"/>
                </a:ext>
              </a:extLst>
            </p:cNvPr>
            <p:cNvSpPr/>
            <p:nvPr userDrawn="1"/>
          </p:nvSpPr>
          <p:spPr bwMode="auto">
            <a:xfrm>
              <a:off x="9104887" y="3844315"/>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6" name="Oval 45">
              <a:extLst>
                <a:ext uri="{FF2B5EF4-FFF2-40B4-BE49-F238E27FC236}">
                  <a16:creationId xmlns:a16="http://schemas.microsoft.com/office/drawing/2014/main" id="{48AC1770-CB0D-4E0F-BBE4-41A23A7256AC}"/>
                </a:ext>
              </a:extLst>
            </p:cNvPr>
            <p:cNvSpPr/>
            <p:nvPr userDrawn="1"/>
          </p:nvSpPr>
          <p:spPr bwMode="auto">
            <a:xfrm rot="16200000">
              <a:off x="8628699"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7" name="Oval 46">
              <a:extLst>
                <a:ext uri="{FF2B5EF4-FFF2-40B4-BE49-F238E27FC236}">
                  <a16:creationId xmlns:a16="http://schemas.microsoft.com/office/drawing/2014/main" id="{4DE4736B-6655-4B31-833F-1C130B67E3D0}"/>
                </a:ext>
              </a:extLst>
            </p:cNvPr>
            <p:cNvSpPr/>
            <p:nvPr userDrawn="1"/>
          </p:nvSpPr>
          <p:spPr bwMode="auto">
            <a:xfrm rot="16200000">
              <a:off x="9583486"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grpSp>
    </p:spTree>
    <p:extLst>
      <p:ext uri="{BB962C8B-B14F-4D97-AF65-F5344CB8AC3E}">
        <p14:creationId xmlns:p14="http://schemas.microsoft.com/office/powerpoint/2010/main" val="731402145"/>
      </p:ext>
    </p:extLst>
  </p:cSld>
  <p:clrMapOvr>
    <a:masterClrMapping/>
  </p:clrMapOvr>
  <p:transition>
    <p:fade/>
  </p:transition>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slide with graphic 3">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chemeClr val="tx1"/>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chemeClr val="tx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
        <p:nvSpPr>
          <p:cNvPr id="72" name="Rectangle 71">
            <a:extLst>
              <a:ext uri="{FF2B5EF4-FFF2-40B4-BE49-F238E27FC236}">
                <a16:creationId xmlns:a16="http://schemas.microsoft.com/office/drawing/2014/main" id="{5E3B1CB1-53A4-41B0-A2BE-8C0CF51F9838}"/>
              </a:ext>
            </a:extLst>
          </p:cNvPr>
          <p:cNvSpPr/>
          <p:nvPr/>
        </p:nvSpPr>
        <p:spPr bwMode="auto">
          <a:xfrm>
            <a:off x="4672381" y="0"/>
            <a:ext cx="4471619" cy="51435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pic>
        <p:nvPicPr>
          <p:cNvPr id="73" name="Picture 72">
            <a:extLst>
              <a:ext uri="{FF2B5EF4-FFF2-40B4-BE49-F238E27FC236}">
                <a16:creationId xmlns:a16="http://schemas.microsoft.com/office/drawing/2014/main" id="{D680D2A1-07E3-478C-BBA8-560737A24311}"/>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4583927" y="0"/>
            <a:ext cx="4560074" cy="5143500"/>
          </a:xfrm>
          <a:prstGeom prst="rect">
            <a:avLst/>
          </a:prstGeom>
        </p:spPr>
      </p:pic>
      <p:grpSp>
        <p:nvGrpSpPr>
          <p:cNvPr id="74" name="Graphic 1">
            <a:extLst>
              <a:ext uri="{FF2B5EF4-FFF2-40B4-BE49-F238E27FC236}">
                <a16:creationId xmlns:a16="http://schemas.microsoft.com/office/drawing/2014/main" id="{4D1B2C3D-109D-46DF-9BA8-640EAF66A03A}"/>
              </a:ext>
            </a:extLst>
          </p:cNvPr>
          <p:cNvGrpSpPr/>
          <p:nvPr/>
        </p:nvGrpSpPr>
        <p:grpSpPr>
          <a:xfrm>
            <a:off x="4950710" y="644833"/>
            <a:ext cx="3861441" cy="3853835"/>
            <a:chOff x="5179859" y="2459480"/>
            <a:chExt cx="2077534" cy="2073148"/>
          </a:xfrm>
          <a:gradFill>
            <a:gsLst>
              <a:gs pos="100000">
                <a:schemeClr val="tx2"/>
              </a:gs>
              <a:gs pos="23000">
                <a:schemeClr val="accent5"/>
              </a:gs>
            </a:gsLst>
            <a:lin ang="10800000" scaled="1"/>
          </a:gradFill>
        </p:grpSpPr>
        <p:sp>
          <p:nvSpPr>
            <p:cNvPr id="75" name="Freeform: Shape 74">
              <a:extLst>
                <a:ext uri="{FF2B5EF4-FFF2-40B4-BE49-F238E27FC236}">
                  <a16:creationId xmlns:a16="http://schemas.microsoft.com/office/drawing/2014/main" id="{4DD6AF04-319F-47B0-AAC8-6520DF9B67CE}"/>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272" dirty="0"/>
            </a:p>
          </p:txBody>
        </p:sp>
        <p:sp>
          <p:nvSpPr>
            <p:cNvPr id="76" name="Freeform: Shape 75">
              <a:extLst>
                <a:ext uri="{FF2B5EF4-FFF2-40B4-BE49-F238E27FC236}">
                  <a16:creationId xmlns:a16="http://schemas.microsoft.com/office/drawing/2014/main" id="{283985E4-C6DA-4D56-A4B2-188AF3D29025}"/>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272" dirty="0"/>
            </a:p>
          </p:txBody>
        </p:sp>
        <p:sp>
          <p:nvSpPr>
            <p:cNvPr id="77" name="Freeform: Shape 76">
              <a:extLst>
                <a:ext uri="{FF2B5EF4-FFF2-40B4-BE49-F238E27FC236}">
                  <a16:creationId xmlns:a16="http://schemas.microsoft.com/office/drawing/2014/main" id="{720519B8-1B86-435B-BE56-B5FAEAD39754}"/>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272" dirty="0"/>
            </a:p>
          </p:txBody>
        </p:sp>
        <p:sp>
          <p:nvSpPr>
            <p:cNvPr id="78" name="Freeform: Shape 77">
              <a:extLst>
                <a:ext uri="{FF2B5EF4-FFF2-40B4-BE49-F238E27FC236}">
                  <a16:creationId xmlns:a16="http://schemas.microsoft.com/office/drawing/2014/main" id="{DF83B222-A47F-44B5-9AB0-6ED40197E618}"/>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272" dirty="0"/>
            </a:p>
          </p:txBody>
        </p:sp>
        <p:sp>
          <p:nvSpPr>
            <p:cNvPr id="79" name="Freeform: Shape 78">
              <a:extLst>
                <a:ext uri="{FF2B5EF4-FFF2-40B4-BE49-F238E27FC236}">
                  <a16:creationId xmlns:a16="http://schemas.microsoft.com/office/drawing/2014/main" id="{589A001D-6C7B-4022-B9DE-F83CEC98FE10}"/>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272" dirty="0"/>
            </a:p>
          </p:txBody>
        </p:sp>
        <p:sp>
          <p:nvSpPr>
            <p:cNvPr id="80" name="Freeform: Shape 79">
              <a:extLst>
                <a:ext uri="{FF2B5EF4-FFF2-40B4-BE49-F238E27FC236}">
                  <a16:creationId xmlns:a16="http://schemas.microsoft.com/office/drawing/2014/main" id="{5DCC5C22-8F39-4F71-91FB-71155D0A374F}"/>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272" dirty="0"/>
            </a:p>
          </p:txBody>
        </p:sp>
        <p:sp>
          <p:nvSpPr>
            <p:cNvPr id="81" name="Freeform: Shape 80">
              <a:extLst>
                <a:ext uri="{FF2B5EF4-FFF2-40B4-BE49-F238E27FC236}">
                  <a16:creationId xmlns:a16="http://schemas.microsoft.com/office/drawing/2014/main" id="{0ABDA59A-625F-451E-BBC5-4F89B8E5CA51}"/>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272" dirty="0"/>
            </a:p>
          </p:txBody>
        </p:sp>
        <p:sp>
          <p:nvSpPr>
            <p:cNvPr id="82" name="Freeform: Shape 81">
              <a:extLst>
                <a:ext uri="{FF2B5EF4-FFF2-40B4-BE49-F238E27FC236}">
                  <a16:creationId xmlns:a16="http://schemas.microsoft.com/office/drawing/2014/main" id="{8FF37886-1883-475A-9E61-5E78DBBEDDAE}"/>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272" dirty="0"/>
            </a:p>
          </p:txBody>
        </p:sp>
        <p:sp>
          <p:nvSpPr>
            <p:cNvPr id="83" name="Freeform: Shape 82">
              <a:extLst>
                <a:ext uri="{FF2B5EF4-FFF2-40B4-BE49-F238E27FC236}">
                  <a16:creationId xmlns:a16="http://schemas.microsoft.com/office/drawing/2014/main" id="{798377FB-665F-4899-86A8-48FF769AC164}"/>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272" dirty="0"/>
            </a:p>
          </p:txBody>
        </p:sp>
        <p:sp>
          <p:nvSpPr>
            <p:cNvPr id="84" name="Freeform: Shape 83">
              <a:extLst>
                <a:ext uri="{FF2B5EF4-FFF2-40B4-BE49-F238E27FC236}">
                  <a16:creationId xmlns:a16="http://schemas.microsoft.com/office/drawing/2014/main" id="{A1B6E554-C7FE-437C-B43A-26461DDBED1D}"/>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272" dirty="0"/>
            </a:p>
          </p:txBody>
        </p:sp>
        <p:sp>
          <p:nvSpPr>
            <p:cNvPr id="85" name="Freeform: Shape 84">
              <a:extLst>
                <a:ext uri="{FF2B5EF4-FFF2-40B4-BE49-F238E27FC236}">
                  <a16:creationId xmlns:a16="http://schemas.microsoft.com/office/drawing/2014/main" id="{6916078A-4E6C-4B1D-8F43-B3F2605CCBBA}"/>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272" dirty="0"/>
            </a:p>
          </p:txBody>
        </p:sp>
        <p:sp>
          <p:nvSpPr>
            <p:cNvPr id="86" name="Freeform: Shape 85">
              <a:extLst>
                <a:ext uri="{FF2B5EF4-FFF2-40B4-BE49-F238E27FC236}">
                  <a16:creationId xmlns:a16="http://schemas.microsoft.com/office/drawing/2014/main" id="{870BEE33-905A-44A9-86EB-CC160AFE1010}"/>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272" dirty="0"/>
            </a:p>
          </p:txBody>
        </p:sp>
        <p:sp>
          <p:nvSpPr>
            <p:cNvPr id="87" name="Freeform: Shape 86">
              <a:extLst>
                <a:ext uri="{FF2B5EF4-FFF2-40B4-BE49-F238E27FC236}">
                  <a16:creationId xmlns:a16="http://schemas.microsoft.com/office/drawing/2014/main" id="{D0FEA133-67C4-462C-B78A-0D3B435D0A56}"/>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272" dirty="0"/>
            </a:p>
          </p:txBody>
        </p:sp>
        <p:sp>
          <p:nvSpPr>
            <p:cNvPr id="88" name="Freeform: Shape 87">
              <a:extLst>
                <a:ext uri="{FF2B5EF4-FFF2-40B4-BE49-F238E27FC236}">
                  <a16:creationId xmlns:a16="http://schemas.microsoft.com/office/drawing/2014/main" id="{0191B600-F65E-475C-99A2-EDC38A117B47}"/>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272" dirty="0"/>
            </a:p>
          </p:txBody>
        </p:sp>
        <p:sp>
          <p:nvSpPr>
            <p:cNvPr id="89" name="Freeform: Shape 88">
              <a:extLst>
                <a:ext uri="{FF2B5EF4-FFF2-40B4-BE49-F238E27FC236}">
                  <a16:creationId xmlns:a16="http://schemas.microsoft.com/office/drawing/2014/main" id="{81D1CB41-4153-4C2B-95A8-8E51D544C2A6}"/>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272" dirty="0"/>
            </a:p>
          </p:txBody>
        </p:sp>
        <p:sp>
          <p:nvSpPr>
            <p:cNvPr id="90" name="Freeform: Shape 89">
              <a:extLst>
                <a:ext uri="{FF2B5EF4-FFF2-40B4-BE49-F238E27FC236}">
                  <a16:creationId xmlns:a16="http://schemas.microsoft.com/office/drawing/2014/main" id="{AD85E53E-76EE-4693-B925-448F1AED55C3}"/>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272" dirty="0"/>
            </a:p>
          </p:txBody>
        </p:sp>
        <p:sp>
          <p:nvSpPr>
            <p:cNvPr id="91" name="Freeform: Shape 90">
              <a:extLst>
                <a:ext uri="{FF2B5EF4-FFF2-40B4-BE49-F238E27FC236}">
                  <a16:creationId xmlns:a16="http://schemas.microsoft.com/office/drawing/2014/main" id="{FBF422B5-FEC5-4A6F-980D-F4DCB2842F2D}"/>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272" dirty="0"/>
            </a:p>
          </p:txBody>
        </p:sp>
        <p:sp>
          <p:nvSpPr>
            <p:cNvPr id="92" name="Freeform: Shape 91">
              <a:extLst>
                <a:ext uri="{FF2B5EF4-FFF2-40B4-BE49-F238E27FC236}">
                  <a16:creationId xmlns:a16="http://schemas.microsoft.com/office/drawing/2014/main" id="{73E90C96-7BF3-4653-8F6B-20B2AEFF9C9A}"/>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272" dirty="0"/>
            </a:p>
          </p:txBody>
        </p:sp>
        <p:sp>
          <p:nvSpPr>
            <p:cNvPr id="93" name="Freeform: Shape 92">
              <a:extLst>
                <a:ext uri="{FF2B5EF4-FFF2-40B4-BE49-F238E27FC236}">
                  <a16:creationId xmlns:a16="http://schemas.microsoft.com/office/drawing/2014/main" id="{10255508-CD31-475F-9938-E6992594AD7F}"/>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272" dirty="0"/>
            </a:p>
          </p:txBody>
        </p:sp>
        <p:sp>
          <p:nvSpPr>
            <p:cNvPr id="94" name="Freeform: Shape 93">
              <a:extLst>
                <a:ext uri="{FF2B5EF4-FFF2-40B4-BE49-F238E27FC236}">
                  <a16:creationId xmlns:a16="http://schemas.microsoft.com/office/drawing/2014/main" id="{6180CF46-AD3A-4882-BF8C-42A4079F05AC}"/>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272" dirty="0"/>
            </a:p>
          </p:txBody>
        </p:sp>
        <p:sp>
          <p:nvSpPr>
            <p:cNvPr id="95" name="Freeform: Shape 94">
              <a:extLst>
                <a:ext uri="{FF2B5EF4-FFF2-40B4-BE49-F238E27FC236}">
                  <a16:creationId xmlns:a16="http://schemas.microsoft.com/office/drawing/2014/main" id="{E32DF239-2F1F-4DEF-84E6-8AA4C60B1814}"/>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272" dirty="0"/>
            </a:p>
          </p:txBody>
        </p:sp>
        <p:sp>
          <p:nvSpPr>
            <p:cNvPr id="96" name="Freeform: Shape 95">
              <a:extLst>
                <a:ext uri="{FF2B5EF4-FFF2-40B4-BE49-F238E27FC236}">
                  <a16:creationId xmlns:a16="http://schemas.microsoft.com/office/drawing/2014/main" id="{1FF529E2-E4DE-4BC2-AD36-9E2F91168396}"/>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272" dirty="0"/>
            </a:p>
          </p:txBody>
        </p:sp>
        <p:sp>
          <p:nvSpPr>
            <p:cNvPr id="97" name="Freeform: Shape 96">
              <a:extLst>
                <a:ext uri="{FF2B5EF4-FFF2-40B4-BE49-F238E27FC236}">
                  <a16:creationId xmlns:a16="http://schemas.microsoft.com/office/drawing/2014/main" id="{EBD42EE8-F67C-4184-AC55-B277B9D45512}"/>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272" dirty="0"/>
            </a:p>
          </p:txBody>
        </p:sp>
        <p:sp>
          <p:nvSpPr>
            <p:cNvPr id="98" name="Freeform: Shape 97">
              <a:extLst>
                <a:ext uri="{FF2B5EF4-FFF2-40B4-BE49-F238E27FC236}">
                  <a16:creationId xmlns:a16="http://schemas.microsoft.com/office/drawing/2014/main" id="{2FCFEDC0-0434-46B3-BDE6-2A548497D148}"/>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272" dirty="0"/>
            </a:p>
          </p:txBody>
        </p:sp>
      </p:grpSp>
    </p:spTree>
    <p:extLst>
      <p:ext uri="{BB962C8B-B14F-4D97-AF65-F5344CB8AC3E}">
        <p14:creationId xmlns:p14="http://schemas.microsoft.com/office/powerpoint/2010/main" val="1398085704"/>
      </p:ext>
    </p:extLst>
  </p:cSld>
  <p:clrMapOvr>
    <a:masterClrMapping/>
  </p:clrMapOvr>
  <p:transition>
    <p:fade/>
  </p:transition>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2" name="Footer Placeholder 1">
            <a:extLst>
              <a:ext uri="{FF2B5EF4-FFF2-40B4-BE49-F238E27FC236}">
                <a16:creationId xmlns:a16="http://schemas.microsoft.com/office/drawing/2014/main" id="{B852478B-55EF-4189-A468-2CD5FFD82747}"/>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4033028023"/>
      </p:ext>
    </p:extLst>
  </p:cSld>
  <p:clrMapOvr>
    <a:masterClrMapping/>
  </p:clrMapOvr>
  <p:transition>
    <p:fade/>
  </p:transition>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and sub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313982" y="330371"/>
            <a:ext cx="8505951" cy="482130"/>
          </a:xfrm>
        </p:spPr>
        <p:txBody>
          <a:bodyPr/>
          <a:lstStyle/>
          <a:p>
            <a:r>
              <a:rPr lang="en-US"/>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324067" y="812501"/>
            <a:ext cx="8505951" cy="318677"/>
          </a:xfrm>
        </p:spPr>
        <p:txBody>
          <a:bodyPr tIns="45720" rIns="0" bIns="45720"/>
          <a:lstStyle>
            <a:lvl1pPr>
              <a:defRPr sz="1471">
                <a:solidFill>
                  <a:schemeClr val="tx1"/>
                </a:solidFill>
              </a:defRPr>
            </a:lvl1pPr>
          </a:lstStyle>
          <a:p>
            <a:r>
              <a:rPr lang="en-US"/>
              <a:t>Subheading Segoe UI </a:t>
            </a:r>
            <a:r>
              <a:rPr lang="en-US" err="1"/>
              <a:t>Semibold</a:t>
            </a:r>
            <a:r>
              <a:rPr lang="en-US"/>
              <a:t> 20 </a:t>
            </a:r>
            <a:r>
              <a:rPr lang="en-US" err="1"/>
              <a:t>pt</a:t>
            </a:r>
            <a:endParaRPr lang="en-US"/>
          </a:p>
        </p:txBody>
      </p:sp>
      <p:sp>
        <p:nvSpPr>
          <p:cNvPr id="2" name="Footer Placeholder 1">
            <a:extLst>
              <a:ext uri="{FF2B5EF4-FFF2-40B4-BE49-F238E27FC236}">
                <a16:creationId xmlns:a16="http://schemas.microsoft.com/office/drawing/2014/main" id="{64899B17-8D01-4107-A0A6-0451351ABAED}"/>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578075435"/>
      </p:ext>
    </p:extLst>
  </p:cSld>
  <p:clrMapOvr>
    <a:masterClrMapping/>
  </p:clrMapOvr>
  <p:transition>
    <p:fade/>
  </p:transition>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Text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4326" y="1092673"/>
            <a:ext cx="8505608" cy="1538883"/>
          </a:xfrm>
        </p:spPr>
        <p:txBody>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F415B60E-29D3-45EF-9FD0-D9924E0B78BB}"/>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346304695"/>
      </p:ext>
    </p:extLst>
  </p:cSld>
  <p:clrMapOvr>
    <a:masterClrMapping/>
  </p:clrMapOvr>
  <p:transition>
    <p:fade/>
  </p:transition>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ext Layout with footno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4326" y="1092673"/>
            <a:ext cx="8505608" cy="1538883"/>
          </a:xfrm>
        </p:spPr>
        <p:txBody>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F5777EA2-9454-422E-AEC3-45CEC596AEB8}"/>
              </a:ext>
            </a:extLst>
          </p:cNvPr>
          <p:cNvSpPr/>
          <p:nvPr/>
        </p:nvSpPr>
        <p:spPr bwMode="auto">
          <a:xfrm>
            <a:off x="0" y="4252913"/>
            <a:ext cx="9144000" cy="56021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764357BA-0098-4BE6-A38B-76E4D9E64E6E}"/>
              </a:ext>
            </a:extLst>
          </p:cNvPr>
          <p:cNvSpPr>
            <a:spLocks noGrp="1"/>
          </p:cNvSpPr>
          <p:nvPr>
            <p:ph type="body" sz="quarter" idx="11"/>
          </p:nvPr>
        </p:nvSpPr>
        <p:spPr>
          <a:xfrm>
            <a:off x="313982" y="4327516"/>
            <a:ext cx="8505951" cy="411010"/>
          </a:xfrm>
        </p:spPr>
        <p:txBody>
          <a:bodyPr anchor="ctr"/>
          <a:lstStyle>
            <a:lvl1pPr>
              <a:defRPr sz="1471"/>
            </a:lvl1pPr>
          </a:lstStyle>
          <a:p>
            <a:pPr lvl="0"/>
            <a:r>
              <a:rPr lang="en-US"/>
              <a:t>Click to edit Master text styles</a:t>
            </a:r>
          </a:p>
        </p:txBody>
      </p:sp>
      <p:sp>
        <p:nvSpPr>
          <p:cNvPr id="4" name="Footer Placeholder 1">
            <a:extLst>
              <a:ext uri="{FF2B5EF4-FFF2-40B4-BE49-F238E27FC236}">
                <a16:creationId xmlns:a16="http://schemas.microsoft.com/office/drawing/2014/main" id="{BBE90075-187C-4F60-81BA-E239B43D9044}"/>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617254740"/>
      </p:ext>
    </p:extLst>
  </p:cSld>
  <p:clrMapOvr>
    <a:masterClrMapping/>
  </p:clrMapOvr>
  <p:transition>
    <p:fade/>
  </p:transition>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31101" y="1092672"/>
            <a:ext cx="4157839" cy="2822103"/>
          </a:xfrm>
          <a:solidFill>
            <a:schemeClr val="bg1">
              <a:lumMod val="95000"/>
            </a:schemeClr>
          </a:solidFill>
        </p:spPr>
        <p:txBody>
          <a:bodyPr lIns="137160">
            <a:noAutofit/>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1884D379-CA81-40D3-9E78-E89E7861D50F}"/>
              </a:ext>
            </a:extLst>
          </p:cNvPr>
          <p:cNvSpPr>
            <a:spLocks noGrp="1"/>
          </p:cNvSpPr>
          <p:nvPr>
            <p:ph sz="quarter" idx="11"/>
          </p:nvPr>
        </p:nvSpPr>
        <p:spPr>
          <a:xfrm>
            <a:off x="4672012" y="1092672"/>
            <a:ext cx="4157663" cy="2822103"/>
          </a:xfrm>
          <a:solidFill>
            <a:schemeClr val="bg1">
              <a:lumMod val="95000"/>
            </a:schemeClr>
          </a:solidFill>
        </p:spPr>
        <p:txBody>
          <a:bodyPr lIns="137160">
            <a:noAutofit/>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1EECB910-8937-4CC4-AEC5-2DD554C2D636}"/>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058329509"/>
      </p:ext>
    </p:extLst>
  </p:cSld>
  <p:clrMapOvr>
    <a:masterClrMapping/>
  </p:clrMapOvr>
  <p:transition>
    <p:fade/>
  </p:transition>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Bulleted Text Layout_two columns_half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313982" y="330371"/>
            <a:ext cx="8505951" cy="510147"/>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3982" y="1092673"/>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p:nvCxnSpPr>
        <p:spPr>
          <a:xfrm>
            <a:off x="4566958" y="1208438"/>
            <a:ext cx="0" cy="1690935"/>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773713" y="1092673"/>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7516BD94-AE1C-455F-8D7D-7082BB27F029}"/>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569147326"/>
      </p:ext>
    </p:extLst>
  </p:cSld>
  <p:clrMapOvr>
    <a:masterClrMapping/>
  </p:clrMapOvr>
  <p:transition>
    <p:fade/>
  </p:transition>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_Bulleted Text Layout_two columns_full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313982" y="330371"/>
            <a:ext cx="8505951" cy="510147"/>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3982" y="1092674"/>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p:nvCxnSpPr>
        <p:spPr>
          <a:xfrm>
            <a:off x="4566957" y="1208438"/>
            <a:ext cx="0" cy="342241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773713" y="1092674"/>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87A06669-B2CF-43F2-99B5-001A005A3AA1}"/>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354161160"/>
      </p:ext>
    </p:extLst>
  </p:cSld>
  <p:clrMapOvr>
    <a:masterClrMapping/>
  </p:clrMapOvr>
  <p:transition>
    <p:fade/>
  </p:transition>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Bulleted 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31101" y="1092672"/>
            <a:ext cx="4157839" cy="1314206"/>
          </a:xfrm>
          <a:solidFill>
            <a:schemeClr val="bg1">
              <a:lumMod val="95000"/>
            </a:schemeClr>
          </a:solidFill>
        </p:spPr>
        <p:txBody>
          <a:bodyPr lIns="137160" rIns="137160"/>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672013" y="1092672"/>
            <a:ext cx="4148683" cy="1314206"/>
          </a:xfrm>
          <a:solidFill>
            <a:schemeClr val="bg1">
              <a:lumMod val="95000"/>
            </a:schemeClr>
          </a:solidFill>
        </p:spPr>
        <p:txBody>
          <a:bodyPr lIns="137160" rIns="137160"/>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Footer Placeholder 1">
            <a:extLst>
              <a:ext uri="{FF2B5EF4-FFF2-40B4-BE49-F238E27FC236}">
                <a16:creationId xmlns:a16="http://schemas.microsoft.com/office/drawing/2014/main" id="{FD7644AB-9D01-4585-9388-8EB76A4E16D3}"/>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534291968"/>
      </p:ext>
    </p:extLst>
  </p:cSld>
  <p:clrMapOvr>
    <a:masterClrMapping/>
  </p:clrMapOvr>
  <p:transition>
    <p:fade/>
  </p:transition>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genda 3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3 rows</a:t>
            </a:r>
          </a:p>
        </p:txBody>
      </p:sp>
      <p:sp>
        <p:nvSpPr>
          <p:cNvPr id="5" name="Text Placeholder 4"/>
          <p:cNvSpPr>
            <a:spLocks noGrp="1"/>
          </p:cNvSpPr>
          <p:nvPr>
            <p:ph type="body" sz="quarter" idx="11" hasCustomPrompt="1"/>
          </p:nvPr>
        </p:nvSpPr>
        <p:spPr>
          <a:xfrm>
            <a:off x="3058716" y="1019176"/>
            <a:ext cx="5771303" cy="918325"/>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2112589"/>
            <a:ext cx="5771303" cy="918325"/>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5" name="Text Placeholder 4">
            <a:extLst>
              <a:ext uri="{FF2B5EF4-FFF2-40B4-BE49-F238E27FC236}">
                <a16:creationId xmlns:a16="http://schemas.microsoft.com/office/drawing/2014/main" id="{17004B21-C7C1-4F96-8432-F7255C26DB8E}"/>
              </a:ext>
            </a:extLst>
          </p:cNvPr>
          <p:cNvSpPr>
            <a:spLocks noGrp="1"/>
          </p:cNvSpPr>
          <p:nvPr>
            <p:ph type="body" sz="quarter" idx="20" hasCustomPrompt="1"/>
          </p:nvPr>
        </p:nvSpPr>
        <p:spPr>
          <a:xfrm>
            <a:off x="3058716" y="3206001"/>
            <a:ext cx="5771303" cy="918325"/>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D3BC550B-9B11-4380-8D6F-F4741FB779EC}"/>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63520419"/>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4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4 rows</a:t>
            </a:r>
          </a:p>
        </p:txBody>
      </p:sp>
      <p:sp>
        <p:nvSpPr>
          <p:cNvPr id="5" name="Text Placeholder 4"/>
          <p:cNvSpPr>
            <a:spLocks noGrp="1"/>
          </p:cNvSpPr>
          <p:nvPr>
            <p:ph type="body" sz="quarter" idx="11" hasCustomPrompt="1"/>
          </p:nvPr>
        </p:nvSpPr>
        <p:spPr>
          <a:xfrm>
            <a:off x="3058716" y="739278"/>
            <a:ext cx="5771303"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1754559"/>
            <a:ext cx="5771303"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3058716" y="2769838"/>
            <a:ext cx="5771303"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3058716" y="3785118"/>
            <a:ext cx="5771303"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1FA6548C-890C-4150-B5BD-A8AF55A82E70}"/>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048409689"/>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genda 6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6 rows</a:t>
            </a:r>
          </a:p>
        </p:txBody>
      </p:sp>
      <p:sp>
        <p:nvSpPr>
          <p:cNvPr id="5" name="Text Placeholder 4"/>
          <p:cNvSpPr>
            <a:spLocks noGrp="1"/>
          </p:cNvSpPr>
          <p:nvPr>
            <p:ph type="body" sz="quarter" idx="11" hasCustomPrompt="1"/>
          </p:nvPr>
        </p:nvSpPr>
        <p:spPr>
          <a:xfrm>
            <a:off x="3058716" y="518344"/>
            <a:ext cx="5771303" cy="616984"/>
          </a:xfrm>
        </p:spPr>
        <p:txBody>
          <a:bodyPr vert="horz" wrap="square" lIns="0" tIns="0" rIns="0" bIns="0" rtlCol="0" anchor="ctr">
            <a:noAutofit/>
          </a:bodyPr>
          <a:lstStyle>
            <a:lvl2pPr>
              <a:defRPr lang="en-US" sz="1324" b="0" dirty="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1214950"/>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3058716" y="1911556"/>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8" name="Text Placeholder 4"/>
          <p:cNvSpPr>
            <a:spLocks noGrp="1"/>
          </p:cNvSpPr>
          <p:nvPr>
            <p:ph type="body" sz="quarter" idx="19" hasCustomPrompt="1"/>
          </p:nvPr>
        </p:nvSpPr>
        <p:spPr>
          <a:xfrm>
            <a:off x="3058716" y="2608162"/>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3058716" y="3304768"/>
            <a:ext cx="5771303" cy="61698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058716" y="4001376"/>
            <a:ext cx="5771303" cy="61698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3CE3F527-08C7-43D0-8032-F2A71F76D6A3}"/>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579685322"/>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Agenda 8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3058717" y="349761"/>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4" name="Text Placeholder 4"/>
          <p:cNvSpPr>
            <a:spLocks noGrp="1"/>
          </p:cNvSpPr>
          <p:nvPr>
            <p:ph type="body" sz="quarter" idx="15" hasCustomPrompt="1"/>
          </p:nvPr>
        </p:nvSpPr>
        <p:spPr>
          <a:xfrm>
            <a:off x="3058717" y="912198"/>
            <a:ext cx="5771302" cy="506917"/>
          </a:xfrm>
        </p:spPr>
        <p:txBody>
          <a:bodyPr vert="horz" wrap="square" lIns="0" tIns="0" rIns="0" bIns="0" rtlCol="0" anchor="ctr">
            <a:noAutofit/>
          </a:bodyPr>
          <a:lstStyle>
            <a:lvl2pPr>
              <a:defRPr lang="en-US" sz="1177" b="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6" name="Text Placeholder 4"/>
          <p:cNvSpPr>
            <a:spLocks noGrp="1"/>
          </p:cNvSpPr>
          <p:nvPr>
            <p:ph type="body" sz="quarter" idx="17" hasCustomPrompt="1"/>
          </p:nvPr>
        </p:nvSpPr>
        <p:spPr>
          <a:xfrm>
            <a:off x="3058717" y="1474635"/>
            <a:ext cx="5771302" cy="506917"/>
          </a:xfrm>
        </p:spPr>
        <p:txBody>
          <a:bodyPr vert="horz" wrap="square" lIns="0" tIns="0" rIns="0" bIns="0" rtlCol="0" anchor="ctr">
            <a:noAutofit/>
          </a:bodyPr>
          <a:lstStyle>
            <a:lvl2pPr>
              <a:defRPr lang="en-US" sz="1177" b="0" dirty="0" smtClean="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8" name="Text Placeholder 4"/>
          <p:cNvSpPr>
            <a:spLocks noGrp="1"/>
          </p:cNvSpPr>
          <p:nvPr>
            <p:ph type="body" sz="quarter" idx="19" hasCustomPrompt="1"/>
          </p:nvPr>
        </p:nvSpPr>
        <p:spPr>
          <a:xfrm>
            <a:off x="3058717" y="2037072"/>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20" name="Text Placeholder 4"/>
          <p:cNvSpPr>
            <a:spLocks noGrp="1"/>
          </p:cNvSpPr>
          <p:nvPr>
            <p:ph type="body" sz="quarter" idx="21" hasCustomPrompt="1"/>
          </p:nvPr>
        </p:nvSpPr>
        <p:spPr>
          <a:xfrm>
            <a:off x="3058717" y="2599509"/>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058717" y="3161946"/>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3058717" y="3724383"/>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1" name="Text Placeholder 4">
            <a:extLst>
              <a:ext uri="{FF2B5EF4-FFF2-40B4-BE49-F238E27FC236}">
                <a16:creationId xmlns:a16="http://schemas.microsoft.com/office/drawing/2014/main" id="{BBE4C696-54C0-4167-89B1-D1FE9690F330}"/>
              </a:ext>
            </a:extLst>
          </p:cNvPr>
          <p:cNvSpPr>
            <a:spLocks noGrp="1"/>
          </p:cNvSpPr>
          <p:nvPr>
            <p:ph type="body" sz="quarter" idx="24" hasCustomPrompt="1"/>
          </p:nvPr>
        </p:nvSpPr>
        <p:spPr>
          <a:xfrm>
            <a:off x="3058717" y="4286823"/>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4" name="Footer Placeholder 1">
            <a:extLst>
              <a:ext uri="{FF2B5EF4-FFF2-40B4-BE49-F238E27FC236}">
                <a16:creationId xmlns:a16="http://schemas.microsoft.com/office/drawing/2014/main" id="{FCBBA077-FCDA-4F62-B502-F11F61DDA34D}"/>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374845748"/>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Agenda 2 column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1" y="0"/>
            <a:ext cx="1783556"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rIns="0"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2714625" y="349761"/>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4" name="Text Placeholder 4"/>
          <p:cNvSpPr>
            <a:spLocks noGrp="1"/>
          </p:cNvSpPr>
          <p:nvPr>
            <p:ph type="body" sz="quarter" idx="15" hasCustomPrompt="1"/>
          </p:nvPr>
        </p:nvSpPr>
        <p:spPr>
          <a:xfrm>
            <a:off x="2714625" y="981459"/>
            <a:ext cx="2497931" cy="506917"/>
          </a:xfrm>
        </p:spPr>
        <p:txBody>
          <a:bodyPr vert="horz" wrap="square" lIns="0" tIns="0" rIns="0" bIns="0" rtlCol="0" anchor="ctr">
            <a:noAutofit/>
          </a:bodyPr>
          <a:lstStyle>
            <a:lvl2pPr>
              <a:defRPr lang="en-US" sz="1030" b="0"/>
            </a:lvl2pPr>
          </a:lstStyle>
          <a:p>
            <a:pPr lvl="1">
              <a:buFont typeface="Arial" panose="020B0604020202020204" pitchFamily="34" charset="0"/>
            </a:pPr>
            <a:r>
              <a:rPr lang="en-US"/>
              <a:t>Body copy Segoe UI Regular 14/18. The quick brown fox jumps over the lazy dog. </a:t>
            </a:r>
          </a:p>
        </p:txBody>
      </p:sp>
      <p:sp>
        <p:nvSpPr>
          <p:cNvPr id="16" name="Text Placeholder 4"/>
          <p:cNvSpPr>
            <a:spLocks noGrp="1"/>
          </p:cNvSpPr>
          <p:nvPr>
            <p:ph type="body" sz="quarter" idx="17" hasCustomPrompt="1"/>
          </p:nvPr>
        </p:nvSpPr>
        <p:spPr>
          <a:xfrm>
            <a:off x="2714625" y="1613157"/>
            <a:ext cx="2497931" cy="506917"/>
          </a:xfrm>
        </p:spPr>
        <p:txBody>
          <a:bodyPr vert="horz" wrap="square" lIns="0" tIns="0" rIns="0" bIns="0" rtlCol="0" anchor="ctr">
            <a:noAutofit/>
          </a:bodyPr>
          <a:lstStyle>
            <a:lvl2pPr>
              <a:defRPr lang="en-US" sz="1030" b="0" dirty="0" smtClean="0"/>
            </a:lvl2pPr>
          </a:lstStyle>
          <a:p>
            <a:pPr lvl="1">
              <a:buFont typeface="Arial" panose="020B0604020202020204" pitchFamily="34" charset="0"/>
            </a:pPr>
            <a:r>
              <a:rPr lang="en-US"/>
              <a:t>Body copy Segoe UI Regular 14/18. The quick brown fox jumps over the lazy dog. </a:t>
            </a:r>
          </a:p>
        </p:txBody>
      </p:sp>
      <p:sp>
        <p:nvSpPr>
          <p:cNvPr id="18" name="Text Placeholder 4"/>
          <p:cNvSpPr>
            <a:spLocks noGrp="1"/>
          </p:cNvSpPr>
          <p:nvPr>
            <p:ph type="body" sz="quarter" idx="19" hasCustomPrompt="1"/>
          </p:nvPr>
        </p:nvSpPr>
        <p:spPr>
          <a:xfrm>
            <a:off x="2714625" y="2244855"/>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20" name="Text Placeholder 4"/>
          <p:cNvSpPr>
            <a:spLocks noGrp="1"/>
          </p:cNvSpPr>
          <p:nvPr>
            <p:ph type="body" sz="quarter" idx="21" hasCustomPrompt="1"/>
          </p:nvPr>
        </p:nvSpPr>
        <p:spPr>
          <a:xfrm>
            <a:off x="2714625" y="2876554"/>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2714625" y="3508251"/>
            <a:ext cx="2497931"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2714625" y="4139948"/>
            <a:ext cx="2497931"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12" name="Text Placeholder 4">
            <a:extLst>
              <a:ext uri="{FF2B5EF4-FFF2-40B4-BE49-F238E27FC236}">
                <a16:creationId xmlns:a16="http://schemas.microsoft.com/office/drawing/2014/main" id="{B26AB1BC-D652-40F2-83A2-06F6897248D2}"/>
              </a:ext>
            </a:extLst>
          </p:cNvPr>
          <p:cNvSpPr>
            <a:spLocks noGrp="1"/>
          </p:cNvSpPr>
          <p:nvPr>
            <p:ph type="body" sz="quarter" idx="24" hasCustomPrompt="1"/>
          </p:nvPr>
        </p:nvSpPr>
        <p:spPr>
          <a:xfrm>
            <a:off x="6248401" y="349761"/>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3" name="Text Placeholder 4">
            <a:extLst>
              <a:ext uri="{FF2B5EF4-FFF2-40B4-BE49-F238E27FC236}">
                <a16:creationId xmlns:a16="http://schemas.microsoft.com/office/drawing/2014/main" id="{B7BCA0EE-6780-4007-A1E7-E2C766ADB6AC}"/>
              </a:ext>
            </a:extLst>
          </p:cNvPr>
          <p:cNvSpPr>
            <a:spLocks noGrp="1"/>
          </p:cNvSpPr>
          <p:nvPr>
            <p:ph type="body" sz="quarter" idx="25" hasCustomPrompt="1"/>
          </p:nvPr>
        </p:nvSpPr>
        <p:spPr>
          <a:xfrm>
            <a:off x="6248401" y="981459"/>
            <a:ext cx="2581618" cy="506917"/>
          </a:xfrm>
        </p:spPr>
        <p:txBody>
          <a:bodyPr vert="horz" wrap="square" lIns="0" tIns="0" rIns="0" bIns="0" rtlCol="0" anchor="ctr">
            <a:noAutofit/>
          </a:bodyPr>
          <a:lstStyle>
            <a:lvl2pPr>
              <a:defRPr lang="en-US" sz="1030" b="0"/>
            </a:lvl2pPr>
          </a:lstStyle>
          <a:p>
            <a:pPr lvl="1">
              <a:buFont typeface="Arial" panose="020B0604020202020204" pitchFamily="34" charset="0"/>
            </a:pPr>
            <a:r>
              <a:rPr lang="en-US"/>
              <a:t>Body copy Segoe UI Regular 14/18. The quick brown fox jumps over the lazy dog. </a:t>
            </a:r>
          </a:p>
        </p:txBody>
      </p:sp>
      <p:sp>
        <p:nvSpPr>
          <p:cNvPr id="15" name="Text Placeholder 4">
            <a:extLst>
              <a:ext uri="{FF2B5EF4-FFF2-40B4-BE49-F238E27FC236}">
                <a16:creationId xmlns:a16="http://schemas.microsoft.com/office/drawing/2014/main" id="{42F7FEE8-0C97-4A8D-B62A-F9127046CA49}"/>
              </a:ext>
            </a:extLst>
          </p:cNvPr>
          <p:cNvSpPr>
            <a:spLocks noGrp="1"/>
          </p:cNvSpPr>
          <p:nvPr>
            <p:ph type="body" sz="quarter" idx="26" hasCustomPrompt="1"/>
          </p:nvPr>
        </p:nvSpPr>
        <p:spPr>
          <a:xfrm>
            <a:off x="6248401" y="1613157"/>
            <a:ext cx="2581618" cy="506917"/>
          </a:xfrm>
        </p:spPr>
        <p:txBody>
          <a:bodyPr vert="horz" wrap="square" lIns="0" tIns="0" rIns="0" bIns="0" rtlCol="0" anchor="ctr">
            <a:noAutofit/>
          </a:bodyPr>
          <a:lstStyle>
            <a:lvl2pPr>
              <a:defRPr lang="en-US" sz="1030" b="0" dirty="0" smtClean="0"/>
            </a:lvl2pPr>
          </a:lstStyle>
          <a:p>
            <a:pPr lvl="1">
              <a:buFont typeface="Arial" panose="020B0604020202020204" pitchFamily="34" charset="0"/>
            </a:pPr>
            <a:r>
              <a:rPr lang="en-US"/>
              <a:t>Body copy Segoe UI Regular 14/18. The quick brown fox jumps over the lazy dog. </a:t>
            </a:r>
          </a:p>
        </p:txBody>
      </p:sp>
      <p:sp>
        <p:nvSpPr>
          <p:cNvPr id="17" name="Text Placeholder 4">
            <a:extLst>
              <a:ext uri="{FF2B5EF4-FFF2-40B4-BE49-F238E27FC236}">
                <a16:creationId xmlns:a16="http://schemas.microsoft.com/office/drawing/2014/main" id="{A2CDDCC0-5CE0-47BF-9A58-947FAAFE0464}"/>
              </a:ext>
            </a:extLst>
          </p:cNvPr>
          <p:cNvSpPr>
            <a:spLocks noGrp="1"/>
          </p:cNvSpPr>
          <p:nvPr>
            <p:ph type="body" sz="quarter" idx="27" hasCustomPrompt="1"/>
          </p:nvPr>
        </p:nvSpPr>
        <p:spPr>
          <a:xfrm>
            <a:off x="6248401" y="2244855"/>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9" name="Text Placeholder 4">
            <a:extLst>
              <a:ext uri="{FF2B5EF4-FFF2-40B4-BE49-F238E27FC236}">
                <a16:creationId xmlns:a16="http://schemas.microsoft.com/office/drawing/2014/main" id="{CE365600-EF9A-4204-AC1D-49DA60EE0BC9}"/>
              </a:ext>
            </a:extLst>
          </p:cNvPr>
          <p:cNvSpPr>
            <a:spLocks noGrp="1"/>
          </p:cNvSpPr>
          <p:nvPr>
            <p:ph type="body" sz="quarter" idx="28" hasCustomPrompt="1"/>
          </p:nvPr>
        </p:nvSpPr>
        <p:spPr>
          <a:xfrm>
            <a:off x="6248401" y="2876554"/>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21" name="Text Placeholder 4">
            <a:extLst>
              <a:ext uri="{FF2B5EF4-FFF2-40B4-BE49-F238E27FC236}">
                <a16:creationId xmlns:a16="http://schemas.microsoft.com/office/drawing/2014/main" id="{7C988AC2-C93F-4C50-A6B6-35E8D243E2D3}"/>
              </a:ext>
            </a:extLst>
          </p:cNvPr>
          <p:cNvSpPr>
            <a:spLocks noGrp="1"/>
          </p:cNvSpPr>
          <p:nvPr>
            <p:ph type="body" sz="quarter" idx="29" hasCustomPrompt="1"/>
          </p:nvPr>
        </p:nvSpPr>
        <p:spPr>
          <a:xfrm>
            <a:off x="6248401" y="3508251"/>
            <a:ext cx="2581618"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22" name="Text Placeholder 4">
            <a:extLst>
              <a:ext uri="{FF2B5EF4-FFF2-40B4-BE49-F238E27FC236}">
                <a16:creationId xmlns:a16="http://schemas.microsoft.com/office/drawing/2014/main" id="{1BAD9B5E-AACF-4B5D-9D05-A8B6E03E279B}"/>
              </a:ext>
            </a:extLst>
          </p:cNvPr>
          <p:cNvSpPr>
            <a:spLocks noGrp="1"/>
          </p:cNvSpPr>
          <p:nvPr>
            <p:ph type="body" sz="quarter" idx="30" hasCustomPrompt="1"/>
          </p:nvPr>
        </p:nvSpPr>
        <p:spPr>
          <a:xfrm>
            <a:off x="6248401" y="4139948"/>
            <a:ext cx="2581618"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9F52899F-4DD5-4919-A5F9-0A5E692D4537}"/>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852554698"/>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28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ext option 3">
    <p:spTree>
      <p:nvGrpSpPr>
        <p:cNvPr id="1" name=""/>
        <p:cNvGrpSpPr/>
        <p:nvPr/>
      </p:nvGrpSpPr>
      <p:grpSpPr>
        <a:xfrm>
          <a:off x="0" y="0"/>
          <a:ext cx="0" cy="0"/>
          <a:chOff x="0" y="0"/>
          <a:chExt cx="0" cy="0"/>
        </a:xfrm>
      </p:grpSpPr>
      <p:sp>
        <p:nvSpPr>
          <p:cNvPr id="29" name="Title 28">
            <a:extLst>
              <a:ext uri="{FF2B5EF4-FFF2-40B4-BE49-F238E27FC236}">
                <a16:creationId xmlns:a16="http://schemas.microsoft.com/office/drawing/2014/main" id="{DB14B4B7-6595-4F80-A720-AEE6406FDDDB}"/>
              </a:ext>
            </a:extLst>
          </p:cNvPr>
          <p:cNvSpPr>
            <a:spLocks noGrp="1"/>
          </p:cNvSpPr>
          <p:nvPr>
            <p:ph type="title" hasCustomPrompt="1"/>
          </p:nvPr>
        </p:nvSpPr>
        <p:spPr/>
        <p:txBody>
          <a:bodyPr/>
          <a:lstStyle/>
          <a:p>
            <a:r>
              <a:rPr lang="en-US"/>
              <a:t>Text layout three columns images and text</a:t>
            </a:r>
          </a:p>
        </p:txBody>
      </p:sp>
      <p:sp>
        <p:nvSpPr>
          <p:cNvPr id="16" name="Rectangle 15">
            <a:extLst>
              <a:ext uri="{FF2B5EF4-FFF2-40B4-BE49-F238E27FC236}">
                <a16:creationId xmlns:a16="http://schemas.microsoft.com/office/drawing/2014/main" id="{A6AC17A7-7CAA-4CA5-89CD-184D76C19F56}"/>
              </a:ext>
              <a:ext uri="{C183D7F6-B498-43B3-948B-1728B52AA6E4}">
                <adec:decorative xmlns:adec="http://schemas.microsoft.com/office/drawing/2017/decorative" val="1"/>
              </a:ext>
            </a:extLst>
          </p:cNvPr>
          <p:cNvSpPr/>
          <p:nvPr/>
        </p:nvSpPr>
        <p:spPr bwMode="auto">
          <a:xfrm>
            <a:off x="351100"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E501F238-570E-E648-9E57-DAA86A7A8ED3}"/>
              </a:ext>
            </a:extLst>
          </p:cNvPr>
          <p:cNvSpPr>
            <a:spLocks noGrp="1"/>
          </p:cNvSpPr>
          <p:nvPr>
            <p:ph type="pic" sz="quarter" idx="21" hasCustomPrompt="1"/>
          </p:nvPr>
        </p:nvSpPr>
        <p:spPr>
          <a:xfrm>
            <a:off x="444570"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5" name="Text Placeholder 4"/>
          <p:cNvSpPr>
            <a:spLocks noGrp="1"/>
          </p:cNvSpPr>
          <p:nvPr>
            <p:ph type="body" sz="quarter" idx="11" hasCustomPrompt="1"/>
          </p:nvPr>
        </p:nvSpPr>
        <p:spPr>
          <a:xfrm>
            <a:off x="313984" y="3531162"/>
            <a:ext cx="2739698"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19" name="Text Placeholder 4">
            <a:extLst>
              <a:ext uri="{FF2B5EF4-FFF2-40B4-BE49-F238E27FC236}">
                <a16:creationId xmlns:a16="http://schemas.microsoft.com/office/drawing/2014/main" id="{F22038DD-9076-B34B-B54A-107DF3F024EE}"/>
              </a:ext>
            </a:extLst>
          </p:cNvPr>
          <p:cNvSpPr>
            <a:spLocks noGrp="1"/>
          </p:cNvSpPr>
          <p:nvPr>
            <p:ph type="body" sz="quarter" idx="17" hasCustomPrompt="1"/>
          </p:nvPr>
        </p:nvSpPr>
        <p:spPr>
          <a:xfrm>
            <a:off x="313984" y="3761122"/>
            <a:ext cx="2739698"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7A2E6301-6404-4EF3-A39A-8E79FFA3C974}"/>
              </a:ext>
              <a:ext uri="{C183D7F6-B498-43B3-948B-1728B52AA6E4}">
                <adec:decorative xmlns:adec="http://schemas.microsoft.com/office/drawing/2017/decorative" val="1"/>
              </a:ext>
            </a:extLst>
          </p:cNvPr>
          <p:cNvSpPr/>
          <p:nvPr/>
        </p:nvSpPr>
        <p:spPr bwMode="auto">
          <a:xfrm>
            <a:off x="3231682"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31" name="Picture Placeholder 7">
            <a:extLst>
              <a:ext uri="{FF2B5EF4-FFF2-40B4-BE49-F238E27FC236}">
                <a16:creationId xmlns:a16="http://schemas.microsoft.com/office/drawing/2014/main" id="{1BE65963-6DE8-471D-88DB-2FC78087003C}"/>
              </a:ext>
            </a:extLst>
          </p:cNvPr>
          <p:cNvSpPr>
            <a:spLocks noGrp="1"/>
          </p:cNvSpPr>
          <p:nvPr>
            <p:ph type="pic" sz="quarter" idx="26" hasCustomPrompt="1"/>
          </p:nvPr>
        </p:nvSpPr>
        <p:spPr>
          <a:xfrm>
            <a:off x="3325152"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32" name="Text Placeholder 4">
            <a:extLst>
              <a:ext uri="{FF2B5EF4-FFF2-40B4-BE49-F238E27FC236}">
                <a16:creationId xmlns:a16="http://schemas.microsoft.com/office/drawing/2014/main" id="{197742EC-5845-4BB1-84A3-00C1CF89012A}"/>
              </a:ext>
            </a:extLst>
          </p:cNvPr>
          <p:cNvSpPr>
            <a:spLocks noGrp="1"/>
          </p:cNvSpPr>
          <p:nvPr>
            <p:ph type="body" sz="quarter" idx="20" hasCustomPrompt="1"/>
          </p:nvPr>
        </p:nvSpPr>
        <p:spPr>
          <a:xfrm>
            <a:off x="3220478" y="3531162"/>
            <a:ext cx="2713786" cy="454612"/>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1" name="Text Placeholder 4">
            <a:extLst>
              <a:ext uri="{FF2B5EF4-FFF2-40B4-BE49-F238E27FC236}">
                <a16:creationId xmlns:a16="http://schemas.microsoft.com/office/drawing/2014/main" id="{B0C89B53-FA50-F248-AD0B-933DE098D70A}"/>
              </a:ext>
            </a:extLst>
          </p:cNvPr>
          <p:cNvSpPr>
            <a:spLocks noGrp="1"/>
          </p:cNvSpPr>
          <p:nvPr>
            <p:ph type="body" sz="quarter" idx="24" hasCustomPrompt="1"/>
          </p:nvPr>
        </p:nvSpPr>
        <p:spPr>
          <a:xfrm>
            <a:off x="3220478" y="3761122"/>
            <a:ext cx="2713786"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
        <p:nvSpPr>
          <p:cNvPr id="17" name="Rectangle 16">
            <a:extLst>
              <a:ext uri="{FF2B5EF4-FFF2-40B4-BE49-F238E27FC236}">
                <a16:creationId xmlns:a16="http://schemas.microsoft.com/office/drawing/2014/main" id="{5EC0DAC3-9E26-491C-A10D-7D086E91DB76}"/>
              </a:ext>
              <a:ext uri="{C183D7F6-B498-43B3-948B-1728B52AA6E4}">
                <adec:decorative xmlns:adec="http://schemas.microsoft.com/office/drawing/2017/decorative" val="1"/>
              </a:ext>
            </a:extLst>
          </p:cNvPr>
          <p:cNvSpPr/>
          <p:nvPr/>
        </p:nvSpPr>
        <p:spPr bwMode="auto">
          <a:xfrm>
            <a:off x="6119266"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33" name="Picture Placeholder 7">
            <a:extLst>
              <a:ext uri="{FF2B5EF4-FFF2-40B4-BE49-F238E27FC236}">
                <a16:creationId xmlns:a16="http://schemas.microsoft.com/office/drawing/2014/main" id="{907DE53F-AA57-4741-9DAA-A44C19F78D30}"/>
              </a:ext>
            </a:extLst>
          </p:cNvPr>
          <p:cNvSpPr>
            <a:spLocks noGrp="1"/>
          </p:cNvSpPr>
          <p:nvPr>
            <p:ph type="pic" sz="quarter" idx="27" hasCustomPrompt="1"/>
          </p:nvPr>
        </p:nvSpPr>
        <p:spPr>
          <a:xfrm>
            <a:off x="6212737"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10" name="Text Placeholder 4"/>
          <p:cNvSpPr>
            <a:spLocks noGrp="1"/>
          </p:cNvSpPr>
          <p:nvPr>
            <p:ph type="body" sz="quarter" idx="13" hasCustomPrompt="1"/>
          </p:nvPr>
        </p:nvSpPr>
        <p:spPr>
          <a:xfrm>
            <a:off x="6108063" y="3531162"/>
            <a:ext cx="2713786" cy="454612"/>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2" name="Text Placeholder 4">
            <a:extLst>
              <a:ext uri="{FF2B5EF4-FFF2-40B4-BE49-F238E27FC236}">
                <a16:creationId xmlns:a16="http://schemas.microsoft.com/office/drawing/2014/main" id="{C11EA858-BBCA-2149-9368-C1FDBC6C8DFD}"/>
              </a:ext>
            </a:extLst>
          </p:cNvPr>
          <p:cNvSpPr>
            <a:spLocks noGrp="1"/>
          </p:cNvSpPr>
          <p:nvPr>
            <p:ph type="body" sz="quarter" idx="25" hasCustomPrompt="1"/>
          </p:nvPr>
        </p:nvSpPr>
        <p:spPr>
          <a:xfrm>
            <a:off x="6108063" y="3761122"/>
            <a:ext cx="2713786"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D26B0962-7685-4EBF-B99E-792210E71636}"/>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267696444"/>
      </p:ext>
    </p:extLst>
  </p:cSld>
  <p:clrMapOvr>
    <a:masterClrMapping/>
  </p:clrMapOvr>
  <p:transition>
    <p:fade/>
  </p:transition>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ection slid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990B4C-4B23-479D-ADA8-DD6E0658DF5A}"/>
              </a:ext>
            </a:extLst>
          </p:cNvPr>
          <p:cNvSpPr/>
          <p:nvPr/>
        </p:nvSpPr>
        <p:spPr bwMode="auto">
          <a:xfrm>
            <a:off x="1" y="1894985"/>
            <a:ext cx="7273265" cy="1338036"/>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 name="Title 35"/>
          <p:cNvSpPr>
            <a:spLocks noGrp="1"/>
          </p:cNvSpPr>
          <p:nvPr>
            <p:ph type="title" hasCustomPrompt="1"/>
          </p:nvPr>
        </p:nvSpPr>
        <p:spPr>
          <a:xfrm>
            <a:off x="313983" y="1894985"/>
            <a:ext cx="6892433" cy="1338036"/>
          </a:xfrm>
          <a:prstGeom prst="rect">
            <a:avLst/>
          </a:prstGeom>
          <a:noFill/>
        </p:spPr>
        <p:txBody>
          <a:bodyPr vert="horz" wrap="square" lIns="0" tIns="0" rIns="0" bIns="0" rtlCol="0" anchor="ctr" anchorCtr="0">
            <a:noAutofit/>
          </a:bodyPr>
          <a:lstStyle>
            <a:lvl1pPr>
              <a:defRPr lang="en-US" sz="2647" spc="-36" baseline="0" dirty="0">
                <a:solidFill>
                  <a:schemeClr val="bg1"/>
                </a:solidFill>
              </a:defRPr>
            </a:lvl1pPr>
          </a:lstStyle>
          <a:p>
            <a:pPr marL="0" lvl="0">
              <a:lnSpc>
                <a:spcPts val="4037"/>
              </a:lnSpc>
            </a:pPr>
            <a:r>
              <a:rPr lang="en-US"/>
              <a:t>Section title</a:t>
            </a:r>
          </a:p>
        </p:txBody>
      </p:sp>
      <p:sp>
        <p:nvSpPr>
          <p:cNvPr id="6" name="Rectangle 5">
            <a:extLst>
              <a:ext uri="{FF2B5EF4-FFF2-40B4-BE49-F238E27FC236}">
                <a16:creationId xmlns:a16="http://schemas.microsoft.com/office/drawing/2014/main" id="{E7A7DCD7-2A9A-4303-B73A-A8AA23BAF4B6}"/>
              </a:ext>
            </a:extLst>
          </p:cNvPr>
          <p:cNvSpPr/>
          <p:nvPr/>
        </p:nvSpPr>
        <p:spPr bwMode="auto">
          <a:xfrm>
            <a:off x="7273266" y="1894985"/>
            <a:ext cx="1561952" cy="1338036"/>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a:extLst>
              <a:ext uri="{FF2B5EF4-FFF2-40B4-BE49-F238E27FC236}">
                <a16:creationId xmlns:a16="http://schemas.microsoft.com/office/drawing/2014/main" id="{79F5CEB5-AAB3-4E98-82B0-2B2EDFAC7F19}"/>
              </a:ext>
            </a:extLst>
          </p:cNvPr>
          <p:cNvSpPr/>
          <p:nvPr/>
        </p:nvSpPr>
        <p:spPr bwMode="auto">
          <a:xfrm>
            <a:off x="8677112" y="1860812"/>
            <a:ext cx="152906" cy="1406381"/>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6">
            <a:extLst>
              <a:ext uri="{FF2B5EF4-FFF2-40B4-BE49-F238E27FC236}">
                <a16:creationId xmlns:a16="http://schemas.microsoft.com/office/drawing/2014/main" id="{C39A4550-468E-4965-BBF3-650AD824060F}"/>
              </a:ext>
            </a:extLst>
          </p:cNvPr>
          <p:cNvSpPr/>
          <p:nvPr/>
        </p:nvSpPr>
        <p:spPr bwMode="auto">
          <a:xfrm flipH="1">
            <a:off x="7273264" y="1860812"/>
            <a:ext cx="152906" cy="1406381"/>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12" name="Picture Placeholder 11">
            <a:extLst>
              <a:ext uri="{FF2B5EF4-FFF2-40B4-BE49-F238E27FC236}">
                <a16:creationId xmlns:a16="http://schemas.microsoft.com/office/drawing/2014/main" id="{A0F18A81-5AF1-41EB-B335-9EF67062969B}"/>
              </a:ext>
            </a:extLst>
          </p:cNvPr>
          <p:cNvSpPr>
            <a:spLocks noGrp="1"/>
          </p:cNvSpPr>
          <p:nvPr>
            <p:ph type="pic" sz="quarter" idx="10"/>
          </p:nvPr>
        </p:nvSpPr>
        <p:spPr>
          <a:xfrm>
            <a:off x="7573771" y="2083464"/>
            <a:ext cx="960941" cy="961077"/>
          </a:xfrm>
        </p:spPr>
        <p:txBody>
          <a:bodyPr anchor="ctr">
            <a:noAutofit/>
          </a:bodyPr>
          <a:lstStyle>
            <a:lvl1pPr algn="ctr">
              <a:defRPr/>
            </a:lvl1pPr>
          </a:lstStyle>
          <a:p>
            <a:r>
              <a:rPr lang="en-US"/>
              <a:t>Click icon to add picture</a:t>
            </a:r>
            <a:endParaRPr lang="en-US" dirty="0"/>
          </a:p>
        </p:txBody>
      </p:sp>
      <p:sp>
        <p:nvSpPr>
          <p:cNvPr id="3" name="Footer Placeholder 1">
            <a:extLst>
              <a:ext uri="{FF2B5EF4-FFF2-40B4-BE49-F238E27FC236}">
                <a16:creationId xmlns:a16="http://schemas.microsoft.com/office/drawing/2014/main" id="{C6B75234-9944-48A2-8A21-99500C7BBB40}"/>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443556125"/>
      </p:ext>
    </p:extLst>
  </p:cSld>
  <p:clrMapOvr>
    <a:masterClrMapping/>
  </p:clrMapOvr>
  <p:transition>
    <p:fade/>
  </p:transition>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Photo layou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092673"/>
            <a:ext cx="4184483" cy="218008"/>
          </a:xfrm>
          <a:prstGeom prst="rect">
            <a:avLst/>
          </a:prstGeom>
        </p:spPr>
        <p:txBody>
          <a:bodyPr wrap="square" lIns="0" tIns="0" rIns="0" bIns="0">
            <a:spAutoFit/>
          </a:bodyPr>
          <a:lstStyle>
            <a:lvl1pPr marL="0" indent="0">
              <a:lnSpc>
                <a:spcPts val="1730"/>
              </a:lnSpc>
              <a:buNone/>
              <a:defRPr lang="en-US" sz="1471"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5" name="Text Placeholder 4">
            <a:extLst>
              <a:ext uri="{FF2B5EF4-FFF2-40B4-BE49-F238E27FC236}">
                <a16:creationId xmlns:a16="http://schemas.microsoft.com/office/drawing/2014/main" id="{6E31D123-CA1A-4568-88C8-6B1287D07EE9}"/>
              </a:ext>
            </a:extLst>
          </p:cNvPr>
          <p:cNvSpPr>
            <a:spLocks noGrp="1"/>
          </p:cNvSpPr>
          <p:nvPr>
            <p:ph type="body" sz="quarter" idx="13" hasCustomPrompt="1"/>
          </p:nvPr>
        </p:nvSpPr>
        <p:spPr>
          <a:xfrm>
            <a:off x="313984" y="1621222"/>
            <a:ext cx="4184483"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855576"/>
            <a:ext cx="4184483" cy="567848"/>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7" name="Text Placeholder 4">
            <a:extLst>
              <a:ext uri="{FF2B5EF4-FFF2-40B4-BE49-F238E27FC236}">
                <a16:creationId xmlns:a16="http://schemas.microsoft.com/office/drawing/2014/main" id="{0D336736-F7E2-BA48-AD3E-B0037BAC6816}"/>
              </a:ext>
            </a:extLst>
          </p:cNvPr>
          <p:cNvSpPr>
            <a:spLocks noGrp="1"/>
          </p:cNvSpPr>
          <p:nvPr>
            <p:ph type="body" sz="quarter" idx="43" hasCustomPrompt="1"/>
          </p:nvPr>
        </p:nvSpPr>
        <p:spPr>
          <a:xfrm>
            <a:off x="313984" y="2721659"/>
            <a:ext cx="4184483"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946759"/>
            <a:ext cx="4184483" cy="567848"/>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672383" y="-1"/>
            <a:ext cx="4479790" cy="5143501"/>
          </a:xfrm>
          <a:prstGeom prst="rect">
            <a:avLst/>
          </a:prstGeom>
          <a:blipFill>
            <a:blip r:embed="rId2"/>
            <a:stretch>
              <a:fillRect/>
            </a:stretch>
          </a:blipFill>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 name="Footer Placeholder 1">
            <a:extLst>
              <a:ext uri="{FF2B5EF4-FFF2-40B4-BE49-F238E27FC236}">
                <a16:creationId xmlns:a16="http://schemas.microsoft.com/office/drawing/2014/main" id="{C3405CC5-9896-4E3A-9373-436306F5BF12}"/>
              </a:ext>
            </a:extLst>
          </p:cNvPr>
          <p:cNvSpPr txBox="1">
            <a:spLocks/>
          </p:cNvSpPr>
          <p:nvPr/>
        </p:nvSpPr>
        <p:spPr>
          <a:xfrm>
            <a:off x="313983"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l"/>
            <a:endParaRPr lang="en-US" sz="662" dirty="0"/>
          </a:p>
        </p:txBody>
      </p:sp>
    </p:spTree>
    <p:extLst>
      <p:ext uri="{BB962C8B-B14F-4D97-AF65-F5344CB8AC3E}">
        <p14:creationId xmlns:p14="http://schemas.microsoft.com/office/powerpoint/2010/main" val="2674722456"/>
      </p:ext>
    </p:extLst>
  </p:cSld>
  <p:clrMapOvr>
    <a:masterClrMapping/>
  </p:clrMapOvr>
  <p:transition>
    <p:fade/>
  </p:transition>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Photo layout with bullet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092672"/>
            <a:ext cx="4184483" cy="276999"/>
          </a:xfrm>
          <a:prstGeom prst="rect">
            <a:avLst/>
          </a:prstGeom>
        </p:spPr>
        <p:txBody>
          <a:bodyPr wrap="square" lIns="0" tIns="0" rIns="0" bIns="0" anchor="t">
            <a:spAutoFit/>
          </a:bodyPr>
          <a:lstStyle>
            <a:lvl1pPr marL="0" indent="0">
              <a:lnSpc>
                <a:spcPct val="100000"/>
              </a:lnSpc>
              <a:buNone/>
              <a:defRPr lang="en-US" sz="1765"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701710"/>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p:nvCxnSpPr>
        <p:spPr>
          <a:xfrm>
            <a:off x="313983" y="2301033"/>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461776"/>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p:nvCxnSpPr>
        <p:spPr>
          <a:xfrm>
            <a:off x="313983" y="3061098"/>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313983" y="3221842"/>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p:nvCxnSpPr>
        <p:spPr>
          <a:xfrm>
            <a:off x="313983" y="3821165"/>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313983" y="3981906"/>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sp>
        <p:nvSpPr>
          <p:cNvPr id="2" name="Rectangle 1">
            <a:extLst>
              <a:ext uri="{FF2B5EF4-FFF2-40B4-BE49-F238E27FC236}">
                <a16:creationId xmlns:a16="http://schemas.microsoft.com/office/drawing/2014/main" id="{56B6D240-D672-4F0A-95ED-D92FC8351E6D}"/>
              </a:ext>
              <a:ext uri="{C183D7F6-B498-43B3-948B-1728B52AA6E4}">
                <adec:decorative xmlns:adec="http://schemas.microsoft.com/office/drawing/2017/decorative" val="1"/>
              </a:ext>
            </a:extLst>
          </p:cNvPr>
          <p:cNvSpPr/>
          <p:nvPr/>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19" name="Picture Placeholder 7">
            <a:extLst>
              <a:ext uri="{FF2B5EF4-FFF2-40B4-BE49-F238E27FC236}">
                <a16:creationId xmlns:a16="http://schemas.microsoft.com/office/drawing/2014/main" id="{CA973F78-0779-41C2-98B4-4547D2CD7C11}"/>
              </a:ext>
            </a:extLst>
          </p:cNvPr>
          <p:cNvSpPr>
            <a:spLocks noGrp="1"/>
          </p:cNvSpPr>
          <p:nvPr>
            <p:ph type="pic" sz="quarter" idx="47" hasCustomPrompt="1"/>
          </p:nvPr>
        </p:nvSpPr>
        <p:spPr>
          <a:xfrm>
            <a:off x="4762260" y="1173098"/>
            <a:ext cx="3977884" cy="3559607"/>
          </a:xfrm>
          <a:prstGeom prst="rect">
            <a:avLst/>
          </a:prstGeom>
          <a:blipFill dpi="0" rotWithShape="1">
            <a:blip r:embed="rId2"/>
            <a:srcRect/>
            <a:stretch>
              <a:fillRect/>
            </a:stretch>
          </a:blipFill>
          <a:ln w="19050">
            <a:noFill/>
          </a:ln>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Footer Placeholder 1">
            <a:extLst>
              <a:ext uri="{FF2B5EF4-FFF2-40B4-BE49-F238E27FC236}">
                <a16:creationId xmlns:a16="http://schemas.microsoft.com/office/drawing/2014/main" id="{B3B62F3E-D0DF-4A13-A005-3CCFDD6DFC1A}"/>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573880548"/>
      </p:ext>
    </p:extLst>
  </p:cSld>
  <p:clrMapOvr>
    <a:masterClrMapping/>
  </p:clrMapOvr>
  <p:transition>
    <p:fade/>
  </p:transition>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_Photo layout with bullet text &amp; icon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282120"/>
            <a:ext cx="4184483" cy="276999"/>
          </a:xfrm>
          <a:prstGeom prst="rect">
            <a:avLst/>
          </a:prstGeom>
        </p:spPr>
        <p:txBody>
          <a:bodyPr wrap="square" lIns="0" tIns="0" rIns="0" bIns="0" anchor="b">
            <a:spAutoFit/>
          </a:bodyPr>
          <a:lstStyle>
            <a:lvl1pPr marL="0" indent="0">
              <a:lnSpc>
                <a:spcPct val="100000"/>
              </a:lnSpc>
              <a:buNone/>
              <a:defRPr lang="en-US" sz="1765"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1066800" y="1700490"/>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p:nvCxnSpPr>
        <p:spPr>
          <a:xfrm>
            <a:off x="1066800" y="2299812"/>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1066800" y="2460556"/>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p:nvCxnSpPr>
        <p:spPr>
          <a:xfrm>
            <a:off x="1066800" y="3059879"/>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1066800" y="3220621"/>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p:nvCxnSpPr>
        <p:spPr>
          <a:xfrm>
            <a:off x="1066800" y="3819945"/>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1066800" y="3980686"/>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672383" y="-1"/>
            <a:ext cx="4479790" cy="5143501"/>
          </a:xfrm>
          <a:prstGeom prst="rect">
            <a:avLst/>
          </a:prstGeom>
          <a:blipFill>
            <a:blip r:embed="rId2"/>
            <a:stretch>
              <a:fillRect/>
            </a:stretch>
          </a:blipFill>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 name="Footer Placeholder 1">
            <a:extLst>
              <a:ext uri="{FF2B5EF4-FFF2-40B4-BE49-F238E27FC236}">
                <a16:creationId xmlns:a16="http://schemas.microsoft.com/office/drawing/2014/main" id="{5F6EB83D-C2A5-4189-B12B-1320B6ADB9B8}"/>
              </a:ext>
            </a:extLst>
          </p:cNvPr>
          <p:cNvSpPr txBox="1">
            <a:spLocks/>
          </p:cNvSpPr>
          <p:nvPr/>
        </p:nvSpPr>
        <p:spPr>
          <a:xfrm>
            <a:off x="313983"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l"/>
            <a:endParaRPr lang="en-US" sz="662" dirty="0"/>
          </a:p>
        </p:txBody>
      </p:sp>
    </p:spTree>
    <p:extLst>
      <p:ext uri="{BB962C8B-B14F-4D97-AF65-F5344CB8AC3E}">
        <p14:creationId xmlns:p14="http://schemas.microsoft.com/office/powerpoint/2010/main" val="857218079"/>
      </p:ext>
    </p:extLst>
  </p:cSld>
  <p:clrMapOvr>
    <a:masterClrMapping/>
  </p:clrMapOvr>
  <p:transition>
    <p:fade/>
  </p:transition>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Photo layout with 4 rows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8516034" cy="546336"/>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092674"/>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050620"/>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313983" y="3008568"/>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313983" y="3966516"/>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2" name="Rectangle 1">
            <a:extLst>
              <a:ext uri="{FF2B5EF4-FFF2-40B4-BE49-F238E27FC236}">
                <a16:creationId xmlns:a16="http://schemas.microsoft.com/office/drawing/2014/main" id="{680D905E-E7A9-44EC-830B-323C290AAA27}"/>
              </a:ext>
              <a:ext uri="{C183D7F6-B498-43B3-948B-1728B52AA6E4}">
                <adec:decorative xmlns:adec="http://schemas.microsoft.com/office/drawing/2017/decorative" val="1"/>
              </a:ext>
            </a:extLst>
          </p:cNvPr>
          <p:cNvSpPr/>
          <p:nvPr/>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762260" y="1173098"/>
            <a:ext cx="3977884" cy="3559607"/>
          </a:xfrm>
          <a:prstGeom prst="rect">
            <a:avLst/>
          </a:prstGeom>
          <a:blipFill dpi="0" rotWithShape="1">
            <a:blip r:embed="rId2"/>
            <a:srcRect/>
            <a:stretch>
              <a:fillRect/>
            </a:stretch>
          </a:blipFill>
          <a:ln w="19050">
            <a:noFill/>
          </a:ln>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cxnSp>
        <p:nvCxnSpPr>
          <p:cNvPr id="9" name="Straight Connector 8">
            <a:extLst>
              <a:ext uri="{FF2B5EF4-FFF2-40B4-BE49-F238E27FC236}">
                <a16:creationId xmlns:a16="http://schemas.microsoft.com/office/drawing/2014/main" id="{5E2F051F-FAD1-40B7-AD8D-86ACA838D32B}"/>
              </a:ext>
              <a:ext uri="{C183D7F6-B498-43B3-948B-1728B52AA6E4}">
                <adec:decorative xmlns:adec="http://schemas.microsoft.com/office/drawing/2017/decorative" val="1"/>
              </a:ext>
            </a:extLst>
          </p:cNvPr>
          <p:cNvCxnSpPr>
            <a:cxnSpLocks/>
          </p:cNvCxnSpPr>
          <p:nvPr/>
        </p:nvCxnSpPr>
        <p:spPr>
          <a:xfrm>
            <a:off x="313983" y="1995036"/>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8966B79-BC7C-4DB8-80D4-01380DB97330}"/>
              </a:ext>
              <a:ext uri="{C183D7F6-B498-43B3-948B-1728B52AA6E4}">
                <adec:decorative xmlns:adec="http://schemas.microsoft.com/office/drawing/2017/decorative" val="1"/>
              </a:ext>
            </a:extLst>
          </p:cNvPr>
          <p:cNvCxnSpPr>
            <a:cxnSpLocks/>
          </p:cNvCxnSpPr>
          <p:nvPr/>
        </p:nvCxnSpPr>
        <p:spPr>
          <a:xfrm>
            <a:off x="313983" y="2952848"/>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69D048A-1B0B-4837-8CE2-BD16F3AE2B1C}"/>
              </a:ext>
              <a:ext uri="{C183D7F6-B498-43B3-948B-1728B52AA6E4}">
                <adec:decorative xmlns:adec="http://schemas.microsoft.com/office/drawing/2017/decorative" val="1"/>
              </a:ext>
            </a:extLst>
          </p:cNvPr>
          <p:cNvCxnSpPr>
            <a:cxnSpLocks/>
          </p:cNvCxnSpPr>
          <p:nvPr/>
        </p:nvCxnSpPr>
        <p:spPr>
          <a:xfrm>
            <a:off x="313983" y="3910660"/>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 name="Footer Placeholder 1">
            <a:extLst>
              <a:ext uri="{FF2B5EF4-FFF2-40B4-BE49-F238E27FC236}">
                <a16:creationId xmlns:a16="http://schemas.microsoft.com/office/drawing/2014/main" id="{B394CE8A-C8F7-40DD-84CF-FE592D7BC2D8}"/>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516962408"/>
      </p:ext>
    </p:extLst>
  </p:cSld>
  <p:clrMapOvr>
    <a:masterClrMapping/>
  </p:clrMapOvr>
  <p:transition>
    <p:fade/>
  </p:transition>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Photo layout with gray filled text box">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2" y="330371"/>
            <a:ext cx="8516036" cy="546336"/>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092674"/>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050620"/>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313983" y="3008568"/>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313983" y="3966516"/>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762260" y="1173098"/>
            <a:ext cx="3977884" cy="3559607"/>
          </a:xfrm>
          <a:prstGeom prst="rect">
            <a:avLst/>
          </a:prstGeom>
          <a:blipFill dpi="0" rotWithShape="1">
            <a:blip r:embed="rId2"/>
            <a:srcRect/>
            <a:stretch>
              <a:fillRect/>
            </a:stretch>
          </a:blipFill>
          <a:ln w="19050">
            <a:noFill/>
          </a:ln>
        </p:spPr>
        <p:txBody>
          <a:bodyPr tIns="9144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 name="Footer Placeholder 1">
            <a:extLst>
              <a:ext uri="{FF2B5EF4-FFF2-40B4-BE49-F238E27FC236}">
                <a16:creationId xmlns:a16="http://schemas.microsoft.com/office/drawing/2014/main" id="{BDD9959D-3459-4484-BDE0-9F4EABE5443B}"/>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51689083"/>
      </p:ext>
    </p:extLst>
  </p:cSld>
  <p:clrMapOvr>
    <a:masterClrMapping/>
  </p:clrMapOvr>
  <p:transition>
    <p:fade/>
  </p:transition>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emo slide with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9E5E14-01F2-4F10-A177-A81144B86D44}"/>
              </a:ext>
            </a:extLst>
          </p:cNvPr>
          <p:cNvSpPr>
            <a:spLocks noGrp="1"/>
          </p:cNvSpPr>
          <p:nvPr>
            <p:ph type="title"/>
          </p:nvPr>
        </p:nvSpPr>
        <p:spPr>
          <a:xfrm>
            <a:off x="313982" y="330371"/>
            <a:ext cx="8505951" cy="546336"/>
          </a:xfrm>
        </p:spPr>
        <p:txBody>
          <a:bodyPr/>
          <a:lstStyle/>
          <a:p>
            <a:r>
              <a:rPr lang="en-US"/>
              <a:t>Click to edit Master title style</a:t>
            </a:r>
          </a:p>
        </p:txBody>
      </p:sp>
      <p:sp>
        <p:nvSpPr>
          <p:cNvPr id="4" name="Text Placeholder 3"/>
          <p:cNvSpPr>
            <a:spLocks noGrp="1"/>
          </p:cNvSpPr>
          <p:nvPr>
            <p:ph type="body" sz="quarter" idx="10" hasCustomPrompt="1"/>
          </p:nvPr>
        </p:nvSpPr>
        <p:spPr>
          <a:xfrm>
            <a:off x="313984" y="1092674"/>
            <a:ext cx="4056089" cy="436017"/>
          </a:xfrm>
          <a:prstGeom prst="rect">
            <a:avLst/>
          </a:prstGeom>
        </p:spPr>
        <p:txBody>
          <a:bodyPr wrap="square" lIns="0" tIns="0" rIns="0" bIns="0">
            <a:spAutoFit/>
          </a:bodyPr>
          <a:lstStyle>
            <a:lvl1pPr marL="0" indent="0">
              <a:lnSpc>
                <a:spcPts val="1730"/>
              </a:lnSpc>
              <a:buNone/>
              <a:defRPr sz="1765" b="0" i="0" spc="0">
                <a:solidFill>
                  <a:schemeClr val="tx1"/>
                </a:solidFill>
                <a:latin typeface="+mj-lt"/>
              </a:defRPr>
            </a:lvl1pPr>
            <a:lvl2pPr marL="164801" indent="0">
              <a:buNone/>
              <a:defRPr/>
            </a:lvl2pPr>
            <a:lvl3pPr marL="329601" indent="0">
              <a:buNone/>
              <a:defRPr/>
            </a:lvl3pPr>
            <a:lvl4pPr marL="494402" indent="0">
              <a:buNone/>
              <a:defRPr/>
            </a:lvl4pPr>
            <a:lvl5pPr marL="659202" indent="0">
              <a:buNone/>
              <a:defRPr/>
            </a:lvl5pPr>
          </a:lstStyle>
          <a:p>
            <a:pPr lvl="0"/>
            <a:r>
              <a:rPr lang="pt-BR" err="1"/>
              <a:t>Large</a:t>
            </a:r>
            <a:r>
              <a:rPr lang="pt-BR"/>
              <a:t> </a:t>
            </a:r>
            <a:r>
              <a:rPr lang="pt-BR" err="1"/>
              <a:t>subhead</a:t>
            </a:r>
            <a:r>
              <a:rPr lang="pt-BR"/>
              <a:t> Segoe UI </a:t>
            </a:r>
            <a:r>
              <a:rPr lang="pt-BR" err="1"/>
              <a:t>Semibold</a:t>
            </a:r>
            <a:r>
              <a:rPr lang="pt-BR"/>
              <a:t> Regular 20/24</a:t>
            </a:r>
            <a:endParaRPr lang="en-US"/>
          </a:p>
        </p:txBody>
      </p:sp>
      <p:sp>
        <p:nvSpPr>
          <p:cNvPr id="5" name="Text Placeholder 4"/>
          <p:cNvSpPr>
            <a:spLocks noGrp="1"/>
          </p:cNvSpPr>
          <p:nvPr>
            <p:ph type="body" sz="quarter" idx="11" hasCustomPrompt="1"/>
          </p:nvPr>
        </p:nvSpPr>
        <p:spPr>
          <a:xfrm>
            <a:off x="313982" y="1619165"/>
            <a:ext cx="4056089" cy="1754326"/>
          </a:xfrm>
          <a:prstGeom prst="rect">
            <a:avLst/>
          </a:prstGeom>
        </p:spPr>
        <p:txBody>
          <a:bodyPr lIns="0" tIns="45720" rIns="0" bIns="45720"/>
          <a:lstStyle>
            <a:lvl1pPr marL="0" indent="0">
              <a:lnSpc>
                <a:spcPct val="100000"/>
              </a:lnSpc>
              <a:spcBef>
                <a:spcPts val="0"/>
              </a:spcBef>
              <a:spcAft>
                <a:spcPts val="882"/>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p:txBody>
      </p:sp>
      <p:pic>
        <p:nvPicPr>
          <p:cNvPr id="11" name="Picture 10" descr="Tablet image">
            <a:extLst>
              <a:ext uri="{FF2B5EF4-FFF2-40B4-BE49-F238E27FC236}">
                <a16:creationId xmlns:a16="http://schemas.microsoft.com/office/drawing/2014/main" id="{C4B95F29-56C3-4C85-A12B-0B0BE769E70B}"/>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b="2610"/>
          <a:stretch/>
        </p:blipFill>
        <p:spPr>
          <a:xfrm>
            <a:off x="3333582" y="111079"/>
            <a:ext cx="5810420" cy="4703810"/>
          </a:xfrm>
          <a:prstGeom prst="rect">
            <a:avLst/>
          </a:prstGeom>
        </p:spPr>
      </p:pic>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hasCustomPrompt="1"/>
          </p:nvPr>
        </p:nvSpPr>
        <p:spPr>
          <a:xfrm>
            <a:off x="4768470" y="960460"/>
            <a:ext cx="4375531" cy="3239495"/>
          </a:xfrm>
          <a:prstGeom prst="rect">
            <a:avLst/>
          </a:prstGeom>
        </p:spPr>
        <p:txBody>
          <a:bodyPr anchor="ctr" anchorCtr="0">
            <a:noAutofit/>
          </a:bodyPr>
          <a:lstStyle>
            <a:lvl1pPr algn="ctr">
              <a:defRPr sz="2595">
                <a:solidFill>
                  <a:srgbClr val="000000"/>
                </a:solidFill>
              </a:defRPr>
            </a:lvl1pPr>
          </a:lstStyle>
          <a:p>
            <a:r>
              <a:rPr lang="en-US" dirty="0"/>
              <a:t>DEMO</a:t>
            </a:r>
          </a:p>
        </p:txBody>
      </p:sp>
      <p:sp>
        <p:nvSpPr>
          <p:cNvPr id="2" name="Footer Placeholder 1">
            <a:extLst>
              <a:ext uri="{FF2B5EF4-FFF2-40B4-BE49-F238E27FC236}">
                <a16:creationId xmlns:a16="http://schemas.microsoft.com/office/drawing/2014/main" id="{8A22579A-F1B5-42C9-964C-C03AC4869056}"/>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637368569"/>
      </p:ext>
    </p:extLst>
  </p:cSld>
  <p:clrMapOvr>
    <a:masterClrMapping/>
  </p:clrMapOvr>
  <p:transition>
    <p:fade/>
  </p:transition>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Demo sli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A9A2FC6-09D2-4CBB-A8B4-445680BD8200}"/>
              </a:ext>
            </a:extLst>
          </p:cNvPr>
          <p:cNvSpPr>
            <a:spLocks noGrp="1"/>
          </p:cNvSpPr>
          <p:nvPr>
            <p:ph type="title" hasCustomPrompt="1"/>
          </p:nvPr>
        </p:nvSpPr>
        <p:spPr/>
        <p:txBody>
          <a:bodyPr/>
          <a:lstStyle>
            <a:lvl1pPr>
              <a:defRPr/>
            </a:lvl1pPr>
          </a:lstStyle>
          <a:p>
            <a:r>
              <a:rPr lang="en-US"/>
              <a:t>Demo </a:t>
            </a:r>
          </a:p>
        </p:txBody>
      </p:sp>
      <p:pic>
        <p:nvPicPr>
          <p:cNvPr id="10" name="Picture 9" descr="Tablet image">
            <a:extLst>
              <a:ext uri="{FF2B5EF4-FFF2-40B4-BE49-F238E27FC236}">
                <a16:creationId xmlns:a16="http://schemas.microsoft.com/office/drawing/2014/main" id="{73CDB1EA-72FB-46B3-89D4-DEE1F2EF724A}"/>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b="1563"/>
          <a:stretch/>
        </p:blipFill>
        <p:spPr>
          <a:xfrm>
            <a:off x="250835" y="439923"/>
            <a:ext cx="8152448" cy="4703577"/>
          </a:xfrm>
          <a:prstGeom prst="rect">
            <a:avLst/>
          </a:prstGeom>
        </p:spPr>
      </p:pic>
      <p:sp>
        <p:nvSpPr>
          <p:cNvPr id="8" name="Picture Placeholder 11">
            <a:extLst>
              <a:ext uri="{FF2B5EF4-FFF2-40B4-BE49-F238E27FC236}">
                <a16:creationId xmlns:a16="http://schemas.microsoft.com/office/drawing/2014/main" id="{0473E679-3B6D-497A-A0F6-454C968B7607}"/>
              </a:ext>
            </a:extLst>
          </p:cNvPr>
          <p:cNvSpPr>
            <a:spLocks noGrp="1"/>
          </p:cNvSpPr>
          <p:nvPr>
            <p:ph type="pic" sz="quarter" idx="12" hasCustomPrompt="1"/>
          </p:nvPr>
        </p:nvSpPr>
        <p:spPr>
          <a:xfrm>
            <a:off x="1699472" y="1277120"/>
            <a:ext cx="5745057" cy="3233658"/>
          </a:xfrm>
          <a:prstGeom prst="rect">
            <a:avLst/>
          </a:prstGeom>
        </p:spPr>
        <p:txBody>
          <a:bodyPr anchor="ctr" anchorCtr="0">
            <a:noAutofit/>
          </a:bodyPr>
          <a:lstStyle>
            <a:lvl1pPr algn="ctr">
              <a:defRPr sz="2595">
                <a:solidFill>
                  <a:srgbClr val="000000"/>
                </a:solidFill>
              </a:defRPr>
            </a:lvl1pPr>
          </a:lstStyle>
          <a:p>
            <a:r>
              <a:rPr lang="en-US" dirty="0"/>
              <a:t>DEMO</a:t>
            </a:r>
          </a:p>
        </p:txBody>
      </p:sp>
      <p:sp>
        <p:nvSpPr>
          <p:cNvPr id="2" name="Footer Placeholder 1">
            <a:extLst>
              <a:ext uri="{FF2B5EF4-FFF2-40B4-BE49-F238E27FC236}">
                <a16:creationId xmlns:a16="http://schemas.microsoft.com/office/drawing/2014/main" id="{E84FE4C0-97E2-47A0-A924-D46358B22C16}"/>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922449852"/>
      </p:ext>
    </p:extLst>
  </p:cSld>
  <p:clrMapOvr>
    <a:masterClrMapping/>
  </p:clrMapOvr>
  <p:transition>
    <p:fade/>
  </p:transition>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hart layout">
    <p:spTree>
      <p:nvGrpSpPr>
        <p:cNvPr id="1" name=""/>
        <p:cNvGrpSpPr/>
        <p:nvPr/>
      </p:nvGrpSpPr>
      <p:grpSpPr>
        <a:xfrm>
          <a:off x="0" y="0"/>
          <a:ext cx="0" cy="0"/>
          <a:chOff x="0" y="0"/>
          <a:chExt cx="0" cy="0"/>
        </a:xfrm>
      </p:grpSpPr>
      <p:sp>
        <p:nvSpPr>
          <p:cNvPr id="7" name="Chart Placeholder 6"/>
          <p:cNvSpPr>
            <a:spLocks noGrp="1"/>
          </p:cNvSpPr>
          <p:nvPr>
            <p:ph type="chart" sz="quarter" idx="21"/>
          </p:nvPr>
        </p:nvSpPr>
        <p:spPr>
          <a:xfrm>
            <a:off x="341998" y="1463085"/>
            <a:ext cx="2713783"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41993"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9" name="Text Placeholder 4"/>
          <p:cNvSpPr>
            <a:spLocks noGrp="1"/>
          </p:cNvSpPr>
          <p:nvPr>
            <p:ph type="body" sz="quarter" idx="12" hasCustomPrompt="1"/>
          </p:nvPr>
        </p:nvSpPr>
        <p:spPr>
          <a:xfrm>
            <a:off x="341995" y="4460535"/>
            <a:ext cx="2713786" cy="230833"/>
          </a:xfrm>
          <a:prstGeom prst="rect">
            <a:avLst/>
          </a:prstGeom>
        </p:spPr>
        <p:txBody>
          <a:bodyPr lIns="0" tIns="0" rIns="0" bIns="0"/>
          <a:lstStyle>
            <a:lvl1pPr marL="0" indent="0">
              <a:lnSpc>
                <a:spcPct val="100000"/>
              </a:lnSpc>
              <a:spcBef>
                <a:spcPts val="649"/>
              </a:spcBef>
              <a:buFont typeface="Arial" panose="020B0604020202020204" pitchFamily="34" charset="0"/>
              <a:buNone/>
              <a:defRPr sz="735"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10/12. The quick brown fox jumps over the lazy dog.</a:t>
            </a:r>
          </a:p>
        </p:txBody>
      </p:sp>
      <p:sp>
        <p:nvSpPr>
          <p:cNvPr id="20" name="Chart Placeholder 6"/>
          <p:cNvSpPr>
            <a:spLocks noGrp="1"/>
          </p:cNvSpPr>
          <p:nvPr>
            <p:ph type="chart" sz="quarter" idx="22"/>
          </p:nvPr>
        </p:nvSpPr>
        <p:spPr>
          <a:xfrm>
            <a:off x="3227365" y="1463085"/>
            <a:ext cx="2705615"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3235533"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17" name="Text Placeholder 4"/>
          <p:cNvSpPr>
            <a:spLocks noGrp="1"/>
          </p:cNvSpPr>
          <p:nvPr>
            <p:ph type="body" sz="quarter" idx="18" hasCustomPrompt="1"/>
          </p:nvPr>
        </p:nvSpPr>
        <p:spPr>
          <a:xfrm>
            <a:off x="3227365" y="4460535"/>
            <a:ext cx="2705615" cy="230833"/>
          </a:xfrm>
          <a:prstGeom prst="rect">
            <a:avLst/>
          </a:prstGeom>
        </p:spPr>
        <p:txBody>
          <a:bodyPr vert="horz" wrap="square" lIns="0" tIns="0" rIns="0" bIns="0" rtlCol="0">
            <a:spAutoFit/>
          </a:bodyPr>
          <a:lstStyle>
            <a:lvl1pPr>
              <a:lnSpc>
                <a:spcPct val="100000"/>
              </a:lnSpc>
              <a:tabLst/>
              <a:defRPr lang="en-US" sz="735" b="0" i="0" spc="0" dirty="0" smtClean="0">
                <a:solidFill>
                  <a:srgbClr val="000000"/>
                </a:solidFill>
                <a:latin typeface="+mn-lt"/>
              </a:defRPr>
            </a:lvl1pPr>
          </a:lstStyle>
          <a:p>
            <a:pPr lvl="0"/>
            <a:r>
              <a:rPr lang="en-US"/>
              <a:t>Caption body copy Segoe UI Regular 10/12. The quick brown fox jumps over the lazy dog.</a:t>
            </a:r>
          </a:p>
        </p:txBody>
      </p:sp>
      <p:sp>
        <p:nvSpPr>
          <p:cNvPr id="21" name="Chart Placeholder 6"/>
          <p:cNvSpPr>
            <a:spLocks noGrp="1"/>
          </p:cNvSpPr>
          <p:nvPr>
            <p:ph type="chart" sz="quarter" idx="23"/>
          </p:nvPr>
        </p:nvSpPr>
        <p:spPr>
          <a:xfrm>
            <a:off x="6104560" y="1463085"/>
            <a:ext cx="2717288"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104561" y="4460535"/>
            <a:ext cx="2705615" cy="230833"/>
          </a:xfrm>
          <a:prstGeom prst="rect">
            <a:avLst/>
          </a:prstGeom>
        </p:spPr>
        <p:txBody>
          <a:bodyPr vert="horz" wrap="square" lIns="0" tIns="0" rIns="0" bIns="0" rtlCol="0">
            <a:spAutoFit/>
          </a:bodyPr>
          <a:lstStyle>
            <a:lvl1pPr>
              <a:lnSpc>
                <a:spcPct val="100000"/>
              </a:lnSpc>
              <a:tabLst/>
              <a:defRPr lang="en-US" sz="735" b="0" i="0" spc="0" dirty="0" smtClean="0">
                <a:solidFill>
                  <a:srgbClr val="000000"/>
                </a:solidFill>
                <a:latin typeface="+mn-lt"/>
              </a:defRPr>
            </a:lvl1pPr>
          </a:lstStyle>
          <a:p>
            <a:pPr lvl="0"/>
            <a:r>
              <a:rPr lang="en-US"/>
              <a:t>Caption body copy Segoe UI Regular 10/12.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04560"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3" name="Footer Placeholder 1">
            <a:extLst>
              <a:ext uri="{FF2B5EF4-FFF2-40B4-BE49-F238E27FC236}">
                <a16:creationId xmlns:a16="http://schemas.microsoft.com/office/drawing/2014/main" id="{FA5328AC-6A58-453B-9802-C4F04C292953}"/>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
        <p:nvSpPr>
          <p:cNvPr id="5" name="Title 4">
            <a:extLst>
              <a:ext uri="{FF2B5EF4-FFF2-40B4-BE49-F238E27FC236}">
                <a16:creationId xmlns:a16="http://schemas.microsoft.com/office/drawing/2014/main" id="{4C72913C-59D3-4340-A6C5-32B69C2989A0}"/>
              </a:ext>
            </a:extLst>
          </p:cNvPr>
          <p:cNvSpPr>
            <a:spLocks noGrp="1"/>
          </p:cNvSpPr>
          <p:nvPr>
            <p:ph type="title"/>
          </p:nvPr>
        </p:nvSpPr>
        <p:spPr/>
        <p:txBody>
          <a:bodyPr/>
          <a:lstStyle/>
          <a:p>
            <a:r>
              <a:rPr lang="en-US"/>
              <a:t>Click to edit Master title style</a:t>
            </a:r>
            <a:endParaRPr lang="fr-FR"/>
          </a:p>
        </p:txBody>
      </p:sp>
    </p:spTree>
    <p:extLst>
      <p:ext uri="{BB962C8B-B14F-4D97-AF65-F5344CB8AC3E}">
        <p14:creationId xmlns:p14="http://schemas.microsoft.com/office/powerpoint/2010/main" val="127529594"/>
      </p:ext>
    </p:extLst>
  </p:cSld>
  <p:clrMapOvr>
    <a:masterClrMapping/>
  </p:clrMapOvr>
  <p:transition>
    <p:fade/>
  </p:transition>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abl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9320125-45A4-4C74-9D99-B161A1AC8C9F}"/>
              </a:ext>
            </a:extLst>
          </p:cNvPr>
          <p:cNvSpPr>
            <a:spLocks noGrp="1"/>
          </p:cNvSpPr>
          <p:nvPr>
            <p:ph type="title"/>
          </p:nvPr>
        </p:nvSpPr>
        <p:spPr/>
        <p:txBody>
          <a:bodyPr/>
          <a:lstStyle/>
          <a:p>
            <a:r>
              <a:rPr lang="en-US"/>
              <a:t>Click to edit Master title style</a:t>
            </a:r>
          </a:p>
        </p:txBody>
      </p:sp>
      <p:sp>
        <p:nvSpPr>
          <p:cNvPr id="4" name="Table Placeholder 3"/>
          <p:cNvSpPr>
            <a:spLocks noGrp="1"/>
          </p:cNvSpPr>
          <p:nvPr>
            <p:ph type="tbl" sz="quarter" idx="10"/>
          </p:nvPr>
        </p:nvSpPr>
        <p:spPr>
          <a:xfrm>
            <a:off x="313983" y="2724922"/>
            <a:ext cx="8507865" cy="456279"/>
          </a:xfrm>
          <a:prstGeom prst="rect">
            <a:avLst/>
          </a:prstGeom>
        </p:spPr>
        <p:txBody>
          <a:bodyPr anchor="ctr" anchorCtr="0"/>
          <a:lstStyle>
            <a:lvl1pPr algn="ctr">
              <a:defRPr sz="1765"/>
            </a:lvl1pPr>
          </a:lstStyle>
          <a:p>
            <a:r>
              <a:rPr lang="en-US"/>
              <a:t>Click icon to add table</a:t>
            </a:r>
            <a:endParaRPr lang="en-US" dirty="0"/>
          </a:p>
        </p:txBody>
      </p:sp>
      <p:sp>
        <p:nvSpPr>
          <p:cNvPr id="2" name="Footer Placeholder 1">
            <a:extLst>
              <a:ext uri="{FF2B5EF4-FFF2-40B4-BE49-F238E27FC236}">
                <a16:creationId xmlns:a16="http://schemas.microsoft.com/office/drawing/2014/main" id="{71E5784C-2CDD-4699-AC34-0D913D75C715}"/>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807911247"/>
      </p:ext>
    </p:extLst>
  </p:cSld>
  <p:clrMapOvr>
    <a:masterClrMapping/>
  </p:clrMapOvr>
  <p:transition>
    <p:fade/>
  </p:transition>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Lab exercise layout -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two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lvl="1"/>
            <a:r>
              <a:rPr lang="en-US"/>
              <a:t>Body copy Segoe UI </a:t>
            </a:r>
            <a:r>
              <a:rPr lang="en-US" err="1"/>
              <a:t>Semibold</a:t>
            </a:r>
            <a:r>
              <a:rPr lang="en-US"/>
              <a:t> 20/24. </a:t>
            </a:r>
          </a:p>
          <a:p>
            <a:pPr lvl="1"/>
            <a:r>
              <a:rPr lang="en-US"/>
              <a:t>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324068" y="2235543"/>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2638425"/>
            <a:ext cx="4076826"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753193" y="2638425"/>
            <a:ext cx="4076826"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6E88CC05-5984-4661-94A2-4BD7378D4A33}"/>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874333117"/>
      </p:ext>
    </p:extLst>
  </p:cSld>
  <p:clrMapOvr>
    <a:masterClrMapping/>
  </p:clrMapOvr>
  <p:transition>
    <p:fade/>
  </p:transition>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Lab exercise layout -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324068" y="1092672"/>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3208158"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6092251"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7A1D06E4-7443-4456-ADAE-C55531420538}"/>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065534003"/>
      </p:ext>
    </p:extLst>
  </p:cSld>
  <p:clrMapOvr>
    <a:masterClrMapping/>
  </p:clrMapOvr>
  <p:transition>
    <p:fade/>
  </p:transition>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Lab exercise layout - 3">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324068" y="1092672"/>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3208158"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6092251"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9" name="Text Placeholder 3">
            <a:extLst>
              <a:ext uri="{FF2B5EF4-FFF2-40B4-BE49-F238E27FC236}">
                <a16:creationId xmlns:a16="http://schemas.microsoft.com/office/drawing/2014/main" id="{E6D80433-266B-4248-A258-DDF54D650DFC}"/>
              </a:ext>
            </a:extLst>
          </p:cNvPr>
          <p:cNvSpPr>
            <a:spLocks noGrp="1"/>
          </p:cNvSpPr>
          <p:nvPr>
            <p:ph type="body" sz="quarter" idx="19"/>
          </p:nvPr>
        </p:nvSpPr>
        <p:spPr>
          <a:xfrm>
            <a:off x="324068"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1CFB4F84-2AE0-40B1-A3E4-5505E85C8B2E}"/>
              </a:ext>
            </a:extLst>
          </p:cNvPr>
          <p:cNvSpPr>
            <a:spLocks noGrp="1"/>
          </p:cNvSpPr>
          <p:nvPr>
            <p:ph type="body" sz="quarter" idx="20"/>
          </p:nvPr>
        </p:nvSpPr>
        <p:spPr>
          <a:xfrm>
            <a:off x="3208158"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11" name="Text Placeholder 3">
            <a:extLst>
              <a:ext uri="{FF2B5EF4-FFF2-40B4-BE49-F238E27FC236}">
                <a16:creationId xmlns:a16="http://schemas.microsoft.com/office/drawing/2014/main" id="{E6BF108F-CD54-497C-81CA-E67ED2BA7279}"/>
              </a:ext>
            </a:extLst>
          </p:cNvPr>
          <p:cNvSpPr>
            <a:spLocks noGrp="1"/>
          </p:cNvSpPr>
          <p:nvPr>
            <p:ph type="body" sz="quarter" idx="21"/>
          </p:nvPr>
        </p:nvSpPr>
        <p:spPr>
          <a:xfrm>
            <a:off x="6092251"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B097EA0F-56BD-4B59-86D1-C17851D8F2FF}"/>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572121094"/>
      </p:ext>
    </p:extLst>
  </p:cSld>
  <p:clrMapOvr>
    <a:masterClrMapping/>
  </p:clrMapOvr>
  <p:transition>
    <p:fade/>
  </p:transition>
  <p:hf sldNum="0"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ext option_2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p:nvCxnSpPr>
        <p:spPr>
          <a:xfrm>
            <a:off x="1176558" y="2000315"/>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2235543"/>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3F2E7435-DA42-4296-B846-4E91740D178D}"/>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396122205"/>
      </p:ext>
    </p:extLst>
  </p:cSld>
  <p:clrMapOvr>
    <a:masterClrMapping/>
  </p:clrMapOvr>
  <p:transition>
    <p:fade/>
  </p:transition>
  <p:hf sldNum="0"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ext option_3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p:nvCxnSpPr>
        <p:spPr>
          <a:xfrm>
            <a:off x="1176558" y="1837731"/>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910167"/>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p:nvCxnSpPr>
        <p:spPr>
          <a:xfrm>
            <a:off x="1176558" y="2655109"/>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72766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7A2B48ED-C92C-41E9-BE87-4EFFC1455674}"/>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341018794"/>
      </p:ext>
    </p:extLst>
  </p:cSld>
  <p:clrMapOvr>
    <a:masterClrMapping/>
  </p:clrMapOvr>
  <p:transition>
    <p:fade/>
  </p:transition>
  <p:hf sldNum="0"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ext option_4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p:nvCxnSpPr>
        <p:spPr>
          <a:xfrm>
            <a:off x="1176558" y="1869630"/>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910167"/>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6" name="Text Placeholder 4"/>
          <p:cNvSpPr>
            <a:spLocks noGrp="1"/>
          </p:cNvSpPr>
          <p:nvPr>
            <p:ph type="body" sz="quarter" idx="17" hasCustomPrompt="1"/>
          </p:nvPr>
        </p:nvSpPr>
        <p:spPr>
          <a:xfrm>
            <a:off x="1176558" y="272766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8" name="Text Placeholder 4"/>
          <p:cNvSpPr>
            <a:spLocks noGrp="1"/>
          </p:cNvSpPr>
          <p:nvPr>
            <p:ph type="body" sz="quarter" idx="19" hasCustomPrompt="1"/>
          </p:nvPr>
        </p:nvSpPr>
        <p:spPr>
          <a:xfrm>
            <a:off x="1176558" y="3545156"/>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84CDC89F-49F0-4D24-9E6F-B7B972EB3B8F}"/>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005398301"/>
      </p:ext>
    </p:extLst>
  </p:cSld>
  <p:clrMapOvr>
    <a:masterClrMapping/>
  </p:clrMapOvr>
  <p:transition>
    <p:fade/>
  </p:transition>
  <p:hf sldNum="0"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ext option_5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8C7A5BA-6D5F-4F89-8133-5E7B5AFA5388}"/>
              </a:ext>
              <a:ext uri="{C183D7F6-B498-43B3-948B-1728B52AA6E4}">
                <adec:decorative xmlns:adec="http://schemas.microsoft.com/office/drawing/2017/decorative" val="1"/>
              </a:ext>
            </a:extLst>
          </p:cNvPr>
          <p:cNvCxnSpPr>
            <a:cxnSpLocks/>
          </p:cNvCxnSpPr>
          <p:nvPr/>
        </p:nvCxnSpPr>
        <p:spPr>
          <a:xfrm>
            <a:off x="1176558" y="1809718"/>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85413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CBD0695E-5B97-44BE-B0A8-F9214D354151}"/>
              </a:ext>
              <a:ext uri="{C183D7F6-B498-43B3-948B-1728B52AA6E4}">
                <adec:decorative xmlns:adec="http://schemas.microsoft.com/office/drawing/2017/decorative" val="1"/>
              </a:ext>
            </a:extLst>
          </p:cNvPr>
          <p:cNvCxnSpPr>
            <a:cxnSpLocks/>
          </p:cNvCxnSpPr>
          <p:nvPr/>
        </p:nvCxnSpPr>
        <p:spPr>
          <a:xfrm>
            <a:off x="1176558" y="2571069"/>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615593"/>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D602F602-8AD2-44FB-96AC-197B0B03616F}"/>
              </a:ext>
              <a:ext uri="{C183D7F6-B498-43B3-948B-1728B52AA6E4}">
                <adec:decorative xmlns:adec="http://schemas.microsoft.com/office/drawing/2017/decorative" val="1"/>
              </a:ext>
            </a:extLst>
          </p:cNvPr>
          <p:cNvCxnSpPr>
            <a:cxnSpLocks/>
          </p:cNvCxnSpPr>
          <p:nvPr/>
        </p:nvCxnSpPr>
        <p:spPr>
          <a:xfrm>
            <a:off x="1176558" y="3332422"/>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176558" y="3377053"/>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p:nvCxnSpPr>
        <p:spPr>
          <a:xfrm>
            <a:off x="1176558" y="4093775"/>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176558" y="413851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4ED2AB97-27A5-4C49-966A-5D75D13B8CC2}"/>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64358610"/>
      </p:ext>
    </p:extLst>
  </p:cSld>
  <p:clrMapOvr>
    <a:masterClrMapping/>
  </p:clrMapOvr>
  <p:transition>
    <p:fade/>
  </p:transition>
  <p:hf sldNum="0"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ext option_6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six rows</a:t>
            </a:r>
          </a:p>
        </p:txBody>
      </p:sp>
      <p:sp>
        <p:nvSpPr>
          <p:cNvPr id="5" name="Text Placeholder 4"/>
          <p:cNvSpPr>
            <a:spLocks noGrp="1"/>
          </p:cNvSpPr>
          <p:nvPr>
            <p:ph type="body" sz="quarter" idx="11" hasCustomPrompt="1"/>
          </p:nvPr>
        </p:nvSpPr>
        <p:spPr>
          <a:xfrm>
            <a:off x="1042096" y="1092672"/>
            <a:ext cx="7787924" cy="546336"/>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p:nvCxnSpPr>
        <p:spPr>
          <a:xfrm>
            <a:off x="1052327" y="1683379"/>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042096" y="1727497"/>
            <a:ext cx="7787924" cy="546336"/>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p:nvCxnSpPr>
        <p:spPr>
          <a:xfrm>
            <a:off x="1052327" y="2318112"/>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042096" y="2362321"/>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p:nvCxnSpPr>
        <p:spPr>
          <a:xfrm>
            <a:off x="1052327" y="2952846"/>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042096" y="2997146"/>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p:nvCxnSpPr>
        <p:spPr>
          <a:xfrm>
            <a:off x="1052327" y="3587580"/>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042096" y="3631970"/>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p:nvCxnSpPr>
        <p:spPr>
          <a:xfrm>
            <a:off x="1052327" y="4222313"/>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1042096" y="4266794"/>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EA2F36BF-4C66-4F60-9687-8A7789E05AB2}"/>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63095531"/>
      </p:ext>
    </p:extLst>
  </p:cSld>
  <p:clrMapOvr>
    <a:masterClrMapping/>
  </p:clrMapOvr>
  <p:transition>
    <p:fade/>
  </p:transition>
  <p:hf sldNum="0"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ext option- Text thre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 &amp; two columns</a:t>
            </a:r>
          </a:p>
        </p:txBody>
      </p:sp>
      <p:sp>
        <p:nvSpPr>
          <p:cNvPr id="5" name="Text Placeholder 4"/>
          <p:cNvSpPr>
            <a:spLocks noGrp="1"/>
          </p:cNvSpPr>
          <p:nvPr>
            <p:ph type="body" sz="quarter" idx="11" hasCustomPrompt="1"/>
          </p:nvPr>
        </p:nvSpPr>
        <p:spPr>
          <a:xfrm>
            <a:off x="1176558" y="1092672"/>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B2BC2D45-166A-42A4-BFA4-B0E61DE53CD1}"/>
              </a:ext>
              <a:ext uri="{C183D7F6-B498-43B3-948B-1728B52AA6E4}">
                <adec:decorative xmlns:adec="http://schemas.microsoft.com/office/drawing/2017/decorative" val="1"/>
              </a:ext>
            </a:extLst>
          </p:cNvPr>
          <p:cNvCxnSpPr>
            <a:cxnSpLocks/>
          </p:cNvCxnSpPr>
          <p:nvPr/>
        </p:nvCxnSpPr>
        <p:spPr>
          <a:xfrm>
            <a:off x="1176559" y="2156331"/>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2266089"/>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C17E5589-50A4-4ADA-A3D2-DFB8558FE78E}"/>
              </a:ext>
              <a:ext uri="{C183D7F6-B498-43B3-948B-1728B52AA6E4}">
                <adec:decorative xmlns:adec="http://schemas.microsoft.com/office/drawing/2017/decorative" val="1"/>
              </a:ext>
            </a:extLst>
          </p:cNvPr>
          <p:cNvCxnSpPr>
            <a:cxnSpLocks/>
          </p:cNvCxnSpPr>
          <p:nvPr/>
        </p:nvCxnSpPr>
        <p:spPr>
          <a:xfrm>
            <a:off x="1176559" y="332974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3439505"/>
            <a:ext cx="3295062" cy="953901"/>
          </a:xfrm>
        </p:spPr>
        <p:txBody>
          <a:bodyPr wrap="square" lIns="0" tIns="0" rIns="0" bIns="0" anchor="t">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5534956" y="1092672"/>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599F4609-3CD7-4077-B992-04F71C504EF4}"/>
              </a:ext>
              <a:ext uri="{C183D7F6-B498-43B3-948B-1728B52AA6E4}">
                <adec:decorative xmlns:adec="http://schemas.microsoft.com/office/drawing/2017/decorative" val="1"/>
              </a:ext>
            </a:extLst>
          </p:cNvPr>
          <p:cNvCxnSpPr>
            <a:cxnSpLocks/>
          </p:cNvCxnSpPr>
          <p:nvPr/>
        </p:nvCxnSpPr>
        <p:spPr>
          <a:xfrm>
            <a:off x="5534959" y="2156331"/>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5534956" y="2266089"/>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C2F439E-21AC-47A7-8FF2-2B3B30023C2D}"/>
              </a:ext>
              <a:ext uri="{C183D7F6-B498-43B3-948B-1728B52AA6E4}">
                <adec:decorative xmlns:adec="http://schemas.microsoft.com/office/drawing/2017/decorative" val="1"/>
              </a:ext>
            </a:extLst>
          </p:cNvPr>
          <p:cNvCxnSpPr>
            <a:cxnSpLocks/>
          </p:cNvCxnSpPr>
          <p:nvPr/>
        </p:nvCxnSpPr>
        <p:spPr>
          <a:xfrm>
            <a:off x="5534959" y="332974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5534956" y="3439505"/>
            <a:ext cx="3295062" cy="953901"/>
          </a:xfrm>
        </p:spPr>
        <p:txBody>
          <a:bodyPr wrap="square" lIns="0" tIns="0" rIns="0" bIns="0" anchor="t">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 name="Footer Placeholder 1">
            <a:extLst>
              <a:ext uri="{FF2B5EF4-FFF2-40B4-BE49-F238E27FC236}">
                <a16:creationId xmlns:a16="http://schemas.microsoft.com/office/drawing/2014/main" id="{AFC478E9-3BC1-400C-AA34-1E1599FAEDDC}"/>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976964837"/>
      </p:ext>
    </p:extLst>
  </p:cSld>
  <p:clrMapOvr>
    <a:masterClrMapping/>
  </p:clrMapOvr>
  <p:transition>
    <p:fade/>
  </p:transition>
  <p:hf sldNum="0"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ext option- Text fiv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 &amp; two columns</a:t>
            </a:r>
          </a:p>
        </p:txBody>
      </p:sp>
      <p:sp>
        <p:nvSpPr>
          <p:cNvPr id="5" name="Text Placeholder 4"/>
          <p:cNvSpPr>
            <a:spLocks noGrp="1"/>
          </p:cNvSpPr>
          <p:nvPr>
            <p:ph type="body" sz="quarter" idx="11" hasCustomPrompt="1"/>
          </p:nvPr>
        </p:nvSpPr>
        <p:spPr>
          <a:xfrm>
            <a:off x="1176558" y="109267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99FD6DBF-9FC0-43E4-BB25-187F987ED548}"/>
              </a:ext>
              <a:ext uri="{C183D7F6-B498-43B3-948B-1728B52AA6E4}">
                <adec:decorative xmlns:adec="http://schemas.microsoft.com/office/drawing/2017/decorative" val="1"/>
              </a:ext>
            </a:extLst>
          </p:cNvPr>
          <p:cNvCxnSpPr>
            <a:cxnSpLocks/>
          </p:cNvCxnSpPr>
          <p:nvPr/>
        </p:nvCxnSpPr>
        <p:spPr>
          <a:xfrm>
            <a:off x="1176559" y="180971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85413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BCEDF675-8A34-4183-9100-9743BB5854C2}"/>
              </a:ext>
              <a:ext uri="{C183D7F6-B498-43B3-948B-1728B52AA6E4}">
                <adec:decorative xmlns:adec="http://schemas.microsoft.com/office/drawing/2017/decorative" val="1"/>
              </a:ext>
            </a:extLst>
          </p:cNvPr>
          <p:cNvCxnSpPr>
            <a:cxnSpLocks/>
          </p:cNvCxnSpPr>
          <p:nvPr/>
        </p:nvCxnSpPr>
        <p:spPr>
          <a:xfrm>
            <a:off x="1176559" y="2571069"/>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61559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389062B4-E38A-48D0-9FC3-A198B27C2B9D}"/>
              </a:ext>
              <a:ext uri="{C183D7F6-B498-43B3-948B-1728B52AA6E4}">
                <adec:decorative xmlns:adec="http://schemas.microsoft.com/office/drawing/2017/decorative" val="1"/>
              </a:ext>
            </a:extLst>
          </p:cNvPr>
          <p:cNvCxnSpPr>
            <a:cxnSpLocks/>
          </p:cNvCxnSpPr>
          <p:nvPr/>
        </p:nvCxnSpPr>
        <p:spPr>
          <a:xfrm>
            <a:off x="1176559" y="3332422"/>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176558" y="337705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FBA8527-2F9F-46AE-A168-2E369F0A4E4C}"/>
              </a:ext>
              <a:ext uri="{C183D7F6-B498-43B3-948B-1728B52AA6E4}">
                <adec:decorative xmlns:adec="http://schemas.microsoft.com/office/drawing/2017/decorative" val="1"/>
              </a:ext>
            </a:extLst>
          </p:cNvPr>
          <p:cNvCxnSpPr>
            <a:cxnSpLocks/>
          </p:cNvCxnSpPr>
          <p:nvPr/>
        </p:nvCxnSpPr>
        <p:spPr>
          <a:xfrm>
            <a:off x="1176559" y="4093775"/>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176558" y="4138512"/>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5534956" y="109267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1" name="Straight Connector 20">
            <a:extLst>
              <a:ext uri="{FF2B5EF4-FFF2-40B4-BE49-F238E27FC236}">
                <a16:creationId xmlns:a16="http://schemas.microsoft.com/office/drawing/2014/main" id="{8B458FFC-8336-43D5-A0E5-A4CEF85D5F6D}"/>
              </a:ext>
              <a:ext uri="{C183D7F6-B498-43B3-948B-1728B52AA6E4}">
                <adec:decorative xmlns:adec="http://schemas.microsoft.com/office/drawing/2017/decorative" val="1"/>
              </a:ext>
            </a:extLst>
          </p:cNvPr>
          <p:cNvCxnSpPr>
            <a:cxnSpLocks/>
          </p:cNvCxnSpPr>
          <p:nvPr/>
        </p:nvCxnSpPr>
        <p:spPr>
          <a:xfrm>
            <a:off x="5534959" y="180971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5534956" y="185413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2" name="Straight Connector 21">
            <a:extLst>
              <a:ext uri="{FF2B5EF4-FFF2-40B4-BE49-F238E27FC236}">
                <a16:creationId xmlns:a16="http://schemas.microsoft.com/office/drawing/2014/main" id="{A8128678-7D34-47E0-BE94-ECE7CD383DD9}"/>
              </a:ext>
              <a:ext uri="{C183D7F6-B498-43B3-948B-1728B52AA6E4}">
                <adec:decorative xmlns:adec="http://schemas.microsoft.com/office/drawing/2017/decorative" val="1"/>
              </a:ext>
            </a:extLst>
          </p:cNvPr>
          <p:cNvCxnSpPr>
            <a:cxnSpLocks/>
          </p:cNvCxnSpPr>
          <p:nvPr/>
        </p:nvCxnSpPr>
        <p:spPr>
          <a:xfrm>
            <a:off x="5534959" y="2571069"/>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5534956" y="261559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3" name="Straight Connector 22">
            <a:extLst>
              <a:ext uri="{FF2B5EF4-FFF2-40B4-BE49-F238E27FC236}">
                <a16:creationId xmlns:a16="http://schemas.microsoft.com/office/drawing/2014/main" id="{70E98085-E858-4C10-983A-14182332938A}"/>
              </a:ext>
              <a:ext uri="{C183D7F6-B498-43B3-948B-1728B52AA6E4}">
                <adec:decorative xmlns:adec="http://schemas.microsoft.com/office/drawing/2017/decorative" val="1"/>
              </a:ext>
            </a:extLst>
          </p:cNvPr>
          <p:cNvCxnSpPr>
            <a:cxnSpLocks/>
          </p:cNvCxnSpPr>
          <p:nvPr/>
        </p:nvCxnSpPr>
        <p:spPr>
          <a:xfrm>
            <a:off x="5534959" y="3332422"/>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2" name="Text Placeholder 4">
            <a:extLst>
              <a:ext uri="{FF2B5EF4-FFF2-40B4-BE49-F238E27FC236}">
                <a16:creationId xmlns:a16="http://schemas.microsoft.com/office/drawing/2014/main" id="{234777AC-02E0-4220-86CD-507697625215}"/>
              </a:ext>
            </a:extLst>
          </p:cNvPr>
          <p:cNvSpPr>
            <a:spLocks noGrp="1"/>
          </p:cNvSpPr>
          <p:nvPr>
            <p:ph type="body" sz="quarter" idx="34" hasCustomPrompt="1"/>
          </p:nvPr>
        </p:nvSpPr>
        <p:spPr>
          <a:xfrm>
            <a:off x="5534956" y="337705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4" name="Straight Connector 23">
            <a:extLst>
              <a:ext uri="{FF2B5EF4-FFF2-40B4-BE49-F238E27FC236}">
                <a16:creationId xmlns:a16="http://schemas.microsoft.com/office/drawing/2014/main" id="{683B0E2A-4AAD-468F-8AFA-306B72CCD47E}"/>
              </a:ext>
              <a:ext uri="{C183D7F6-B498-43B3-948B-1728B52AA6E4}">
                <adec:decorative xmlns:adec="http://schemas.microsoft.com/office/drawing/2017/decorative" val="1"/>
              </a:ext>
            </a:extLst>
          </p:cNvPr>
          <p:cNvCxnSpPr>
            <a:cxnSpLocks/>
          </p:cNvCxnSpPr>
          <p:nvPr/>
        </p:nvCxnSpPr>
        <p:spPr>
          <a:xfrm>
            <a:off x="5534959" y="4093775"/>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3" name="Text Placeholder 4">
            <a:extLst>
              <a:ext uri="{FF2B5EF4-FFF2-40B4-BE49-F238E27FC236}">
                <a16:creationId xmlns:a16="http://schemas.microsoft.com/office/drawing/2014/main" id="{74535A38-66F8-4A7C-9C33-D0D74D7212FB}"/>
              </a:ext>
            </a:extLst>
          </p:cNvPr>
          <p:cNvSpPr>
            <a:spLocks noGrp="1"/>
          </p:cNvSpPr>
          <p:nvPr>
            <p:ph type="body" sz="quarter" idx="35" hasCustomPrompt="1"/>
          </p:nvPr>
        </p:nvSpPr>
        <p:spPr>
          <a:xfrm>
            <a:off x="5534956" y="4138512"/>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 name="Footer Placeholder 1">
            <a:extLst>
              <a:ext uri="{FF2B5EF4-FFF2-40B4-BE49-F238E27FC236}">
                <a16:creationId xmlns:a16="http://schemas.microsoft.com/office/drawing/2014/main" id="{C7FD0CAD-A9AA-414D-8022-E74A70833154}"/>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505660964"/>
      </p:ext>
    </p:extLst>
  </p:cSld>
  <p:clrMapOvr>
    <a:masterClrMapping/>
  </p:clrMapOvr>
  <p:transition>
    <p:fade/>
  </p:transition>
  <p:hf sldNum="0"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wo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13983" y="1092992"/>
            <a:ext cx="4184200"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313982" y="1971147"/>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4672014" y="1971147"/>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4646919" y="1092992"/>
            <a:ext cx="4179601"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313982" y="2748347"/>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4672014" y="2748348"/>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313982" y="3525549"/>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4672014" y="3525549"/>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p:nvCxnSpPr>
        <p:spPr>
          <a:xfrm>
            <a:off x="313982" y="2649525"/>
            <a:ext cx="418419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p:nvCxnSpPr>
        <p:spPr>
          <a:xfrm>
            <a:off x="313982" y="3426725"/>
            <a:ext cx="418419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p:ph type="title"/>
          </p:nvPr>
        </p:nvSpPr>
        <p:spPr>
          <a:xfrm>
            <a:off x="313982" y="330371"/>
            <a:ext cx="8505951" cy="510147"/>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p:nvCxnSpPr>
        <p:spPr>
          <a:xfrm>
            <a:off x="4672012" y="2649525"/>
            <a:ext cx="415399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p:nvCxnSpPr>
        <p:spPr>
          <a:xfrm>
            <a:off x="4672012" y="3426725"/>
            <a:ext cx="415399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96EF592D-EEA7-47F4-9146-7AA8A3F44C47}"/>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966790996"/>
      </p:ext>
    </p:extLst>
  </p:cSld>
  <p:clrMapOvr>
    <a:masterClrMapping/>
  </p:clrMapOvr>
  <p:transition>
    <p:fade/>
  </p:transition>
  <p:hf sldNum="0"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hree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13982"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313983" y="1971147"/>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3227364"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7" name="Text Placeholder 4"/>
          <p:cNvSpPr>
            <a:spLocks noGrp="1"/>
          </p:cNvSpPr>
          <p:nvPr>
            <p:ph type="body" sz="quarter" idx="18" hasCustomPrompt="1"/>
          </p:nvPr>
        </p:nvSpPr>
        <p:spPr>
          <a:xfrm>
            <a:off x="3227365" y="1971147"/>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120904" y="1971147"/>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04560"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313983" y="2748347"/>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3" name="Text Placeholder 4">
            <a:extLst>
              <a:ext uri="{FF2B5EF4-FFF2-40B4-BE49-F238E27FC236}">
                <a16:creationId xmlns:a16="http://schemas.microsoft.com/office/drawing/2014/main" id="{79BC4586-7FC3-4659-9310-CCDD1B8FB8A1}"/>
              </a:ext>
            </a:extLst>
          </p:cNvPr>
          <p:cNvSpPr>
            <a:spLocks noGrp="1"/>
          </p:cNvSpPr>
          <p:nvPr>
            <p:ph type="body" sz="quarter" idx="29" hasCustomPrompt="1"/>
          </p:nvPr>
        </p:nvSpPr>
        <p:spPr>
          <a:xfrm>
            <a:off x="3227365" y="2748348"/>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6120904" y="2748348"/>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313983" y="3525549"/>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8" name="Text Placeholder 4">
            <a:extLst>
              <a:ext uri="{FF2B5EF4-FFF2-40B4-BE49-F238E27FC236}">
                <a16:creationId xmlns:a16="http://schemas.microsoft.com/office/drawing/2014/main" id="{284BF132-1328-44E8-A629-D64096388C74}"/>
              </a:ext>
            </a:extLst>
          </p:cNvPr>
          <p:cNvSpPr>
            <a:spLocks noGrp="1"/>
          </p:cNvSpPr>
          <p:nvPr>
            <p:ph type="body" sz="quarter" idx="32" hasCustomPrompt="1"/>
          </p:nvPr>
        </p:nvSpPr>
        <p:spPr>
          <a:xfrm>
            <a:off x="3227365" y="3525549"/>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6120904" y="3525549"/>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p:nvCxnSpPr>
        <p:spPr>
          <a:xfrm>
            <a:off x="313984" y="2649525"/>
            <a:ext cx="272516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p:nvCxnSpPr>
        <p:spPr>
          <a:xfrm>
            <a:off x="313984" y="3426725"/>
            <a:ext cx="272516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BF3C7B5-A8EA-4ECD-A968-2546248701F3}"/>
              </a:ext>
              <a:ext uri="{C183D7F6-B498-43B3-948B-1728B52AA6E4}">
                <adec:decorative xmlns:adec="http://schemas.microsoft.com/office/drawing/2017/decorative" val="1"/>
              </a:ext>
            </a:extLst>
          </p:cNvPr>
          <p:cNvCxnSpPr>
            <a:cxnSpLocks/>
          </p:cNvCxnSpPr>
          <p:nvPr/>
        </p:nvCxnSpPr>
        <p:spPr>
          <a:xfrm>
            <a:off x="3227785" y="26495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14FEAA1-EB50-4B84-96EB-E171DE39A0A8}"/>
              </a:ext>
              <a:ext uri="{C183D7F6-B498-43B3-948B-1728B52AA6E4}">
                <adec:decorative xmlns:adec="http://schemas.microsoft.com/office/drawing/2017/decorative" val="1"/>
              </a:ext>
            </a:extLst>
          </p:cNvPr>
          <p:cNvCxnSpPr>
            <a:cxnSpLocks/>
          </p:cNvCxnSpPr>
          <p:nvPr/>
        </p:nvCxnSpPr>
        <p:spPr>
          <a:xfrm>
            <a:off x="3227785" y="34267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p:ph type="title"/>
          </p:nvPr>
        </p:nvSpPr>
        <p:spPr>
          <a:xfrm>
            <a:off x="313982" y="330371"/>
            <a:ext cx="8505951" cy="510147"/>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p:nvCxnSpPr>
        <p:spPr>
          <a:xfrm>
            <a:off x="6120903" y="26495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p:nvCxnSpPr>
        <p:spPr>
          <a:xfrm>
            <a:off x="6120903" y="34267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B30B5A80-F666-460D-9090-8493217C8FD1}"/>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645186706"/>
      </p:ext>
    </p:extLst>
  </p:cSld>
  <p:clrMapOvr>
    <a:masterClrMapping/>
  </p:clrMapOvr>
  <p:transition>
    <p:fade/>
  </p:transition>
  <p:hf sldNum="0"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itle with graphic">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313981"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3277255"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6240529"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
        <p:nvSpPr>
          <p:cNvPr id="2" name="Footer Placeholder 1">
            <a:extLst>
              <a:ext uri="{FF2B5EF4-FFF2-40B4-BE49-F238E27FC236}">
                <a16:creationId xmlns:a16="http://schemas.microsoft.com/office/drawing/2014/main" id="{538B82E4-7444-4181-B6FE-B79D11D3EA6F}"/>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354693358"/>
      </p:ext>
    </p:extLst>
  </p:cSld>
  <p:clrMapOvr>
    <a:masterClrMapping/>
  </p:clrMapOvr>
  <p:transition>
    <p:fade/>
  </p:transition>
  <p:hf sldNum="0"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itle with graphic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313982"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2041963"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3769943"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7" name="Text Placeholder 3">
            <a:extLst>
              <a:ext uri="{FF2B5EF4-FFF2-40B4-BE49-F238E27FC236}">
                <a16:creationId xmlns:a16="http://schemas.microsoft.com/office/drawing/2014/main" id="{FFCA379A-FFA6-4179-AD94-3B9D20DBAA50}"/>
              </a:ext>
            </a:extLst>
          </p:cNvPr>
          <p:cNvSpPr>
            <a:spLocks noGrp="1"/>
          </p:cNvSpPr>
          <p:nvPr>
            <p:ph type="body" sz="quarter" idx="13"/>
          </p:nvPr>
        </p:nvSpPr>
        <p:spPr>
          <a:xfrm>
            <a:off x="5497924"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8" name="Text Placeholder 3">
            <a:extLst>
              <a:ext uri="{FF2B5EF4-FFF2-40B4-BE49-F238E27FC236}">
                <a16:creationId xmlns:a16="http://schemas.microsoft.com/office/drawing/2014/main" id="{86EE9769-6679-49C8-860D-5CACDB09DBD2}"/>
              </a:ext>
            </a:extLst>
          </p:cNvPr>
          <p:cNvSpPr>
            <a:spLocks noGrp="1"/>
          </p:cNvSpPr>
          <p:nvPr>
            <p:ph type="body" sz="quarter" idx="14"/>
          </p:nvPr>
        </p:nvSpPr>
        <p:spPr>
          <a:xfrm>
            <a:off x="7225906"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2" name="Footer Placeholder 1">
            <a:extLst>
              <a:ext uri="{FF2B5EF4-FFF2-40B4-BE49-F238E27FC236}">
                <a16:creationId xmlns:a16="http://schemas.microsoft.com/office/drawing/2014/main" id="{136AABF9-4169-453B-83D4-823782CAB5B6}"/>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88188175"/>
      </p:ext>
    </p:extLst>
  </p:cSld>
  <p:clrMapOvr>
    <a:masterClrMapping/>
  </p:clrMapOvr>
  <p:transition>
    <p:fade/>
  </p:transition>
  <p:hf sldNum="0"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rgbClr val="243A5E"/>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8830E1E-F06E-469F-9154-F8DEA4B068FE}"/>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solidFill>
                <a:schemeClr val="bg1"/>
              </a:solidFill>
            </a:endParaRPr>
          </a:p>
        </p:txBody>
      </p:sp>
      <p:pic>
        <p:nvPicPr>
          <p:cNvPr id="3" name="Picture 2" descr="A picture containing drawing&#10;&#10;Description automatically generated">
            <a:extLst>
              <a:ext uri="{FF2B5EF4-FFF2-40B4-BE49-F238E27FC236}">
                <a16:creationId xmlns:a16="http://schemas.microsoft.com/office/drawing/2014/main" id="{61A92AD1-6689-41DB-9434-AC98B39D968F}"/>
              </a:ext>
            </a:extLst>
          </p:cNvPr>
          <p:cNvPicPr>
            <a:picLocks noChangeAspect="1"/>
          </p:cNvPicPr>
          <p:nvPr/>
        </p:nvPicPr>
        <p:blipFill>
          <a:blip r:embed="rId2"/>
          <a:stretch>
            <a:fillRect/>
          </a:stretch>
        </p:blipFill>
        <p:spPr>
          <a:xfrm>
            <a:off x="102665" y="119770"/>
            <a:ext cx="1976435" cy="653814"/>
          </a:xfrm>
          <a:prstGeom prst="rect">
            <a:avLst/>
          </a:prstGeom>
        </p:spPr>
      </p:pic>
    </p:spTree>
    <p:extLst>
      <p:ext uri="{BB962C8B-B14F-4D97-AF65-F5344CB8AC3E}">
        <p14:creationId xmlns:p14="http://schemas.microsoft.com/office/powerpoint/2010/main" val="2748629270"/>
      </p:ext>
    </p:extLst>
  </p:cSld>
  <p:clrMapOvr>
    <a:masterClrMapping/>
  </p:clrMapOvr>
  <p:transition>
    <p:fade/>
  </p:transition>
  <p:hf sldNum="0"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cSld name="Section divider">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1FDE817-4581-481C-9C54-D23C2F82ACA3}"/>
              </a:ext>
            </a:extLst>
          </p:cNvPr>
          <p:cNvSpPr>
            <a:spLocks noGrp="1"/>
          </p:cNvSpPr>
          <p:nvPr>
            <p:ph type="title" hasCustomPrompt="1"/>
          </p:nvPr>
        </p:nvSpPr>
        <p:spPr>
          <a:xfrm>
            <a:off x="438913" y="2392032"/>
            <a:ext cx="6669456" cy="359436"/>
          </a:xfrm>
          <a:noFill/>
        </p:spPr>
        <p:txBody>
          <a:bodyPr wrap="square" lIns="0" tIns="0" rIns="0" bIns="0" anchor="ctr" anchorCtr="0">
            <a:spAutoFit/>
          </a:bodyPr>
          <a:lstStyle>
            <a:lvl1pPr algn="l" defTabSz="685807" rtl="0" eaLnBrk="1" latinLnBrk="0" hangingPunct="1">
              <a:lnSpc>
                <a:spcPct val="90000"/>
              </a:lnSpc>
              <a:spcBef>
                <a:spcPct val="0"/>
              </a:spcBef>
              <a:buNone/>
              <a:defRPr lang="en-US" sz="2595" b="0" kern="1200" cap="none" spc="-37" baseline="0" dirty="0">
                <a:ln w="3175">
                  <a:noFill/>
                </a:ln>
                <a:solidFill>
                  <a:schemeClr val="bg1"/>
                </a:solidFill>
                <a:effectLst/>
                <a:latin typeface="+mj-lt"/>
                <a:ea typeface="+mn-ea"/>
                <a:cs typeface="Segoe UI" pitchFamily="34" charset="0"/>
              </a:defRPr>
            </a:lvl1pPr>
          </a:lstStyle>
          <a:p>
            <a:r>
              <a:rPr lang="en-US"/>
              <a:t>Section title</a:t>
            </a:r>
          </a:p>
        </p:txBody>
      </p:sp>
      <p:sp>
        <p:nvSpPr>
          <p:cNvPr id="3" name="Footer Placeholder 1">
            <a:extLst>
              <a:ext uri="{FF2B5EF4-FFF2-40B4-BE49-F238E27FC236}">
                <a16:creationId xmlns:a16="http://schemas.microsoft.com/office/drawing/2014/main" id="{1DFB148E-6FF9-4D4C-B7D0-28ACD9A6EB3A}"/>
              </a:ext>
            </a:extLst>
          </p:cNvPr>
          <p:cNvSpPr txBox="1">
            <a:spLocks/>
          </p:cNvSpPr>
          <p:nvPr/>
        </p:nvSpPr>
        <p:spPr>
          <a:xfrm>
            <a:off x="6710187" y="4842397"/>
            <a:ext cx="2433814" cy="99899"/>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49" dirty="0"/>
          </a:p>
        </p:txBody>
      </p:sp>
    </p:spTree>
    <p:extLst>
      <p:ext uri="{BB962C8B-B14F-4D97-AF65-F5344CB8AC3E}">
        <p14:creationId xmlns:p14="http://schemas.microsoft.com/office/powerpoint/2010/main" val="928081707"/>
      </p:ext>
    </p:extLst>
  </p:cSld>
  <p:clrMapOvr>
    <a:masterClrMapping/>
  </p:clrMapOvr>
  <p:transition>
    <p:fade/>
  </p:transition>
  <p:hf sldNum="0"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cSld name="3_Title">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41996" y="2420867"/>
            <a:ext cx="1843040" cy="301769"/>
          </a:xfrm>
          <a:prstGeom prst="rect">
            <a:avLst/>
          </a:prstGeom>
        </p:spPr>
        <p:txBody>
          <a:bodyPr wrap="square" lIns="0" tIns="0" rIns="0" bIns="0" anchor="ctr">
            <a:spAutoFit/>
          </a:bodyPr>
          <a:lstStyle>
            <a:lvl1pPr>
              <a:lnSpc>
                <a:spcPts val="2307"/>
              </a:lnSpc>
              <a:defRPr sz="2019" strike="noStrike">
                <a:solidFill>
                  <a:schemeClr val="bg1"/>
                </a:solidFill>
              </a:defRPr>
            </a:lvl1pPr>
          </a:lstStyle>
          <a:p>
            <a:r>
              <a:rPr lang="en-US"/>
              <a:t>Title</a:t>
            </a:r>
          </a:p>
        </p:txBody>
      </p:sp>
      <p:sp>
        <p:nvSpPr>
          <p:cNvPr id="3" name="Footer Placeholder 1">
            <a:extLst>
              <a:ext uri="{FF2B5EF4-FFF2-40B4-BE49-F238E27FC236}">
                <a16:creationId xmlns:a16="http://schemas.microsoft.com/office/drawing/2014/main" id="{43F30B39-D760-4B18-A167-D47C32BD5B77}"/>
              </a:ext>
            </a:extLst>
          </p:cNvPr>
          <p:cNvSpPr txBox="1">
            <a:spLocks/>
          </p:cNvSpPr>
          <p:nvPr/>
        </p:nvSpPr>
        <p:spPr>
          <a:xfrm>
            <a:off x="6710187" y="4842397"/>
            <a:ext cx="2433814" cy="99899"/>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49" dirty="0"/>
          </a:p>
        </p:txBody>
      </p:sp>
    </p:spTree>
    <p:extLst>
      <p:ext uri="{BB962C8B-B14F-4D97-AF65-F5344CB8AC3E}">
        <p14:creationId xmlns:p14="http://schemas.microsoft.com/office/powerpoint/2010/main" val="3855920394"/>
      </p:ext>
    </p:extLst>
  </p:cSld>
  <p:clrMapOvr>
    <a:masterClrMapping/>
  </p:clrMapOvr>
  <p:transition>
    <p:fade/>
  </p:transition>
  <p:hf sldNum="0" hdr="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type="tx">
  <p:cSld name="1_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313982" y="1092674"/>
            <a:ext cx="8505951" cy="14757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23581977"/>
      </p:ext>
    </p:extLst>
  </p:cSld>
  <p:clrMapOvr>
    <a:masterClrMapping/>
  </p:clrMapOvr>
  <p:hf sldNum="0" hdr="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p:cSld name="Section title 2">
    <p:bg>
      <p:bgPr>
        <a:solidFill>
          <a:schemeClr val="bg2"/>
        </a:solidFill>
        <a:effectLst/>
      </p:bgPr>
    </p:bg>
    <p:spTree>
      <p:nvGrpSpPr>
        <p:cNvPr id="1" name=""/>
        <p:cNvGrpSpPr/>
        <p:nvPr/>
      </p:nvGrpSpPr>
      <p:grpSpPr>
        <a:xfrm>
          <a:off x="0" y="0"/>
          <a:ext cx="0" cy="0"/>
          <a:chOff x="0" y="0"/>
          <a:chExt cx="0" cy="0"/>
        </a:xfrm>
      </p:grpSpPr>
      <p:sp>
        <p:nvSpPr>
          <p:cNvPr id="3" name="Title 35"/>
          <p:cNvSpPr>
            <a:spLocks noGrp="1"/>
          </p:cNvSpPr>
          <p:nvPr>
            <p:ph type="title" hasCustomPrompt="1"/>
          </p:nvPr>
        </p:nvSpPr>
        <p:spPr>
          <a:xfrm>
            <a:off x="341996" y="706270"/>
            <a:ext cx="5590982" cy="2668643"/>
          </a:xfrm>
          <a:prstGeom prst="rect">
            <a:avLst/>
          </a:prstGeom>
          <a:noFill/>
        </p:spPr>
        <p:txBody>
          <a:bodyPr vert="horz" wrap="square" lIns="0" tIns="0" rIns="0" bIns="0" rtlCol="0" anchor="t" anchorCtr="0">
            <a:noAutofit/>
          </a:bodyPr>
          <a:lstStyle>
            <a:lvl1pPr>
              <a:defRPr lang="en-US" sz="3460" spc="-36" baseline="0" dirty="0">
                <a:solidFill>
                  <a:srgbClr val="FFFFFF"/>
                </a:solidFill>
              </a:defRPr>
            </a:lvl1pPr>
          </a:lstStyle>
          <a:p>
            <a:pPr marL="0" lvl="0">
              <a:lnSpc>
                <a:spcPts val="4037"/>
              </a:lnSpc>
            </a:pPr>
            <a:r>
              <a:rPr lang="en-US"/>
              <a:t>Section title</a:t>
            </a:r>
          </a:p>
        </p:txBody>
      </p:sp>
    </p:spTree>
    <p:extLst>
      <p:ext uri="{BB962C8B-B14F-4D97-AF65-F5344CB8AC3E}">
        <p14:creationId xmlns:p14="http://schemas.microsoft.com/office/powerpoint/2010/main" val="2520819017"/>
      </p:ext>
    </p:extLst>
  </p:cSld>
  <p:clrMapOvr>
    <a:overrideClrMapping bg1="dk1" tx1="lt1" bg2="dk2" tx2="lt2" accent1="accent1" accent2="accent2" accent3="accent3" accent4="accent4" accent5="accent5" accent6="accent6" hlink="hlink" folHlink="folHlink"/>
  </p:clrMapOvr>
  <p:transition>
    <p:fade/>
  </p:transition>
  <p:hf sldNum="0" hdr="0" ftr="0" dt="0"/>
</p:sldLayout>
</file>

<file path=ppt/slideLayouts/slideLayout49.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0118241"/>
      </p:ext>
    </p:extLst>
  </p:cSld>
  <p:clrMapOvr>
    <a:masterClrMapping/>
  </p:clrMapOvr>
  <p:transition>
    <p:fade/>
  </p:transition>
  <p:hf sldNum="0" hdr="0" ftr="0" dt="0"/>
  <p:extLst>
    <p:ext uri="{DCECCB84-F9BA-43D5-87BE-67443E8EF086}">
      <p15:sldGuideLst xmlns:p15="http://schemas.microsoft.com/office/powerpoint/2012/main">
        <p15:guide id="1" orient="horz" pos="1272">
          <p15:clr>
            <a:srgbClr val="5ACBF0"/>
          </p15:clr>
        </p15:guide>
        <p15:guide id="2" orient="horz" pos="904">
          <p15:clr>
            <a:srgbClr val="5ACBF0"/>
          </p15:clr>
        </p15:guide>
        <p15:guide id="3" orient="horz" pos="288">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cSld name="1_Title Slide">
    <p:bg>
      <p:bgPr>
        <a:solidFill>
          <a:srgbClr val="E8E6DF"/>
        </a:solidFill>
        <a:effectLst/>
      </p:bgPr>
    </p:bg>
    <p:spTree>
      <p:nvGrpSpPr>
        <p:cNvPr id="1" name=""/>
        <p:cNvGrpSpPr/>
        <p:nvPr/>
      </p:nvGrpSpPr>
      <p:grpSpPr>
        <a:xfrm>
          <a:off x="0" y="0"/>
          <a:ext cx="0" cy="0"/>
          <a:chOff x="0" y="0"/>
          <a:chExt cx="0" cy="0"/>
        </a:xfrm>
      </p:grpSpPr>
      <p:pic>
        <p:nvPicPr>
          <p:cNvPr id="7" name="MS logo gray - EMF" descr="Microsoft logo, gray text version">
            <a:extLst>
              <a:ext uri="{FF2B5EF4-FFF2-40B4-BE49-F238E27FC236}">
                <a16:creationId xmlns:a16="http://schemas.microsoft.com/office/drawing/2014/main" id="{7B930E7F-5B91-31B0-B67D-DB8C41E881CF}"/>
              </a:ext>
            </a:extLst>
          </p:cNvPr>
          <p:cNvPicPr>
            <a:picLocks noChangeAspect="1"/>
          </p:cNvPicPr>
          <p:nvPr/>
        </p:nvPicPr>
        <p:blipFill>
          <a:blip r:embed="rId2"/>
          <a:stretch>
            <a:fillRect/>
          </a:stretch>
        </p:blipFill>
        <p:spPr bwMode="black">
          <a:xfrm>
            <a:off x="438150" y="439342"/>
            <a:ext cx="1024830" cy="219456"/>
          </a:xfrm>
          <a:prstGeom prst="rect">
            <a:avLst/>
          </a:prstGeom>
        </p:spPr>
      </p:pic>
      <p:sp>
        <p:nvSpPr>
          <p:cNvPr id="3" name="Title 1">
            <a:extLst>
              <a:ext uri="{FF2B5EF4-FFF2-40B4-BE49-F238E27FC236}">
                <a16:creationId xmlns:a16="http://schemas.microsoft.com/office/drawing/2014/main" id="{3E21C31D-925C-53B5-2E40-C54FF245B41E}"/>
              </a:ext>
            </a:extLst>
          </p:cNvPr>
          <p:cNvSpPr>
            <a:spLocks noGrp="1"/>
          </p:cNvSpPr>
          <p:nvPr>
            <p:ph type="title" hasCustomPrompt="1"/>
          </p:nvPr>
        </p:nvSpPr>
        <p:spPr>
          <a:xfrm>
            <a:off x="427435" y="2680113"/>
            <a:ext cx="4265216" cy="814967"/>
          </a:xfrm>
          <a:noFill/>
        </p:spPr>
        <p:txBody>
          <a:bodyPr wrap="square" lIns="0" tIns="0" rIns="0" bIns="0" anchor="b" anchorCtr="0">
            <a:spAutoFit/>
          </a:bodyPr>
          <a:lstStyle>
            <a:lvl1pPr>
              <a:defRPr sz="2942" b="0" i="0" spc="-37" baseline="0">
                <a:solidFill>
                  <a:schemeClr val="tx1"/>
                </a:solidFill>
                <a:latin typeface="+mn-lt"/>
                <a:cs typeface="Segoe UI" panose="020B0502040204020203" pitchFamily="34" charset="0"/>
              </a:defRPr>
            </a:lvl1pPr>
          </a:lstStyle>
          <a:p>
            <a:r>
              <a:rPr lang="en-US"/>
              <a:t>Event name or </a:t>
            </a:r>
            <a:br>
              <a:rPr lang="en-US"/>
            </a:br>
            <a:r>
              <a:rPr lang="en-US"/>
              <a:t>presentation title </a:t>
            </a:r>
          </a:p>
        </p:txBody>
      </p:sp>
      <p:sp>
        <p:nvSpPr>
          <p:cNvPr id="6" name="Text Placeholder 4">
            <a:extLst>
              <a:ext uri="{FF2B5EF4-FFF2-40B4-BE49-F238E27FC236}">
                <a16:creationId xmlns:a16="http://schemas.microsoft.com/office/drawing/2014/main" id="{1DDA2A08-4E66-0E3E-D138-C376487FF5F2}"/>
              </a:ext>
            </a:extLst>
          </p:cNvPr>
          <p:cNvSpPr>
            <a:spLocks noGrp="1"/>
          </p:cNvSpPr>
          <p:nvPr>
            <p:ph type="body" sz="quarter" idx="13" hasCustomPrompt="1"/>
          </p:nvPr>
        </p:nvSpPr>
        <p:spPr>
          <a:xfrm>
            <a:off x="3567113" y="4834890"/>
            <a:ext cx="1234440" cy="115416"/>
          </a:xfrm>
          <a:prstGeom prst="rect">
            <a:avLst/>
          </a:prstGeom>
          <a:noFill/>
        </p:spPr>
        <p:txBody>
          <a:bodyPr wrap="square" lIns="0" tIns="0" rIns="0" bIns="0">
            <a:spAutoFit/>
          </a:bodyPr>
          <a:lstStyle>
            <a:lvl1pPr marL="0" indent="0">
              <a:spcBef>
                <a:spcPts val="0"/>
              </a:spcBef>
              <a:buNone/>
              <a:defRPr sz="735" spc="0" baseline="0">
                <a:solidFill>
                  <a:schemeClr val="tx1"/>
                </a:solidFill>
                <a:latin typeface="+mn-lt"/>
                <a:cs typeface="Segoe UI" panose="020B0502040204020203" pitchFamily="34" charset="0"/>
              </a:defRPr>
            </a:lvl1pPr>
          </a:lstStyle>
          <a:p>
            <a:pPr lvl="0"/>
            <a:r>
              <a:rPr lang="en-US"/>
              <a:t>Date</a:t>
            </a:r>
          </a:p>
        </p:txBody>
      </p:sp>
      <p:sp>
        <p:nvSpPr>
          <p:cNvPr id="2" name="Footer Placeholder 2">
            <a:extLst>
              <a:ext uri="{FF2B5EF4-FFF2-40B4-BE49-F238E27FC236}">
                <a16:creationId xmlns:a16="http://schemas.microsoft.com/office/drawing/2014/main" id="{85BED6C2-A7E0-FF4A-9938-5E97C08B8C9F}"/>
              </a:ext>
            </a:extLst>
          </p:cNvPr>
          <p:cNvSpPr txBox="1">
            <a:spLocks/>
          </p:cNvSpPr>
          <p:nvPr/>
        </p:nvSpPr>
        <p:spPr>
          <a:xfrm>
            <a:off x="434579"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416136476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1_Section slide">
    <p:bg>
      <p:bgPr>
        <a:solidFill>
          <a:srgbClr val="E8E6DF"/>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427435" y="2592639"/>
            <a:ext cx="4758929" cy="407484"/>
          </a:xfrm>
          <a:noFill/>
        </p:spPr>
        <p:txBody>
          <a:bodyPr wrap="square" lIns="0" tIns="0" rIns="0" bIns="0" anchor="b" anchorCtr="0">
            <a:spAutoFit/>
          </a:bodyPr>
          <a:lstStyle>
            <a:lvl1pPr>
              <a:defRPr sz="2942" b="0" i="0" spc="-37" baseline="0">
                <a:solidFill>
                  <a:schemeClr val="tx1"/>
                </a:solidFill>
                <a:latin typeface="+mn-lt"/>
                <a:cs typeface="Segoe UI" panose="020B0502040204020203" pitchFamily="34" charset="0"/>
              </a:defRPr>
            </a:lvl1pPr>
          </a:lstStyle>
          <a:p>
            <a:r>
              <a:rPr lang="en-US"/>
              <a:t>Section divider title</a:t>
            </a:r>
          </a:p>
        </p:txBody>
      </p:sp>
    </p:spTree>
    <p:extLst>
      <p:ext uri="{BB962C8B-B14F-4D97-AF65-F5344CB8AC3E}">
        <p14:creationId xmlns:p14="http://schemas.microsoft.com/office/powerpoint/2010/main" val="12162518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Agenda_1-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441197" y="438913"/>
            <a:ext cx="6144768" cy="369332"/>
          </a:xfrm>
        </p:spPr>
        <p:txBody>
          <a:bodyPr/>
          <a:lstStyle>
            <a:lvl1pPr>
              <a:defRPr sz="2353" b="0" i="0">
                <a:solidFill>
                  <a:schemeClr val="tx1"/>
                </a:solidFill>
                <a:latin typeface="+mj-lt"/>
                <a:cs typeface="Segoe UI Semibold" panose="020B0502040204020203" pitchFamily="34" charset="0"/>
              </a:defRPr>
            </a:lvl1pPr>
          </a:lstStyle>
          <a:p>
            <a:r>
              <a:rPr lang="en-US"/>
              <a:t>Agenda</a:t>
            </a:r>
          </a:p>
        </p:txBody>
      </p:sp>
      <p:sp>
        <p:nvSpPr>
          <p:cNvPr id="3" name="Text Placeholder 3">
            <a:extLst>
              <a:ext uri="{FF2B5EF4-FFF2-40B4-BE49-F238E27FC236}">
                <a16:creationId xmlns:a16="http://schemas.microsoft.com/office/drawing/2014/main" id="{CAC2502E-5D9F-F851-3464-EDB3AAD612FA}"/>
              </a:ext>
            </a:extLst>
          </p:cNvPr>
          <p:cNvSpPr>
            <a:spLocks noGrp="1"/>
          </p:cNvSpPr>
          <p:nvPr>
            <p:ph type="body" sz="quarter" idx="15"/>
          </p:nvPr>
        </p:nvSpPr>
        <p:spPr>
          <a:xfrm>
            <a:off x="439793" y="1363633"/>
            <a:ext cx="3775021" cy="433645"/>
          </a:xfrm>
          <a:prstGeom prst="rect">
            <a:avLst/>
          </a:prstGeom>
        </p:spPr>
        <p:txBody>
          <a:bodyPr wrap="square">
            <a:spAutoFit/>
          </a:bodyPr>
          <a:lstStyle>
            <a:lvl1pPr marL="158773" indent="-158773">
              <a:lnSpc>
                <a:spcPct val="100000"/>
              </a:lnSpc>
              <a:spcBef>
                <a:spcPts val="0"/>
              </a:spcBef>
              <a:spcAft>
                <a:spcPts val="882"/>
              </a:spcAft>
              <a:buFont typeface="Arial" panose="020B0604020202020204" pitchFamily="34" charset="0"/>
              <a:buChar char="•"/>
              <a:defRPr sz="1618">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Tree>
    <p:extLst>
      <p:ext uri="{BB962C8B-B14F-4D97-AF65-F5344CB8AC3E}">
        <p14:creationId xmlns:p14="http://schemas.microsoft.com/office/powerpoint/2010/main" val="3094474370"/>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guide id="40" pos="384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3_Agenda_2-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441197" y="438913"/>
            <a:ext cx="6144768" cy="369332"/>
          </a:xfrm>
        </p:spPr>
        <p:txBody>
          <a:bodyPr/>
          <a:lstStyle>
            <a:lvl1pPr>
              <a:defRPr sz="2353" b="0" i="0">
                <a:solidFill>
                  <a:schemeClr val="tx1"/>
                </a:solidFill>
                <a:latin typeface="+mj-lt"/>
                <a:cs typeface="Segoe UI Semibold" panose="020B0502040204020203" pitchFamily="34" charset="0"/>
              </a:defRPr>
            </a:lvl1pPr>
          </a:lstStyle>
          <a:p>
            <a:r>
              <a:rPr lang="en-US"/>
              <a:t>Agenda</a:t>
            </a:r>
          </a:p>
        </p:txBody>
      </p:sp>
      <p:cxnSp>
        <p:nvCxnSpPr>
          <p:cNvPr id="4" name="Straight Connector 3">
            <a:extLst>
              <a:ext uri="{FF2B5EF4-FFF2-40B4-BE49-F238E27FC236}">
                <a16:creationId xmlns:a16="http://schemas.microsoft.com/office/drawing/2014/main" id="{F340DCC4-9FA9-09C4-BB96-6B9979AA256C}"/>
              </a:ext>
              <a:ext uri="{C183D7F6-B498-43B3-948B-1728B52AA6E4}">
                <adec:decorative xmlns:adec="http://schemas.microsoft.com/office/drawing/2017/decorative" val="1"/>
              </a:ext>
            </a:extLst>
          </p:cNvPr>
          <p:cNvCxnSpPr>
            <a:cxnSpLocks/>
          </p:cNvCxnSpPr>
          <p:nvPr/>
        </p:nvCxnSpPr>
        <p:spPr>
          <a:xfrm>
            <a:off x="438912" y="966788"/>
            <a:ext cx="2386584" cy="0"/>
          </a:xfrm>
          <a:prstGeom prst="line">
            <a:avLst/>
          </a:prstGeom>
          <a:ln w="76200" cap="rnd">
            <a:gradFill>
              <a:gsLst>
                <a:gs pos="0">
                  <a:schemeClr val="accent3"/>
                </a:gs>
                <a:gs pos="97531">
                  <a:srgbClr val="8DC8E8"/>
                </a:gs>
                <a:gs pos="48000">
                  <a:schemeClr val="accent2"/>
                </a:gs>
                <a:gs pos="22000">
                  <a:srgbClr val="F4364C"/>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 name="Text Placeholder 3">
            <a:extLst>
              <a:ext uri="{FF2B5EF4-FFF2-40B4-BE49-F238E27FC236}">
                <a16:creationId xmlns:a16="http://schemas.microsoft.com/office/drawing/2014/main" id="{4D82F77F-F413-CFB2-A490-42936771DAD7}"/>
              </a:ext>
            </a:extLst>
          </p:cNvPr>
          <p:cNvSpPr>
            <a:spLocks noGrp="1"/>
          </p:cNvSpPr>
          <p:nvPr>
            <p:ph type="body" sz="quarter" idx="17"/>
          </p:nvPr>
        </p:nvSpPr>
        <p:spPr>
          <a:xfrm>
            <a:off x="439793" y="1363633"/>
            <a:ext cx="3539771" cy="248979"/>
          </a:xfrm>
          <a:prstGeom prst="rect">
            <a:avLst/>
          </a:prstGeom>
        </p:spPr>
        <p:txBody>
          <a:bodyPr vert="horz" wrap="square" lIns="0" tIns="0" rIns="0" bIns="0" rtlCol="0">
            <a:spAutoFit/>
          </a:bodyPr>
          <a:lstStyle>
            <a:lvl1pPr>
              <a:defRPr lang="en-US" sz="1618"/>
            </a:lvl1pPr>
          </a:lstStyle>
          <a:p>
            <a:pPr marL="158773" lvl="0" indent="-158773">
              <a:spcBef>
                <a:spcPts val="0"/>
              </a:spcBef>
              <a:spcAft>
                <a:spcPts val="882"/>
              </a:spcAft>
            </a:pPr>
            <a:r>
              <a:rPr lang="en-US"/>
              <a:t>Click to edit Master text styles</a:t>
            </a:r>
          </a:p>
        </p:txBody>
      </p:sp>
      <p:sp>
        <p:nvSpPr>
          <p:cNvPr id="6" name="Text Placeholder 3">
            <a:extLst>
              <a:ext uri="{FF2B5EF4-FFF2-40B4-BE49-F238E27FC236}">
                <a16:creationId xmlns:a16="http://schemas.microsoft.com/office/drawing/2014/main" id="{6F9FBD2C-38D6-C1BF-620A-300B1F4C5CF2}"/>
              </a:ext>
            </a:extLst>
          </p:cNvPr>
          <p:cNvSpPr>
            <a:spLocks noGrp="1"/>
          </p:cNvSpPr>
          <p:nvPr>
            <p:ph type="body" sz="quarter" idx="18"/>
          </p:nvPr>
        </p:nvSpPr>
        <p:spPr>
          <a:xfrm>
            <a:off x="5168505" y="1363633"/>
            <a:ext cx="3539771" cy="248979"/>
          </a:xfrm>
          <a:prstGeom prst="rect">
            <a:avLst/>
          </a:prstGeom>
        </p:spPr>
        <p:txBody>
          <a:bodyPr vert="horz" wrap="square" lIns="0" tIns="0" rIns="0" bIns="0" rtlCol="0">
            <a:spAutoFit/>
          </a:bodyPr>
          <a:lstStyle>
            <a:lvl1pPr>
              <a:defRPr lang="en-US" sz="1618"/>
            </a:lvl1pPr>
          </a:lstStyle>
          <a:p>
            <a:pPr marL="158773" lvl="0" indent="-158773">
              <a:spcBef>
                <a:spcPts val="0"/>
              </a:spcBef>
              <a:spcAft>
                <a:spcPts val="882"/>
              </a:spcAft>
            </a:pPr>
            <a:r>
              <a:rPr lang="en-US"/>
              <a:t>Click to edit Master text styles</a:t>
            </a:r>
          </a:p>
        </p:txBody>
      </p:sp>
    </p:spTree>
    <p:extLst>
      <p:ext uri="{BB962C8B-B14F-4D97-AF65-F5344CB8AC3E}">
        <p14:creationId xmlns:p14="http://schemas.microsoft.com/office/powerpoint/2010/main" val="195364658"/>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Presenter-BIo">
    <p:bg>
      <p:bgPr>
        <a:solidFill>
          <a:srgbClr val="E8E6D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AA94852-62BE-D975-5820-B3227B110B53}"/>
              </a:ext>
            </a:extLst>
          </p:cNvPr>
          <p:cNvSpPr/>
          <p:nvPr/>
        </p:nvSpPr>
        <p:spPr bwMode="auto">
          <a:xfrm>
            <a:off x="1" y="0"/>
            <a:ext cx="5277050" cy="5143500"/>
          </a:xfrm>
          <a:prstGeom prst="rect">
            <a:avLst/>
          </a:prstGeom>
          <a:solidFill>
            <a:srgbClr val="F4F3F5"/>
          </a:solidFill>
          <a:ln w="9525" cap="flat" cmpd="sng" algn="ctr">
            <a:noFill/>
            <a:prstDash val="solid"/>
            <a:headEnd type="none" w="med" len="med"/>
            <a:tailEnd type="none" w="med" len="med"/>
          </a:ln>
          <a:effectLst/>
        </p:spPr>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471"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6" y="438913"/>
            <a:ext cx="4311779"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D63B5AFD-1A0C-9C6A-B579-7F4B7918234D}"/>
              </a:ext>
            </a:extLst>
          </p:cNvPr>
          <p:cNvSpPr>
            <a:spLocks noGrp="1"/>
          </p:cNvSpPr>
          <p:nvPr>
            <p:ph type="pic" sz="quarter" idx="19"/>
          </p:nvPr>
        </p:nvSpPr>
        <p:spPr bwMode="ltGray">
          <a:xfrm>
            <a:off x="5665943" y="2875301"/>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78B296A1-E2FF-6AD0-056E-6FFA0EA08B6A}"/>
              </a:ext>
            </a:extLst>
          </p:cNvPr>
          <p:cNvSpPr>
            <a:spLocks noGrp="1"/>
          </p:cNvSpPr>
          <p:nvPr>
            <p:ph type="pic" sz="quarter" idx="30"/>
          </p:nvPr>
        </p:nvSpPr>
        <p:spPr bwMode="ltGray">
          <a:xfrm>
            <a:off x="7926546" y="2875301"/>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D58F4ACC-A223-94FA-AF57-8B62501B059F}"/>
              </a:ext>
            </a:extLst>
          </p:cNvPr>
          <p:cNvSpPr>
            <a:spLocks noGrp="1"/>
          </p:cNvSpPr>
          <p:nvPr>
            <p:ph type="pic" sz="quarter" idx="31"/>
          </p:nvPr>
        </p:nvSpPr>
        <p:spPr bwMode="ltGray">
          <a:xfrm>
            <a:off x="6796244" y="2875301"/>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88133D48-744E-F029-079E-2E16C2809895}"/>
              </a:ext>
            </a:extLst>
          </p:cNvPr>
          <p:cNvSpPr>
            <a:spLocks noGrp="1"/>
          </p:cNvSpPr>
          <p:nvPr>
            <p:ph type="pic" sz="quarter" idx="32"/>
          </p:nvPr>
        </p:nvSpPr>
        <p:spPr bwMode="ltGray">
          <a:xfrm>
            <a:off x="5665943" y="3899392"/>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09D3DDE-EAFB-B57D-9147-8827F7743E1A}"/>
              </a:ext>
            </a:extLst>
          </p:cNvPr>
          <p:cNvSpPr>
            <a:spLocks noGrp="1"/>
          </p:cNvSpPr>
          <p:nvPr>
            <p:ph type="pic" sz="quarter" idx="33"/>
          </p:nvPr>
        </p:nvSpPr>
        <p:spPr bwMode="ltGray">
          <a:xfrm>
            <a:off x="7926546" y="3899392"/>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DFDB12BE-8B16-4DC3-C014-945C54E8CD7D}"/>
              </a:ext>
            </a:extLst>
          </p:cNvPr>
          <p:cNvSpPr>
            <a:spLocks noGrp="1"/>
          </p:cNvSpPr>
          <p:nvPr>
            <p:ph type="pic" sz="quarter" idx="34"/>
          </p:nvPr>
        </p:nvSpPr>
        <p:spPr bwMode="ltGray">
          <a:xfrm>
            <a:off x="6796244" y="3899392"/>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50375802-7BB3-7A20-1210-E5FEEE1A56F8}"/>
              </a:ext>
            </a:extLst>
          </p:cNvPr>
          <p:cNvSpPr>
            <a:spLocks noGrp="1"/>
          </p:cNvSpPr>
          <p:nvPr>
            <p:ph type="pic" sz="quarter" idx="14" hasCustomPrompt="1"/>
          </p:nvPr>
        </p:nvSpPr>
        <p:spPr bwMode="ltGray">
          <a:xfrm>
            <a:off x="6123925" y="342900"/>
            <a:ext cx="2136776" cy="2155659"/>
          </a:xfrm>
          <a:prstGeom prst="roundRect">
            <a:avLst>
              <a:gd name="adj" fmla="val 21738"/>
            </a:avLst>
          </a:prstGeom>
          <a:blipFill>
            <a:blip r:embed="rId2"/>
            <a:stretch>
              <a:fillRect/>
            </a:stretch>
          </a:blipFill>
          <a:effectLst>
            <a:outerShdw blurRad="314198" dist="111760" dir="8040000" algn="ctr" rotWithShape="0">
              <a:schemeClr val="tx1">
                <a:alpha val="22000"/>
              </a:schemeClr>
            </a:outerShdw>
          </a:effectLst>
        </p:spPr>
        <p:txBody>
          <a:bodyPr lIns="0" tIns="0" rIns="0" bIns="1005840" anchor="ctr" anchorCtr="0">
            <a:noAutofit/>
          </a:bodyPr>
          <a:lstStyle>
            <a:lvl1pPr marL="0" indent="0" algn="ctr">
              <a:lnSpc>
                <a:spcPct val="100000"/>
              </a:lnSpc>
              <a:buNone/>
              <a:defRPr sz="471" b="1">
                <a:solidFill>
                  <a:srgbClr val="000000"/>
                </a:solidFill>
                <a:latin typeface="+mn-lt"/>
                <a:cs typeface="Segoe UI" panose="020B0502040204020203" pitchFamily="34" charset="0"/>
              </a:defRPr>
            </a:lvl1pPr>
          </a:lstStyle>
          <a:p>
            <a:r>
              <a:rPr lang="en-US" dirty="0"/>
              <a:t>Click icon to </a:t>
            </a:r>
            <a:br>
              <a:rPr lang="en-US" dirty="0"/>
            </a:br>
            <a:r>
              <a:rPr lang="en-US" dirty="0"/>
              <a:t>add your picture here</a:t>
            </a:r>
          </a:p>
        </p:txBody>
      </p:sp>
      <p:sp>
        <p:nvSpPr>
          <p:cNvPr id="7" name="Footer Placeholder 2">
            <a:extLst>
              <a:ext uri="{FF2B5EF4-FFF2-40B4-BE49-F238E27FC236}">
                <a16:creationId xmlns:a16="http://schemas.microsoft.com/office/drawing/2014/main" id="{FEE9CA35-7E2C-1B90-FD18-D2DBFD0DA24A}"/>
              </a:ext>
            </a:extLst>
          </p:cNvPr>
          <p:cNvSpPr txBox="1">
            <a:spLocks/>
          </p:cNvSpPr>
          <p:nvPr/>
        </p:nvSpPr>
        <p:spPr>
          <a:xfrm>
            <a:off x="434579"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593090509"/>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Summary page_Big headline_Learn">
    <p:bg>
      <p:bgPr>
        <a:solidFill>
          <a:srgbClr val="E8E6D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361096-DA6C-ED52-FA05-5031C6CAB2F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9144000" cy="5143500"/>
          </a:xfrm>
          <a:prstGeom prst="rect">
            <a:avLst/>
          </a:prstGeom>
        </p:spPr>
      </p:pic>
      <p:sp>
        <p:nvSpPr>
          <p:cNvPr id="5" name="Title 4">
            <a:extLst>
              <a:ext uri="{FF2B5EF4-FFF2-40B4-BE49-F238E27FC236}">
                <a16:creationId xmlns:a16="http://schemas.microsoft.com/office/drawing/2014/main" id="{22E59AFC-909D-1098-D672-A384B97467B1}"/>
              </a:ext>
            </a:extLst>
          </p:cNvPr>
          <p:cNvSpPr>
            <a:spLocks noGrp="1"/>
          </p:cNvSpPr>
          <p:nvPr>
            <p:ph type="title" hasCustomPrompt="1"/>
          </p:nvPr>
        </p:nvSpPr>
        <p:spPr>
          <a:xfrm>
            <a:off x="393812" y="1836047"/>
            <a:ext cx="7822693" cy="761747"/>
          </a:xfrm>
        </p:spPr>
        <p:txBody>
          <a:bodyPr anchor="b" anchorCtr="0"/>
          <a:lstStyle>
            <a:lvl1pPr>
              <a:defRPr sz="4854" spc="-74" baseline="0">
                <a:latin typeface="+mn-lt"/>
              </a:defRPr>
            </a:lvl1pPr>
          </a:lstStyle>
          <a:p>
            <a:r>
              <a:rPr lang="en-US"/>
              <a:t>Big headline</a:t>
            </a:r>
          </a:p>
        </p:txBody>
      </p:sp>
      <p:sp>
        <p:nvSpPr>
          <p:cNvPr id="9" name="Text Placeholder 3">
            <a:extLst>
              <a:ext uri="{FF2B5EF4-FFF2-40B4-BE49-F238E27FC236}">
                <a16:creationId xmlns:a16="http://schemas.microsoft.com/office/drawing/2014/main" id="{EAE3F76B-93DD-2A11-C7C5-3051EECE9777}"/>
              </a:ext>
            </a:extLst>
          </p:cNvPr>
          <p:cNvSpPr>
            <a:spLocks noGrp="1"/>
          </p:cNvSpPr>
          <p:nvPr>
            <p:ph type="body" sz="quarter" idx="15"/>
          </p:nvPr>
        </p:nvSpPr>
        <p:spPr>
          <a:xfrm>
            <a:off x="439792" y="3208736"/>
            <a:ext cx="3534515"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195010" indent="-94143">
              <a:spcAft>
                <a:spcPts val="0"/>
              </a:spcAft>
              <a:buFont typeface="Arial" panose="020B0604020202020204" pitchFamily="34" charset="0"/>
              <a:buChar char="•"/>
              <a:defRPr>
                <a:solidFill>
                  <a:schemeClr val="tx1"/>
                </a:solidFill>
              </a:defRPr>
            </a:lvl2pPr>
            <a:lvl3pPr marL="282429" indent="-87418">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7477A8E4-EDF0-DDB3-8098-28D44E2342D6}"/>
              </a:ext>
            </a:extLst>
          </p:cNvPr>
          <p:cNvSpPr>
            <a:spLocks noGrp="1"/>
          </p:cNvSpPr>
          <p:nvPr>
            <p:ph type="body" sz="quarter" idx="16"/>
          </p:nvPr>
        </p:nvSpPr>
        <p:spPr>
          <a:xfrm>
            <a:off x="4684807" y="3208736"/>
            <a:ext cx="2824466" cy="1201547"/>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195010" indent="-94143">
              <a:spcAft>
                <a:spcPts val="0"/>
              </a:spcAft>
              <a:buFont typeface="Arial" panose="020B0604020202020204" pitchFamily="34" charset="0"/>
              <a:buChar char="•"/>
              <a:defRPr>
                <a:solidFill>
                  <a:schemeClr val="tx1"/>
                </a:solidFill>
              </a:defRPr>
            </a:lvl2pPr>
            <a:lvl3pPr marL="282429" indent="-87418">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2" name="Footer Placeholder 2">
            <a:extLst>
              <a:ext uri="{FF2B5EF4-FFF2-40B4-BE49-F238E27FC236}">
                <a16:creationId xmlns:a16="http://schemas.microsoft.com/office/drawing/2014/main" id="{89CAA6EA-34FD-6A61-2DD4-EAAB33642A7B}"/>
              </a:ext>
            </a:extLst>
          </p:cNvPr>
          <p:cNvSpPr txBox="1">
            <a:spLocks/>
          </p:cNvSpPr>
          <p:nvPr/>
        </p:nvSpPr>
        <p:spPr>
          <a:xfrm>
            <a:off x="434579"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079296250"/>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68">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36">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6" y="438913"/>
            <a:ext cx="8260106"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439792" y="1193292"/>
            <a:ext cx="8260106"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42018786"/>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1_Title and sub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1"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11">
            <a:extLst>
              <a:ext uri="{FF2B5EF4-FFF2-40B4-BE49-F238E27FC236}">
                <a16:creationId xmlns:a16="http://schemas.microsoft.com/office/drawing/2014/main" id="{CA4E92E8-A50E-5AB4-8891-983AC58DB6A9}"/>
              </a:ext>
            </a:extLst>
          </p:cNvPr>
          <p:cNvSpPr>
            <a:spLocks noGrp="1"/>
          </p:cNvSpPr>
          <p:nvPr>
            <p:ph type="body" sz="quarter" idx="17"/>
          </p:nvPr>
        </p:nvSpPr>
        <p:spPr>
          <a:xfrm>
            <a:off x="438150" y="1040074"/>
            <a:ext cx="8258701" cy="433645"/>
          </a:xfrm>
          <a:prstGeom prst="rect">
            <a:avLst/>
          </a:prstGeom>
        </p:spPr>
        <p:txBody>
          <a:bodyPr anchor="t"/>
          <a:lstStyle>
            <a:lvl1pPr marL="0" indent="0">
              <a:spcBef>
                <a:spcPts val="0"/>
              </a:spcBef>
              <a:buNone/>
              <a:defRPr sz="1618">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3047424723"/>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1_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1"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5" name="Text Placeholder 11">
            <a:extLst>
              <a:ext uri="{FF2B5EF4-FFF2-40B4-BE49-F238E27FC236}">
                <a16:creationId xmlns:a16="http://schemas.microsoft.com/office/drawing/2014/main" id="{A790AA64-2857-089A-38D7-2F214254E968}"/>
              </a:ext>
            </a:extLst>
          </p:cNvPr>
          <p:cNvSpPr>
            <a:spLocks noGrp="1"/>
          </p:cNvSpPr>
          <p:nvPr>
            <p:ph type="body" sz="quarter" idx="17"/>
          </p:nvPr>
        </p:nvSpPr>
        <p:spPr>
          <a:xfrm>
            <a:off x="438150" y="1195616"/>
            <a:ext cx="4023168" cy="433645"/>
          </a:xfrm>
          <a:prstGeom prst="rect">
            <a:avLst/>
          </a:prstGeom>
        </p:spPr>
        <p:txBody>
          <a:bodyPr anchor="t"/>
          <a:lstStyle>
            <a:lvl1pPr marL="0" indent="0">
              <a:spcBef>
                <a:spcPts val="0"/>
              </a:spcBef>
              <a:buNone/>
              <a:defRPr sz="1618">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55AAAF14-6312-27D6-344A-FC49DD3F1116}"/>
              </a:ext>
            </a:extLst>
          </p:cNvPr>
          <p:cNvSpPr>
            <a:spLocks noGrp="1"/>
          </p:cNvSpPr>
          <p:nvPr>
            <p:ph type="body" sz="quarter" idx="15"/>
          </p:nvPr>
        </p:nvSpPr>
        <p:spPr>
          <a:xfrm>
            <a:off x="439793" y="1564324"/>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30621266"/>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2-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2" name="Text Placeholder 3">
            <a:extLst>
              <a:ext uri="{FF2B5EF4-FFF2-40B4-BE49-F238E27FC236}">
                <a16:creationId xmlns:a16="http://schemas.microsoft.com/office/drawing/2014/main" id="{53CBC165-170D-08C9-3B02-A3330AE9A5C6}"/>
              </a:ext>
            </a:extLst>
          </p:cNvPr>
          <p:cNvSpPr>
            <a:spLocks noGrp="1"/>
          </p:cNvSpPr>
          <p:nvPr>
            <p:ph type="body" sz="quarter" idx="15"/>
          </p:nvPr>
        </p:nvSpPr>
        <p:spPr>
          <a:xfrm>
            <a:off x="439792" y="1193292"/>
            <a:ext cx="3913133"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3">
            <a:extLst>
              <a:ext uri="{FF2B5EF4-FFF2-40B4-BE49-F238E27FC236}">
                <a16:creationId xmlns:a16="http://schemas.microsoft.com/office/drawing/2014/main" id="{7382E19E-C6C9-5DF7-1994-AFE741475188}"/>
              </a:ext>
            </a:extLst>
          </p:cNvPr>
          <p:cNvSpPr>
            <a:spLocks noGrp="1"/>
          </p:cNvSpPr>
          <p:nvPr>
            <p:ph type="body" sz="quarter" idx="20"/>
          </p:nvPr>
        </p:nvSpPr>
        <p:spPr>
          <a:xfrm>
            <a:off x="4690248" y="1193292"/>
            <a:ext cx="3890330"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811178806"/>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88">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2-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7" name="Text Placeholder 11">
            <a:extLst>
              <a:ext uri="{FF2B5EF4-FFF2-40B4-BE49-F238E27FC236}">
                <a16:creationId xmlns:a16="http://schemas.microsoft.com/office/drawing/2014/main" id="{B99DE518-C598-A940-A59E-AD0A05432BA4}"/>
              </a:ext>
            </a:extLst>
          </p:cNvPr>
          <p:cNvSpPr>
            <a:spLocks noGrp="1"/>
          </p:cNvSpPr>
          <p:nvPr>
            <p:ph type="body" sz="quarter" idx="16"/>
          </p:nvPr>
        </p:nvSpPr>
        <p:spPr>
          <a:xfrm>
            <a:off x="438150" y="1195616"/>
            <a:ext cx="3914775" cy="433645"/>
          </a:xfrm>
          <a:prstGeom prst="rect">
            <a:avLst/>
          </a:prstGeom>
        </p:spPr>
        <p:txBody>
          <a:bodyPr anchor="t"/>
          <a:lstStyle>
            <a:lvl1pPr marL="0" indent="0">
              <a:spcBef>
                <a:spcPts val="0"/>
              </a:spcBef>
              <a:buNone/>
              <a:defRPr sz="1618">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24E25ABE-71E1-BA48-6C8C-383755934901}"/>
              </a:ext>
            </a:extLst>
          </p:cNvPr>
          <p:cNvSpPr>
            <a:spLocks noGrp="1"/>
          </p:cNvSpPr>
          <p:nvPr>
            <p:ph type="body" sz="quarter" idx="15"/>
          </p:nvPr>
        </p:nvSpPr>
        <p:spPr>
          <a:xfrm>
            <a:off x="439792" y="1564324"/>
            <a:ext cx="3913133"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8" name="Text Placeholder 11">
            <a:extLst>
              <a:ext uri="{FF2B5EF4-FFF2-40B4-BE49-F238E27FC236}">
                <a16:creationId xmlns:a16="http://schemas.microsoft.com/office/drawing/2014/main" id="{1B7E7F6E-4D9D-5F8C-A5F0-526CA973BE99}"/>
              </a:ext>
            </a:extLst>
          </p:cNvPr>
          <p:cNvSpPr>
            <a:spLocks noGrp="1"/>
          </p:cNvSpPr>
          <p:nvPr>
            <p:ph type="body" sz="quarter" idx="19"/>
          </p:nvPr>
        </p:nvSpPr>
        <p:spPr>
          <a:xfrm>
            <a:off x="4683165" y="1195616"/>
            <a:ext cx="3914775" cy="433645"/>
          </a:xfrm>
          <a:prstGeom prst="rect">
            <a:avLst/>
          </a:prstGeom>
        </p:spPr>
        <p:txBody>
          <a:bodyPr anchor="t"/>
          <a:lstStyle>
            <a:lvl1pPr marL="0" indent="0">
              <a:spcBef>
                <a:spcPts val="0"/>
              </a:spcBef>
              <a:buNone/>
              <a:defRPr sz="1618">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37DAE155-2008-5357-51E8-E6B1FA7558C2}"/>
              </a:ext>
            </a:extLst>
          </p:cNvPr>
          <p:cNvSpPr>
            <a:spLocks noGrp="1"/>
          </p:cNvSpPr>
          <p:nvPr>
            <p:ph type="body" sz="quarter" idx="20"/>
          </p:nvPr>
        </p:nvSpPr>
        <p:spPr>
          <a:xfrm>
            <a:off x="4690248" y="1564324"/>
            <a:ext cx="389033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080035566"/>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3-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F940B0D9-7832-B819-D230-4F210761A29F}"/>
              </a:ext>
            </a:extLst>
          </p:cNvPr>
          <p:cNvSpPr>
            <a:spLocks noGrp="1"/>
          </p:cNvSpPr>
          <p:nvPr>
            <p:ph type="body" sz="quarter" idx="15"/>
          </p:nvPr>
        </p:nvSpPr>
        <p:spPr>
          <a:xfrm>
            <a:off x="439792" y="1193483"/>
            <a:ext cx="2609399"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9" name="Text Placeholder 3">
            <a:extLst>
              <a:ext uri="{FF2B5EF4-FFF2-40B4-BE49-F238E27FC236}">
                <a16:creationId xmlns:a16="http://schemas.microsoft.com/office/drawing/2014/main" id="{C0D492BA-29A5-F31A-7F93-39ADE3E5EDA1}"/>
              </a:ext>
            </a:extLst>
          </p:cNvPr>
          <p:cNvSpPr>
            <a:spLocks noGrp="1"/>
          </p:cNvSpPr>
          <p:nvPr>
            <p:ph type="body" sz="quarter" idx="16"/>
          </p:nvPr>
        </p:nvSpPr>
        <p:spPr>
          <a:xfrm>
            <a:off x="3272146" y="1193483"/>
            <a:ext cx="2609399"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36EDCFC9-DB25-88C3-92DA-E2554C14A27E}"/>
              </a:ext>
            </a:extLst>
          </p:cNvPr>
          <p:cNvSpPr>
            <a:spLocks noGrp="1"/>
          </p:cNvSpPr>
          <p:nvPr>
            <p:ph type="body" sz="quarter" idx="17"/>
          </p:nvPr>
        </p:nvSpPr>
        <p:spPr>
          <a:xfrm>
            <a:off x="6097642" y="1193483"/>
            <a:ext cx="2609399"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910774830"/>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3-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438151" y="1195616"/>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439794" y="1714501"/>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3268161" y="1195616"/>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3269804" y="1714501"/>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6098172" y="1195616"/>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6099814" y="1714501"/>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638128045"/>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3-column_Text_with Subheads-Ic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438151" y="1805885"/>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439794" y="2324769"/>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3268161" y="1805885"/>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3269804" y="2324769"/>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6098172" y="1805885"/>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6099814" y="2324769"/>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987045800"/>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2988">
          <p15:clr>
            <a:srgbClr val="FBAE40"/>
          </p15:clr>
        </p15:guide>
        <p15:guide id="42" pos="5352">
          <p15:clr>
            <a:srgbClr val="FBAE40"/>
          </p15:clr>
        </p15:guide>
        <p15:guide id="43" orient="horz" pos="1085">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2_3-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p:nvCxnSpPr>
        <p:spPr>
          <a:xfrm>
            <a:off x="1327" y="1531616"/>
            <a:ext cx="913178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438151"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438151" y="2712373"/>
            <a:ext cx="2609303"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3268161"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3269804" y="2712373"/>
            <a:ext cx="2608208"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6098172"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6099814" y="2712373"/>
            <a:ext cx="2608208"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Tree>
    <p:extLst>
      <p:ext uri="{BB962C8B-B14F-4D97-AF65-F5344CB8AC3E}">
        <p14:creationId xmlns:p14="http://schemas.microsoft.com/office/powerpoint/2010/main" val="4030203396"/>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60">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4_4-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p:nvCxnSpPr>
        <p:spPr>
          <a:xfrm>
            <a:off x="1325" y="1531616"/>
            <a:ext cx="9141714"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438151"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3268161"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6098171"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10" name="Text Placeholder 3">
            <a:extLst>
              <a:ext uri="{FF2B5EF4-FFF2-40B4-BE49-F238E27FC236}">
                <a16:creationId xmlns:a16="http://schemas.microsoft.com/office/drawing/2014/main" id="{244C1821-6346-D755-83F0-EC5D04C1AFA5}"/>
              </a:ext>
            </a:extLst>
          </p:cNvPr>
          <p:cNvSpPr>
            <a:spLocks noGrp="1"/>
          </p:cNvSpPr>
          <p:nvPr>
            <p:ph type="body" sz="quarter" idx="15"/>
          </p:nvPr>
        </p:nvSpPr>
        <p:spPr>
          <a:xfrm>
            <a:off x="438151" y="2712373"/>
            <a:ext cx="2609303"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5" name="Text Placeholder 3">
            <a:extLst>
              <a:ext uri="{FF2B5EF4-FFF2-40B4-BE49-F238E27FC236}">
                <a16:creationId xmlns:a16="http://schemas.microsoft.com/office/drawing/2014/main" id="{AE8BC1E6-3311-A73F-871A-923C49C012F0}"/>
              </a:ext>
            </a:extLst>
          </p:cNvPr>
          <p:cNvSpPr>
            <a:spLocks noGrp="1"/>
          </p:cNvSpPr>
          <p:nvPr>
            <p:ph type="body" sz="quarter" idx="23"/>
          </p:nvPr>
        </p:nvSpPr>
        <p:spPr>
          <a:xfrm>
            <a:off x="3268161" y="2712373"/>
            <a:ext cx="2609303"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6" name="Text Placeholder 3">
            <a:extLst>
              <a:ext uri="{FF2B5EF4-FFF2-40B4-BE49-F238E27FC236}">
                <a16:creationId xmlns:a16="http://schemas.microsoft.com/office/drawing/2014/main" id="{888C01D0-23FB-7438-A9BF-8E99080C98BE}"/>
              </a:ext>
            </a:extLst>
          </p:cNvPr>
          <p:cNvSpPr>
            <a:spLocks noGrp="1"/>
          </p:cNvSpPr>
          <p:nvPr>
            <p:ph type="body" sz="quarter" idx="25"/>
          </p:nvPr>
        </p:nvSpPr>
        <p:spPr>
          <a:xfrm>
            <a:off x="6098171" y="2712373"/>
            <a:ext cx="2609303"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8" name="Oval 7">
            <a:extLst>
              <a:ext uri="{FF2B5EF4-FFF2-40B4-BE49-F238E27FC236}">
                <a16:creationId xmlns:a16="http://schemas.microsoft.com/office/drawing/2014/main" id="{6E673AD2-B8AF-CC3C-D898-30292FC1719F}"/>
              </a:ext>
              <a:ext uri="{C183D7F6-B498-43B3-948B-1728B52AA6E4}">
                <adec:decorative xmlns:adec="http://schemas.microsoft.com/office/drawing/2017/decorative" val="1"/>
              </a:ext>
            </a:extLst>
          </p:cNvPr>
          <p:cNvSpPr/>
          <p:nvPr/>
        </p:nvSpPr>
        <p:spPr bwMode="auto">
          <a:xfrm>
            <a:off x="1382407" y="1157233"/>
            <a:ext cx="737196" cy="737196"/>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37356" tIns="37356" rIns="37356" bIns="37356" numCol="1" spcCol="38100" rtlCol="0" anchor="ctr">
            <a:noAutofit/>
          </a:bodyPr>
          <a:lstStyle/>
          <a:p>
            <a:pPr marL="3362" marR="0" lvl="0" indent="0" algn="l" defTabSz="303475" rtl="0" eaLnBrk="1" fontAlgn="auto" latinLnBrk="0" hangingPunct="1">
              <a:lnSpc>
                <a:spcPct val="100000"/>
              </a:lnSpc>
              <a:spcBef>
                <a:spcPts val="0"/>
              </a:spcBef>
              <a:spcAft>
                <a:spcPts val="0"/>
              </a:spcAft>
              <a:buClrTx/>
              <a:buSzTx/>
              <a:buFontTx/>
              <a:buNone/>
              <a:tabLst/>
              <a:defRPr/>
            </a:pPr>
            <a:endParaRPr kumimoji="0" lang="en-IN" sz="1177" b="0" i="0" u="none" strike="noStrike" kern="0" cap="none" spc="0" normalizeH="0" baseline="0" noProof="0" dirty="0">
              <a:ln>
                <a:noFill/>
              </a:ln>
              <a:solidFill>
                <a:srgbClr val="2F2F2F"/>
              </a:solidFill>
              <a:effectLst/>
              <a:uLnTx/>
              <a:uFillTx/>
              <a:latin typeface="Segoe UI"/>
              <a:ea typeface="+mn-ea"/>
              <a:cs typeface="Segoe UI" panose="020B0502040204020203" pitchFamily="34" charset="0"/>
            </a:endParaRPr>
          </a:p>
        </p:txBody>
      </p:sp>
      <p:sp>
        <p:nvSpPr>
          <p:cNvPr id="9" name="Oval 8">
            <a:extLst>
              <a:ext uri="{FF2B5EF4-FFF2-40B4-BE49-F238E27FC236}">
                <a16:creationId xmlns:a16="http://schemas.microsoft.com/office/drawing/2014/main" id="{56859B90-45D2-D990-09AA-8F85B79F1077}"/>
              </a:ext>
              <a:ext uri="{C183D7F6-B498-43B3-948B-1728B52AA6E4}">
                <adec:decorative xmlns:adec="http://schemas.microsoft.com/office/drawing/2017/decorative" val="1"/>
              </a:ext>
            </a:extLst>
          </p:cNvPr>
          <p:cNvSpPr/>
          <p:nvPr/>
        </p:nvSpPr>
        <p:spPr bwMode="auto">
          <a:xfrm>
            <a:off x="4203401" y="1157233"/>
            <a:ext cx="737196" cy="737196"/>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37356" tIns="37356" rIns="37356" bIns="37356" numCol="1" spcCol="38100" rtlCol="0" anchor="ctr">
            <a:noAutofit/>
          </a:bodyPr>
          <a:lstStyle/>
          <a:p>
            <a:pPr marL="3362" marR="0" lvl="0" indent="0" algn="l" defTabSz="303475" rtl="0" eaLnBrk="1" fontAlgn="auto" latinLnBrk="0" hangingPunct="1">
              <a:lnSpc>
                <a:spcPct val="100000"/>
              </a:lnSpc>
              <a:spcBef>
                <a:spcPts val="0"/>
              </a:spcBef>
              <a:spcAft>
                <a:spcPts val="0"/>
              </a:spcAft>
              <a:buClrTx/>
              <a:buSzTx/>
              <a:buFontTx/>
              <a:buNone/>
              <a:tabLst/>
              <a:defRPr/>
            </a:pPr>
            <a:endParaRPr kumimoji="0" lang="en-IN" sz="1177" b="0" i="0" u="none" strike="noStrike" kern="0" cap="none" spc="0" normalizeH="0" baseline="0" noProof="0" dirty="0">
              <a:ln>
                <a:noFill/>
              </a:ln>
              <a:solidFill>
                <a:srgbClr val="2F2F2F"/>
              </a:solidFill>
              <a:effectLst/>
              <a:uLnTx/>
              <a:uFillTx/>
              <a:latin typeface="Segoe UI"/>
              <a:ea typeface="+mn-ea"/>
              <a:cs typeface="Segoe UI" panose="020B0502040204020203" pitchFamily="34" charset="0"/>
            </a:endParaRPr>
          </a:p>
        </p:txBody>
      </p:sp>
      <p:sp>
        <p:nvSpPr>
          <p:cNvPr id="12" name="Oval 11">
            <a:extLst>
              <a:ext uri="{FF2B5EF4-FFF2-40B4-BE49-F238E27FC236}">
                <a16:creationId xmlns:a16="http://schemas.microsoft.com/office/drawing/2014/main" id="{287FE1B2-0C16-29CA-99C4-4C44A8047A50}"/>
              </a:ext>
              <a:ext uri="{C183D7F6-B498-43B3-948B-1728B52AA6E4}">
                <adec:decorative xmlns:adec="http://schemas.microsoft.com/office/drawing/2017/decorative" val="1"/>
              </a:ext>
            </a:extLst>
          </p:cNvPr>
          <p:cNvSpPr/>
          <p:nvPr/>
        </p:nvSpPr>
        <p:spPr bwMode="auto">
          <a:xfrm>
            <a:off x="7024397" y="1157233"/>
            <a:ext cx="737196" cy="737196"/>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37356" tIns="37356" rIns="37356" bIns="37356" numCol="1" spcCol="38100" rtlCol="0" anchor="ctr">
            <a:noAutofit/>
          </a:bodyPr>
          <a:lstStyle/>
          <a:p>
            <a:pPr marL="3362" marR="0" lvl="0" indent="0" algn="l" defTabSz="303475" rtl="0" eaLnBrk="1" fontAlgn="auto" latinLnBrk="0" hangingPunct="1">
              <a:lnSpc>
                <a:spcPct val="100000"/>
              </a:lnSpc>
              <a:spcBef>
                <a:spcPts val="0"/>
              </a:spcBef>
              <a:spcAft>
                <a:spcPts val="0"/>
              </a:spcAft>
              <a:buClrTx/>
              <a:buSzTx/>
              <a:buFontTx/>
              <a:buNone/>
              <a:tabLst/>
              <a:defRPr/>
            </a:pPr>
            <a:endParaRPr kumimoji="0" lang="en-IN" sz="1177" b="0" i="0" u="none" strike="noStrike" kern="0" cap="none" spc="0" normalizeH="0" baseline="0" noProof="0" dirty="0">
              <a:ln>
                <a:noFill/>
              </a:ln>
              <a:solidFill>
                <a:srgbClr val="2F2F2F"/>
              </a:solidFill>
              <a:effectLst/>
              <a:uLnTx/>
              <a:uFillTx/>
              <a:latin typeface="Segoe UI"/>
              <a:ea typeface="+mn-ea"/>
              <a:cs typeface="Segoe UI" panose="020B0502040204020203" pitchFamily="34" charset="0"/>
            </a:endParaRPr>
          </a:p>
        </p:txBody>
      </p:sp>
    </p:spTree>
    <p:extLst>
      <p:ext uri="{BB962C8B-B14F-4D97-AF65-F5344CB8AC3E}">
        <p14:creationId xmlns:p14="http://schemas.microsoft.com/office/powerpoint/2010/main" val="1576553037"/>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32">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36">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1-column_Callou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6" y="438913"/>
            <a:ext cx="8283704"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3048000" y="1185863"/>
            <a:ext cx="5651897" cy="332304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6" name="Text Placeholder 11">
            <a:extLst>
              <a:ext uri="{FF2B5EF4-FFF2-40B4-BE49-F238E27FC236}">
                <a16:creationId xmlns:a16="http://schemas.microsoft.com/office/drawing/2014/main" id="{BA3E60F0-F025-04E8-0E46-71699A62E435}"/>
              </a:ext>
            </a:extLst>
          </p:cNvPr>
          <p:cNvSpPr>
            <a:spLocks noGrp="1"/>
          </p:cNvSpPr>
          <p:nvPr>
            <p:ph type="body" sz="quarter" idx="16"/>
          </p:nvPr>
        </p:nvSpPr>
        <p:spPr>
          <a:xfrm>
            <a:off x="438151" y="1195617"/>
            <a:ext cx="2380607"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4D105096-7BC3-1383-8EE1-744002B706B2}"/>
              </a:ext>
            </a:extLst>
          </p:cNvPr>
          <p:cNvSpPr>
            <a:spLocks noGrp="1"/>
          </p:cNvSpPr>
          <p:nvPr>
            <p:ph type="body" sz="quarter" idx="15"/>
          </p:nvPr>
        </p:nvSpPr>
        <p:spPr>
          <a:xfrm>
            <a:off x="439793" y="1564324"/>
            <a:ext cx="2379608" cy="1201547"/>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195010" indent="-94143">
              <a:spcAft>
                <a:spcPts val="0"/>
              </a:spcAft>
              <a:buFont typeface="Arial" panose="020B0604020202020204" pitchFamily="34" charset="0"/>
              <a:buChar char="•"/>
              <a:defRPr>
                <a:solidFill>
                  <a:schemeClr val="tx1"/>
                </a:solidFill>
              </a:defRPr>
            </a:lvl2pPr>
            <a:lvl3pPr marL="282429" indent="-87418">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943264826"/>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439792" y="3734161"/>
            <a:ext cx="3913133"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4690248" y="3734161"/>
            <a:ext cx="3890330"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D54F7E24-0716-000F-A23E-D45713ECDD7E}"/>
              </a:ext>
            </a:extLst>
          </p:cNvPr>
          <p:cNvSpPr>
            <a:spLocks noGrp="1"/>
          </p:cNvSpPr>
          <p:nvPr>
            <p:ph type="pic" sz="quarter" idx="21" hasCustomPrompt="1"/>
          </p:nvPr>
        </p:nvSpPr>
        <p:spPr bwMode="ltGray">
          <a:xfrm>
            <a:off x="0" y="864574"/>
            <a:ext cx="9144000" cy="2583476"/>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 name="Title 1">
            <a:extLst>
              <a:ext uri="{FF2B5EF4-FFF2-40B4-BE49-F238E27FC236}">
                <a16:creationId xmlns:a16="http://schemas.microsoft.com/office/drawing/2014/main" id="{64830DA7-1CDF-18F6-E151-AAB776959AA8}"/>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2735610664"/>
      </p:ext>
    </p:extLst>
  </p:cSld>
  <p:clrMapOvr>
    <a:masterClrMapping/>
  </p:clrMapOvr>
  <p:transition>
    <p:fade/>
  </p:transition>
  <p:hf sldNum="0" hdr="0" ftr="0" dt="0"/>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Top horizontal photo">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439792" y="3734161"/>
            <a:ext cx="3913133"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4690248" y="3734161"/>
            <a:ext cx="3890330"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2" name="Picture Placeholder" descr="This photo is a 'placeholder' only. Drag or drop your photo here, or click and tap the center to insert a photo.">
            <a:extLst>
              <a:ext uri="{FF2B5EF4-FFF2-40B4-BE49-F238E27FC236}">
                <a16:creationId xmlns:a16="http://schemas.microsoft.com/office/drawing/2014/main" id="{E6FC6DD5-F717-45AB-C65A-E483E17C4FEC}"/>
              </a:ext>
            </a:extLst>
          </p:cNvPr>
          <p:cNvSpPr>
            <a:spLocks noGrp="1"/>
          </p:cNvSpPr>
          <p:nvPr>
            <p:ph type="pic" sz="quarter" idx="21" hasCustomPrompt="1"/>
          </p:nvPr>
        </p:nvSpPr>
        <p:spPr bwMode="ltGray">
          <a:xfrm>
            <a:off x="0" y="0"/>
            <a:ext cx="9144000" cy="344805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Tree>
    <p:extLst>
      <p:ext uri="{BB962C8B-B14F-4D97-AF65-F5344CB8AC3E}">
        <p14:creationId xmlns:p14="http://schemas.microsoft.com/office/powerpoint/2010/main" val="1116850945"/>
      </p:ext>
    </p:extLst>
  </p:cSld>
  <p:clrMapOvr>
    <a:masterClrMapping/>
  </p:clrMapOvr>
  <p:transition>
    <p:fade/>
  </p:transition>
  <p:hf sldNum="0" hdr="0" ftr="0" dt="0"/>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Top horizontal photo, subheads, and title">
    <p:spTree>
      <p:nvGrpSpPr>
        <p:cNvPr id="1" name=""/>
        <p:cNvGrpSpPr/>
        <p:nvPr/>
      </p:nvGrpSpPr>
      <p:grpSpPr>
        <a:xfrm>
          <a:off x="0" y="0"/>
          <a:ext cx="0" cy="0"/>
          <a:chOff x="0" y="0"/>
          <a:chExt cx="0" cy="0"/>
        </a:xfrm>
      </p:grpSpPr>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438150" y="3717078"/>
            <a:ext cx="4023322" cy="320409"/>
          </a:xfrm>
          <a:prstGeom prst="rect">
            <a:avLst/>
          </a:prstGeom>
        </p:spPr>
        <p:txBody>
          <a:bodyPr anchor="t"/>
          <a:lstStyle>
            <a:lvl1pPr marL="0" indent="0">
              <a:spcBef>
                <a:spcPts val="0"/>
              </a:spcBef>
              <a:buNone/>
              <a:defRPr sz="882">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439792" y="4018083"/>
            <a:ext cx="4021634" cy="297774"/>
          </a:xfrm>
          <a:prstGeom prst="rect">
            <a:avLst/>
          </a:prstGeom>
        </p:spPr>
        <p:txBody>
          <a:bodyPr wrap="square">
            <a:spAutoFit/>
          </a:bodyPr>
          <a:lstStyle>
            <a:lvl1pPr marL="0" indent="0">
              <a:buFont typeface="Arial" panose="020B0604020202020204" pitchFamily="34" charset="0"/>
              <a:buNone/>
              <a:defRPr sz="735">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4682529" y="3717078"/>
            <a:ext cx="4017368" cy="320409"/>
          </a:xfrm>
          <a:prstGeom prst="rect">
            <a:avLst/>
          </a:prstGeom>
        </p:spPr>
        <p:txBody>
          <a:bodyPr anchor="t"/>
          <a:lstStyle>
            <a:lvl1pPr marL="0" indent="0">
              <a:spcBef>
                <a:spcPts val="0"/>
              </a:spcBef>
              <a:buNone/>
              <a:defRPr sz="882">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4689326" y="4018082"/>
            <a:ext cx="4018199" cy="297774"/>
          </a:xfrm>
          <a:prstGeom prst="rect">
            <a:avLst/>
          </a:prstGeom>
        </p:spPr>
        <p:txBody>
          <a:bodyPr wrap="square">
            <a:spAutoFit/>
          </a:bodyPr>
          <a:lstStyle>
            <a:lvl1pPr marL="0" indent="0">
              <a:buFont typeface="Arial" panose="020B0604020202020204" pitchFamily="34" charset="0"/>
              <a:buNone/>
              <a:defRPr sz="735">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4" name="Title 1">
            <a:extLst>
              <a:ext uri="{FF2B5EF4-FFF2-40B4-BE49-F238E27FC236}">
                <a16:creationId xmlns:a16="http://schemas.microsoft.com/office/drawing/2014/main" id="{A1F55E03-DF85-0E93-780C-71A8898D2AD4}"/>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7" name="Picture Placeholder" descr="This photo is a 'placeholder' only. Drag or drop your photo here, or click and tap the center to insert a photo.">
            <a:extLst>
              <a:ext uri="{FF2B5EF4-FFF2-40B4-BE49-F238E27FC236}">
                <a16:creationId xmlns:a16="http://schemas.microsoft.com/office/drawing/2014/main" id="{6624839F-BBCE-45B6-246E-E8C737903DF8}"/>
              </a:ext>
            </a:extLst>
          </p:cNvPr>
          <p:cNvSpPr>
            <a:spLocks noGrp="1"/>
          </p:cNvSpPr>
          <p:nvPr>
            <p:ph type="pic" sz="quarter" idx="21" hasCustomPrompt="1"/>
          </p:nvPr>
        </p:nvSpPr>
        <p:spPr bwMode="ltGray">
          <a:xfrm>
            <a:off x="0" y="864574"/>
            <a:ext cx="9144000" cy="2583476"/>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Tree>
    <p:extLst>
      <p:ext uri="{BB962C8B-B14F-4D97-AF65-F5344CB8AC3E}">
        <p14:creationId xmlns:p14="http://schemas.microsoft.com/office/powerpoint/2010/main" val="3905482803"/>
      </p:ext>
    </p:extLst>
  </p:cSld>
  <p:clrMapOvr>
    <a:masterClrMapping/>
  </p:clrMapOvr>
  <p:transition>
    <p:fade/>
  </p:transition>
  <p:hf sldNum="0" hdr="0" ftr="0" dt="0"/>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Top horizontal photo and subhead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39E0A83-7ED9-6F5C-AEC4-5B98F5388F70}"/>
              </a:ext>
            </a:extLst>
          </p:cNvPr>
          <p:cNvSpPr/>
          <p:nvPr/>
        </p:nvSpPr>
        <p:spPr bwMode="auto">
          <a:xfrm>
            <a:off x="0" y="0"/>
            <a:ext cx="9144000" cy="3429000"/>
          </a:xfrm>
          <a:prstGeom prst="rect">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438150" y="3717078"/>
            <a:ext cx="4023322" cy="320409"/>
          </a:xfrm>
          <a:prstGeom prst="rect">
            <a:avLst/>
          </a:prstGeom>
        </p:spPr>
        <p:txBody>
          <a:bodyPr anchor="t"/>
          <a:lstStyle>
            <a:lvl1pPr marL="0" indent="0">
              <a:spcBef>
                <a:spcPts val="0"/>
              </a:spcBef>
              <a:buNone/>
              <a:defRPr sz="882">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439792" y="4018083"/>
            <a:ext cx="4021634" cy="297774"/>
          </a:xfrm>
          <a:prstGeom prst="rect">
            <a:avLst/>
          </a:prstGeom>
        </p:spPr>
        <p:txBody>
          <a:bodyPr wrap="square">
            <a:spAutoFit/>
          </a:bodyPr>
          <a:lstStyle>
            <a:lvl1pPr marL="0" indent="0">
              <a:buFont typeface="Arial" panose="020B0604020202020204" pitchFamily="34" charset="0"/>
              <a:buNone/>
              <a:defRPr sz="735">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4682529" y="3717078"/>
            <a:ext cx="4017368" cy="320409"/>
          </a:xfrm>
          <a:prstGeom prst="rect">
            <a:avLst/>
          </a:prstGeom>
        </p:spPr>
        <p:txBody>
          <a:bodyPr anchor="t"/>
          <a:lstStyle>
            <a:lvl1pPr marL="0" indent="0">
              <a:spcBef>
                <a:spcPts val="0"/>
              </a:spcBef>
              <a:buNone/>
              <a:defRPr sz="882">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4689326" y="4018082"/>
            <a:ext cx="4018199" cy="297774"/>
          </a:xfrm>
          <a:prstGeom prst="rect">
            <a:avLst/>
          </a:prstGeom>
        </p:spPr>
        <p:txBody>
          <a:bodyPr wrap="square">
            <a:spAutoFit/>
          </a:bodyPr>
          <a:lstStyle>
            <a:lvl1pPr marL="0" indent="0">
              <a:buFont typeface="Arial" panose="020B0604020202020204" pitchFamily="34" charset="0"/>
              <a:buNone/>
              <a:defRPr sz="735">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E7ADEB9F-DC30-5B40-6D59-13194450FB08}"/>
              </a:ext>
            </a:extLst>
          </p:cNvPr>
          <p:cNvSpPr>
            <a:spLocks noGrp="1"/>
          </p:cNvSpPr>
          <p:nvPr>
            <p:ph type="pic" sz="quarter" idx="21" hasCustomPrompt="1"/>
          </p:nvPr>
        </p:nvSpPr>
        <p:spPr bwMode="ltGray">
          <a:xfrm>
            <a:off x="0" y="0"/>
            <a:ext cx="9144000" cy="34290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Tree>
    <p:extLst>
      <p:ext uri="{BB962C8B-B14F-4D97-AF65-F5344CB8AC3E}">
        <p14:creationId xmlns:p14="http://schemas.microsoft.com/office/powerpoint/2010/main" val="3308049069"/>
      </p:ext>
    </p:extLst>
  </p:cSld>
  <p:clrMapOvr>
    <a:masterClrMapping/>
  </p:clrMapOvr>
  <p:transition>
    <p:fade/>
  </p:transition>
  <p:hf sldNum="0" hdr="0" ftr="0" dt="0"/>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1-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2"/>
            <a:ext cx="3533017" cy="738664"/>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8" name="Text Placeholder 11">
            <a:extLst>
              <a:ext uri="{FF2B5EF4-FFF2-40B4-BE49-F238E27FC236}">
                <a16:creationId xmlns:a16="http://schemas.microsoft.com/office/drawing/2014/main" id="{4ACB92EB-B163-EB38-0156-C028F872F1C8}"/>
              </a:ext>
            </a:extLst>
          </p:cNvPr>
          <p:cNvSpPr>
            <a:spLocks noGrp="1"/>
          </p:cNvSpPr>
          <p:nvPr>
            <p:ph type="body" sz="quarter" idx="16"/>
          </p:nvPr>
        </p:nvSpPr>
        <p:spPr>
          <a:xfrm>
            <a:off x="438151" y="1195617"/>
            <a:ext cx="3535997"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9" name="Text Placeholder 3">
            <a:extLst>
              <a:ext uri="{FF2B5EF4-FFF2-40B4-BE49-F238E27FC236}">
                <a16:creationId xmlns:a16="http://schemas.microsoft.com/office/drawing/2014/main" id="{20190326-CB8A-9A65-714A-07CD312C349A}"/>
              </a:ext>
            </a:extLst>
          </p:cNvPr>
          <p:cNvSpPr>
            <a:spLocks noGrp="1"/>
          </p:cNvSpPr>
          <p:nvPr>
            <p:ph type="body" sz="quarter" idx="15"/>
          </p:nvPr>
        </p:nvSpPr>
        <p:spPr>
          <a:xfrm>
            <a:off x="439793" y="1564324"/>
            <a:ext cx="3534514"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195010" indent="-94143">
              <a:spcAft>
                <a:spcPts val="0"/>
              </a:spcAft>
              <a:buFont typeface="Arial" panose="020B0604020202020204" pitchFamily="34" charset="0"/>
              <a:buChar char="•"/>
              <a:defRPr>
                <a:solidFill>
                  <a:schemeClr val="tx1"/>
                </a:solidFill>
              </a:defRPr>
            </a:lvl2pPr>
            <a:lvl3pPr marL="282429" indent="-87418">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7E90DBB6-E167-EFBB-7028-79615839561D}"/>
              </a:ext>
            </a:extLst>
          </p:cNvPr>
          <p:cNvSpPr>
            <a:spLocks noGrp="1"/>
          </p:cNvSpPr>
          <p:nvPr>
            <p:ph type="pic" sz="quarter" idx="19" hasCustomPrompt="1"/>
          </p:nvPr>
        </p:nvSpPr>
        <p:spPr bwMode="ltGray">
          <a:xfrm>
            <a:off x="4572000" y="0"/>
            <a:ext cx="4572000" cy="5143500"/>
          </a:xfrm>
          <a:prstGeom prst="rect">
            <a:avLst/>
          </a:prstGeom>
          <a:solidFill>
            <a:srgbClr val="F4F4F7"/>
          </a:solidFill>
        </p:spPr>
        <p:txBody>
          <a:bodyPr lIns="0" tIns="0" rIns="0" bIns="731520" anchor="ctr" anchorCtr="0">
            <a:noAutofit/>
          </a:bodyPr>
          <a:lstStyle>
            <a:lvl1pPr marL="0" indent="0" algn="ctr">
              <a:lnSpc>
                <a:spcPct val="100000"/>
              </a:lnSpc>
              <a:buNone/>
              <a:defRPr sz="882"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a:p>
            <a:endParaRPr lang="en-US" dirty="0"/>
          </a:p>
          <a:p>
            <a:endParaRPr lang="en-US" dirty="0"/>
          </a:p>
        </p:txBody>
      </p:sp>
    </p:spTree>
    <p:extLst>
      <p:ext uri="{BB962C8B-B14F-4D97-AF65-F5344CB8AC3E}">
        <p14:creationId xmlns:p14="http://schemas.microsoft.com/office/powerpoint/2010/main" val="3790082210"/>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6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68">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2-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5436267" cy="369332"/>
          </a:xfrm>
        </p:spPr>
        <p:txBody>
          <a:bodyPr/>
          <a:lstStyle>
            <a:lvl1pPr>
              <a:defRPr sz="2353" b="0" i="0">
                <a:solidFill>
                  <a:srgbClr val="001F2D"/>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438151" y="1195617"/>
            <a:ext cx="2609303"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439794" y="1564324"/>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3268161" y="1195617"/>
            <a:ext cx="2609303"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3269804" y="1564324"/>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59B1DE51-5CDE-B96B-62FD-3A69CF692881}"/>
              </a:ext>
            </a:extLst>
          </p:cNvPr>
          <p:cNvSpPr>
            <a:spLocks noGrp="1"/>
          </p:cNvSpPr>
          <p:nvPr>
            <p:ph type="pic" sz="quarter" idx="19" hasCustomPrompt="1"/>
          </p:nvPr>
        </p:nvSpPr>
        <p:spPr bwMode="ltGray">
          <a:xfrm>
            <a:off x="6096000" y="0"/>
            <a:ext cx="3048000" cy="5143500"/>
          </a:xfrm>
          <a:prstGeom prst="rect">
            <a:avLst/>
          </a:prstGeom>
          <a:solidFill>
            <a:srgbClr val="F4F4F7"/>
          </a:solidFill>
        </p:spPr>
        <p:txBody>
          <a:bodyPr lIns="0" tIns="0" rIns="0" bIns="731520" anchor="ctr" anchorCtr="0">
            <a:noAutofit/>
          </a:bodyPr>
          <a:lstStyle>
            <a:lvl1pPr marL="0" indent="0" algn="ctr">
              <a:lnSpc>
                <a:spcPct val="100000"/>
              </a:lnSpc>
              <a:buNone/>
              <a:defRPr sz="882"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a:p>
            <a:endParaRPr lang="en-US" dirty="0"/>
          </a:p>
          <a:p>
            <a:endParaRPr lang="en-US" dirty="0"/>
          </a:p>
        </p:txBody>
      </p:sp>
    </p:spTree>
    <p:extLst>
      <p:ext uri="{BB962C8B-B14F-4D97-AF65-F5344CB8AC3E}">
        <p14:creationId xmlns:p14="http://schemas.microsoft.com/office/powerpoint/2010/main" val="281998502"/>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1_Two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6144768"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716CBF8D-4C8A-D667-58CE-C8A22C93DED8}"/>
              </a:ext>
            </a:extLst>
          </p:cNvPr>
          <p:cNvSpPr>
            <a:spLocks noGrp="1"/>
          </p:cNvSpPr>
          <p:nvPr>
            <p:ph type="pic" sz="quarter" idx="19" hasCustomPrompt="1"/>
          </p:nvPr>
        </p:nvSpPr>
        <p:spPr bwMode="ltGray">
          <a:xfrm>
            <a:off x="438150" y="1193483"/>
            <a:ext cx="4024314" cy="2015252"/>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18" name="Text Placeholder 11">
            <a:extLst>
              <a:ext uri="{FF2B5EF4-FFF2-40B4-BE49-F238E27FC236}">
                <a16:creationId xmlns:a16="http://schemas.microsoft.com/office/drawing/2014/main" id="{FF2BCABA-7928-0037-D0EF-38F1FAAC5362}"/>
              </a:ext>
            </a:extLst>
          </p:cNvPr>
          <p:cNvSpPr>
            <a:spLocks noGrp="1"/>
          </p:cNvSpPr>
          <p:nvPr>
            <p:ph type="body" sz="quarter" idx="16"/>
          </p:nvPr>
        </p:nvSpPr>
        <p:spPr>
          <a:xfrm>
            <a:off x="438150" y="3431329"/>
            <a:ext cx="4023322"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19" name="Text Placeholder 3">
            <a:extLst>
              <a:ext uri="{FF2B5EF4-FFF2-40B4-BE49-F238E27FC236}">
                <a16:creationId xmlns:a16="http://schemas.microsoft.com/office/drawing/2014/main" id="{1056B6E8-083F-87EA-AD66-DF2D022A2515}"/>
              </a:ext>
            </a:extLst>
          </p:cNvPr>
          <p:cNvSpPr>
            <a:spLocks noGrp="1"/>
          </p:cNvSpPr>
          <p:nvPr>
            <p:ph type="body" sz="quarter" idx="15"/>
          </p:nvPr>
        </p:nvSpPr>
        <p:spPr>
          <a:xfrm>
            <a:off x="439792" y="3732333"/>
            <a:ext cx="4021634" cy="343171"/>
          </a:xfrm>
          <a:prstGeom prst="rect">
            <a:avLst/>
          </a:prstGeom>
        </p:spPr>
        <p:txBody>
          <a:bodyPr wrap="square">
            <a:spAutoFit/>
          </a:bodyPr>
          <a:lstStyle>
            <a:lvl1pPr marL="0" indent="0">
              <a:buFont typeface="Arial" panose="020B0604020202020204" pitchFamily="34" charset="0"/>
              <a:buNone/>
              <a:defRPr sz="1030">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681538" y="1193483"/>
            <a:ext cx="4018360" cy="2015252"/>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4682529" y="3431329"/>
            <a:ext cx="40173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4689326" y="3732332"/>
            <a:ext cx="4018199" cy="343171"/>
          </a:xfrm>
          <a:prstGeom prst="rect">
            <a:avLst/>
          </a:prstGeom>
        </p:spPr>
        <p:txBody>
          <a:bodyPr wrap="square">
            <a:spAutoFit/>
          </a:bodyPr>
          <a:lstStyle>
            <a:lvl1pPr marL="0" indent="0">
              <a:buFont typeface="Arial" panose="020B0604020202020204" pitchFamily="34" charset="0"/>
              <a:buNone/>
              <a:defRPr sz="1030">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Tree>
    <p:extLst>
      <p:ext uri="{BB962C8B-B14F-4D97-AF65-F5344CB8AC3E}">
        <p14:creationId xmlns:p14="http://schemas.microsoft.com/office/powerpoint/2010/main" val="1242351711"/>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1_Three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6144768"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716CBF8D-4C8A-D667-58CE-C8A22C93DED8}"/>
              </a:ext>
            </a:extLst>
          </p:cNvPr>
          <p:cNvSpPr>
            <a:spLocks noGrp="1"/>
          </p:cNvSpPr>
          <p:nvPr>
            <p:ph type="pic" sz="quarter" idx="19" hasCustomPrompt="1"/>
          </p:nvPr>
        </p:nvSpPr>
        <p:spPr bwMode="ltGray">
          <a:xfrm>
            <a:off x="438150" y="1193483"/>
            <a:ext cx="2611041" cy="2015252"/>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18" name="Text Placeholder 11">
            <a:extLst>
              <a:ext uri="{FF2B5EF4-FFF2-40B4-BE49-F238E27FC236}">
                <a16:creationId xmlns:a16="http://schemas.microsoft.com/office/drawing/2014/main" id="{FF2BCABA-7928-0037-D0EF-38F1FAAC5362}"/>
              </a:ext>
            </a:extLst>
          </p:cNvPr>
          <p:cNvSpPr>
            <a:spLocks noGrp="1"/>
          </p:cNvSpPr>
          <p:nvPr>
            <p:ph type="body" sz="quarter" idx="16"/>
          </p:nvPr>
        </p:nvSpPr>
        <p:spPr>
          <a:xfrm>
            <a:off x="438150" y="3431329"/>
            <a:ext cx="2609303" cy="532453"/>
          </a:xfrm>
          <a:prstGeom prst="rect">
            <a:avLst/>
          </a:prstGeom>
        </p:spPr>
        <p:txBody>
          <a:bodyPr vert="horz" wrap="square" lIns="0" tIns="0" rIns="0" bIns="0" rtlCol="0" anchor="t">
            <a:spAutoFit/>
          </a:bodyPr>
          <a:lstStyle>
            <a:lvl1pPr>
              <a:defRPr lang="en-US">
                <a:latin typeface="+mj-lt"/>
              </a:defRPr>
            </a:lvl1pPr>
          </a:lstStyle>
          <a:p>
            <a:pPr marL="0" lvl="0" indent="0">
              <a:spcBef>
                <a:spcPts val="0"/>
              </a:spcBef>
              <a:buNone/>
            </a:pPr>
            <a:r>
              <a:rPr lang="en-US"/>
              <a:t>Click to edit Master text styles</a:t>
            </a:r>
          </a:p>
        </p:txBody>
      </p:sp>
      <p:sp>
        <p:nvSpPr>
          <p:cNvPr id="19" name="Text Placeholder 3">
            <a:extLst>
              <a:ext uri="{FF2B5EF4-FFF2-40B4-BE49-F238E27FC236}">
                <a16:creationId xmlns:a16="http://schemas.microsoft.com/office/drawing/2014/main" id="{1056B6E8-083F-87EA-AD66-DF2D022A2515}"/>
              </a:ext>
            </a:extLst>
          </p:cNvPr>
          <p:cNvSpPr>
            <a:spLocks noGrp="1"/>
          </p:cNvSpPr>
          <p:nvPr>
            <p:ph type="body" sz="quarter" idx="15"/>
          </p:nvPr>
        </p:nvSpPr>
        <p:spPr>
          <a:xfrm>
            <a:off x="439792" y="3732333"/>
            <a:ext cx="2608208" cy="158505"/>
          </a:xfrm>
          <a:prstGeom prst="rect">
            <a:avLst/>
          </a:prstGeom>
        </p:spPr>
        <p:txBody>
          <a:bodyPr vert="horz" wrap="square" lIns="0" tIns="0" rIns="0" bIns="0" rtlCol="0">
            <a:spAutoFit/>
          </a:bodyPr>
          <a:lstStyle>
            <a:lvl1pPr>
              <a:defRPr lang="en-US" sz="1030"/>
            </a:lvl1pPr>
          </a:lstStyle>
          <a:p>
            <a:pPr marL="0" lvl="0" indent="0">
              <a:buNone/>
            </a:pPr>
            <a:r>
              <a:rPr lang="en-US"/>
              <a:t>Click to edit Master text styles</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3265170" y="1193483"/>
            <a:ext cx="2611041" cy="2015252"/>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3281095" y="3431329"/>
            <a:ext cx="2607668" cy="532453"/>
          </a:xfrm>
          <a:prstGeom prst="rect">
            <a:avLst/>
          </a:prstGeom>
        </p:spPr>
        <p:txBody>
          <a:bodyPr vert="horz" wrap="square" lIns="0" tIns="0" rIns="0" bIns="0" rtlCol="0" anchor="t">
            <a:spAutoFit/>
          </a:bodyPr>
          <a:lstStyle>
            <a:lvl1pPr>
              <a:defRPr lang="en-US">
                <a:latin typeface="+mj-lt"/>
              </a:defRPr>
            </a:lvl1pPr>
          </a:lstStyle>
          <a:p>
            <a:pPr marL="0" lvl="0" indent="0">
              <a:spcBef>
                <a:spcPts val="0"/>
              </a:spcBef>
              <a:buNone/>
            </a:pPr>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3287891" y="3732332"/>
            <a:ext cx="2608208" cy="158505"/>
          </a:xfrm>
          <a:prstGeom prst="rect">
            <a:avLst/>
          </a:prstGeom>
        </p:spPr>
        <p:txBody>
          <a:bodyPr vert="horz" wrap="square" lIns="0" tIns="0" rIns="0" bIns="0" rtlCol="0">
            <a:spAutoFit/>
          </a:bodyPr>
          <a:lstStyle>
            <a:lvl1pPr>
              <a:defRPr lang="en-US" sz="1030"/>
            </a:lvl1pPr>
          </a:lstStyle>
          <a:p>
            <a:pPr marL="0" lvl="0" indent="0">
              <a:buNone/>
            </a:pPr>
            <a:r>
              <a:rPr lang="en-US"/>
              <a:t>Click to edit Master text styles</a:t>
            </a:r>
          </a:p>
        </p:txBody>
      </p:sp>
      <p:sp>
        <p:nvSpPr>
          <p:cNvPr id="8" name="Picture Placeholder" descr="This photo is a 'placeholder' only. Drag or drop your photo here, or click and tap the center to insert a photo.">
            <a:extLst>
              <a:ext uri="{FF2B5EF4-FFF2-40B4-BE49-F238E27FC236}">
                <a16:creationId xmlns:a16="http://schemas.microsoft.com/office/drawing/2014/main" id="{BAAE6802-21C6-E5BE-3A2D-31CF010C9EFB}"/>
              </a:ext>
            </a:extLst>
          </p:cNvPr>
          <p:cNvSpPr>
            <a:spLocks noGrp="1"/>
          </p:cNvSpPr>
          <p:nvPr>
            <p:ph type="pic" sz="quarter" idx="21" hasCustomPrompt="1"/>
          </p:nvPr>
        </p:nvSpPr>
        <p:spPr bwMode="ltGray">
          <a:xfrm>
            <a:off x="6096000" y="1193482"/>
            <a:ext cx="2614569" cy="2013120"/>
          </a:xfrm>
          <a:prstGeom prst="rect">
            <a:avLst/>
          </a:prstGeom>
          <a:solidFill>
            <a:srgbClr val="F4F4F7"/>
          </a:solidFill>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1" name="Text Placeholder 11">
            <a:extLst>
              <a:ext uri="{FF2B5EF4-FFF2-40B4-BE49-F238E27FC236}">
                <a16:creationId xmlns:a16="http://schemas.microsoft.com/office/drawing/2014/main" id="{F80D639A-857F-73A5-343B-28EC4082B8E5}"/>
              </a:ext>
            </a:extLst>
          </p:cNvPr>
          <p:cNvSpPr>
            <a:spLocks noGrp="1"/>
          </p:cNvSpPr>
          <p:nvPr>
            <p:ph type="body" sz="quarter" idx="24"/>
          </p:nvPr>
        </p:nvSpPr>
        <p:spPr>
          <a:xfrm>
            <a:off x="6100221" y="3428935"/>
            <a:ext cx="2614028" cy="532453"/>
          </a:xfrm>
          <a:prstGeom prst="rect">
            <a:avLst/>
          </a:prstGeom>
        </p:spPr>
        <p:txBody>
          <a:bodyPr vert="horz" wrap="square" lIns="0" tIns="0" rIns="0" bIns="0" rtlCol="0" anchor="t">
            <a:spAutoFit/>
          </a:bodyPr>
          <a:lstStyle>
            <a:lvl1pPr>
              <a:defRPr lang="en-US">
                <a:latin typeface="+mj-lt"/>
              </a:defRPr>
            </a:lvl1pPr>
          </a:lstStyle>
          <a:p>
            <a:pPr marL="0" lvl="0" indent="0">
              <a:spcBef>
                <a:spcPts val="0"/>
              </a:spcBef>
              <a:buNone/>
            </a:pPr>
            <a:r>
              <a:rPr lang="en-US"/>
              <a:t>Click to edit Master text styles</a:t>
            </a:r>
          </a:p>
        </p:txBody>
      </p:sp>
      <p:sp>
        <p:nvSpPr>
          <p:cNvPr id="24" name="Text Placeholder 3">
            <a:extLst>
              <a:ext uri="{FF2B5EF4-FFF2-40B4-BE49-F238E27FC236}">
                <a16:creationId xmlns:a16="http://schemas.microsoft.com/office/drawing/2014/main" id="{5712E1C1-EE18-EA11-6D06-673117B00DCD}"/>
              </a:ext>
            </a:extLst>
          </p:cNvPr>
          <p:cNvSpPr>
            <a:spLocks noGrp="1"/>
          </p:cNvSpPr>
          <p:nvPr>
            <p:ph type="body" sz="quarter" idx="34"/>
          </p:nvPr>
        </p:nvSpPr>
        <p:spPr>
          <a:xfrm>
            <a:off x="6096000" y="3730338"/>
            <a:ext cx="2614569" cy="158505"/>
          </a:xfrm>
          <a:prstGeom prst="rect">
            <a:avLst/>
          </a:prstGeom>
        </p:spPr>
        <p:txBody>
          <a:bodyPr vert="horz" wrap="square" lIns="0" tIns="0" rIns="0" bIns="0" rtlCol="0">
            <a:spAutoFit/>
          </a:bodyPr>
          <a:lstStyle>
            <a:lvl1pPr>
              <a:defRPr lang="en-US" sz="1030"/>
            </a:lvl1pPr>
          </a:lstStyle>
          <a:p>
            <a:pPr marL="0" lvl="0" indent="0">
              <a:buNone/>
            </a:pPr>
            <a:r>
              <a:rPr lang="en-US"/>
              <a:t>Click to edit Master text styles</a:t>
            </a:r>
          </a:p>
        </p:txBody>
      </p:sp>
    </p:spTree>
    <p:extLst>
      <p:ext uri="{BB962C8B-B14F-4D97-AF65-F5344CB8AC3E}">
        <p14:creationId xmlns:p14="http://schemas.microsoft.com/office/powerpoint/2010/main" val="3017182173"/>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1_Four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6144768"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4C58661F-95C1-B4E4-0A23-B8DF22E7890D}"/>
              </a:ext>
            </a:extLst>
          </p:cNvPr>
          <p:cNvSpPr>
            <a:spLocks noGrp="1"/>
          </p:cNvSpPr>
          <p:nvPr>
            <p:ph type="pic" sz="quarter" idx="19"/>
          </p:nvPr>
        </p:nvSpPr>
        <p:spPr bwMode="ltGray">
          <a:xfrm>
            <a:off x="438151" y="1713309"/>
            <a:ext cx="1903810" cy="1497807"/>
          </a:xfrm>
          <a:prstGeom prst="rect">
            <a:avLst/>
          </a:prstGeom>
          <a:solidFill>
            <a:srgbClr val="F4F4F7"/>
          </a:solidFill>
        </p:spPr>
        <p:txBody>
          <a:bodyPr lIns="0" tIns="0" rIns="0" bIns="731520" anchor="ctr" anchorCtr="0">
            <a:noAutofit/>
          </a:bodyPr>
          <a:lstStyle>
            <a:lvl1pPr marL="0" indent="0" algn="ctr">
              <a:lnSpc>
                <a:spcPct val="100000"/>
              </a:lnSpc>
              <a:buNone/>
              <a:defRPr sz="735"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8" name="Text Placeholder 11">
            <a:extLst>
              <a:ext uri="{FF2B5EF4-FFF2-40B4-BE49-F238E27FC236}">
                <a16:creationId xmlns:a16="http://schemas.microsoft.com/office/drawing/2014/main" id="{10B31DB7-7E61-84AD-6FD2-E7035923C566}"/>
              </a:ext>
            </a:extLst>
          </p:cNvPr>
          <p:cNvSpPr>
            <a:spLocks noGrp="1"/>
          </p:cNvSpPr>
          <p:nvPr>
            <p:ph type="body" sz="quarter" idx="16"/>
          </p:nvPr>
        </p:nvSpPr>
        <p:spPr>
          <a:xfrm>
            <a:off x="438151" y="3431328"/>
            <a:ext cx="1901774" cy="158505"/>
          </a:xfrm>
          <a:prstGeom prst="rect">
            <a:avLst/>
          </a:prstGeom>
        </p:spPr>
        <p:txBody>
          <a:bodyPr vert="horz" wrap="square" lIns="0" tIns="0" rIns="0" bIns="0" rtlCol="0" anchor="t">
            <a:spAutoFit/>
          </a:bodyPr>
          <a:lstStyle>
            <a:lvl1pPr>
              <a:defRPr lang="en-US" sz="1030">
                <a:latin typeface="+mj-lt"/>
              </a:defRPr>
            </a:lvl1pPr>
          </a:lstStyle>
          <a:p>
            <a:pPr marL="0" lvl="0" indent="0">
              <a:spcBef>
                <a:spcPts val="0"/>
              </a:spcBef>
              <a:buNone/>
            </a:pPr>
            <a:r>
              <a:rPr lang="en-US"/>
              <a:t>Click to edit Master text styles</a:t>
            </a:r>
          </a:p>
        </p:txBody>
      </p:sp>
      <p:sp>
        <p:nvSpPr>
          <p:cNvPr id="10" name="Text Placeholder 3">
            <a:extLst>
              <a:ext uri="{FF2B5EF4-FFF2-40B4-BE49-F238E27FC236}">
                <a16:creationId xmlns:a16="http://schemas.microsoft.com/office/drawing/2014/main" id="{EC05A197-25AD-0D46-72B3-478F9182C5B6}"/>
              </a:ext>
            </a:extLst>
          </p:cNvPr>
          <p:cNvSpPr>
            <a:spLocks noGrp="1"/>
          </p:cNvSpPr>
          <p:nvPr>
            <p:ph type="body" sz="quarter" idx="15"/>
          </p:nvPr>
        </p:nvSpPr>
        <p:spPr>
          <a:xfrm>
            <a:off x="439794" y="3732333"/>
            <a:ext cx="1900976" cy="135743"/>
          </a:xfrm>
          <a:prstGeom prst="rect">
            <a:avLst/>
          </a:prstGeom>
        </p:spPr>
        <p:txBody>
          <a:bodyPr vert="horz" wrap="square" lIns="0" tIns="0" rIns="0" bIns="0" rtlCol="0">
            <a:spAutoFit/>
          </a:bodyPr>
          <a:lstStyle>
            <a:lvl1pPr>
              <a:defRPr lang="en-US" sz="882"/>
            </a:lvl1pPr>
          </a:lstStyle>
          <a:p>
            <a:pPr marL="0" lvl="0" indent="0">
              <a:buNone/>
            </a:pPr>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FDC00AC3-107E-A09F-8DF5-09CDA496E0EE}"/>
              </a:ext>
            </a:extLst>
          </p:cNvPr>
          <p:cNvSpPr>
            <a:spLocks noGrp="1"/>
          </p:cNvSpPr>
          <p:nvPr>
            <p:ph type="pic" sz="quarter" idx="29"/>
          </p:nvPr>
        </p:nvSpPr>
        <p:spPr bwMode="ltGray">
          <a:xfrm>
            <a:off x="2571751" y="1713309"/>
            <a:ext cx="1903810" cy="1497807"/>
          </a:xfrm>
          <a:prstGeom prst="rect">
            <a:avLst/>
          </a:prstGeom>
          <a:solidFill>
            <a:srgbClr val="F4F4F7"/>
          </a:solidFill>
        </p:spPr>
        <p:txBody>
          <a:bodyPr lIns="0" tIns="0" rIns="0" bIns="731520" anchor="ctr" anchorCtr="0">
            <a:noAutofit/>
          </a:bodyPr>
          <a:lstStyle>
            <a:lvl1pPr marL="0" indent="0" algn="ctr">
              <a:lnSpc>
                <a:spcPct val="100000"/>
              </a:lnSpc>
              <a:buNone/>
              <a:defRPr sz="735"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11" name="Text Placeholder 11">
            <a:extLst>
              <a:ext uri="{FF2B5EF4-FFF2-40B4-BE49-F238E27FC236}">
                <a16:creationId xmlns:a16="http://schemas.microsoft.com/office/drawing/2014/main" id="{5E8CE4D2-B387-0A2B-B7D1-7F14B8920487}"/>
              </a:ext>
            </a:extLst>
          </p:cNvPr>
          <p:cNvSpPr>
            <a:spLocks noGrp="1"/>
          </p:cNvSpPr>
          <p:nvPr>
            <p:ph type="body" sz="quarter" idx="22"/>
          </p:nvPr>
        </p:nvSpPr>
        <p:spPr>
          <a:xfrm>
            <a:off x="2559845" y="3431328"/>
            <a:ext cx="1900583" cy="158505"/>
          </a:xfrm>
          <a:prstGeom prst="rect">
            <a:avLst/>
          </a:prstGeom>
        </p:spPr>
        <p:txBody>
          <a:bodyPr vert="horz" wrap="square" lIns="0" tIns="0" rIns="0" bIns="0" rtlCol="0" anchor="t">
            <a:spAutoFit/>
          </a:bodyPr>
          <a:lstStyle>
            <a:lvl1pPr>
              <a:defRPr lang="en-US" sz="1030">
                <a:latin typeface="+mj-lt"/>
              </a:defRPr>
            </a:lvl1pPr>
          </a:lstStyle>
          <a:p>
            <a:pPr marL="0" lvl="0" indent="0">
              <a:spcBef>
                <a:spcPts val="0"/>
              </a:spcBef>
              <a:buNone/>
            </a:pPr>
            <a:r>
              <a:rPr lang="en-US"/>
              <a:t>Click to edit Master text styles</a:t>
            </a:r>
          </a:p>
        </p:txBody>
      </p:sp>
      <p:sp>
        <p:nvSpPr>
          <p:cNvPr id="22" name="Text Placeholder 3">
            <a:extLst>
              <a:ext uri="{FF2B5EF4-FFF2-40B4-BE49-F238E27FC236}">
                <a16:creationId xmlns:a16="http://schemas.microsoft.com/office/drawing/2014/main" id="{A6618941-6CC1-7AAC-4FE2-94D7D46F7971}"/>
              </a:ext>
            </a:extLst>
          </p:cNvPr>
          <p:cNvSpPr>
            <a:spLocks noGrp="1"/>
          </p:cNvSpPr>
          <p:nvPr>
            <p:ph type="body" sz="quarter" idx="33"/>
          </p:nvPr>
        </p:nvSpPr>
        <p:spPr>
          <a:xfrm>
            <a:off x="2566642" y="3732333"/>
            <a:ext cx="1900976" cy="135743"/>
          </a:xfrm>
          <a:prstGeom prst="rect">
            <a:avLst/>
          </a:prstGeom>
        </p:spPr>
        <p:txBody>
          <a:bodyPr vert="horz" wrap="square" lIns="0" tIns="0" rIns="0" bIns="0" rtlCol="0">
            <a:spAutoFit/>
          </a:bodyPr>
          <a:lstStyle>
            <a:lvl1pPr>
              <a:defRPr lang="en-US" sz="882"/>
            </a:lvl1pPr>
          </a:lstStyle>
          <a:p>
            <a:pPr marL="0" lvl="0" indent="0">
              <a:buNone/>
            </a:pPr>
            <a:r>
              <a:rPr lang="en-US"/>
              <a:t>Click to edit Master text styles</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DA62A022-68CB-A937-A489-4F6F1B7467B9}"/>
              </a:ext>
            </a:extLst>
          </p:cNvPr>
          <p:cNvSpPr>
            <a:spLocks noGrp="1"/>
          </p:cNvSpPr>
          <p:nvPr>
            <p:ph type="pic" sz="quarter" idx="30"/>
          </p:nvPr>
        </p:nvSpPr>
        <p:spPr bwMode="ltGray">
          <a:xfrm>
            <a:off x="4686301" y="1713309"/>
            <a:ext cx="1903810" cy="1497807"/>
          </a:xfrm>
          <a:prstGeom prst="rect">
            <a:avLst/>
          </a:prstGeom>
          <a:solidFill>
            <a:srgbClr val="F4F4F7"/>
          </a:solidFill>
        </p:spPr>
        <p:txBody>
          <a:bodyPr lIns="0" tIns="0" rIns="0" bIns="731520" anchor="ctr" anchorCtr="0">
            <a:noAutofit/>
          </a:bodyPr>
          <a:lstStyle>
            <a:lvl1pPr marL="0" indent="0" algn="ctr">
              <a:lnSpc>
                <a:spcPct val="100000"/>
              </a:lnSpc>
              <a:buNone/>
              <a:defRPr sz="735"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18" name="Text Placeholder 11">
            <a:extLst>
              <a:ext uri="{FF2B5EF4-FFF2-40B4-BE49-F238E27FC236}">
                <a16:creationId xmlns:a16="http://schemas.microsoft.com/office/drawing/2014/main" id="{F7F06D45-B145-3780-49F6-BE617DDBDE41}"/>
              </a:ext>
            </a:extLst>
          </p:cNvPr>
          <p:cNvSpPr>
            <a:spLocks noGrp="1"/>
          </p:cNvSpPr>
          <p:nvPr>
            <p:ph type="body" sz="quarter" idx="24"/>
          </p:nvPr>
        </p:nvSpPr>
        <p:spPr>
          <a:xfrm>
            <a:off x="4680348" y="3431328"/>
            <a:ext cx="1900583" cy="158505"/>
          </a:xfrm>
          <a:prstGeom prst="rect">
            <a:avLst/>
          </a:prstGeom>
        </p:spPr>
        <p:txBody>
          <a:bodyPr vert="horz" wrap="square" lIns="0" tIns="0" rIns="0" bIns="0" rtlCol="0" anchor="t">
            <a:spAutoFit/>
          </a:bodyPr>
          <a:lstStyle>
            <a:lvl1pPr>
              <a:defRPr lang="en-US" sz="1030">
                <a:latin typeface="+mj-lt"/>
              </a:defRPr>
            </a:lvl1pPr>
          </a:lstStyle>
          <a:p>
            <a:pPr marL="0" lvl="0" indent="0">
              <a:spcBef>
                <a:spcPts val="0"/>
              </a:spcBef>
              <a:buNone/>
            </a:pPr>
            <a:r>
              <a:rPr lang="en-US"/>
              <a:t>Click to edit Master text styles</a:t>
            </a:r>
          </a:p>
        </p:txBody>
      </p:sp>
      <p:sp>
        <p:nvSpPr>
          <p:cNvPr id="23" name="Text Placeholder 3">
            <a:extLst>
              <a:ext uri="{FF2B5EF4-FFF2-40B4-BE49-F238E27FC236}">
                <a16:creationId xmlns:a16="http://schemas.microsoft.com/office/drawing/2014/main" id="{8B0B40D6-1117-8B24-4089-BB3CEF4DAF3E}"/>
              </a:ext>
            </a:extLst>
          </p:cNvPr>
          <p:cNvSpPr>
            <a:spLocks noGrp="1"/>
          </p:cNvSpPr>
          <p:nvPr>
            <p:ph type="body" sz="quarter" idx="34"/>
          </p:nvPr>
        </p:nvSpPr>
        <p:spPr>
          <a:xfrm>
            <a:off x="4676128" y="3732333"/>
            <a:ext cx="1900976" cy="135743"/>
          </a:xfrm>
          <a:prstGeom prst="rect">
            <a:avLst/>
          </a:prstGeom>
        </p:spPr>
        <p:txBody>
          <a:bodyPr vert="horz" wrap="square" lIns="0" tIns="0" rIns="0" bIns="0" rtlCol="0">
            <a:spAutoFit/>
          </a:bodyPr>
          <a:lstStyle>
            <a:lvl1pPr>
              <a:defRPr lang="en-US" sz="882"/>
            </a:lvl1pPr>
          </a:lstStyle>
          <a:p>
            <a:pPr marL="0" lvl="0" indent="0">
              <a:buNone/>
            </a:pPr>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341013BA-5459-4F89-B59D-0ADC194876D5}"/>
              </a:ext>
            </a:extLst>
          </p:cNvPr>
          <p:cNvSpPr>
            <a:spLocks noGrp="1"/>
          </p:cNvSpPr>
          <p:nvPr>
            <p:ph type="pic" sz="quarter" idx="31"/>
          </p:nvPr>
        </p:nvSpPr>
        <p:spPr bwMode="ltGray">
          <a:xfrm>
            <a:off x="6800851" y="1713309"/>
            <a:ext cx="1903810" cy="1497807"/>
          </a:xfrm>
          <a:prstGeom prst="rect">
            <a:avLst/>
          </a:prstGeom>
          <a:solidFill>
            <a:srgbClr val="F4F4F7"/>
          </a:solidFill>
        </p:spPr>
        <p:txBody>
          <a:bodyPr lIns="0" tIns="0" rIns="0" bIns="731520" anchor="ctr" anchorCtr="0">
            <a:noAutofit/>
          </a:bodyPr>
          <a:lstStyle>
            <a:lvl1pPr marL="0" indent="0" algn="ctr">
              <a:lnSpc>
                <a:spcPct val="100000"/>
              </a:lnSpc>
              <a:buNone/>
              <a:defRPr sz="735"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20" name="Text Placeholder 11">
            <a:extLst>
              <a:ext uri="{FF2B5EF4-FFF2-40B4-BE49-F238E27FC236}">
                <a16:creationId xmlns:a16="http://schemas.microsoft.com/office/drawing/2014/main" id="{9C586E8F-D3A3-C215-76A4-E3A03A5104EB}"/>
              </a:ext>
            </a:extLst>
          </p:cNvPr>
          <p:cNvSpPr>
            <a:spLocks noGrp="1"/>
          </p:cNvSpPr>
          <p:nvPr>
            <p:ph type="body" sz="quarter" idx="26"/>
          </p:nvPr>
        </p:nvSpPr>
        <p:spPr>
          <a:xfrm>
            <a:off x="6807196" y="3431328"/>
            <a:ext cx="1900583" cy="158505"/>
          </a:xfrm>
          <a:prstGeom prst="rect">
            <a:avLst/>
          </a:prstGeom>
        </p:spPr>
        <p:txBody>
          <a:bodyPr vert="horz" wrap="square" lIns="0" tIns="0" rIns="0" bIns="0" rtlCol="0" anchor="t">
            <a:spAutoFit/>
          </a:bodyPr>
          <a:lstStyle>
            <a:lvl1pPr>
              <a:defRPr lang="en-US" sz="1030">
                <a:latin typeface="+mj-lt"/>
              </a:defRPr>
            </a:lvl1pPr>
          </a:lstStyle>
          <a:p>
            <a:pPr marL="0" lvl="0" indent="0">
              <a:spcBef>
                <a:spcPts val="0"/>
              </a:spcBef>
              <a:buNone/>
            </a:pPr>
            <a:r>
              <a:rPr lang="en-US"/>
              <a:t>Click to edit Master text styles</a:t>
            </a:r>
          </a:p>
        </p:txBody>
      </p:sp>
      <p:sp>
        <p:nvSpPr>
          <p:cNvPr id="24" name="Text Placeholder 3">
            <a:extLst>
              <a:ext uri="{FF2B5EF4-FFF2-40B4-BE49-F238E27FC236}">
                <a16:creationId xmlns:a16="http://schemas.microsoft.com/office/drawing/2014/main" id="{311900E2-1D2D-6D0A-7E29-8FAEA637B2C7}"/>
              </a:ext>
            </a:extLst>
          </p:cNvPr>
          <p:cNvSpPr>
            <a:spLocks noGrp="1"/>
          </p:cNvSpPr>
          <p:nvPr>
            <p:ph type="body" sz="quarter" idx="35"/>
          </p:nvPr>
        </p:nvSpPr>
        <p:spPr>
          <a:xfrm>
            <a:off x="6811657" y="3732333"/>
            <a:ext cx="1900976" cy="135743"/>
          </a:xfrm>
          <a:prstGeom prst="rect">
            <a:avLst/>
          </a:prstGeom>
        </p:spPr>
        <p:txBody>
          <a:bodyPr vert="horz" wrap="square" lIns="0" tIns="0" rIns="0" bIns="0" rtlCol="0">
            <a:spAutoFit/>
          </a:bodyPr>
          <a:lstStyle>
            <a:lvl1pPr>
              <a:defRPr lang="en-US" sz="882"/>
            </a:lvl1pPr>
          </a:lstStyle>
          <a:p>
            <a:pPr marL="0" lvl="0" indent="0">
              <a:buNone/>
            </a:pPr>
            <a:r>
              <a:rPr lang="en-US"/>
              <a:t>Click to edit Master text styles</a:t>
            </a:r>
          </a:p>
        </p:txBody>
      </p:sp>
    </p:spTree>
    <p:extLst>
      <p:ext uri="{BB962C8B-B14F-4D97-AF65-F5344CB8AC3E}">
        <p14:creationId xmlns:p14="http://schemas.microsoft.com/office/powerpoint/2010/main" val="2834182203"/>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Summar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p:nvSpPr>
        <p:spPr bwMode="auto">
          <a:xfrm>
            <a:off x="-1" y="1435100"/>
            <a:ext cx="2340770" cy="3708400"/>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3267029" y="1444854"/>
            <a:ext cx="40231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3268673" y="1933576"/>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441197" y="1906589"/>
            <a:ext cx="1520954"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9" name="Group 8">
            <a:extLst>
              <a:ext uri="{FF2B5EF4-FFF2-40B4-BE49-F238E27FC236}">
                <a16:creationId xmlns:a16="http://schemas.microsoft.com/office/drawing/2014/main" id="{F80D2B25-7521-D486-405F-9309E22E85E1}"/>
              </a:ext>
              <a:ext uri="{C183D7F6-B498-43B3-948B-1728B52AA6E4}">
                <adec:decorative xmlns:adec="http://schemas.microsoft.com/office/drawing/2017/decorative" val="1"/>
              </a:ext>
            </a:extLst>
          </p:cNvPr>
          <p:cNvGrpSpPr/>
          <p:nvPr/>
        </p:nvGrpSpPr>
        <p:grpSpPr>
          <a:xfrm>
            <a:off x="1922684" y="1189435"/>
            <a:ext cx="832950" cy="832950"/>
            <a:chOff x="5540700" y="2116300"/>
            <a:chExt cx="1110600" cy="1110600"/>
          </a:xfrm>
        </p:grpSpPr>
        <p:sp>
          <p:nvSpPr>
            <p:cNvPr id="10" name="Oval 9">
              <a:extLst>
                <a:ext uri="{FF2B5EF4-FFF2-40B4-BE49-F238E27FC236}">
                  <a16:creationId xmlns:a16="http://schemas.microsoft.com/office/drawing/2014/main" id="{01434F67-B3AA-41BB-E81D-4AD05F409F6D}"/>
                </a:ext>
              </a:extLst>
            </p:cNvPr>
            <p:cNvSpPr/>
            <p:nvPr/>
          </p:nvSpPr>
          <p:spPr>
            <a:xfrm>
              <a:off x="5540700"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10">
              <a:extLst>
                <a:ext uri="{FF2B5EF4-FFF2-40B4-BE49-F238E27FC236}">
                  <a16:creationId xmlns:a16="http://schemas.microsoft.com/office/drawing/2014/main" id="{6D011E5C-69E1-0316-E865-3BCC8E8B2EBB}"/>
                </a:ext>
              </a:extLst>
            </p:cNvPr>
            <p:cNvPicPr/>
            <p:nvPr/>
          </p:nvPicPr>
          <p:blipFill>
            <a:blip r:embed="rId2"/>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3643164141"/>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Knowledg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p:nvSpPr>
        <p:spPr bwMode="auto">
          <a:xfrm>
            <a:off x="-1" y="1435100"/>
            <a:ext cx="2340770" cy="3708400"/>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3267029" y="1444854"/>
            <a:ext cx="40231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3268673" y="1933576"/>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441197" y="1906589"/>
            <a:ext cx="1520954"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5" name="Group 4">
            <a:extLst>
              <a:ext uri="{FF2B5EF4-FFF2-40B4-BE49-F238E27FC236}">
                <a16:creationId xmlns:a16="http://schemas.microsoft.com/office/drawing/2014/main" id="{BA3DF09A-F855-F868-80F5-0BE1A95EAC15}"/>
              </a:ext>
              <a:ext uri="{C183D7F6-B498-43B3-948B-1728B52AA6E4}">
                <adec:decorative xmlns:adec="http://schemas.microsoft.com/office/drawing/2017/decorative" val="1"/>
              </a:ext>
            </a:extLst>
          </p:cNvPr>
          <p:cNvGrpSpPr/>
          <p:nvPr/>
        </p:nvGrpSpPr>
        <p:grpSpPr>
          <a:xfrm>
            <a:off x="1922684" y="1189435"/>
            <a:ext cx="832950" cy="832950"/>
            <a:chOff x="5540700" y="2116300"/>
            <a:chExt cx="1110600" cy="1110600"/>
          </a:xfrm>
        </p:grpSpPr>
        <p:sp>
          <p:nvSpPr>
            <p:cNvPr id="12" name="Oval 11">
              <a:extLst>
                <a:ext uri="{FF2B5EF4-FFF2-40B4-BE49-F238E27FC236}">
                  <a16:creationId xmlns:a16="http://schemas.microsoft.com/office/drawing/2014/main" id="{E02F3D99-76D3-5383-A61D-215BC38D43E1}"/>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3" name="Picture 12">
              <a:extLst>
                <a:ext uri="{FF2B5EF4-FFF2-40B4-BE49-F238E27FC236}">
                  <a16:creationId xmlns:a16="http://schemas.microsoft.com/office/drawing/2014/main" id="{136F99C5-D16E-7540-C83D-3442D1FCD55D}"/>
                </a:ext>
              </a:extLst>
            </p:cNvPr>
            <p:cNvPicPr/>
            <p:nvPr/>
          </p:nvPicPr>
          <p:blipFill>
            <a:blip r:embed="rId2"/>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764541712"/>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Lab">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p:nvSpPr>
        <p:spPr bwMode="auto">
          <a:xfrm>
            <a:off x="-1" y="1435100"/>
            <a:ext cx="2340770" cy="3708400"/>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3267029" y="1444854"/>
            <a:ext cx="40231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3268673" y="1933576"/>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441197" y="1906589"/>
            <a:ext cx="1520954"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9" name="Group 8">
            <a:extLst>
              <a:ext uri="{FF2B5EF4-FFF2-40B4-BE49-F238E27FC236}">
                <a16:creationId xmlns:a16="http://schemas.microsoft.com/office/drawing/2014/main" id="{76EA3CFB-9697-C0F0-7B4C-7E3873DE53FB}"/>
              </a:ext>
              <a:ext uri="{C183D7F6-B498-43B3-948B-1728B52AA6E4}">
                <adec:decorative xmlns:adec="http://schemas.microsoft.com/office/drawing/2017/decorative" val="1"/>
              </a:ext>
            </a:extLst>
          </p:cNvPr>
          <p:cNvGrpSpPr/>
          <p:nvPr/>
        </p:nvGrpSpPr>
        <p:grpSpPr>
          <a:xfrm>
            <a:off x="1922684" y="1189435"/>
            <a:ext cx="832950" cy="832950"/>
            <a:chOff x="5540700" y="2116300"/>
            <a:chExt cx="1110600" cy="1110600"/>
          </a:xfrm>
        </p:grpSpPr>
        <p:sp>
          <p:nvSpPr>
            <p:cNvPr id="10" name="Oval 9">
              <a:extLst>
                <a:ext uri="{FF2B5EF4-FFF2-40B4-BE49-F238E27FC236}">
                  <a16:creationId xmlns:a16="http://schemas.microsoft.com/office/drawing/2014/main" id="{746C21DA-1493-FA44-3F9C-34E05FF08B74}"/>
                </a:ext>
              </a:extLst>
            </p:cNvPr>
            <p:cNvSpPr/>
            <p:nvPr/>
          </p:nvSpPr>
          <p:spPr>
            <a:xfrm>
              <a:off x="5540700" y="2116300"/>
              <a:ext cx="1110600" cy="1110600"/>
            </a:xfrm>
            <a:prstGeom prst="ellipse">
              <a:avLst/>
            </a:prstGeom>
            <a:solidFill>
              <a:srgbClr val="8DC8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33">
              <a:extLst>
                <a:ext uri="{FF2B5EF4-FFF2-40B4-BE49-F238E27FC236}">
                  <a16:creationId xmlns:a16="http://schemas.microsoft.com/office/drawing/2014/main" id="{645CE35C-3A93-7951-31D3-E08248B1C9C4}"/>
                </a:ext>
              </a:extLst>
            </p:cNvPr>
            <p:cNvPicPr/>
            <p:nvPr/>
          </p:nvPicPr>
          <p:blipFill>
            <a:blip>
              <a:extLst>
                <a:ext uri="{96DAC541-7B7A-43D3-8B79-37D633B846F1}">
                  <asvg:svgBlip xmlns:asvg="http://schemas.microsoft.com/office/drawing/2016/SVG/main" r:embed="rId2"/>
                </a:ext>
              </a:extLst>
            </a:blip>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4102802123"/>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Prepare for labs">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p:nvSpPr>
        <p:spPr bwMode="auto">
          <a:xfrm>
            <a:off x="-1" y="1435100"/>
            <a:ext cx="2340770" cy="3708400"/>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3267029" y="1444854"/>
            <a:ext cx="40231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3268673" y="1933576"/>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441197" y="1906589"/>
            <a:ext cx="1520954"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9" name="Group 8">
            <a:extLst>
              <a:ext uri="{FF2B5EF4-FFF2-40B4-BE49-F238E27FC236}">
                <a16:creationId xmlns:a16="http://schemas.microsoft.com/office/drawing/2014/main" id="{F260BCEF-BA8C-42B9-D1E6-EED60C93E5F0}"/>
              </a:ext>
            </a:extLst>
          </p:cNvPr>
          <p:cNvGrpSpPr/>
          <p:nvPr/>
        </p:nvGrpSpPr>
        <p:grpSpPr>
          <a:xfrm>
            <a:off x="1922684" y="1189435"/>
            <a:ext cx="832950" cy="832950"/>
            <a:chOff x="2563579" y="1272115"/>
            <a:chExt cx="1110600" cy="1110600"/>
          </a:xfrm>
        </p:grpSpPr>
        <p:sp>
          <p:nvSpPr>
            <p:cNvPr id="10" name="Oval 9">
              <a:extLst>
                <a:ext uri="{FF2B5EF4-FFF2-40B4-BE49-F238E27FC236}">
                  <a16:creationId xmlns:a16="http://schemas.microsoft.com/office/drawing/2014/main" id="{34F743EF-1C3F-2BB6-EC5C-14389E448E71}"/>
                </a:ext>
              </a:extLst>
            </p:cNvPr>
            <p:cNvSpPr/>
            <p:nvPr/>
          </p:nvSpPr>
          <p:spPr>
            <a:xfrm>
              <a:off x="2563579" y="1272115"/>
              <a:ext cx="1110600" cy="1110600"/>
            </a:xfrm>
            <a:prstGeom prst="ellipse">
              <a:avLst/>
            </a:prstGeom>
            <a:solidFill>
              <a:srgbClr val="C5B4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10" descr="A wrench and screwdriver on a black background&#10;&#10;Description automatically generated with medium confidence">
              <a:extLst>
                <a:ext uri="{FF2B5EF4-FFF2-40B4-BE49-F238E27FC236}">
                  <a16:creationId xmlns:a16="http://schemas.microsoft.com/office/drawing/2014/main" id="{22B6CEF7-CC05-CD93-EBB0-70FB66F30432}"/>
                </a:ext>
              </a:extLst>
            </p:cNvPr>
            <p:cNvPicPr/>
            <p:nvPr/>
          </p:nvPicPr>
          <p:blipFill>
            <a:blip r:embed="rId2"/>
            <a:stretch>
              <a:fillRect/>
            </a:stretch>
          </p:blipFill>
          <p:spPr>
            <a:xfrm>
              <a:off x="2766997" y="1476753"/>
              <a:ext cx="694944" cy="694944"/>
            </a:xfrm>
            <a:prstGeom prst="rect">
              <a:avLst/>
            </a:prstGeom>
          </p:spPr>
        </p:pic>
      </p:grpSp>
    </p:spTree>
    <p:extLst>
      <p:ext uri="{BB962C8B-B14F-4D97-AF65-F5344CB8AC3E}">
        <p14:creationId xmlns:p14="http://schemas.microsoft.com/office/powerpoint/2010/main" val="3536225632"/>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Pricin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p:nvSpPr>
        <p:spPr bwMode="auto">
          <a:xfrm>
            <a:off x="-1" y="1435100"/>
            <a:ext cx="2340770" cy="3708400"/>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3267029" y="1444854"/>
            <a:ext cx="40231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3268673" y="1933576"/>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441197" y="1906589"/>
            <a:ext cx="1520954"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5" name="Group 4">
            <a:extLst>
              <a:ext uri="{FF2B5EF4-FFF2-40B4-BE49-F238E27FC236}">
                <a16:creationId xmlns:a16="http://schemas.microsoft.com/office/drawing/2014/main" id="{F5C0986E-B689-6782-2E7B-724249108539}"/>
              </a:ext>
              <a:ext uri="{C183D7F6-B498-43B3-948B-1728B52AA6E4}">
                <adec:decorative xmlns:adec="http://schemas.microsoft.com/office/drawing/2017/decorative" val="1"/>
              </a:ext>
            </a:extLst>
          </p:cNvPr>
          <p:cNvGrpSpPr>
            <a:grpSpLocks/>
          </p:cNvGrpSpPr>
          <p:nvPr/>
        </p:nvGrpSpPr>
        <p:grpSpPr>
          <a:xfrm>
            <a:off x="1922684" y="1189435"/>
            <a:ext cx="832950" cy="832950"/>
            <a:chOff x="1742946" y="2116300"/>
            <a:chExt cx="1110600" cy="1110600"/>
          </a:xfrm>
        </p:grpSpPr>
        <p:sp>
          <p:nvSpPr>
            <p:cNvPr id="12" name="Oval 11">
              <a:extLst>
                <a:ext uri="{FF2B5EF4-FFF2-40B4-BE49-F238E27FC236}">
                  <a16:creationId xmlns:a16="http://schemas.microsoft.com/office/drawing/2014/main" id="{6CAA49E0-DE74-4741-67A0-EFF39DD2D638}"/>
                </a:ext>
              </a:extLst>
            </p:cNvPr>
            <p:cNvSpPr/>
            <p:nvPr/>
          </p:nvSpPr>
          <p:spPr>
            <a:xfrm>
              <a:off x="1742946"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3" name="Picture 12">
              <a:extLst>
                <a:ext uri="{FF2B5EF4-FFF2-40B4-BE49-F238E27FC236}">
                  <a16:creationId xmlns:a16="http://schemas.microsoft.com/office/drawing/2014/main" id="{B35AFCD5-9997-32A3-C847-E02AC6233D3B}"/>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2006529" y="2335581"/>
              <a:ext cx="613466" cy="613466"/>
            </a:xfrm>
            <a:prstGeom prst="rect">
              <a:avLst/>
            </a:prstGeom>
          </p:spPr>
        </p:pic>
      </p:grpSp>
    </p:spTree>
    <p:extLst>
      <p:ext uri="{BB962C8B-B14F-4D97-AF65-F5344CB8AC3E}">
        <p14:creationId xmlns:p14="http://schemas.microsoft.com/office/powerpoint/2010/main" val="2822040627"/>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UI La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p:nvSpPr>
        <p:spPr>
          <a:xfrm>
            <a:off x="441197" y="969559"/>
            <a:ext cx="7556231" cy="3562478"/>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201724" rIns="201724" bIns="134483" rtlCol="0" anchor="t"/>
          <a:lstStyle/>
          <a:p>
            <a:pPr marL="0" marR="0" lvl="0" indent="0" algn="l" defTabSz="685938" rtl="0" eaLnBrk="1" fontAlgn="auto" latinLnBrk="0" hangingPunct="1">
              <a:lnSpc>
                <a:spcPct val="100000"/>
              </a:lnSpc>
              <a:spcBef>
                <a:spcPct val="20000"/>
              </a:spcBef>
              <a:spcAft>
                <a:spcPts val="0"/>
              </a:spcAft>
              <a:buClrTx/>
              <a:buSzPct val="90000"/>
              <a:buFontTx/>
              <a:buNone/>
              <a:tabLst/>
              <a:defRPr/>
            </a:pPr>
            <a:endParaRPr kumimoji="0" lang="en-US" sz="1324"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grpSp>
        <p:nvGrpSpPr>
          <p:cNvPr id="5" name="Group 4">
            <a:extLst>
              <a:ext uri="{FF2B5EF4-FFF2-40B4-BE49-F238E27FC236}">
                <a16:creationId xmlns:a16="http://schemas.microsoft.com/office/drawing/2014/main" id="{6E20E92D-9C4E-2BF7-F5C3-1126C809696B}"/>
              </a:ext>
            </a:extLst>
          </p:cNvPr>
          <p:cNvGrpSpPr/>
          <p:nvPr/>
        </p:nvGrpSpPr>
        <p:grpSpPr>
          <a:xfrm>
            <a:off x="7584261" y="670323"/>
            <a:ext cx="832950" cy="832950"/>
            <a:chOff x="10112348" y="738519"/>
            <a:chExt cx="1110600" cy="1110600"/>
          </a:xfrm>
        </p:grpSpPr>
        <p:sp>
          <p:nvSpPr>
            <p:cNvPr id="10" name="Oval 9">
              <a:extLst>
                <a:ext uri="{FF2B5EF4-FFF2-40B4-BE49-F238E27FC236}">
                  <a16:creationId xmlns:a16="http://schemas.microsoft.com/office/drawing/2014/main" id="{7567CE8E-AD7A-BEDE-7D43-4F2561774537}"/>
                </a:ext>
              </a:extLst>
            </p:cNvPr>
            <p:cNvSpPr/>
            <p:nvPr/>
          </p:nvSpPr>
          <p:spPr>
            <a:xfrm>
              <a:off x="10112348" y="738519"/>
              <a:ext cx="1110600" cy="1110600"/>
            </a:xfrm>
            <a:prstGeom prst="ellipse">
              <a:avLst/>
            </a:prstGeom>
            <a:solidFill>
              <a:srgbClr val="C5B4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10" descr="A wrench and screwdriver on a black background&#10;&#10;Description automatically generated with medium confidence">
              <a:extLst>
                <a:ext uri="{FF2B5EF4-FFF2-40B4-BE49-F238E27FC236}">
                  <a16:creationId xmlns:a16="http://schemas.microsoft.com/office/drawing/2014/main" id="{081CBB52-335F-8D52-200D-2D007D689042}"/>
                </a:ext>
              </a:extLst>
            </p:cNvPr>
            <p:cNvPicPr/>
            <p:nvPr/>
          </p:nvPicPr>
          <p:blipFill>
            <a:blip r:embed="rId2"/>
            <a:stretch>
              <a:fillRect/>
            </a:stretch>
          </p:blipFill>
          <p:spPr>
            <a:xfrm>
              <a:off x="10315766" y="945273"/>
              <a:ext cx="694944" cy="694944"/>
            </a:xfrm>
            <a:prstGeom prst="rect">
              <a:avLst/>
            </a:prstGeom>
          </p:spPr>
        </p:pic>
      </p:grpSp>
    </p:spTree>
    <p:extLst>
      <p:ext uri="{BB962C8B-B14F-4D97-AF65-F5344CB8AC3E}">
        <p14:creationId xmlns:p14="http://schemas.microsoft.com/office/powerpoint/2010/main" val="1427229183"/>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Pricing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p:nvSpPr>
        <p:spPr>
          <a:xfrm>
            <a:off x="441197" y="969559"/>
            <a:ext cx="7556231" cy="3562478"/>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201724" rIns="201724" bIns="134483" rtlCol="0" anchor="t"/>
          <a:lstStyle/>
          <a:p>
            <a:pPr marL="0" marR="0" lvl="0" indent="0" algn="l" defTabSz="685938" rtl="0" eaLnBrk="1" fontAlgn="auto" latinLnBrk="0" hangingPunct="1">
              <a:lnSpc>
                <a:spcPct val="100000"/>
              </a:lnSpc>
              <a:spcBef>
                <a:spcPct val="20000"/>
              </a:spcBef>
              <a:spcAft>
                <a:spcPts val="0"/>
              </a:spcAft>
              <a:buClrTx/>
              <a:buSzPct val="90000"/>
              <a:buFontTx/>
              <a:buNone/>
              <a:tabLst/>
              <a:defRPr/>
            </a:pPr>
            <a:endParaRPr kumimoji="0" lang="en-US" sz="1324"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grpSp>
        <p:nvGrpSpPr>
          <p:cNvPr id="4" name="Group 3">
            <a:extLst>
              <a:ext uri="{FF2B5EF4-FFF2-40B4-BE49-F238E27FC236}">
                <a16:creationId xmlns:a16="http://schemas.microsoft.com/office/drawing/2014/main" id="{EB724FB4-110F-14DB-C9A2-8DC893034C9B}"/>
              </a:ext>
              <a:ext uri="{C183D7F6-B498-43B3-948B-1728B52AA6E4}">
                <adec:decorative xmlns:adec="http://schemas.microsoft.com/office/drawing/2017/decorative" val="1"/>
              </a:ext>
            </a:extLst>
          </p:cNvPr>
          <p:cNvGrpSpPr/>
          <p:nvPr/>
        </p:nvGrpSpPr>
        <p:grpSpPr>
          <a:xfrm>
            <a:off x="7580954" y="670323"/>
            <a:ext cx="832950" cy="832950"/>
            <a:chOff x="1742946" y="2116300"/>
            <a:chExt cx="1110600" cy="1110600"/>
          </a:xfrm>
        </p:grpSpPr>
        <p:sp>
          <p:nvSpPr>
            <p:cNvPr id="6" name="Oval 5">
              <a:extLst>
                <a:ext uri="{FF2B5EF4-FFF2-40B4-BE49-F238E27FC236}">
                  <a16:creationId xmlns:a16="http://schemas.microsoft.com/office/drawing/2014/main" id="{CEC0BCC3-7EC5-6F81-B1AA-80A4894ABF0C}"/>
                </a:ext>
              </a:extLst>
            </p:cNvPr>
            <p:cNvSpPr/>
            <p:nvPr/>
          </p:nvSpPr>
          <p:spPr>
            <a:xfrm>
              <a:off x="1742946"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7" name="Picture 6">
              <a:extLst>
                <a:ext uri="{FF2B5EF4-FFF2-40B4-BE49-F238E27FC236}">
                  <a16:creationId xmlns:a16="http://schemas.microsoft.com/office/drawing/2014/main" id="{9D467AA4-32D7-985C-93B4-6A2CF9D380C2}"/>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2006529" y="2335581"/>
              <a:ext cx="613466" cy="613466"/>
            </a:xfrm>
            <a:prstGeom prst="rect">
              <a:avLst/>
            </a:prstGeom>
          </p:spPr>
        </p:pic>
      </p:grpSp>
    </p:spTree>
    <p:extLst>
      <p:ext uri="{BB962C8B-B14F-4D97-AF65-F5344CB8AC3E}">
        <p14:creationId xmlns:p14="http://schemas.microsoft.com/office/powerpoint/2010/main" val="3851510414"/>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2-column_Callout_with Image">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A0C1B43-5B0F-7090-B43D-4D154AC01AF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6" name="Footer Placeholder 2">
            <a:extLst>
              <a:ext uri="{FF2B5EF4-FFF2-40B4-BE49-F238E27FC236}">
                <a16:creationId xmlns:a16="http://schemas.microsoft.com/office/drawing/2014/main" id="{2E22E512-824E-5687-C33B-5B41FE43E981}"/>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3048000" y="969175"/>
            <a:ext cx="5651897" cy="2459826"/>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3048000" y="3622732"/>
            <a:ext cx="5651897" cy="320409"/>
          </a:xfrm>
          <a:prstGeom prst="rect">
            <a:avLst/>
          </a:prstGeom>
        </p:spPr>
        <p:txBody>
          <a:bodyPr anchor="t"/>
          <a:lstStyle>
            <a:lvl1pPr marL="0" indent="0">
              <a:spcBef>
                <a:spcPts val="0"/>
              </a:spcBef>
              <a:buNone/>
              <a:defRPr sz="882">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3054797" y="3923735"/>
            <a:ext cx="5645100" cy="297774"/>
          </a:xfrm>
          <a:prstGeom prst="rect">
            <a:avLst/>
          </a:prstGeom>
        </p:spPr>
        <p:txBody>
          <a:bodyPr wrap="square">
            <a:spAutoFit/>
          </a:bodyPr>
          <a:lstStyle>
            <a:lvl1pPr marL="0" indent="0">
              <a:buFont typeface="Arial" panose="020B0604020202020204" pitchFamily="34" charset="0"/>
              <a:buNone/>
              <a:defRPr sz="735">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5" name="Rectangle: Single Corner Rounded 4">
            <a:extLst>
              <a:ext uri="{FF2B5EF4-FFF2-40B4-BE49-F238E27FC236}">
                <a16:creationId xmlns:a16="http://schemas.microsoft.com/office/drawing/2014/main" id="{F30B2090-3FEF-BD7A-3D1A-F15263CED050}"/>
              </a:ext>
              <a:ext uri="{C183D7F6-B498-43B3-948B-1728B52AA6E4}">
                <adec:decorative xmlns:adec="http://schemas.microsoft.com/office/drawing/2017/decorative" val="1"/>
              </a:ext>
            </a:extLst>
          </p:cNvPr>
          <p:cNvSpPr/>
          <p:nvPr/>
        </p:nvSpPr>
        <p:spPr bwMode="auto">
          <a:xfrm>
            <a:off x="-1" y="969174"/>
            <a:ext cx="2340770" cy="4174326"/>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9" name="Text Placeholder 11">
            <a:extLst>
              <a:ext uri="{FF2B5EF4-FFF2-40B4-BE49-F238E27FC236}">
                <a16:creationId xmlns:a16="http://schemas.microsoft.com/office/drawing/2014/main" id="{69AA33E8-65E2-5482-066C-B301F74B3FCC}"/>
              </a:ext>
            </a:extLst>
          </p:cNvPr>
          <p:cNvSpPr>
            <a:spLocks noGrp="1"/>
          </p:cNvSpPr>
          <p:nvPr>
            <p:ph type="body" sz="quarter" idx="34"/>
          </p:nvPr>
        </p:nvSpPr>
        <p:spPr>
          <a:xfrm>
            <a:off x="441197" y="1657576"/>
            <a:ext cx="1584940"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3792671431"/>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Learn Clickdown">
    <p:bg>
      <p:bgPr>
        <a:solidFill>
          <a:srgbClr val="E8E6D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E890A9B-98DE-E407-1677-225E1CB27E04}"/>
              </a:ext>
              <a:ext uri="{C183D7F6-B498-43B3-948B-1728B52AA6E4}">
                <adec:decorative xmlns:adec="http://schemas.microsoft.com/office/drawing/2017/decorative" val="1"/>
              </a:ext>
            </a:extLst>
          </p:cNvPr>
          <p:cNvSpPr/>
          <p:nvPr/>
        </p:nvSpPr>
        <p:spPr bwMode="auto">
          <a:xfrm>
            <a:off x="1416" y="0"/>
            <a:ext cx="5168674" cy="51435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Rectangle: Top Corners Rounded 1">
            <a:extLst>
              <a:ext uri="{FF2B5EF4-FFF2-40B4-BE49-F238E27FC236}">
                <a16:creationId xmlns:a16="http://schemas.microsoft.com/office/drawing/2014/main" id="{960FA2C5-0F45-1F96-1312-4AD604060381}"/>
              </a:ext>
              <a:ext uri="{C183D7F6-B498-43B3-948B-1728B52AA6E4}">
                <adec:decorative xmlns:adec="http://schemas.microsoft.com/office/drawing/2017/decorative" val="1"/>
              </a:ext>
            </a:extLst>
          </p:cNvPr>
          <p:cNvSpPr>
            <a:spLocks/>
          </p:cNvSpPr>
          <p:nvPr/>
        </p:nvSpPr>
        <p:spPr bwMode="auto">
          <a:xfrm rot="16200000" flipH="1">
            <a:off x="5969001" y="1011299"/>
            <a:ext cx="2844802" cy="3530599"/>
          </a:xfrm>
          <a:prstGeom prst="round2SameRect">
            <a:avLst>
              <a:gd name="adj1" fmla="val 2163"/>
              <a:gd name="adj2" fmla="val 0"/>
            </a:avLst>
          </a:prstGeom>
          <a:solidFill>
            <a:srgbClr val="E8E6DF"/>
          </a:solidFill>
          <a:ln w="6350">
            <a:noFill/>
          </a:ln>
          <a:effectLst>
            <a:outerShdw blurRad="127000" dist="76200" dir="9600000" algn="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none" lIns="201724" tIns="0" rIns="201724" bIns="67241" numCol="1" spcCol="0" rtlCol="0" fromWordArt="0" anchor="ctr"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471" b="0" i="0" u="none" strike="noStrike" kern="1200" cap="none" spc="0" normalizeH="0" baseline="30000" noProof="0" dirty="0">
              <a:ln>
                <a:noFill/>
              </a:ln>
              <a:solidFill>
                <a:srgbClr val="FFFFFF"/>
              </a:solidFill>
              <a:effectLst/>
              <a:uLnTx/>
              <a:uFillTx/>
              <a:latin typeface="Segoe UI"/>
              <a:ea typeface="+mn-ea"/>
              <a:cs typeface="+mn-cs"/>
            </a:endParaRPr>
          </a:p>
        </p:txBody>
      </p:sp>
      <p:pic>
        <p:nvPicPr>
          <p:cNvPr id="3" name="Picture 2">
            <a:extLst>
              <a:ext uri="{FF2B5EF4-FFF2-40B4-BE49-F238E27FC236}">
                <a16:creationId xmlns:a16="http://schemas.microsoft.com/office/drawing/2014/main" id="{C7858406-DE31-8249-0E02-6D12B1500EBC}"/>
              </a:ext>
              <a:ext uri="{C183D7F6-B498-43B3-948B-1728B52AA6E4}">
                <adec:decorative xmlns:adec="http://schemas.microsoft.com/office/drawing/2017/decorative" val="1"/>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5594165" y="1319374"/>
            <a:ext cx="3553407" cy="2903010"/>
          </a:xfrm>
          <a:prstGeom prst="rect">
            <a:avLst/>
          </a:prstGeom>
          <a:noFill/>
          <a:ln w="38100">
            <a:noFill/>
          </a:ln>
          <a:effectLst/>
        </p:spPr>
      </p:pic>
      <p:sp>
        <p:nvSpPr>
          <p:cNvPr id="4" name="Picture Placeholder" descr="This photo is a 'placeholder' only. Drag or drop your photo here, or click and tap the center to insert a photo.">
            <a:extLst>
              <a:ext uri="{FF2B5EF4-FFF2-40B4-BE49-F238E27FC236}">
                <a16:creationId xmlns:a16="http://schemas.microsoft.com/office/drawing/2014/main" id="{D5402C46-D31C-FDEF-C231-716FBE6417FF}"/>
              </a:ext>
            </a:extLst>
          </p:cNvPr>
          <p:cNvSpPr>
            <a:spLocks noGrp="1"/>
          </p:cNvSpPr>
          <p:nvPr>
            <p:ph type="pic" sz="quarter" idx="20" hasCustomPrompt="1"/>
          </p:nvPr>
        </p:nvSpPr>
        <p:spPr bwMode="ltGray">
          <a:xfrm>
            <a:off x="5793582" y="1531144"/>
            <a:ext cx="3350419" cy="2483643"/>
          </a:xfrm>
          <a:prstGeom prst="rect">
            <a:avLst/>
          </a:prstGeom>
          <a:solidFill>
            <a:srgbClr val="F4F4F7"/>
          </a:solidFill>
          <a:ln>
            <a:noFill/>
          </a:ln>
        </p:spPr>
        <p:txBody>
          <a:bodyPr lIns="914400" tIns="0" rIns="914400" bIns="146304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website screenshot here or click or tap icon below to insert</a:t>
            </a:r>
          </a:p>
          <a:p>
            <a:endParaRPr lang="en-US" dirty="0"/>
          </a:p>
          <a:p>
            <a:endParaRPr lang="en-US" dirty="0"/>
          </a:p>
        </p:txBody>
      </p:sp>
      <p:sp>
        <p:nvSpPr>
          <p:cNvPr id="5" name="Title 1">
            <a:extLst>
              <a:ext uri="{FF2B5EF4-FFF2-40B4-BE49-F238E27FC236}">
                <a16:creationId xmlns:a16="http://schemas.microsoft.com/office/drawing/2014/main" id="{7B5F9DFC-8F86-66C5-68A6-019BCDEDB8C2}"/>
              </a:ext>
            </a:extLst>
          </p:cNvPr>
          <p:cNvSpPr>
            <a:spLocks noGrp="1"/>
          </p:cNvSpPr>
          <p:nvPr>
            <p:ph type="title"/>
          </p:nvPr>
        </p:nvSpPr>
        <p:spPr>
          <a:xfrm>
            <a:off x="441198" y="438913"/>
            <a:ext cx="4239151"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0" name="Text Placeholder 11">
            <a:extLst>
              <a:ext uri="{FF2B5EF4-FFF2-40B4-BE49-F238E27FC236}">
                <a16:creationId xmlns:a16="http://schemas.microsoft.com/office/drawing/2014/main" id="{5FD7D075-9E51-3CE8-5505-AE5C8CAB0439}"/>
              </a:ext>
            </a:extLst>
          </p:cNvPr>
          <p:cNvSpPr>
            <a:spLocks noGrp="1"/>
          </p:cNvSpPr>
          <p:nvPr>
            <p:ph type="body" sz="quarter" idx="16"/>
          </p:nvPr>
        </p:nvSpPr>
        <p:spPr>
          <a:xfrm>
            <a:off x="438150" y="1195617"/>
            <a:ext cx="4240930"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11" name="Text Placeholder 3">
            <a:extLst>
              <a:ext uri="{FF2B5EF4-FFF2-40B4-BE49-F238E27FC236}">
                <a16:creationId xmlns:a16="http://schemas.microsoft.com/office/drawing/2014/main" id="{F4BA9016-5747-B1D1-36DE-145A4E94C4B2}"/>
              </a:ext>
            </a:extLst>
          </p:cNvPr>
          <p:cNvSpPr>
            <a:spLocks noGrp="1"/>
          </p:cNvSpPr>
          <p:nvPr>
            <p:ph type="body" sz="quarter" idx="15"/>
          </p:nvPr>
        </p:nvSpPr>
        <p:spPr>
          <a:xfrm>
            <a:off x="439793" y="1564324"/>
            <a:ext cx="4239151"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2">
            <a:extLst>
              <a:ext uri="{FF2B5EF4-FFF2-40B4-BE49-F238E27FC236}">
                <a16:creationId xmlns:a16="http://schemas.microsoft.com/office/drawing/2014/main" id="{6F36D75B-95FF-2F0D-75F2-EF58B69B29D9}"/>
              </a:ext>
            </a:extLst>
          </p:cNvPr>
          <p:cNvSpPr txBox="1">
            <a:spLocks/>
          </p:cNvSpPr>
          <p:nvPr/>
        </p:nvSpPr>
        <p:spPr>
          <a:xfrm>
            <a:off x="434579"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932523622"/>
      </p:ext>
    </p:extLst>
  </p:cSld>
  <p:clrMapOvr>
    <a:masterClrMapping/>
  </p:clrMapOvr>
  <p:transition>
    <p:fade/>
  </p:transition>
  <p:hf sldNum="0" hdr="0" ftr="0" dt="0"/>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12">
          <p15:clr>
            <a:srgbClr val="5ACBF0"/>
          </p15:clr>
        </p15:guide>
        <p15:guide id="29" orient="horz" pos="1272">
          <p15:clr>
            <a:srgbClr val="5ACBF0"/>
          </p15:clr>
        </p15:guide>
        <p15:guide id="30" orient="horz" pos="288">
          <p15:clr>
            <a:srgbClr val="5ACBF0"/>
          </p15:clr>
        </p15:guide>
        <p15:guide id="31" orient="horz" pos="3600">
          <p15:clr>
            <a:srgbClr val="FBAE40"/>
          </p15:clr>
        </p15:guide>
        <p15:guide id="32" orient="horz" pos="3408">
          <p15:clr>
            <a:srgbClr val="FBAE40"/>
          </p15:clr>
        </p15:guide>
        <p15:guide id="33" pos="1080">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Blank_with 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spTree>
    <p:extLst>
      <p:ext uri="{BB962C8B-B14F-4D97-AF65-F5344CB8AC3E}">
        <p14:creationId xmlns:p14="http://schemas.microsoft.com/office/powerpoint/2010/main" val="139673046"/>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Blank_with Head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1968869447"/>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Blank_with Head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spTree>
    <p:extLst>
      <p:ext uri="{BB962C8B-B14F-4D97-AF65-F5344CB8AC3E}">
        <p14:creationId xmlns:p14="http://schemas.microsoft.com/office/powerpoint/2010/main" val="2217596549"/>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1-column contain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p:nvSpPr>
        <p:spPr>
          <a:xfrm>
            <a:off x="441197" y="969559"/>
            <a:ext cx="7556231" cy="3562478"/>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201724" rIns="201724" bIns="134483" rtlCol="0" anchor="t"/>
          <a:lstStyle/>
          <a:p>
            <a:pPr marL="0" marR="0" lvl="0" indent="0" algn="l" defTabSz="685938" rtl="0" eaLnBrk="1" fontAlgn="auto" latinLnBrk="0" hangingPunct="1">
              <a:lnSpc>
                <a:spcPct val="100000"/>
              </a:lnSpc>
              <a:spcBef>
                <a:spcPct val="20000"/>
              </a:spcBef>
              <a:spcAft>
                <a:spcPts val="0"/>
              </a:spcAft>
              <a:buClrTx/>
              <a:buSzPct val="90000"/>
              <a:buFontTx/>
              <a:buNone/>
              <a:tabLst/>
              <a:defRPr/>
            </a:pPr>
            <a:endParaRPr kumimoji="0" lang="en-US" sz="1324"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926306" y="1328967"/>
            <a:ext cx="6584087"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927949" y="1697674"/>
            <a:ext cx="6581324"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137614492"/>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Knowledge Chec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p:nvSpPr>
        <p:spPr>
          <a:xfrm>
            <a:off x="441197" y="969559"/>
            <a:ext cx="7556231" cy="3562478"/>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201724" rIns="201724" bIns="134483" rtlCol="0" anchor="t"/>
          <a:lstStyle/>
          <a:p>
            <a:pPr marL="0" marR="0" lvl="0" indent="0" algn="l" defTabSz="685938" rtl="0" eaLnBrk="1" fontAlgn="auto" latinLnBrk="0" hangingPunct="1">
              <a:lnSpc>
                <a:spcPct val="100000"/>
              </a:lnSpc>
              <a:spcBef>
                <a:spcPct val="20000"/>
              </a:spcBef>
              <a:spcAft>
                <a:spcPts val="0"/>
              </a:spcAft>
              <a:buClrTx/>
              <a:buSzPct val="90000"/>
              <a:buFontTx/>
              <a:buNone/>
              <a:tabLst/>
              <a:defRPr/>
            </a:pPr>
            <a:endParaRPr kumimoji="0" lang="en-US" sz="1324"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926306" y="1195614"/>
            <a:ext cx="6584087" cy="607987"/>
          </a:xfrm>
          <a:prstGeom prst="rect">
            <a:avLst/>
          </a:prstGeom>
        </p:spPr>
        <p:txBody>
          <a:bodyPr anchor="t"/>
          <a:lstStyle>
            <a:lvl1pPr marL="0" indent="0">
              <a:spcBef>
                <a:spcPts val="0"/>
              </a:spcBef>
              <a:buNone/>
              <a:defRPr lang="en-US" sz="103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1"/>
            <a:r>
              <a:rPr lang="en-US"/>
              <a:t>Second level</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927949" y="1495594"/>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p:nvGrpSpPr>
        <p:grpSpPr>
          <a:xfrm>
            <a:off x="7580954" y="670323"/>
            <a:ext cx="832950" cy="83295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a:src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926306" y="3369324"/>
            <a:ext cx="6584087" cy="343171"/>
          </a:xfrm>
          <a:prstGeom prst="rect">
            <a:avLst/>
          </a:prstGeom>
        </p:spPr>
        <p:txBody>
          <a:bodyPr anchor="t"/>
          <a:lstStyle>
            <a:lvl1pPr marL="0" indent="0">
              <a:spcBef>
                <a:spcPts val="0"/>
              </a:spcBef>
              <a:buNone/>
              <a:defRPr sz="103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927949" y="3674066"/>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926306" y="2282018"/>
            <a:ext cx="6584087" cy="607987"/>
          </a:xfrm>
          <a:prstGeom prst="rect">
            <a:avLst/>
          </a:prstGeom>
        </p:spPr>
        <p:txBody>
          <a:bodyPr anchor="t"/>
          <a:lstStyle>
            <a:lvl1pPr marL="0" indent="0">
              <a:spcBef>
                <a:spcPts val="0"/>
              </a:spcBef>
              <a:buNone/>
              <a:defRPr lang="en-US" sz="103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1"/>
            <a:r>
              <a:rPr lang="en-US"/>
              <a:t>Second level</a:t>
            </a:r>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927949" y="2586760"/>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Tree>
    <p:extLst>
      <p:ext uri="{BB962C8B-B14F-4D97-AF65-F5344CB8AC3E}">
        <p14:creationId xmlns:p14="http://schemas.microsoft.com/office/powerpoint/2010/main" val="2614714787"/>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1_Knowledge Check">
    <p:spTree>
      <p:nvGrpSpPr>
        <p:cNvPr id="1" name=""/>
        <p:cNvGrpSpPr/>
        <p:nvPr/>
      </p:nvGrpSpPr>
      <p:grpSpPr>
        <a:xfrm>
          <a:off x="0" y="0"/>
          <a:ext cx="0" cy="0"/>
          <a:chOff x="0" y="0"/>
          <a:chExt cx="0" cy="0"/>
        </a:xfrm>
      </p:grpSpPr>
      <p:sp>
        <p:nvSpPr>
          <p:cNvPr id="3" name="Rounded Rectangle 3_1">
            <a:extLst>
              <a:ext uri="{FF2B5EF4-FFF2-40B4-BE49-F238E27FC236}">
                <a16:creationId xmlns:a16="http://schemas.microsoft.com/office/drawing/2014/main" id="{4CCBFB5E-1851-2876-A431-5DF81265739D}"/>
              </a:ext>
            </a:extLst>
          </p:cNvPr>
          <p:cNvSpPr/>
          <p:nvPr/>
        </p:nvSpPr>
        <p:spPr>
          <a:xfrm>
            <a:off x="441197" y="969559"/>
            <a:ext cx="7556231" cy="3562478"/>
          </a:xfrm>
          <a:prstGeom prst="roundRect">
            <a:avLst>
              <a:gd name="adj" fmla="val 6113"/>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34483" tIns="201724" rIns="201724" bIns="134483" rtlCol="0" anchor="t"/>
          <a:lstStyle/>
          <a:p>
            <a:pPr marL="0" marR="0" lvl="0" indent="0" algn="l" defTabSz="685938" rtl="0" eaLnBrk="1" fontAlgn="auto" latinLnBrk="0" hangingPunct="1">
              <a:lnSpc>
                <a:spcPct val="100000"/>
              </a:lnSpc>
              <a:spcBef>
                <a:spcPct val="20000"/>
              </a:spcBef>
              <a:spcAft>
                <a:spcPts val="0"/>
              </a:spcAft>
              <a:buClrTx/>
              <a:buSzPct val="90000"/>
              <a:buFontTx/>
              <a:buNone/>
              <a:tabLst/>
              <a:defRPr/>
            </a:pPr>
            <a:endParaRPr kumimoji="0" lang="en-US" sz="1324"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a:cs typeface="Segoe UI Semibold" panose="020B0502040204020203" pitchFamily="34" charset="0"/>
              </a:defRPr>
            </a:lvl1pPr>
          </a:lstStyle>
          <a:p>
            <a:pPr lvl="0"/>
            <a:r>
              <a:rPr lang="en-US"/>
              <a:t>Click to edit Master title style</a:t>
            </a: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926306" y="1195614"/>
            <a:ext cx="6584087" cy="607987"/>
          </a:xfrm>
          <a:prstGeom prst="rect">
            <a:avLst/>
          </a:prstGeom>
        </p:spPr>
        <p:txBody>
          <a:bodyPr anchor="t"/>
          <a:lstStyle>
            <a:lvl1pPr marL="0" indent="0">
              <a:spcBef>
                <a:spcPts val="0"/>
              </a:spcBef>
              <a:buNone/>
              <a:defRPr lang="en-US" sz="103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1"/>
            <a:r>
              <a:rPr lang="en-US"/>
              <a:t>Second level</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927949" y="1495594"/>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p:nvGrpSpPr>
        <p:grpSpPr>
          <a:xfrm>
            <a:off x="7580954" y="670323"/>
            <a:ext cx="832950" cy="83295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a:src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926306" y="3369324"/>
            <a:ext cx="6584087" cy="343171"/>
          </a:xfrm>
          <a:prstGeom prst="rect">
            <a:avLst/>
          </a:prstGeom>
        </p:spPr>
        <p:txBody>
          <a:bodyPr anchor="t"/>
          <a:lstStyle>
            <a:lvl1pPr marL="0" indent="0">
              <a:spcBef>
                <a:spcPts val="0"/>
              </a:spcBef>
              <a:buNone/>
              <a:defRPr sz="103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927949" y="3674066"/>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926306" y="2282018"/>
            <a:ext cx="6584087" cy="607987"/>
          </a:xfrm>
          <a:prstGeom prst="rect">
            <a:avLst/>
          </a:prstGeom>
        </p:spPr>
        <p:txBody>
          <a:bodyPr anchor="t"/>
          <a:lstStyle>
            <a:lvl1pPr marL="0" indent="0">
              <a:spcBef>
                <a:spcPts val="0"/>
              </a:spcBef>
              <a:buNone/>
              <a:defRPr lang="en-US" sz="103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1"/>
            <a:r>
              <a:rPr lang="en-US"/>
              <a:t>Second level</a:t>
            </a:r>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927949" y="2586760"/>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Tree>
    <p:extLst>
      <p:ext uri="{BB962C8B-B14F-4D97-AF65-F5344CB8AC3E}">
        <p14:creationId xmlns:p14="http://schemas.microsoft.com/office/powerpoint/2010/main" val="467138914"/>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LearningPath1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6" name="Graphic 5">
            <a:extLst>
              <a:ext uri="{FF2B5EF4-FFF2-40B4-BE49-F238E27FC236}">
                <a16:creationId xmlns:a16="http://schemas.microsoft.com/office/drawing/2014/main" id="{DF318326-19BB-DD5B-81E3-D6586A45E47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 y="2120885"/>
            <a:ext cx="9144001" cy="2276400"/>
          </a:xfrm>
          <a:prstGeom prst="rect">
            <a:avLst/>
          </a:prstGeom>
        </p:spPr>
      </p:pic>
    </p:spTree>
    <p:extLst>
      <p:ext uri="{BB962C8B-B14F-4D97-AF65-F5344CB8AC3E}">
        <p14:creationId xmlns:p14="http://schemas.microsoft.com/office/powerpoint/2010/main" val="2223383259"/>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LearningPath3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5" name="Graphic 4">
            <a:extLst>
              <a:ext uri="{FF2B5EF4-FFF2-40B4-BE49-F238E27FC236}">
                <a16:creationId xmlns:a16="http://schemas.microsoft.com/office/drawing/2014/main" id="{6C16E9B7-4924-90AE-8E65-159052FB571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 y="2358495"/>
            <a:ext cx="9144001" cy="2276400"/>
          </a:xfrm>
          <a:prstGeom prst="rect">
            <a:avLst/>
          </a:prstGeom>
        </p:spPr>
      </p:pic>
    </p:spTree>
    <p:extLst>
      <p:ext uri="{BB962C8B-B14F-4D97-AF65-F5344CB8AC3E}">
        <p14:creationId xmlns:p14="http://schemas.microsoft.com/office/powerpoint/2010/main" val="264160385"/>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1_LearningPath1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6" name="Graphic 5">
            <a:extLst>
              <a:ext uri="{FF2B5EF4-FFF2-40B4-BE49-F238E27FC236}">
                <a16:creationId xmlns:a16="http://schemas.microsoft.com/office/drawing/2014/main" id="{DF318326-19BB-DD5B-81E3-D6586A45E47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 y="2120885"/>
            <a:ext cx="9144001" cy="2276400"/>
          </a:xfrm>
          <a:prstGeom prst="rect">
            <a:avLst/>
          </a:prstGeom>
        </p:spPr>
      </p:pic>
      <p:sp>
        <p:nvSpPr>
          <p:cNvPr id="3" name="Rounded Rectangle 3_1">
            <a:extLst>
              <a:ext uri="{FF2B5EF4-FFF2-40B4-BE49-F238E27FC236}">
                <a16:creationId xmlns:a16="http://schemas.microsoft.com/office/drawing/2014/main" id="{EA6FD2A8-720D-4961-EE5A-DE1728EBB8A1}"/>
              </a:ext>
              <a:ext uri="{C183D7F6-B498-43B3-948B-1728B52AA6E4}">
                <adec:decorative xmlns:adec="http://schemas.microsoft.com/office/drawing/2017/decorative" val="1"/>
              </a:ext>
            </a:extLst>
          </p:cNvPr>
          <p:cNvSpPr/>
          <p:nvPr/>
        </p:nvSpPr>
        <p:spPr>
          <a:xfrm>
            <a:off x="435298" y="1340462"/>
            <a:ext cx="7974776" cy="2728687"/>
          </a:xfrm>
          <a:prstGeom prst="roundRect">
            <a:avLst>
              <a:gd name="adj" fmla="val 11300"/>
            </a:avLst>
          </a:prstGeom>
          <a:solidFill>
            <a:schemeClr val="bg1"/>
          </a:solidFill>
          <a:ln>
            <a:noFill/>
          </a:ln>
          <a:effectLst>
            <a:outerShdw blurRad="127000" dist="38100" dir="8100000" sx="101000" sy="101000" algn="tr" rotWithShape="0">
              <a:srgbClr val="CAC5B8">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134483" rIns="134483" bIns="134483" numCol="1" spcCol="457200" rtlCol="0" anchor="t"/>
          <a:lstStyle/>
          <a:p>
            <a:pPr marL="0" marR="0" lvl="0" indent="0" algn="l" defTabSz="685938" rtl="0" eaLnBrk="1" fontAlgn="auto" latinLnBrk="0" hangingPunct="1">
              <a:lnSpc>
                <a:spcPct val="100000"/>
              </a:lnSpc>
              <a:spcBef>
                <a:spcPts val="882"/>
              </a:spcBef>
              <a:spcAft>
                <a:spcPts val="0"/>
              </a:spcAft>
              <a:buClrTx/>
              <a:buSzPct val="90000"/>
              <a:buFont typeface="Wingdings" panose="05000000000000000000" pitchFamily="2" charset="2"/>
              <a:buNone/>
              <a:tabLst/>
              <a:defRPr/>
            </a:pPr>
            <a:endParaRPr kumimoji="0" lang="en-US" sz="1177"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Tree>
    <p:extLst>
      <p:ext uri="{BB962C8B-B14F-4D97-AF65-F5344CB8AC3E}">
        <p14:creationId xmlns:p14="http://schemas.microsoft.com/office/powerpoint/2010/main" val="151274990"/>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1_LearningPath3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5" name="Graphic 4">
            <a:extLst>
              <a:ext uri="{FF2B5EF4-FFF2-40B4-BE49-F238E27FC236}">
                <a16:creationId xmlns:a16="http://schemas.microsoft.com/office/drawing/2014/main" id="{6C16E9B7-4924-90AE-8E65-159052FB571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 y="2358495"/>
            <a:ext cx="9144001" cy="2276400"/>
          </a:xfrm>
          <a:prstGeom prst="rect">
            <a:avLst/>
          </a:prstGeom>
        </p:spPr>
      </p:pic>
      <p:sp>
        <p:nvSpPr>
          <p:cNvPr id="3" name="Rounded Rectangle 3_1">
            <a:extLst>
              <a:ext uri="{FF2B5EF4-FFF2-40B4-BE49-F238E27FC236}">
                <a16:creationId xmlns:a16="http://schemas.microsoft.com/office/drawing/2014/main" id="{3C1E8CAF-6128-384E-E21D-0DE6DC548F23}"/>
              </a:ext>
              <a:ext uri="{C183D7F6-B498-43B3-948B-1728B52AA6E4}">
                <adec:decorative xmlns:adec="http://schemas.microsoft.com/office/drawing/2017/decorative" val="1"/>
              </a:ext>
            </a:extLst>
          </p:cNvPr>
          <p:cNvSpPr/>
          <p:nvPr/>
        </p:nvSpPr>
        <p:spPr>
          <a:xfrm>
            <a:off x="435298" y="1340462"/>
            <a:ext cx="7974776" cy="2728687"/>
          </a:xfrm>
          <a:prstGeom prst="roundRect">
            <a:avLst>
              <a:gd name="adj" fmla="val 11300"/>
            </a:avLst>
          </a:prstGeom>
          <a:solidFill>
            <a:schemeClr val="bg1"/>
          </a:solidFill>
          <a:ln>
            <a:noFill/>
          </a:ln>
          <a:effectLst>
            <a:outerShdw blurRad="127000" dist="38100" dir="8100000" sx="101000" sy="101000" algn="tr" rotWithShape="0">
              <a:srgbClr val="CAC5B8">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134483" rIns="134483" bIns="134483" numCol="1" spcCol="457200" rtlCol="0" anchor="t"/>
          <a:lstStyle/>
          <a:p>
            <a:pPr marL="0" marR="0" lvl="0" indent="0" algn="l" defTabSz="685938" rtl="0" eaLnBrk="1" fontAlgn="auto" latinLnBrk="0" hangingPunct="1">
              <a:lnSpc>
                <a:spcPct val="100000"/>
              </a:lnSpc>
              <a:spcBef>
                <a:spcPts val="882"/>
              </a:spcBef>
              <a:spcAft>
                <a:spcPts val="0"/>
              </a:spcAft>
              <a:buClrTx/>
              <a:buSzPct val="90000"/>
              <a:buFont typeface="Wingdings" panose="05000000000000000000" pitchFamily="2" charset="2"/>
              <a:buNone/>
              <a:tabLst/>
              <a:defRPr/>
            </a:pPr>
            <a:endParaRPr kumimoji="0" lang="en-US" sz="1177"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Tree>
    <p:extLst>
      <p:ext uri="{BB962C8B-B14F-4D97-AF65-F5344CB8AC3E}">
        <p14:creationId xmlns:p14="http://schemas.microsoft.com/office/powerpoint/2010/main" val="1895095126"/>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Developer code full page">
    <p:bg>
      <p:bgPr>
        <a:solidFill>
          <a:srgbClr val="E8E6DF"/>
        </a:solidFill>
        <a:effectLst/>
      </p:bgPr>
    </p:bg>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A2F35014-FB65-ACD9-730E-E1D616E56103}"/>
              </a:ext>
            </a:extLst>
          </p:cNvPr>
          <p:cNvSpPr>
            <a:spLocks noGrp="1"/>
          </p:cNvSpPr>
          <p:nvPr>
            <p:ph type="body" sz="quarter" idx="13" hasCustomPrompt="1"/>
          </p:nvPr>
        </p:nvSpPr>
        <p:spPr>
          <a:xfrm>
            <a:off x="1" y="0"/>
            <a:ext cx="3368999" cy="862672"/>
          </a:xfrm>
          <a:gradFill flip="none" rotWithShape="1">
            <a:gsLst>
              <a:gs pos="0">
                <a:srgbClr val="000000"/>
              </a:gs>
              <a:gs pos="92000">
                <a:srgbClr val="000000"/>
              </a:gs>
              <a:gs pos="92000">
                <a:schemeClr val="accent3"/>
              </a:gs>
            </a:gsLst>
            <a:lin ang="16200000" scaled="1"/>
            <a:tileRect/>
          </a:gradFill>
        </p:spPr>
        <p:txBody>
          <a:bodyPr vert="horz" wrap="square" lIns="585216" tIns="91440" rIns="585216" bIns="45720" rtlCol="0">
            <a:spAutoFit/>
          </a:bodyPr>
          <a:lstStyle>
            <a:lvl1pPr marL="0" indent="0">
              <a:buNone/>
              <a:defRPr kumimoji="0" lang="en-US" sz="2353" b="0" i="0" u="none" strike="noStrike" cap="none" normalizeH="0" dirty="0">
                <a:ln>
                  <a:noFill/>
                </a:ln>
                <a:solidFill>
                  <a:srgbClr val="FFFFFF"/>
                </a:solidFill>
                <a:effectLst/>
                <a:uLnTx/>
                <a:uFillTx/>
                <a:latin typeface="+mj-lt"/>
              </a:defRPr>
            </a:lvl1pPr>
          </a:lstStyle>
          <a:p>
            <a:pPr marL="168112" lvl="0" indent="-168112"/>
            <a:r>
              <a:rPr lang="en-US"/>
              <a:t>Click to enter title</a:t>
            </a:r>
          </a:p>
        </p:txBody>
      </p:sp>
      <p:sp>
        <p:nvSpPr>
          <p:cNvPr id="8" name="Text Placeholder 3">
            <a:extLst>
              <a:ext uri="{FF2B5EF4-FFF2-40B4-BE49-F238E27FC236}">
                <a16:creationId xmlns:a16="http://schemas.microsoft.com/office/drawing/2014/main" id="{642E0005-D466-9A2B-2F72-437D2E7450DA}"/>
              </a:ext>
            </a:extLst>
          </p:cNvPr>
          <p:cNvSpPr txBox="1">
            <a:spLocks/>
          </p:cNvSpPr>
          <p:nvPr/>
        </p:nvSpPr>
        <p:spPr>
          <a:xfrm>
            <a:off x="221457" y="577850"/>
            <a:ext cx="8703468" cy="4128691"/>
          </a:xfrm>
          <a:prstGeom prst="rect">
            <a:avLst/>
          </a:prstGeom>
          <a:solidFill>
            <a:srgbClr val="FFFFFF"/>
          </a:solidFill>
        </p:spPr>
        <p:txBody>
          <a:bodyPr vert="horz" lIns="201724" tIns="134483" rIns="134483" bIns="134483" rtlCol="0">
            <a:noAutofit/>
          </a:bodyPr>
          <a:lstStyle>
            <a:lvl1pPr marL="0" indent="0" algn="l" defTabSz="914132" rtl="0" eaLnBrk="1" latinLnBrk="0" hangingPunct="1">
              <a:lnSpc>
                <a:spcPct val="150000"/>
              </a:lnSpc>
              <a:spcBef>
                <a:spcPts val="0"/>
              </a:spcBef>
              <a:spcAft>
                <a:spcPts val="600"/>
              </a:spcAft>
              <a:buClr>
                <a:schemeClr val="bg1"/>
              </a:buClr>
              <a:buSzPct val="120000"/>
              <a:buFontTx/>
              <a:buNone/>
              <a:defRPr lang="en-US" sz="1400" b="0" i="0" kern="1200">
                <a:solidFill>
                  <a:schemeClr val="tx1"/>
                </a:solidFill>
                <a:effectLst/>
                <a:latin typeface="Consolas" panose="020B0609020204030204" pitchFamily="49" charset="0"/>
                <a:ea typeface="Segoe UI Semibold" charset="0"/>
                <a:cs typeface="Segoe UI Semibold" charset="0"/>
              </a:defRPr>
            </a:lvl1pPr>
            <a:lvl2pPr marL="0" indent="0" algn="l" defTabSz="914132" rtl="0" eaLnBrk="1" latinLnBrk="0" hangingPunct="1">
              <a:lnSpc>
                <a:spcPct val="110000"/>
              </a:lnSpc>
              <a:spcBef>
                <a:spcPts val="0"/>
              </a:spcBef>
              <a:spcAft>
                <a:spcPts val="600"/>
              </a:spcAft>
              <a:buClrTx/>
              <a:buSzPct val="110000"/>
              <a:buFont typeface="Arial" charset="0"/>
              <a:buNone/>
              <a:defRPr lang="en-US" sz="2000" b="0" i="0" kern="1200" dirty="0" smtClean="0">
                <a:solidFill>
                  <a:schemeClr val="tx1"/>
                </a:solidFill>
                <a:effectLst/>
                <a:latin typeface="Segoe UI" charset="0"/>
                <a:ea typeface="Segoe UI" charset="0"/>
                <a:cs typeface="Segoe UI" charset="0"/>
              </a:defRPr>
            </a:lvl2pPr>
            <a:lvl3pPr marL="288925" indent="-222250" algn="l" defTabSz="914132" rtl="0" eaLnBrk="1" latinLnBrk="0" hangingPunct="1">
              <a:lnSpc>
                <a:spcPct val="110000"/>
              </a:lnSpc>
              <a:spcBef>
                <a:spcPts val="0"/>
              </a:spcBef>
              <a:spcAft>
                <a:spcPts val="600"/>
              </a:spcAft>
              <a:buClrTx/>
              <a:buSzPct val="120000"/>
              <a:buFont typeface="Arial" charset="0"/>
              <a:buChar char="•"/>
              <a:defRPr lang="en-US" sz="2000" b="0" i="0" kern="1200" dirty="0" smtClean="0">
                <a:solidFill>
                  <a:schemeClr val="tx1"/>
                </a:solidFill>
                <a:effectLst/>
                <a:latin typeface="Segoe UI" charset="0"/>
                <a:ea typeface="Segoe UI" charset="0"/>
                <a:cs typeface="Segoe UI" charset="0"/>
              </a:defRPr>
            </a:lvl3pPr>
            <a:lvl4pPr marL="631825" indent="-182880" algn="l" defTabSz="914132" rtl="0" eaLnBrk="1" latinLnBrk="0" hangingPunct="1">
              <a:lnSpc>
                <a:spcPct val="110000"/>
              </a:lnSpc>
              <a:spcBef>
                <a:spcPts val="0"/>
              </a:spcBef>
              <a:spcAft>
                <a:spcPts val="600"/>
              </a:spcAft>
              <a:buClrTx/>
              <a:buFont typeface="Arial" charset="0"/>
              <a:buChar char="•"/>
              <a:tabLst/>
              <a:defRPr lang="en-US" sz="1800" b="0" i="0" kern="1200" dirty="0" smtClean="0">
                <a:solidFill>
                  <a:schemeClr val="tx1"/>
                </a:solidFill>
                <a:effectLst/>
                <a:latin typeface="Segoe UI" charset="0"/>
                <a:ea typeface="Segoe UI" charset="0"/>
                <a:cs typeface="Segoe UI" charset="0"/>
              </a:defRPr>
            </a:lvl4pPr>
            <a:lvl5pPr marL="1162685" indent="-194310" algn="l" defTabSz="914132" rtl="0" eaLnBrk="1" latinLnBrk="0" hangingPunct="1">
              <a:lnSpc>
                <a:spcPct val="110000"/>
              </a:lnSpc>
              <a:spcBef>
                <a:spcPts val="500"/>
              </a:spcBef>
              <a:buClr>
                <a:schemeClr val="tx1"/>
              </a:buClr>
              <a:buFont typeface="Arial"/>
              <a:buChar char="•"/>
              <a:defRPr lang="en-US" sz="1600" b="0" i="0" kern="1200" dirty="0">
                <a:solidFill>
                  <a:schemeClr val="tx1"/>
                </a:solidFill>
                <a:effectLst/>
                <a:latin typeface="Segoe UI" charset="0"/>
                <a:ea typeface="Segoe UI" charset="0"/>
                <a:cs typeface="Segoe UI" charset="0"/>
              </a:defRPr>
            </a:lvl5pPr>
            <a:lvl6pPr marL="1873781" indent="-228533" algn="l" defTabSz="914132"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6pPr>
            <a:lvl7pPr marL="2970926"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7992"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5057"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a:lstStyle>
          <a:p>
            <a:pPr marL="0" marR="0" lvl="0" indent="0" algn="l" defTabSz="672253" rtl="0" eaLnBrk="1" fontAlgn="auto" latinLnBrk="0" hangingPunct="1">
              <a:lnSpc>
                <a:spcPct val="150000"/>
              </a:lnSpc>
              <a:spcBef>
                <a:spcPts val="0"/>
              </a:spcBef>
              <a:spcAft>
                <a:spcPts val="441"/>
              </a:spcAft>
              <a:buClr>
                <a:srgbClr val="E9E9E9"/>
              </a:buClr>
              <a:buSzPct val="120000"/>
              <a:buFontTx/>
              <a:buNone/>
              <a:tabLst/>
              <a:defRPr/>
            </a:pPr>
            <a:endParaRPr kumimoji="0" lang="en-US" sz="1030" b="0" i="0" u="none" strike="noStrike" kern="1200" cap="none" spc="0" normalizeH="0" baseline="0" noProof="0" dirty="0">
              <a:ln>
                <a:noFill/>
              </a:ln>
              <a:solidFill>
                <a:srgbClr val="000000"/>
              </a:solidFill>
              <a:effectLst/>
              <a:uLnTx/>
              <a:uFillTx/>
              <a:latin typeface="Consolas" panose="020B0609020204030204" pitchFamily="49" charset="0"/>
              <a:cs typeface="Segoe UI Semibold" charset="0"/>
            </a:endParaRPr>
          </a:p>
        </p:txBody>
      </p:sp>
      <p:sp>
        <p:nvSpPr>
          <p:cNvPr id="9" name="Text Placeholder 4" descr="This layout should only be used for developer code. The font used is a monospace font which is ideal for showing code.">
            <a:extLst>
              <a:ext uri="{FF2B5EF4-FFF2-40B4-BE49-F238E27FC236}">
                <a16:creationId xmlns:a16="http://schemas.microsoft.com/office/drawing/2014/main" id="{3EC8DAD9-3274-7DD3-8458-A6CF6E36618D}"/>
              </a:ext>
            </a:extLst>
          </p:cNvPr>
          <p:cNvSpPr>
            <a:spLocks noGrp="1"/>
          </p:cNvSpPr>
          <p:nvPr>
            <p:ph type="body" sz="quarter" idx="11" hasCustomPrompt="1"/>
          </p:nvPr>
        </p:nvSpPr>
        <p:spPr>
          <a:xfrm>
            <a:off x="434580" y="812800"/>
            <a:ext cx="8265319" cy="343171"/>
          </a:xfrm>
        </p:spPr>
        <p:txBody>
          <a:bodyPr/>
          <a:lstStyle>
            <a:lvl1pPr marL="0" indent="0">
              <a:buNone/>
              <a:tabLst/>
              <a:defRPr sz="1030">
                <a:solidFill>
                  <a:srgbClr val="2F2F2F"/>
                </a:solidFill>
                <a:latin typeface="Consolas" panose="020B0609020204030204" pitchFamily="49" charset="0"/>
                <a:cs typeface="Consolas" panose="020B0609020204030204" pitchFamily="49" charset="0"/>
              </a:defRPr>
            </a:lvl1pPr>
            <a:lvl2pPr marL="254779" indent="0">
              <a:buNone/>
              <a:defRPr sz="1764">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429791" indent="0">
              <a:buNone/>
              <a:defRPr sz="147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598850" indent="0">
              <a:buNone/>
              <a:defRPr sz="1323">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772672" indent="0">
              <a:buNone/>
              <a:defRPr sz="1323">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69193444"/>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Developer code right">
    <p:bg>
      <p:bgPr>
        <a:solidFill>
          <a:srgbClr val="E8E6D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3904488" y="0"/>
            <a:ext cx="5239512" cy="51435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471" b="0" i="0" u="none" strike="noStrike" kern="1200" cap="none" spc="0" normalizeH="0" baseline="0" noProof="0" dirty="0">
              <a:ln>
                <a:noFill/>
              </a:ln>
              <a:solidFill>
                <a:srgbClr val="FFFFFF"/>
              </a:solidFill>
              <a:effectLst/>
              <a:uLnTx/>
              <a:uFillTx/>
              <a:latin typeface="Segoe UI"/>
              <a:ea typeface="Segoe UI" pitchFamily="34" charset="0"/>
              <a:cs typeface="Segoe UI" pitchFamily="34" charset="0"/>
            </a:endParaRPr>
          </a:p>
        </p:txBody>
      </p:sp>
      <p:sp>
        <p:nvSpPr>
          <p:cNvPr id="4" name="Title 1">
            <a:extLst>
              <a:ext uri="{FF2B5EF4-FFF2-40B4-BE49-F238E27FC236}">
                <a16:creationId xmlns:a16="http://schemas.microsoft.com/office/drawing/2014/main" id="{DFD107E2-140D-CB86-9FA1-B9481E49E6FE}"/>
              </a:ext>
            </a:extLst>
          </p:cNvPr>
          <p:cNvSpPr>
            <a:spLocks noGrp="1"/>
          </p:cNvSpPr>
          <p:nvPr>
            <p:ph type="title"/>
          </p:nvPr>
        </p:nvSpPr>
        <p:spPr>
          <a:xfrm>
            <a:off x="441198" y="438912"/>
            <a:ext cx="3032071" cy="738664"/>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Text Placeholder 3">
            <a:extLst>
              <a:ext uri="{FF2B5EF4-FFF2-40B4-BE49-F238E27FC236}">
                <a16:creationId xmlns:a16="http://schemas.microsoft.com/office/drawing/2014/main" id="{277F5E94-C055-4558-A211-EF7933FCA82F}"/>
              </a:ext>
            </a:extLst>
          </p:cNvPr>
          <p:cNvSpPr>
            <a:spLocks noGrp="1"/>
          </p:cNvSpPr>
          <p:nvPr>
            <p:ph type="body" sz="quarter" idx="15"/>
          </p:nvPr>
        </p:nvSpPr>
        <p:spPr>
          <a:xfrm>
            <a:off x="439793" y="1195617"/>
            <a:ext cx="3032071" cy="986617"/>
          </a:xfrm>
          <a:prstGeom prst="rect">
            <a:avLst/>
          </a:prstGeom>
        </p:spPr>
        <p:txBody>
          <a:bodyPr wrap="square">
            <a:spAutoFit/>
          </a:bodyPr>
          <a:lstStyle>
            <a:lvl1pPr marL="0" indent="0">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7" name="Text Placeholder 4" descr="This layout should only be used for developer code. The font used is a monospace font which is ideal for showing code.">
            <a:extLst>
              <a:ext uri="{FF2B5EF4-FFF2-40B4-BE49-F238E27FC236}">
                <a16:creationId xmlns:a16="http://schemas.microsoft.com/office/drawing/2014/main" id="{A89B3FAE-417F-41EF-9D05-0D6CAF8EC76C}"/>
              </a:ext>
            </a:extLst>
          </p:cNvPr>
          <p:cNvSpPr>
            <a:spLocks noGrp="1"/>
          </p:cNvSpPr>
          <p:nvPr>
            <p:ph type="body" sz="quarter" idx="11" hasCustomPrompt="1"/>
          </p:nvPr>
        </p:nvSpPr>
        <p:spPr>
          <a:xfrm>
            <a:off x="4350543" y="436960"/>
            <a:ext cx="4349354" cy="343171"/>
          </a:xfrm>
        </p:spPr>
        <p:txBody>
          <a:bodyPr/>
          <a:lstStyle>
            <a:lvl1pPr marL="0" indent="0">
              <a:buNone/>
              <a:tabLst/>
              <a:defRPr sz="1030">
                <a:solidFill>
                  <a:srgbClr val="2F2F2F"/>
                </a:solidFill>
                <a:latin typeface="Consolas" panose="020B0609020204030204" pitchFamily="49" charset="0"/>
                <a:cs typeface="Consolas" panose="020B0609020204030204" pitchFamily="49" charset="0"/>
              </a:defRPr>
            </a:lvl1pPr>
            <a:lvl2pPr marL="254779" indent="0">
              <a:buNone/>
              <a:defRPr sz="1764">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429791" indent="0">
              <a:buNone/>
              <a:defRPr sz="147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598850" indent="0">
              <a:buNone/>
              <a:defRPr sz="1323">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772672" indent="0">
              <a:buNone/>
              <a:defRPr sz="1323">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4159048291"/>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Resources">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439792" y="1193292"/>
            <a:ext cx="6144768" cy="715709"/>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5F055FC1-EF87-C5EC-9545-B346C73ACDA3}"/>
              </a:ext>
            </a:extLst>
          </p:cNvPr>
          <p:cNvSpPr>
            <a:spLocks noGrp="1"/>
          </p:cNvSpPr>
          <p:nvPr>
            <p:ph type="body" sz="quarter" idx="19"/>
          </p:nvPr>
        </p:nvSpPr>
        <p:spPr>
          <a:xfrm>
            <a:off x="439792" y="1561283"/>
            <a:ext cx="6144768" cy="1257524"/>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3">
            <a:extLst>
              <a:ext uri="{FF2B5EF4-FFF2-40B4-BE49-F238E27FC236}">
                <a16:creationId xmlns:a16="http://schemas.microsoft.com/office/drawing/2014/main" id="{5EBA1527-2F4C-29A6-6A08-4FBA5CAE4E7E}"/>
              </a:ext>
            </a:extLst>
          </p:cNvPr>
          <p:cNvSpPr>
            <a:spLocks noGrp="1"/>
          </p:cNvSpPr>
          <p:nvPr>
            <p:ph type="body" sz="quarter" idx="20"/>
          </p:nvPr>
        </p:nvSpPr>
        <p:spPr>
          <a:xfrm>
            <a:off x="439792" y="2690344"/>
            <a:ext cx="6144768" cy="715709"/>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3B81DC28-90DC-14C9-6ED7-101D16E58FA0}"/>
              </a:ext>
            </a:extLst>
          </p:cNvPr>
          <p:cNvSpPr>
            <a:spLocks noGrp="1"/>
          </p:cNvSpPr>
          <p:nvPr>
            <p:ph type="body" sz="quarter" idx="21"/>
          </p:nvPr>
        </p:nvSpPr>
        <p:spPr>
          <a:xfrm>
            <a:off x="439792" y="3058334"/>
            <a:ext cx="6144768" cy="1257524"/>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454953452"/>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1_Text option_3 rows">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CB19F3EF-E352-4C65-98EB-C1D64E0A7284}"/>
              </a:ext>
            </a:extLst>
          </p:cNvPr>
          <p:cNvSpPr>
            <a:spLocks noGrp="1"/>
          </p:cNvSpPr>
          <p:nvPr>
            <p:ph type="body" sz="quarter" idx="11" hasCustomPrompt="1"/>
          </p:nvPr>
        </p:nvSpPr>
        <p:spPr>
          <a:xfrm>
            <a:off x="1042095" y="1092672"/>
            <a:ext cx="7657803" cy="582930"/>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0" name="Text Placeholder 4">
            <a:extLst>
              <a:ext uri="{FF2B5EF4-FFF2-40B4-BE49-F238E27FC236}">
                <a16:creationId xmlns:a16="http://schemas.microsoft.com/office/drawing/2014/main" id="{E93C46D7-E811-4904-971C-BDAE52869A61}"/>
              </a:ext>
            </a:extLst>
          </p:cNvPr>
          <p:cNvSpPr>
            <a:spLocks noGrp="1"/>
          </p:cNvSpPr>
          <p:nvPr>
            <p:ph type="body" sz="quarter" idx="15" hasCustomPrompt="1"/>
          </p:nvPr>
        </p:nvSpPr>
        <p:spPr>
          <a:xfrm>
            <a:off x="1042095" y="1874336"/>
            <a:ext cx="7657803" cy="585888"/>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2" name="Text Placeholder 4">
            <a:extLst>
              <a:ext uri="{FF2B5EF4-FFF2-40B4-BE49-F238E27FC236}">
                <a16:creationId xmlns:a16="http://schemas.microsoft.com/office/drawing/2014/main" id="{C84EFDE3-C2B4-4663-8852-A0D2423EB125}"/>
              </a:ext>
            </a:extLst>
          </p:cNvPr>
          <p:cNvSpPr>
            <a:spLocks noGrp="1"/>
          </p:cNvSpPr>
          <p:nvPr>
            <p:ph type="body" sz="quarter" idx="17" hasCustomPrompt="1"/>
          </p:nvPr>
        </p:nvSpPr>
        <p:spPr>
          <a:xfrm>
            <a:off x="1042095" y="2658957"/>
            <a:ext cx="7657803" cy="585888"/>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5" name="Title 1">
            <a:extLst>
              <a:ext uri="{FF2B5EF4-FFF2-40B4-BE49-F238E27FC236}">
                <a16:creationId xmlns:a16="http://schemas.microsoft.com/office/drawing/2014/main" id="{AC67A521-F4FD-E8EE-E376-D23CEA345620}"/>
              </a:ext>
            </a:extLst>
          </p:cNvPr>
          <p:cNvSpPr>
            <a:spLocks noGrp="1"/>
          </p:cNvSpPr>
          <p:nvPr>
            <p:ph type="title"/>
          </p:nvPr>
        </p:nvSpPr>
        <p:spPr>
          <a:xfrm>
            <a:off x="441197" y="438913"/>
            <a:ext cx="6144768" cy="369332"/>
          </a:xfrm>
        </p:spPr>
        <p:txBody>
          <a:bodyPr/>
          <a:lstStyle>
            <a:lvl1pPr algn="l" defTabSz="685938" rtl="0" eaLnBrk="1" latinLnBrk="0" hangingPunct="1">
              <a:lnSpc>
                <a:spcPct val="100000"/>
              </a:lnSpc>
              <a:spcBef>
                <a:spcPct val="0"/>
              </a:spcBef>
              <a:buNone/>
              <a:defRPr lang="en-US" sz="2353" b="0" i="0" kern="1200" cap="none" spc="0" baseline="0" dirty="0">
                <a:ln w="3175">
                  <a:noFill/>
                </a:ln>
                <a:solidFill>
                  <a:schemeClr val="tx1"/>
                </a:solidFill>
                <a:effectLst/>
                <a:latin typeface="+mj-lt"/>
                <a:ea typeface="+mn-ea"/>
                <a:cs typeface="Segoe UI Semibold" panose="020B0502040204020203" pitchFamily="34" charset="0"/>
              </a:defRPr>
            </a:lvl1pPr>
          </a:lstStyle>
          <a:p>
            <a:r>
              <a:rPr lang="en-US"/>
              <a:t>Click to edit Master title style</a:t>
            </a:r>
          </a:p>
        </p:txBody>
      </p:sp>
      <p:cxnSp>
        <p:nvCxnSpPr>
          <p:cNvPr id="7" name="Straight Connector 6">
            <a:extLst>
              <a:ext uri="{FF2B5EF4-FFF2-40B4-BE49-F238E27FC236}">
                <a16:creationId xmlns:a16="http://schemas.microsoft.com/office/drawing/2014/main" id="{984A61D4-2EBC-3C89-B9B9-A7E3006349EC}"/>
              </a:ext>
              <a:ext uri="{C183D7F6-B498-43B3-948B-1728B52AA6E4}">
                <adec:decorative xmlns:adec="http://schemas.microsoft.com/office/drawing/2017/decorative" val="1"/>
              </a:ext>
            </a:extLst>
          </p:cNvPr>
          <p:cNvCxnSpPr>
            <a:cxnSpLocks/>
          </p:cNvCxnSpPr>
          <p:nvPr/>
        </p:nvCxnSpPr>
        <p:spPr>
          <a:xfrm>
            <a:off x="1042273" y="1774968"/>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15C7F07-21BA-232C-099C-2DFC70761A21}"/>
              </a:ext>
              <a:ext uri="{C183D7F6-B498-43B3-948B-1728B52AA6E4}">
                <adec:decorative xmlns:adec="http://schemas.microsoft.com/office/drawing/2017/decorative" val="1"/>
              </a:ext>
            </a:extLst>
          </p:cNvPr>
          <p:cNvCxnSpPr>
            <a:cxnSpLocks/>
          </p:cNvCxnSpPr>
          <p:nvPr/>
        </p:nvCxnSpPr>
        <p:spPr>
          <a:xfrm>
            <a:off x="1042273" y="2559590"/>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22795319"/>
      </p:ext>
    </p:extLst>
  </p:cSld>
  <p:clrMapOvr>
    <a:masterClrMapping/>
  </p:clrMapOvr>
  <p:transition>
    <p:fade/>
  </p:transition>
  <p:hf sldNum="0" hdr="0" ftr="0" dt="0"/>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1_Text option_4 rows">
    <p:spTree>
      <p:nvGrpSpPr>
        <p:cNvPr id="1" name=""/>
        <p:cNvGrpSpPr/>
        <p:nvPr/>
      </p:nvGrpSpPr>
      <p:grpSpPr>
        <a:xfrm>
          <a:off x="0" y="0"/>
          <a:ext cx="0" cy="0"/>
          <a:chOff x="0" y="0"/>
          <a:chExt cx="0" cy="0"/>
        </a:xfrm>
      </p:grpSpPr>
      <p:sp>
        <p:nvSpPr>
          <p:cNvPr id="12" name="Text Placeholder 4">
            <a:extLst>
              <a:ext uri="{FF2B5EF4-FFF2-40B4-BE49-F238E27FC236}">
                <a16:creationId xmlns:a16="http://schemas.microsoft.com/office/drawing/2014/main" id="{BDF9284C-6F78-4885-87E1-4AAD9E8090B1}"/>
              </a:ext>
            </a:extLst>
          </p:cNvPr>
          <p:cNvSpPr>
            <a:spLocks noGrp="1"/>
          </p:cNvSpPr>
          <p:nvPr>
            <p:ph type="body" sz="quarter" idx="11" hasCustomPrompt="1"/>
          </p:nvPr>
        </p:nvSpPr>
        <p:spPr>
          <a:xfrm>
            <a:off x="1042095" y="1092672"/>
            <a:ext cx="7657803" cy="582930"/>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0" name="Straight Connector 19">
            <a:extLst>
              <a:ext uri="{FF2B5EF4-FFF2-40B4-BE49-F238E27FC236}">
                <a16:creationId xmlns:a16="http://schemas.microsoft.com/office/drawing/2014/main" id="{4E9EA958-BE84-43C9-98F0-0C08E8EDD63F}"/>
              </a:ext>
              <a:ext uri="{C183D7F6-B498-43B3-948B-1728B52AA6E4}">
                <adec:decorative xmlns:adec="http://schemas.microsoft.com/office/drawing/2017/decorative" val="1"/>
              </a:ext>
            </a:extLst>
          </p:cNvPr>
          <p:cNvCxnSpPr>
            <a:cxnSpLocks/>
          </p:cNvCxnSpPr>
          <p:nvPr/>
        </p:nvCxnSpPr>
        <p:spPr>
          <a:xfrm>
            <a:off x="1042273" y="1774968"/>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D0E35C16-1FD5-43B8-8A48-E2CAEC4A6EA2}"/>
              </a:ext>
            </a:extLst>
          </p:cNvPr>
          <p:cNvSpPr>
            <a:spLocks noGrp="1"/>
          </p:cNvSpPr>
          <p:nvPr>
            <p:ph type="body" sz="quarter" idx="15" hasCustomPrompt="1"/>
          </p:nvPr>
        </p:nvSpPr>
        <p:spPr>
          <a:xfrm>
            <a:off x="1042095" y="1874336"/>
            <a:ext cx="7657803" cy="585888"/>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1" name="Straight Connector 20">
            <a:extLst>
              <a:ext uri="{FF2B5EF4-FFF2-40B4-BE49-F238E27FC236}">
                <a16:creationId xmlns:a16="http://schemas.microsoft.com/office/drawing/2014/main" id="{FC78D634-25BA-4087-A772-1E555254B97D}"/>
              </a:ext>
              <a:ext uri="{C183D7F6-B498-43B3-948B-1728B52AA6E4}">
                <adec:decorative xmlns:adec="http://schemas.microsoft.com/office/drawing/2017/decorative" val="1"/>
              </a:ext>
            </a:extLst>
          </p:cNvPr>
          <p:cNvCxnSpPr>
            <a:cxnSpLocks/>
          </p:cNvCxnSpPr>
          <p:nvPr/>
        </p:nvCxnSpPr>
        <p:spPr>
          <a:xfrm>
            <a:off x="1042273" y="2559590"/>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7" name="Text Placeholder 4">
            <a:extLst>
              <a:ext uri="{FF2B5EF4-FFF2-40B4-BE49-F238E27FC236}">
                <a16:creationId xmlns:a16="http://schemas.microsoft.com/office/drawing/2014/main" id="{9F7B3EC7-70FC-4307-BB11-53CB4E14FFB9}"/>
              </a:ext>
            </a:extLst>
          </p:cNvPr>
          <p:cNvSpPr>
            <a:spLocks noGrp="1"/>
          </p:cNvSpPr>
          <p:nvPr>
            <p:ph type="body" sz="quarter" idx="17" hasCustomPrompt="1"/>
          </p:nvPr>
        </p:nvSpPr>
        <p:spPr>
          <a:xfrm>
            <a:off x="1042095" y="2658957"/>
            <a:ext cx="7657803" cy="585888"/>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2" name="Straight Connector 21">
            <a:extLst>
              <a:ext uri="{FF2B5EF4-FFF2-40B4-BE49-F238E27FC236}">
                <a16:creationId xmlns:a16="http://schemas.microsoft.com/office/drawing/2014/main" id="{71CE9993-705A-488D-910E-290FD0A522F4}"/>
              </a:ext>
              <a:ext uri="{C183D7F6-B498-43B3-948B-1728B52AA6E4}">
                <adec:decorative xmlns:adec="http://schemas.microsoft.com/office/drawing/2017/decorative" val="1"/>
              </a:ext>
            </a:extLst>
          </p:cNvPr>
          <p:cNvCxnSpPr>
            <a:cxnSpLocks/>
          </p:cNvCxnSpPr>
          <p:nvPr/>
        </p:nvCxnSpPr>
        <p:spPr>
          <a:xfrm>
            <a:off x="1042273" y="3344212"/>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DC5585A5-DAB7-4EFE-A980-497178E03B1A}"/>
              </a:ext>
            </a:extLst>
          </p:cNvPr>
          <p:cNvSpPr>
            <a:spLocks noGrp="1"/>
          </p:cNvSpPr>
          <p:nvPr>
            <p:ph type="body" sz="quarter" idx="19" hasCustomPrompt="1"/>
          </p:nvPr>
        </p:nvSpPr>
        <p:spPr>
          <a:xfrm>
            <a:off x="1042095" y="3443579"/>
            <a:ext cx="7657803" cy="585888"/>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9" name="Title 1">
            <a:extLst>
              <a:ext uri="{FF2B5EF4-FFF2-40B4-BE49-F238E27FC236}">
                <a16:creationId xmlns:a16="http://schemas.microsoft.com/office/drawing/2014/main" id="{75B21E8C-92C0-72B7-D04D-01894741A0D7}"/>
              </a:ext>
            </a:extLst>
          </p:cNvPr>
          <p:cNvSpPr>
            <a:spLocks noGrp="1"/>
          </p:cNvSpPr>
          <p:nvPr>
            <p:ph type="title"/>
          </p:nvPr>
        </p:nvSpPr>
        <p:spPr>
          <a:xfrm>
            <a:off x="441196" y="438913"/>
            <a:ext cx="8258702" cy="369332"/>
          </a:xfrm>
        </p:spPr>
        <p:txBody>
          <a:bodyPr/>
          <a:lstStyle>
            <a:lvl1pPr algn="l" defTabSz="685938" rtl="0" eaLnBrk="1" latinLnBrk="0" hangingPunct="1">
              <a:lnSpc>
                <a:spcPct val="100000"/>
              </a:lnSpc>
              <a:spcBef>
                <a:spcPct val="0"/>
              </a:spcBef>
              <a:buNone/>
              <a:defRPr lang="en-US" sz="2353" b="0" i="0" kern="1200" cap="none" spc="0" baseline="0" dirty="0">
                <a:ln w="3175">
                  <a:noFill/>
                </a:ln>
                <a:solidFill>
                  <a:schemeClr val="tx1"/>
                </a:solidFill>
                <a:effectLst/>
                <a:latin typeface="+mj-lt"/>
                <a:ea typeface="+mn-ea"/>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4248056077"/>
      </p:ext>
    </p:extLst>
  </p:cSld>
  <p:clrMapOvr>
    <a:masterClrMapping/>
  </p:clrMapOvr>
  <p:transition>
    <p:fade/>
  </p:transition>
  <p:hf sldNum="0" hdr="0" ftr="0" dt="0"/>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1_Text option_5 rows">
    <p:spTree>
      <p:nvGrpSpPr>
        <p:cNvPr id="1" name=""/>
        <p:cNvGrpSpPr/>
        <p:nvPr/>
      </p:nvGrpSpPr>
      <p:grpSpPr>
        <a:xfrm>
          <a:off x="0" y="0"/>
          <a:ext cx="0" cy="0"/>
          <a:chOff x="0" y="0"/>
          <a:chExt cx="0" cy="0"/>
        </a:xfrm>
      </p:grpSpPr>
      <p:sp>
        <p:nvSpPr>
          <p:cNvPr id="5" name="Text Placeholder 4"/>
          <p:cNvSpPr>
            <a:spLocks noGrp="1"/>
          </p:cNvSpPr>
          <p:nvPr>
            <p:ph type="body" sz="quarter" idx="11" hasCustomPrompt="1"/>
          </p:nvPr>
        </p:nvSpPr>
        <p:spPr>
          <a:xfrm>
            <a:off x="1042095" y="1092672"/>
            <a:ext cx="7657803" cy="484218"/>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F4A35CC4-D06B-40B4-91B1-CDA133426FEF}"/>
              </a:ext>
              <a:ext uri="{C183D7F6-B498-43B3-948B-1728B52AA6E4}">
                <adec:decorative xmlns:adec="http://schemas.microsoft.com/office/drawing/2017/decorative" val="1"/>
              </a:ext>
            </a:extLst>
          </p:cNvPr>
          <p:cNvCxnSpPr>
            <a:cxnSpLocks/>
          </p:cNvCxnSpPr>
          <p:nvPr/>
        </p:nvCxnSpPr>
        <p:spPr>
          <a:xfrm>
            <a:off x="1042273" y="1654480"/>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042095" y="1732070"/>
            <a:ext cx="7657803" cy="486675"/>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7" name="Straight Connector 16">
            <a:extLst>
              <a:ext uri="{FF2B5EF4-FFF2-40B4-BE49-F238E27FC236}">
                <a16:creationId xmlns:a16="http://schemas.microsoft.com/office/drawing/2014/main" id="{569B8E47-3705-4496-95DB-2F04B39526B5}"/>
              </a:ext>
              <a:ext uri="{C183D7F6-B498-43B3-948B-1728B52AA6E4}">
                <adec:decorative xmlns:adec="http://schemas.microsoft.com/office/drawing/2017/decorative" val="1"/>
              </a:ext>
            </a:extLst>
          </p:cNvPr>
          <p:cNvCxnSpPr>
            <a:cxnSpLocks/>
          </p:cNvCxnSpPr>
          <p:nvPr/>
        </p:nvCxnSpPr>
        <p:spPr>
          <a:xfrm>
            <a:off x="1042273" y="2296334"/>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042095" y="2373924"/>
            <a:ext cx="7657803" cy="486675"/>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9" name="Straight Connector 18">
            <a:extLst>
              <a:ext uri="{FF2B5EF4-FFF2-40B4-BE49-F238E27FC236}">
                <a16:creationId xmlns:a16="http://schemas.microsoft.com/office/drawing/2014/main" id="{971F4189-FC32-45CA-8DDD-889412FB1B93}"/>
              </a:ext>
              <a:ext uri="{C183D7F6-B498-43B3-948B-1728B52AA6E4}">
                <adec:decorative xmlns:adec="http://schemas.microsoft.com/office/drawing/2017/decorative" val="1"/>
              </a:ext>
            </a:extLst>
          </p:cNvPr>
          <p:cNvCxnSpPr>
            <a:cxnSpLocks/>
          </p:cNvCxnSpPr>
          <p:nvPr/>
        </p:nvCxnSpPr>
        <p:spPr>
          <a:xfrm>
            <a:off x="1042273" y="2938189"/>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042095" y="3015778"/>
            <a:ext cx="7657803" cy="486675"/>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p:nvCxnSpPr>
        <p:spPr>
          <a:xfrm>
            <a:off x="1042273" y="3580043"/>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042095" y="3657634"/>
            <a:ext cx="7657803" cy="486675"/>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sp>
        <p:nvSpPr>
          <p:cNvPr id="4" name="Title 1">
            <a:extLst>
              <a:ext uri="{FF2B5EF4-FFF2-40B4-BE49-F238E27FC236}">
                <a16:creationId xmlns:a16="http://schemas.microsoft.com/office/drawing/2014/main" id="{8F826457-AD96-78F4-E9DC-B4CC7DCCED84}"/>
              </a:ext>
            </a:extLst>
          </p:cNvPr>
          <p:cNvSpPr>
            <a:spLocks noGrp="1"/>
          </p:cNvSpPr>
          <p:nvPr>
            <p:ph type="title"/>
          </p:nvPr>
        </p:nvSpPr>
        <p:spPr>
          <a:xfrm>
            <a:off x="441197" y="438913"/>
            <a:ext cx="6144768" cy="369332"/>
          </a:xfrm>
        </p:spPr>
        <p:txBody>
          <a:bodyPr/>
          <a:lstStyle>
            <a:lvl1pPr algn="l" defTabSz="685938" rtl="0" eaLnBrk="1" latinLnBrk="0" hangingPunct="1">
              <a:lnSpc>
                <a:spcPct val="100000"/>
              </a:lnSpc>
              <a:spcBef>
                <a:spcPct val="0"/>
              </a:spcBef>
              <a:buNone/>
              <a:defRPr lang="en-US" sz="2353" b="0" i="0" kern="1200" cap="none" spc="0" baseline="0" dirty="0">
                <a:ln w="3175">
                  <a:noFill/>
                </a:ln>
                <a:solidFill>
                  <a:schemeClr val="tx1"/>
                </a:solidFill>
                <a:effectLst/>
                <a:latin typeface="+mj-lt"/>
                <a:ea typeface="+mn-ea"/>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3315955085"/>
      </p:ext>
    </p:extLst>
  </p:cSld>
  <p:clrMapOvr>
    <a:masterClrMapping/>
  </p:clrMapOvr>
  <p:transition>
    <p:fade/>
  </p:transition>
  <p:hf sldNum="0" hdr="0" ftr="0" dt="0"/>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438150" y="439342"/>
            <a:ext cx="1024830" cy="219456"/>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441197" y="-459432"/>
            <a:ext cx="6144768" cy="230833"/>
          </a:xfrm>
        </p:spPr>
        <p:txBody>
          <a:bodyPr/>
          <a:lstStyle>
            <a:lvl1pPr>
              <a:defRPr sz="1471" b="0" i="0">
                <a:solidFill>
                  <a:srgbClr val="001F2D"/>
                </a:solidFill>
                <a:latin typeface="+mj-lt"/>
                <a:cs typeface="Segoe UI Semibold" panose="020B0502040204020203" pitchFamily="34" charset="0"/>
              </a:defRPr>
            </a:lvl1pPr>
          </a:lstStyle>
          <a:p>
            <a:r>
              <a:rPr lang="en-US"/>
              <a:t>Final slide with logo</a:t>
            </a:r>
          </a:p>
        </p:txBody>
      </p:sp>
    </p:spTree>
    <p:extLst>
      <p:ext uri="{BB962C8B-B14F-4D97-AF65-F5344CB8AC3E}">
        <p14:creationId xmlns:p14="http://schemas.microsoft.com/office/powerpoint/2010/main" val="2807632033"/>
      </p:ext>
    </p:extLst>
  </p:cSld>
  <p:clrMapOvr>
    <a:overrideClrMapping bg1="lt1" tx1="dk1" bg2="lt2" tx2="dk2" accent1="accent1" accent2="accent2" accent3="accent3" accent4="accent4" accent5="accent5" accent6="accent6" hlink="hlink" folHlink="folHlink"/>
  </p:clrMapOvr>
  <p:transition>
    <p:fade/>
  </p:transition>
  <p:hf sldNum="0" hdr="0" ftr="0" dt="0"/>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2_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438150" y="439342"/>
            <a:ext cx="1024830" cy="219456"/>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441197" y="-462032"/>
            <a:ext cx="6144768" cy="230833"/>
          </a:xfrm>
        </p:spPr>
        <p:txBody>
          <a:bodyPr/>
          <a:lstStyle>
            <a:lvl1pPr>
              <a:defRPr sz="1471" b="0" i="0">
                <a:solidFill>
                  <a:srgbClr val="001F2D"/>
                </a:solidFill>
                <a:latin typeface="+mj-lt"/>
                <a:cs typeface="Segoe UI Semibold" panose="020B0502040204020203" pitchFamily="34" charset="0"/>
              </a:defRPr>
            </a:lvl1pPr>
          </a:lstStyle>
          <a:p>
            <a:r>
              <a:rPr lang="en-US"/>
              <a:t>Final slide with logo</a:t>
            </a:r>
          </a:p>
        </p:txBody>
      </p:sp>
      <p:sp>
        <p:nvSpPr>
          <p:cNvPr id="6" name="Text Placeholder 4">
            <a:extLst>
              <a:ext uri="{FF2B5EF4-FFF2-40B4-BE49-F238E27FC236}">
                <a16:creationId xmlns:a16="http://schemas.microsoft.com/office/drawing/2014/main" id="{BD9E8228-6949-BCF9-F825-22D65A43DBCD}"/>
              </a:ext>
            </a:extLst>
          </p:cNvPr>
          <p:cNvSpPr>
            <a:spLocks noGrp="1"/>
          </p:cNvSpPr>
          <p:nvPr>
            <p:ph type="body" sz="quarter" idx="12" hasCustomPrompt="1"/>
          </p:nvPr>
        </p:nvSpPr>
        <p:spPr>
          <a:xfrm>
            <a:off x="438913" y="1560171"/>
            <a:ext cx="2521457" cy="415499"/>
          </a:xfrm>
          <a:noFill/>
        </p:spPr>
        <p:txBody>
          <a:bodyPr wrap="square" lIns="0" tIns="0" rIns="0" bIns="0">
            <a:spAutoFit/>
          </a:bodyPr>
          <a:lstStyle>
            <a:lvl1pPr marL="0" indent="0" algn="l" defTabSz="336225" rtl="0" eaLnBrk="1" latinLnBrk="0" hangingPunct="1">
              <a:lnSpc>
                <a:spcPct val="100000"/>
              </a:lnSpc>
              <a:spcBef>
                <a:spcPct val="0"/>
              </a:spcBef>
              <a:spcAft>
                <a:spcPts val="0"/>
              </a:spcAft>
              <a:buFont typeface="Arial" panose="020B0604020202020204" pitchFamily="34" charset="0"/>
              <a:buNone/>
              <a:defRPr lang="en-US" sz="2647" b="0" kern="1200" cap="none" spc="-37" baseline="0" dirty="0">
                <a:ln w="3175">
                  <a:noFill/>
                </a:ln>
                <a:solidFill>
                  <a:schemeClr val="accent3"/>
                </a:solidFill>
                <a:effectLst/>
                <a:latin typeface="+mj-lt"/>
                <a:ea typeface="+mn-ea"/>
                <a:cs typeface="Segoe UI" panose="020B0502040204020203" pitchFamily="34" charset="0"/>
              </a:defRPr>
            </a:lvl1pPr>
          </a:lstStyle>
          <a:p>
            <a:pPr lvl="0"/>
            <a:r>
              <a:rPr lang="en-US"/>
              <a:t>Thank you.</a:t>
            </a:r>
          </a:p>
        </p:txBody>
      </p:sp>
      <p:sp>
        <p:nvSpPr>
          <p:cNvPr id="9" name="Text Placeholder 8">
            <a:extLst>
              <a:ext uri="{FF2B5EF4-FFF2-40B4-BE49-F238E27FC236}">
                <a16:creationId xmlns:a16="http://schemas.microsoft.com/office/drawing/2014/main" id="{FCDD9B65-7B9C-E803-654B-692D90202D54}"/>
              </a:ext>
            </a:extLst>
          </p:cNvPr>
          <p:cNvSpPr>
            <a:spLocks noGrp="1"/>
          </p:cNvSpPr>
          <p:nvPr>
            <p:ph type="body" sz="quarter" idx="13"/>
          </p:nvPr>
        </p:nvSpPr>
        <p:spPr>
          <a:xfrm>
            <a:off x="3364230" y="1707357"/>
            <a:ext cx="5335667" cy="411010"/>
          </a:xfrm>
        </p:spPr>
        <p:txBody>
          <a:bodyPr/>
          <a:lstStyle>
            <a:lvl1pPr marL="0" indent="0" algn="l" defTabSz="336225" rtl="0" eaLnBrk="1" latinLnBrk="0" hangingPunct="1">
              <a:lnSpc>
                <a:spcPct val="100000"/>
              </a:lnSpc>
              <a:spcBef>
                <a:spcPct val="0"/>
              </a:spcBef>
              <a:buNone/>
              <a:defRPr lang="en-US" sz="1471" b="0" kern="1200" cap="none" spc="-37" baseline="0" dirty="0" smtClean="0">
                <a:ln w="3175">
                  <a:noFill/>
                </a:ln>
                <a:solidFill>
                  <a:schemeClr val="tx1"/>
                </a:solidFill>
                <a:effectLst/>
                <a:latin typeface="+mn-lt"/>
                <a:ea typeface="+mn-ea"/>
                <a:cs typeface="Segoe UI" panose="020B0502040204020203" pitchFamily="34" charset="0"/>
              </a:defRPr>
            </a:lvl1pPr>
            <a:lvl2pPr marL="114316" indent="0">
              <a:buNone/>
              <a:defRPr lang="en-US" sz="1471" b="0" kern="1200" cap="none" spc="-37" baseline="0" dirty="0" smtClean="0">
                <a:ln w="3175">
                  <a:noFill/>
                </a:ln>
                <a:solidFill>
                  <a:schemeClr val="bg1"/>
                </a:solidFill>
                <a:effectLst/>
                <a:latin typeface="+mn-lt"/>
                <a:ea typeface="+mn-ea"/>
                <a:cs typeface="Segoe UI" panose="020B0502040204020203" pitchFamily="34" charset="0"/>
              </a:defRPr>
            </a:lvl2pPr>
            <a:lvl3pPr marL="195010" indent="0">
              <a:buNone/>
              <a:defRPr/>
            </a:lvl3pPr>
            <a:lvl4pPr marL="486826" indent="0">
              <a:buNone/>
              <a:defRPr/>
            </a:lvl4pPr>
            <a:lvl5pPr marL="629255" indent="0">
              <a:buNone/>
              <a:defRPr/>
            </a:lvl5pPr>
          </a:lstStyle>
          <a:p>
            <a:pPr lvl="0"/>
            <a:r>
              <a:rPr lang="en-US"/>
              <a:t>Click to edit Master text styles</a:t>
            </a:r>
          </a:p>
        </p:txBody>
      </p:sp>
    </p:spTree>
    <p:extLst>
      <p:ext uri="{BB962C8B-B14F-4D97-AF65-F5344CB8AC3E}">
        <p14:creationId xmlns:p14="http://schemas.microsoft.com/office/powerpoint/2010/main" val="3967501694"/>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1" orient="horz" pos="1592">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77653881"/>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4A36DC34-EED6-8F49-8473-3802F6C2A3D1}"/>
              </a:ext>
            </a:extLst>
          </p:cNvPr>
          <p:cNvSpPr>
            <a:spLocks noGrp="1"/>
          </p:cNvSpPr>
          <p:nvPr>
            <p:ph type="title" hasCustomPrompt="1"/>
          </p:nvPr>
        </p:nvSpPr>
        <p:spPr>
          <a:xfrm>
            <a:off x="321512" y="1899336"/>
            <a:ext cx="7222792" cy="1344828"/>
          </a:xfrm>
          <a:prstGeom prst="rect">
            <a:avLst/>
          </a:prstGeom>
          <a:noFill/>
        </p:spPr>
        <p:txBody>
          <a:bodyPr lIns="0" tIns="0" rIns="0" bIns="182880" anchor="b" anchorCtr="0"/>
          <a:lstStyle>
            <a:lvl1pPr>
              <a:defRPr sz="3530" strike="noStrike" spc="-36" baseline="0">
                <a:solidFill>
                  <a:schemeClr val="tx2"/>
                </a:solidFill>
              </a:defRPr>
            </a:lvl1pPr>
          </a:lstStyle>
          <a:p>
            <a:r>
              <a:rPr lang="en-US">
                <a:solidFill>
                  <a:schemeClr val="tx1"/>
                </a:solidFill>
              </a:rPr>
              <a:t>Microsoft Security title</a:t>
            </a:r>
            <a:endParaRPr lang="en-US"/>
          </a:p>
        </p:txBody>
      </p:sp>
      <p:sp>
        <p:nvSpPr>
          <p:cNvPr id="14" name="Text Placeholder 10">
            <a:extLst>
              <a:ext uri="{FF2B5EF4-FFF2-40B4-BE49-F238E27FC236}">
                <a16:creationId xmlns:a16="http://schemas.microsoft.com/office/drawing/2014/main" id="{2E500E80-DD0C-EF4F-BB7D-03960A098E1F}"/>
              </a:ext>
            </a:extLst>
          </p:cNvPr>
          <p:cNvSpPr>
            <a:spLocks noGrp="1"/>
          </p:cNvSpPr>
          <p:nvPr>
            <p:ph type="body" sz="quarter" idx="15" hasCustomPrompt="1"/>
          </p:nvPr>
        </p:nvSpPr>
        <p:spPr>
          <a:xfrm>
            <a:off x="331851" y="3262586"/>
            <a:ext cx="7202114" cy="592213"/>
          </a:xfrm>
          <a:prstGeom prst="rect">
            <a:avLst/>
          </a:prstGeom>
        </p:spPr>
        <p:txBody>
          <a:bodyPr/>
          <a:lstStyle>
            <a:lvl1pPr>
              <a:defRPr sz="1324">
                <a:solidFill>
                  <a:srgbClr val="000000"/>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82FAE6D0-0992-4139-9359-5135BCE47E11}"/>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96124057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Title Slide with blue background">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DD3BB94-DC99-244C-91E3-A9764AF2671E}"/>
              </a:ext>
            </a:extLst>
          </p:cNvPr>
          <p:cNvSpPr>
            <a:spLocks noGrp="1"/>
          </p:cNvSpPr>
          <p:nvPr>
            <p:ph type="title" hasCustomPrompt="1"/>
          </p:nvPr>
        </p:nvSpPr>
        <p:spPr>
          <a:xfrm>
            <a:off x="321512" y="1899336"/>
            <a:ext cx="7222792" cy="1344828"/>
          </a:xfrm>
          <a:prstGeom prst="rect">
            <a:avLst/>
          </a:prstGeom>
          <a:noFill/>
        </p:spPr>
        <p:txBody>
          <a:bodyPr lIns="0" tIns="0" rIns="0" bIns="182880" anchor="b" anchorCtr="0"/>
          <a:lstStyle>
            <a:lvl1pPr>
              <a:defRPr sz="3530" strike="noStrike" spc="-36" baseline="0">
                <a:solidFill>
                  <a:schemeClr val="bg1"/>
                </a:solidFill>
              </a:defRPr>
            </a:lvl1pPr>
          </a:lstStyle>
          <a:p>
            <a:r>
              <a:rPr lang="en-US"/>
              <a:t>Microsoft 365 title</a:t>
            </a:r>
          </a:p>
        </p:txBody>
      </p:sp>
      <p:sp>
        <p:nvSpPr>
          <p:cNvPr id="16" name="Text Placeholder 10">
            <a:extLst>
              <a:ext uri="{FF2B5EF4-FFF2-40B4-BE49-F238E27FC236}">
                <a16:creationId xmlns:a16="http://schemas.microsoft.com/office/drawing/2014/main" id="{63FCEA3C-C822-5A4A-9561-695239EA77C3}"/>
              </a:ext>
            </a:extLst>
          </p:cNvPr>
          <p:cNvSpPr>
            <a:spLocks noGrp="1"/>
          </p:cNvSpPr>
          <p:nvPr>
            <p:ph type="body" sz="quarter" idx="15" hasCustomPrompt="1"/>
          </p:nvPr>
        </p:nvSpPr>
        <p:spPr>
          <a:xfrm>
            <a:off x="331851" y="3262586"/>
            <a:ext cx="7202114" cy="592213"/>
          </a:xfrm>
          <a:prstGeom prst="rect">
            <a:avLst/>
          </a:prstGeom>
        </p:spPr>
        <p:txBody>
          <a:bodyPr/>
          <a:lstStyle>
            <a:lvl1pPr>
              <a:defRPr sz="1324">
                <a:solidFill>
                  <a:schemeClr val="bg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DE984AF9-42B3-4123-927E-CEC8570AFE35}"/>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solidFill>
                <a:schemeClr val="bg1"/>
              </a:solidFill>
            </a:endParaRPr>
          </a:p>
        </p:txBody>
      </p:sp>
    </p:spTree>
    <p:extLst>
      <p:ext uri="{BB962C8B-B14F-4D97-AF65-F5344CB8AC3E}">
        <p14:creationId xmlns:p14="http://schemas.microsoft.com/office/powerpoint/2010/main" val="157388116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Title slide with graphic 1">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D09A9D1-6212-8B49-96D7-B3E9D17D4BAB}"/>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rgbClr val="000000"/>
                </a:solidFill>
              </a:defRPr>
            </a:lvl1pPr>
          </a:lstStyle>
          <a:p>
            <a:r>
              <a:rPr lang="en-US"/>
              <a:t>Azure presentation</a:t>
            </a:r>
            <a:br>
              <a:rPr lang="en-US"/>
            </a:br>
            <a:r>
              <a:rPr lang="en-US"/>
              <a:t>title or event name</a:t>
            </a:r>
          </a:p>
        </p:txBody>
      </p:sp>
      <p:sp>
        <p:nvSpPr>
          <p:cNvPr id="9" name="Text Placeholder 10">
            <a:extLst>
              <a:ext uri="{FF2B5EF4-FFF2-40B4-BE49-F238E27FC236}">
                <a16:creationId xmlns:a16="http://schemas.microsoft.com/office/drawing/2014/main" id="{0881A9F1-B3A4-0742-8DAD-18EC8A78C522}"/>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rgbClr val="000000"/>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7" name="Footer Placeholder 1">
            <a:extLst>
              <a:ext uri="{FF2B5EF4-FFF2-40B4-BE49-F238E27FC236}">
                <a16:creationId xmlns:a16="http://schemas.microsoft.com/office/drawing/2014/main" id="{1B6BA0D2-3614-405C-8BB6-C5242154BADB}"/>
              </a:ext>
            </a:extLst>
          </p:cNvPr>
          <p:cNvSpPr txBox="1">
            <a:spLocks/>
          </p:cNvSpPr>
          <p:nvPr userDrawn="1"/>
        </p:nvSpPr>
        <p:spPr>
          <a:xfrm>
            <a:off x="3318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endParaRPr lang="en-US" sz="662" dirty="0"/>
          </a:p>
        </p:txBody>
      </p:sp>
      <p:pic>
        <p:nvPicPr>
          <p:cNvPr id="4" name="Picture 3">
            <a:extLst>
              <a:ext uri="{FF2B5EF4-FFF2-40B4-BE49-F238E27FC236}">
                <a16:creationId xmlns:a16="http://schemas.microsoft.com/office/drawing/2014/main" id="{C4B6689F-D3DF-4DE9-BFA0-0A8E724877B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213" y="0"/>
            <a:ext cx="4480343" cy="5143500"/>
          </a:xfrm>
          <a:prstGeom prst="rect">
            <a:avLst/>
          </a:prstGeom>
        </p:spPr>
      </p:pic>
    </p:spTree>
    <p:extLst>
      <p:ext uri="{BB962C8B-B14F-4D97-AF65-F5344CB8AC3E}">
        <p14:creationId xmlns:p14="http://schemas.microsoft.com/office/powerpoint/2010/main" val="419433642"/>
      </p:ext>
    </p:extLst>
  </p:cSld>
  <p:clrMapOvr>
    <a:masterClrMapping/>
  </p:clrMapOvr>
  <p:transition>
    <p:fade/>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userDrawn="1">
  <p:cSld name="Title slide with graphic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chemeClr val="tx1"/>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chemeClr val="tx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
        <p:nvSpPr>
          <p:cNvPr id="13" name="Oval 12">
            <a:extLst>
              <a:ext uri="{FF2B5EF4-FFF2-40B4-BE49-F238E27FC236}">
                <a16:creationId xmlns:a16="http://schemas.microsoft.com/office/drawing/2014/main" id="{0C62E602-B038-4AA6-A699-B469CFE1AD96}"/>
              </a:ext>
              <a:ext uri="{C183D7F6-B498-43B3-948B-1728B52AA6E4}">
                <adec:decorative xmlns:adec="http://schemas.microsoft.com/office/drawing/2017/decorative" val="1"/>
              </a:ext>
            </a:extLst>
          </p:cNvPr>
          <p:cNvSpPr/>
          <p:nvPr userDrawn="1"/>
        </p:nvSpPr>
        <p:spPr bwMode="auto">
          <a:xfrm>
            <a:off x="4787353" y="442062"/>
            <a:ext cx="4253984" cy="4259376"/>
          </a:xfrm>
          <a:prstGeom prst="ellipse">
            <a:avLst/>
          </a:prstGeom>
          <a:noFill/>
          <a:ln w="1905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grpSp>
        <p:nvGrpSpPr>
          <p:cNvPr id="37" name="Group 36">
            <a:extLst>
              <a:ext uri="{FF2B5EF4-FFF2-40B4-BE49-F238E27FC236}">
                <a16:creationId xmlns:a16="http://schemas.microsoft.com/office/drawing/2014/main" id="{695F69F3-6C65-4C67-BE9F-99EE13ECA942}"/>
              </a:ext>
            </a:extLst>
          </p:cNvPr>
          <p:cNvGrpSpPr/>
          <p:nvPr userDrawn="1"/>
        </p:nvGrpSpPr>
        <p:grpSpPr>
          <a:xfrm>
            <a:off x="4950710" y="644833"/>
            <a:ext cx="3861441" cy="3853835"/>
            <a:chOff x="6600946" y="859776"/>
            <a:chExt cx="5148588" cy="5138447"/>
          </a:xfrm>
        </p:grpSpPr>
        <p:grpSp>
          <p:nvGrpSpPr>
            <p:cNvPr id="38" name="Graphic 1">
              <a:extLst>
                <a:ext uri="{FF2B5EF4-FFF2-40B4-BE49-F238E27FC236}">
                  <a16:creationId xmlns:a16="http://schemas.microsoft.com/office/drawing/2014/main" id="{BC070748-6768-4FC2-A431-E43A99B45D24}"/>
                </a:ext>
              </a:extLst>
            </p:cNvPr>
            <p:cNvGrpSpPr/>
            <p:nvPr/>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48" name="Freeform: Shape 47">
                <a:extLst>
                  <a:ext uri="{FF2B5EF4-FFF2-40B4-BE49-F238E27FC236}">
                    <a16:creationId xmlns:a16="http://schemas.microsoft.com/office/drawing/2014/main" id="{04C016FB-6079-433E-86F5-11870BD5A617}"/>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272" dirty="0"/>
              </a:p>
            </p:txBody>
          </p:sp>
          <p:sp>
            <p:nvSpPr>
              <p:cNvPr id="49" name="Freeform: Shape 48">
                <a:extLst>
                  <a:ext uri="{FF2B5EF4-FFF2-40B4-BE49-F238E27FC236}">
                    <a16:creationId xmlns:a16="http://schemas.microsoft.com/office/drawing/2014/main" id="{54102133-5E8C-4CB3-AC62-D09FC824D203}"/>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272" dirty="0"/>
              </a:p>
            </p:txBody>
          </p:sp>
          <p:sp>
            <p:nvSpPr>
              <p:cNvPr id="50" name="Freeform: Shape 49">
                <a:extLst>
                  <a:ext uri="{FF2B5EF4-FFF2-40B4-BE49-F238E27FC236}">
                    <a16:creationId xmlns:a16="http://schemas.microsoft.com/office/drawing/2014/main" id="{0BCE9930-CFBB-4646-901A-120648FA1B9E}"/>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272" dirty="0"/>
              </a:p>
            </p:txBody>
          </p:sp>
          <p:sp>
            <p:nvSpPr>
              <p:cNvPr id="51" name="Freeform: Shape 50">
                <a:extLst>
                  <a:ext uri="{FF2B5EF4-FFF2-40B4-BE49-F238E27FC236}">
                    <a16:creationId xmlns:a16="http://schemas.microsoft.com/office/drawing/2014/main" id="{8C60FDBA-7C23-4806-88B5-29E31C6583DC}"/>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272" dirty="0"/>
              </a:p>
            </p:txBody>
          </p:sp>
          <p:sp>
            <p:nvSpPr>
              <p:cNvPr id="52" name="Freeform: Shape 51">
                <a:extLst>
                  <a:ext uri="{FF2B5EF4-FFF2-40B4-BE49-F238E27FC236}">
                    <a16:creationId xmlns:a16="http://schemas.microsoft.com/office/drawing/2014/main" id="{7DC83954-308D-4CAC-ADE0-92CE37FA6207}"/>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272" dirty="0"/>
              </a:p>
            </p:txBody>
          </p:sp>
          <p:sp>
            <p:nvSpPr>
              <p:cNvPr id="53" name="Freeform: Shape 52">
                <a:extLst>
                  <a:ext uri="{FF2B5EF4-FFF2-40B4-BE49-F238E27FC236}">
                    <a16:creationId xmlns:a16="http://schemas.microsoft.com/office/drawing/2014/main" id="{85339DC7-664E-4BEF-85FE-D1109A719B7E}"/>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272" dirty="0"/>
              </a:p>
            </p:txBody>
          </p:sp>
          <p:sp>
            <p:nvSpPr>
              <p:cNvPr id="54" name="Freeform: Shape 53">
                <a:extLst>
                  <a:ext uri="{FF2B5EF4-FFF2-40B4-BE49-F238E27FC236}">
                    <a16:creationId xmlns:a16="http://schemas.microsoft.com/office/drawing/2014/main" id="{DED6E3EF-BEB2-400D-A55F-8F548AA8A3C2}"/>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272" dirty="0"/>
              </a:p>
            </p:txBody>
          </p:sp>
          <p:sp>
            <p:nvSpPr>
              <p:cNvPr id="55" name="Freeform: Shape 54">
                <a:extLst>
                  <a:ext uri="{FF2B5EF4-FFF2-40B4-BE49-F238E27FC236}">
                    <a16:creationId xmlns:a16="http://schemas.microsoft.com/office/drawing/2014/main" id="{4056E671-564E-4828-B12C-3873C15097FD}"/>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272" dirty="0"/>
              </a:p>
            </p:txBody>
          </p:sp>
          <p:sp>
            <p:nvSpPr>
              <p:cNvPr id="56" name="Freeform: Shape 55">
                <a:extLst>
                  <a:ext uri="{FF2B5EF4-FFF2-40B4-BE49-F238E27FC236}">
                    <a16:creationId xmlns:a16="http://schemas.microsoft.com/office/drawing/2014/main" id="{CE2375AC-EE5D-462B-8769-A875F92C6D3F}"/>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272" dirty="0"/>
              </a:p>
            </p:txBody>
          </p:sp>
          <p:sp>
            <p:nvSpPr>
              <p:cNvPr id="57" name="Freeform: Shape 56">
                <a:extLst>
                  <a:ext uri="{FF2B5EF4-FFF2-40B4-BE49-F238E27FC236}">
                    <a16:creationId xmlns:a16="http://schemas.microsoft.com/office/drawing/2014/main" id="{5543C42A-4AA4-4EE3-9D6A-20D705974B93}"/>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272" dirty="0"/>
              </a:p>
            </p:txBody>
          </p:sp>
          <p:sp>
            <p:nvSpPr>
              <p:cNvPr id="58" name="Freeform: Shape 57">
                <a:extLst>
                  <a:ext uri="{FF2B5EF4-FFF2-40B4-BE49-F238E27FC236}">
                    <a16:creationId xmlns:a16="http://schemas.microsoft.com/office/drawing/2014/main" id="{5A06D381-5E3A-45E2-943A-D8A9CD6DDB02}"/>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272" dirty="0"/>
              </a:p>
            </p:txBody>
          </p:sp>
          <p:sp>
            <p:nvSpPr>
              <p:cNvPr id="59" name="Freeform: Shape 58">
                <a:extLst>
                  <a:ext uri="{FF2B5EF4-FFF2-40B4-BE49-F238E27FC236}">
                    <a16:creationId xmlns:a16="http://schemas.microsoft.com/office/drawing/2014/main" id="{6A50715D-06C2-4A50-B805-7C779755D7AD}"/>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272" dirty="0"/>
              </a:p>
            </p:txBody>
          </p:sp>
          <p:sp>
            <p:nvSpPr>
              <p:cNvPr id="60" name="Freeform: Shape 59">
                <a:extLst>
                  <a:ext uri="{FF2B5EF4-FFF2-40B4-BE49-F238E27FC236}">
                    <a16:creationId xmlns:a16="http://schemas.microsoft.com/office/drawing/2014/main" id="{76CB3FBA-91B0-4DCE-AC92-F9A18FF4D65A}"/>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272" dirty="0"/>
              </a:p>
            </p:txBody>
          </p:sp>
          <p:sp>
            <p:nvSpPr>
              <p:cNvPr id="61" name="Freeform: Shape 60">
                <a:extLst>
                  <a:ext uri="{FF2B5EF4-FFF2-40B4-BE49-F238E27FC236}">
                    <a16:creationId xmlns:a16="http://schemas.microsoft.com/office/drawing/2014/main" id="{22045ED4-534F-4B15-8795-D2C7547978FE}"/>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272" dirty="0"/>
              </a:p>
            </p:txBody>
          </p:sp>
          <p:sp>
            <p:nvSpPr>
              <p:cNvPr id="62" name="Freeform: Shape 61">
                <a:extLst>
                  <a:ext uri="{FF2B5EF4-FFF2-40B4-BE49-F238E27FC236}">
                    <a16:creationId xmlns:a16="http://schemas.microsoft.com/office/drawing/2014/main" id="{FEE68F87-0B6B-4885-866B-61423AE3724E}"/>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272" dirty="0"/>
              </a:p>
            </p:txBody>
          </p:sp>
          <p:sp>
            <p:nvSpPr>
              <p:cNvPr id="63" name="Freeform: Shape 62">
                <a:extLst>
                  <a:ext uri="{FF2B5EF4-FFF2-40B4-BE49-F238E27FC236}">
                    <a16:creationId xmlns:a16="http://schemas.microsoft.com/office/drawing/2014/main" id="{E99B4F58-0E6C-41DE-99A2-C3FCE7F11DB0}"/>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272" dirty="0"/>
              </a:p>
            </p:txBody>
          </p:sp>
          <p:sp>
            <p:nvSpPr>
              <p:cNvPr id="64" name="Freeform: Shape 63">
                <a:extLst>
                  <a:ext uri="{FF2B5EF4-FFF2-40B4-BE49-F238E27FC236}">
                    <a16:creationId xmlns:a16="http://schemas.microsoft.com/office/drawing/2014/main" id="{98213603-4044-4EDC-B3E0-CE20E3EE9BC2}"/>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272" dirty="0"/>
              </a:p>
            </p:txBody>
          </p:sp>
          <p:sp>
            <p:nvSpPr>
              <p:cNvPr id="65" name="Freeform: Shape 64">
                <a:extLst>
                  <a:ext uri="{FF2B5EF4-FFF2-40B4-BE49-F238E27FC236}">
                    <a16:creationId xmlns:a16="http://schemas.microsoft.com/office/drawing/2014/main" id="{DB035EF0-F3DA-4581-9198-447F52894F88}"/>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272" dirty="0"/>
              </a:p>
            </p:txBody>
          </p:sp>
          <p:sp>
            <p:nvSpPr>
              <p:cNvPr id="66" name="Freeform: Shape 65">
                <a:extLst>
                  <a:ext uri="{FF2B5EF4-FFF2-40B4-BE49-F238E27FC236}">
                    <a16:creationId xmlns:a16="http://schemas.microsoft.com/office/drawing/2014/main" id="{41AE2AF0-7DD9-443B-8718-D31F62D3CF64}"/>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272" dirty="0"/>
              </a:p>
            </p:txBody>
          </p:sp>
          <p:sp>
            <p:nvSpPr>
              <p:cNvPr id="67" name="Freeform: Shape 66">
                <a:extLst>
                  <a:ext uri="{FF2B5EF4-FFF2-40B4-BE49-F238E27FC236}">
                    <a16:creationId xmlns:a16="http://schemas.microsoft.com/office/drawing/2014/main" id="{1CB79995-5784-46B8-8607-92B5827FD726}"/>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272" dirty="0"/>
              </a:p>
            </p:txBody>
          </p:sp>
          <p:sp>
            <p:nvSpPr>
              <p:cNvPr id="68" name="Freeform: Shape 67">
                <a:extLst>
                  <a:ext uri="{FF2B5EF4-FFF2-40B4-BE49-F238E27FC236}">
                    <a16:creationId xmlns:a16="http://schemas.microsoft.com/office/drawing/2014/main" id="{C2CD6B3F-A5CA-4C9E-A462-6CF2EE2A5719}"/>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272" dirty="0"/>
              </a:p>
            </p:txBody>
          </p:sp>
          <p:sp>
            <p:nvSpPr>
              <p:cNvPr id="69" name="Freeform: Shape 68">
                <a:extLst>
                  <a:ext uri="{FF2B5EF4-FFF2-40B4-BE49-F238E27FC236}">
                    <a16:creationId xmlns:a16="http://schemas.microsoft.com/office/drawing/2014/main" id="{078CAE18-6328-4577-A1E2-68D4E723AA5D}"/>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272" dirty="0"/>
              </a:p>
            </p:txBody>
          </p:sp>
          <p:sp>
            <p:nvSpPr>
              <p:cNvPr id="70" name="Freeform: Shape 69">
                <a:extLst>
                  <a:ext uri="{FF2B5EF4-FFF2-40B4-BE49-F238E27FC236}">
                    <a16:creationId xmlns:a16="http://schemas.microsoft.com/office/drawing/2014/main" id="{EBA2E409-2F87-44E1-BDE0-C3F0C5F0EE68}"/>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272" dirty="0"/>
              </a:p>
            </p:txBody>
          </p:sp>
          <p:sp>
            <p:nvSpPr>
              <p:cNvPr id="71" name="Freeform: Shape 70">
                <a:extLst>
                  <a:ext uri="{FF2B5EF4-FFF2-40B4-BE49-F238E27FC236}">
                    <a16:creationId xmlns:a16="http://schemas.microsoft.com/office/drawing/2014/main" id="{4B3569C1-CDDE-4300-A777-F5A88095235D}"/>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272" dirty="0"/>
              </a:p>
            </p:txBody>
          </p:sp>
        </p:grpSp>
        <p:sp>
          <p:nvSpPr>
            <p:cNvPr id="39" name="Oval 38">
              <a:extLst>
                <a:ext uri="{FF2B5EF4-FFF2-40B4-BE49-F238E27FC236}">
                  <a16:creationId xmlns:a16="http://schemas.microsoft.com/office/drawing/2014/main" id="{9AE111FB-FF99-4626-BF15-A4F33CA3E1B5}"/>
                </a:ext>
              </a:extLst>
            </p:cNvPr>
            <p:cNvSpPr/>
            <p:nvPr userDrawn="1"/>
          </p:nvSpPr>
          <p:spPr bwMode="auto">
            <a:xfrm>
              <a:off x="7282905" y="3548967"/>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0" name="Oval 39">
              <a:extLst>
                <a:ext uri="{FF2B5EF4-FFF2-40B4-BE49-F238E27FC236}">
                  <a16:creationId xmlns:a16="http://schemas.microsoft.com/office/drawing/2014/main" id="{EEBF4D1F-7718-4CBE-B978-16FFCC2E3239}"/>
                </a:ext>
              </a:extLst>
            </p:cNvPr>
            <p:cNvSpPr/>
            <p:nvPr userDrawn="1"/>
          </p:nvSpPr>
          <p:spPr bwMode="auto">
            <a:xfrm>
              <a:off x="10896617" y="2909240"/>
              <a:ext cx="124272" cy="12429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1" name="Oval 40">
              <a:extLst>
                <a:ext uri="{FF2B5EF4-FFF2-40B4-BE49-F238E27FC236}">
                  <a16:creationId xmlns:a16="http://schemas.microsoft.com/office/drawing/2014/main" id="{59426D11-A3B4-4FDE-8641-D925588DAB39}"/>
                </a:ext>
              </a:extLst>
            </p:cNvPr>
            <p:cNvSpPr/>
            <p:nvPr userDrawn="1"/>
          </p:nvSpPr>
          <p:spPr bwMode="auto">
            <a:xfrm>
              <a:off x="9437993" y="5187887"/>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2" name="Oval 41">
              <a:extLst>
                <a:ext uri="{FF2B5EF4-FFF2-40B4-BE49-F238E27FC236}">
                  <a16:creationId xmlns:a16="http://schemas.microsoft.com/office/drawing/2014/main" id="{57EDB010-9BE7-4344-984B-7453B4FF8307}"/>
                </a:ext>
              </a:extLst>
            </p:cNvPr>
            <p:cNvSpPr/>
            <p:nvPr userDrawn="1"/>
          </p:nvSpPr>
          <p:spPr bwMode="auto">
            <a:xfrm>
              <a:off x="9087616" y="1541433"/>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3" name="Oval 42">
              <a:extLst>
                <a:ext uri="{FF2B5EF4-FFF2-40B4-BE49-F238E27FC236}">
                  <a16:creationId xmlns:a16="http://schemas.microsoft.com/office/drawing/2014/main" id="{786CA2CE-9797-4C92-9057-B3C8D9338727}"/>
                </a:ext>
              </a:extLst>
            </p:cNvPr>
            <p:cNvSpPr/>
            <p:nvPr userDrawn="1"/>
          </p:nvSpPr>
          <p:spPr bwMode="auto">
            <a:xfrm>
              <a:off x="9052314" y="3314275"/>
              <a:ext cx="229418" cy="22945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4" name="Oval 43">
              <a:extLst>
                <a:ext uri="{FF2B5EF4-FFF2-40B4-BE49-F238E27FC236}">
                  <a16:creationId xmlns:a16="http://schemas.microsoft.com/office/drawing/2014/main" id="{F9A1662E-1481-432B-8DC4-FF834AA60F57}"/>
                </a:ext>
              </a:extLst>
            </p:cNvPr>
            <p:cNvSpPr/>
            <p:nvPr userDrawn="1"/>
          </p:nvSpPr>
          <p:spPr bwMode="auto">
            <a:xfrm>
              <a:off x="9104887" y="2889394"/>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5" name="Oval 44">
              <a:extLst>
                <a:ext uri="{FF2B5EF4-FFF2-40B4-BE49-F238E27FC236}">
                  <a16:creationId xmlns:a16="http://schemas.microsoft.com/office/drawing/2014/main" id="{715F718A-84C5-42DA-9B9C-64E200753714}"/>
                </a:ext>
              </a:extLst>
            </p:cNvPr>
            <p:cNvSpPr/>
            <p:nvPr userDrawn="1"/>
          </p:nvSpPr>
          <p:spPr bwMode="auto">
            <a:xfrm>
              <a:off x="9104887" y="3844315"/>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6" name="Oval 45">
              <a:extLst>
                <a:ext uri="{FF2B5EF4-FFF2-40B4-BE49-F238E27FC236}">
                  <a16:creationId xmlns:a16="http://schemas.microsoft.com/office/drawing/2014/main" id="{48AC1770-CB0D-4E0F-BBE4-41A23A7256AC}"/>
                </a:ext>
              </a:extLst>
            </p:cNvPr>
            <p:cNvSpPr/>
            <p:nvPr userDrawn="1"/>
          </p:nvSpPr>
          <p:spPr bwMode="auto">
            <a:xfrm rot="16200000">
              <a:off x="8628699"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7" name="Oval 46">
              <a:extLst>
                <a:ext uri="{FF2B5EF4-FFF2-40B4-BE49-F238E27FC236}">
                  <a16:creationId xmlns:a16="http://schemas.microsoft.com/office/drawing/2014/main" id="{4DE4736B-6655-4B31-833F-1C130B67E3D0}"/>
                </a:ext>
              </a:extLst>
            </p:cNvPr>
            <p:cNvSpPr/>
            <p:nvPr userDrawn="1"/>
          </p:nvSpPr>
          <p:spPr bwMode="auto">
            <a:xfrm rot="16200000">
              <a:off x="9583486"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grpSp>
    </p:spTree>
    <p:extLst>
      <p:ext uri="{BB962C8B-B14F-4D97-AF65-F5344CB8AC3E}">
        <p14:creationId xmlns:p14="http://schemas.microsoft.com/office/powerpoint/2010/main" val="183933842"/>
      </p:ext>
    </p:extLst>
  </p:cSld>
  <p:clrMapOvr>
    <a:masterClrMapping/>
  </p:clrMapOvr>
  <p:transition>
    <p:fade/>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itle slide with graphic 3">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chemeClr val="tx1"/>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chemeClr val="tx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
        <p:nvSpPr>
          <p:cNvPr id="72" name="Rectangle 71">
            <a:extLst>
              <a:ext uri="{FF2B5EF4-FFF2-40B4-BE49-F238E27FC236}">
                <a16:creationId xmlns:a16="http://schemas.microsoft.com/office/drawing/2014/main" id="{5E3B1CB1-53A4-41B0-A2BE-8C0CF51F9838}"/>
              </a:ext>
            </a:extLst>
          </p:cNvPr>
          <p:cNvSpPr/>
          <p:nvPr userDrawn="1"/>
        </p:nvSpPr>
        <p:spPr bwMode="auto">
          <a:xfrm>
            <a:off x="4672381" y="0"/>
            <a:ext cx="4471619" cy="51435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pic>
        <p:nvPicPr>
          <p:cNvPr id="73" name="Picture 72">
            <a:extLst>
              <a:ext uri="{FF2B5EF4-FFF2-40B4-BE49-F238E27FC236}">
                <a16:creationId xmlns:a16="http://schemas.microsoft.com/office/drawing/2014/main" id="{D680D2A1-07E3-478C-BBA8-560737A24311}"/>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4583927" y="0"/>
            <a:ext cx="4560074" cy="5143500"/>
          </a:xfrm>
          <a:prstGeom prst="rect">
            <a:avLst/>
          </a:prstGeom>
        </p:spPr>
      </p:pic>
      <p:grpSp>
        <p:nvGrpSpPr>
          <p:cNvPr id="74" name="Graphic 1">
            <a:extLst>
              <a:ext uri="{FF2B5EF4-FFF2-40B4-BE49-F238E27FC236}">
                <a16:creationId xmlns:a16="http://schemas.microsoft.com/office/drawing/2014/main" id="{4D1B2C3D-109D-46DF-9BA8-640EAF66A03A}"/>
              </a:ext>
            </a:extLst>
          </p:cNvPr>
          <p:cNvGrpSpPr/>
          <p:nvPr userDrawn="1"/>
        </p:nvGrpSpPr>
        <p:grpSpPr>
          <a:xfrm>
            <a:off x="4950710" y="644833"/>
            <a:ext cx="3861441" cy="3853835"/>
            <a:chOff x="5179859" y="2459480"/>
            <a:chExt cx="2077534" cy="2073148"/>
          </a:xfrm>
          <a:gradFill>
            <a:gsLst>
              <a:gs pos="100000">
                <a:schemeClr val="tx2"/>
              </a:gs>
              <a:gs pos="23000">
                <a:schemeClr val="accent5"/>
              </a:gs>
            </a:gsLst>
            <a:lin ang="10800000" scaled="1"/>
          </a:gradFill>
        </p:grpSpPr>
        <p:sp>
          <p:nvSpPr>
            <p:cNvPr id="75" name="Freeform: Shape 74">
              <a:extLst>
                <a:ext uri="{FF2B5EF4-FFF2-40B4-BE49-F238E27FC236}">
                  <a16:creationId xmlns:a16="http://schemas.microsoft.com/office/drawing/2014/main" id="{4DD6AF04-319F-47B0-AAC8-6520DF9B67CE}"/>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272" dirty="0"/>
            </a:p>
          </p:txBody>
        </p:sp>
        <p:sp>
          <p:nvSpPr>
            <p:cNvPr id="76" name="Freeform: Shape 75">
              <a:extLst>
                <a:ext uri="{FF2B5EF4-FFF2-40B4-BE49-F238E27FC236}">
                  <a16:creationId xmlns:a16="http://schemas.microsoft.com/office/drawing/2014/main" id="{283985E4-C6DA-4D56-A4B2-188AF3D29025}"/>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272" dirty="0"/>
            </a:p>
          </p:txBody>
        </p:sp>
        <p:sp>
          <p:nvSpPr>
            <p:cNvPr id="77" name="Freeform: Shape 76">
              <a:extLst>
                <a:ext uri="{FF2B5EF4-FFF2-40B4-BE49-F238E27FC236}">
                  <a16:creationId xmlns:a16="http://schemas.microsoft.com/office/drawing/2014/main" id="{720519B8-1B86-435B-BE56-B5FAEAD39754}"/>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272" dirty="0"/>
            </a:p>
          </p:txBody>
        </p:sp>
        <p:sp>
          <p:nvSpPr>
            <p:cNvPr id="78" name="Freeform: Shape 77">
              <a:extLst>
                <a:ext uri="{FF2B5EF4-FFF2-40B4-BE49-F238E27FC236}">
                  <a16:creationId xmlns:a16="http://schemas.microsoft.com/office/drawing/2014/main" id="{DF83B222-A47F-44B5-9AB0-6ED40197E618}"/>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272" dirty="0"/>
            </a:p>
          </p:txBody>
        </p:sp>
        <p:sp>
          <p:nvSpPr>
            <p:cNvPr id="79" name="Freeform: Shape 78">
              <a:extLst>
                <a:ext uri="{FF2B5EF4-FFF2-40B4-BE49-F238E27FC236}">
                  <a16:creationId xmlns:a16="http://schemas.microsoft.com/office/drawing/2014/main" id="{589A001D-6C7B-4022-B9DE-F83CEC98FE10}"/>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272" dirty="0"/>
            </a:p>
          </p:txBody>
        </p:sp>
        <p:sp>
          <p:nvSpPr>
            <p:cNvPr id="80" name="Freeform: Shape 79">
              <a:extLst>
                <a:ext uri="{FF2B5EF4-FFF2-40B4-BE49-F238E27FC236}">
                  <a16:creationId xmlns:a16="http://schemas.microsoft.com/office/drawing/2014/main" id="{5DCC5C22-8F39-4F71-91FB-71155D0A374F}"/>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272" dirty="0"/>
            </a:p>
          </p:txBody>
        </p:sp>
        <p:sp>
          <p:nvSpPr>
            <p:cNvPr id="81" name="Freeform: Shape 80">
              <a:extLst>
                <a:ext uri="{FF2B5EF4-FFF2-40B4-BE49-F238E27FC236}">
                  <a16:creationId xmlns:a16="http://schemas.microsoft.com/office/drawing/2014/main" id="{0ABDA59A-625F-451E-BBC5-4F89B8E5CA51}"/>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272" dirty="0"/>
            </a:p>
          </p:txBody>
        </p:sp>
        <p:sp>
          <p:nvSpPr>
            <p:cNvPr id="82" name="Freeform: Shape 81">
              <a:extLst>
                <a:ext uri="{FF2B5EF4-FFF2-40B4-BE49-F238E27FC236}">
                  <a16:creationId xmlns:a16="http://schemas.microsoft.com/office/drawing/2014/main" id="{8FF37886-1883-475A-9E61-5E78DBBEDDAE}"/>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272" dirty="0"/>
            </a:p>
          </p:txBody>
        </p:sp>
        <p:sp>
          <p:nvSpPr>
            <p:cNvPr id="83" name="Freeform: Shape 82">
              <a:extLst>
                <a:ext uri="{FF2B5EF4-FFF2-40B4-BE49-F238E27FC236}">
                  <a16:creationId xmlns:a16="http://schemas.microsoft.com/office/drawing/2014/main" id="{798377FB-665F-4899-86A8-48FF769AC164}"/>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272" dirty="0"/>
            </a:p>
          </p:txBody>
        </p:sp>
        <p:sp>
          <p:nvSpPr>
            <p:cNvPr id="84" name="Freeform: Shape 83">
              <a:extLst>
                <a:ext uri="{FF2B5EF4-FFF2-40B4-BE49-F238E27FC236}">
                  <a16:creationId xmlns:a16="http://schemas.microsoft.com/office/drawing/2014/main" id="{A1B6E554-C7FE-437C-B43A-26461DDBED1D}"/>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272" dirty="0"/>
            </a:p>
          </p:txBody>
        </p:sp>
        <p:sp>
          <p:nvSpPr>
            <p:cNvPr id="85" name="Freeform: Shape 84">
              <a:extLst>
                <a:ext uri="{FF2B5EF4-FFF2-40B4-BE49-F238E27FC236}">
                  <a16:creationId xmlns:a16="http://schemas.microsoft.com/office/drawing/2014/main" id="{6916078A-4E6C-4B1D-8F43-B3F2605CCBBA}"/>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272" dirty="0"/>
            </a:p>
          </p:txBody>
        </p:sp>
        <p:sp>
          <p:nvSpPr>
            <p:cNvPr id="86" name="Freeform: Shape 85">
              <a:extLst>
                <a:ext uri="{FF2B5EF4-FFF2-40B4-BE49-F238E27FC236}">
                  <a16:creationId xmlns:a16="http://schemas.microsoft.com/office/drawing/2014/main" id="{870BEE33-905A-44A9-86EB-CC160AFE1010}"/>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272" dirty="0"/>
            </a:p>
          </p:txBody>
        </p:sp>
        <p:sp>
          <p:nvSpPr>
            <p:cNvPr id="87" name="Freeform: Shape 86">
              <a:extLst>
                <a:ext uri="{FF2B5EF4-FFF2-40B4-BE49-F238E27FC236}">
                  <a16:creationId xmlns:a16="http://schemas.microsoft.com/office/drawing/2014/main" id="{D0FEA133-67C4-462C-B78A-0D3B435D0A56}"/>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272" dirty="0"/>
            </a:p>
          </p:txBody>
        </p:sp>
        <p:sp>
          <p:nvSpPr>
            <p:cNvPr id="88" name="Freeform: Shape 87">
              <a:extLst>
                <a:ext uri="{FF2B5EF4-FFF2-40B4-BE49-F238E27FC236}">
                  <a16:creationId xmlns:a16="http://schemas.microsoft.com/office/drawing/2014/main" id="{0191B600-F65E-475C-99A2-EDC38A117B47}"/>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272" dirty="0"/>
            </a:p>
          </p:txBody>
        </p:sp>
        <p:sp>
          <p:nvSpPr>
            <p:cNvPr id="89" name="Freeform: Shape 88">
              <a:extLst>
                <a:ext uri="{FF2B5EF4-FFF2-40B4-BE49-F238E27FC236}">
                  <a16:creationId xmlns:a16="http://schemas.microsoft.com/office/drawing/2014/main" id="{81D1CB41-4153-4C2B-95A8-8E51D544C2A6}"/>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272" dirty="0"/>
            </a:p>
          </p:txBody>
        </p:sp>
        <p:sp>
          <p:nvSpPr>
            <p:cNvPr id="90" name="Freeform: Shape 89">
              <a:extLst>
                <a:ext uri="{FF2B5EF4-FFF2-40B4-BE49-F238E27FC236}">
                  <a16:creationId xmlns:a16="http://schemas.microsoft.com/office/drawing/2014/main" id="{AD85E53E-76EE-4693-B925-448F1AED55C3}"/>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272" dirty="0"/>
            </a:p>
          </p:txBody>
        </p:sp>
        <p:sp>
          <p:nvSpPr>
            <p:cNvPr id="91" name="Freeform: Shape 90">
              <a:extLst>
                <a:ext uri="{FF2B5EF4-FFF2-40B4-BE49-F238E27FC236}">
                  <a16:creationId xmlns:a16="http://schemas.microsoft.com/office/drawing/2014/main" id="{FBF422B5-FEC5-4A6F-980D-F4DCB2842F2D}"/>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272" dirty="0"/>
            </a:p>
          </p:txBody>
        </p:sp>
        <p:sp>
          <p:nvSpPr>
            <p:cNvPr id="92" name="Freeform: Shape 91">
              <a:extLst>
                <a:ext uri="{FF2B5EF4-FFF2-40B4-BE49-F238E27FC236}">
                  <a16:creationId xmlns:a16="http://schemas.microsoft.com/office/drawing/2014/main" id="{73E90C96-7BF3-4653-8F6B-20B2AEFF9C9A}"/>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272" dirty="0"/>
            </a:p>
          </p:txBody>
        </p:sp>
        <p:sp>
          <p:nvSpPr>
            <p:cNvPr id="93" name="Freeform: Shape 92">
              <a:extLst>
                <a:ext uri="{FF2B5EF4-FFF2-40B4-BE49-F238E27FC236}">
                  <a16:creationId xmlns:a16="http://schemas.microsoft.com/office/drawing/2014/main" id="{10255508-CD31-475F-9938-E6992594AD7F}"/>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272" dirty="0"/>
            </a:p>
          </p:txBody>
        </p:sp>
        <p:sp>
          <p:nvSpPr>
            <p:cNvPr id="94" name="Freeform: Shape 93">
              <a:extLst>
                <a:ext uri="{FF2B5EF4-FFF2-40B4-BE49-F238E27FC236}">
                  <a16:creationId xmlns:a16="http://schemas.microsoft.com/office/drawing/2014/main" id="{6180CF46-AD3A-4882-BF8C-42A4079F05AC}"/>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272" dirty="0"/>
            </a:p>
          </p:txBody>
        </p:sp>
        <p:sp>
          <p:nvSpPr>
            <p:cNvPr id="95" name="Freeform: Shape 94">
              <a:extLst>
                <a:ext uri="{FF2B5EF4-FFF2-40B4-BE49-F238E27FC236}">
                  <a16:creationId xmlns:a16="http://schemas.microsoft.com/office/drawing/2014/main" id="{E32DF239-2F1F-4DEF-84E6-8AA4C60B1814}"/>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272" dirty="0"/>
            </a:p>
          </p:txBody>
        </p:sp>
        <p:sp>
          <p:nvSpPr>
            <p:cNvPr id="96" name="Freeform: Shape 95">
              <a:extLst>
                <a:ext uri="{FF2B5EF4-FFF2-40B4-BE49-F238E27FC236}">
                  <a16:creationId xmlns:a16="http://schemas.microsoft.com/office/drawing/2014/main" id="{1FF529E2-E4DE-4BC2-AD36-9E2F91168396}"/>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272" dirty="0"/>
            </a:p>
          </p:txBody>
        </p:sp>
        <p:sp>
          <p:nvSpPr>
            <p:cNvPr id="97" name="Freeform: Shape 96">
              <a:extLst>
                <a:ext uri="{FF2B5EF4-FFF2-40B4-BE49-F238E27FC236}">
                  <a16:creationId xmlns:a16="http://schemas.microsoft.com/office/drawing/2014/main" id="{EBD42EE8-F67C-4184-AC55-B277B9D45512}"/>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272" dirty="0"/>
            </a:p>
          </p:txBody>
        </p:sp>
        <p:sp>
          <p:nvSpPr>
            <p:cNvPr id="98" name="Freeform: Shape 97">
              <a:extLst>
                <a:ext uri="{FF2B5EF4-FFF2-40B4-BE49-F238E27FC236}">
                  <a16:creationId xmlns:a16="http://schemas.microsoft.com/office/drawing/2014/main" id="{2FCFEDC0-0434-46B3-BDE6-2A548497D148}"/>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272" dirty="0"/>
            </a:p>
          </p:txBody>
        </p:sp>
      </p:grpSp>
    </p:spTree>
    <p:extLst>
      <p:ext uri="{BB962C8B-B14F-4D97-AF65-F5344CB8AC3E}">
        <p14:creationId xmlns:p14="http://schemas.microsoft.com/office/powerpoint/2010/main" val="3409402557"/>
      </p:ext>
    </p:extLst>
  </p:cSld>
  <p:clrMapOvr>
    <a:masterClrMapping/>
  </p:clrMapOvr>
  <p:transition>
    <p:fade/>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2" name="Footer Placeholder 1">
            <a:extLst>
              <a:ext uri="{FF2B5EF4-FFF2-40B4-BE49-F238E27FC236}">
                <a16:creationId xmlns:a16="http://schemas.microsoft.com/office/drawing/2014/main" id="{B852478B-55EF-4189-A468-2CD5FFD82747}"/>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687650400"/>
      </p:ext>
    </p:extLst>
  </p:cSld>
  <p:clrMapOvr>
    <a:masterClrMapping/>
  </p:clrMapOvr>
  <p:transition>
    <p:fade/>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itle and sub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313982" y="330371"/>
            <a:ext cx="8505951" cy="482130"/>
          </a:xfrm>
        </p:spPr>
        <p:txBody>
          <a:bodyPr/>
          <a:lstStyle/>
          <a:p>
            <a:r>
              <a:rPr lang="en-US"/>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324067" y="812501"/>
            <a:ext cx="8505951" cy="318677"/>
          </a:xfrm>
        </p:spPr>
        <p:txBody>
          <a:bodyPr tIns="45720" rIns="0" bIns="45720"/>
          <a:lstStyle>
            <a:lvl1pPr>
              <a:defRPr sz="1471">
                <a:solidFill>
                  <a:schemeClr val="tx1"/>
                </a:solidFill>
              </a:defRPr>
            </a:lvl1pPr>
          </a:lstStyle>
          <a:p>
            <a:r>
              <a:rPr lang="en-US"/>
              <a:t>Subheading Segoe UI </a:t>
            </a:r>
            <a:r>
              <a:rPr lang="en-US" err="1"/>
              <a:t>Semibold</a:t>
            </a:r>
            <a:r>
              <a:rPr lang="en-US"/>
              <a:t> 20 </a:t>
            </a:r>
            <a:r>
              <a:rPr lang="en-US" err="1"/>
              <a:t>pt</a:t>
            </a:r>
            <a:endParaRPr lang="en-US"/>
          </a:p>
        </p:txBody>
      </p:sp>
      <p:sp>
        <p:nvSpPr>
          <p:cNvPr id="2" name="Footer Placeholder 1">
            <a:extLst>
              <a:ext uri="{FF2B5EF4-FFF2-40B4-BE49-F238E27FC236}">
                <a16:creationId xmlns:a16="http://schemas.microsoft.com/office/drawing/2014/main" id="{64899B17-8D01-4107-A0A6-0451351ABAED}"/>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781272023"/>
      </p:ext>
    </p:extLst>
  </p:cSld>
  <p:clrMapOvr>
    <a:masterClrMapping/>
  </p:clrMapOvr>
  <p:transition>
    <p:fade/>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1_Text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4326" y="1092673"/>
            <a:ext cx="8505608" cy="1538883"/>
          </a:xfrm>
        </p:spPr>
        <p:txBody>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F415B60E-29D3-45EF-9FD0-D9924E0B78BB}"/>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371425764"/>
      </p:ext>
    </p:extLst>
  </p:cSld>
  <p:clrMapOvr>
    <a:masterClrMapping/>
  </p:clrMapOvr>
  <p:transition>
    <p:fade/>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ext Layout with footno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4326" y="1092673"/>
            <a:ext cx="8505608" cy="1538883"/>
          </a:xfrm>
        </p:spPr>
        <p:txBody>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F5777EA2-9454-422E-AEC3-45CEC596AEB8}"/>
              </a:ext>
            </a:extLst>
          </p:cNvPr>
          <p:cNvSpPr/>
          <p:nvPr userDrawn="1"/>
        </p:nvSpPr>
        <p:spPr bwMode="auto">
          <a:xfrm>
            <a:off x="0" y="4252913"/>
            <a:ext cx="9144000" cy="56021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764357BA-0098-4BE6-A38B-76E4D9E64E6E}"/>
              </a:ext>
            </a:extLst>
          </p:cNvPr>
          <p:cNvSpPr>
            <a:spLocks noGrp="1"/>
          </p:cNvSpPr>
          <p:nvPr>
            <p:ph type="body" sz="quarter" idx="11"/>
          </p:nvPr>
        </p:nvSpPr>
        <p:spPr>
          <a:xfrm>
            <a:off x="313982" y="4327516"/>
            <a:ext cx="8505951" cy="411010"/>
          </a:xfrm>
        </p:spPr>
        <p:txBody>
          <a:bodyPr anchor="ctr"/>
          <a:lstStyle>
            <a:lvl1pPr>
              <a:defRPr sz="1471"/>
            </a:lvl1pPr>
          </a:lstStyle>
          <a:p>
            <a:pPr lvl="0"/>
            <a:r>
              <a:rPr lang="en-US"/>
              <a:t>Click to edit Master text styles</a:t>
            </a:r>
          </a:p>
        </p:txBody>
      </p:sp>
      <p:sp>
        <p:nvSpPr>
          <p:cNvPr id="4" name="Footer Placeholder 1">
            <a:extLst>
              <a:ext uri="{FF2B5EF4-FFF2-40B4-BE49-F238E27FC236}">
                <a16:creationId xmlns:a16="http://schemas.microsoft.com/office/drawing/2014/main" id="{BBE90075-187C-4F60-81BA-E239B43D9044}"/>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62742446"/>
      </p:ext>
    </p:extLst>
  </p:cSld>
  <p:clrMapOvr>
    <a:masterClrMapping/>
  </p:clrMapOvr>
  <p:transition>
    <p:fade/>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31101" y="1092672"/>
            <a:ext cx="4157839" cy="2822103"/>
          </a:xfrm>
          <a:solidFill>
            <a:schemeClr val="bg1">
              <a:lumMod val="95000"/>
            </a:schemeClr>
          </a:solidFill>
        </p:spPr>
        <p:txBody>
          <a:bodyPr lIns="137160">
            <a:noAutofit/>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1884D379-CA81-40D3-9E78-E89E7861D50F}"/>
              </a:ext>
            </a:extLst>
          </p:cNvPr>
          <p:cNvSpPr>
            <a:spLocks noGrp="1"/>
          </p:cNvSpPr>
          <p:nvPr>
            <p:ph sz="quarter" idx="11"/>
          </p:nvPr>
        </p:nvSpPr>
        <p:spPr>
          <a:xfrm>
            <a:off x="4672012" y="1092672"/>
            <a:ext cx="4157663" cy="2822103"/>
          </a:xfrm>
          <a:solidFill>
            <a:schemeClr val="bg1">
              <a:lumMod val="95000"/>
            </a:schemeClr>
          </a:solidFill>
        </p:spPr>
        <p:txBody>
          <a:bodyPr lIns="137160">
            <a:noAutofit/>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1EECB910-8937-4CC4-AEC5-2DD554C2D636}"/>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773547545"/>
      </p:ext>
    </p:extLst>
  </p:cSld>
  <p:clrMapOvr>
    <a:masterClrMapping/>
  </p:clrMapOvr>
  <p:transition>
    <p:fade/>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Bulleted Text Layout_two columns_half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313982" y="330371"/>
            <a:ext cx="8505951" cy="510147"/>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3982" y="1092673"/>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4566958" y="1208438"/>
            <a:ext cx="0" cy="1690935"/>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773713" y="1092673"/>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7516BD94-AE1C-455F-8D7D-7082BB27F029}"/>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654284209"/>
      </p:ext>
    </p:extLst>
  </p:cSld>
  <p:clrMapOvr>
    <a:masterClrMapping/>
  </p:clrMapOvr>
  <p:transition>
    <p:fade/>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1_Bulleted Text Layout_two columns_full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313982" y="330371"/>
            <a:ext cx="8505951" cy="510147"/>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3982" y="1092674"/>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4566957" y="1208438"/>
            <a:ext cx="0" cy="342241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773713" y="1092674"/>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87A06669-B2CF-43F2-99B5-001A005A3AA1}"/>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259613029"/>
      </p:ext>
    </p:extLst>
  </p:cSld>
  <p:clrMapOvr>
    <a:masterClrMapping/>
  </p:clrMapOvr>
  <p:transition>
    <p:fade/>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1_Bulleted 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31101" y="1092672"/>
            <a:ext cx="4157839" cy="1314206"/>
          </a:xfrm>
          <a:solidFill>
            <a:schemeClr val="bg1">
              <a:lumMod val="95000"/>
            </a:schemeClr>
          </a:solidFill>
        </p:spPr>
        <p:txBody>
          <a:bodyPr lIns="137160" rIns="137160"/>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672013" y="1092672"/>
            <a:ext cx="4148683" cy="1314206"/>
          </a:xfrm>
          <a:solidFill>
            <a:schemeClr val="bg1">
              <a:lumMod val="95000"/>
            </a:schemeClr>
          </a:solidFill>
        </p:spPr>
        <p:txBody>
          <a:bodyPr lIns="137160" rIns="137160"/>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Footer Placeholder 1">
            <a:extLst>
              <a:ext uri="{FF2B5EF4-FFF2-40B4-BE49-F238E27FC236}">
                <a16:creationId xmlns:a16="http://schemas.microsoft.com/office/drawing/2014/main" id="{FD7644AB-9D01-4585-9388-8EB76A4E16D3}"/>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821557843"/>
      </p:ext>
    </p:extLst>
  </p:cSld>
  <p:clrMapOvr>
    <a:masterClrMapping/>
  </p:clrMapOvr>
  <p:transition>
    <p:fade/>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Agenda 3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3 rows</a:t>
            </a:r>
          </a:p>
        </p:txBody>
      </p:sp>
      <p:sp>
        <p:nvSpPr>
          <p:cNvPr id="5" name="Text Placeholder 4"/>
          <p:cNvSpPr>
            <a:spLocks noGrp="1"/>
          </p:cNvSpPr>
          <p:nvPr>
            <p:ph type="body" sz="quarter" idx="11" hasCustomPrompt="1"/>
          </p:nvPr>
        </p:nvSpPr>
        <p:spPr>
          <a:xfrm>
            <a:off x="3058716" y="1019176"/>
            <a:ext cx="5771303" cy="918325"/>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2112589"/>
            <a:ext cx="5771303" cy="918325"/>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5" name="Text Placeholder 4">
            <a:extLst>
              <a:ext uri="{FF2B5EF4-FFF2-40B4-BE49-F238E27FC236}">
                <a16:creationId xmlns:a16="http://schemas.microsoft.com/office/drawing/2014/main" id="{17004B21-C7C1-4F96-8432-F7255C26DB8E}"/>
              </a:ext>
            </a:extLst>
          </p:cNvPr>
          <p:cNvSpPr>
            <a:spLocks noGrp="1"/>
          </p:cNvSpPr>
          <p:nvPr>
            <p:ph type="body" sz="quarter" idx="20" hasCustomPrompt="1"/>
          </p:nvPr>
        </p:nvSpPr>
        <p:spPr>
          <a:xfrm>
            <a:off x="3058716" y="3206001"/>
            <a:ext cx="5771303" cy="918325"/>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D3BC550B-9B11-4380-8D6F-F4741FB779EC}"/>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938643111"/>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Agenda 4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4 rows</a:t>
            </a:r>
          </a:p>
        </p:txBody>
      </p:sp>
      <p:sp>
        <p:nvSpPr>
          <p:cNvPr id="5" name="Text Placeholder 4"/>
          <p:cNvSpPr>
            <a:spLocks noGrp="1"/>
          </p:cNvSpPr>
          <p:nvPr>
            <p:ph type="body" sz="quarter" idx="11" hasCustomPrompt="1"/>
          </p:nvPr>
        </p:nvSpPr>
        <p:spPr>
          <a:xfrm>
            <a:off x="3058716" y="739278"/>
            <a:ext cx="5771303"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1754559"/>
            <a:ext cx="5771303"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3058716" y="2769838"/>
            <a:ext cx="5771303"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3058716" y="3785118"/>
            <a:ext cx="5771303"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1FA6548C-890C-4150-B5BD-A8AF55A82E70}"/>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586226433"/>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Agenda 6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6 rows</a:t>
            </a:r>
          </a:p>
        </p:txBody>
      </p:sp>
      <p:sp>
        <p:nvSpPr>
          <p:cNvPr id="5" name="Text Placeholder 4"/>
          <p:cNvSpPr>
            <a:spLocks noGrp="1"/>
          </p:cNvSpPr>
          <p:nvPr>
            <p:ph type="body" sz="quarter" idx="11" hasCustomPrompt="1"/>
          </p:nvPr>
        </p:nvSpPr>
        <p:spPr>
          <a:xfrm>
            <a:off x="3058716" y="518344"/>
            <a:ext cx="5771303" cy="616984"/>
          </a:xfrm>
        </p:spPr>
        <p:txBody>
          <a:bodyPr vert="horz" wrap="square" lIns="0" tIns="0" rIns="0" bIns="0" rtlCol="0" anchor="ctr">
            <a:noAutofit/>
          </a:bodyPr>
          <a:lstStyle>
            <a:lvl2pPr>
              <a:defRPr lang="en-US" sz="1324" b="0" dirty="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1214950"/>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3058716" y="1911556"/>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8" name="Text Placeholder 4"/>
          <p:cNvSpPr>
            <a:spLocks noGrp="1"/>
          </p:cNvSpPr>
          <p:nvPr>
            <p:ph type="body" sz="quarter" idx="19" hasCustomPrompt="1"/>
          </p:nvPr>
        </p:nvSpPr>
        <p:spPr>
          <a:xfrm>
            <a:off x="3058716" y="2608162"/>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3058716" y="3304768"/>
            <a:ext cx="5771303" cy="61698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058716" y="4001376"/>
            <a:ext cx="5771303" cy="61698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3CE3F527-08C7-43D0-8032-F2A71F76D6A3}"/>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509615759"/>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Agenda 8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3058717" y="349761"/>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4" name="Text Placeholder 4"/>
          <p:cNvSpPr>
            <a:spLocks noGrp="1"/>
          </p:cNvSpPr>
          <p:nvPr>
            <p:ph type="body" sz="quarter" idx="15" hasCustomPrompt="1"/>
          </p:nvPr>
        </p:nvSpPr>
        <p:spPr>
          <a:xfrm>
            <a:off x="3058717" y="912198"/>
            <a:ext cx="5771302" cy="506917"/>
          </a:xfrm>
        </p:spPr>
        <p:txBody>
          <a:bodyPr vert="horz" wrap="square" lIns="0" tIns="0" rIns="0" bIns="0" rtlCol="0" anchor="ctr">
            <a:noAutofit/>
          </a:bodyPr>
          <a:lstStyle>
            <a:lvl2pPr>
              <a:defRPr lang="en-US" sz="1177" b="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6" name="Text Placeholder 4"/>
          <p:cNvSpPr>
            <a:spLocks noGrp="1"/>
          </p:cNvSpPr>
          <p:nvPr>
            <p:ph type="body" sz="quarter" idx="17" hasCustomPrompt="1"/>
          </p:nvPr>
        </p:nvSpPr>
        <p:spPr>
          <a:xfrm>
            <a:off x="3058717" y="1474635"/>
            <a:ext cx="5771302" cy="506917"/>
          </a:xfrm>
        </p:spPr>
        <p:txBody>
          <a:bodyPr vert="horz" wrap="square" lIns="0" tIns="0" rIns="0" bIns="0" rtlCol="0" anchor="ctr">
            <a:noAutofit/>
          </a:bodyPr>
          <a:lstStyle>
            <a:lvl2pPr>
              <a:defRPr lang="en-US" sz="1177" b="0" dirty="0" smtClean="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8" name="Text Placeholder 4"/>
          <p:cNvSpPr>
            <a:spLocks noGrp="1"/>
          </p:cNvSpPr>
          <p:nvPr>
            <p:ph type="body" sz="quarter" idx="19" hasCustomPrompt="1"/>
          </p:nvPr>
        </p:nvSpPr>
        <p:spPr>
          <a:xfrm>
            <a:off x="3058717" y="2037072"/>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20" name="Text Placeholder 4"/>
          <p:cNvSpPr>
            <a:spLocks noGrp="1"/>
          </p:cNvSpPr>
          <p:nvPr>
            <p:ph type="body" sz="quarter" idx="21" hasCustomPrompt="1"/>
          </p:nvPr>
        </p:nvSpPr>
        <p:spPr>
          <a:xfrm>
            <a:off x="3058717" y="2599509"/>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058717" y="3161946"/>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3058717" y="3724383"/>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1" name="Text Placeholder 4">
            <a:extLst>
              <a:ext uri="{FF2B5EF4-FFF2-40B4-BE49-F238E27FC236}">
                <a16:creationId xmlns:a16="http://schemas.microsoft.com/office/drawing/2014/main" id="{BBE4C696-54C0-4167-89B1-D1FE9690F330}"/>
              </a:ext>
            </a:extLst>
          </p:cNvPr>
          <p:cNvSpPr>
            <a:spLocks noGrp="1"/>
          </p:cNvSpPr>
          <p:nvPr>
            <p:ph type="body" sz="quarter" idx="24" hasCustomPrompt="1"/>
          </p:nvPr>
        </p:nvSpPr>
        <p:spPr>
          <a:xfrm>
            <a:off x="3058717" y="4286823"/>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4" name="Footer Placeholder 1">
            <a:extLst>
              <a:ext uri="{FF2B5EF4-FFF2-40B4-BE49-F238E27FC236}">
                <a16:creationId xmlns:a16="http://schemas.microsoft.com/office/drawing/2014/main" id="{FCBBA077-FCDA-4F62-B502-F11F61DDA34D}"/>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644054873"/>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4">
          <p15:clr>
            <a:srgbClr val="FBAE4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Agenda 2 column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1" y="0"/>
            <a:ext cx="1783556"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rIns="0"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2714625" y="349761"/>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4" name="Text Placeholder 4"/>
          <p:cNvSpPr>
            <a:spLocks noGrp="1"/>
          </p:cNvSpPr>
          <p:nvPr>
            <p:ph type="body" sz="quarter" idx="15" hasCustomPrompt="1"/>
          </p:nvPr>
        </p:nvSpPr>
        <p:spPr>
          <a:xfrm>
            <a:off x="2714625" y="981459"/>
            <a:ext cx="2497931" cy="506917"/>
          </a:xfrm>
        </p:spPr>
        <p:txBody>
          <a:bodyPr vert="horz" wrap="square" lIns="0" tIns="0" rIns="0" bIns="0" rtlCol="0" anchor="ctr">
            <a:noAutofit/>
          </a:bodyPr>
          <a:lstStyle>
            <a:lvl2pPr>
              <a:defRPr lang="en-US" sz="1030" b="0"/>
            </a:lvl2pPr>
          </a:lstStyle>
          <a:p>
            <a:pPr lvl="1">
              <a:buFont typeface="Arial" panose="020B0604020202020204" pitchFamily="34" charset="0"/>
            </a:pPr>
            <a:r>
              <a:rPr lang="en-US"/>
              <a:t>Body copy Segoe UI Regular 14/18. The quick brown fox jumps over the lazy dog. </a:t>
            </a:r>
          </a:p>
        </p:txBody>
      </p:sp>
      <p:sp>
        <p:nvSpPr>
          <p:cNvPr id="16" name="Text Placeholder 4"/>
          <p:cNvSpPr>
            <a:spLocks noGrp="1"/>
          </p:cNvSpPr>
          <p:nvPr>
            <p:ph type="body" sz="quarter" idx="17" hasCustomPrompt="1"/>
          </p:nvPr>
        </p:nvSpPr>
        <p:spPr>
          <a:xfrm>
            <a:off x="2714625" y="1613157"/>
            <a:ext cx="2497931" cy="506917"/>
          </a:xfrm>
        </p:spPr>
        <p:txBody>
          <a:bodyPr vert="horz" wrap="square" lIns="0" tIns="0" rIns="0" bIns="0" rtlCol="0" anchor="ctr">
            <a:noAutofit/>
          </a:bodyPr>
          <a:lstStyle>
            <a:lvl2pPr>
              <a:defRPr lang="en-US" sz="1030" b="0" dirty="0" smtClean="0"/>
            </a:lvl2pPr>
          </a:lstStyle>
          <a:p>
            <a:pPr lvl="1">
              <a:buFont typeface="Arial" panose="020B0604020202020204" pitchFamily="34" charset="0"/>
            </a:pPr>
            <a:r>
              <a:rPr lang="en-US"/>
              <a:t>Body copy Segoe UI Regular 14/18. The quick brown fox jumps over the lazy dog. </a:t>
            </a:r>
          </a:p>
        </p:txBody>
      </p:sp>
      <p:sp>
        <p:nvSpPr>
          <p:cNvPr id="18" name="Text Placeholder 4"/>
          <p:cNvSpPr>
            <a:spLocks noGrp="1"/>
          </p:cNvSpPr>
          <p:nvPr>
            <p:ph type="body" sz="quarter" idx="19" hasCustomPrompt="1"/>
          </p:nvPr>
        </p:nvSpPr>
        <p:spPr>
          <a:xfrm>
            <a:off x="2714625" y="2244855"/>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20" name="Text Placeholder 4"/>
          <p:cNvSpPr>
            <a:spLocks noGrp="1"/>
          </p:cNvSpPr>
          <p:nvPr>
            <p:ph type="body" sz="quarter" idx="21" hasCustomPrompt="1"/>
          </p:nvPr>
        </p:nvSpPr>
        <p:spPr>
          <a:xfrm>
            <a:off x="2714625" y="2876554"/>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2714625" y="3508251"/>
            <a:ext cx="2497931"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2714625" y="4139948"/>
            <a:ext cx="2497931"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12" name="Text Placeholder 4">
            <a:extLst>
              <a:ext uri="{FF2B5EF4-FFF2-40B4-BE49-F238E27FC236}">
                <a16:creationId xmlns:a16="http://schemas.microsoft.com/office/drawing/2014/main" id="{B26AB1BC-D652-40F2-83A2-06F6897248D2}"/>
              </a:ext>
            </a:extLst>
          </p:cNvPr>
          <p:cNvSpPr>
            <a:spLocks noGrp="1"/>
          </p:cNvSpPr>
          <p:nvPr>
            <p:ph type="body" sz="quarter" idx="24" hasCustomPrompt="1"/>
          </p:nvPr>
        </p:nvSpPr>
        <p:spPr>
          <a:xfrm>
            <a:off x="6248401" y="349761"/>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3" name="Text Placeholder 4">
            <a:extLst>
              <a:ext uri="{FF2B5EF4-FFF2-40B4-BE49-F238E27FC236}">
                <a16:creationId xmlns:a16="http://schemas.microsoft.com/office/drawing/2014/main" id="{B7BCA0EE-6780-4007-A1E7-E2C766ADB6AC}"/>
              </a:ext>
            </a:extLst>
          </p:cNvPr>
          <p:cNvSpPr>
            <a:spLocks noGrp="1"/>
          </p:cNvSpPr>
          <p:nvPr>
            <p:ph type="body" sz="quarter" idx="25" hasCustomPrompt="1"/>
          </p:nvPr>
        </p:nvSpPr>
        <p:spPr>
          <a:xfrm>
            <a:off x="6248401" y="981459"/>
            <a:ext cx="2581618" cy="506917"/>
          </a:xfrm>
        </p:spPr>
        <p:txBody>
          <a:bodyPr vert="horz" wrap="square" lIns="0" tIns="0" rIns="0" bIns="0" rtlCol="0" anchor="ctr">
            <a:noAutofit/>
          </a:bodyPr>
          <a:lstStyle>
            <a:lvl2pPr>
              <a:defRPr lang="en-US" sz="1030" b="0"/>
            </a:lvl2pPr>
          </a:lstStyle>
          <a:p>
            <a:pPr lvl="1">
              <a:buFont typeface="Arial" panose="020B0604020202020204" pitchFamily="34" charset="0"/>
            </a:pPr>
            <a:r>
              <a:rPr lang="en-US"/>
              <a:t>Body copy Segoe UI Regular 14/18. The quick brown fox jumps over the lazy dog. </a:t>
            </a:r>
          </a:p>
        </p:txBody>
      </p:sp>
      <p:sp>
        <p:nvSpPr>
          <p:cNvPr id="15" name="Text Placeholder 4">
            <a:extLst>
              <a:ext uri="{FF2B5EF4-FFF2-40B4-BE49-F238E27FC236}">
                <a16:creationId xmlns:a16="http://schemas.microsoft.com/office/drawing/2014/main" id="{42F7FEE8-0C97-4A8D-B62A-F9127046CA49}"/>
              </a:ext>
            </a:extLst>
          </p:cNvPr>
          <p:cNvSpPr>
            <a:spLocks noGrp="1"/>
          </p:cNvSpPr>
          <p:nvPr>
            <p:ph type="body" sz="quarter" idx="26" hasCustomPrompt="1"/>
          </p:nvPr>
        </p:nvSpPr>
        <p:spPr>
          <a:xfrm>
            <a:off x="6248401" y="1613157"/>
            <a:ext cx="2581618" cy="506917"/>
          </a:xfrm>
        </p:spPr>
        <p:txBody>
          <a:bodyPr vert="horz" wrap="square" lIns="0" tIns="0" rIns="0" bIns="0" rtlCol="0" anchor="ctr">
            <a:noAutofit/>
          </a:bodyPr>
          <a:lstStyle>
            <a:lvl2pPr>
              <a:defRPr lang="en-US" sz="1030" b="0" dirty="0" smtClean="0"/>
            </a:lvl2pPr>
          </a:lstStyle>
          <a:p>
            <a:pPr lvl="1">
              <a:buFont typeface="Arial" panose="020B0604020202020204" pitchFamily="34" charset="0"/>
            </a:pPr>
            <a:r>
              <a:rPr lang="en-US"/>
              <a:t>Body copy Segoe UI Regular 14/18. The quick brown fox jumps over the lazy dog. </a:t>
            </a:r>
          </a:p>
        </p:txBody>
      </p:sp>
      <p:sp>
        <p:nvSpPr>
          <p:cNvPr id="17" name="Text Placeholder 4">
            <a:extLst>
              <a:ext uri="{FF2B5EF4-FFF2-40B4-BE49-F238E27FC236}">
                <a16:creationId xmlns:a16="http://schemas.microsoft.com/office/drawing/2014/main" id="{A2CDDCC0-5CE0-47BF-9A58-947FAAFE0464}"/>
              </a:ext>
            </a:extLst>
          </p:cNvPr>
          <p:cNvSpPr>
            <a:spLocks noGrp="1"/>
          </p:cNvSpPr>
          <p:nvPr>
            <p:ph type="body" sz="quarter" idx="27" hasCustomPrompt="1"/>
          </p:nvPr>
        </p:nvSpPr>
        <p:spPr>
          <a:xfrm>
            <a:off x="6248401" y="2244855"/>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9" name="Text Placeholder 4">
            <a:extLst>
              <a:ext uri="{FF2B5EF4-FFF2-40B4-BE49-F238E27FC236}">
                <a16:creationId xmlns:a16="http://schemas.microsoft.com/office/drawing/2014/main" id="{CE365600-EF9A-4204-AC1D-49DA60EE0BC9}"/>
              </a:ext>
            </a:extLst>
          </p:cNvPr>
          <p:cNvSpPr>
            <a:spLocks noGrp="1"/>
          </p:cNvSpPr>
          <p:nvPr>
            <p:ph type="body" sz="quarter" idx="28" hasCustomPrompt="1"/>
          </p:nvPr>
        </p:nvSpPr>
        <p:spPr>
          <a:xfrm>
            <a:off x="6248401" y="2876554"/>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21" name="Text Placeholder 4">
            <a:extLst>
              <a:ext uri="{FF2B5EF4-FFF2-40B4-BE49-F238E27FC236}">
                <a16:creationId xmlns:a16="http://schemas.microsoft.com/office/drawing/2014/main" id="{7C988AC2-C93F-4C50-A6B6-35E8D243E2D3}"/>
              </a:ext>
            </a:extLst>
          </p:cNvPr>
          <p:cNvSpPr>
            <a:spLocks noGrp="1"/>
          </p:cNvSpPr>
          <p:nvPr>
            <p:ph type="body" sz="quarter" idx="29" hasCustomPrompt="1"/>
          </p:nvPr>
        </p:nvSpPr>
        <p:spPr>
          <a:xfrm>
            <a:off x="6248401" y="3508251"/>
            <a:ext cx="2581618"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22" name="Text Placeholder 4">
            <a:extLst>
              <a:ext uri="{FF2B5EF4-FFF2-40B4-BE49-F238E27FC236}">
                <a16:creationId xmlns:a16="http://schemas.microsoft.com/office/drawing/2014/main" id="{1BAD9B5E-AACF-4B5D-9D05-A8B6E03E279B}"/>
              </a:ext>
            </a:extLst>
          </p:cNvPr>
          <p:cNvSpPr>
            <a:spLocks noGrp="1"/>
          </p:cNvSpPr>
          <p:nvPr>
            <p:ph type="body" sz="quarter" idx="30" hasCustomPrompt="1"/>
          </p:nvPr>
        </p:nvSpPr>
        <p:spPr>
          <a:xfrm>
            <a:off x="6248401" y="4139948"/>
            <a:ext cx="2581618"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Tree>
    <p:extLst>
      <p:ext uri="{BB962C8B-B14F-4D97-AF65-F5344CB8AC3E}">
        <p14:creationId xmlns:p14="http://schemas.microsoft.com/office/powerpoint/2010/main" val="3430370728"/>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280">
          <p15:clr>
            <a:srgbClr val="FBAE4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Text option 3">
    <p:spTree>
      <p:nvGrpSpPr>
        <p:cNvPr id="1" name=""/>
        <p:cNvGrpSpPr/>
        <p:nvPr/>
      </p:nvGrpSpPr>
      <p:grpSpPr>
        <a:xfrm>
          <a:off x="0" y="0"/>
          <a:ext cx="0" cy="0"/>
          <a:chOff x="0" y="0"/>
          <a:chExt cx="0" cy="0"/>
        </a:xfrm>
      </p:grpSpPr>
      <p:sp>
        <p:nvSpPr>
          <p:cNvPr id="29" name="Title 28">
            <a:extLst>
              <a:ext uri="{FF2B5EF4-FFF2-40B4-BE49-F238E27FC236}">
                <a16:creationId xmlns:a16="http://schemas.microsoft.com/office/drawing/2014/main" id="{DB14B4B7-6595-4F80-A720-AEE6406FDDDB}"/>
              </a:ext>
            </a:extLst>
          </p:cNvPr>
          <p:cNvSpPr>
            <a:spLocks noGrp="1"/>
          </p:cNvSpPr>
          <p:nvPr>
            <p:ph type="title" hasCustomPrompt="1"/>
          </p:nvPr>
        </p:nvSpPr>
        <p:spPr/>
        <p:txBody>
          <a:bodyPr/>
          <a:lstStyle/>
          <a:p>
            <a:r>
              <a:rPr lang="en-US"/>
              <a:t>Text layout three columns images and text</a:t>
            </a:r>
          </a:p>
        </p:txBody>
      </p:sp>
      <p:sp>
        <p:nvSpPr>
          <p:cNvPr id="16" name="Rectangle 15">
            <a:extLst>
              <a:ext uri="{FF2B5EF4-FFF2-40B4-BE49-F238E27FC236}">
                <a16:creationId xmlns:a16="http://schemas.microsoft.com/office/drawing/2014/main" id="{A6AC17A7-7CAA-4CA5-89CD-184D76C19F56}"/>
              </a:ext>
              <a:ext uri="{C183D7F6-B498-43B3-948B-1728B52AA6E4}">
                <adec:decorative xmlns:adec="http://schemas.microsoft.com/office/drawing/2017/decorative" val="1"/>
              </a:ext>
            </a:extLst>
          </p:cNvPr>
          <p:cNvSpPr/>
          <p:nvPr userDrawn="1"/>
        </p:nvSpPr>
        <p:spPr bwMode="auto">
          <a:xfrm>
            <a:off x="351100"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E501F238-570E-E648-9E57-DAA86A7A8ED3}"/>
              </a:ext>
            </a:extLst>
          </p:cNvPr>
          <p:cNvSpPr>
            <a:spLocks noGrp="1"/>
          </p:cNvSpPr>
          <p:nvPr>
            <p:ph type="pic" sz="quarter" idx="21" hasCustomPrompt="1"/>
          </p:nvPr>
        </p:nvSpPr>
        <p:spPr>
          <a:xfrm>
            <a:off x="444570"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5" name="Text Placeholder 4"/>
          <p:cNvSpPr>
            <a:spLocks noGrp="1"/>
          </p:cNvSpPr>
          <p:nvPr>
            <p:ph type="body" sz="quarter" idx="11" hasCustomPrompt="1"/>
          </p:nvPr>
        </p:nvSpPr>
        <p:spPr>
          <a:xfrm>
            <a:off x="313984" y="3531162"/>
            <a:ext cx="2739698"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19" name="Text Placeholder 4">
            <a:extLst>
              <a:ext uri="{FF2B5EF4-FFF2-40B4-BE49-F238E27FC236}">
                <a16:creationId xmlns:a16="http://schemas.microsoft.com/office/drawing/2014/main" id="{F22038DD-9076-B34B-B54A-107DF3F024EE}"/>
              </a:ext>
            </a:extLst>
          </p:cNvPr>
          <p:cNvSpPr>
            <a:spLocks noGrp="1"/>
          </p:cNvSpPr>
          <p:nvPr>
            <p:ph type="body" sz="quarter" idx="17" hasCustomPrompt="1"/>
          </p:nvPr>
        </p:nvSpPr>
        <p:spPr>
          <a:xfrm>
            <a:off x="313984" y="3761122"/>
            <a:ext cx="2739698"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7A2E6301-6404-4EF3-A39A-8E79FFA3C974}"/>
              </a:ext>
              <a:ext uri="{C183D7F6-B498-43B3-948B-1728B52AA6E4}">
                <adec:decorative xmlns:adec="http://schemas.microsoft.com/office/drawing/2017/decorative" val="1"/>
              </a:ext>
            </a:extLst>
          </p:cNvPr>
          <p:cNvSpPr/>
          <p:nvPr userDrawn="1"/>
        </p:nvSpPr>
        <p:spPr bwMode="auto">
          <a:xfrm>
            <a:off x="3231682"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31" name="Picture Placeholder 7">
            <a:extLst>
              <a:ext uri="{FF2B5EF4-FFF2-40B4-BE49-F238E27FC236}">
                <a16:creationId xmlns:a16="http://schemas.microsoft.com/office/drawing/2014/main" id="{1BE65963-6DE8-471D-88DB-2FC78087003C}"/>
              </a:ext>
            </a:extLst>
          </p:cNvPr>
          <p:cNvSpPr>
            <a:spLocks noGrp="1"/>
          </p:cNvSpPr>
          <p:nvPr>
            <p:ph type="pic" sz="quarter" idx="26" hasCustomPrompt="1"/>
          </p:nvPr>
        </p:nvSpPr>
        <p:spPr>
          <a:xfrm>
            <a:off x="3325152"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32" name="Text Placeholder 4">
            <a:extLst>
              <a:ext uri="{FF2B5EF4-FFF2-40B4-BE49-F238E27FC236}">
                <a16:creationId xmlns:a16="http://schemas.microsoft.com/office/drawing/2014/main" id="{197742EC-5845-4BB1-84A3-00C1CF89012A}"/>
              </a:ext>
            </a:extLst>
          </p:cNvPr>
          <p:cNvSpPr>
            <a:spLocks noGrp="1"/>
          </p:cNvSpPr>
          <p:nvPr>
            <p:ph type="body" sz="quarter" idx="20" hasCustomPrompt="1"/>
          </p:nvPr>
        </p:nvSpPr>
        <p:spPr>
          <a:xfrm>
            <a:off x="3220478" y="3531162"/>
            <a:ext cx="2713786" cy="454612"/>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1" name="Text Placeholder 4">
            <a:extLst>
              <a:ext uri="{FF2B5EF4-FFF2-40B4-BE49-F238E27FC236}">
                <a16:creationId xmlns:a16="http://schemas.microsoft.com/office/drawing/2014/main" id="{B0C89B53-FA50-F248-AD0B-933DE098D70A}"/>
              </a:ext>
            </a:extLst>
          </p:cNvPr>
          <p:cNvSpPr>
            <a:spLocks noGrp="1"/>
          </p:cNvSpPr>
          <p:nvPr>
            <p:ph type="body" sz="quarter" idx="24" hasCustomPrompt="1"/>
          </p:nvPr>
        </p:nvSpPr>
        <p:spPr>
          <a:xfrm>
            <a:off x="3220478" y="3761122"/>
            <a:ext cx="2713786"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
        <p:nvSpPr>
          <p:cNvPr id="17" name="Rectangle 16">
            <a:extLst>
              <a:ext uri="{FF2B5EF4-FFF2-40B4-BE49-F238E27FC236}">
                <a16:creationId xmlns:a16="http://schemas.microsoft.com/office/drawing/2014/main" id="{5EC0DAC3-9E26-491C-A10D-7D086E91DB76}"/>
              </a:ext>
              <a:ext uri="{C183D7F6-B498-43B3-948B-1728B52AA6E4}">
                <adec:decorative xmlns:adec="http://schemas.microsoft.com/office/drawing/2017/decorative" val="1"/>
              </a:ext>
            </a:extLst>
          </p:cNvPr>
          <p:cNvSpPr/>
          <p:nvPr userDrawn="1"/>
        </p:nvSpPr>
        <p:spPr bwMode="auto">
          <a:xfrm>
            <a:off x="6119266"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33" name="Picture Placeholder 7">
            <a:extLst>
              <a:ext uri="{FF2B5EF4-FFF2-40B4-BE49-F238E27FC236}">
                <a16:creationId xmlns:a16="http://schemas.microsoft.com/office/drawing/2014/main" id="{907DE53F-AA57-4741-9DAA-A44C19F78D30}"/>
              </a:ext>
            </a:extLst>
          </p:cNvPr>
          <p:cNvSpPr>
            <a:spLocks noGrp="1"/>
          </p:cNvSpPr>
          <p:nvPr>
            <p:ph type="pic" sz="quarter" idx="27" hasCustomPrompt="1"/>
          </p:nvPr>
        </p:nvSpPr>
        <p:spPr>
          <a:xfrm>
            <a:off x="6212737"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10" name="Text Placeholder 4"/>
          <p:cNvSpPr>
            <a:spLocks noGrp="1"/>
          </p:cNvSpPr>
          <p:nvPr>
            <p:ph type="body" sz="quarter" idx="13" hasCustomPrompt="1"/>
          </p:nvPr>
        </p:nvSpPr>
        <p:spPr>
          <a:xfrm>
            <a:off x="6108063" y="3531162"/>
            <a:ext cx="2713786" cy="454612"/>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2" name="Text Placeholder 4">
            <a:extLst>
              <a:ext uri="{FF2B5EF4-FFF2-40B4-BE49-F238E27FC236}">
                <a16:creationId xmlns:a16="http://schemas.microsoft.com/office/drawing/2014/main" id="{C11EA858-BBCA-2149-9368-C1FDBC6C8DFD}"/>
              </a:ext>
            </a:extLst>
          </p:cNvPr>
          <p:cNvSpPr>
            <a:spLocks noGrp="1"/>
          </p:cNvSpPr>
          <p:nvPr>
            <p:ph type="body" sz="quarter" idx="25" hasCustomPrompt="1"/>
          </p:nvPr>
        </p:nvSpPr>
        <p:spPr>
          <a:xfrm>
            <a:off x="6108063" y="3761122"/>
            <a:ext cx="2713786"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3273171473"/>
      </p:ext>
    </p:extLst>
  </p:cSld>
  <p:clrMapOvr>
    <a:masterClrMapping/>
  </p:clrMapOvr>
  <p:transition>
    <p:fade/>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Section slid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990B4C-4B23-479D-ADA8-DD6E0658DF5A}"/>
              </a:ext>
            </a:extLst>
          </p:cNvPr>
          <p:cNvSpPr/>
          <p:nvPr userDrawn="1"/>
        </p:nvSpPr>
        <p:spPr bwMode="auto">
          <a:xfrm>
            <a:off x="1" y="1894985"/>
            <a:ext cx="7273265" cy="1338036"/>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 name="Title 35"/>
          <p:cNvSpPr>
            <a:spLocks noGrp="1"/>
          </p:cNvSpPr>
          <p:nvPr>
            <p:ph type="title" hasCustomPrompt="1"/>
          </p:nvPr>
        </p:nvSpPr>
        <p:spPr>
          <a:xfrm>
            <a:off x="313983" y="1894985"/>
            <a:ext cx="6892433" cy="1338036"/>
          </a:xfrm>
          <a:prstGeom prst="rect">
            <a:avLst/>
          </a:prstGeom>
          <a:noFill/>
        </p:spPr>
        <p:txBody>
          <a:bodyPr vert="horz" wrap="square" lIns="0" tIns="0" rIns="0" bIns="0" rtlCol="0" anchor="ctr" anchorCtr="0">
            <a:noAutofit/>
          </a:bodyPr>
          <a:lstStyle>
            <a:lvl1pPr>
              <a:defRPr lang="en-US" sz="2647" spc="-36" baseline="0" dirty="0">
                <a:solidFill>
                  <a:schemeClr val="bg1"/>
                </a:solidFill>
              </a:defRPr>
            </a:lvl1pPr>
          </a:lstStyle>
          <a:p>
            <a:pPr marL="0" lvl="0">
              <a:lnSpc>
                <a:spcPts val="4037"/>
              </a:lnSpc>
            </a:pPr>
            <a:r>
              <a:rPr lang="en-US"/>
              <a:t>Section title</a:t>
            </a:r>
          </a:p>
        </p:txBody>
      </p:sp>
      <p:sp>
        <p:nvSpPr>
          <p:cNvPr id="6" name="Rectangle 5">
            <a:extLst>
              <a:ext uri="{FF2B5EF4-FFF2-40B4-BE49-F238E27FC236}">
                <a16:creationId xmlns:a16="http://schemas.microsoft.com/office/drawing/2014/main" id="{E7A7DCD7-2A9A-4303-B73A-A8AA23BAF4B6}"/>
              </a:ext>
            </a:extLst>
          </p:cNvPr>
          <p:cNvSpPr/>
          <p:nvPr userDrawn="1"/>
        </p:nvSpPr>
        <p:spPr bwMode="auto">
          <a:xfrm>
            <a:off x="7273266" y="1894985"/>
            <a:ext cx="1561952" cy="1338036"/>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a:extLst>
              <a:ext uri="{FF2B5EF4-FFF2-40B4-BE49-F238E27FC236}">
                <a16:creationId xmlns:a16="http://schemas.microsoft.com/office/drawing/2014/main" id="{79F5CEB5-AAB3-4E98-82B0-2B2EDFAC7F19}"/>
              </a:ext>
            </a:extLst>
          </p:cNvPr>
          <p:cNvSpPr/>
          <p:nvPr userDrawn="1"/>
        </p:nvSpPr>
        <p:spPr bwMode="auto">
          <a:xfrm>
            <a:off x="8677112" y="1860812"/>
            <a:ext cx="152906" cy="1406381"/>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6">
            <a:extLst>
              <a:ext uri="{FF2B5EF4-FFF2-40B4-BE49-F238E27FC236}">
                <a16:creationId xmlns:a16="http://schemas.microsoft.com/office/drawing/2014/main" id="{C39A4550-468E-4965-BBF3-650AD824060F}"/>
              </a:ext>
            </a:extLst>
          </p:cNvPr>
          <p:cNvSpPr/>
          <p:nvPr userDrawn="1"/>
        </p:nvSpPr>
        <p:spPr bwMode="auto">
          <a:xfrm flipH="1">
            <a:off x="7273264" y="1860812"/>
            <a:ext cx="152906" cy="1406381"/>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12" name="Picture Placeholder 11">
            <a:extLst>
              <a:ext uri="{FF2B5EF4-FFF2-40B4-BE49-F238E27FC236}">
                <a16:creationId xmlns:a16="http://schemas.microsoft.com/office/drawing/2014/main" id="{A0F18A81-5AF1-41EB-B335-9EF67062969B}"/>
              </a:ext>
            </a:extLst>
          </p:cNvPr>
          <p:cNvSpPr>
            <a:spLocks noGrp="1"/>
          </p:cNvSpPr>
          <p:nvPr>
            <p:ph type="pic" sz="quarter" idx="10"/>
          </p:nvPr>
        </p:nvSpPr>
        <p:spPr>
          <a:xfrm>
            <a:off x="7573771" y="2083464"/>
            <a:ext cx="960941" cy="961077"/>
          </a:xfrm>
        </p:spPr>
        <p:txBody>
          <a:bodyPr anchor="ctr">
            <a:noAutofit/>
          </a:bodyPr>
          <a:lstStyle>
            <a:lvl1pPr algn="ctr">
              <a:defRPr/>
            </a:lvl1pPr>
          </a:lstStyle>
          <a:p>
            <a:r>
              <a:rPr lang="en-US"/>
              <a:t>Click icon to add picture</a:t>
            </a:r>
            <a:endParaRPr lang="en-US" dirty="0"/>
          </a:p>
        </p:txBody>
      </p:sp>
    </p:spTree>
    <p:extLst>
      <p:ext uri="{BB962C8B-B14F-4D97-AF65-F5344CB8AC3E}">
        <p14:creationId xmlns:p14="http://schemas.microsoft.com/office/powerpoint/2010/main" val="3875680803"/>
      </p:ext>
    </p:extLst>
  </p:cSld>
  <p:clrMapOvr>
    <a:masterClrMapping/>
  </p:clrMapOvr>
  <p:transition>
    <p:fade/>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preserve="1" userDrawn="1">
  <p:cSld name="Photo layou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092673"/>
            <a:ext cx="4184483" cy="218008"/>
          </a:xfrm>
          <a:prstGeom prst="rect">
            <a:avLst/>
          </a:prstGeom>
        </p:spPr>
        <p:txBody>
          <a:bodyPr wrap="square" lIns="0" tIns="0" rIns="0" bIns="0">
            <a:spAutoFit/>
          </a:bodyPr>
          <a:lstStyle>
            <a:lvl1pPr marL="0" indent="0">
              <a:lnSpc>
                <a:spcPts val="1730"/>
              </a:lnSpc>
              <a:buNone/>
              <a:defRPr lang="en-US" sz="1471"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5" name="Text Placeholder 4">
            <a:extLst>
              <a:ext uri="{FF2B5EF4-FFF2-40B4-BE49-F238E27FC236}">
                <a16:creationId xmlns:a16="http://schemas.microsoft.com/office/drawing/2014/main" id="{6E31D123-CA1A-4568-88C8-6B1287D07EE9}"/>
              </a:ext>
            </a:extLst>
          </p:cNvPr>
          <p:cNvSpPr>
            <a:spLocks noGrp="1"/>
          </p:cNvSpPr>
          <p:nvPr>
            <p:ph type="body" sz="quarter" idx="13" hasCustomPrompt="1"/>
          </p:nvPr>
        </p:nvSpPr>
        <p:spPr>
          <a:xfrm>
            <a:off x="313984" y="1621222"/>
            <a:ext cx="4184483"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855576"/>
            <a:ext cx="4184483" cy="567848"/>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7" name="Text Placeholder 4">
            <a:extLst>
              <a:ext uri="{FF2B5EF4-FFF2-40B4-BE49-F238E27FC236}">
                <a16:creationId xmlns:a16="http://schemas.microsoft.com/office/drawing/2014/main" id="{0D336736-F7E2-BA48-AD3E-B0037BAC6816}"/>
              </a:ext>
            </a:extLst>
          </p:cNvPr>
          <p:cNvSpPr>
            <a:spLocks noGrp="1"/>
          </p:cNvSpPr>
          <p:nvPr>
            <p:ph type="body" sz="quarter" idx="43" hasCustomPrompt="1"/>
          </p:nvPr>
        </p:nvSpPr>
        <p:spPr>
          <a:xfrm>
            <a:off x="313984" y="2721659"/>
            <a:ext cx="4184483"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946759"/>
            <a:ext cx="4184483" cy="567848"/>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672383" y="-1"/>
            <a:ext cx="4479790" cy="5143501"/>
          </a:xfrm>
          <a:prstGeom prst="rect">
            <a:avLst/>
          </a:prstGeom>
          <a:blipFill>
            <a:blip r:embed="rId2"/>
            <a:stretch>
              <a:fillRect/>
            </a:stretch>
          </a:blipFill>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2680641907"/>
      </p:ext>
    </p:extLst>
  </p:cSld>
  <p:clrMapOvr>
    <a:masterClrMapping/>
  </p:clrMapOvr>
  <p:transition>
    <p:fade/>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Photo layout with bullet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092672"/>
            <a:ext cx="4184483" cy="276999"/>
          </a:xfrm>
          <a:prstGeom prst="rect">
            <a:avLst/>
          </a:prstGeom>
        </p:spPr>
        <p:txBody>
          <a:bodyPr wrap="square" lIns="0" tIns="0" rIns="0" bIns="0" anchor="t">
            <a:spAutoFit/>
          </a:bodyPr>
          <a:lstStyle>
            <a:lvl1pPr marL="0" indent="0">
              <a:lnSpc>
                <a:spcPct val="100000"/>
              </a:lnSpc>
              <a:buNone/>
              <a:defRPr lang="en-US" sz="1765"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701710"/>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userDrawn="1"/>
        </p:nvCxnSpPr>
        <p:spPr>
          <a:xfrm>
            <a:off x="313983" y="2301033"/>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461776"/>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userDrawn="1"/>
        </p:nvCxnSpPr>
        <p:spPr>
          <a:xfrm>
            <a:off x="313983" y="3061098"/>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313983" y="3221842"/>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userDrawn="1"/>
        </p:nvCxnSpPr>
        <p:spPr>
          <a:xfrm>
            <a:off x="313983" y="3821165"/>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313983" y="3981906"/>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sp>
        <p:nvSpPr>
          <p:cNvPr id="2" name="Rectangle 1">
            <a:extLst>
              <a:ext uri="{FF2B5EF4-FFF2-40B4-BE49-F238E27FC236}">
                <a16:creationId xmlns:a16="http://schemas.microsoft.com/office/drawing/2014/main" id="{56B6D240-D672-4F0A-95ED-D92FC8351E6D}"/>
              </a:ext>
              <a:ext uri="{C183D7F6-B498-43B3-948B-1728B52AA6E4}">
                <adec:decorative xmlns:adec="http://schemas.microsoft.com/office/drawing/2017/decorative" val="1"/>
              </a:ext>
            </a:extLst>
          </p:cNvPr>
          <p:cNvSpPr/>
          <p:nvPr userDrawn="1"/>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19" name="Picture Placeholder 7">
            <a:extLst>
              <a:ext uri="{FF2B5EF4-FFF2-40B4-BE49-F238E27FC236}">
                <a16:creationId xmlns:a16="http://schemas.microsoft.com/office/drawing/2014/main" id="{CA973F78-0779-41C2-98B4-4547D2CD7C11}"/>
              </a:ext>
            </a:extLst>
          </p:cNvPr>
          <p:cNvSpPr>
            <a:spLocks noGrp="1"/>
          </p:cNvSpPr>
          <p:nvPr>
            <p:ph type="pic" sz="quarter" idx="47" hasCustomPrompt="1"/>
          </p:nvPr>
        </p:nvSpPr>
        <p:spPr>
          <a:xfrm>
            <a:off x="4762260" y="1173098"/>
            <a:ext cx="3977884" cy="3559607"/>
          </a:xfrm>
          <a:prstGeom prst="rect">
            <a:avLst/>
          </a:prstGeom>
          <a:blipFill dpi="0" rotWithShape="1">
            <a:blip r:embed="rId2"/>
            <a:srcRect/>
            <a:stretch>
              <a:fillRect/>
            </a:stretch>
          </a:blipFill>
          <a:ln w="19050">
            <a:noFill/>
          </a:ln>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3410981107"/>
      </p:ext>
    </p:extLst>
  </p:cSld>
  <p:clrMapOvr>
    <a:masterClrMapping/>
  </p:clrMapOvr>
  <p:transition>
    <p:fade/>
  </p:transition>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1_Photo layout with bullet text &amp; icon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282120"/>
            <a:ext cx="4184483" cy="276999"/>
          </a:xfrm>
          <a:prstGeom prst="rect">
            <a:avLst/>
          </a:prstGeom>
        </p:spPr>
        <p:txBody>
          <a:bodyPr wrap="square" lIns="0" tIns="0" rIns="0" bIns="0" anchor="b">
            <a:spAutoFit/>
          </a:bodyPr>
          <a:lstStyle>
            <a:lvl1pPr marL="0" indent="0">
              <a:lnSpc>
                <a:spcPct val="100000"/>
              </a:lnSpc>
              <a:buNone/>
              <a:defRPr lang="en-US" sz="1765"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1066800" y="1700490"/>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userDrawn="1"/>
        </p:nvCxnSpPr>
        <p:spPr>
          <a:xfrm>
            <a:off x="1066800" y="2299812"/>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1066800" y="2460556"/>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userDrawn="1"/>
        </p:nvCxnSpPr>
        <p:spPr>
          <a:xfrm>
            <a:off x="1066800" y="3059879"/>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1066800" y="3220621"/>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userDrawn="1"/>
        </p:nvCxnSpPr>
        <p:spPr>
          <a:xfrm>
            <a:off x="1066800" y="3819945"/>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1066800" y="3980686"/>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672383" y="-1"/>
            <a:ext cx="4479790" cy="5143501"/>
          </a:xfrm>
          <a:prstGeom prst="rect">
            <a:avLst/>
          </a:prstGeom>
          <a:blipFill>
            <a:blip r:embed="rId2"/>
            <a:stretch>
              <a:fillRect/>
            </a:stretch>
          </a:blipFill>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3411170156"/>
      </p:ext>
    </p:extLst>
  </p:cSld>
  <p:clrMapOvr>
    <a:masterClrMapping/>
  </p:clrMapOvr>
  <p:transition>
    <p:fade/>
  </p:transition>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Photo layout with 4 rows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8516034" cy="546336"/>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092674"/>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050620"/>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313983" y="3008568"/>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313983" y="3966516"/>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2" name="Rectangle 1">
            <a:extLst>
              <a:ext uri="{FF2B5EF4-FFF2-40B4-BE49-F238E27FC236}">
                <a16:creationId xmlns:a16="http://schemas.microsoft.com/office/drawing/2014/main" id="{680D905E-E7A9-44EC-830B-323C290AAA27}"/>
              </a:ext>
              <a:ext uri="{C183D7F6-B498-43B3-948B-1728B52AA6E4}">
                <adec:decorative xmlns:adec="http://schemas.microsoft.com/office/drawing/2017/decorative" val="1"/>
              </a:ext>
            </a:extLst>
          </p:cNvPr>
          <p:cNvSpPr/>
          <p:nvPr userDrawn="1"/>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762260" y="1173098"/>
            <a:ext cx="3977884" cy="3559607"/>
          </a:xfrm>
          <a:prstGeom prst="rect">
            <a:avLst/>
          </a:prstGeom>
          <a:blipFill dpi="0" rotWithShape="1">
            <a:blip r:embed="rId2"/>
            <a:srcRect/>
            <a:stretch>
              <a:fillRect/>
            </a:stretch>
          </a:blipFill>
          <a:ln w="19050">
            <a:noFill/>
          </a:ln>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cxnSp>
        <p:nvCxnSpPr>
          <p:cNvPr id="9" name="Straight Connector 8">
            <a:extLst>
              <a:ext uri="{FF2B5EF4-FFF2-40B4-BE49-F238E27FC236}">
                <a16:creationId xmlns:a16="http://schemas.microsoft.com/office/drawing/2014/main" id="{5E2F051F-FAD1-40B7-AD8D-86ACA838D32B}"/>
              </a:ext>
              <a:ext uri="{C183D7F6-B498-43B3-948B-1728B52AA6E4}">
                <adec:decorative xmlns:adec="http://schemas.microsoft.com/office/drawing/2017/decorative" val="1"/>
              </a:ext>
            </a:extLst>
          </p:cNvPr>
          <p:cNvCxnSpPr>
            <a:cxnSpLocks/>
          </p:cNvCxnSpPr>
          <p:nvPr userDrawn="1"/>
        </p:nvCxnSpPr>
        <p:spPr>
          <a:xfrm>
            <a:off x="313983" y="1995036"/>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8966B79-BC7C-4DB8-80D4-01380DB97330}"/>
              </a:ext>
              <a:ext uri="{C183D7F6-B498-43B3-948B-1728B52AA6E4}">
                <adec:decorative xmlns:adec="http://schemas.microsoft.com/office/drawing/2017/decorative" val="1"/>
              </a:ext>
            </a:extLst>
          </p:cNvPr>
          <p:cNvCxnSpPr>
            <a:cxnSpLocks/>
          </p:cNvCxnSpPr>
          <p:nvPr userDrawn="1"/>
        </p:nvCxnSpPr>
        <p:spPr>
          <a:xfrm>
            <a:off x="313983" y="2952848"/>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69D048A-1B0B-4837-8CE2-BD16F3AE2B1C}"/>
              </a:ext>
              <a:ext uri="{C183D7F6-B498-43B3-948B-1728B52AA6E4}">
                <adec:decorative xmlns:adec="http://schemas.microsoft.com/office/drawing/2017/decorative" val="1"/>
              </a:ext>
            </a:extLst>
          </p:cNvPr>
          <p:cNvCxnSpPr>
            <a:cxnSpLocks/>
          </p:cNvCxnSpPr>
          <p:nvPr userDrawn="1"/>
        </p:nvCxnSpPr>
        <p:spPr>
          <a:xfrm>
            <a:off x="313983" y="3910660"/>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5350996"/>
      </p:ext>
    </p:extLst>
  </p:cSld>
  <p:clrMapOvr>
    <a:masterClrMapping/>
  </p:clrMapOvr>
  <p:transition>
    <p:fade/>
  </p:transition>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Photo layout with gray filled text box">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2" y="330371"/>
            <a:ext cx="8516036" cy="546336"/>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092674"/>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050620"/>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313983" y="3008568"/>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313983" y="3966516"/>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userDrawn="1"/>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762260" y="1173098"/>
            <a:ext cx="3977884" cy="3559607"/>
          </a:xfrm>
          <a:prstGeom prst="rect">
            <a:avLst/>
          </a:prstGeom>
          <a:blipFill dpi="0" rotWithShape="1">
            <a:blip r:embed="rId2"/>
            <a:srcRect/>
            <a:stretch>
              <a:fillRect/>
            </a:stretch>
          </a:blipFill>
          <a:ln w="19050">
            <a:noFill/>
          </a:ln>
        </p:spPr>
        <p:txBody>
          <a:bodyPr tIns="9144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2207841775"/>
      </p:ext>
    </p:extLst>
  </p:cSld>
  <p:clrMapOvr>
    <a:masterClrMapping/>
  </p:clrMapOvr>
  <p:transition>
    <p:fade/>
  </p:transition>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Demo slide with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9E5E14-01F2-4F10-A177-A81144B86D44}"/>
              </a:ext>
            </a:extLst>
          </p:cNvPr>
          <p:cNvSpPr>
            <a:spLocks noGrp="1"/>
          </p:cNvSpPr>
          <p:nvPr>
            <p:ph type="title"/>
          </p:nvPr>
        </p:nvSpPr>
        <p:spPr>
          <a:xfrm>
            <a:off x="313982" y="330371"/>
            <a:ext cx="8505951" cy="546336"/>
          </a:xfrm>
        </p:spPr>
        <p:txBody>
          <a:bodyPr/>
          <a:lstStyle/>
          <a:p>
            <a:r>
              <a:rPr lang="en-US"/>
              <a:t>Click to edit Master title style</a:t>
            </a:r>
          </a:p>
        </p:txBody>
      </p:sp>
      <p:sp>
        <p:nvSpPr>
          <p:cNvPr id="4" name="Text Placeholder 3"/>
          <p:cNvSpPr>
            <a:spLocks noGrp="1"/>
          </p:cNvSpPr>
          <p:nvPr>
            <p:ph type="body" sz="quarter" idx="10" hasCustomPrompt="1"/>
          </p:nvPr>
        </p:nvSpPr>
        <p:spPr>
          <a:xfrm>
            <a:off x="313984" y="1092674"/>
            <a:ext cx="4056089" cy="436017"/>
          </a:xfrm>
          <a:prstGeom prst="rect">
            <a:avLst/>
          </a:prstGeom>
        </p:spPr>
        <p:txBody>
          <a:bodyPr wrap="square" lIns="0" tIns="0" rIns="0" bIns="0">
            <a:spAutoFit/>
          </a:bodyPr>
          <a:lstStyle>
            <a:lvl1pPr marL="0" indent="0">
              <a:lnSpc>
                <a:spcPts val="1730"/>
              </a:lnSpc>
              <a:buNone/>
              <a:defRPr sz="1765" b="0" i="0" spc="0">
                <a:solidFill>
                  <a:schemeClr val="tx1"/>
                </a:solidFill>
                <a:latin typeface="+mj-lt"/>
              </a:defRPr>
            </a:lvl1pPr>
            <a:lvl2pPr marL="164801" indent="0">
              <a:buNone/>
              <a:defRPr/>
            </a:lvl2pPr>
            <a:lvl3pPr marL="329601" indent="0">
              <a:buNone/>
              <a:defRPr/>
            </a:lvl3pPr>
            <a:lvl4pPr marL="494402" indent="0">
              <a:buNone/>
              <a:defRPr/>
            </a:lvl4pPr>
            <a:lvl5pPr marL="659202" indent="0">
              <a:buNone/>
              <a:defRPr/>
            </a:lvl5pPr>
          </a:lstStyle>
          <a:p>
            <a:pPr lvl="0"/>
            <a:r>
              <a:rPr lang="pt-BR" err="1"/>
              <a:t>Large</a:t>
            </a:r>
            <a:r>
              <a:rPr lang="pt-BR"/>
              <a:t> </a:t>
            </a:r>
            <a:r>
              <a:rPr lang="pt-BR" err="1"/>
              <a:t>subhead</a:t>
            </a:r>
            <a:r>
              <a:rPr lang="pt-BR"/>
              <a:t> Segoe UI </a:t>
            </a:r>
            <a:r>
              <a:rPr lang="pt-BR" err="1"/>
              <a:t>Semibold</a:t>
            </a:r>
            <a:r>
              <a:rPr lang="pt-BR"/>
              <a:t> Regular 20/24</a:t>
            </a:r>
            <a:endParaRPr lang="en-US"/>
          </a:p>
        </p:txBody>
      </p:sp>
      <p:sp>
        <p:nvSpPr>
          <p:cNvPr id="5" name="Text Placeholder 4"/>
          <p:cNvSpPr>
            <a:spLocks noGrp="1"/>
          </p:cNvSpPr>
          <p:nvPr>
            <p:ph type="body" sz="quarter" idx="11" hasCustomPrompt="1"/>
          </p:nvPr>
        </p:nvSpPr>
        <p:spPr>
          <a:xfrm>
            <a:off x="313982" y="1619165"/>
            <a:ext cx="4056089" cy="1754326"/>
          </a:xfrm>
          <a:prstGeom prst="rect">
            <a:avLst/>
          </a:prstGeom>
        </p:spPr>
        <p:txBody>
          <a:bodyPr lIns="0" tIns="45720" rIns="0" bIns="45720"/>
          <a:lstStyle>
            <a:lvl1pPr marL="0" indent="0">
              <a:lnSpc>
                <a:spcPct val="100000"/>
              </a:lnSpc>
              <a:spcBef>
                <a:spcPts val="0"/>
              </a:spcBef>
              <a:spcAft>
                <a:spcPts val="882"/>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p:txBody>
      </p:sp>
      <p:pic>
        <p:nvPicPr>
          <p:cNvPr id="11" name="Picture 10" descr="Tablet image">
            <a:extLst>
              <a:ext uri="{FF2B5EF4-FFF2-40B4-BE49-F238E27FC236}">
                <a16:creationId xmlns:a16="http://schemas.microsoft.com/office/drawing/2014/main" id="{C4B95F29-56C3-4C85-A12B-0B0BE769E70B}"/>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b="2610"/>
          <a:stretch/>
        </p:blipFill>
        <p:spPr>
          <a:xfrm>
            <a:off x="3333582" y="111079"/>
            <a:ext cx="5810420" cy="4703810"/>
          </a:xfrm>
          <a:prstGeom prst="rect">
            <a:avLst/>
          </a:prstGeom>
        </p:spPr>
      </p:pic>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hasCustomPrompt="1"/>
          </p:nvPr>
        </p:nvSpPr>
        <p:spPr>
          <a:xfrm>
            <a:off x="4768470" y="960460"/>
            <a:ext cx="4375531" cy="3239495"/>
          </a:xfrm>
          <a:prstGeom prst="rect">
            <a:avLst/>
          </a:prstGeom>
        </p:spPr>
        <p:txBody>
          <a:bodyPr anchor="ctr" anchorCtr="0">
            <a:noAutofit/>
          </a:bodyPr>
          <a:lstStyle>
            <a:lvl1pPr algn="ctr">
              <a:defRPr sz="2595">
                <a:solidFill>
                  <a:srgbClr val="000000"/>
                </a:solidFill>
              </a:defRPr>
            </a:lvl1pPr>
          </a:lstStyle>
          <a:p>
            <a:r>
              <a:rPr lang="en-US" dirty="0"/>
              <a:t>DEMO</a:t>
            </a:r>
          </a:p>
        </p:txBody>
      </p:sp>
      <p:sp>
        <p:nvSpPr>
          <p:cNvPr id="2" name="Footer Placeholder 1">
            <a:extLst>
              <a:ext uri="{FF2B5EF4-FFF2-40B4-BE49-F238E27FC236}">
                <a16:creationId xmlns:a16="http://schemas.microsoft.com/office/drawing/2014/main" id="{8A22579A-F1B5-42C9-964C-C03AC4869056}"/>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764526660"/>
      </p:ext>
    </p:extLst>
  </p:cSld>
  <p:clrMapOvr>
    <a:masterClrMapping/>
  </p:clrMapOvr>
  <p:transition>
    <p:fade/>
  </p:transition>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Demo sli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A9A2FC6-09D2-4CBB-A8B4-445680BD8200}"/>
              </a:ext>
            </a:extLst>
          </p:cNvPr>
          <p:cNvSpPr>
            <a:spLocks noGrp="1"/>
          </p:cNvSpPr>
          <p:nvPr>
            <p:ph type="title" hasCustomPrompt="1"/>
          </p:nvPr>
        </p:nvSpPr>
        <p:spPr/>
        <p:txBody>
          <a:bodyPr/>
          <a:lstStyle>
            <a:lvl1pPr>
              <a:defRPr/>
            </a:lvl1pPr>
          </a:lstStyle>
          <a:p>
            <a:r>
              <a:rPr lang="en-US"/>
              <a:t>Demo </a:t>
            </a:r>
          </a:p>
        </p:txBody>
      </p:sp>
      <p:pic>
        <p:nvPicPr>
          <p:cNvPr id="10" name="Picture 9" descr="Tablet image">
            <a:extLst>
              <a:ext uri="{FF2B5EF4-FFF2-40B4-BE49-F238E27FC236}">
                <a16:creationId xmlns:a16="http://schemas.microsoft.com/office/drawing/2014/main" id="{73CDB1EA-72FB-46B3-89D4-DEE1F2EF724A}"/>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b="1563"/>
          <a:stretch/>
        </p:blipFill>
        <p:spPr>
          <a:xfrm>
            <a:off x="250835" y="439923"/>
            <a:ext cx="8152448" cy="4703577"/>
          </a:xfrm>
          <a:prstGeom prst="rect">
            <a:avLst/>
          </a:prstGeom>
        </p:spPr>
      </p:pic>
      <p:sp>
        <p:nvSpPr>
          <p:cNvPr id="8" name="Picture Placeholder 11">
            <a:extLst>
              <a:ext uri="{FF2B5EF4-FFF2-40B4-BE49-F238E27FC236}">
                <a16:creationId xmlns:a16="http://schemas.microsoft.com/office/drawing/2014/main" id="{0473E679-3B6D-497A-A0F6-454C968B7607}"/>
              </a:ext>
            </a:extLst>
          </p:cNvPr>
          <p:cNvSpPr>
            <a:spLocks noGrp="1"/>
          </p:cNvSpPr>
          <p:nvPr>
            <p:ph type="pic" sz="quarter" idx="12" hasCustomPrompt="1"/>
          </p:nvPr>
        </p:nvSpPr>
        <p:spPr>
          <a:xfrm>
            <a:off x="1699472" y="1277120"/>
            <a:ext cx="5745057" cy="3233658"/>
          </a:xfrm>
          <a:prstGeom prst="rect">
            <a:avLst/>
          </a:prstGeom>
        </p:spPr>
        <p:txBody>
          <a:bodyPr anchor="ctr" anchorCtr="0">
            <a:noAutofit/>
          </a:bodyPr>
          <a:lstStyle>
            <a:lvl1pPr algn="ctr">
              <a:defRPr sz="2595">
                <a:solidFill>
                  <a:srgbClr val="000000"/>
                </a:solidFill>
              </a:defRPr>
            </a:lvl1pPr>
          </a:lstStyle>
          <a:p>
            <a:r>
              <a:rPr lang="en-US" dirty="0"/>
              <a:t>DEMO</a:t>
            </a:r>
          </a:p>
        </p:txBody>
      </p:sp>
      <p:sp>
        <p:nvSpPr>
          <p:cNvPr id="2" name="Footer Placeholder 1">
            <a:extLst>
              <a:ext uri="{FF2B5EF4-FFF2-40B4-BE49-F238E27FC236}">
                <a16:creationId xmlns:a16="http://schemas.microsoft.com/office/drawing/2014/main" id="{E84FE4C0-97E2-47A0-A924-D46358B22C16}"/>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350195400"/>
      </p:ext>
    </p:extLst>
  </p:cSld>
  <p:clrMapOvr>
    <a:masterClrMapping/>
  </p:clrMapOvr>
  <p:transition>
    <p:fade/>
  </p:transition>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7" name="Chart Placeholder 6"/>
          <p:cNvSpPr>
            <a:spLocks noGrp="1"/>
          </p:cNvSpPr>
          <p:nvPr>
            <p:ph type="chart" sz="quarter" idx="21"/>
          </p:nvPr>
        </p:nvSpPr>
        <p:spPr>
          <a:xfrm>
            <a:off x="341998" y="1463085"/>
            <a:ext cx="2713783"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41993"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9" name="Text Placeholder 4"/>
          <p:cNvSpPr>
            <a:spLocks noGrp="1"/>
          </p:cNvSpPr>
          <p:nvPr>
            <p:ph type="body" sz="quarter" idx="12" hasCustomPrompt="1"/>
          </p:nvPr>
        </p:nvSpPr>
        <p:spPr>
          <a:xfrm>
            <a:off x="341995" y="4460535"/>
            <a:ext cx="2713786" cy="230833"/>
          </a:xfrm>
          <a:prstGeom prst="rect">
            <a:avLst/>
          </a:prstGeom>
        </p:spPr>
        <p:txBody>
          <a:bodyPr lIns="0" tIns="0" rIns="0" bIns="0"/>
          <a:lstStyle>
            <a:lvl1pPr marL="0" indent="0">
              <a:lnSpc>
                <a:spcPct val="100000"/>
              </a:lnSpc>
              <a:spcBef>
                <a:spcPts val="649"/>
              </a:spcBef>
              <a:buFont typeface="Arial" panose="020B0604020202020204" pitchFamily="34" charset="0"/>
              <a:buNone/>
              <a:defRPr sz="735"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10/12. The quick brown fox jumps over the lazy dog.</a:t>
            </a:r>
          </a:p>
        </p:txBody>
      </p:sp>
      <p:sp>
        <p:nvSpPr>
          <p:cNvPr id="20" name="Chart Placeholder 6"/>
          <p:cNvSpPr>
            <a:spLocks noGrp="1"/>
          </p:cNvSpPr>
          <p:nvPr>
            <p:ph type="chart" sz="quarter" idx="22"/>
          </p:nvPr>
        </p:nvSpPr>
        <p:spPr>
          <a:xfrm>
            <a:off x="3227365" y="1463085"/>
            <a:ext cx="2705615"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3235533"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17" name="Text Placeholder 4"/>
          <p:cNvSpPr>
            <a:spLocks noGrp="1"/>
          </p:cNvSpPr>
          <p:nvPr>
            <p:ph type="body" sz="quarter" idx="18" hasCustomPrompt="1"/>
          </p:nvPr>
        </p:nvSpPr>
        <p:spPr>
          <a:xfrm>
            <a:off x="3227365" y="4460535"/>
            <a:ext cx="2705615" cy="230833"/>
          </a:xfrm>
          <a:prstGeom prst="rect">
            <a:avLst/>
          </a:prstGeom>
        </p:spPr>
        <p:txBody>
          <a:bodyPr vert="horz" wrap="square" lIns="0" tIns="0" rIns="0" bIns="0" rtlCol="0">
            <a:spAutoFit/>
          </a:bodyPr>
          <a:lstStyle>
            <a:lvl1pPr>
              <a:lnSpc>
                <a:spcPct val="100000"/>
              </a:lnSpc>
              <a:tabLst/>
              <a:defRPr lang="en-US" sz="735" b="0" i="0" spc="0" dirty="0" smtClean="0">
                <a:solidFill>
                  <a:srgbClr val="000000"/>
                </a:solidFill>
                <a:latin typeface="+mn-lt"/>
              </a:defRPr>
            </a:lvl1pPr>
          </a:lstStyle>
          <a:p>
            <a:pPr lvl="0"/>
            <a:r>
              <a:rPr lang="en-US"/>
              <a:t>Caption body copy Segoe UI Regular 10/12. The quick brown fox jumps over the lazy dog.</a:t>
            </a:r>
          </a:p>
        </p:txBody>
      </p:sp>
      <p:sp>
        <p:nvSpPr>
          <p:cNvPr id="21" name="Chart Placeholder 6"/>
          <p:cNvSpPr>
            <a:spLocks noGrp="1"/>
          </p:cNvSpPr>
          <p:nvPr>
            <p:ph type="chart" sz="quarter" idx="23"/>
          </p:nvPr>
        </p:nvSpPr>
        <p:spPr>
          <a:xfrm>
            <a:off x="6104560" y="1463085"/>
            <a:ext cx="2717288"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104561" y="4460535"/>
            <a:ext cx="2705615" cy="230833"/>
          </a:xfrm>
          <a:prstGeom prst="rect">
            <a:avLst/>
          </a:prstGeom>
        </p:spPr>
        <p:txBody>
          <a:bodyPr vert="horz" wrap="square" lIns="0" tIns="0" rIns="0" bIns="0" rtlCol="0">
            <a:spAutoFit/>
          </a:bodyPr>
          <a:lstStyle>
            <a:lvl1pPr>
              <a:lnSpc>
                <a:spcPct val="100000"/>
              </a:lnSpc>
              <a:tabLst/>
              <a:defRPr lang="en-US" sz="735" b="0" i="0" spc="0" dirty="0" smtClean="0">
                <a:solidFill>
                  <a:srgbClr val="000000"/>
                </a:solidFill>
                <a:latin typeface="+mn-lt"/>
              </a:defRPr>
            </a:lvl1pPr>
          </a:lstStyle>
          <a:p>
            <a:pPr lvl="0"/>
            <a:r>
              <a:rPr lang="en-US"/>
              <a:t>Caption body copy Segoe UI Regular 10/12.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04560"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5" name="Title 4">
            <a:extLst>
              <a:ext uri="{FF2B5EF4-FFF2-40B4-BE49-F238E27FC236}">
                <a16:creationId xmlns:a16="http://schemas.microsoft.com/office/drawing/2014/main" id="{4C72913C-59D3-4340-A6C5-32B69C2989A0}"/>
              </a:ext>
            </a:extLst>
          </p:cNvPr>
          <p:cNvSpPr>
            <a:spLocks noGrp="1"/>
          </p:cNvSpPr>
          <p:nvPr>
            <p:ph type="title"/>
          </p:nvPr>
        </p:nvSpPr>
        <p:spPr/>
        <p:txBody>
          <a:bodyPr/>
          <a:lstStyle/>
          <a:p>
            <a:r>
              <a:rPr lang="en-US"/>
              <a:t>Click to edit Master title style</a:t>
            </a:r>
            <a:endParaRPr lang="fr-FR"/>
          </a:p>
        </p:txBody>
      </p:sp>
    </p:spTree>
    <p:extLst>
      <p:ext uri="{BB962C8B-B14F-4D97-AF65-F5344CB8AC3E}">
        <p14:creationId xmlns:p14="http://schemas.microsoft.com/office/powerpoint/2010/main" val="3000012727"/>
      </p:ext>
    </p:extLst>
  </p:cSld>
  <p:clrMapOvr>
    <a:masterClrMapping/>
  </p:clrMapOvr>
  <p:transition>
    <p:fade/>
  </p:transition>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Tabl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9320125-45A4-4C74-9D99-B161A1AC8C9F}"/>
              </a:ext>
            </a:extLst>
          </p:cNvPr>
          <p:cNvSpPr>
            <a:spLocks noGrp="1"/>
          </p:cNvSpPr>
          <p:nvPr>
            <p:ph type="title"/>
          </p:nvPr>
        </p:nvSpPr>
        <p:spPr/>
        <p:txBody>
          <a:bodyPr/>
          <a:lstStyle/>
          <a:p>
            <a:r>
              <a:rPr lang="en-US"/>
              <a:t>Click to edit Master title style</a:t>
            </a:r>
          </a:p>
        </p:txBody>
      </p:sp>
      <p:sp>
        <p:nvSpPr>
          <p:cNvPr id="4" name="Table Placeholder 3"/>
          <p:cNvSpPr>
            <a:spLocks noGrp="1"/>
          </p:cNvSpPr>
          <p:nvPr>
            <p:ph type="tbl" sz="quarter" idx="10"/>
          </p:nvPr>
        </p:nvSpPr>
        <p:spPr>
          <a:xfrm>
            <a:off x="313983" y="2724922"/>
            <a:ext cx="8507865" cy="456279"/>
          </a:xfrm>
          <a:prstGeom prst="rect">
            <a:avLst/>
          </a:prstGeom>
        </p:spPr>
        <p:txBody>
          <a:bodyPr anchor="ctr" anchorCtr="0"/>
          <a:lstStyle>
            <a:lvl1pPr algn="ctr">
              <a:defRPr sz="1765"/>
            </a:lvl1pPr>
          </a:lstStyle>
          <a:p>
            <a:r>
              <a:rPr lang="en-US"/>
              <a:t>Click icon to add table</a:t>
            </a:r>
            <a:endParaRPr lang="en-US" dirty="0"/>
          </a:p>
        </p:txBody>
      </p:sp>
    </p:spTree>
    <p:extLst>
      <p:ext uri="{BB962C8B-B14F-4D97-AF65-F5344CB8AC3E}">
        <p14:creationId xmlns:p14="http://schemas.microsoft.com/office/powerpoint/2010/main" val="2599357759"/>
      </p:ext>
    </p:extLst>
  </p:cSld>
  <p:clrMapOvr>
    <a:masterClrMapping/>
  </p:clrMapOvr>
  <p:transition>
    <p:fade/>
  </p:transition>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Lab exercise layout -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two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lvl="1"/>
            <a:r>
              <a:rPr lang="en-US"/>
              <a:t>Body copy Segoe UI </a:t>
            </a:r>
            <a:r>
              <a:rPr lang="en-US" err="1"/>
              <a:t>Semibold</a:t>
            </a:r>
            <a:r>
              <a:rPr lang="en-US"/>
              <a:t> 20/24. </a:t>
            </a:r>
          </a:p>
          <a:p>
            <a:pPr lvl="1"/>
            <a:r>
              <a:rPr lang="en-US"/>
              <a:t>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324068" y="2235543"/>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2638425"/>
            <a:ext cx="4076826"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753193" y="2638425"/>
            <a:ext cx="4076826"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250757242"/>
      </p:ext>
    </p:extLst>
  </p:cSld>
  <p:clrMapOvr>
    <a:masterClrMapping/>
  </p:clrMapOvr>
  <p:transition>
    <p:fade/>
  </p:transition>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Lab exercise layout -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324068" y="1092672"/>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3208158"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6092251"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639732724"/>
      </p:ext>
    </p:extLst>
  </p:cSld>
  <p:clrMapOvr>
    <a:masterClrMapping/>
  </p:clrMapOvr>
  <p:transition>
    <p:fade/>
  </p:transition>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Lab exercise layout - 3">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324068" y="1092672"/>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3208158"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6092251"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9" name="Text Placeholder 3">
            <a:extLst>
              <a:ext uri="{FF2B5EF4-FFF2-40B4-BE49-F238E27FC236}">
                <a16:creationId xmlns:a16="http://schemas.microsoft.com/office/drawing/2014/main" id="{E6D80433-266B-4248-A258-DDF54D650DFC}"/>
              </a:ext>
            </a:extLst>
          </p:cNvPr>
          <p:cNvSpPr>
            <a:spLocks noGrp="1"/>
          </p:cNvSpPr>
          <p:nvPr>
            <p:ph type="body" sz="quarter" idx="19"/>
          </p:nvPr>
        </p:nvSpPr>
        <p:spPr>
          <a:xfrm>
            <a:off x="324068"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1CFB4F84-2AE0-40B1-A3E4-5505E85C8B2E}"/>
              </a:ext>
            </a:extLst>
          </p:cNvPr>
          <p:cNvSpPr>
            <a:spLocks noGrp="1"/>
          </p:cNvSpPr>
          <p:nvPr>
            <p:ph type="body" sz="quarter" idx="20"/>
          </p:nvPr>
        </p:nvSpPr>
        <p:spPr>
          <a:xfrm>
            <a:off x="3208158"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11" name="Text Placeholder 3">
            <a:extLst>
              <a:ext uri="{FF2B5EF4-FFF2-40B4-BE49-F238E27FC236}">
                <a16:creationId xmlns:a16="http://schemas.microsoft.com/office/drawing/2014/main" id="{E6BF108F-CD54-497C-81CA-E67ED2BA7279}"/>
              </a:ext>
            </a:extLst>
          </p:cNvPr>
          <p:cNvSpPr>
            <a:spLocks noGrp="1"/>
          </p:cNvSpPr>
          <p:nvPr>
            <p:ph type="body" sz="quarter" idx="21"/>
          </p:nvPr>
        </p:nvSpPr>
        <p:spPr>
          <a:xfrm>
            <a:off x="6092251"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826953314"/>
      </p:ext>
    </p:extLst>
  </p:cSld>
  <p:clrMapOvr>
    <a:masterClrMapping/>
  </p:clrMapOvr>
  <p:transition>
    <p:fade/>
  </p:transition>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Text option_2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176558" y="2000315"/>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2235543"/>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1211045182"/>
      </p:ext>
    </p:extLst>
  </p:cSld>
  <p:clrMapOvr>
    <a:masterClrMapping/>
  </p:clrMapOvr>
  <p:transition>
    <p:fade/>
  </p:transition>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Text option_3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176558" y="1837731"/>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910167"/>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userDrawn="1"/>
        </p:nvCxnSpPr>
        <p:spPr>
          <a:xfrm>
            <a:off x="1176558" y="2655109"/>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72766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989796837"/>
      </p:ext>
    </p:extLst>
  </p:cSld>
  <p:clrMapOvr>
    <a:masterClrMapping/>
  </p:clrMapOvr>
  <p:transition>
    <p:fade/>
  </p:transition>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Text option_4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176558" y="1869630"/>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910167"/>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6" name="Text Placeholder 4"/>
          <p:cNvSpPr>
            <a:spLocks noGrp="1"/>
          </p:cNvSpPr>
          <p:nvPr>
            <p:ph type="body" sz="quarter" idx="17" hasCustomPrompt="1"/>
          </p:nvPr>
        </p:nvSpPr>
        <p:spPr>
          <a:xfrm>
            <a:off x="1176558" y="272766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8" name="Text Placeholder 4"/>
          <p:cNvSpPr>
            <a:spLocks noGrp="1"/>
          </p:cNvSpPr>
          <p:nvPr>
            <p:ph type="body" sz="quarter" idx="19" hasCustomPrompt="1"/>
          </p:nvPr>
        </p:nvSpPr>
        <p:spPr>
          <a:xfrm>
            <a:off x="1176558" y="3545156"/>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2731771083"/>
      </p:ext>
    </p:extLst>
  </p:cSld>
  <p:clrMapOvr>
    <a:masterClrMapping/>
  </p:clrMapOvr>
  <p:transition>
    <p:fade/>
  </p:transition>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Text option_5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8C7A5BA-6D5F-4F89-8133-5E7B5AFA5388}"/>
              </a:ext>
              <a:ext uri="{C183D7F6-B498-43B3-948B-1728B52AA6E4}">
                <adec:decorative xmlns:adec="http://schemas.microsoft.com/office/drawing/2017/decorative" val="1"/>
              </a:ext>
            </a:extLst>
          </p:cNvPr>
          <p:cNvCxnSpPr>
            <a:cxnSpLocks/>
          </p:cNvCxnSpPr>
          <p:nvPr userDrawn="1"/>
        </p:nvCxnSpPr>
        <p:spPr>
          <a:xfrm>
            <a:off x="1176558" y="1809718"/>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85413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CBD0695E-5B97-44BE-B0A8-F9214D354151}"/>
              </a:ext>
              <a:ext uri="{C183D7F6-B498-43B3-948B-1728B52AA6E4}">
                <adec:decorative xmlns:adec="http://schemas.microsoft.com/office/drawing/2017/decorative" val="1"/>
              </a:ext>
            </a:extLst>
          </p:cNvPr>
          <p:cNvCxnSpPr>
            <a:cxnSpLocks/>
          </p:cNvCxnSpPr>
          <p:nvPr userDrawn="1"/>
        </p:nvCxnSpPr>
        <p:spPr>
          <a:xfrm>
            <a:off x="1176558" y="2571069"/>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615593"/>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D602F602-8AD2-44FB-96AC-197B0B03616F}"/>
              </a:ext>
              <a:ext uri="{C183D7F6-B498-43B3-948B-1728B52AA6E4}">
                <adec:decorative xmlns:adec="http://schemas.microsoft.com/office/drawing/2017/decorative" val="1"/>
              </a:ext>
            </a:extLst>
          </p:cNvPr>
          <p:cNvCxnSpPr>
            <a:cxnSpLocks/>
          </p:cNvCxnSpPr>
          <p:nvPr userDrawn="1"/>
        </p:nvCxnSpPr>
        <p:spPr>
          <a:xfrm>
            <a:off x="1176558" y="3332422"/>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176558" y="3377053"/>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userDrawn="1"/>
        </p:nvCxnSpPr>
        <p:spPr>
          <a:xfrm>
            <a:off x="1176558" y="4093775"/>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176558" y="413851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1419776982"/>
      </p:ext>
    </p:extLst>
  </p:cSld>
  <p:clrMapOvr>
    <a:masterClrMapping/>
  </p:clrMapOvr>
  <p:transition>
    <p:fade/>
  </p:transition>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Text option_6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six rows</a:t>
            </a:r>
          </a:p>
        </p:txBody>
      </p:sp>
      <p:sp>
        <p:nvSpPr>
          <p:cNvPr id="5" name="Text Placeholder 4"/>
          <p:cNvSpPr>
            <a:spLocks noGrp="1"/>
          </p:cNvSpPr>
          <p:nvPr>
            <p:ph type="body" sz="quarter" idx="11" hasCustomPrompt="1"/>
          </p:nvPr>
        </p:nvSpPr>
        <p:spPr>
          <a:xfrm>
            <a:off x="1042096" y="1092672"/>
            <a:ext cx="7787924" cy="546336"/>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userDrawn="1"/>
        </p:nvCxnSpPr>
        <p:spPr>
          <a:xfrm>
            <a:off x="1052327" y="1683379"/>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042096" y="1727497"/>
            <a:ext cx="7787924" cy="546336"/>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userDrawn="1"/>
        </p:nvCxnSpPr>
        <p:spPr>
          <a:xfrm>
            <a:off x="1052327" y="2318112"/>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042096" y="2362321"/>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userDrawn="1"/>
        </p:nvCxnSpPr>
        <p:spPr>
          <a:xfrm>
            <a:off x="1052327" y="2952846"/>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042096" y="2997146"/>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userDrawn="1"/>
        </p:nvCxnSpPr>
        <p:spPr>
          <a:xfrm>
            <a:off x="1052327" y="3587580"/>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042096" y="3631970"/>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userDrawn="1"/>
        </p:nvCxnSpPr>
        <p:spPr>
          <a:xfrm>
            <a:off x="1052327" y="4222313"/>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1042096" y="4266794"/>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1685823969"/>
      </p:ext>
    </p:extLst>
  </p:cSld>
  <p:clrMapOvr>
    <a:masterClrMapping/>
  </p:clrMapOvr>
  <p:transition>
    <p:fade/>
  </p:transition>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Text option- Text thre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 &amp; two columns</a:t>
            </a:r>
          </a:p>
        </p:txBody>
      </p:sp>
      <p:sp>
        <p:nvSpPr>
          <p:cNvPr id="5" name="Text Placeholder 4"/>
          <p:cNvSpPr>
            <a:spLocks noGrp="1"/>
          </p:cNvSpPr>
          <p:nvPr>
            <p:ph type="body" sz="quarter" idx="11" hasCustomPrompt="1"/>
          </p:nvPr>
        </p:nvSpPr>
        <p:spPr>
          <a:xfrm>
            <a:off x="1176558" y="1092672"/>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B2BC2D45-166A-42A4-BFA4-B0E61DE53CD1}"/>
              </a:ext>
              <a:ext uri="{C183D7F6-B498-43B3-948B-1728B52AA6E4}">
                <adec:decorative xmlns:adec="http://schemas.microsoft.com/office/drawing/2017/decorative" val="1"/>
              </a:ext>
            </a:extLst>
          </p:cNvPr>
          <p:cNvCxnSpPr>
            <a:cxnSpLocks/>
          </p:cNvCxnSpPr>
          <p:nvPr userDrawn="1"/>
        </p:nvCxnSpPr>
        <p:spPr>
          <a:xfrm>
            <a:off x="1176559" y="2156331"/>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2266089"/>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C17E5589-50A4-4ADA-A3D2-DFB8558FE78E}"/>
              </a:ext>
              <a:ext uri="{C183D7F6-B498-43B3-948B-1728B52AA6E4}">
                <adec:decorative xmlns:adec="http://schemas.microsoft.com/office/drawing/2017/decorative" val="1"/>
              </a:ext>
            </a:extLst>
          </p:cNvPr>
          <p:cNvCxnSpPr>
            <a:cxnSpLocks/>
          </p:cNvCxnSpPr>
          <p:nvPr userDrawn="1"/>
        </p:nvCxnSpPr>
        <p:spPr>
          <a:xfrm>
            <a:off x="1176559" y="332974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3439505"/>
            <a:ext cx="3295062" cy="953901"/>
          </a:xfrm>
        </p:spPr>
        <p:txBody>
          <a:bodyPr wrap="square" lIns="0" tIns="0" rIns="0" bIns="0" anchor="t">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5534956" y="1092672"/>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599F4609-3CD7-4077-B992-04F71C504EF4}"/>
              </a:ext>
              <a:ext uri="{C183D7F6-B498-43B3-948B-1728B52AA6E4}">
                <adec:decorative xmlns:adec="http://schemas.microsoft.com/office/drawing/2017/decorative" val="1"/>
              </a:ext>
            </a:extLst>
          </p:cNvPr>
          <p:cNvCxnSpPr>
            <a:cxnSpLocks/>
          </p:cNvCxnSpPr>
          <p:nvPr userDrawn="1"/>
        </p:nvCxnSpPr>
        <p:spPr>
          <a:xfrm>
            <a:off x="5534959" y="2156331"/>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5534956" y="2266089"/>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C2F439E-21AC-47A7-8FF2-2B3B30023C2D}"/>
              </a:ext>
              <a:ext uri="{C183D7F6-B498-43B3-948B-1728B52AA6E4}">
                <adec:decorative xmlns:adec="http://schemas.microsoft.com/office/drawing/2017/decorative" val="1"/>
              </a:ext>
            </a:extLst>
          </p:cNvPr>
          <p:cNvCxnSpPr>
            <a:cxnSpLocks/>
          </p:cNvCxnSpPr>
          <p:nvPr userDrawn="1"/>
        </p:nvCxnSpPr>
        <p:spPr>
          <a:xfrm>
            <a:off x="5534959" y="332974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5534956" y="3439505"/>
            <a:ext cx="3295062" cy="953901"/>
          </a:xfrm>
        </p:spPr>
        <p:txBody>
          <a:bodyPr wrap="square" lIns="0" tIns="0" rIns="0" bIns="0" anchor="t">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Tree>
    <p:extLst>
      <p:ext uri="{BB962C8B-B14F-4D97-AF65-F5344CB8AC3E}">
        <p14:creationId xmlns:p14="http://schemas.microsoft.com/office/powerpoint/2010/main" val="2489359631"/>
      </p:ext>
    </p:extLst>
  </p:cSld>
  <p:clrMapOvr>
    <a:masterClrMapping/>
  </p:clrMapOvr>
  <p:transition>
    <p:fade/>
  </p:transition>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Text option- Text fiv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 &amp; two columns</a:t>
            </a:r>
          </a:p>
        </p:txBody>
      </p:sp>
      <p:sp>
        <p:nvSpPr>
          <p:cNvPr id="5" name="Text Placeholder 4"/>
          <p:cNvSpPr>
            <a:spLocks noGrp="1"/>
          </p:cNvSpPr>
          <p:nvPr>
            <p:ph type="body" sz="quarter" idx="11" hasCustomPrompt="1"/>
          </p:nvPr>
        </p:nvSpPr>
        <p:spPr>
          <a:xfrm>
            <a:off x="1176558" y="109267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99FD6DBF-9FC0-43E4-BB25-187F987ED548}"/>
              </a:ext>
              <a:ext uri="{C183D7F6-B498-43B3-948B-1728B52AA6E4}">
                <adec:decorative xmlns:adec="http://schemas.microsoft.com/office/drawing/2017/decorative" val="1"/>
              </a:ext>
            </a:extLst>
          </p:cNvPr>
          <p:cNvCxnSpPr>
            <a:cxnSpLocks/>
          </p:cNvCxnSpPr>
          <p:nvPr userDrawn="1"/>
        </p:nvCxnSpPr>
        <p:spPr>
          <a:xfrm>
            <a:off x="1176559" y="180971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85413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BCEDF675-8A34-4183-9100-9743BB5854C2}"/>
              </a:ext>
              <a:ext uri="{C183D7F6-B498-43B3-948B-1728B52AA6E4}">
                <adec:decorative xmlns:adec="http://schemas.microsoft.com/office/drawing/2017/decorative" val="1"/>
              </a:ext>
            </a:extLst>
          </p:cNvPr>
          <p:cNvCxnSpPr>
            <a:cxnSpLocks/>
          </p:cNvCxnSpPr>
          <p:nvPr userDrawn="1"/>
        </p:nvCxnSpPr>
        <p:spPr>
          <a:xfrm>
            <a:off x="1176559" y="2571069"/>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61559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389062B4-E38A-48D0-9FC3-A198B27C2B9D}"/>
              </a:ext>
              <a:ext uri="{C183D7F6-B498-43B3-948B-1728B52AA6E4}">
                <adec:decorative xmlns:adec="http://schemas.microsoft.com/office/drawing/2017/decorative" val="1"/>
              </a:ext>
            </a:extLst>
          </p:cNvPr>
          <p:cNvCxnSpPr>
            <a:cxnSpLocks/>
          </p:cNvCxnSpPr>
          <p:nvPr userDrawn="1"/>
        </p:nvCxnSpPr>
        <p:spPr>
          <a:xfrm>
            <a:off x="1176559" y="3332422"/>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176558" y="337705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FBA8527-2F9F-46AE-A168-2E369F0A4E4C}"/>
              </a:ext>
              <a:ext uri="{C183D7F6-B498-43B3-948B-1728B52AA6E4}">
                <adec:decorative xmlns:adec="http://schemas.microsoft.com/office/drawing/2017/decorative" val="1"/>
              </a:ext>
            </a:extLst>
          </p:cNvPr>
          <p:cNvCxnSpPr>
            <a:cxnSpLocks/>
          </p:cNvCxnSpPr>
          <p:nvPr userDrawn="1"/>
        </p:nvCxnSpPr>
        <p:spPr>
          <a:xfrm>
            <a:off x="1176559" y="4093775"/>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176558" y="4138512"/>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5534956" y="109267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1" name="Straight Connector 20">
            <a:extLst>
              <a:ext uri="{FF2B5EF4-FFF2-40B4-BE49-F238E27FC236}">
                <a16:creationId xmlns:a16="http://schemas.microsoft.com/office/drawing/2014/main" id="{8B458FFC-8336-43D5-A0E5-A4CEF85D5F6D}"/>
              </a:ext>
              <a:ext uri="{C183D7F6-B498-43B3-948B-1728B52AA6E4}">
                <adec:decorative xmlns:adec="http://schemas.microsoft.com/office/drawing/2017/decorative" val="1"/>
              </a:ext>
            </a:extLst>
          </p:cNvPr>
          <p:cNvCxnSpPr>
            <a:cxnSpLocks/>
          </p:cNvCxnSpPr>
          <p:nvPr userDrawn="1"/>
        </p:nvCxnSpPr>
        <p:spPr>
          <a:xfrm>
            <a:off x="5534959" y="180971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5534956" y="185413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2" name="Straight Connector 21">
            <a:extLst>
              <a:ext uri="{FF2B5EF4-FFF2-40B4-BE49-F238E27FC236}">
                <a16:creationId xmlns:a16="http://schemas.microsoft.com/office/drawing/2014/main" id="{A8128678-7D34-47E0-BE94-ECE7CD383DD9}"/>
              </a:ext>
              <a:ext uri="{C183D7F6-B498-43B3-948B-1728B52AA6E4}">
                <adec:decorative xmlns:adec="http://schemas.microsoft.com/office/drawing/2017/decorative" val="1"/>
              </a:ext>
            </a:extLst>
          </p:cNvPr>
          <p:cNvCxnSpPr>
            <a:cxnSpLocks/>
          </p:cNvCxnSpPr>
          <p:nvPr userDrawn="1"/>
        </p:nvCxnSpPr>
        <p:spPr>
          <a:xfrm>
            <a:off x="5534959" y="2571069"/>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5534956" y="261559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3" name="Straight Connector 22">
            <a:extLst>
              <a:ext uri="{FF2B5EF4-FFF2-40B4-BE49-F238E27FC236}">
                <a16:creationId xmlns:a16="http://schemas.microsoft.com/office/drawing/2014/main" id="{70E98085-E858-4C10-983A-14182332938A}"/>
              </a:ext>
              <a:ext uri="{C183D7F6-B498-43B3-948B-1728B52AA6E4}">
                <adec:decorative xmlns:adec="http://schemas.microsoft.com/office/drawing/2017/decorative" val="1"/>
              </a:ext>
            </a:extLst>
          </p:cNvPr>
          <p:cNvCxnSpPr>
            <a:cxnSpLocks/>
          </p:cNvCxnSpPr>
          <p:nvPr userDrawn="1"/>
        </p:nvCxnSpPr>
        <p:spPr>
          <a:xfrm>
            <a:off x="5534959" y="3332422"/>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2" name="Text Placeholder 4">
            <a:extLst>
              <a:ext uri="{FF2B5EF4-FFF2-40B4-BE49-F238E27FC236}">
                <a16:creationId xmlns:a16="http://schemas.microsoft.com/office/drawing/2014/main" id="{234777AC-02E0-4220-86CD-507697625215}"/>
              </a:ext>
            </a:extLst>
          </p:cNvPr>
          <p:cNvSpPr>
            <a:spLocks noGrp="1"/>
          </p:cNvSpPr>
          <p:nvPr>
            <p:ph type="body" sz="quarter" idx="34" hasCustomPrompt="1"/>
          </p:nvPr>
        </p:nvSpPr>
        <p:spPr>
          <a:xfrm>
            <a:off x="5534956" y="337705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4" name="Straight Connector 23">
            <a:extLst>
              <a:ext uri="{FF2B5EF4-FFF2-40B4-BE49-F238E27FC236}">
                <a16:creationId xmlns:a16="http://schemas.microsoft.com/office/drawing/2014/main" id="{683B0E2A-4AAD-468F-8AFA-306B72CCD47E}"/>
              </a:ext>
              <a:ext uri="{C183D7F6-B498-43B3-948B-1728B52AA6E4}">
                <adec:decorative xmlns:adec="http://schemas.microsoft.com/office/drawing/2017/decorative" val="1"/>
              </a:ext>
            </a:extLst>
          </p:cNvPr>
          <p:cNvCxnSpPr>
            <a:cxnSpLocks/>
          </p:cNvCxnSpPr>
          <p:nvPr userDrawn="1"/>
        </p:nvCxnSpPr>
        <p:spPr>
          <a:xfrm>
            <a:off x="5534959" y="4093775"/>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3" name="Text Placeholder 4">
            <a:extLst>
              <a:ext uri="{FF2B5EF4-FFF2-40B4-BE49-F238E27FC236}">
                <a16:creationId xmlns:a16="http://schemas.microsoft.com/office/drawing/2014/main" id="{74535A38-66F8-4A7C-9C33-D0D74D7212FB}"/>
              </a:ext>
            </a:extLst>
          </p:cNvPr>
          <p:cNvSpPr>
            <a:spLocks noGrp="1"/>
          </p:cNvSpPr>
          <p:nvPr>
            <p:ph type="body" sz="quarter" idx="35" hasCustomPrompt="1"/>
          </p:nvPr>
        </p:nvSpPr>
        <p:spPr>
          <a:xfrm>
            <a:off x="5534956" y="4138512"/>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Tree>
    <p:extLst>
      <p:ext uri="{BB962C8B-B14F-4D97-AF65-F5344CB8AC3E}">
        <p14:creationId xmlns:p14="http://schemas.microsoft.com/office/powerpoint/2010/main" val="1641669703"/>
      </p:ext>
    </p:extLst>
  </p:cSld>
  <p:clrMapOvr>
    <a:masterClrMapping/>
  </p:clrMapOvr>
  <p:transition>
    <p:fade/>
  </p:transition>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Two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13983" y="1092992"/>
            <a:ext cx="4184200"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313982" y="1971147"/>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4672014" y="1971147"/>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4646919" y="1092992"/>
            <a:ext cx="4179601"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313982" y="2748347"/>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4672014" y="2748348"/>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313982" y="3525549"/>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4672014" y="3525549"/>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userDrawn="1"/>
        </p:nvCxnSpPr>
        <p:spPr>
          <a:xfrm>
            <a:off x="313982" y="2649525"/>
            <a:ext cx="418419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userDrawn="1"/>
        </p:nvCxnSpPr>
        <p:spPr>
          <a:xfrm>
            <a:off x="313982" y="3426725"/>
            <a:ext cx="418419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userDrawn="1">
            <p:ph type="title"/>
          </p:nvPr>
        </p:nvSpPr>
        <p:spPr>
          <a:xfrm>
            <a:off x="313982" y="330371"/>
            <a:ext cx="8505951" cy="510147"/>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userDrawn="1"/>
        </p:nvCxnSpPr>
        <p:spPr>
          <a:xfrm>
            <a:off x="4672012" y="2649525"/>
            <a:ext cx="415399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userDrawn="1"/>
        </p:nvCxnSpPr>
        <p:spPr>
          <a:xfrm>
            <a:off x="4672012" y="3426725"/>
            <a:ext cx="415399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67684735"/>
      </p:ext>
    </p:extLst>
  </p:cSld>
  <p:clrMapOvr>
    <a:masterClrMapping/>
  </p:clrMapOvr>
  <p:transition>
    <p:fade/>
  </p:transition>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three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13982"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313983" y="1971147"/>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3227364"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7" name="Text Placeholder 4"/>
          <p:cNvSpPr>
            <a:spLocks noGrp="1"/>
          </p:cNvSpPr>
          <p:nvPr>
            <p:ph type="body" sz="quarter" idx="18" hasCustomPrompt="1"/>
          </p:nvPr>
        </p:nvSpPr>
        <p:spPr>
          <a:xfrm>
            <a:off x="3227365" y="1971147"/>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120904" y="1971147"/>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04560"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313983" y="2748347"/>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3" name="Text Placeholder 4">
            <a:extLst>
              <a:ext uri="{FF2B5EF4-FFF2-40B4-BE49-F238E27FC236}">
                <a16:creationId xmlns:a16="http://schemas.microsoft.com/office/drawing/2014/main" id="{79BC4586-7FC3-4659-9310-CCDD1B8FB8A1}"/>
              </a:ext>
            </a:extLst>
          </p:cNvPr>
          <p:cNvSpPr>
            <a:spLocks noGrp="1"/>
          </p:cNvSpPr>
          <p:nvPr>
            <p:ph type="body" sz="quarter" idx="29" hasCustomPrompt="1"/>
          </p:nvPr>
        </p:nvSpPr>
        <p:spPr>
          <a:xfrm>
            <a:off x="3227365" y="2748348"/>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6120904" y="2748348"/>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313983" y="3525549"/>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8" name="Text Placeholder 4">
            <a:extLst>
              <a:ext uri="{FF2B5EF4-FFF2-40B4-BE49-F238E27FC236}">
                <a16:creationId xmlns:a16="http://schemas.microsoft.com/office/drawing/2014/main" id="{284BF132-1328-44E8-A629-D64096388C74}"/>
              </a:ext>
            </a:extLst>
          </p:cNvPr>
          <p:cNvSpPr>
            <a:spLocks noGrp="1"/>
          </p:cNvSpPr>
          <p:nvPr>
            <p:ph type="body" sz="quarter" idx="32" hasCustomPrompt="1"/>
          </p:nvPr>
        </p:nvSpPr>
        <p:spPr>
          <a:xfrm>
            <a:off x="3227365" y="3525549"/>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6120904" y="3525549"/>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userDrawn="1"/>
        </p:nvCxnSpPr>
        <p:spPr>
          <a:xfrm>
            <a:off x="313984" y="2649525"/>
            <a:ext cx="272516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userDrawn="1"/>
        </p:nvCxnSpPr>
        <p:spPr>
          <a:xfrm>
            <a:off x="313984" y="3426725"/>
            <a:ext cx="272516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BF3C7B5-A8EA-4ECD-A968-2546248701F3}"/>
              </a:ext>
              <a:ext uri="{C183D7F6-B498-43B3-948B-1728B52AA6E4}">
                <adec:decorative xmlns:adec="http://schemas.microsoft.com/office/drawing/2017/decorative" val="1"/>
              </a:ext>
            </a:extLst>
          </p:cNvPr>
          <p:cNvCxnSpPr>
            <a:cxnSpLocks/>
          </p:cNvCxnSpPr>
          <p:nvPr userDrawn="1"/>
        </p:nvCxnSpPr>
        <p:spPr>
          <a:xfrm>
            <a:off x="3227785" y="26495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14FEAA1-EB50-4B84-96EB-E171DE39A0A8}"/>
              </a:ext>
              <a:ext uri="{C183D7F6-B498-43B3-948B-1728B52AA6E4}">
                <adec:decorative xmlns:adec="http://schemas.microsoft.com/office/drawing/2017/decorative" val="1"/>
              </a:ext>
            </a:extLst>
          </p:cNvPr>
          <p:cNvCxnSpPr>
            <a:cxnSpLocks/>
          </p:cNvCxnSpPr>
          <p:nvPr userDrawn="1"/>
        </p:nvCxnSpPr>
        <p:spPr>
          <a:xfrm>
            <a:off x="3227785" y="34267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userDrawn="1">
            <p:ph type="title"/>
          </p:nvPr>
        </p:nvSpPr>
        <p:spPr>
          <a:xfrm>
            <a:off x="313982" y="330371"/>
            <a:ext cx="8505951" cy="510147"/>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userDrawn="1"/>
        </p:nvCxnSpPr>
        <p:spPr>
          <a:xfrm>
            <a:off x="6120903" y="26495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userDrawn="1"/>
        </p:nvCxnSpPr>
        <p:spPr>
          <a:xfrm>
            <a:off x="6120903" y="34267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3584444"/>
      </p:ext>
    </p:extLst>
  </p:cSld>
  <p:clrMapOvr>
    <a:masterClrMapping/>
  </p:clrMapOvr>
  <p:transition>
    <p:fade/>
  </p:transition>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Title with graphic">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313981"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3277255"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6240529"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Tree>
    <p:extLst>
      <p:ext uri="{BB962C8B-B14F-4D97-AF65-F5344CB8AC3E}">
        <p14:creationId xmlns:p14="http://schemas.microsoft.com/office/powerpoint/2010/main" val="4080144151"/>
      </p:ext>
    </p:extLst>
  </p:cSld>
  <p:clrMapOvr>
    <a:masterClrMapping/>
  </p:clrMapOvr>
  <p:transition>
    <p:fade/>
  </p:transition>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Title with graphic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313982"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2041963"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3769943"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7" name="Text Placeholder 3">
            <a:extLst>
              <a:ext uri="{FF2B5EF4-FFF2-40B4-BE49-F238E27FC236}">
                <a16:creationId xmlns:a16="http://schemas.microsoft.com/office/drawing/2014/main" id="{FFCA379A-FFA6-4179-AD94-3B9D20DBAA50}"/>
              </a:ext>
            </a:extLst>
          </p:cNvPr>
          <p:cNvSpPr>
            <a:spLocks noGrp="1"/>
          </p:cNvSpPr>
          <p:nvPr>
            <p:ph type="body" sz="quarter" idx="13"/>
          </p:nvPr>
        </p:nvSpPr>
        <p:spPr>
          <a:xfrm>
            <a:off x="5497924"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8" name="Text Placeholder 3">
            <a:extLst>
              <a:ext uri="{FF2B5EF4-FFF2-40B4-BE49-F238E27FC236}">
                <a16:creationId xmlns:a16="http://schemas.microsoft.com/office/drawing/2014/main" id="{86EE9769-6679-49C8-860D-5CACDB09DBD2}"/>
              </a:ext>
            </a:extLst>
          </p:cNvPr>
          <p:cNvSpPr>
            <a:spLocks noGrp="1"/>
          </p:cNvSpPr>
          <p:nvPr>
            <p:ph type="body" sz="quarter" idx="14"/>
          </p:nvPr>
        </p:nvSpPr>
        <p:spPr>
          <a:xfrm>
            <a:off x="7225906"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130366664"/>
      </p:ext>
    </p:extLst>
  </p:cSld>
  <p:clrMapOvr>
    <a:masterClrMapping/>
  </p:clrMapOvr>
  <p:transition>
    <p:fade/>
  </p:transition>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userDrawn="1">
  <p:cSld name="Closing slide">
    <p:bg>
      <p:bgPr>
        <a:solidFill>
          <a:srgbClr val="243A5E"/>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23947279"/>
      </p:ext>
    </p:extLst>
  </p:cSld>
  <p:clrMapOvr>
    <a:masterClrMapping/>
  </p:clrMapOvr>
  <p:transition>
    <p:fade/>
  </p:transition>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preserve="1" userDrawn="1">
  <p:cSld name="Section divider">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1FDE817-4581-481C-9C54-D23C2F82ACA3}"/>
              </a:ext>
            </a:extLst>
          </p:cNvPr>
          <p:cNvSpPr>
            <a:spLocks noGrp="1"/>
          </p:cNvSpPr>
          <p:nvPr>
            <p:ph type="title" hasCustomPrompt="1"/>
          </p:nvPr>
        </p:nvSpPr>
        <p:spPr>
          <a:xfrm>
            <a:off x="438913" y="2392032"/>
            <a:ext cx="6669456" cy="359436"/>
          </a:xfrm>
          <a:noFill/>
        </p:spPr>
        <p:txBody>
          <a:bodyPr wrap="square" lIns="0" tIns="0" rIns="0" bIns="0" anchor="ctr" anchorCtr="0">
            <a:spAutoFit/>
          </a:bodyPr>
          <a:lstStyle>
            <a:lvl1pPr algn="l" defTabSz="685807" rtl="0" eaLnBrk="1" latinLnBrk="0" hangingPunct="1">
              <a:lnSpc>
                <a:spcPct val="90000"/>
              </a:lnSpc>
              <a:spcBef>
                <a:spcPct val="0"/>
              </a:spcBef>
              <a:buNone/>
              <a:defRPr lang="en-US" sz="2595" b="0" kern="1200" cap="none" spc="-37" baseline="0" dirty="0">
                <a:ln w="3175">
                  <a:noFill/>
                </a:ln>
                <a:solidFill>
                  <a:schemeClr val="bg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637664237"/>
      </p:ext>
    </p:extLst>
  </p:cSld>
  <p:clrMapOvr>
    <a:masterClrMapping/>
  </p:clrMapOvr>
  <p:transition>
    <p:fade/>
  </p:transition>
</p:sldLayout>
</file>

<file path=ppt/slideLayouts/slideLayout149.xml><?xml version="1.0" encoding="utf-8"?>
<p:sldLayout xmlns:a="http://schemas.openxmlformats.org/drawingml/2006/main" xmlns:r="http://schemas.openxmlformats.org/officeDocument/2006/relationships" xmlns:p="http://schemas.openxmlformats.org/presentationml/2006/main" showMasterSp="0" preserve="1">
  <p:cSld name="3_Title">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41996" y="2420867"/>
            <a:ext cx="1843040" cy="301769"/>
          </a:xfrm>
          <a:prstGeom prst="rect">
            <a:avLst/>
          </a:prstGeom>
        </p:spPr>
        <p:txBody>
          <a:bodyPr wrap="square" lIns="0" tIns="0" rIns="0" bIns="0" anchor="ctr">
            <a:spAutoFit/>
          </a:bodyPr>
          <a:lstStyle>
            <a:lvl1pPr>
              <a:lnSpc>
                <a:spcPts val="2307"/>
              </a:lnSpc>
              <a:defRPr sz="2019" strike="noStrike">
                <a:solidFill>
                  <a:schemeClr val="bg1"/>
                </a:solidFill>
              </a:defRPr>
            </a:lvl1pPr>
          </a:lstStyle>
          <a:p>
            <a:r>
              <a:rPr lang="en-US"/>
              <a:t>Title</a:t>
            </a:r>
          </a:p>
        </p:txBody>
      </p:sp>
      <p:sp>
        <p:nvSpPr>
          <p:cNvPr id="3" name="Footer Placeholder 1">
            <a:extLst>
              <a:ext uri="{FF2B5EF4-FFF2-40B4-BE49-F238E27FC236}">
                <a16:creationId xmlns:a16="http://schemas.microsoft.com/office/drawing/2014/main" id="{43F30B39-D760-4B18-A167-D47C32BD5B77}"/>
              </a:ext>
            </a:extLst>
          </p:cNvPr>
          <p:cNvSpPr txBox="1">
            <a:spLocks/>
          </p:cNvSpPr>
          <p:nvPr userDrawn="1"/>
        </p:nvSpPr>
        <p:spPr>
          <a:xfrm>
            <a:off x="6710187" y="4842397"/>
            <a:ext cx="2433814" cy="99899"/>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49" dirty="0"/>
          </a:p>
        </p:txBody>
      </p:sp>
    </p:spTree>
    <p:extLst>
      <p:ext uri="{BB962C8B-B14F-4D97-AF65-F5344CB8AC3E}">
        <p14:creationId xmlns:p14="http://schemas.microsoft.com/office/powerpoint/2010/main" val="2064395439"/>
      </p:ext>
    </p:extLst>
  </p:cSld>
  <p:clrMapOvr>
    <a:masterClrMapping/>
  </p:clrMapOvr>
  <p:transition>
    <p:fade/>
  </p:transition>
</p:sldLayout>
</file>

<file path=ppt/slideLayouts/slideLayout150.xml><?xml version="1.0" encoding="utf-8"?>
<p:sldLayout xmlns:a="http://schemas.openxmlformats.org/drawingml/2006/main" xmlns:r="http://schemas.openxmlformats.org/officeDocument/2006/relationships" xmlns:p="http://schemas.openxmlformats.org/presentationml/2006/main" type="tx" preserve="1">
  <p:cSld name="1_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313982" y="1092674"/>
            <a:ext cx="8505951" cy="14757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74842239"/>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p:cSld name="Section title 2">
    <p:bg>
      <p:bgPr>
        <a:solidFill>
          <a:schemeClr val="bg2"/>
        </a:solidFill>
        <a:effectLst/>
      </p:bgPr>
    </p:bg>
    <p:spTree>
      <p:nvGrpSpPr>
        <p:cNvPr id="1" name=""/>
        <p:cNvGrpSpPr/>
        <p:nvPr/>
      </p:nvGrpSpPr>
      <p:grpSpPr>
        <a:xfrm>
          <a:off x="0" y="0"/>
          <a:ext cx="0" cy="0"/>
          <a:chOff x="0" y="0"/>
          <a:chExt cx="0" cy="0"/>
        </a:xfrm>
      </p:grpSpPr>
      <p:sp>
        <p:nvSpPr>
          <p:cNvPr id="3" name="Title 35"/>
          <p:cNvSpPr>
            <a:spLocks noGrp="1"/>
          </p:cNvSpPr>
          <p:nvPr>
            <p:ph type="title" hasCustomPrompt="1"/>
          </p:nvPr>
        </p:nvSpPr>
        <p:spPr>
          <a:xfrm>
            <a:off x="341996" y="706270"/>
            <a:ext cx="5590982" cy="2668643"/>
          </a:xfrm>
          <a:prstGeom prst="rect">
            <a:avLst/>
          </a:prstGeom>
          <a:noFill/>
        </p:spPr>
        <p:txBody>
          <a:bodyPr vert="horz" wrap="square" lIns="0" tIns="0" rIns="0" bIns="0" rtlCol="0" anchor="t" anchorCtr="0">
            <a:noAutofit/>
          </a:bodyPr>
          <a:lstStyle>
            <a:lvl1pPr>
              <a:defRPr lang="en-US" sz="3460" spc="-36" baseline="0" dirty="0">
                <a:solidFill>
                  <a:srgbClr val="FFFFFF"/>
                </a:solidFill>
              </a:defRPr>
            </a:lvl1pPr>
          </a:lstStyle>
          <a:p>
            <a:pPr marL="0" lvl="0">
              <a:lnSpc>
                <a:spcPts val="4037"/>
              </a:lnSpc>
            </a:pPr>
            <a:r>
              <a:rPr lang="en-US"/>
              <a:t>Section title</a:t>
            </a:r>
          </a:p>
        </p:txBody>
      </p:sp>
    </p:spTree>
    <p:extLst>
      <p:ext uri="{BB962C8B-B14F-4D97-AF65-F5344CB8AC3E}">
        <p14:creationId xmlns:p14="http://schemas.microsoft.com/office/powerpoint/2010/main" val="4213044669"/>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98177386"/>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4">
          <p15:clr>
            <a:srgbClr val="5ACBF0"/>
          </p15:clr>
        </p15:guide>
        <p15:guide id="3"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102" Type="http://schemas.openxmlformats.org/officeDocument/2006/relationships/slideLayout" Target="../slideLayouts/slideLayout102.xml"/><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slideLayout" Target="../slideLayouts/slideLayout9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103" Type="http://schemas.openxmlformats.org/officeDocument/2006/relationships/slideLayout" Target="../slideLayouts/slideLayout103.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94" Type="http://schemas.openxmlformats.org/officeDocument/2006/relationships/slideLayout" Target="../slideLayouts/slideLayout94.xml"/><Relationship Id="rId99" Type="http://schemas.openxmlformats.org/officeDocument/2006/relationships/slideLayout" Target="../slideLayouts/slideLayout99.xml"/><Relationship Id="rId101" Type="http://schemas.openxmlformats.org/officeDocument/2006/relationships/slideLayout" Target="../slideLayouts/slideLayout10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104" Type="http://schemas.openxmlformats.org/officeDocument/2006/relationships/theme" Target="../theme/theme1.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slideLayout" Target="../slideLayouts/slideLayout100.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116.xml"/><Relationship Id="rId18" Type="http://schemas.openxmlformats.org/officeDocument/2006/relationships/slideLayout" Target="../slideLayouts/slideLayout121.xml"/><Relationship Id="rId26" Type="http://schemas.openxmlformats.org/officeDocument/2006/relationships/slideLayout" Target="../slideLayouts/slideLayout129.xml"/><Relationship Id="rId39" Type="http://schemas.openxmlformats.org/officeDocument/2006/relationships/slideLayout" Target="../slideLayouts/slideLayout142.xml"/><Relationship Id="rId21" Type="http://schemas.openxmlformats.org/officeDocument/2006/relationships/slideLayout" Target="../slideLayouts/slideLayout124.xml"/><Relationship Id="rId34" Type="http://schemas.openxmlformats.org/officeDocument/2006/relationships/slideLayout" Target="../slideLayouts/slideLayout137.xml"/><Relationship Id="rId42" Type="http://schemas.openxmlformats.org/officeDocument/2006/relationships/slideLayout" Target="../slideLayouts/slideLayout145.xml"/><Relationship Id="rId47" Type="http://schemas.openxmlformats.org/officeDocument/2006/relationships/slideLayout" Target="../slideLayouts/slideLayout150.xml"/><Relationship Id="rId50" Type="http://schemas.openxmlformats.org/officeDocument/2006/relationships/theme" Target="../theme/theme2.xml"/><Relationship Id="rId7" Type="http://schemas.openxmlformats.org/officeDocument/2006/relationships/slideLayout" Target="../slideLayouts/slideLayout110.xml"/><Relationship Id="rId2" Type="http://schemas.openxmlformats.org/officeDocument/2006/relationships/slideLayout" Target="../slideLayouts/slideLayout105.xml"/><Relationship Id="rId16" Type="http://schemas.openxmlformats.org/officeDocument/2006/relationships/slideLayout" Target="../slideLayouts/slideLayout119.xml"/><Relationship Id="rId29" Type="http://schemas.openxmlformats.org/officeDocument/2006/relationships/slideLayout" Target="../slideLayouts/slideLayout132.xml"/><Relationship Id="rId11" Type="http://schemas.openxmlformats.org/officeDocument/2006/relationships/slideLayout" Target="../slideLayouts/slideLayout114.xml"/><Relationship Id="rId24" Type="http://schemas.openxmlformats.org/officeDocument/2006/relationships/slideLayout" Target="../slideLayouts/slideLayout127.xml"/><Relationship Id="rId32" Type="http://schemas.openxmlformats.org/officeDocument/2006/relationships/slideLayout" Target="../slideLayouts/slideLayout135.xml"/><Relationship Id="rId37" Type="http://schemas.openxmlformats.org/officeDocument/2006/relationships/slideLayout" Target="../slideLayouts/slideLayout140.xml"/><Relationship Id="rId40" Type="http://schemas.openxmlformats.org/officeDocument/2006/relationships/slideLayout" Target="../slideLayouts/slideLayout143.xml"/><Relationship Id="rId45" Type="http://schemas.openxmlformats.org/officeDocument/2006/relationships/slideLayout" Target="../slideLayouts/slideLayout148.xml"/><Relationship Id="rId5" Type="http://schemas.openxmlformats.org/officeDocument/2006/relationships/slideLayout" Target="../slideLayouts/slideLayout108.xml"/><Relationship Id="rId15" Type="http://schemas.openxmlformats.org/officeDocument/2006/relationships/slideLayout" Target="../slideLayouts/slideLayout118.xml"/><Relationship Id="rId23" Type="http://schemas.openxmlformats.org/officeDocument/2006/relationships/slideLayout" Target="../slideLayouts/slideLayout126.xml"/><Relationship Id="rId28" Type="http://schemas.openxmlformats.org/officeDocument/2006/relationships/slideLayout" Target="../slideLayouts/slideLayout131.xml"/><Relationship Id="rId36" Type="http://schemas.openxmlformats.org/officeDocument/2006/relationships/slideLayout" Target="../slideLayouts/slideLayout139.xml"/><Relationship Id="rId49" Type="http://schemas.openxmlformats.org/officeDocument/2006/relationships/slideLayout" Target="../slideLayouts/slideLayout152.xml"/><Relationship Id="rId10" Type="http://schemas.openxmlformats.org/officeDocument/2006/relationships/slideLayout" Target="../slideLayouts/slideLayout113.xml"/><Relationship Id="rId19" Type="http://schemas.openxmlformats.org/officeDocument/2006/relationships/slideLayout" Target="../slideLayouts/slideLayout122.xml"/><Relationship Id="rId31" Type="http://schemas.openxmlformats.org/officeDocument/2006/relationships/slideLayout" Target="../slideLayouts/slideLayout134.xml"/><Relationship Id="rId44" Type="http://schemas.openxmlformats.org/officeDocument/2006/relationships/slideLayout" Target="../slideLayouts/slideLayout147.xml"/><Relationship Id="rId4" Type="http://schemas.openxmlformats.org/officeDocument/2006/relationships/slideLayout" Target="../slideLayouts/slideLayout107.xml"/><Relationship Id="rId9" Type="http://schemas.openxmlformats.org/officeDocument/2006/relationships/slideLayout" Target="../slideLayouts/slideLayout112.xml"/><Relationship Id="rId14" Type="http://schemas.openxmlformats.org/officeDocument/2006/relationships/slideLayout" Target="../slideLayouts/slideLayout117.xml"/><Relationship Id="rId22" Type="http://schemas.openxmlformats.org/officeDocument/2006/relationships/slideLayout" Target="../slideLayouts/slideLayout125.xml"/><Relationship Id="rId27" Type="http://schemas.openxmlformats.org/officeDocument/2006/relationships/slideLayout" Target="../slideLayouts/slideLayout130.xml"/><Relationship Id="rId30" Type="http://schemas.openxmlformats.org/officeDocument/2006/relationships/slideLayout" Target="../slideLayouts/slideLayout133.xml"/><Relationship Id="rId35" Type="http://schemas.openxmlformats.org/officeDocument/2006/relationships/slideLayout" Target="../slideLayouts/slideLayout138.xml"/><Relationship Id="rId43" Type="http://schemas.openxmlformats.org/officeDocument/2006/relationships/slideLayout" Target="../slideLayouts/slideLayout146.xml"/><Relationship Id="rId48" Type="http://schemas.openxmlformats.org/officeDocument/2006/relationships/slideLayout" Target="../slideLayouts/slideLayout151.xml"/><Relationship Id="rId8" Type="http://schemas.openxmlformats.org/officeDocument/2006/relationships/slideLayout" Target="../slideLayouts/slideLayout111.xml"/><Relationship Id="rId3" Type="http://schemas.openxmlformats.org/officeDocument/2006/relationships/slideLayout" Target="../slideLayouts/slideLayout106.xml"/><Relationship Id="rId12" Type="http://schemas.openxmlformats.org/officeDocument/2006/relationships/slideLayout" Target="../slideLayouts/slideLayout115.xml"/><Relationship Id="rId17" Type="http://schemas.openxmlformats.org/officeDocument/2006/relationships/slideLayout" Target="../slideLayouts/slideLayout120.xml"/><Relationship Id="rId25" Type="http://schemas.openxmlformats.org/officeDocument/2006/relationships/slideLayout" Target="../slideLayouts/slideLayout128.xml"/><Relationship Id="rId33" Type="http://schemas.openxmlformats.org/officeDocument/2006/relationships/slideLayout" Target="../slideLayouts/slideLayout136.xml"/><Relationship Id="rId38" Type="http://schemas.openxmlformats.org/officeDocument/2006/relationships/slideLayout" Target="../slideLayouts/slideLayout141.xml"/><Relationship Id="rId46" Type="http://schemas.openxmlformats.org/officeDocument/2006/relationships/slideLayout" Target="../slideLayouts/slideLayout149.xml"/><Relationship Id="rId20" Type="http://schemas.openxmlformats.org/officeDocument/2006/relationships/slideLayout" Target="../slideLayouts/slideLayout123.xml"/><Relationship Id="rId41" Type="http://schemas.openxmlformats.org/officeDocument/2006/relationships/slideLayout" Target="../slideLayouts/slideLayout144.xml"/><Relationship Id="rId1" Type="http://schemas.openxmlformats.org/officeDocument/2006/relationships/slideLayout" Target="../slideLayouts/slideLayout104.xml"/><Relationship Id="rId6" Type="http://schemas.openxmlformats.org/officeDocument/2006/relationships/slideLayout" Target="../slideLayouts/slideLayout10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13982" y="330371"/>
            <a:ext cx="8505951" cy="510147"/>
          </a:xfrm>
          <a:prstGeom prst="rect">
            <a:avLst/>
          </a:prstGeom>
        </p:spPr>
        <p:txBody>
          <a:bodyPr vert="horz" wrap="square" lIns="0" tIns="91440" rIns="146304" bIns="91440" rtlCol="0" anchor="t">
            <a:noAutofit/>
          </a:bodyPr>
          <a:lstStyle/>
          <a:p>
            <a:r>
              <a:rPr lang="en-US"/>
              <a:t>Heading Segoe UI </a:t>
            </a:r>
            <a:r>
              <a:rPr lang="en-US" err="1"/>
              <a:t>Semibold</a:t>
            </a:r>
            <a:r>
              <a:rPr lang="en-US"/>
              <a:t> 28/32</a:t>
            </a:r>
          </a:p>
        </p:txBody>
      </p:sp>
      <p:sp>
        <p:nvSpPr>
          <p:cNvPr id="4" name="Text Placeholder 3"/>
          <p:cNvSpPr>
            <a:spLocks noGrp="1"/>
          </p:cNvSpPr>
          <p:nvPr>
            <p:ph type="body" idx="1"/>
          </p:nvPr>
        </p:nvSpPr>
        <p:spPr>
          <a:xfrm>
            <a:off x="313982" y="1092674"/>
            <a:ext cx="8505951" cy="1869743"/>
          </a:xfrm>
          <a:prstGeom prst="rect">
            <a:avLst/>
          </a:prstGeom>
        </p:spPr>
        <p:txBody>
          <a:bodyPr vert="horz" wrap="square" lIns="0" tIns="91440" rIns="146304" bIns="91440" rtlCol="0">
            <a:spAutoFit/>
          </a:bodyPr>
          <a:lstStyle/>
          <a:p>
            <a:pPr lvl="1"/>
            <a:r>
              <a:rPr lang="en-US"/>
              <a:t>Large: subhead Segoe UI Regular 20/24</a:t>
            </a:r>
          </a:p>
          <a:p>
            <a:pPr lvl="2"/>
            <a:r>
              <a:rPr lang="en-US"/>
              <a:t>Medium: paragraph heading Segoe UI </a:t>
            </a:r>
            <a:r>
              <a:rPr lang="en-US" err="1"/>
              <a:t>Semibold</a:t>
            </a:r>
            <a:r>
              <a:rPr lang="en-US"/>
              <a:t> 14/18</a:t>
            </a:r>
          </a:p>
          <a:p>
            <a:pPr lvl="3"/>
            <a:r>
              <a:rPr lang="en-US"/>
              <a:t>Medium: paragraph body copy Segoe UI Regular 14/18</a:t>
            </a:r>
          </a:p>
          <a:p>
            <a:pPr lvl="4"/>
            <a:r>
              <a:rPr lang="en-US"/>
              <a:t>Small: caption heading Segoe UI Bold 10/12</a:t>
            </a:r>
          </a:p>
          <a:p>
            <a:pPr lvl="6"/>
            <a:r>
              <a:rPr lang="en-US"/>
              <a:t>Small: caption body copy Segoe UI Regular 10/12</a:t>
            </a:r>
          </a:p>
          <a:p>
            <a:pPr lvl="6"/>
            <a:endParaRPr lang="en-US"/>
          </a:p>
          <a:p>
            <a:pPr lvl="6"/>
            <a:endParaRPr lang="en-US"/>
          </a:p>
        </p:txBody>
      </p:sp>
    </p:spTree>
    <p:extLst>
      <p:ext uri="{BB962C8B-B14F-4D97-AF65-F5344CB8AC3E}">
        <p14:creationId xmlns:p14="http://schemas.microsoft.com/office/powerpoint/2010/main" val="2686355342"/>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 id="2147483673" r:id="rId23"/>
    <p:sldLayoutId id="2147483674" r:id="rId24"/>
    <p:sldLayoutId id="2147483675" r:id="rId25"/>
    <p:sldLayoutId id="2147483676" r:id="rId26"/>
    <p:sldLayoutId id="2147483677" r:id="rId27"/>
    <p:sldLayoutId id="2147483678" r:id="rId28"/>
    <p:sldLayoutId id="2147483679" r:id="rId29"/>
    <p:sldLayoutId id="2147483680" r:id="rId30"/>
    <p:sldLayoutId id="2147483681" r:id="rId31"/>
    <p:sldLayoutId id="2147483682" r:id="rId32"/>
    <p:sldLayoutId id="2147483683" r:id="rId33"/>
    <p:sldLayoutId id="2147483684" r:id="rId34"/>
    <p:sldLayoutId id="2147483685" r:id="rId35"/>
    <p:sldLayoutId id="2147483686" r:id="rId36"/>
    <p:sldLayoutId id="2147483687" r:id="rId37"/>
    <p:sldLayoutId id="2147483688" r:id="rId38"/>
    <p:sldLayoutId id="2147483689" r:id="rId39"/>
    <p:sldLayoutId id="2147483690" r:id="rId40"/>
    <p:sldLayoutId id="2147483691" r:id="rId41"/>
    <p:sldLayoutId id="2147483692" r:id="rId42"/>
    <p:sldLayoutId id="2147483693" r:id="rId43"/>
    <p:sldLayoutId id="2147483694" r:id="rId44"/>
    <p:sldLayoutId id="2147483695" r:id="rId45"/>
    <p:sldLayoutId id="2147483696" r:id="rId46"/>
    <p:sldLayoutId id="2147483697" r:id="rId47"/>
    <p:sldLayoutId id="2147483698" r:id="rId48"/>
    <p:sldLayoutId id="2147483699" r:id="rId49"/>
    <p:sldLayoutId id="2147483700" r:id="rId50"/>
    <p:sldLayoutId id="2147483701" r:id="rId51"/>
    <p:sldLayoutId id="2147483702" r:id="rId52"/>
    <p:sldLayoutId id="2147483703" r:id="rId53"/>
    <p:sldLayoutId id="2147483704" r:id="rId54"/>
    <p:sldLayoutId id="2147483705" r:id="rId55"/>
    <p:sldLayoutId id="2147483706" r:id="rId56"/>
    <p:sldLayoutId id="2147483707" r:id="rId57"/>
    <p:sldLayoutId id="2147483708" r:id="rId58"/>
    <p:sldLayoutId id="2147483709" r:id="rId59"/>
    <p:sldLayoutId id="2147483710" r:id="rId60"/>
    <p:sldLayoutId id="2147483711" r:id="rId61"/>
    <p:sldLayoutId id="2147483712" r:id="rId62"/>
    <p:sldLayoutId id="2147483713" r:id="rId63"/>
    <p:sldLayoutId id="2147483714" r:id="rId64"/>
    <p:sldLayoutId id="2147483715" r:id="rId65"/>
    <p:sldLayoutId id="2147483716" r:id="rId66"/>
    <p:sldLayoutId id="2147483717" r:id="rId67"/>
    <p:sldLayoutId id="2147483718" r:id="rId68"/>
    <p:sldLayoutId id="2147483719" r:id="rId69"/>
    <p:sldLayoutId id="2147483720" r:id="rId70"/>
    <p:sldLayoutId id="2147483721" r:id="rId71"/>
    <p:sldLayoutId id="2147483722" r:id="rId72"/>
    <p:sldLayoutId id="2147483723" r:id="rId73"/>
    <p:sldLayoutId id="2147483724" r:id="rId74"/>
    <p:sldLayoutId id="2147483725" r:id="rId75"/>
    <p:sldLayoutId id="2147483726" r:id="rId76"/>
    <p:sldLayoutId id="2147483727" r:id="rId77"/>
    <p:sldLayoutId id="2147483728" r:id="rId78"/>
    <p:sldLayoutId id="2147483729" r:id="rId79"/>
    <p:sldLayoutId id="2147483730" r:id="rId80"/>
    <p:sldLayoutId id="2147483731" r:id="rId81"/>
    <p:sldLayoutId id="2147483732" r:id="rId82"/>
    <p:sldLayoutId id="2147483733" r:id="rId83"/>
    <p:sldLayoutId id="2147483734" r:id="rId84"/>
    <p:sldLayoutId id="2147483735" r:id="rId85"/>
    <p:sldLayoutId id="2147483736" r:id="rId86"/>
    <p:sldLayoutId id="2147483737" r:id="rId87"/>
    <p:sldLayoutId id="2147483738" r:id="rId88"/>
    <p:sldLayoutId id="2147483739" r:id="rId89"/>
    <p:sldLayoutId id="2147483740" r:id="rId90"/>
    <p:sldLayoutId id="2147483741" r:id="rId91"/>
    <p:sldLayoutId id="2147483742" r:id="rId92"/>
    <p:sldLayoutId id="2147483743" r:id="rId93"/>
    <p:sldLayoutId id="2147483744" r:id="rId94"/>
    <p:sldLayoutId id="2147483745" r:id="rId95"/>
    <p:sldLayoutId id="2147483746" r:id="rId96"/>
    <p:sldLayoutId id="2147483747" r:id="rId97"/>
    <p:sldLayoutId id="2147483748" r:id="rId98"/>
    <p:sldLayoutId id="2147483749" r:id="rId99"/>
    <p:sldLayoutId id="2147483750" r:id="rId100"/>
    <p:sldLayoutId id="2147483751" r:id="rId101"/>
    <p:sldLayoutId id="2147483752" r:id="rId102"/>
    <p:sldLayoutId id="2147483804" r:id="rId103"/>
  </p:sldLayoutIdLst>
  <p:transition>
    <p:fade/>
  </p:transition>
  <p:hf sldNum="0" hdr="0" ftr="0" dt="0"/>
  <p:txStyles>
    <p:titleStyle>
      <a:lvl1pPr algn="l" defTabSz="672425" rtl="0" eaLnBrk="1" latinLnBrk="0" hangingPunct="1">
        <a:lnSpc>
          <a:spcPct val="90000"/>
        </a:lnSpc>
        <a:spcBef>
          <a:spcPct val="0"/>
        </a:spcBef>
        <a:buNone/>
        <a:defRPr lang="en-US" sz="2353" b="0" kern="1200" cap="none" spc="-36" baseline="0" dirty="0" smtClean="0">
          <a:ln w="3175">
            <a:noFill/>
          </a:ln>
          <a:solidFill>
            <a:srgbClr val="000000"/>
          </a:solidFill>
          <a:effectLst/>
          <a:latin typeface="+mj-lt"/>
          <a:ea typeface="+mn-ea"/>
          <a:cs typeface="Segoe UI" pitchFamily="34" charset="0"/>
        </a:defRPr>
      </a:lvl1pPr>
    </p:titleStyle>
    <p:bodyStyle>
      <a:lvl1pPr marL="0" marR="0" indent="0" algn="l" defTabSz="672425" rtl="0" eaLnBrk="1" fontAlgn="auto" latinLnBrk="0" hangingPunct="1">
        <a:lnSpc>
          <a:spcPct val="100000"/>
        </a:lnSpc>
        <a:spcBef>
          <a:spcPts val="0"/>
        </a:spcBef>
        <a:spcAft>
          <a:spcPts val="0"/>
        </a:spcAft>
        <a:buClrTx/>
        <a:buSzPct val="90000"/>
        <a:buFont typeface="Wingdings" panose="05000000000000000000" pitchFamily="2" charset="2"/>
        <a:buNone/>
        <a:tabLst/>
        <a:defRPr sz="1730" kern="1200" spc="-36" baseline="0">
          <a:solidFill>
            <a:srgbClr val="000000"/>
          </a:solidFill>
          <a:latin typeface="+mj-lt"/>
          <a:ea typeface="+mn-ea"/>
          <a:cs typeface="+mn-cs"/>
        </a:defRPr>
      </a:lvl1pPr>
      <a:lvl2pPr marL="0" marR="0" indent="0" algn="l" defTabSz="672425" rtl="0" eaLnBrk="1" fontAlgn="auto" latinLnBrk="0" hangingPunct="1">
        <a:lnSpc>
          <a:spcPct val="100000"/>
        </a:lnSpc>
        <a:spcBef>
          <a:spcPts val="288"/>
        </a:spcBef>
        <a:spcAft>
          <a:spcPts val="432"/>
        </a:spcAft>
        <a:buClrTx/>
        <a:buSzPct val="90000"/>
        <a:buFontTx/>
        <a:buNone/>
        <a:tabLst/>
        <a:defRPr sz="1471" kern="1200" spc="0" baseline="0">
          <a:solidFill>
            <a:schemeClr val="tx1"/>
          </a:solidFill>
          <a:latin typeface="+mn-lt"/>
          <a:ea typeface="+mn-ea"/>
          <a:cs typeface="+mn-cs"/>
        </a:defRPr>
      </a:lvl2pPr>
      <a:lvl3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j-lt"/>
          <a:ea typeface="+mn-ea"/>
          <a:cs typeface="+mn-cs"/>
        </a:defRPr>
      </a:lvl3pPr>
      <a:lvl4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n-lt"/>
          <a:ea typeface="+mn-ea"/>
          <a:cs typeface="+mn-cs"/>
        </a:defRPr>
      </a:lvl4pPr>
      <a:lvl5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882" b="1" kern="1200" spc="0" baseline="0">
          <a:solidFill>
            <a:schemeClr val="tx1"/>
          </a:solidFill>
          <a:latin typeface="+mn-lt"/>
          <a:ea typeface="+mn-ea"/>
          <a:cs typeface="+mn-cs"/>
        </a:defRPr>
      </a:lvl5pPr>
      <a:lvl6pPr marL="1681063" indent="0" algn="l" defTabSz="672425" rtl="0" eaLnBrk="1" latinLnBrk="0" hangingPunct="1">
        <a:spcBef>
          <a:spcPct val="20000"/>
        </a:spcBef>
        <a:buFont typeface="Arial" pitchFamily="34" charset="0"/>
        <a:buNone/>
        <a:defRPr sz="1442" kern="1200">
          <a:solidFill>
            <a:schemeClr val="tx1"/>
          </a:solidFill>
          <a:latin typeface="+mn-lt"/>
          <a:ea typeface="+mn-ea"/>
          <a:cs typeface="+mn-cs"/>
        </a:defRPr>
      </a:lvl6pPr>
      <a:lvl7pPr marL="0" indent="0" algn="l" defTabSz="672425" rtl="0" eaLnBrk="1" latinLnBrk="0" hangingPunct="1">
        <a:lnSpc>
          <a:spcPct val="100000"/>
        </a:lnSpc>
        <a:spcBef>
          <a:spcPts val="288"/>
        </a:spcBef>
        <a:spcAft>
          <a:spcPts val="432"/>
        </a:spcAft>
        <a:buFont typeface="Arial" pitchFamily="34" charset="0"/>
        <a:buNone/>
        <a:defRPr sz="882" kern="1200">
          <a:solidFill>
            <a:schemeClr val="tx1"/>
          </a:solidFill>
          <a:latin typeface="+mn-lt"/>
          <a:ea typeface="+mn-ea"/>
          <a:cs typeface="+mn-cs"/>
        </a:defRPr>
      </a:lvl7pPr>
      <a:lvl8pPr marL="2521596"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8pPr>
      <a:lvl9pPr marL="2857809"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9pPr>
    </p:bodyStyle>
    <p:otherStyle>
      <a:defPPr>
        <a:defRPr lang="en-US"/>
      </a:defPPr>
      <a:lvl1pPr marL="0" algn="l" defTabSz="672425" rtl="0" eaLnBrk="1" latinLnBrk="0" hangingPunct="1">
        <a:defRPr sz="1298" kern="1200">
          <a:solidFill>
            <a:schemeClr val="tx1"/>
          </a:solidFill>
          <a:latin typeface="+mn-lt"/>
          <a:ea typeface="+mn-ea"/>
          <a:cs typeface="+mn-cs"/>
        </a:defRPr>
      </a:lvl1pPr>
      <a:lvl2pPr marL="336212" algn="l" defTabSz="672425" rtl="0" eaLnBrk="1" latinLnBrk="0" hangingPunct="1">
        <a:defRPr sz="1298" kern="1200">
          <a:solidFill>
            <a:schemeClr val="tx1"/>
          </a:solidFill>
          <a:latin typeface="+mn-lt"/>
          <a:ea typeface="+mn-ea"/>
          <a:cs typeface="+mn-cs"/>
        </a:defRPr>
      </a:lvl2pPr>
      <a:lvl3pPr marL="672425" algn="l" defTabSz="672425" rtl="0" eaLnBrk="1" latinLnBrk="0" hangingPunct="1">
        <a:defRPr sz="1298" kern="1200">
          <a:solidFill>
            <a:schemeClr val="tx1"/>
          </a:solidFill>
          <a:latin typeface="+mn-lt"/>
          <a:ea typeface="+mn-ea"/>
          <a:cs typeface="+mn-cs"/>
        </a:defRPr>
      </a:lvl3pPr>
      <a:lvl4pPr marL="1008638" algn="l" defTabSz="672425" rtl="0" eaLnBrk="1" latinLnBrk="0" hangingPunct="1">
        <a:defRPr sz="1298" kern="1200">
          <a:solidFill>
            <a:schemeClr val="tx1"/>
          </a:solidFill>
          <a:latin typeface="+mn-lt"/>
          <a:ea typeface="+mn-ea"/>
          <a:cs typeface="+mn-cs"/>
        </a:defRPr>
      </a:lvl4pPr>
      <a:lvl5pPr marL="1344851" algn="l" defTabSz="672425" rtl="0" eaLnBrk="1" latinLnBrk="0" hangingPunct="1">
        <a:defRPr sz="1298" kern="1200">
          <a:solidFill>
            <a:schemeClr val="tx1"/>
          </a:solidFill>
          <a:latin typeface="+mn-lt"/>
          <a:ea typeface="+mn-ea"/>
          <a:cs typeface="+mn-cs"/>
        </a:defRPr>
      </a:lvl5pPr>
      <a:lvl6pPr marL="1681064" algn="l" defTabSz="672425" rtl="0" eaLnBrk="1" latinLnBrk="0" hangingPunct="1">
        <a:defRPr sz="1298" kern="1200">
          <a:solidFill>
            <a:schemeClr val="tx1"/>
          </a:solidFill>
          <a:latin typeface="+mn-lt"/>
          <a:ea typeface="+mn-ea"/>
          <a:cs typeface="+mn-cs"/>
        </a:defRPr>
      </a:lvl6pPr>
      <a:lvl7pPr marL="2017276" algn="l" defTabSz="672425" rtl="0" eaLnBrk="1" latinLnBrk="0" hangingPunct="1">
        <a:defRPr sz="1298" kern="1200">
          <a:solidFill>
            <a:schemeClr val="tx1"/>
          </a:solidFill>
          <a:latin typeface="+mn-lt"/>
          <a:ea typeface="+mn-ea"/>
          <a:cs typeface="+mn-cs"/>
        </a:defRPr>
      </a:lvl7pPr>
      <a:lvl8pPr marL="2353489" algn="l" defTabSz="672425" rtl="0" eaLnBrk="1" latinLnBrk="0" hangingPunct="1">
        <a:defRPr sz="1298" kern="1200">
          <a:solidFill>
            <a:schemeClr val="tx1"/>
          </a:solidFill>
          <a:latin typeface="+mn-lt"/>
          <a:ea typeface="+mn-ea"/>
          <a:cs typeface="+mn-cs"/>
        </a:defRPr>
      </a:lvl8pPr>
      <a:lvl9pPr marL="2689703" algn="l" defTabSz="672425" rtl="0" eaLnBrk="1" latinLnBrk="0" hangingPunct="1">
        <a:defRPr sz="1298"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22">
          <p15:clr>
            <a:srgbClr val="C35EA4"/>
          </p15:clr>
        </p15:guide>
        <p15:guide id="32" pos="1498">
          <p15:clr>
            <a:srgbClr val="C35EA4"/>
          </p15:clr>
        </p15:guide>
        <p15:guide id="33" pos="2569">
          <p15:clr>
            <a:srgbClr val="C35EA4"/>
          </p15:clr>
        </p15:guide>
        <p15:guide id="34" pos="2711">
          <p15:clr>
            <a:srgbClr val="C35EA4"/>
          </p15:clr>
        </p15:guide>
        <p15:guide id="35" pos="3778">
          <p15:clr>
            <a:srgbClr val="C35EA4"/>
          </p15:clr>
        </p15:guide>
        <p15:guide id="36" pos="3924">
          <p15:clr>
            <a:srgbClr val="C35EA4"/>
          </p15:clr>
        </p15:guide>
        <p15:guide id="37" pos="4983">
          <p15:clr>
            <a:srgbClr val="C35EA4"/>
          </p15:clr>
        </p15:guide>
        <p15:guide id="38" pos="5127">
          <p15:clr>
            <a:srgbClr val="C35EA4"/>
          </p15:clr>
        </p15:guide>
        <p15:guide id="39" pos="6199">
          <p15:clr>
            <a:srgbClr val="C35EA4"/>
          </p15:clr>
        </p15:guide>
        <p15:guide id="40" pos="6342">
          <p15:clr>
            <a:srgbClr val="C35EA4"/>
          </p15:clr>
        </p15:guide>
        <p15:guide id="41" pos="264">
          <p15:clr>
            <a:srgbClr val="F26B43"/>
          </p15:clr>
        </p15:guide>
        <p15:guide id="42" pos="7416">
          <p15:clr>
            <a:srgbClr val="F26B43"/>
          </p15:clr>
        </p15:guide>
        <p15:guide id="43" orient="horz" pos="736">
          <p15:clr>
            <a:srgbClr val="5ACBF0"/>
          </p15:clr>
        </p15:guide>
        <p15:guide id="44" orient="horz" pos="1360">
          <p15:clr>
            <a:srgbClr val="5ACBF0"/>
          </p15:clr>
        </p15:guide>
        <p15:guide id="45" orient="horz" pos="593">
          <p15:clr>
            <a:srgbClr val="5ACBF0"/>
          </p15:clr>
        </p15:guide>
        <p15:guide id="46" orient="horz" pos="1484">
          <p15:clr>
            <a:srgbClr val="5ACBF0"/>
          </p15:clr>
        </p15:guide>
        <p15:guide id="47" orient="horz" pos="2088">
          <p15:clr>
            <a:srgbClr val="5ACBF0"/>
          </p15:clr>
        </p15:guide>
        <p15:guide id="48" orient="horz" pos="2254">
          <p15:clr>
            <a:srgbClr val="5ACBF0"/>
          </p15:clr>
        </p15:guide>
        <p15:guide id="49" orient="horz" pos="277">
          <p15:clr>
            <a:srgbClr val="F26B43"/>
          </p15:clr>
        </p15:guide>
        <p15:guide id="50" orient="horz" pos="4043">
          <p15:clr>
            <a:srgbClr val="F26B43"/>
          </p15:clr>
        </p15:guide>
        <p15:guide id="51" orient="horz" pos="2835">
          <p15:clr>
            <a:srgbClr val="5ACBF0"/>
          </p15:clr>
        </p15:guide>
        <p15:guide id="52" orient="horz" pos="2960">
          <p15:clr>
            <a:srgbClr val="5ACBF0"/>
          </p15:clr>
        </p15:guide>
        <p15:guide id="53" orient="horz" pos="3572">
          <p15:clr>
            <a:srgbClr val="5ACBF0"/>
          </p15:clr>
        </p15:guide>
        <p15:guide id="54" orient="horz" pos="3690">
          <p15:clr>
            <a:srgbClr val="5ACBF0"/>
          </p15:clr>
        </p15:guide>
        <p15:guide id="55" orient="horz" pos="91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13982" y="330371"/>
            <a:ext cx="8505951" cy="510147"/>
          </a:xfrm>
          <a:prstGeom prst="rect">
            <a:avLst/>
          </a:prstGeom>
        </p:spPr>
        <p:txBody>
          <a:bodyPr vert="horz" wrap="square" lIns="0" tIns="91440" rIns="146304" bIns="91440" rtlCol="0" anchor="t">
            <a:noAutofit/>
          </a:bodyPr>
          <a:lstStyle/>
          <a:p>
            <a:r>
              <a:rPr lang="en-US"/>
              <a:t>Heading Segoe UI </a:t>
            </a:r>
            <a:r>
              <a:rPr lang="en-US" err="1"/>
              <a:t>Semibold</a:t>
            </a:r>
            <a:r>
              <a:rPr lang="en-US"/>
              <a:t> 28/32</a:t>
            </a:r>
          </a:p>
        </p:txBody>
      </p:sp>
      <p:sp>
        <p:nvSpPr>
          <p:cNvPr id="4" name="Text Placeholder 3"/>
          <p:cNvSpPr>
            <a:spLocks noGrp="1"/>
          </p:cNvSpPr>
          <p:nvPr>
            <p:ph type="body" idx="1"/>
          </p:nvPr>
        </p:nvSpPr>
        <p:spPr>
          <a:xfrm>
            <a:off x="313982" y="1092674"/>
            <a:ext cx="8505951" cy="1869743"/>
          </a:xfrm>
          <a:prstGeom prst="rect">
            <a:avLst/>
          </a:prstGeom>
        </p:spPr>
        <p:txBody>
          <a:bodyPr vert="horz" wrap="square" lIns="0" tIns="91440" rIns="146304" bIns="91440" rtlCol="0">
            <a:spAutoFit/>
          </a:bodyPr>
          <a:lstStyle/>
          <a:p>
            <a:pPr lvl="1"/>
            <a:r>
              <a:rPr lang="en-US"/>
              <a:t>Large: subhead Segoe UI Regular 20/24</a:t>
            </a:r>
          </a:p>
          <a:p>
            <a:pPr lvl="2"/>
            <a:r>
              <a:rPr lang="en-US"/>
              <a:t>Medium: paragraph heading Segoe UI </a:t>
            </a:r>
            <a:r>
              <a:rPr lang="en-US" err="1"/>
              <a:t>Semibold</a:t>
            </a:r>
            <a:r>
              <a:rPr lang="en-US"/>
              <a:t> 14/18</a:t>
            </a:r>
          </a:p>
          <a:p>
            <a:pPr lvl="3"/>
            <a:r>
              <a:rPr lang="en-US"/>
              <a:t>Medium: paragraph body copy Segoe UI Regular 14/18</a:t>
            </a:r>
          </a:p>
          <a:p>
            <a:pPr lvl="4"/>
            <a:r>
              <a:rPr lang="en-US"/>
              <a:t>Small: caption heading Segoe UI Bold 10/12</a:t>
            </a:r>
          </a:p>
          <a:p>
            <a:pPr lvl="6"/>
            <a:r>
              <a:rPr lang="en-US"/>
              <a:t>Small: caption body copy Segoe UI Regular 10/12</a:t>
            </a:r>
          </a:p>
          <a:p>
            <a:pPr lvl="6"/>
            <a:endParaRPr lang="en-US"/>
          </a:p>
          <a:p>
            <a:pPr lvl="6"/>
            <a:endParaRPr lang="en-US"/>
          </a:p>
        </p:txBody>
      </p:sp>
    </p:spTree>
    <p:extLst>
      <p:ext uri="{BB962C8B-B14F-4D97-AF65-F5344CB8AC3E}">
        <p14:creationId xmlns:p14="http://schemas.microsoft.com/office/powerpoint/2010/main" val="1104272686"/>
      </p:ext>
    </p:extLst>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 id="2147483766" r:id="rId12"/>
    <p:sldLayoutId id="2147483767" r:id="rId13"/>
    <p:sldLayoutId id="2147483768" r:id="rId14"/>
    <p:sldLayoutId id="2147483769" r:id="rId15"/>
    <p:sldLayoutId id="2147483770" r:id="rId16"/>
    <p:sldLayoutId id="2147483771" r:id="rId17"/>
    <p:sldLayoutId id="2147483772" r:id="rId18"/>
    <p:sldLayoutId id="2147483773" r:id="rId19"/>
    <p:sldLayoutId id="2147483774" r:id="rId20"/>
    <p:sldLayoutId id="2147483775" r:id="rId21"/>
    <p:sldLayoutId id="2147483776" r:id="rId22"/>
    <p:sldLayoutId id="2147483777" r:id="rId23"/>
    <p:sldLayoutId id="2147483778" r:id="rId24"/>
    <p:sldLayoutId id="2147483779" r:id="rId25"/>
    <p:sldLayoutId id="2147483780" r:id="rId26"/>
    <p:sldLayoutId id="2147483781" r:id="rId27"/>
    <p:sldLayoutId id="2147483782" r:id="rId28"/>
    <p:sldLayoutId id="2147483783" r:id="rId29"/>
    <p:sldLayoutId id="2147483784" r:id="rId30"/>
    <p:sldLayoutId id="2147483785" r:id="rId31"/>
    <p:sldLayoutId id="2147483786" r:id="rId32"/>
    <p:sldLayoutId id="2147483787" r:id="rId33"/>
    <p:sldLayoutId id="2147483788" r:id="rId34"/>
    <p:sldLayoutId id="2147483789" r:id="rId35"/>
    <p:sldLayoutId id="2147483790" r:id="rId36"/>
    <p:sldLayoutId id="2147483791" r:id="rId37"/>
    <p:sldLayoutId id="2147483792" r:id="rId38"/>
    <p:sldLayoutId id="2147483793" r:id="rId39"/>
    <p:sldLayoutId id="2147483794" r:id="rId40"/>
    <p:sldLayoutId id="2147483795" r:id="rId41"/>
    <p:sldLayoutId id="2147483796" r:id="rId42"/>
    <p:sldLayoutId id="2147483797" r:id="rId43"/>
    <p:sldLayoutId id="2147483798" r:id="rId44"/>
    <p:sldLayoutId id="2147483799" r:id="rId45"/>
    <p:sldLayoutId id="2147483800" r:id="rId46"/>
    <p:sldLayoutId id="2147483801" r:id="rId47"/>
    <p:sldLayoutId id="2147483802" r:id="rId48"/>
    <p:sldLayoutId id="2147483803" r:id="rId49"/>
  </p:sldLayoutIdLst>
  <p:transition>
    <p:fade/>
  </p:transition>
  <p:hf sldNum="0" hdr="0" dt="0"/>
  <p:txStyles>
    <p:titleStyle>
      <a:lvl1pPr algn="l" defTabSz="672425" rtl="0" eaLnBrk="1" latinLnBrk="0" hangingPunct="1">
        <a:lnSpc>
          <a:spcPct val="90000"/>
        </a:lnSpc>
        <a:spcBef>
          <a:spcPct val="0"/>
        </a:spcBef>
        <a:buNone/>
        <a:defRPr lang="en-US" sz="2353" b="0" kern="1200" cap="none" spc="-36" baseline="0" dirty="0" smtClean="0">
          <a:ln w="3175">
            <a:noFill/>
          </a:ln>
          <a:solidFill>
            <a:srgbClr val="000000"/>
          </a:solidFill>
          <a:effectLst/>
          <a:latin typeface="+mj-lt"/>
          <a:ea typeface="+mn-ea"/>
          <a:cs typeface="Segoe UI" pitchFamily="34" charset="0"/>
        </a:defRPr>
      </a:lvl1pPr>
    </p:titleStyle>
    <p:bodyStyle>
      <a:lvl1pPr marL="0" marR="0" indent="0" algn="l" defTabSz="672425" rtl="0" eaLnBrk="1" fontAlgn="auto" latinLnBrk="0" hangingPunct="1">
        <a:lnSpc>
          <a:spcPct val="100000"/>
        </a:lnSpc>
        <a:spcBef>
          <a:spcPts val="0"/>
        </a:spcBef>
        <a:spcAft>
          <a:spcPts val="0"/>
        </a:spcAft>
        <a:buClrTx/>
        <a:buSzPct val="90000"/>
        <a:buFont typeface="Wingdings" panose="05000000000000000000" pitchFamily="2" charset="2"/>
        <a:buNone/>
        <a:tabLst/>
        <a:defRPr sz="1730" kern="1200" spc="-36" baseline="0">
          <a:solidFill>
            <a:srgbClr val="000000"/>
          </a:solidFill>
          <a:latin typeface="+mj-lt"/>
          <a:ea typeface="+mn-ea"/>
          <a:cs typeface="+mn-cs"/>
        </a:defRPr>
      </a:lvl1pPr>
      <a:lvl2pPr marL="0" marR="0" indent="0" algn="l" defTabSz="672425" rtl="0" eaLnBrk="1" fontAlgn="auto" latinLnBrk="0" hangingPunct="1">
        <a:lnSpc>
          <a:spcPct val="100000"/>
        </a:lnSpc>
        <a:spcBef>
          <a:spcPts val="288"/>
        </a:spcBef>
        <a:spcAft>
          <a:spcPts val="432"/>
        </a:spcAft>
        <a:buClrTx/>
        <a:buSzPct val="90000"/>
        <a:buFontTx/>
        <a:buNone/>
        <a:tabLst/>
        <a:defRPr sz="1471" kern="1200" spc="0" baseline="0">
          <a:solidFill>
            <a:schemeClr val="tx1"/>
          </a:solidFill>
          <a:latin typeface="+mn-lt"/>
          <a:ea typeface="+mn-ea"/>
          <a:cs typeface="+mn-cs"/>
        </a:defRPr>
      </a:lvl2pPr>
      <a:lvl3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j-lt"/>
          <a:ea typeface="+mn-ea"/>
          <a:cs typeface="+mn-cs"/>
        </a:defRPr>
      </a:lvl3pPr>
      <a:lvl4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n-lt"/>
          <a:ea typeface="+mn-ea"/>
          <a:cs typeface="+mn-cs"/>
        </a:defRPr>
      </a:lvl4pPr>
      <a:lvl5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882" b="1" kern="1200" spc="0" baseline="0">
          <a:solidFill>
            <a:schemeClr val="tx1"/>
          </a:solidFill>
          <a:latin typeface="+mn-lt"/>
          <a:ea typeface="+mn-ea"/>
          <a:cs typeface="+mn-cs"/>
        </a:defRPr>
      </a:lvl5pPr>
      <a:lvl6pPr marL="1681063" indent="0" algn="l" defTabSz="672425" rtl="0" eaLnBrk="1" latinLnBrk="0" hangingPunct="1">
        <a:spcBef>
          <a:spcPct val="20000"/>
        </a:spcBef>
        <a:buFont typeface="Arial" pitchFamily="34" charset="0"/>
        <a:buNone/>
        <a:defRPr sz="1442" kern="1200">
          <a:solidFill>
            <a:schemeClr val="tx1"/>
          </a:solidFill>
          <a:latin typeface="+mn-lt"/>
          <a:ea typeface="+mn-ea"/>
          <a:cs typeface="+mn-cs"/>
        </a:defRPr>
      </a:lvl6pPr>
      <a:lvl7pPr marL="0" indent="0" algn="l" defTabSz="672425" rtl="0" eaLnBrk="1" latinLnBrk="0" hangingPunct="1">
        <a:lnSpc>
          <a:spcPct val="100000"/>
        </a:lnSpc>
        <a:spcBef>
          <a:spcPts val="288"/>
        </a:spcBef>
        <a:spcAft>
          <a:spcPts val="432"/>
        </a:spcAft>
        <a:buFont typeface="Arial" pitchFamily="34" charset="0"/>
        <a:buNone/>
        <a:defRPr sz="882" kern="1200">
          <a:solidFill>
            <a:schemeClr val="tx1"/>
          </a:solidFill>
          <a:latin typeface="+mn-lt"/>
          <a:ea typeface="+mn-ea"/>
          <a:cs typeface="+mn-cs"/>
        </a:defRPr>
      </a:lvl7pPr>
      <a:lvl8pPr marL="2521596"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8pPr>
      <a:lvl9pPr marL="2857809"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9pPr>
    </p:bodyStyle>
    <p:otherStyle>
      <a:defPPr>
        <a:defRPr lang="en-US"/>
      </a:defPPr>
      <a:lvl1pPr marL="0" algn="l" defTabSz="672425" rtl="0" eaLnBrk="1" latinLnBrk="0" hangingPunct="1">
        <a:defRPr sz="1298" kern="1200">
          <a:solidFill>
            <a:schemeClr val="tx1"/>
          </a:solidFill>
          <a:latin typeface="+mn-lt"/>
          <a:ea typeface="+mn-ea"/>
          <a:cs typeface="+mn-cs"/>
        </a:defRPr>
      </a:lvl1pPr>
      <a:lvl2pPr marL="336212" algn="l" defTabSz="672425" rtl="0" eaLnBrk="1" latinLnBrk="0" hangingPunct="1">
        <a:defRPr sz="1298" kern="1200">
          <a:solidFill>
            <a:schemeClr val="tx1"/>
          </a:solidFill>
          <a:latin typeface="+mn-lt"/>
          <a:ea typeface="+mn-ea"/>
          <a:cs typeface="+mn-cs"/>
        </a:defRPr>
      </a:lvl2pPr>
      <a:lvl3pPr marL="672425" algn="l" defTabSz="672425" rtl="0" eaLnBrk="1" latinLnBrk="0" hangingPunct="1">
        <a:defRPr sz="1298" kern="1200">
          <a:solidFill>
            <a:schemeClr val="tx1"/>
          </a:solidFill>
          <a:latin typeface="+mn-lt"/>
          <a:ea typeface="+mn-ea"/>
          <a:cs typeface="+mn-cs"/>
        </a:defRPr>
      </a:lvl3pPr>
      <a:lvl4pPr marL="1008638" algn="l" defTabSz="672425" rtl="0" eaLnBrk="1" latinLnBrk="0" hangingPunct="1">
        <a:defRPr sz="1298" kern="1200">
          <a:solidFill>
            <a:schemeClr val="tx1"/>
          </a:solidFill>
          <a:latin typeface="+mn-lt"/>
          <a:ea typeface="+mn-ea"/>
          <a:cs typeface="+mn-cs"/>
        </a:defRPr>
      </a:lvl4pPr>
      <a:lvl5pPr marL="1344851" algn="l" defTabSz="672425" rtl="0" eaLnBrk="1" latinLnBrk="0" hangingPunct="1">
        <a:defRPr sz="1298" kern="1200">
          <a:solidFill>
            <a:schemeClr val="tx1"/>
          </a:solidFill>
          <a:latin typeface="+mn-lt"/>
          <a:ea typeface="+mn-ea"/>
          <a:cs typeface="+mn-cs"/>
        </a:defRPr>
      </a:lvl5pPr>
      <a:lvl6pPr marL="1681064" algn="l" defTabSz="672425" rtl="0" eaLnBrk="1" latinLnBrk="0" hangingPunct="1">
        <a:defRPr sz="1298" kern="1200">
          <a:solidFill>
            <a:schemeClr val="tx1"/>
          </a:solidFill>
          <a:latin typeface="+mn-lt"/>
          <a:ea typeface="+mn-ea"/>
          <a:cs typeface="+mn-cs"/>
        </a:defRPr>
      </a:lvl6pPr>
      <a:lvl7pPr marL="2017276" algn="l" defTabSz="672425" rtl="0" eaLnBrk="1" latinLnBrk="0" hangingPunct="1">
        <a:defRPr sz="1298" kern="1200">
          <a:solidFill>
            <a:schemeClr val="tx1"/>
          </a:solidFill>
          <a:latin typeface="+mn-lt"/>
          <a:ea typeface="+mn-ea"/>
          <a:cs typeface="+mn-cs"/>
        </a:defRPr>
      </a:lvl7pPr>
      <a:lvl8pPr marL="2353489" algn="l" defTabSz="672425" rtl="0" eaLnBrk="1" latinLnBrk="0" hangingPunct="1">
        <a:defRPr sz="1298" kern="1200">
          <a:solidFill>
            <a:schemeClr val="tx1"/>
          </a:solidFill>
          <a:latin typeface="+mn-lt"/>
          <a:ea typeface="+mn-ea"/>
          <a:cs typeface="+mn-cs"/>
        </a:defRPr>
      </a:lvl8pPr>
      <a:lvl9pPr marL="2689703" algn="l" defTabSz="672425" rtl="0" eaLnBrk="1" latinLnBrk="0" hangingPunct="1">
        <a:defRPr sz="1298"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22">
          <p15:clr>
            <a:srgbClr val="C35EA4"/>
          </p15:clr>
        </p15:guide>
        <p15:guide id="32" pos="1498">
          <p15:clr>
            <a:srgbClr val="C35EA4"/>
          </p15:clr>
        </p15:guide>
        <p15:guide id="33" pos="2569">
          <p15:clr>
            <a:srgbClr val="C35EA4"/>
          </p15:clr>
        </p15:guide>
        <p15:guide id="34" pos="2711">
          <p15:clr>
            <a:srgbClr val="C35EA4"/>
          </p15:clr>
        </p15:guide>
        <p15:guide id="35" pos="3778">
          <p15:clr>
            <a:srgbClr val="C35EA4"/>
          </p15:clr>
        </p15:guide>
        <p15:guide id="36" pos="3924">
          <p15:clr>
            <a:srgbClr val="C35EA4"/>
          </p15:clr>
        </p15:guide>
        <p15:guide id="37" pos="4983">
          <p15:clr>
            <a:srgbClr val="C35EA4"/>
          </p15:clr>
        </p15:guide>
        <p15:guide id="38" pos="5127">
          <p15:clr>
            <a:srgbClr val="C35EA4"/>
          </p15:clr>
        </p15:guide>
        <p15:guide id="39" pos="6199">
          <p15:clr>
            <a:srgbClr val="C35EA4"/>
          </p15:clr>
        </p15:guide>
        <p15:guide id="40" pos="6342">
          <p15:clr>
            <a:srgbClr val="C35EA4"/>
          </p15:clr>
        </p15:guide>
        <p15:guide id="41" pos="264">
          <p15:clr>
            <a:srgbClr val="F26B43"/>
          </p15:clr>
        </p15:guide>
        <p15:guide id="42" pos="7416">
          <p15:clr>
            <a:srgbClr val="F26B43"/>
          </p15:clr>
        </p15:guide>
        <p15:guide id="43" orient="horz" pos="736">
          <p15:clr>
            <a:srgbClr val="5ACBF0"/>
          </p15:clr>
        </p15:guide>
        <p15:guide id="44" orient="horz" pos="1360">
          <p15:clr>
            <a:srgbClr val="5ACBF0"/>
          </p15:clr>
        </p15:guide>
        <p15:guide id="45" orient="horz" pos="593">
          <p15:clr>
            <a:srgbClr val="5ACBF0"/>
          </p15:clr>
        </p15:guide>
        <p15:guide id="46" orient="horz" pos="1484">
          <p15:clr>
            <a:srgbClr val="5ACBF0"/>
          </p15:clr>
        </p15:guide>
        <p15:guide id="47" orient="horz" pos="2088">
          <p15:clr>
            <a:srgbClr val="5ACBF0"/>
          </p15:clr>
        </p15:guide>
        <p15:guide id="48" orient="horz" pos="2254">
          <p15:clr>
            <a:srgbClr val="5ACBF0"/>
          </p15:clr>
        </p15:guide>
        <p15:guide id="49" orient="horz" pos="277">
          <p15:clr>
            <a:srgbClr val="F26B43"/>
          </p15:clr>
        </p15:guide>
        <p15:guide id="50" orient="horz" pos="4043">
          <p15:clr>
            <a:srgbClr val="F26B43"/>
          </p15:clr>
        </p15:guide>
        <p15:guide id="51" orient="horz" pos="2835">
          <p15:clr>
            <a:srgbClr val="5ACBF0"/>
          </p15:clr>
        </p15:guide>
        <p15:guide id="52" orient="horz" pos="2960">
          <p15:clr>
            <a:srgbClr val="5ACBF0"/>
          </p15:clr>
        </p15:guide>
        <p15:guide id="53" orient="horz" pos="3572">
          <p15:clr>
            <a:srgbClr val="5ACBF0"/>
          </p15:clr>
        </p15:guide>
        <p15:guide id="54" orient="horz" pos="3690">
          <p15:clr>
            <a:srgbClr val="5ACBF0"/>
          </p15:clr>
        </p15:guide>
        <p15:guide id="55" orient="horz" pos="91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3.xml"/></Relationships>
</file>

<file path=ppt/slides/_rels/slide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03.xml"/></Relationships>
</file>

<file path=ppt/slides/_rels/slide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03.xml"/></Relationships>
</file>

<file path=ppt/slides/_rels/slide5.xml.rels><?xml version="1.0" encoding="UTF-8" standalone="yes"?>
<Relationships xmlns="http://schemas.openxmlformats.org/package/2006/relationships"><Relationship Id="rId2" Type="http://schemas.openxmlformats.org/officeDocument/2006/relationships/image" Target="../media/image22.svg"/><Relationship Id="rId1" Type="http://schemas.openxmlformats.org/officeDocument/2006/relationships/slideLayout" Target="../slideLayouts/slideLayout103.xml"/></Relationships>
</file>

<file path=ppt/slides/_rels/slide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8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85.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85.xml"/><Relationship Id="rId5" Type="http://schemas.openxmlformats.org/officeDocument/2006/relationships/image" Target="../media/image29.pn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1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8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8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2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8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2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8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4ED10-39F8-4A85-72DB-A9CB0552C3A2}"/>
              </a:ext>
            </a:extLst>
          </p:cNvPr>
          <p:cNvSpPr>
            <a:spLocks noGrp="1"/>
          </p:cNvSpPr>
          <p:nvPr>
            <p:ph type="title"/>
          </p:nvPr>
        </p:nvSpPr>
        <p:spPr/>
        <p:txBody>
          <a:bodyPr/>
          <a:lstStyle/>
          <a:p>
            <a:r>
              <a:rPr lang="en-GB"/>
              <a:t>Chapter 1</a:t>
            </a:r>
            <a:br>
              <a:rPr lang="en-GB"/>
            </a:br>
            <a:r>
              <a:rPr lang="en-GB"/>
              <a:t>Introduction to Windows Server</a:t>
            </a:r>
          </a:p>
        </p:txBody>
      </p:sp>
      <p:sp>
        <p:nvSpPr>
          <p:cNvPr id="3" name="Text Placeholder 2">
            <a:extLst>
              <a:ext uri="{FF2B5EF4-FFF2-40B4-BE49-F238E27FC236}">
                <a16:creationId xmlns:a16="http://schemas.microsoft.com/office/drawing/2014/main" id="{3BF7A971-A81D-342E-6971-B235429BB470}"/>
              </a:ext>
            </a:extLst>
          </p:cNvPr>
          <p:cNvSpPr>
            <a:spLocks noGrp="1"/>
          </p:cNvSpPr>
          <p:nvPr>
            <p:ph type="body" sz="quarter" idx="15"/>
          </p:nvPr>
        </p:nvSpPr>
        <p:spPr>
          <a:xfrm>
            <a:off x="331851" y="3262586"/>
            <a:ext cx="7202114" cy="388440"/>
          </a:xfrm>
        </p:spPr>
        <p:txBody>
          <a:bodyPr/>
          <a:lstStyle/>
          <a:p>
            <a:r>
              <a:rPr lang="en-GB"/>
              <a:t>Applications | Security Concepts | Services | Architecture</a:t>
            </a:r>
          </a:p>
        </p:txBody>
      </p:sp>
    </p:spTree>
    <p:extLst>
      <p:ext uri="{BB962C8B-B14F-4D97-AF65-F5344CB8AC3E}">
        <p14:creationId xmlns:p14="http://schemas.microsoft.com/office/powerpoint/2010/main" val="3156806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377190" y="233172"/>
            <a:ext cx="5212080" cy="288036"/>
          </a:xfrm>
          <a:prstGeom prst="rect">
            <a:avLst/>
          </a:prstGeom>
          <a:noFill/>
          <a:ln/>
        </p:spPr>
        <p:txBody>
          <a:bodyPr wrap="square" lIns="0" tIns="0" rIns="0" bIns="0" rtlCol="0" anchor="ctr"/>
          <a:lstStyle/>
          <a:p>
            <a:r>
              <a:rPr lang="en-US" sz="2325" b="1" dirty="0">
                <a:solidFill>
                  <a:srgbClr val="17324D"/>
                </a:solidFill>
                <a:latin typeface="Aptos Display" pitchFamily="34" charset="0"/>
                <a:ea typeface="Aptos Display" pitchFamily="34" charset="-122"/>
                <a:cs typeface="Aptos Display" pitchFamily="34" charset="-120"/>
              </a:rPr>
              <a:t>History of Windows Server</a:t>
            </a:r>
            <a:endParaRPr lang="en-US" sz="2325" dirty="0"/>
          </a:p>
        </p:txBody>
      </p:sp>
      <p:sp>
        <p:nvSpPr>
          <p:cNvPr id="4" name="Text 2"/>
          <p:cNvSpPr/>
          <p:nvPr/>
        </p:nvSpPr>
        <p:spPr>
          <a:xfrm>
            <a:off x="390906" y="576072"/>
            <a:ext cx="6035040" cy="164592"/>
          </a:xfrm>
          <a:prstGeom prst="rect">
            <a:avLst/>
          </a:prstGeom>
          <a:noFill/>
          <a:ln/>
        </p:spPr>
        <p:txBody>
          <a:bodyPr wrap="square" lIns="0" tIns="0" rIns="0" bIns="0" rtlCol="0" anchor="ctr"/>
          <a:lstStyle/>
          <a:p>
            <a:r>
              <a:rPr lang="en-US" sz="863" dirty="0">
                <a:solidFill>
                  <a:srgbClr val="607080"/>
                </a:solidFill>
                <a:latin typeface="Aptos" pitchFamily="34" charset="0"/>
                <a:ea typeface="Aptos" pitchFamily="34" charset="-122"/>
                <a:cs typeface="Aptos" pitchFamily="34" charset="-120"/>
              </a:rPr>
              <a:t>Major main releases from Windows NT Advanced Server to Windows Server 2025</a:t>
            </a:r>
            <a:endParaRPr lang="en-US" sz="863" dirty="0"/>
          </a:p>
        </p:txBody>
      </p:sp>
      <p:sp>
        <p:nvSpPr>
          <p:cNvPr id="5" name="Text 3"/>
          <p:cNvSpPr/>
          <p:nvPr/>
        </p:nvSpPr>
        <p:spPr>
          <a:xfrm>
            <a:off x="425196" y="850392"/>
            <a:ext cx="2640330" cy="246888"/>
          </a:xfrm>
          <a:prstGeom prst="rect">
            <a:avLst/>
          </a:prstGeom>
          <a:solidFill>
            <a:srgbClr val="E6F7F1"/>
          </a:solidFill>
          <a:ln>
            <a:solidFill>
              <a:srgbClr val="E6F7F1"/>
            </a:solidFill>
          </a:ln>
        </p:spPr>
        <p:txBody>
          <a:bodyPr wrap="square" lIns="762" tIns="762" rIns="762" bIns="762" rtlCol="0" anchor="ctr">
            <a:normAutofit/>
          </a:bodyPr>
          <a:lstStyle/>
          <a:p>
            <a:pPr algn="ctr"/>
            <a:r>
              <a:rPr lang="en-US" sz="780" b="1" dirty="0">
                <a:solidFill>
                  <a:srgbClr val="0E8A6A"/>
                </a:solidFill>
              </a:rPr>
              <a:t>NT Server era  •  1993–2000</a:t>
            </a:r>
            <a:endParaRPr lang="en-US" sz="780" dirty="0"/>
          </a:p>
        </p:txBody>
      </p:sp>
      <p:sp>
        <p:nvSpPr>
          <p:cNvPr id="6" name="Text 4"/>
          <p:cNvSpPr/>
          <p:nvPr/>
        </p:nvSpPr>
        <p:spPr>
          <a:xfrm>
            <a:off x="3250692" y="850392"/>
            <a:ext cx="2640330" cy="246888"/>
          </a:xfrm>
          <a:prstGeom prst="rect">
            <a:avLst/>
          </a:prstGeom>
          <a:solidFill>
            <a:srgbClr val="FFF7ED"/>
          </a:solidFill>
          <a:ln>
            <a:solidFill>
              <a:srgbClr val="FFF7ED"/>
            </a:solidFill>
          </a:ln>
        </p:spPr>
        <p:txBody>
          <a:bodyPr wrap="square" lIns="762" tIns="762" rIns="762" bIns="762" rtlCol="0" anchor="ctr">
            <a:normAutofit/>
          </a:bodyPr>
          <a:lstStyle/>
          <a:p>
            <a:pPr algn="ctr"/>
            <a:r>
              <a:rPr lang="en-US" sz="780" b="1" dirty="0">
                <a:solidFill>
                  <a:srgbClr val="D97706"/>
                </a:solidFill>
              </a:rPr>
              <a:t>Windows Server brand  •  2003–2013</a:t>
            </a:r>
            <a:endParaRPr lang="en-US" sz="780" dirty="0"/>
          </a:p>
        </p:txBody>
      </p:sp>
      <p:sp>
        <p:nvSpPr>
          <p:cNvPr id="7" name="Text 5"/>
          <p:cNvSpPr/>
          <p:nvPr/>
        </p:nvSpPr>
        <p:spPr>
          <a:xfrm>
            <a:off x="6083046" y="850392"/>
            <a:ext cx="2640330" cy="246888"/>
          </a:xfrm>
          <a:prstGeom prst="rect">
            <a:avLst/>
          </a:prstGeom>
          <a:solidFill>
            <a:srgbClr val="F1EEFF"/>
          </a:solidFill>
          <a:ln>
            <a:solidFill>
              <a:srgbClr val="F1EEFF"/>
            </a:solidFill>
          </a:ln>
        </p:spPr>
        <p:txBody>
          <a:bodyPr wrap="square" lIns="762" tIns="762" rIns="762" bIns="762" rtlCol="0" anchor="ctr">
            <a:normAutofit/>
          </a:bodyPr>
          <a:lstStyle/>
          <a:p>
            <a:pPr algn="ctr"/>
            <a:r>
              <a:rPr lang="en-US" sz="780" b="1" dirty="0">
                <a:solidFill>
                  <a:srgbClr val="6D28D9"/>
                </a:solidFill>
              </a:rPr>
              <a:t>Modern LTSC era  •  2016–2025</a:t>
            </a:r>
            <a:endParaRPr lang="en-US" sz="780" dirty="0"/>
          </a:p>
        </p:txBody>
      </p:sp>
      <p:sp>
        <p:nvSpPr>
          <p:cNvPr id="8" name="Text 6"/>
          <p:cNvSpPr/>
          <p:nvPr/>
        </p:nvSpPr>
        <p:spPr>
          <a:xfrm>
            <a:off x="425196" y="1179576"/>
            <a:ext cx="4059936" cy="164592"/>
          </a:xfrm>
          <a:prstGeom prst="rect">
            <a:avLst/>
          </a:prstGeom>
          <a:noFill/>
          <a:ln/>
        </p:spPr>
        <p:txBody>
          <a:bodyPr wrap="square" lIns="0" tIns="0" rIns="0" bIns="0" rtlCol="0" anchor="ctr"/>
          <a:lstStyle/>
          <a:p>
            <a:r>
              <a:rPr lang="en-US" sz="975" b="1" dirty="0">
                <a:solidFill>
                  <a:srgbClr val="17324D"/>
                </a:solidFill>
              </a:rPr>
              <a:t>Early releases and first Windows Server editions</a:t>
            </a:r>
            <a:endParaRPr lang="en-US" sz="975" dirty="0"/>
          </a:p>
        </p:txBody>
      </p:sp>
      <p:sp>
        <p:nvSpPr>
          <p:cNvPr id="9" name="Text 7"/>
          <p:cNvSpPr/>
          <p:nvPr/>
        </p:nvSpPr>
        <p:spPr>
          <a:xfrm>
            <a:off x="425196" y="1426464"/>
            <a:ext cx="2517161" cy="312039"/>
          </a:xfrm>
          <a:prstGeom prst="rect">
            <a:avLst/>
          </a:prstGeom>
          <a:solidFill>
            <a:srgbClr val="2563EB"/>
          </a:solidFill>
          <a:ln w="8255">
            <a:solidFill>
              <a:srgbClr val="2563EB"/>
            </a:solidFill>
          </a:ln>
        </p:spPr>
        <p:txBody>
          <a:bodyPr wrap="square" lIns="762" tIns="762" rIns="762" bIns="762" rtlCol="0" anchor="ctr">
            <a:normAutofit/>
          </a:bodyPr>
          <a:lstStyle/>
          <a:p>
            <a:r>
              <a:rPr lang="en-US" sz="810" b="1" dirty="0">
                <a:solidFill>
                  <a:srgbClr val="FFFFFF"/>
                </a:solidFill>
                <a:latin typeface="Aptos" pitchFamily="34" charset="0"/>
                <a:ea typeface="Aptos" pitchFamily="34" charset="-122"/>
                <a:cs typeface="Aptos" pitchFamily="34" charset="-120"/>
              </a:rPr>
              <a:t>Release</a:t>
            </a:r>
            <a:endParaRPr lang="en-US" sz="810" dirty="0"/>
          </a:p>
        </p:txBody>
      </p:sp>
      <p:sp>
        <p:nvSpPr>
          <p:cNvPr id="10" name="Text 8"/>
          <p:cNvSpPr/>
          <p:nvPr/>
        </p:nvSpPr>
        <p:spPr>
          <a:xfrm>
            <a:off x="2942356" y="1426464"/>
            <a:ext cx="1542776" cy="312039"/>
          </a:xfrm>
          <a:prstGeom prst="rect">
            <a:avLst/>
          </a:prstGeom>
          <a:solidFill>
            <a:srgbClr val="2563EB"/>
          </a:solidFill>
          <a:ln w="8255">
            <a:solidFill>
              <a:srgbClr val="2563EB"/>
            </a:solidFill>
          </a:ln>
        </p:spPr>
        <p:txBody>
          <a:bodyPr wrap="square" lIns="762" tIns="762" rIns="762" bIns="762" rtlCol="0" anchor="ctr">
            <a:normAutofit/>
          </a:bodyPr>
          <a:lstStyle/>
          <a:p>
            <a:r>
              <a:rPr lang="en-US" sz="810" b="1" dirty="0">
                <a:solidFill>
                  <a:srgbClr val="FFFFFF"/>
                </a:solidFill>
                <a:latin typeface="Aptos" pitchFamily="34" charset="0"/>
                <a:ea typeface="Aptos" pitchFamily="34" charset="-122"/>
                <a:cs typeface="Aptos" pitchFamily="34" charset="-120"/>
              </a:rPr>
              <a:t>General availability date</a:t>
            </a:r>
            <a:endParaRPr lang="en-US" sz="810" dirty="0"/>
          </a:p>
        </p:txBody>
      </p:sp>
      <p:sp>
        <p:nvSpPr>
          <p:cNvPr id="11" name="Text 9"/>
          <p:cNvSpPr/>
          <p:nvPr/>
        </p:nvSpPr>
        <p:spPr>
          <a:xfrm>
            <a:off x="425196" y="1738503"/>
            <a:ext cx="2517161" cy="312039"/>
          </a:xfrm>
          <a:prstGeom prst="rect">
            <a:avLst/>
          </a:prstGeom>
          <a:solidFill>
            <a:srgbClr val="FFFFFF"/>
          </a:solidFill>
          <a:ln w="8255">
            <a:solidFill>
              <a:srgbClr val="C7D8EA"/>
            </a:solidFill>
          </a:ln>
        </p:spPr>
        <p:txBody>
          <a:bodyPr wrap="square" lIns="762" tIns="762" rIns="762" bIns="762" rtlCol="0" anchor="ctr">
            <a:normAutofit/>
          </a:bodyPr>
          <a:lstStyle/>
          <a:p>
            <a:r>
              <a:rPr lang="en-US" sz="832" dirty="0">
                <a:solidFill>
                  <a:srgbClr val="263238"/>
                </a:solidFill>
                <a:latin typeface="Aptos" pitchFamily="34" charset="0"/>
                <a:ea typeface="Aptos" pitchFamily="34" charset="-122"/>
                <a:cs typeface="Aptos" pitchFamily="34" charset="-120"/>
              </a:rPr>
              <a:t>Windows NT 3.1 Advanced Server</a:t>
            </a:r>
            <a:endParaRPr lang="en-US" sz="832" dirty="0"/>
          </a:p>
        </p:txBody>
      </p:sp>
      <p:sp>
        <p:nvSpPr>
          <p:cNvPr id="12" name="Text 10"/>
          <p:cNvSpPr/>
          <p:nvPr/>
        </p:nvSpPr>
        <p:spPr>
          <a:xfrm>
            <a:off x="2942356" y="1738503"/>
            <a:ext cx="1542776" cy="312039"/>
          </a:xfrm>
          <a:prstGeom prst="rect">
            <a:avLst/>
          </a:prstGeom>
          <a:solidFill>
            <a:srgbClr val="FFFFFF"/>
          </a:solidFill>
          <a:ln w="8255">
            <a:solidFill>
              <a:srgbClr val="C7D8EA"/>
            </a:solidFill>
          </a:ln>
        </p:spPr>
        <p:txBody>
          <a:bodyPr wrap="square" lIns="762" tIns="762" rIns="762" bIns="762" rtlCol="0" anchor="ctr">
            <a:normAutofit/>
          </a:bodyPr>
          <a:lstStyle/>
          <a:p>
            <a:r>
              <a:rPr lang="en-US" sz="832" dirty="0">
                <a:solidFill>
                  <a:srgbClr val="263238"/>
                </a:solidFill>
                <a:latin typeface="Aptos" pitchFamily="34" charset="0"/>
                <a:ea typeface="Aptos" pitchFamily="34" charset="-122"/>
                <a:cs typeface="Aptos" pitchFamily="34" charset="-120"/>
              </a:rPr>
              <a:t>27 July 1993</a:t>
            </a:r>
            <a:endParaRPr lang="en-US" sz="832" dirty="0"/>
          </a:p>
        </p:txBody>
      </p:sp>
      <p:sp>
        <p:nvSpPr>
          <p:cNvPr id="13" name="Text 11"/>
          <p:cNvSpPr/>
          <p:nvPr/>
        </p:nvSpPr>
        <p:spPr>
          <a:xfrm>
            <a:off x="425196" y="2050542"/>
            <a:ext cx="2517161" cy="312039"/>
          </a:xfrm>
          <a:prstGeom prst="rect">
            <a:avLst/>
          </a:prstGeom>
          <a:solidFill>
            <a:srgbClr val="EEF6FF"/>
          </a:solidFill>
          <a:ln w="8255">
            <a:solidFill>
              <a:srgbClr val="C7D8EA"/>
            </a:solidFill>
          </a:ln>
        </p:spPr>
        <p:txBody>
          <a:bodyPr wrap="square" lIns="762" tIns="762" rIns="762" bIns="762" rtlCol="0" anchor="ctr">
            <a:normAutofit/>
          </a:bodyPr>
          <a:lstStyle/>
          <a:p>
            <a:r>
              <a:rPr lang="en-US" sz="832" dirty="0">
                <a:solidFill>
                  <a:srgbClr val="263238"/>
                </a:solidFill>
                <a:latin typeface="Aptos" pitchFamily="34" charset="0"/>
                <a:ea typeface="Aptos" pitchFamily="34" charset="-122"/>
                <a:cs typeface="Aptos" pitchFamily="34" charset="-120"/>
              </a:rPr>
              <a:t>Windows NT 3.5 Server</a:t>
            </a:r>
            <a:endParaRPr lang="en-US" sz="832" dirty="0"/>
          </a:p>
        </p:txBody>
      </p:sp>
      <p:sp>
        <p:nvSpPr>
          <p:cNvPr id="14" name="Text 12"/>
          <p:cNvSpPr/>
          <p:nvPr/>
        </p:nvSpPr>
        <p:spPr>
          <a:xfrm>
            <a:off x="2942356" y="2050542"/>
            <a:ext cx="1542776" cy="312039"/>
          </a:xfrm>
          <a:prstGeom prst="rect">
            <a:avLst/>
          </a:prstGeom>
          <a:solidFill>
            <a:srgbClr val="EEF6FF"/>
          </a:solidFill>
          <a:ln w="8255">
            <a:solidFill>
              <a:srgbClr val="C7D8EA"/>
            </a:solidFill>
          </a:ln>
        </p:spPr>
        <p:txBody>
          <a:bodyPr wrap="square" lIns="762" tIns="762" rIns="762" bIns="762" rtlCol="0" anchor="ctr">
            <a:normAutofit/>
          </a:bodyPr>
          <a:lstStyle/>
          <a:p>
            <a:r>
              <a:rPr lang="en-US" sz="832" dirty="0">
                <a:solidFill>
                  <a:srgbClr val="263238"/>
                </a:solidFill>
                <a:latin typeface="Aptos" pitchFamily="34" charset="0"/>
                <a:ea typeface="Aptos" pitchFamily="34" charset="-122"/>
                <a:cs typeface="Aptos" pitchFamily="34" charset="-120"/>
              </a:rPr>
              <a:t>21 September 1994</a:t>
            </a:r>
            <a:endParaRPr lang="en-US" sz="832" dirty="0"/>
          </a:p>
        </p:txBody>
      </p:sp>
      <p:sp>
        <p:nvSpPr>
          <p:cNvPr id="15" name="Text 13"/>
          <p:cNvSpPr/>
          <p:nvPr/>
        </p:nvSpPr>
        <p:spPr>
          <a:xfrm>
            <a:off x="425196" y="2362581"/>
            <a:ext cx="2517161" cy="312039"/>
          </a:xfrm>
          <a:prstGeom prst="rect">
            <a:avLst/>
          </a:prstGeom>
          <a:solidFill>
            <a:srgbClr val="FFFFFF"/>
          </a:solidFill>
          <a:ln w="8255">
            <a:solidFill>
              <a:srgbClr val="C7D8EA"/>
            </a:solidFill>
          </a:ln>
        </p:spPr>
        <p:txBody>
          <a:bodyPr wrap="square" lIns="762" tIns="762" rIns="762" bIns="762" rtlCol="0" anchor="ctr">
            <a:normAutofit/>
          </a:bodyPr>
          <a:lstStyle/>
          <a:p>
            <a:r>
              <a:rPr lang="en-US" sz="832" dirty="0">
                <a:solidFill>
                  <a:srgbClr val="263238"/>
                </a:solidFill>
                <a:latin typeface="Aptos" pitchFamily="34" charset="0"/>
                <a:ea typeface="Aptos" pitchFamily="34" charset="-122"/>
                <a:cs typeface="Aptos" pitchFamily="34" charset="-120"/>
              </a:rPr>
              <a:t>Windows NT 3.51 Server</a:t>
            </a:r>
            <a:endParaRPr lang="en-US" sz="832" dirty="0"/>
          </a:p>
        </p:txBody>
      </p:sp>
      <p:sp>
        <p:nvSpPr>
          <p:cNvPr id="16" name="Text 14"/>
          <p:cNvSpPr/>
          <p:nvPr/>
        </p:nvSpPr>
        <p:spPr>
          <a:xfrm>
            <a:off x="2942356" y="2362581"/>
            <a:ext cx="1542776" cy="312039"/>
          </a:xfrm>
          <a:prstGeom prst="rect">
            <a:avLst/>
          </a:prstGeom>
          <a:solidFill>
            <a:srgbClr val="FFFFFF"/>
          </a:solidFill>
          <a:ln w="8255">
            <a:solidFill>
              <a:srgbClr val="C7D8EA"/>
            </a:solidFill>
          </a:ln>
        </p:spPr>
        <p:txBody>
          <a:bodyPr wrap="square" lIns="762" tIns="762" rIns="762" bIns="762" rtlCol="0" anchor="ctr">
            <a:normAutofit/>
          </a:bodyPr>
          <a:lstStyle/>
          <a:p>
            <a:r>
              <a:rPr lang="en-US" sz="832" dirty="0">
                <a:solidFill>
                  <a:srgbClr val="263238"/>
                </a:solidFill>
                <a:latin typeface="Aptos" pitchFamily="34" charset="0"/>
                <a:ea typeface="Aptos" pitchFamily="34" charset="-122"/>
                <a:cs typeface="Aptos" pitchFamily="34" charset="-120"/>
              </a:rPr>
              <a:t>30 May 1995</a:t>
            </a:r>
            <a:endParaRPr lang="en-US" sz="832" dirty="0"/>
          </a:p>
        </p:txBody>
      </p:sp>
      <p:sp>
        <p:nvSpPr>
          <p:cNvPr id="17" name="Text 15"/>
          <p:cNvSpPr/>
          <p:nvPr/>
        </p:nvSpPr>
        <p:spPr>
          <a:xfrm>
            <a:off x="425196" y="2674620"/>
            <a:ext cx="2517161" cy="312039"/>
          </a:xfrm>
          <a:prstGeom prst="rect">
            <a:avLst/>
          </a:prstGeom>
          <a:solidFill>
            <a:srgbClr val="EEF6FF"/>
          </a:solidFill>
          <a:ln w="8255">
            <a:solidFill>
              <a:srgbClr val="C7D8EA"/>
            </a:solidFill>
          </a:ln>
        </p:spPr>
        <p:txBody>
          <a:bodyPr wrap="square" lIns="762" tIns="762" rIns="762" bIns="762" rtlCol="0" anchor="ctr">
            <a:normAutofit/>
          </a:bodyPr>
          <a:lstStyle/>
          <a:p>
            <a:r>
              <a:rPr lang="en-US" sz="832" dirty="0">
                <a:solidFill>
                  <a:srgbClr val="263238"/>
                </a:solidFill>
                <a:latin typeface="Aptos" pitchFamily="34" charset="0"/>
                <a:ea typeface="Aptos" pitchFamily="34" charset="-122"/>
                <a:cs typeface="Aptos" pitchFamily="34" charset="-120"/>
              </a:rPr>
              <a:t>Windows NT 4.0 Server</a:t>
            </a:r>
            <a:endParaRPr lang="en-US" sz="832" dirty="0"/>
          </a:p>
        </p:txBody>
      </p:sp>
      <p:sp>
        <p:nvSpPr>
          <p:cNvPr id="18" name="Text 16"/>
          <p:cNvSpPr/>
          <p:nvPr/>
        </p:nvSpPr>
        <p:spPr>
          <a:xfrm>
            <a:off x="2942356" y="2674620"/>
            <a:ext cx="1542776" cy="312039"/>
          </a:xfrm>
          <a:prstGeom prst="rect">
            <a:avLst/>
          </a:prstGeom>
          <a:solidFill>
            <a:srgbClr val="EEF6FF"/>
          </a:solidFill>
          <a:ln w="8255">
            <a:solidFill>
              <a:srgbClr val="C7D8EA"/>
            </a:solidFill>
          </a:ln>
        </p:spPr>
        <p:txBody>
          <a:bodyPr wrap="square" lIns="762" tIns="762" rIns="762" bIns="762" rtlCol="0" anchor="ctr">
            <a:normAutofit/>
          </a:bodyPr>
          <a:lstStyle/>
          <a:p>
            <a:r>
              <a:rPr lang="en-US" sz="832" dirty="0">
                <a:solidFill>
                  <a:srgbClr val="263238"/>
                </a:solidFill>
                <a:latin typeface="Aptos" pitchFamily="34" charset="0"/>
                <a:ea typeface="Aptos" pitchFamily="34" charset="-122"/>
                <a:cs typeface="Aptos" pitchFamily="34" charset="-120"/>
              </a:rPr>
              <a:t>24 August 1996</a:t>
            </a:r>
            <a:endParaRPr lang="en-US" sz="832" dirty="0"/>
          </a:p>
        </p:txBody>
      </p:sp>
      <p:sp>
        <p:nvSpPr>
          <p:cNvPr id="19" name="Text 17"/>
          <p:cNvSpPr/>
          <p:nvPr/>
        </p:nvSpPr>
        <p:spPr>
          <a:xfrm>
            <a:off x="425196" y="2986659"/>
            <a:ext cx="2517161" cy="312039"/>
          </a:xfrm>
          <a:prstGeom prst="rect">
            <a:avLst/>
          </a:prstGeom>
          <a:solidFill>
            <a:srgbClr val="FFFFFF"/>
          </a:solidFill>
          <a:ln w="8255">
            <a:solidFill>
              <a:srgbClr val="C7D8EA"/>
            </a:solidFill>
          </a:ln>
        </p:spPr>
        <p:txBody>
          <a:bodyPr wrap="square" lIns="762" tIns="762" rIns="762" bIns="762" rtlCol="0" anchor="ctr">
            <a:normAutofit/>
          </a:bodyPr>
          <a:lstStyle/>
          <a:p>
            <a:r>
              <a:rPr lang="en-US" sz="832" dirty="0">
                <a:solidFill>
                  <a:srgbClr val="263238"/>
                </a:solidFill>
                <a:latin typeface="Aptos" pitchFamily="34" charset="0"/>
                <a:ea typeface="Aptos" pitchFamily="34" charset="-122"/>
                <a:cs typeface="Aptos" pitchFamily="34" charset="-120"/>
              </a:rPr>
              <a:t>Windows 2000 Server</a:t>
            </a:r>
            <a:endParaRPr lang="en-US" sz="832" dirty="0"/>
          </a:p>
        </p:txBody>
      </p:sp>
      <p:sp>
        <p:nvSpPr>
          <p:cNvPr id="20" name="Text 18"/>
          <p:cNvSpPr/>
          <p:nvPr/>
        </p:nvSpPr>
        <p:spPr>
          <a:xfrm>
            <a:off x="2942356" y="2986659"/>
            <a:ext cx="1542776" cy="312039"/>
          </a:xfrm>
          <a:prstGeom prst="rect">
            <a:avLst/>
          </a:prstGeom>
          <a:solidFill>
            <a:srgbClr val="FFFFFF"/>
          </a:solidFill>
          <a:ln w="8255">
            <a:solidFill>
              <a:srgbClr val="C7D8EA"/>
            </a:solidFill>
          </a:ln>
        </p:spPr>
        <p:txBody>
          <a:bodyPr wrap="square" lIns="762" tIns="762" rIns="762" bIns="762" rtlCol="0" anchor="ctr">
            <a:normAutofit/>
          </a:bodyPr>
          <a:lstStyle/>
          <a:p>
            <a:r>
              <a:rPr lang="en-US" sz="832" dirty="0">
                <a:solidFill>
                  <a:srgbClr val="263238"/>
                </a:solidFill>
                <a:latin typeface="Aptos" pitchFamily="34" charset="0"/>
                <a:ea typeface="Aptos" pitchFamily="34" charset="-122"/>
                <a:cs typeface="Aptos" pitchFamily="34" charset="-120"/>
              </a:rPr>
              <a:t>17 February 2000</a:t>
            </a:r>
            <a:endParaRPr lang="en-US" sz="832" dirty="0"/>
          </a:p>
        </p:txBody>
      </p:sp>
      <p:sp>
        <p:nvSpPr>
          <p:cNvPr id="21" name="Text 19"/>
          <p:cNvSpPr/>
          <p:nvPr/>
        </p:nvSpPr>
        <p:spPr>
          <a:xfrm>
            <a:off x="425196" y="3298698"/>
            <a:ext cx="2517161" cy="312039"/>
          </a:xfrm>
          <a:prstGeom prst="rect">
            <a:avLst/>
          </a:prstGeom>
          <a:solidFill>
            <a:srgbClr val="EEF6FF"/>
          </a:solidFill>
          <a:ln w="8255">
            <a:solidFill>
              <a:srgbClr val="C7D8EA"/>
            </a:solidFill>
          </a:ln>
        </p:spPr>
        <p:txBody>
          <a:bodyPr wrap="square" lIns="762" tIns="762" rIns="762" bIns="762" rtlCol="0" anchor="ctr">
            <a:normAutofit/>
          </a:bodyPr>
          <a:lstStyle/>
          <a:p>
            <a:r>
              <a:rPr lang="en-US" sz="832" dirty="0">
                <a:solidFill>
                  <a:srgbClr val="263238"/>
                </a:solidFill>
                <a:latin typeface="Aptos" pitchFamily="34" charset="0"/>
                <a:ea typeface="Aptos" pitchFamily="34" charset="-122"/>
                <a:cs typeface="Aptos" pitchFamily="34" charset="-120"/>
              </a:rPr>
              <a:t>Windows Server 2003</a:t>
            </a:r>
            <a:endParaRPr lang="en-US" sz="832" dirty="0"/>
          </a:p>
        </p:txBody>
      </p:sp>
      <p:sp>
        <p:nvSpPr>
          <p:cNvPr id="22" name="Text 20"/>
          <p:cNvSpPr/>
          <p:nvPr/>
        </p:nvSpPr>
        <p:spPr>
          <a:xfrm>
            <a:off x="2942356" y="3298698"/>
            <a:ext cx="1542776" cy="312039"/>
          </a:xfrm>
          <a:prstGeom prst="rect">
            <a:avLst/>
          </a:prstGeom>
          <a:solidFill>
            <a:srgbClr val="EEF6FF"/>
          </a:solidFill>
          <a:ln w="8255">
            <a:solidFill>
              <a:srgbClr val="C7D8EA"/>
            </a:solidFill>
          </a:ln>
        </p:spPr>
        <p:txBody>
          <a:bodyPr wrap="square" lIns="762" tIns="762" rIns="762" bIns="762" rtlCol="0" anchor="ctr">
            <a:normAutofit/>
          </a:bodyPr>
          <a:lstStyle/>
          <a:p>
            <a:r>
              <a:rPr lang="en-US" sz="832" dirty="0">
                <a:solidFill>
                  <a:srgbClr val="263238"/>
                </a:solidFill>
                <a:latin typeface="Aptos" pitchFamily="34" charset="0"/>
                <a:ea typeface="Aptos" pitchFamily="34" charset="-122"/>
                <a:cs typeface="Aptos" pitchFamily="34" charset="-120"/>
              </a:rPr>
              <a:t>24 April 2003</a:t>
            </a:r>
            <a:endParaRPr lang="en-US" sz="832" dirty="0"/>
          </a:p>
        </p:txBody>
      </p:sp>
      <p:sp>
        <p:nvSpPr>
          <p:cNvPr id="23" name="Text 21"/>
          <p:cNvSpPr/>
          <p:nvPr/>
        </p:nvSpPr>
        <p:spPr>
          <a:xfrm>
            <a:off x="425196" y="3610737"/>
            <a:ext cx="2517161" cy="312039"/>
          </a:xfrm>
          <a:prstGeom prst="rect">
            <a:avLst/>
          </a:prstGeom>
          <a:solidFill>
            <a:srgbClr val="FFFFFF"/>
          </a:solidFill>
          <a:ln w="8255">
            <a:solidFill>
              <a:srgbClr val="C7D8EA"/>
            </a:solidFill>
          </a:ln>
        </p:spPr>
        <p:txBody>
          <a:bodyPr wrap="square" lIns="762" tIns="762" rIns="762" bIns="762" rtlCol="0" anchor="ctr">
            <a:normAutofit/>
          </a:bodyPr>
          <a:lstStyle/>
          <a:p>
            <a:r>
              <a:rPr lang="en-US" sz="832" dirty="0">
                <a:solidFill>
                  <a:srgbClr val="263238"/>
                </a:solidFill>
                <a:latin typeface="Aptos" pitchFamily="34" charset="0"/>
                <a:ea typeface="Aptos" pitchFamily="34" charset="-122"/>
                <a:cs typeface="Aptos" pitchFamily="34" charset="-120"/>
              </a:rPr>
              <a:t>Windows Server 2003 R2</a:t>
            </a:r>
            <a:endParaRPr lang="en-US" sz="832" dirty="0"/>
          </a:p>
        </p:txBody>
      </p:sp>
      <p:sp>
        <p:nvSpPr>
          <p:cNvPr id="24" name="Text 22"/>
          <p:cNvSpPr/>
          <p:nvPr/>
        </p:nvSpPr>
        <p:spPr>
          <a:xfrm>
            <a:off x="2942356" y="3610737"/>
            <a:ext cx="1542776" cy="312039"/>
          </a:xfrm>
          <a:prstGeom prst="rect">
            <a:avLst/>
          </a:prstGeom>
          <a:solidFill>
            <a:srgbClr val="FFFFFF"/>
          </a:solidFill>
          <a:ln w="8255">
            <a:solidFill>
              <a:srgbClr val="C7D8EA"/>
            </a:solidFill>
          </a:ln>
        </p:spPr>
        <p:txBody>
          <a:bodyPr wrap="square" lIns="762" tIns="762" rIns="762" bIns="762" rtlCol="0" anchor="ctr">
            <a:normAutofit/>
          </a:bodyPr>
          <a:lstStyle/>
          <a:p>
            <a:r>
              <a:rPr lang="en-US" sz="832" dirty="0">
                <a:solidFill>
                  <a:srgbClr val="263238"/>
                </a:solidFill>
                <a:latin typeface="Aptos" pitchFamily="34" charset="0"/>
                <a:ea typeface="Aptos" pitchFamily="34" charset="-122"/>
                <a:cs typeface="Aptos" pitchFamily="34" charset="-120"/>
              </a:rPr>
              <a:t>5 March 2006</a:t>
            </a:r>
            <a:endParaRPr lang="en-US" sz="832" dirty="0"/>
          </a:p>
        </p:txBody>
      </p:sp>
      <p:sp>
        <p:nvSpPr>
          <p:cNvPr id="25" name="Text 23"/>
          <p:cNvSpPr/>
          <p:nvPr/>
        </p:nvSpPr>
        <p:spPr>
          <a:xfrm>
            <a:off x="425196" y="3922776"/>
            <a:ext cx="2517161" cy="312039"/>
          </a:xfrm>
          <a:prstGeom prst="rect">
            <a:avLst/>
          </a:prstGeom>
          <a:solidFill>
            <a:srgbClr val="EEF6FF"/>
          </a:solidFill>
          <a:ln w="8255">
            <a:solidFill>
              <a:srgbClr val="C7D8EA"/>
            </a:solidFill>
          </a:ln>
        </p:spPr>
        <p:txBody>
          <a:bodyPr wrap="square" lIns="762" tIns="762" rIns="762" bIns="762" rtlCol="0" anchor="ctr">
            <a:normAutofit/>
          </a:bodyPr>
          <a:lstStyle/>
          <a:p>
            <a:r>
              <a:rPr lang="en-US" sz="832" dirty="0">
                <a:solidFill>
                  <a:srgbClr val="263238"/>
                </a:solidFill>
                <a:latin typeface="Aptos" pitchFamily="34" charset="0"/>
                <a:ea typeface="Aptos" pitchFamily="34" charset="-122"/>
                <a:cs typeface="Aptos" pitchFamily="34" charset="-120"/>
              </a:rPr>
              <a:t>Windows Server 2008</a:t>
            </a:r>
            <a:endParaRPr lang="en-US" sz="832" dirty="0"/>
          </a:p>
        </p:txBody>
      </p:sp>
      <p:sp>
        <p:nvSpPr>
          <p:cNvPr id="26" name="Text 24"/>
          <p:cNvSpPr/>
          <p:nvPr/>
        </p:nvSpPr>
        <p:spPr>
          <a:xfrm>
            <a:off x="2942356" y="3922776"/>
            <a:ext cx="1542776" cy="312039"/>
          </a:xfrm>
          <a:prstGeom prst="rect">
            <a:avLst/>
          </a:prstGeom>
          <a:solidFill>
            <a:srgbClr val="EEF6FF"/>
          </a:solidFill>
          <a:ln w="8255">
            <a:solidFill>
              <a:srgbClr val="C7D8EA"/>
            </a:solidFill>
          </a:ln>
        </p:spPr>
        <p:txBody>
          <a:bodyPr wrap="square" lIns="762" tIns="762" rIns="762" bIns="762" rtlCol="0" anchor="ctr">
            <a:normAutofit/>
          </a:bodyPr>
          <a:lstStyle/>
          <a:p>
            <a:r>
              <a:rPr lang="en-US" sz="832" dirty="0">
                <a:solidFill>
                  <a:srgbClr val="263238"/>
                </a:solidFill>
                <a:latin typeface="Aptos" pitchFamily="34" charset="0"/>
                <a:ea typeface="Aptos" pitchFamily="34" charset="-122"/>
                <a:cs typeface="Aptos" pitchFamily="34" charset="-120"/>
              </a:rPr>
              <a:t>27 February 2008</a:t>
            </a:r>
            <a:endParaRPr lang="en-US" sz="832" dirty="0"/>
          </a:p>
        </p:txBody>
      </p:sp>
      <p:sp>
        <p:nvSpPr>
          <p:cNvPr id="27" name="Text 25"/>
          <p:cNvSpPr/>
          <p:nvPr/>
        </p:nvSpPr>
        <p:spPr>
          <a:xfrm>
            <a:off x="4663440" y="1179576"/>
            <a:ext cx="4059936" cy="164592"/>
          </a:xfrm>
          <a:prstGeom prst="rect">
            <a:avLst/>
          </a:prstGeom>
          <a:noFill/>
          <a:ln/>
        </p:spPr>
        <p:txBody>
          <a:bodyPr wrap="square" lIns="0" tIns="0" rIns="0" bIns="0" rtlCol="0" anchor="ctr"/>
          <a:lstStyle/>
          <a:p>
            <a:r>
              <a:rPr lang="en-US" sz="975" b="1" dirty="0">
                <a:solidFill>
                  <a:srgbClr val="17324D"/>
                </a:solidFill>
              </a:rPr>
              <a:t>R2 and modern Windows Server releases</a:t>
            </a:r>
            <a:endParaRPr lang="en-US" sz="975" dirty="0"/>
          </a:p>
        </p:txBody>
      </p:sp>
      <p:sp>
        <p:nvSpPr>
          <p:cNvPr id="28" name="Text 26"/>
          <p:cNvSpPr/>
          <p:nvPr/>
        </p:nvSpPr>
        <p:spPr>
          <a:xfrm>
            <a:off x="4663440" y="1426464"/>
            <a:ext cx="2517161" cy="312039"/>
          </a:xfrm>
          <a:prstGeom prst="rect">
            <a:avLst/>
          </a:prstGeom>
          <a:solidFill>
            <a:srgbClr val="17324D"/>
          </a:solidFill>
          <a:ln w="8255">
            <a:solidFill>
              <a:srgbClr val="17324D"/>
            </a:solidFill>
          </a:ln>
        </p:spPr>
        <p:txBody>
          <a:bodyPr wrap="square" lIns="762" tIns="762" rIns="762" bIns="762" rtlCol="0" anchor="ctr">
            <a:normAutofit/>
          </a:bodyPr>
          <a:lstStyle/>
          <a:p>
            <a:r>
              <a:rPr lang="en-US" sz="810" b="1" dirty="0">
                <a:solidFill>
                  <a:srgbClr val="FFFFFF"/>
                </a:solidFill>
                <a:latin typeface="Aptos" pitchFamily="34" charset="0"/>
                <a:ea typeface="Aptos" pitchFamily="34" charset="-122"/>
                <a:cs typeface="Aptos" pitchFamily="34" charset="-120"/>
              </a:rPr>
              <a:t>Release</a:t>
            </a:r>
            <a:endParaRPr lang="en-US" sz="810" dirty="0"/>
          </a:p>
        </p:txBody>
      </p:sp>
      <p:sp>
        <p:nvSpPr>
          <p:cNvPr id="29" name="Text 27"/>
          <p:cNvSpPr/>
          <p:nvPr/>
        </p:nvSpPr>
        <p:spPr>
          <a:xfrm>
            <a:off x="7180600" y="1426464"/>
            <a:ext cx="1542776" cy="312039"/>
          </a:xfrm>
          <a:prstGeom prst="rect">
            <a:avLst/>
          </a:prstGeom>
          <a:solidFill>
            <a:srgbClr val="17324D"/>
          </a:solidFill>
          <a:ln w="8255">
            <a:solidFill>
              <a:srgbClr val="17324D"/>
            </a:solidFill>
          </a:ln>
        </p:spPr>
        <p:txBody>
          <a:bodyPr wrap="square" lIns="762" tIns="762" rIns="762" bIns="762" rtlCol="0" anchor="ctr">
            <a:normAutofit/>
          </a:bodyPr>
          <a:lstStyle/>
          <a:p>
            <a:r>
              <a:rPr lang="en-US" sz="810" b="1" dirty="0">
                <a:solidFill>
                  <a:srgbClr val="FFFFFF"/>
                </a:solidFill>
                <a:latin typeface="Aptos" pitchFamily="34" charset="0"/>
                <a:ea typeface="Aptos" pitchFamily="34" charset="-122"/>
                <a:cs typeface="Aptos" pitchFamily="34" charset="-120"/>
              </a:rPr>
              <a:t>General availability date</a:t>
            </a:r>
            <a:endParaRPr lang="en-US" sz="810" dirty="0"/>
          </a:p>
        </p:txBody>
      </p:sp>
      <p:sp>
        <p:nvSpPr>
          <p:cNvPr id="30" name="Text 28"/>
          <p:cNvSpPr/>
          <p:nvPr/>
        </p:nvSpPr>
        <p:spPr>
          <a:xfrm>
            <a:off x="4663440" y="1738503"/>
            <a:ext cx="2517161" cy="312039"/>
          </a:xfrm>
          <a:prstGeom prst="rect">
            <a:avLst/>
          </a:prstGeom>
          <a:solidFill>
            <a:srgbClr val="FFFFFF"/>
          </a:solidFill>
          <a:ln w="8255">
            <a:solidFill>
              <a:srgbClr val="C7D8EA"/>
            </a:solidFill>
          </a:ln>
        </p:spPr>
        <p:txBody>
          <a:bodyPr wrap="square" lIns="762" tIns="762" rIns="762" bIns="762" rtlCol="0" anchor="ctr">
            <a:normAutofit/>
          </a:bodyPr>
          <a:lstStyle/>
          <a:p>
            <a:r>
              <a:rPr lang="en-US" sz="832" dirty="0">
                <a:solidFill>
                  <a:srgbClr val="263238"/>
                </a:solidFill>
                <a:latin typeface="Aptos" pitchFamily="34" charset="0"/>
                <a:ea typeface="Aptos" pitchFamily="34" charset="-122"/>
                <a:cs typeface="Aptos" pitchFamily="34" charset="-120"/>
              </a:rPr>
              <a:t>Windows Server 2008 R2</a:t>
            </a:r>
            <a:endParaRPr lang="en-US" sz="832" dirty="0"/>
          </a:p>
        </p:txBody>
      </p:sp>
      <p:sp>
        <p:nvSpPr>
          <p:cNvPr id="31" name="Text 29"/>
          <p:cNvSpPr/>
          <p:nvPr/>
        </p:nvSpPr>
        <p:spPr>
          <a:xfrm>
            <a:off x="7180600" y="1738503"/>
            <a:ext cx="1542776" cy="312039"/>
          </a:xfrm>
          <a:prstGeom prst="rect">
            <a:avLst/>
          </a:prstGeom>
          <a:solidFill>
            <a:srgbClr val="FFFFFF"/>
          </a:solidFill>
          <a:ln w="8255">
            <a:solidFill>
              <a:srgbClr val="C7D8EA"/>
            </a:solidFill>
          </a:ln>
        </p:spPr>
        <p:txBody>
          <a:bodyPr wrap="square" lIns="762" tIns="762" rIns="762" bIns="762" rtlCol="0" anchor="ctr">
            <a:normAutofit/>
          </a:bodyPr>
          <a:lstStyle/>
          <a:p>
            <a:r>
              <a:rPr lang="en-US" sz="832" dirty="0">
                <a:solidFill>
                  <a:srgbClr val="263238"/>
                </a:solidFill>
                <a:latin typeface="Aptos" pitchFamily="34" charset="0"/>
                <a:ea typeface="Aptos" pitchFamily="34" charset="-122"/>
                <a:cs typeface="Aptos" pitchFamily="34" charset="-120"/>
              </a:rPr>
              <a:t>22 October 2009</a:t>
            </a:r>
            <a:endParaRPr lang="en-US" sz="832" dirty="0"/>
          </a:p>
        </p:txBody>
      </p:sp>
      <p:sp>
        <p:nvSpPr>
          <p:cNvPr id="32" name="Text 30"/>
          <p:cNvSpPr/>
          <p:nvPr/>
        </p:nvSpPr>
        <p:spPr>
          <a:xfrm>
            <a:off x="4663440" y="2050542"/>
            <a:ext cx="2517161" cy="312039"/>
          </a:xfrm>
          <a:prstGeom prst="rect">
            <a:avLst/>
          </a:prstGeom>
          <a:solidFill>
            <a:srgbClr val="EEF6FF"/>
          </a:solidFill>
          <a:ln w="8255">
            <a:solidFill>
              <a:srgbClr val="C7D8EA"/>
            </a:solidFill>
          </a:ln>
        </p:spPr>
        <p:txBody>
          <a:bodyPr wrap="square" lIns="762" tIns="762" rIns="762" bIns="762" rtlCol="0" anchor="ctr">
            <a:normAutofit/>
          </a:bodyPr>
          <a:lstStyle/>
          <a:p>
            <a:r>
              <a:rPr lang="en-US" sz="832" dirty="0">
                <a:solidFill>
                  <a:srgbClr val="263238"/>
                </a:solidFill>
                <a:latin typeface="Aptos" pitchFamily="34" charset="0"/>
                <a:ea typeface="Aptos" pitchFamily="34" charset="-122"/>
                <a:cs typeface="Aptos" pitchFamily="34" charset="-120"/>
              </a:rPr>
              <a:t>Windows Server 2012</a:t>
            </a:r>
            <a:endParaRPr lang="en-US" sz="832" dirty="0"/>
          </a:p>
        </p:txBody>
      </p:sp>
      <p:sp>
        <p:nvSpPr>
          <p:cNvPr id="33" name="Text 31"/>
          <p:cNvSpPr/>
          <p:nvPr/>
        </p:nvSpPr>
        <p:spPr>
          <a:xfrm>
            <a:off x="7180600" y="2050542"/>
            <a:ext cx="1542776" cy="312039"/>
          </a:xfrm>
          <a:prstGeom prst="rect">
            <a:avLst/>
          </a:prstGeom>
          <a:solidFill>
            <a:srgbClr val="EEF6FF"/>
          </a:solidFill>
          <a:ln w="8255">
            <a:solidFill>
              <a:srgbClr val="C7D8EA"/>
            </a:solidFill>
          </a:ln>
        </p:spPr>
        <p:txBody>
          <a:bodyPr wrap="square" lIns="762" tIns="762" rIns="762" bIns="762" rtlCol="0" anchor="ctr">
            <a:normAutofit/>
          </a:bodyPr>
          <a:lstStyle/>
          <a:p>
            <a:r>
              <a:rPr lang="en-US" sz="832" dirty="0">
                <a:solidFill>
                  <a:srgbClr val="263238"/>
                </a:solidFill>
                <a:latin typeface="Aptos" pitchFamily="34" charset="0"/>
                <a:ea typeface="Aptos" pitchFamily="34" charset="-122"/>
                <a:cs typeface="Aptos" pitchFamily="34" charset="-120"/>
              </a:rPr>
              <a:t>4 September 2012</a:t>
            </a:r>
            <a:endParaRPr lang="en-US" sz="832" dirty="0"/>
          </a:p>
        </p:txBody>
      </p:sp>
      <p:sp>
        <p:nvSpPr>
          <p:cNvPr id="34" name="Text 32"/>
          <p:cNvSpPr/>
          <p:nvPr/>
        </p:nvSpPr>
        <p:spPr>
          <a:xfrm>
            <a:off x="4663440" y="2362581"/>
            <a:ext cx="2517161" cy="312039"/>
          </a:xfrm>
          <a:prstGeom prst="rect">
            <a:avLst/>
          </a:prstGeom>
          <a:solidFill>
            <a:srgbClr val="FFFFFF"/>
          </a:solidFill>
          <a:ln w="8255">
            <a:solidFill>
              <a:srgbClr val="C7D8EA"/>
            </a:solidFill>
          </a:ln>
        </p:spPr>
        <p:txBody>
          <a:bodyPr wrap="square" lIns="762" tIns="762" rIns="762" bIns="762" rtlCol="0" anchor="ctr">
            <a:normAutofit/>
          </a:bodyPr>
          <a:lstStyle/>
          <a:p>
            <a:r>
              <a:rPr lang="en-US" sz="832" dirty="0">
                <a:solidFill>
                  <a:srgbClr val="263238"/>
                </a:solidFill>
                <a:latin typeface="Aptos" pitchFamily="34" charset="0"/>
                <a:ea typeface="Aptos" pitchFamily="34" charset="-122"/>
                <a:cs typeface="Aptos" pitchFamily="34" charset="-120"/>
              </a:rPr>
              <a:t>Windows Server 2012 R2</a:t>
            </a:r>
            <a:endParaRPr lang="en-US" sz="832" dirty="0"/>
          </a:p>
        </p:txBody>
      </p:sp>
      <p:sp>
        <p:nvSpPr>
          <p:cNvPr id="35" name="Text 33"/>
          <p:cNvSpPr/>
          <p:nvPr/>
        </p:nvSpPr>
        <p:spPr>
          <a:xfrm>
            <a:off x="7180600" y="2362581"/>
            <a:ext cx="1542776" cy="312039"/>
          </a:xfrm>
          <a:prstGeom prst="rect">
            <a:avLst/>
          </a:prstGeom>
          <a:solidFill>
            <a:srgbClr val="FFFFFF"/>
          </a:solidFill>
          <a:ln w="8255">
            <a:solidFill>
              <a:srgbClr val="C7D8EA"/>
            </a:solidFill>
          </a:ln>
        </p:spPr>
        <p:txBody>
          <a:bodyPr wrap="square" lIns="762" tIns="762" rIns="762" bIns="762" rtlCol="0" anchor="ctr">
            <a:normAutofit/>
          </a:bodyPr>
          <a:lstStyle/>
          <a:p>
            <a:r>
              <a:rPr lang="en-US" sz="832" dirty="0">
                <a:solidFill>
                  <a:srgbClr val="263238"/>
                </a:solidFill>
                <a:latin typeface="Aptos" pitchFamily="34" charset="0"/>
                <a:ea typeface="Aptos" pitchFamily="34" charset="-122"/>
                <a:cs typeface="Aptos" pitchFamily="34" charset="-120"/>
              </a:rPr>
              <a:t>17 October 2013</a:t>
            </a:r>
            <a:endParaRPr lang="en-US" sz="832" dirty="0"/>
          </a:p>
        </p:txBody>
      </p:sp>
      <p:sp>
        <p:nvSpPr>
          <p:cNvPr id="36" name="Text 34"/>
          <p:cNvSpPr/>
          <p:nvPr/>
        </p:nvSpPr>
        <p:spPr>
          <a:xfrm>
            <a:off x="4663440" y="2674620"/>
            <a:ext cx="2517161" cy="312039"/>
          </a:xfrm>
          <a:prstGeom prst="rect">
            <a:avLst/>
          </a:prstGeom>
          <a:solidFill>
            <a:srgbClr val="EEF6FF"/>
          </a:solidFill>
          <a:ln w="8255">
            <a:solidFill>
              <a:srgbClr val="C7D8EA"/>
            </a:solidFill>
          </a:ln>
        </p:spPr>
        <p:txBody>
          <a:bodyPr wrap="square" lIns="762" tIns="762" rIns="762" bIns="762" rtlCol="0" anchor="ctr">
            <a:normAutofit/>
          </a:bodyPr>
          <a:lstStyle/>
          <a:p>
            <a:r>
              <a:rPr lang="en-US" sz="832" dirty="0">
                <a:solidFill>
                  <a:srgbClr val="263238"/>
                </a:solidFill>
                <a:latin typeface="Aptos" pitchFamily="34" charset="0"/>
                <a:ea typeface="Aptos" pitchFamily="34" charset="-122"/>
                <a:cs typeface="Aptos" pitchFamily="34" charset="-120"/>
              </a:rPr>
              <a:t>Windows Server 2016</a:t>
            </a:r>
            <a:endParaRPr lang="en-US" sz="832" dirty="0"/>
          </a:p>
        </p:txBody>
      </p:sp>
      <p:sp>
        <p:nvSpPr>
          <p:cNvPr id="37" name="Text 35"/>
          <p:cNvSpPr/>
          <p:nvPr/>
        </p:nvSpPr>
        <p:spPr>
          <a:xfrm>
            <a:off x="7180600" y="2674620"/>
            <a:ext cx="1542776" cy="312039"/>
          </a:xfrm>
          <a:prstGeom prst="rect">
            <a:avLst/>
          </a:prstGeom>
          <a:solidFill>
            <a:srgbClr val="EEF6FF"/>
          </a:solidFill>
          <a:ln w="8255">
            <a:solidFill>
              <a:srgbClr val="C7D8EA"/>
            </a:solidFill>
          </a:ln>
        </p:spPr>
        <p:txBody>
          <a:bodyPr wrap="square" lIns="762" tIns="762" rIns="762" bIns="762" rtlCol="0" anchor="ctr">
            <a:normAutofit/>
          </a:bodyPr>
          <a:lstStyle/>
          <a:p>
            <a:r>
              <a:rPr lang="en-US" sz="832" dirty="0">
                <a:solidFill>
                  <a:srgbClr val="263238"/>
                </a:solidFill>
                <a:latin typeface="Aptos" pitchFamily="34" charset="0"/>
                <a:ea typeface="Aptos" pitchFamily="34" charset="-122"/>
                <a:cs typeface="Aptos" pitchFamily="34" charset="-120"/>
              </a:rPr>
              <a:t>12 October 2016</a:t>
            </a:r>
            <a:endParaRPr lang="en-US" sz="832" dirty="0"/>
          </a:p>
        </p:txBody>
      </p:sp>
      <p:sp>
        <p:nvSpPr>
          <p:cNvPr id="38" name="Text 36"/>
          <p:cNvSpPr/>
          <p:nvPr/>
        </p:nvSpPr>
        <p:spPr>
          <a:xfrm>
            <a:off x="4663440" y="2986659"/>
            <a:ext cx="2517161" cy="312039"/>
          </a:xfrm>
          <a:prstGeom prst="rect">
            <a:avLst/>
          </a:prstGeom>
          <a:solidFill>
            <a:srgbClr val="FFFFFF"/>
          </a:solidFill>
          <a:ln w="8255">
            <a:solidFill>
              <a:srgbClr val="C7D8EA"/>
            </a:solidFill>
          </a:ln>
        </p:spPr>
        <p:txBody>
          <a:bodyPr wrap="square" lIns="762" tIns="762" rIns="762" bIns="762" rtlCol="0" anchor="ctr">
            <a:normAutofit/>
          </a:bodyPr>
          <a:lstStyle/>
          <a:p>
            <a:r>
              <a:rPr lang="en-US" sz="832" dirty="0">
                <a:solidFill>
                  <a:srgbClr val="263238"/>
                </a:solidFill>
                <a:latin typeface="Aptos" pitchFamily="34" charset="0"/>
                <a:ea typeface="Aptos" pitchFamily="34" charset="-122"/>
                <a:cs typeface="Aptos" pitchFamily="34" charset="-120"/>
              </a:rPr>
              <a:t>Windows Server 2019</a:t>
            </a:r>
            <a:endParaRPr lang="en-US" sz="832" dirty="0"/>
          </a:p>
        </p:txBody>
      </p:sp>
      <p:sp>
        <p:nvSpPr>
          <p:cNvPr id="39" name="Text 37"/>
          <p:cNvSpPr/>
          <p:nvPr/>
        </p:nvSpPr>
        <p:spPr>
          <a:xfrm>
            <a:off x="7180600" y="2986659"/>
            <a:ext cx="1542776" cy="312039"/>
          </a:xfrm>
          <a:prstGeom prst="rect">
            <a:avLst/>
          </a:prstGeom>
          <a:solidFill>
            <a:srgbClr val="FFFFFF"/>
          </a:solidFill>
          <a:ln w="8255">
            <a:solidFill>
              <a:srgbClr val="C7D8EA"/>
            </a:solidFill>
          </a:ln>
        </p:spPr>
        <p:txBody>
          <a:bodyPr wrap="square" lIns="762" tIns="762" rIns="762" bIns="762" rtlCol="0" anchor="ctr">
            <a:normAutofit/>
          </a:bodyPr>
          <a:lstStyle/>
          <a:p>
            <a:r>
              <a:rPr lang="en-US" sz="832" dirty="0">
                <a:solidFill>
                  <a:srgbClr val="263238"/>
                </a:solidFill>
                <a:latin typeface="Aptos" pitchFamily="34" charset="0"/>
                <a:ea typeface="Aptos" pitchFamily="34" charset="-122"/>
                <a:cs typeface="Aptos" pitchFamily="34" charset="-120"/>
              </a:rPr>
              <a:t>2 October 2018</a:t>
            </a:r>
            <a:endParaRPr lang="en-US" sz="832" dirty="0"/>
          </a:p>
        </p:txBody>
      </p:sp>
      <p:sp>
        <p:nvSpPr>
          <p:cNvPr id="40" name="Text 38"/>
          <p:cNvSpPr/>
          <p:nvPr/>
        </p:nvSpPr>
        <p:spPr>
          <a:xfrm>
            <a:off x="4663440" y="3298698"/>
            <a:ext cx="2517161" cy="312039"/>
          </a:xfrm>
          <a:prstGeom prst="rect">
            <a:avLst/>
          </a:prstGeom>
          <a:solidFill>
            <a:srgbClr val="EEF6FF"/>
          </a:solidFill>
          <a:ln w="8255">
            <a:solidFill>
              <a:srgbClr val="C7D8EA"/>
            </a:solidFill>
          </a:ln>
        </p:spPr>
        <p:txBody>
          <a:bodyPr wrap="square" lIns="762" tIns="762" rIns="762" bIns="762" rtlCol="0" anchor="ctr">
            <a:normAutofit/>
          </a:bodyPr>
          <a:lstStyle/>
          <a:p>
            <a:r>
              <a:rPr lang="en-US" sz="832" dirty="0">
                <a:solidFill>
                  <a:srgbClr val="263238"/>
                </a:solidFill>
                <a:latin typeface="Aptos" pitchFamily="34" charset="0"/>
                <a:ea typeface="Aptos" pitchFamily="34" charset="-122"/>
                <a:cs typeface="Aptos" pitchFamily="34" charset="-120"/>
              </a:rPr>
              <a:t>Windows Server 2022</a:t>
            </a:r>
            <a:endParaRPr lang="en-US" sz="832" dirty="0"/>
          </a:p>
        </p:txBody>
      </p:sp>
      <p:sp>
        <p:nvSpPr>
          <p:cNvPr id="41" name="Text 39"/>
          <p:cNvSpPr/>
          <p:nvPr/>
        </p:nvSpPr>
        <p:spPr>
          <a:xfrm>
            <a:off x="7180600" y="3298698"/>
            <a:ext cx="1542776" cy="312039"/>
          </a:xfrm>
          <a:prstGeom prst="rect">
            <a:avLst/>
          </a:prstGeom>
          <a:solidFill>
            <a:srgbClr val="EEF6FF"/>
          </a:solidFill>
          <a:ln w="8255">
            <a:solidFill>
              <a:srgbClr val="C7D8EA"/>
            </a:solidFill>
          </a:ln>
        </p:spPr>
        <p:txBody>
          <a:bodyPr wrap="square" lIns="762" tIns="762" rIns="762" bIns="762" rtlCol="0" anchor="ctr">
            <a:normAutofit/>
          </a:bodyPr>
          <a:lstStyle/>
          <a:p>
            <a:r>
              <a:rPr lang="en-US" sz="832" dirty="0">
                <a:solidFill>
                  <a:srgbClr val="263238"/>
                </a:solidFill>
                <a:latin typeface="Aptos" pitchFamily="34" charset="0"/>
                <a:ea typeface="Aptos" pitchFamily="34" charset="-122"/>
                <a:cs typeface="Aptos" pitchFamily="34" charset="-120"/>
              </a:rPr>
              <a:t>18 August 2021</a:t>
            </a:r>
            <a:endParaRPr lang="en-US" sz="832" dirty="0"/>
          </a:p>
        </p:txBody>
      </p:sp>
      <p:sp>
        <p:nvSpPr>
          <p:cNvPr id="42" name="Text 40"/>
          <p:cNvSpPr/>
          <p:nvPr/>
        </p:nvSpPr>
        <p:spPr>
          <a:xfrm>
            <a:off x="4663440" y="3610737"/>
            <a:ext cx="2517161" cy="312039"/>
          </a:xfrm>
          <a:prstGeom prst="rect">
            <a:avLst/>
          </a:prstGeom>
          <a:solidFill>
            <a:srgbClr val="FFFFFF"/>
          </a:solidFill>
          <a:ln w="8255">
            <a:solidFill>
              <a:srgbClr val="C7D8EA"/>
            </a:solidFill>
          </a:ln>
        </p:spPr>
        <p:txBody>
          <a:bodyPr wrap="square" lIns="762" tIns="762" rIns="762" bIns="762" rtlCol="0" anchor="ctr">
            <a:normAutofit/>
          </a:bodyPr>
          <a:lstStyle/>
          <a:p>
            <a:r>
              <a:rPr lang="en-US" sz="832" dirty="0">
                <a:solidFill>
                  <a:srgbClr val="263238"/>
                </a:solidFill>
                <a:latin typeface="Aptos" pitchFamily="34" charset="0"/>
                <a:ea typeface="Aptos" pitchFamily="34" charset="-122"/>
                <a:cs typeface="Aptos" pitchFamily="34" charset="-120"/>
              </a:rPr>
              <a:t>Windows Server 2025</a:t>
            </a:r>
            <a:endParaRPr lang="en-US" sz="832" dirty="0"/>
          </a:p>
        </p:txBody>
      </p:sp>
      <p:sp>
        <p:nvSpPr>
          <p:cNvPr id="43" name="Text 41"/>
          <p:cNvSpPr/>
          <p:nvPr/>
        </p:nvSpPr>
        <p:spPr>
          <a:xfrm>
            <a:off x="7180600" y="3610737"/>
            <a:ext cx="1542776" cy="312039"/>
          </a:xfrm>
          <a:prstGeom prst="rect">
            <a:avLst/>
          </a:prstGeom>
          <a:solidFill>
            <a:srgbClr val="FFFFFF"/>
          </a:solidFill>
          <a:ln w="8255">
            <a:solidFill>
              <a:srgbClr val="C7D8EA"/>
            </a:solidFill>
          </a:ln>
        </p:spPr>
        <p:txBody>
          <a:bodyPr wrap="square" lIns="762" tIns="762" rIns="762" bIns="762" rtlCol="0" anchor="ctr">
            <a:normAutofit/>
          </a:bodyPr>
          <a:lstStyle/>
          <a:p>
            <a:r>
              <a:rPr lang="en-US" sz="832" dirty="0">
                <a:solidFill>
                  <a:srgbClr val="263238"/>
                </a:solidFill>
                <a:latin typeface="Aptos" pitchFamily="34" charset="0"/>
                <a:ea typeface="Aptos" pitchFamily="34" charset="-122"/>
                <a:cs typeface="Aptos" pitchFamily="34" charset="-120"/>
              </a:rPr>
              <a:t>1 November 2024</a:t>
            </a:r>
            <a:endParaRPr lang="en-US" sz="832" dirty="0"/>
          </a:p>
        </p:txBody>
      </p:sp>
      <p:sp>
        <p:nvSpPr>
          <p:cNvPr id="44" name="Text 42"/>
          <p:cNvSpPr/>
          <p:nvPr/>
        </p:nvSpPr>
        <p:spPr>
          <a:xfrm>
            <a:off x="4663440" y="4347972"/>
            <a:ext cx="4059936" cy="246888"/>
          </a:xfrm>
          <a:prstGeom prst="rect">
            <a:avLst/>
          </a:prstGeom>
          <a:solidFill>
            <a:srgbClr val="FFF7ED"/>
          </a:solidFill>
          <a:ln w="10160">
            <a:solidFill>
              <a:srgbClr val="FED7AA"/>
            </a:solidFill>
          </a:ln>
        </p:spPr>
        <p:txBody>
          <a:bodyPr wrap="square" lIns="762" tIns="762" rIns="762" bIns="762" rtlCol="0" anchor="ctr">
            <a:normAutofit/>
          </a:bodyPr>
          <a:lstStyle/>
          <a:p>
            <a:r>
              <a:rPr lang="en-US" sz="780" dirty="0">
                <a:solidFill>
                  <a:srgbClr val="7C2D12"/>
                </a:solidFill>
              </a:rPr>
              <a:t>Brand shift: Microsoft introduced the “Windows Server” name with Windows Server 2003.</a:t>
            </a:r>
            <a:endParaRPr lang="en-US" sz="780" dirty="0"/>
          </a:p>
        </p:txBody>
      </p:sp>
      <p:sp>
        <p:nvSpPr>
          <p:cNvPr id="45" name="Text 43"/>
          <p:cNvSpPr/>
          <p:nvPr/>
        </p:nvSpPr>
        <p:spPr>
          <a:xfrm>
            <a:off x="425196" y="4882896"/>
            <a:ext cx="8298180" cy="123444"/>
          </a:xfrm>
          <a:prstGeom prst="rect">
            <a:avLst/>
          </a:prstGeom>
          <a:noFill/>
          <a:ln/>
        </p:spPr>
        <p:txBody>
          <a:bodyPr wrap="square" lIns="0" tIns="0" rIns="0" bIns="0" rtlCol="0" anchor="ctr"/>
          <a:lstStyle/>
          <a:p>
            <a:r>
              <a:rPr lang="en-US" sz="615" dirty="0">
                <a:solidFill>
                  <a:srgbClr val="7A8896"/>
                </a:solidFill>
              </a:rPr>
              <a:t>Source: Wikipedia, “Windows Server” — Main releases list. Accessed 20 June 2026.</a:t>
            </a:r>
            <a:endParaRPr lang="en-US" sz="61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F06D41B-B8D7-67AE-6E08-6E13FAEC06A5}"/>
              </a:ext>
            </a:extLst>
          </p:cNvPr>
          <p:cNvPicPr>
            <a:picLocks noChangeAspect="1"/>
          </p:cNvPicPr>
          <p:nvPr/>
        </p:nvPicPr>
        <p:blipFill>
          <a:blip r:embed="rId2"/>
          <a:stretch>
            <a:fillRect/>
          </a:stretch>
        </p:blipFill>
        <p:spPr>
          <a:xfrm>
            <a:off x="2429" y="20781"/>
            <a:ext cx="9139141" cy="5143500"/>
          </a:xfrm>
          <a:prstGeom prst="rect">
            <a:avLst/>
          </a:prstGeom>
        </p:spPr>
      </p:pic>
    </p:spTree>
    <p:extLst>
      <p:ext uri="{BB962C8B-B14F-4D97-AF65-F5344CB8AC3E}">
        <p14:creationId xmlns:p14="http://schemas.microsoft.com/office/powerpoint/2010/main" val="709735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230E2D6C-E787-D17C-4D8B-5F4C6E3F7CB8}"/>
              </a:ext>
            </a:extLst>
          </p:cNvPr>
          <p:cNvPicPr>
            <a:picLocks noChangeAspect="1"/>
          </p:cNvPicPr>
          <p:nvPr/>
        </p:nvPicPr>
        <p:blipFill>
          <a:blip r:embed="rId2"/>
          <a:stretch>
            <a:fillRect/>
          </a:stretch>
        </p:blipFill>
        <p:spPr>
          <a:xfrm>
            <a:off x="0" y="0"/>
            <a:ext cx="9144000" cy="5140784"/>
          </a:xfrm>
          <a:prstGeom prst="rect">
            <a:avLst/>
          </a:prstGeom>
        </p:spPr>
      </p:pic>
    </p:spTree>
    <p:extLst>
      <p:ext uri="{BB962C8B-B14F-4D97-AF65-F5344CB8AC3E}">
        <p14:creationId xmlns:p14="http://schemas.microsoft.com/office/powerpoint/2010/main" val="10736111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573AAE9E-5808-2AF0-CF11-1382E80E847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0"/>
            <a:ext cx="9083040" cy="5109210"/>
          </a:xfrm>
          <a:prstGeom prst="rect">
            <a:avLst/>
          </a:prstGeom>
        </p:spPr>
      </p:pic>
    </p:spTree>
    <p:extLst>
      <p:ext uri="{BB962C8B-B14F-4D97-AF65-F5344CB8AC3E}">
        <p14:creationId xmlns:p14="http://schemas.microsoft.com/office/powerpoint/2010/main" val="32541653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FB2FA-2993-4736-C402-20366A147E57}"/>
              </a:ext>
            </a:extLst>
          </p:cNvPr>
          <p:cNvSpPr>
            <a:spLocks noGrp="1"/>
          </p:cNvSpPr>
          <p:nvPr>
            <p:ph type="title"/>
          </p:nvPr>
        </p:nvSpPr>
        <p:spPr/>
        <p:txBody>
          <a:bodyPr wrap="square">
            <a:noAutofit/>
          </a:bodyPr>
          <a:lstStyle/>
          <a:p>
            <a:r>
              <a:rPr lang="en-GB"/>
              <a:t>Windows Server 2025</a:t>
            </a:r>
          </a:p>
        </p:txBody>
      </p:sp>
      <p:pic>
        <p:nvPicPr>
          <p:cNvPr id="3" name="Picture 2" descr="https://upload.wikimedia.org/wikipedia/en/a/a2/Windows_Server_2025_Desktop.png">
            <a:extLst>
              <a:ext uri="{FF2B5EF4-FFF2-40B4-BE49-F238E27FC236}">
                <a16:creationId xmlns:a16="http://schemas.microsoft.com/office/drawing/2014/main" id="{3AE67BA9-165F-0FD3-C508-30D585876DD0}"/>
              </a:ext>
            </a:extLst>
          </p:cNvPr>
          <p:cNvPicPr>
            <a:picLocks noChangeAspect="1"/>
          </p:cNvPicPr>
          <p:nvPr/>
        </p:nvPicPr>
        <p:blipFill>
          <a:blip r:embed="rId2"/>
          <a:srcRect t="18"/>
          <a:stretch>
            <a:fillRect/>
          </a:stretch>
        </p:blipFill>
        <p:spPr>
          <a:xfrm>
            <a:off x="1143000" y="977265"/>
            <a:ext cx="6858000" cy="3856913"/>
          </a:xfrm>
          <a:prstGeom prst="rect">
            <a:avLst/>
          </a:prstGeom>
        </p:spPr>
      </p:pic>
      <p:sp>
        <p:nvSpPr>
          <p:cNvPr id="4" name="Course footer">
            <a:extLst>
              <a:ext uri="{FF2B5EF4-FFF2-40B4-BE49-F238E27FC236}">
                <a16:creationId xmlns:a16="http://schemas.microsoft.com/office/drawing/2014/main" id="{178A8472-B351-5114-D542-D1B063B96059}"/>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 Introduction to Windows Server</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5" name="TextBox 4">
            <a:extLst>
              <a:ext uri="{FF2B5EF4-FFF2-40B4-BE49-F238E27FC236}">
                <a16:creationId xmlns:a16="http://schemas.microsoft.com/office/drawing/2014/main" id="{733120DB-7A82-DF5E-204E-0CC5A0E66A18}"/>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02</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2544206677"/>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054650-FED2-697A-7B8D-4BF0F162E307}"/>
              </a:ext>
            </a:extLst>
          </p:cNvPr>
          <p:cNvSpPr>
            <a:spLocks noGrp="1"/>
          </p:cNvSpPr>
          <p:nvPr>
            <p:ph type="title"/>
          </p:nvPr>
        </p:nvSpPr>
        <p:spPr/>
        <p:txBody>
          <a:bodyPr/>
          <a:lstStyle/>
          <a:p>
            <a:r>
              <a:rPr lang="en-GB"/>
              <a:t>Learning Objectives</a:t>
            </a:r>
          </a:p>
        </p:txBody>
      </p:sp>
      <p:sp>
        <p:nvSpPr>
          <p:cNvPr id="3" name="Text Placeholder 2">
            <a:extLst>
              <a:ext uri="{FF2B5EF4-FFF2-40B4-BE49-F238E27FC236}">
                <a16:creationId xmlns:a16="http://schemas.microsoft.com/office/drawing/2014/main" id="{EAD7B773-9DEB-462D-78AC-92B57AA278F2}"/>
              </a:ext>
            </a:extLst>
          </p:cNvPr>
          <p:cNvSpPr>
            <a:spLocks noGrp="1"/>
          </p:cNvSpPr>
          <p:nvPr>
            <p:ph type="body" sz="quarter" idx="11"/>
          </p:nvPr>
        </p:nvSpPr>
        <p:spPr/>
        <p:txBody>
          <a:bodyPr>
            <a:normAutofit/>
          </a:bodyPr>
          <a:lstStyle/>
          <a:p>
            <a:r>
              <a:rPr lang="en-GB" sz="1500">
                <a:solidFill>
                  <a:srgbClr val="0076D4"/>
                </a:solidFill>
                <a:latin typeface="Segoe UI Semibold" panose="020B0702040204020203" pitchFamily="34" charset="0"/>
              </a:rPr>
              <a:t>01</a:t>
            </a:r>
            <a:r>
              <a:rPr lang="en-GB" sz="1500">
                <a:latin typeface="Segoe UI" panose="020B0502040204020203" pitchFamily="34" charset="0"/>
              </a:rPr>
              <a:t>  Explain Windows Server as an application and workload platform</a:t>
            </a:r>
          </a:p>
        </p:txBody>
      </p:sp>
      <p:sp>
        <p:nvSpPr>
          <p:cNvPr id="4" name="Text Placeholder 3">
            <a:extLst>
              <a:ext uri="{FF2B5EF4-FFF2-40B4-BE49-F238E27FC236}">
                <a16:creationId xmlns:a16="http://schemas.microsoft.com/office/drawing/2014/main" id="{48893128-84E3-4CE6-5C73-3691D4E3FFFC}"/>
              </a:ext>
            </a:extLst>
          </p:cNvPr>
          <p:cNvSpPr>
            <a:spLocks noGrp="1"/>
          </p:cNvSpPr>
          <p:nvPr>
            <p:ph type="body" sz="quarter" idx="15"/>
          </p:nvPr>
        </p:nvSpPr>
        <p:spPr/>
        <p:txBody>
          <a:bodyPr>
            <a:normAutofit/>
          </a:bodyPr>
          <a:lstStyle/>
          <a:p>
            <a:r>
              <a:rPr lang="en-GB" sz="1500">
                <a:solidFill>
                  <a:srgbClr val="0076D4"/>
                </a:solidFill>
                <a:latin typeface="Segoe UI Semibold" panose="020B0702040204020203" pitchFamily="34" charset="0"/>
              </a:rPr>
              <a:t>02</a:t>
            </a:r>
            <a:r>
              <a:rPr lang="en-GB" sz="1500">
                <a:latin typeface="Segoe UI" panose="020B0502040204020203" pitchFamily="34" charset="0"/>
              </a:rPr>
              <a:t>  Describe core Windows Server security concepts</a:t>
            </a:r>
          </a:p>
        </p:txBody>
      </p:sp>
      <p:sp>
        <p:nvSpPr>
          <p:cNvPr id="5" name="Text Placeholder 4">
            <a:extLst>
              <a:ext uri="{FF2B5EF4-FFF2-40B4-BE49-F238E27FC236}">
                <a16:creationId xmlns:a16="http://schemas.microsoft.com/office/drawing/2014/main" id="{B31F64EC-0B40-F114-4057-0B7BD13B519E}"/>
              </a:ext>
            </a:extLst>
          </p:cNvPr>
          <p:cNvSpPr>
            <a:spLocks noGrp="1"/>
          </p:cNvSpPr>
          <p:nvPr>
            <p:ph type="body" sz="quarter" idx="17"/>
          </p:nvPr>
        </p:nvSpPr>
        <p:spPr/>
        <p:txBody>
          <a:bodyPr>
            <a:normAutofit/>
          </a:bodyPr>
          <a:lstStyle/>
          <a:p>
            <a:r>
              <a:rPr lang="en-GB" sz="1500">
                <a:solidFill>
                  <a:srgbClr val="0076D4"/>
                </a:solidFill>
                <a:latin typeface="Segoe UI Semibold" panose="020B0702040204020203" pitchFamily="34" charset="0"/>
              </a:rPr>
              <a:t>03</a:t>
            </a:r>
            <a:r>
              <a:rPr lang="en-GB" sz="1500">
                <a:latin typeface="Segoe UI" panose="020B0502040204020203" pitchFamily="34" charset="0"/>
              </a:rPr>
              <a:t>  Identify how services underpin server operations</a:t>
            </a:r>
          </a:p>
        </p:txBody>
      </p:sp>
      <p:sp>
        <p:nvSpPr>
          <p:cNvPr id="6" name="Text Placeholder 5">
            <a:extLst>
              <a:ext uri="{FF2B5EF4-FFF2-40B4-BE49-F238E27FC236}">
                <a16:creationId xmlns:a16="http://schemas.microsoft.com/office/drawing/2014/main" id="{A7971705-EA04-311E-7004-0C85ADDD1F84}"/>
              </a:ext>
            </a:extLst>
          </p:cNvPr>
          <p:cNvSpPr>
            <a:spLocks noGrp="1"/>
          </p:cNvSpPr>
          <p:nvPr>
            <p:ph type="body" sz="quarter" idx="19"/>
          </p:nvPr>
        </p:nvSpPr>
        <p:spPr/>
        <p:txBody>
          <a:bodyPr>
            <a:normAutofit/>
          </a:bodyPr>
          <a:lstStyle/>
          <a:p>
            <a:r>
              <a:rPr lang="en-GB" sz="1500">
                <a:solidFill>
                  <a:srgbClr val="0076D4"/>
                </a:solidFill>
                <a:latin typeface="Segoe UI Semibold" panose="020B0702040204020203" pitchFamily="34" charset="0"/>
              </a:rPr>
              <a:t>04</a:t>
            </a:r>
            <a:r>
              <a:rPr lang="en-GB" sz="1500">
                <a:latin typeface="Segoe UI" panose="020B0502040204020203" pitchFamily="34" charset="0"/>
              </a:rPr>
              <a:t>  Connect platform design choices to later administration topics</a:t>
            </a:r>
          </a:p>
        </p:txBody>
      </p:sp>
      <p:sp>
        <p:nvSpPr>
          <p:cNvPr id="7" name="Text Placeholder 6">
            <a:extLst>
              <a:ext uri="{FF2B5EF4-FFF2-40B4-BE49-F238E27FC236}">
                <a16:creationId xmlns:a16="http://schemas.microsoft.com/office/drawing/2014/main" id="{4503E45E-CF65-5425-65DA-947D11C008C5}"/>
              </a:ext>
            </a:extLst>
          </p:cNvPr>
          <p:cNvSpPr>
            <a:spLocks noGrp="1"/>
          </p:cNvSpPr>
          <p:nvPr>
            <p:ph type="body" sz="quarter" idx="21"/>
          </p:nvPr>
        </p:nvSpPr>
        <p:spPr/>
        <p:txBody>
          <a:bodyPr>
            <a:normAutofit/>
          </a:bodyPr>
          <a:lstStyle/>
          <a:p>
            <a:r>
              <a:rPr lang="en-GB" sz="1500">
                <a:solidFill>
                  <a:srgbClr val="0076D4"/>
                </a:solidFill>
                <a:latin typeface="Segoe UI Semibold" panose="020B0702040204020203" pitchFamily="34" charset="0"/>
              </a:rPr>
              <a:t>05</a:t>
            </a:r>
            <a:r>
              <a:rPr lang="en-GB" sz="1500">
                <a:latin typeface="Segoe UI" panose="020B0502040204020203" pitchFamily="34" charset="0"/>
              </a:rPr>
              <a:t>  Explain the high-level architecture of the Windows Server platform</a:t>
            </a:r>
          </a:p>
        </p:txBody>
      </p:sp>
      <p:sp>
        <p:nvSpPr>
          <p:cNvPr id="8" name="Course footer">
            <a:extLst>
              <a:ext uri="{FF2B5EF4-FFF2-40B4-BE49-F238E27FC236}">
                <a16:creationId xmlns:a16="http://schemas.microsoft.com/office/drawing/2014/main" id="{C388E33D-BFE6-F39B-7350-D234B7667B0A}"/>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 Introduction to Windows Server</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9" name="TextBox 8">
            <a:extLst>
              <a:ext uri="{FF2B5EF4-FFF2-40B4-BE49-F238E27FC236}">
                <a16:creationId xmlns:a16="http://schemas.microsoft.com/office/drawing/2014/main" id="{3F3BC05A-AA7B-A212-CA05-4F1AE869A36E}"/>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03</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59621499"/>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3284B4-5FF4-B0D4-DD77-3FE6FE59367D}"/>
              </a:ext>
            </a:extLst>
          </p:cNvPr>
          <p:cNvSpPr>
            <a:spLocks noGrp="1"/>
          </p:cNvSpPr>
          <p:nvPr>
            <p:ph type="title"/>
          </p:nvPr>
        </p:nvSpPr>
        <p:spPr/>
        <p:txBody>
          <a:bodyPr wrap="square">
            <a:noAutofit/>
          </a:bodyPr>
          <a:lstStyle/>
          <a:p>
            <a:r>
              <a:rPr lang="en-GB"/>
              <a:t>Windows Server 2025</a:t>
            </a:r>
          </a:p>
        </p:txBody>
      </p:sp>
      <p:sp>
        <p:nvSpPr>
          <p:cNvPr id="3" name="Text 5">
            <a:extLst>
              <a:ext uri="{FF2B5EF4-FFF2-40B4-BE49-F238E27FC236}">
                <a16:creationId xmlns:a16="http://schemas.microsoft.com/office/drawing/2014/main" id="{EF7433E1-9CB9-B139-6256-58E78625E1A9}"/>
              </a:ext>
            </a:extLst>
          </p:cNvPr>
          <p:cNvSpPr/>
          <p:nvPr/>
        </p:nvSpPr>
        <p:spPr>
          <a:xfrm>
            <a:off x="273050" y="854551"/>
            <a:ext cx="4389120" cy="4023360"/>
          </a:xfrm>
          <a:prstGeom prst="rect">
            <a:avLst/>
          </a:prstGeom>
          <a:noFill/>
          <a:ln/>
        </p:spPr>
        <p:txBody>
          <a:bodyPr wrap="square" lIns="0" tIns="0" rIns="0" bIns="0" rtlCol="0" anchor="t">
            <a:normAutofit/>
          </a:bodyPr>
          <a:lstStyle/>
          <a:p>
            <a:pPr marL="342900" indent="-342900">
              <a:spcAft>
                <a:spcPts val="6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A platform for infrastructure roles and business workloads</a:t>
            </a:r>
            <a:endParaRPr lang="en-US" sz="1600" dirty="0">
              <a:latin typeface="Segoe UI" panose="020B0502040204020203" pitchFamily="34" charset="0"/>
            </a:endParaRPr>
          </a:p>
          <a:p>
            <a:pPr marL="342900" indent="-342900">
              <a:spcAft>
                <a:spcPts val="6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Designed for remote administration and automation</a:t>
            </a:r>
            <a:endParaRPr lang="en-US" sz="1600" dirty="0">
              <a:latin typeface="Segoe UI" panose="020B0502040204020203" pitchFamily="34" charset="0"/>
            </a:endParaRPr>
          </a:p>
          <a:p>
            <a:pPr marL="342900" indent="-342900">
              <a:spcAft>
                <a:spcPts val="6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Built for on-premises, virtualized, and hybrid environments</a:t>
            </a:r>
            <a:endParaRPr lang="en-US" sz="1600" dirty="0">
              <a:latin typeface="Segoe UI" panose="020B0502040204020203" pitchFamily="34" charset="0"/>
            </a:endParaRPr>
          </a:p>
          <a:p>
            <a:pPr marL="342900" indent="-342900">
              <a:spcAft>
                <a:spcPts val="6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Available in editions and installation models that affect operations and supportability</a:t>
            </a:r>
            <a:endParaRPr lang="en-US" sz="1600" dirty="0">
              <a:latin typeface="Segoe UI" panose="020B0502040204020203" pitchFamily="34" charset="0"/>
            </a:endParaRPr>
          </a:p>
        </p:txBody>
      </p:sp>
      <p:sp>
        <p:nvSpPr>
          <p:cNvPr id="4" name="Shape 6">
            <a:extLst>
              <a:ext uri="{FF2B5EF4-FFF2-40B4-BE49-F238E27FC236}">
                <a16:creationId xmlns:a16="http://schemas.microsoft.com/office/drawing/2014/main" id="{A9B5ECCA-C35E-6B5E-4D0A-27A2EA2789EB}"/>
              </a:ext>
            </a:extLst>
          </p:cNvPr>
          <p:cNvSpPr/>
          <p:nvPr/>
        </p:nvSpPr>
        <p:spPr>
          <a:xfrm>
            <a:off x="4982210" y="900271"/>
            <a:ext cx="3886200" cy="594360"/>
          </a:xfrm>
          <a:prstGeom prst="rect">
            <a:avLst/>
          </a:prstGeom>
          <a:solidFill>
            <a:srgbClr val="0076D4"/>
          </a:solidFill>
          <a:ln w="12700">
            <a:solidFill>
              <a:srgbClr val="0076D4"/>
            </a:solidFill>
            <a:prstDash val="solid"/>
          </a:ln>
        </p:spPr>
        <p:txBody>
          <a:bodyPr/>
          <a:lstStyle/>
          <a:p>
            <a:endParaRPr lang="en-GB"/>
          </a:p>
        </p:txBody>
      </p:sp>
      <p:pic>
        <p:nvPicPr>
          <p:cNvPr id="5" name="Image 0" descr="preencoded.png">
            <a:extLst>
              <a:ext uri="{FF2B5EF4-FFF2-40B4-BE49-F238E27FC236}">
                <a16:creationId xmlns:a16="http://schemas.microsoft.com/office/drawing/2014/main" id="{113634F2-CC2F-A13A-FAAA-D35CFBC72090}"/>
              </a:ext>
            </a:extLst>
          </p:cNvPr>
          <p:cNvPicPr>
            <a:picLocks noChangeAspect="1"/>
          </p:cNvPicPr>
          <p:nvPr/>
        </p:nvPicPr>
        <p:blipFill>
          <a:blip r:embed="rId2"/>
          <a:stretch>
            <a:fillRect/>
          </a:stretch>
        </p:blipFill>
        <p:spPr>
          <a:xfrm>
            <a:off x="5073650" y="1009999"/>
            <a:ext cx="347472" cy="347472"/>
          </a:xfrm>
          <a:prstGeom prst="rect">
            <a:avLst/>
          </a:prstGeom>
        </p:spPr>
      </p:pic>
      <p:sp>
        <p:nvSpPr>
          <p:cNvPr id="6" name="Text 7">
            <a:extLst>
              <a:ext uri="{FF2B5EF4-FFF2-40B4-BE49-F238E27FC236}">
                <a16:creationId xmlns:a16="http://schemas.microsoft.com/office/drawing/2014/main" id="{8B41E84C-A810-C06B-CFD4-9467995E990C}"/>
              </a:ext>
            </a:extLst>
          </p:cNvPr>
          <p:cNvSpPr/>
          <p:nvPr/>
        </p:nvSpPr>
        <p:spPr>
          <a:xfrm>
            <a:off x="5530850" y="900271"/>
            <a:ext cx="3246120" cy="594360"/>
          </a:xfrm>
          <a:prstGeom prst="rect">
            <a:avLst/>
          </a:prstGeom>
          <a:noFill/>
          <a:ln/>
        </p:spPr>
        <p:txBody>
          <a:bodyPr wrap="square" lIns="0" tIns="0" rIns="0" bIns="0" rtlCol="0" anchor="ctr">
            <a:normAutofit/>
          </a:bodyPr>
          <a:lstStyle/>
          <a:p>
            <a:pPr marL="0" indent="0" algn="l">
              <a:buNone/>
            </a:pPr>
            <a:r>
              <a:rPr lang="en-US" sz="1300" b="1" dirty="0">
                <a:solidFill>
                  <a:srgbClr val="FFFFFF"/>
                </a:solidFill>
                <a:latin typeface="Segoe UI" panose="020B0502040204020203" pitchFamily="34" charset="0"/>
                <a:ea typeface="Calibri" pitchFamily="34" charset="-122"/>
                <a:cs typeface="Calibri" pitchFamily="34" charset="-120"/>
              </a:rPr>
              <a:t>Management &amp; Security</a:t>
            </a:r>
            <a:endParaRPr lang="en-US" sz="1300" dirty="0">
              <a:latin typeface="Segoe UI" panose="020B0502040204020203" pitchFamily="34" charset="0"/>
            </a:endParaRPr>
          </a:p>
        </p:txBody>
      </p:sp>
      <p:sp>
        <p:nvSpPr>
          <p:cNvPr id="7" name="Shape 8">
            <a:extLst>
              <a:ext uri="{FF2B5EF4-FFF2-40B4-BE49-F238E27FC236}">
                <a16:creationId xmlns:a16="http://schemas.microsoft.com/office/drawing/2014/main" id="{B16EB839-14CD-4D40-5E3F-F073876EE607}"/>
              </a:ext>
            </a:extLst>
          </p:cNvPr>
          <p:cNvSpPr/>
          <p:nvPr/>
        </p:nvSpPr>
        <p:spPr>
          <a:xfrm>
            <a:off x="6920738" y="1494631"/>
            <a:ext cx="0" cy="155448"/>
          </a:xfrm>
          <a:prstGeom prst="line">
            <a:avLst/>
          </a:prstGeom>
          <a:noFill/>
          <a:ln w="25400">
            <a:solidFill>
              <a:srgbClr val="8ECAE6"/>
            </a:solidFill>
            <a:prstDash val="solid"/>
          </a:ln>
        </p:spPr>
        <p:txBody>
          <a:bodyPr/>
          <a:lstStyle/>
          <a:p>
            <a:endParaRPr lang="en-GB"/>
          </a:p>
        </p:txBody>
      </p:sp>
      <p:sp>
        <p:nvSpPr>
          <p:cNvPr id="8" name="Shape 9">
            <a:extLst>
              <a:ext uri="{FF2B5EF4-FFF2-40B4-BE49-F238E27FC236}">
                <a16:creationId xmlns:a16="http://schemas.microsoft.com/office/drawing/2014/main" id="{536238A3-B70C-502F-8206-6D029AB8207C}"/>
              </a:ext>
            </a:extLst>
          </p:cNvPr>
          <p:cNvSpPr/>
          <p:nvPr/>
        </p:nvSpPr>
        <p:spPr>
          <a:xfrm>
            <a:off x="4982210" y="1650079"/>
            <a:ext cx="3886200" cy="594360"/>
          </a:xfrm>
          <a:prstGeom prst="rect">
            <a:avLst/>
          </a:prstGeom>
          <a:solidFill>
            <a:srgbClr val="0076D4"/>
          </a:solidFill>
          <a:ln w="12700">
            <a:solidFill>
              <a:srgbClr val="0076D4"/>
            </a:solidFill>
            <a:prstDash val="solid"/>
          </a:ln>
        </p:spPr>
        <p:txBody>
          <a:bodyPr/>
          <a:lstStyle/>
          <a:p>
            <a:endParaRPr lang="en-GB"/>
          </a:p>
        </p:txBody>
      </p:sp>
      <p:pic>
        <p:nvPicPr>
          <p:cNvPr id="9" name="Image 1" descr="preencoded.png">
            <a:extLst>
              <a:ext uri="{FF2B5EF4-FFF2-40B4-BE49-F238E27FC236}">
                <a16:creationId xmlns:a16="http://schemas.microsoft.com/office/drawing/2014/main" id="{58FEC2E5-3D11-C7B5-D621-DD1260DC1AAB}"/>
              </a:ext>
            </a:extLst>
          </p:cNvPr>
          <p:cNvPicPr>
            <a:picLocks noChangeAspect="1"/>
          </p:cNvPicPr>
          <p:nvPr/>
        </p:nvPicPr>
        <p:blipFill>
          <a:blip r:embed="rId3"/>
          <a:stretch>
            <a:fillRect/>
          </a:stretch>
        </p:blipFill>
        <p:spPr>
          <a:xfrm>
            <a:off x="5073650" y="1759807"/>
            <a:ext cx="347472" cy="347472"/>
          </a:xfrm>
          <a:prstGeom prst="rect">
            <a:avLst/>
          </a:prstGeom>
        </p:spPr>
      </p:pic>
      <p:sp>
        <p:nvSpPr>
          <p:cNvPr id="10" name="Text 10">
            <a:extLst>
              <a:ext uri="{FF2B5EF4-FFF2-40B4-BE49-F238E27FC236}">
                <a16:creationId xmlns:a16="http://schemas.microsoft.com/office/drawing/2014/main" id="{13AEA2F7-14B9-090B-34EC-A834EB0E422E}"/>
              </a:ext>
            </a:extLst>
          </p:cNvPr>
          <p:cNvSpPr/>
          <p:nvPr/>
        </p:nvSpPr>
        <p:spPr>
          <a:xfrm>
            <a:off x="5530850" y="1650079"/>
            <a:ext cx="3246120" cy="594360"/>
          </a:xfrm>
          <a:prstGeom prst="rect">
            <a:avLst/>
          </a:prstGeom>
          <a:noFill/>
          <a:ln/>
        </p:spPr>
        <p:txBody>
          <a:bodyPr wrap="square" lIns="0" tIns="0" rIns="0" bIns="0" rtlCol="0" anchor="ctr">
            <a:normAutofit/>
          </a:bodyPr>
          <a:lstStyle/>
          <a:p>
            <a:pPr marL="0" indent="0" algn="l">
              <a:buNone/>
            </a:pPr>
            <a:r>
              <a:rPr lang="en-US" sz="1300" b="1" dirty="0">
                <a:solidFill>
                  <a:srgbClr val="FFFFFF"/>
                </a:solidFill>
                <a:latin typeface="Segoe UI" panose="020B0502040204020203" pitchFamily="34" charset="0"/>
                <a:ea typeface="Calibri" pitchFamily="34" charset="-122"/>
                <a:cs typeface="Calibri" pitchFamily="34" charset="-120"/>
              </a:rPr>
              <a:t>Applications &amp; Services</a:t>
            </a:r>
            <a:endParaRPr lang="en-US" sz="1300" dirty="0">
              <a:latin typeface="Segoe UI" panose="020B0502040204020203" pitchFamily="34" charset="0"/>
            </a:endParaRPr>
          </a:p>
        </p:txBody>
      </p:sp>
      <p:sp>
        <p:nvSpPr>
          <p:cNvPr id="11" name="Shape 11">
            <a:extLst>
              <a:ext uri="{FF2B5EF4-FFF2-40B4-BE49-F238E27FC236}">
                <a16:creationId xmlns:a16="http://schemas.microsoft.com/office/drawing/2014/main" id="{0F3E9681-877D-66A2-B85D-4C233B5AB4AF}"/>
              </a:ext>
            </a:extLst>
          </p:cNvPr>
          <p:cNvSpPr/>
          <p:nvPr/>
        </p:nvSpPr>
        <p:spPr>
          <a:xfrm>
            <a:off x="6920738" y="2244439"/>
            <a:ext cx="0" cy="155448"/>
          </a:xfrm>
          <a:prstGeom prst="line">
            <a:avLst/>
          </a:prstGeom>
          <a:noFill/>
          <a:ln w="25400">
            <a:solidFill>
              <a:srgbClr val="8ECAE6"/>
            </a:solidFill>
            <a:prstDash val="solid"/>
          </a:ln>
        </p:spPr>
        <p:txBody>
          <a:bodyPr/>
          <a:lstStyle/>
          <a:p>
            <a:endParaRPr lang="en-GB"/>
          </a:p>
        </p:txBody>
      </p:sp>
      <p:sp>
        <p:nvSpPr>
          <p:cNvPr id="12" name="Shape 12">
            <a:extLst>
              <a:ext uri="{FF2B5EF4-FFF2-40B4-BE49-F238E27FC236}">
                <a16:creationId xmlns:a16="http://schemas.microsoft.com/office/drawing/2014/main" id="{C7616C29-BE5A-9D0E-69DF-A3A35A1AFC56}"/>
              </a:ext>
            </a:extLst>
          </p:cNvPr>
          <p:cNvSpPr/>
          <p:nvPr/>
        </p:nvSpPr>
        <p:spPr>
          <a:xfrm>
            <a:off x="4982210" y="2399887"/>
            <a:ext cx="3886200" cy="594360"/>
          </a:xfrm>
          <a:prstGeom prst="rect">
            <a:avLst/>
          </a:prstGeom>
          <a:solidFill>
            <a:srgbClr val="0076D4"/>
          </a:solidFill>
          <a:ln w="12700">
            <a:solidFill>
              <a:srgbClr val="0076D4"/>
            </a:solidFill>
            <a:prstDash val="solid"/>
          </a:ln>
        </p:spPr>
        <p:txBody>
          <a:bodyPr/>
          <a:lstStyle/>
          <a:p>
            <a:endParaRPr lang="en-GB"/>
          </a:p>
        </p:txBody>
      </p:sp>
      <p:pic>
        <p:nvPicPr>
          <p:cNvPr id="13" name="Image 2" descr="preencoded.png">
            <a:extLst>
              <a:ext uri="{FF2B5EF4-FFF2-40B4-BE49-F238E27FC236}">
                <a16:creationId xmlns:a16="http://schemas.microsoft.com/office/drawing/2014/main" id="{2250A6BE-9B91-DDF5-36FC-C6221C69CE75}"/>
              </a:ext>
            </a:extLst>
          </p:cNvPr>
          <p:cNvPicPr>
            <a:picLocks noChangeAspect="1"/>
          </p:cNvPicPr>
          <p:nvPr/>
        </p:nvPicPr>
        <p:blipFill>
          <a:blip r:embed="rId4"/>
          <a:stretch>
            <a:fillRect/>
          </a:stretch>
        </p:blipFill>
        <p:spPr>
          <a:xfrm>
            <a:off x="5073650" y="2509615"/>
            <a:ext cx="347472" cy="347472"/>
          </a:xfrm>
          <a:prstGeom prst="rect">
            <a:avLst/>
          </a:prstGeom>
        </p:spPr>
      </p:pic>
      <p:sp>
        <p:nvSpPr>
          <p:cNvPr id="14" name="Text 13">
            <a:extLst>
              <a:ext uri="{FF2B5EF4-FFF2-40B4-BE49-F238E27FC236}">
                <a16:creationId xmlns:a16="http://schemas.microsoft.com/office/drawing/2014/main" id="{6507099E-360B-2688-6A24-B3E3B81999E8}"/>
              </a:ext>
            </a:extLst>
          </p:cNvPr>
          <p:cNvSpPr/>
          <p:nvPr/>
        </p:nvSpPr>
        <p:spPr>
          <a:xfrm>
            <a:off x="5530850" y="2399887"/>
            <a:ext cx="3246120" cy="594360"/>
          </a:xfrm>
          <a:prstGeom prst="rect">
            <a:avLst/>
          </a:prstGeom>
          <a:noFill/>
          <a:ln/>
        </p:spPr>
        <p:txBody>
          <a:bodyPr wrap="square" lIns="0" tIns="0" rIns="0" bIns="0" rtlCol="0" anchor="ctr">
            <a:normAutofit/>
          </a:bodyPr>
          <a:lstStyle/>
          <a:p>
            <a:pPr marL="0" indent="0" algn="l">
              <a:buNone/>
            </a:pPr>
            <a:r>
              <a:rPr lang="en-US" sz="1300" b="1" dirty="0">
                <a:solidFill>
                  <a:srgbClr val="FFFFFF"/>
                </a:solidFill>
                <a:latin typeface="Segoe UI" panose="020B0502040204020203" pitchFamily="34" charset="0"/>
                <a:ea typeface="Calibri" pitchFamily="34" charset="-122"/>
                <a:cs typeface="Calibri" pitchFamily="34" charset="-120"/>
              </a:rPr>
              <a:t>Roles &amp; Features</a:t>
            </a:r>
            <a:endParaRPr lang="en-US" sz="1300" dirty="0">
              <a:latin typeface="Segoe UI" panose="020B0502040204020203" pitchFamily="34" charset="0"/>
            </a:endParaRPr>
          </a:p>
        </p:txBody>
      </p:sp>
      <p:sp>
        <p:nvSpPr>
          <p:cNvPr id="15" name="Shape 14">
            <a:extLst>
              <a:ext uri="{FF2B5EF4-FFF2-40B4-BE49-F238E27FC236}">
                <a16:creationId xmlns:a16="http://schemas.microsoft.com/office/drawing/2014/main" id="{8F96318C-81C5-19B6-D1BA-303EC327082F}"/>
              </a:ext>
            </a:extLst>
          </p:cNvPr>
          <p:cNvSpPr/>
          <p:nvPr/>
        </p:nvSpPr>
        <p:spPr>
          <a:xfrm>
            <a:off x="6920738" y="2994247"/>
            <a:ext cx="0" cy="155448"/>
          </a:xfrm>
          <a:prstGeom prst="line">
            <a:avLst/>
          </a:prstGeom>
          <a:noFill/>
          <a:ln w="25400">
            <a:solidFill>
              <a:srgbClr val="8ECAE6"/>
            </a:solidFill>
            <a:prstDash val="solid"/>
          </a:ln>
        </p:spPr>
        <p:txBody>
          <a:bodyPr/>
          <a:lstStyle/>
          <a:p>
            <a:endParaRPr lang="en-GB"/>
          </a:p>
        </p:txBody>
      </p:sp>
      <p:sp>
        <p:nvSpPr>
          <p:cNvPr id="16" name="Shape 15">
            <a:extLst>
              <a:ext uri="{FF2B5EF4-FFF2-40B4-BE49-F238E27FC236}">
                <a16:creationId xmlns:a16="http://schemas.microsoft.com/office/drawing/2014/main" id="{7CE57E9A-653E-36A7-ED6A-C9FAD30EA5BE}"/>
              </a:ext>
            </a:extLst>
          </p:cNvPr>
          <p:cNvSpPr/>
          <p:nvPr/>
        </p:nvSpPr>
        <p:spPr>
          <a:xfrm>
            <a:off x="4982210" y="3149695"/>
            <a:ext cx="3886200" cy="594360"/>
          </a:xfrm>
          <a:prstGeom prst="rect">
            <a:avLst/>
          </a:prstGeom>
          <a:solidFill>
            <a:srgbClr val="243A5E"/>
          </a:solidFill>
          <a:ln w="12700">
            <a:solidFill>
              <a:srgbClr val="243A5E"/>
            </a:solidFill>
            <a:prstDash val="solid"/>
          </a:ln>
        </p:spPr>
        <p:txBody>
          <a:bodyPr/>
          <a:lstStyle/>
          <a:p>
            <a:endParaRPr lang="en-GB"/>
          </a:p>
        </p:txBody>
      </p:sp>
      <p:pic>
        <p:nvPicPr>
          <p:cNvPr id="17" name="Image 3" descr="preencoded.png">
            <a:extLst>
              <a:ext uri="{FF2B5EF4-FFF2-40B4-BE49-F238E27FC236}">
                <a16:creationId xmlns:a16="http://schemas.microsoft.com/office/drawing/2014/main" id="{F4CEC527-0AF0-8420-5524-1BDAF2A53E0C}"/>
              </a:ext>
            </a:extLst>
          </p:cNvPr>
          <p:cNvPicPr>
            <a:picLocks noChangeAspect="1"/>
          </p:cNvPicPr>
          <p:nvPr/>
        </p:nvPicPr>
        <p:blipFill>
          <a:blip r:embed="rId5"/>
          <a:stretch>
            <a:fillRect/>
          </a:stretch>
        </p:blipFill>
        <p:spPr>
          <a:xfrm>
            <a:off x="5073650" y="3259423"/>
            <a:ext cx="347472" cy="347472"/>
          </a:xfrm>
          <a:prstGeom prst="rect">
            <a:avLst/>
          </a:prstGeom>
        </p:spPr>
      </p:pic>
      <p:sp>
        <p:nvSpPr>
          <p:cNvPr id="18" name="Text 16">
            <a:extLst>
              <a:ext uri="{FF2B5EF4-FFF2-40B4-BE49-F238E27FC236}">
                <a16:creationId xmlns:a16="http://schemas.microsoft.com/office/drawing/2014/main" id="{3B095E49-6F9A-FBA4-31E1-5B9CEB761731}"/>
              </a:ext>
            </a:extLst>
          </p:cNvPr>
          <p:cNvSpPr/>
          <p:nvPr/>
        </p:nvSpPr>
        <p:spPr>
          <a:xfrm>
            <a:off x="5530850" y="3149695"/>
            <a:ext cx="3246120" cy="594360"/>
          </a:xfrm>
          <a:prstGeom prst="rect">
            <a:avLst/>
          </a:prstGeom>
          <a:noFill/>
          <a:ln/>
        </p:spPr>
        <p:txBody>
          <a:bodyPr wrap="square" lIns="0" tIns="0" rIns="0" bIns="0" rtlCol="0" anchor="ctr">
            <a:normAutofit/>
          </a:bodyPr>
          <a:lstStyle/>
          <a:p>
            <a:pPr marL="0" indent="0" algn="l">
              <a:buNone/>
            </a:pPr>
            <a:r>
              <a:rPr lang="en-US" sz="1300" b="1" dirty="0">
                <a:solidFill>
                  <a:srgbClr val="FFFFFF"/>
                </a:solidFill>
                <a:latin typeface="Segoe UI" panose="020B0502040204020203" pitchFamily="34" charset="0"/>
                <a:ea typeface="Calibri" pitchFamily="34" charset="-122"/>
                <a:cs typeface="Calibri" pitchFamily="34" charset="-120"/>
              </a:rPr>
              <a:t>Windows Server OS</a:t>
            </a:r>
            <a:endParaRPr lang="en-US" sz="1300" dirty="0">
              <a:latin typeface="Segoe UI" panose="020B0502040204020203" pitchFamily="34" charset="0"/>
            </a:endParaRPr>
          </a:p>
        </p:txBody>
      </p:sp>
      <p:sp>
        <p:nvSpPr>
          <p:cNvPr id="19" name="Shape 17">
            <a:extLst>
              <a:ext uri="{FF2B5EF4-FFF2-40B4-BE49-F238E27FC236}">
                <a16:creationId xmlns:a16="http://schemas.microsoft.com/office/drawing/2014/main" id="{D2D10A09-F8E2-7164-6812-14084219B62B}"/>
              </a:ext>
            </a:extLst>
          </p:cNvPr>
          <p:cNvSpPr/>
          <p:nvPr/>
        </p:nvSpPr>
        <p:spPr>
          <a:xfrm>
            <a:off x="6920738" y="3744055"/>
            <a:ext cx="0" cy="155448"/>
          </a:xfrm>
          <a:prstGeom prst="line">
            <a:avLst/>
          </a:prstGeom>
          <a:noFill/>
          <a:ln w="25400">
            <a:solidFill>
              <a:srgbClr val="8ECAE6"/>
            </a:solidFill>
            <a:prstDash val="solid"/>
          </a:ln>
        </p:spPr>
        <p:txBody>
          <a:bodyPr/>
          <a:lstStyle/>
          <a:p>
            <a:endParaRPr lang="en-GB"/>
          </a:p>
        </p:txBody>
      </p:sp>
      <p:sp>
        <p:nvSpPr>
          <p:cNvPr id="20" name="Shape 18">
            <a:extLst>
              <a:ext uri="{FF2B5EF4-FFF2-40B4-BE49-F238E27FC236}">
                <a16:creationId xmlns:a16="http://schemas.microsoft.com/office/drawing/2014/main" id="{F2C41FEE-0C98-7B08-D485-7CE2BCF36BC7}"/>
              </a:ext>
            </a:extLst>
          </p:cNvPr>
          <p:cNvSpPr/>
          <p:nvPr/>
        </p:nvSpPr>
        <p:spPr>
          <a:xfrm>
            <a:off x="4982210" y="3899503"/>
            <a:ext cx="3886200" cy="594360"/>
          </a:xfrm>
          <a:prstGeom prst="rect">
            <a:avLst/>
          </a:prstGeom>
          <a:solidFill>
            <a:srgbClr val="243A5E"/>
          </a:solidFill>
          <a:ln w="12700">
            <a:solidFill>
              <a:srgbClr val="243A5E"/>
            </a:solidFill>
            <a:prstDash val="solid"/>
          </a:ln>
        </p:spPr>
        <p:txBody>
          <a:bodyPr/>
          <a:lstStyle/>
          <a:p>
            <a:endParaRPr lang="en-GB"/>
          </a:p>
        </p:txBody>
      </p:sp>
      <p:pic>
        <p:nvPicPr>
          <p:cNvPr id="21" name="Image 4" descr="preencoded.png">
            <a:extLst>
              <a:ext uri="{FF2B5EF4-FFF2-40B4-BE49-F238E27FC236}">
                <a16:creationId xmlns:a16="http://schemas.microsoft.com/office/drawing/2014/main" id="{ECC4738A-D775-DBE6-D123-0BA910004C9D}"/>
              </a:ext>
            </a:extLst>
          </p:cNvPr>
          <p:cNvPicPr>
            <a:picLocks noChangeAspect="1"/>
          </p:cNvPicPr>
          <p:nvPr/>
        </p:nvPicPr>
        <p:blipFill>
          <a:blip r:embed="rId6"/>
          <a:stretch>
            <a:fillRect/>
          </a:stretch>
        </p:blipFill>
        <p:spPr>
          <a:xfrm>
            <a:off x="5073650" y="4009231"/>
            <a:ext cx="347472" cy="347472"/>
          </a:xfrm>
          <a:prstGeom prst="rect">
            <a:avLst/>
          </a:prstGeom>
        </p:spPr>
      </p:pic>
      <p:sp>
        <p:nvSpPr>
          <p:cNvPr id="22" name="Text 19">
            <a:extLst>
              <a:ext uri="{FF2B5EF4-FFF2-40B4-BE49-F238E27FC236}">
                <a16:creationId xmlns:a16="http://schemas.microsoft.com/office/drawing/2014/main" id="{E104B527-A6A3-5794-704B-DD04B3A3FD54}"/>
              </a:ext>
            </a:extLst>
          </p:cNvPr>
          <p:cNvSpPr/>
          <p:nvPr/>
        </p:nvSpPr>
        <p:spPr>
          <a:xfrm>
            <a:off x="5530850" y="3899503"/>
            <a:ext cx="3246120" cy="594360"/>
          </a:xfrm>
          <a:prstGeom prst="rect">
            <a:avLst/>
          </a:prstGeom>
          <a:noFill/>
          <a:ln/>
        </p:spPr>
        <p:txBody>
          <a:bodyPr wrap="square" lIns="0" tIns="0" rIns="0" bIns="0" rtlCol="0" anchor="ctr">
            <a:normAutofit/>
          </a:bodyPr>
          <a:lstStyle/>
          <a:p>
            <a:pPr marL="0" indent="0" algn="l">
              <a:buNone/>
            </a:pPr>
            <a:r>
              <a:rPr lang="en-US" sz="1300" b="1" dirty="0">
                <a:solidFill>
                  <a:srgbClr val="FFFFFF"/>
                </a:solidFill>
                <a:latin typeface="Segoe UI" panose="020B0502040204020203" pitchFamily="34" charset="0"/>
                <a:ea typeface="Calibri" pitchFamily="34" charset="-122"/>
                <a:cs typeface="Calibri" pitchFamily="34" charset="-120"/>
              </a:rPr>
              <a:t>Hardware or VM</a:t>
            </a:r>
            <a:endParaRPr lang="en-US" sz="1300" dirty="0">
              <a:latin typeface="Segoe UI" panose="020B0502040204020203" pitchFamily="34" charset="0"/>
            </a:endParaRPr>
          </a:p>
        </p:txBody>
      </p:sp>
      <p:sp>
        <p:nvSpPr>
          <p:cNvPr id="23" name="Course footer">
            <a:extLst>
              <a:ext uri="{FF2B5EF4-FFF2-40B4-BE49-F238E27FC236}">
                <a16:creationId xmlns:a16="http://schemas.microsoft.com/office/drawing/2014/main" id="{8A4CA6EB-74CA-3C04-5CB5-8DDBA8D4C68F}"/>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 Introduction to Windows Server</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24" name="TextBox 23">
            <a:extLst>
              <a:ext uri="{FF2B5EF4-FFF2-40B4-BE49-F238E27FC236}">
                <a16:creationId xmlns:a16="http://schemas.microsoft.com/office/drawing/2014/main" id="{8FC29838-C290-4C05-6D75-D99B58F01CD9}"/>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04</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474542407"/>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0D2C0A-CFF1-05C5-0E6C-1E965BC746AC}"/>
              </a:ext>
            </a:extLst>
          </p:cNvPr>
          <p:cNvSpPr>
            <a:spLocks noGrp="1"/>
          </p:cNvSpPr>
          <p:nvPr>
            <p:ph type="title"/>
          </p:nvPr>
        </p:nvSpPr>
        <p:spPr/>
        <p:txBody>
          <a:bodyPr wrap="square">
            <a:noAutofit/>
          </a:bodyPr>
          <a:lstStyle/>
          <a:p>
            <a:r>
              <a:rPr lang="en-GB"/>
              <a:t>Topic 1.1 | Applications and Roles</a:t>
            </a:r>
          </a:p>
        </p:txBody>
      </p:sp>
    </p:spTree>
    <p:extLst>
      <p:ext uri="{BB962C8B-B14F-4D97-AF65-F5344CB8AC3E}">
        <p14:creationId xmlns:p14="http://schemas.microsoft.com/office/powerpoint/2010/main" val="4013987641"/>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50566-4D9A-6D22-7239-A0D82CFFBC10}"/>
              </a:ext>
            </a:extLst>
          </p:cNvPr>
          <p:cNvSpPr>
            <a:spLocks noGrp="1"/>
          </p:cNvSpPr>
          <p:nvPr>
            <p:ph type="title"/>
          </p:nvPr>
        </p:nvSpPr>
        <p:spPr/>
        <p:txBody>
          <a:bodyPr wrap="square">
            <a:noAutofit/>
          </a:bodyPr>
          <a:lstStyle/>
          <a:p>
            <a:r>
              <a:rPr lang="en-GB"/>
              <a:t>1.1 Applications: What This Means in Windows Server</a:t>
            </a:r>
          </a:p>
        </p:txBody>
      </p:sp>
      <p:sp>
        <p:nvSpPr>
          <p:cNvPr id="3" name="Text 5">
            <a:extLst>
              <a:ext uri="{FF2B5EF4-FFF2-40B4-BE49-F238E27FC236}">
                <a16:creationId xmlns:a16="http://schemas.microsoft.com/office/drawing/2014/main" id="{7B7C5BCB-631D-FE6B-A0CE-5B8BC55BB7DC}"/>
              </a:ext>
            </a:extLst>
          </p:cNvPr>
          <p:cNvSpPr/>
          <p:nvPr/>
        </p:nvSpPr>
        <p:spPr>
          <a:xfrm>
            <a:off x="273050" y="854551"/>
            <a:ext cx="8595360" cy="4023360"/>
          </a:xfrm>
          <a:prstGeom prst="rect">
            <a:avLst/>
          </a:prstGeom>
          <a:noFill/>
          <a:ln/>
        </p:spPr>
        <p:txBody>
          <a:bodyPr wrap="square" lIns="0" tIns="0" rIns="0" bIns="0" rtlCol="0" anchor="t">
            <a:normAutofit/>
          </a:bodyPr>
          <a:lstStyle/>
          <a:p>
            <a:pPr marL="342900" indent="-342900">
              <a:spcAft>
                <a:spcPts val="6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Hosts infrastructure, web, API, and business application workloads</a:t>
            </a:r>
            <a:endParaRPr lang="en-US" sz="1600" dirty="0">
              <a:latin typeface="Segoe UI" panose="020B0502040204020203" pitchFamily="34" charset="0"/>
            </a:endParaRPr>
          </a:p>
          <a:p>
            <a:pPr marL="342900" indent="-342900">
              <a:spcAft>
                <a:spcPts val="6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Extended through roles and features — not just app installers</a:t>
            </a:r>
            <a:endParaRPr lang="en-US" sz="1600" dirty="0">
              <a:latin typeface="Segoe UI" panose="020B0502040204020203" pitchFamily="34" charset="0"/>
            </a:endParaRPr>
          </a:p>
          <a:p>
            <a:pPr marL="342900" indent="-342900">
              <a:spcAft>
                <a:spcPts val="6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Edition and installation model affect supportability</a:t>
            </a:r>
            <a:endParaRPr lang="en-US" sz="1600" dirty="0">
              <a:latin typeface="Segoe UI" panose="020B0502040204020203" pitchFamily="34" charset="0"/>
            </a:endParaRPr>
          </a:p>
          <a:p>
            <a:pPr marL="342900" indent="-342900">
              <a:spcAft>
                <a:spcPts val="6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Workload design must include identity, networking, storage, and patching</a:t>
            </a:r>
            <a:endParaRPr lang="en-US" sz="1600" dirty="0">
              <a:latin typeface="Segoe UI" panose="020B0502040204020203" pitchFamily="34" charset="0"/>
            </a:endParaRPr>
          </a:p>
          <a:p>
            <a:pPr marL="342900" indent="-342900">
              <a:spcAft>
                <a:spcPts val="6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Common examples: IIS-hosted apps, line-of-business services, management agents, certificate-dependent workloads</a:t>
            </a:r>
            <a:endParaRPr lang="en-US" sz="1600" dirty="0">
              <a:latin typeface="Segoe UI" panose="020B0502040204020203" pitchFamily="34" charset="0"/>
            </a:endParaRPr>
          </a:p>
        </p:txBody>
      </p:sp>
      <p:sp>
        <p:nvSpPr>
          <p:cNvPr id="4" name="Course footer">
            <a:extLst>
              <a:ext uri="{FF2B5EF4-FFF2-40B4-BE49-F238E27FC236}">
                <a16:creationId xmlns:a16="http://schemas.microsoft.com/office/drawing/2014/main" id="{843624D2-B903-93D9-CF19-5976E92F133D}"/>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 Introduction to Windows Server</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5" name="TextBox 4">
            <a:extLst>
              <a:ext uri="{FF2B5EF4-FFF2-40B4-BE49-F238E27FC236}">
                <a16:creationId xmlns:a16="http://schemas.microsoft.com/office/drawing/2014/main" id="{1EA64470-0390-AB3B-95D2-161D493EA8E4}"/>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07</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2106698445"/>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54B6D-119A-1EDA-3731-CA111809F2F6}"/>
              </a:ext>
            </a:extLst>
          </p:cNvPr>
          <p:cNvSpPr>
            <a:spLocks noGrp="1"/>
          </p:cNvSpPr>
          <p:nvPr>
            <p:ph type="title"/>
          </p:nvPr>
        </p:nvSpPr>
        <p:spPr/>
        <p:txBody>
          <a:bodyPr wrap="square">
            <a:noAutofit/>
          </a:bodyPr>
          <a:lstStyle/>
          <a:p>
            <a:r>
              <a:rPr lang="en-GB"/>
              <a:t>Application Platform Layers</a:t>
            </a:r>
          </a:p>
        </p:txBody>
      </p:sp>
      <p:sp>
        <p:nvSpPr>
          <p:cNvPr id="3" name="Text 5">
            <a:extLst>
              <a:ext uri="{FF2B5EF4-FFF2-40B4-BE49-F238E27FC236}">
                <a16:creationId xmlns:a16="http://schemas.microsoft.com/office/drawing/2014/main" id="{215CD4DC-3DCC-33C0-1394-8AE882019A98}"/>
              </a:ext>
            </a:extLst>
          </p:cNvPr>
          <p:cNvSpPr/>
          <p:nvPr/>
        </p:nvSpPr>
        <p:spPr>
          <a:xfrm>
            <a:off x="273050" y="912971"/>
            <a:ext cx="4297680" cy="3931920"/>
          </a:xfrm>
          <a:prstGeom prst="rect">
            <a:avLst/>
          </a:prstGeom>
          <a:noFill/>
          <a:ln/>
        </p:spPr>
        <p:txBody>
          <a:bodyPr wrap="square" lIns="0" tIns="0" rIns="0" bIns="0" rtlCol="0" anchor="t">
            <a:normAutofit/>
          </a:bodyPr>
          <a:lstStyle/>
          <a:p>
            <a:pPr marL="342900" indent="-342900">
              <a:spcAft>
                <a:spcPts val="6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Operating system platform</a:t>
            </a:r>
            <a:endParaRPr lang="en-US" sz="1600" dirty="0">
              <a:latin typeface="Segoe UI" panose="020B0502040204020203" pitchFamily="34" charset="0"/>
            </a:endParaRPr>
          </a:p>
          <a:p>
            <a:pPr marL="342900" indent="-342900">
              <a:spcAft>
                <a:spcPts val="6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Roles and features</a:t>
            </a:r>
            <a:endParaRPr lang="en-US" sz="1600" dirty="0">
              <a:latin typeface="Segoe UI" panose="020B0502040204020203" pitchFamily="34" charset="0"/>
            </a:endParaRPr>
          </a:p>
          <a:p>
            <a:pPr marL="342900" indent="-342900">
              <a:spcAft>
                <a:spcPts val="6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Runtime or middleware layer</a:t>
            </a:r>
            <a:endParaRPr lang="en-US" sz="1600" dirty="0">
              <a:latin typeface="Segoe UI" panose="020B0502040204020203" pitchFamily="34" charset="0"/>
            </a:endParaRPr>
          </a:p>
          <a:p>
            <a:pPr marL="342900" indent="-342900">
              <a:spcAft>
                <a:spcPts val="6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Management layer</a:t>
            </a:r>
            <a:endParaRPr lang="en-US" sz="1600" dirty="0">
              <a:latin typeface="Segoe UI" panose="020B0502040204020203" pitchFamily="34" charset="0"/>
            </a:endParaRPr>
          </a:p>
          <a:p>
            <a:pPr marL="342900" indent="-342900">
              <a:spcAft>
                <a:spcPts val="6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Security layer</a:t>
            </a:r>
            <a:endParaRPr lang="en-US" sz="1600" dirty="0">
              <a:latin typeface="Segoe UI" panose="020B0502040204020203" pitchFamily="34" charset="0"/>
            </a:endParaRPr>
          </a:p>
          <a:p>
            <a:pPr marL="342900" indent="-342900">
              <a:spcAft>
                <a:spcPts val="6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Problems at one layer often appear as symptoms at another</a:t>
            </a:r>
            <a:endParaRPr lang="en-US" sz="1600" dirty="0">
              <a:latin typeface="Segoe UI" panose="020B0502040204020203" pitchFamily="34" charset="0"/>
            </a:endParaRPr>
          </a:p>
        </p:txBody>
      </p:sp>
      <p:sp>
        <p:nvSpPr>
          <p:cNvPr id="4" name="Shape 6">
            <a:extLst>
              <a:ext uri="{FF2B5EF4-FFF2-40B4-BE49-F238E27FC236}">
                <a16:creationId xmlns:a16="http://schemas.microsoft.com/office/drawing/2014/main" id="{2A65C07A-4FE6-1F00-92BB-11A3E0C0D622}"/>
              </a:ext>
            </a:extLst>
          </p:cNvPr>
          <p:cNvSpPr/>
          <p:nvPr/>
        </p:nvSpPr>
        <p:spPr>
          <a:xfrm>
            <a:off x="4936490" y="867251"/>
            <a:ext cx="3931920" cy="548640"/>
          </a:xfrm>
          <a:prstGeom prst="rect">
            <a:avLst/>
          </a:prstGeom>
          <a:solidFill>
            <a:srgbClr val="243A5E"/>
          </a:solidFill>
          <a:ln w="12700">
            <a:solidFill>
              <a:srgbClr val="243A5E"/>
            </a:solidFill>
            <a:prstDash val="solid"/>
          </a:ln>
        </p:spPr>
        <p:txBody>
          <a:bodyPr/>
          <a:lstStyle/>
          <a:p>
            <a:endParaRPr lang="en-GB"/>
          </a:p>
        </p:txBody>
      </p:sp>
      <p:sp>
        <p:nvSpPr>
          <p:cNvPr id="5" name="Text 7">
            <a:extLst>
              <a:ext uri="{FF2B5EF4-FFF2-40B4-BE49-F238E27FC236}">
                <a16:creationId xmlns:a16="http://schemas.microsoft.com/office/drawing/2014/main" id="{B2D6B3A5-EA75-7441-3699-5DC70B3966A9}"/>
              </a:ext>
            </a:extLst>
          </p:cNvPr>
          <p:cNvSpPr/>
          <p:nvPr/>
        </p:nvSpPr>
        <p:spPr>
          <a:xfrm>
            <a:off x="5027930" y="867251"/>
            <a:ext cx="3749040" cy="54864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Segoe UI" panose="020B0502040204020203" pitchFamily="34" charset="0"/>
                <a:ea typeface="Calibri" pitchFamily="34" charset="-122"/>
                <a:cs typeface="Calibri" pitchFamily="34" charset="-120"/>
              </a:rPr>
              <a:t>OS Platform</a:t>
            </a:r>
            <a:endParaRPr lang="en-US" sz="1300" dirty="0">
              <a:latin typeface="Segoe UI" panose="020B0502040204020203" pitchFamily="34" charset="0"/>
            </a:endParaRPr>
          </a:p>
        </p:txBody>
      </p:sp>
      <p:sp>
        <p:nvSpPr>
          <p:cNvPr id="6" name="Shape 8">
            <a:extLst>
              <a:ext uri="{FF2B5EF4-FFF2-40B4-BE49-F238E27FC236}">
                <a16:creationId xmlns:a16="http://schemas.microsoft.com/office/drawing/2014/main" id="{82F85397-4BDE-010E-6A18-A1B3C262253E}"/>
              </a:ext>
            </a:extLst>
          </p:cNvPr>
          <p:cNvSpPr/>
          <p:nvPr/>
        </p:nvSpPr>
        <p:spPr>
          <a:xfrm>
            <a:off x="4936490" y="1571339"/>
            <a:ext cx="3931920" cy="548640"/>
          </a:xfrm>
          <a:prstGeom prst="rect">
            <a:avLst/>
          </a:prstGeom>
          <a:solidFill>
            <a:srgbClr val="0076D4"/>
          </a:solidFill>
          <a:ln w="12700">
            <a:solidFill>
              <a:srgbClr val="0076D4"/>
            </a:solidFill>
            <a:prstDash val="solid"/>
          </a:ln>
        </p:spPr>
        <p:txBody>
          <a:bodyPr/>
          <a:lstStyle/>
          <a:p>
            <a:endParaRPr lang="en-GB"/>
          </a:p>
        </p:txBody>
      </p:sp>
      <p:sp>
        <p:nvSpPr>
          <p:cNvPr id="7" name="Text 9">
            <a:extLst>
              <a:ext uri="{FF2B5EF4-FFF2-40B4-BE49-F238E27FC236}">
                <a16:creationId xmlns:a16="http://schemas.microsoft.com/office/drawing/2014/main" id="{66770890-2F88-B267-E185-5500A9393DAD}"/>
              </a:ext>
            </a:extLst>
          </p:cNvPr>
          <p:cNvSpPr/>
          <p:nvPr/>
        </p:nvSpPr>
        <p:spPr>
          <a:xfrm>
            <a:off x="5027930" y="1571339"/>
            <a:ext cx="3749040" cy="54864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Segoe UI" panose="020B0502040204020203" pitchFamily="34" charset="0"/>
                <a:ea typeface="Calibri" pitchFamily="34" charset="-122"/>
                <a:cs typeface="Calibri" pitchFamily="34" charset="-120"/>
              </a:rPr>
              <a:t>Roles &amp; Features</a:t>
            </a:r>
            <a:endParaRPr lang="en-US" sz="1300" dirty="0">
              <a:latin typeface="Segoe UI" panose="020B0502040204020203" pitchFamily="34" charset="0"/>
            </a:endParaRPr>
          </a:p>
        </p:txBody>
      </p:sp>
      <p:sp>
        <p:nvSpPr>
          <p:cNvPr id="8" name="Shape 10">
            <a:extLst>
              <a:ext uri="{FF2B5EF4-FFF2-40B4-BE49-F238E27FC236}">
                <a16:creationId xmlns:a16="http://schemas.microsoft.com/office/drawing/2014/main" id="{C31E4E01-0B08-B451-508D-0F060658F6DF}"/>
              </a:ext>
            </a:extLst>
          </p:cNvPr>
          <p:cNvSpPr/>
          <p:nvPr/>
        </p:nvSpPr>
        <p:spPr>
          <a:xfrm>
            <a:off x="4936490" y="2275427"/>
            <a:ext cx="3931920" cy="548640"/>
          </a:xfrm>
          <a:prstGeom prst="rect">
            <a:avLst/>
          </a:prstGeom>
          <a:solidFill>
            <a:srgbClr val="0076D4"/>
          </a:solidFill>
          <a:ln w="12700">
            <a:solidFill>
              <a:srgbClr val="0076D4"/>
            </a:solidFill>
            <a:prstDash val="solid"/>
          </a:ln>
        </p:spPr>
        <p:txBody>
          <a:bodyPr/>
          <a:lstStyle/>
          <a:p>
            <a:endParaRPr lang="en-GB"/>
          </a:p>
        </p:txBody>
      </p:sp>
      <p:sp>
        <p:nvSpPr>
          <p:cNvPr id="9" name="Text 11">
            <a:extLst>
              <a:ext uri="{FF2B5EF4-FFF2-40B4-BE49-F238E27FC236}">
                <a16:creationId xmlns:a16="http://schemas.microsoft.com/office/drawing/2014/main" id="{828C58E4-D422-EAB7-B5B0-156F280787DA}"/>
              </a:ext>
            </a:extLst>
          </p:cNvPr>
          <p:cNvSpPr/>
          <p:nvPr/>
        </p:nvSpPr>
        <p:spPr>
          <a:xfrm>
            <a:off x="5027930" y="2275427"/>
            <a:ext cx="3749040" cy="54864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Segoe UI" panose="020B0502040204020203" pitchFamily="34" charset="0"/>
                <a:ea typeface="Calibri" pitchFamily="34" charset="-122"/>
                <a:cs typeface="Calibri" pitchFamily="34" charset="-120"/>
              </a:rPr>
              <a:t>Application Runtime</a:t>
            </a:r>
            <a:endParaRPr lang="en-US" sz="1300" dirty="0">
              <a:latin typeface="Segoe UI" panose="020B0502040204020203" pitchFamily="34" charset="0"/>
            </a:endParaRPr>
          </a:p>
        </p:txBody>
      </p:sp>
      <p:sp>
        <p:nvSpPr>
          <p:cNvPr id="10" name="Shape 12">
            <a:extLst>
              <a:ext uri="{FF2B5EF4-FFF2-40B4-BE49-F238E27FC236}">
                <a16:creationId xmlns:a16="http://schemas.microsoft.com/office/drawing/2014/main" id="{A2C09ED9-3E48-0B85-57FE-D12374F5FAC6}"/>
              </a:ext>
            </a:extLst>
          </p:cNvPr>
          <p:cNvSpPr/>
          <p:nvPr/>
        </p:nvSpPr>
        <p:spPr>
          <a:xfrm>
            <a:off x="4936490" y="2979515"/>
            <a:ext cx="3931920" cy="548640"/>
          </a:xfrm>
          <a:prstGeom prst="rect">
            <a:avLst/>
          </a:prstGeom>
          <a:solidFill>
            <a:srgbClr val="0076D4"/>
          </a:solidFill>
          <a:ln w="12700">
            <a:solidFill>
              <a:srgbClr val="0076D4"/>
            </a:solidFill>
            <a:prstDash val="solid"/>
          </a:ln>
        </p:spPr>
        <p:txBody>
          <a:bodyPr/>
          <a:lstStyle/>
          <a:p>
            <a:endParaRPr lang="en-GB"/>
          </a:p>
        </p:txBody>
      </p:sp>
      <p:sp>
        <p:nvSpPr>
          <p:cNvPr id="11" name="Text 13">
            <a:extLst>
              <a:ext uri="{FF2B5EF4-FFF2-40B4-BE49-F238E27FC236}">
                <a16:creationId xmlns:a16="http://schemas.microsoft.com/office/drawing/2014/main" id="{94455D80-777A-2396-1EC8-921DC0C223D2}"/>
              </a:ext>
            </a:extLst>
          </p:cNvPr>
          <p:cNvSpPr/>
          <p:nvPr/>
        </p:nvSpPr>
        <p:spPr>
          <a:xfrm>
            <a:off x="5027930" y="2979515"/>
            <a:ext cx="3749040" cy="54864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Segoe UI" panose="020B0502040204020203" pitchFamily="34" charset="0"/>
                <a:ea typeface="Calibri" pitchFamily="34" charset="-122"/>
                <a:cs typeface="Calibri" pitchFamily="34" charset="-120"/>
              </a:rPr>
              <a:t>Management Tools</a:t>
            </a:r>
            <a:endParaRPr lang="en-US" sz="1300" dirty="0">
              <a:latin typeface="Segoe UI" panose="020B0502040204020203" pitchFamily="34" charset="0"/>
            </a:endParaRPr>
          </a:p>
        </p:txBody>
      </p:sp>
      <p:sp>
        <p:nvSpPr>
          <p:cNvPr id="12" name="Shape 14">
            <a:extLst>
              <a:ext uri="{FF2B5EF4-FFF2-40B4-BE49-F238E27FC236}">
                <a16:creationId xmlns:a16="http://schemas.microsoft.com/office/drawing/2014/main" id="{31101D80-D9D3-77C6-B07D-FF3E0F852E0D}"/>
              </a:ext>
            </a:extLst>
          </p:cNvPr>
          <p:cNvSpPr/>
          <p:nvPr/>
        </p:nvSpPr>
        <p:spPr>
          <a:xfrm>
            <a:off x="4936490" y="3683603"/>
            <a:ext cx="3931920" cy="548640"/>
          </a:xfrm>
          <a:prstGeom prst="rect">
            <a:avLst/>
          </a:prstGeom>
          <a:solidFill>
            <a:srgbClr val="8ECAE6"/>
          </a:solidFill>
          <a:ln w="12700">
            <a:solidFill>
              <a:srgbClr val="8ECAE6"/>
            </a:solidFill>
            <a:prstDash val="solid"/>
          </a:ln>
        </p:spPr>
        <p:txBody>
          <a:bodyPr/>
          <a:lstStyle/>
          <a:p>
            <a:endParaRPr lang="en-GB"/>
          </a:p>
        </p:txBody>
      </p:sp>
      <p:sp>
        <p:nvSpPr>
          <p:cNvPr id="13" name="Text 15">
            <a:extLst>
              <a:ext uri="{FF2B5EF4-FFF2-40B4-BE49-F238E27FC236}">
                <a16:creationId xmlns:a16="http://schemas.microsoft.com/office/drawing/2014/main" id="{18B18F61-3959-AE5A-AB8E-BFBE54B58F81}"/>
              </a:ext>
            </a:extLst>
          </p:cNvPr>
          <p:cNvSpPr/>
          <p:nvPr/>
        </p:nvSpPr>
        <p:spPr>
          <a:xfrm>
            <a:off x="5027930" y="3683603"/>
            <a:ext cx="3749040" cy="54864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Segoe UI" panose="020B0502040204020203" pitchFamily="34" charset="0"/>
                <a:ea typeface="Calibri" pitchFamily="34" charset="-122"/>
                <a:cs typeface="Calibri" pitchFamily="34" charset="-120"/>
              </a:rPr>
              <a:t>Security Controls</a:t>
            </a:r>
            <a:endParaRPr lang="en-US" sz="1300" dirty="0">
              <a:latin typeface="Segoe UI" panose="020B0502040204020203" pitchFamily="34" charset="0"/>
            </a:endParaRPr>
          </a:p>
        </p:txBody>
      </p:sp>
      <p:sp>
        <p:nvSpPr>
          <p:cNvPr id="14" name="Text 16">
            <a:extLst>
              <a:ext uri="{FF2B5EF4-FFF2-40B4-BE49-F238E27FC236}">
                <a16:creationId xmlns:a16="http://schemas.microsoft.com/office/drawing/2014/main" id="{83E8E385-F703-84F9-744E-3F3FE6E89DDA}"/>
              </a:ext>
            </a:extLst>
          </p:cNvPr>
          <p:cNvSpPr/>
          <p:nvPr/>
        </p:nvSpPr>
        <p:spPr>
          <a:xfrm>
            <a:off x="4936490" y="4405979"/>
            <a:ext cx="3931920" cy="457200"/>
          </a:xfrm>
          <a:prstGeom prst="rect">
            <a:avLst/>
          </a:prstGeom>
          <a:noFill/>
          <a:ln/>
        </p:spPr>
        <p:txBody>
          <a:bodyPr wrap="square" lIns="0" tIns="0" rIns="0" bIns="0" rtlCol="0" anchor="ctr">
            <a:normAutofit/>
          </a:bodyPr>
          <a:lstStyle/>
          <a:p>
            <a:pPr marL="0" indent="0" algn="ctr">
              <a:buNone/>
            </a:pPr>
            <a:r>
              <a:rPr lang="en-US" sz="1100" i="1" dirty="0">
                <a:solidFill>
                  <a:srgbClr val="5A6B7D"/>
                </a:solidFill>
                <a:latin typeface="Segoe UI" panose="020B0502040204020203" pitchFamily="34" charset="0"/>
                <a:ea typeface="Calibri" pitchFamily="34" charset="-122"/>
                <a:cs typeface="Calibri" pitchFamily="34" charset="-120"/>
              </a:rPr>
              <a:t>Problems at one layer appear as symptoms at another</a:t>
            </a:r>
            <a:endParaRPr lang="en-US" sz="1100" dirty="0">
              <a:latin typeface="Segoe UI" panose="020B0502040204020203" pitchFamily="34" charset="0"/>
            </a:endParaRPr>
          </a:p>
        </p:txBody>
      </p:sp>
      <p:sp>
        <p:nvSpPr>
          <p:cNvPr id="15" name="Course footer">
            <a:extLst>
              <a:ext uri="{FF2B5EF4-FFF2-40B4-BE49-F238E27FC236}">
                <a16:creationId xmlns:a16="http://schemas.microsoft.com/office/drawing/2014/main" id="{EB8A984F-6F64-04FB-FA69-CD801D937923}"/>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 Introduction to Windows Server</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6" name="TextBox 15">
            <a:extLst>
              <a:ext uri="{FF2B5EF4-FFF2-40B4-BE49-F238E27FC236}">
                <a16:creationId xmlns:a16="http://schemas.microsoft.com/office/drawing/2014/main" id="{10540AE6-72B1-E5DE-A659-4703C1746861}"/>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08</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627230301"/>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0AEE7-5D79-D999-715A-D3DEE37F42EC}"/>
              </a:ext>
            </a:extLst>
          </p:cNvPr>
          <p:cNvSpPr>
            <a:spLocks noGrp="1"/>
          </p:cNvSpPr>
          <p:nvPr>
            <p:ph type="title"/>
          </p:nvPr>
        </p:nvSpPr>
        <p:spPr/>
        <p:txBody>
          <a:bodyPr wrap="square">
            <a:noAutofit/>
          </a:bodyPr>
          <a:lstStyle/>
          <a:p>
            <a:r>
              <a:rPr lang="en-GB"/>
              <a:t>Windows Server Roles (1 of 2)</a:t>
            </a:r>
          </a:p>
        </p:txBody>
      </p:sp>
      <p:graphicFrame>
        <p:nvGraphicFramePr>
          <p:cNvPr id="4" name="Table 3">
            <a:extLst>
              <a:ext uri="{FF2B5EF4-FFF2-40B4-BE49-F238E27FC236}">
                <a16:creationId xmlns:a16="http://schemas.microsoft.com/office/drawing/2014/main" id="{59966659-1A1F-9B47-8A1A-3F7C1807B039}"/>
              </a:ext>
            </a:extLst>
          </p:cNvPr>
          <p:cNvGraphicFramePr>
            <a:graphicFrameLocks noGrp="1"/>
          </p:cNvGraphicFramePr>
          <p:nvPr>
            <p:extLst>
              <p:ext uri="{D42A27DB-BD31-4B8C-83A1-F6EECF244321}">
                <p14:modId xmlns:p14="http://schemas.microsoft.com/office/powerpoint/2010/main" val="1817954911"/>
              </p:ext>
            </p:extLst>
          </p:nvPr>
        </p:nvGraphicFramePr>
        <p:xfrm>
          <a:off x="254000" y="835501"/>
          <a:ext cx="8636000" cy="4064005"/>
        </p:xfrm>
        <a:graphic>
          <a:graphicData uri="http://schemas.openxmlformats.org/drawingml/2006/table">
            <a:tbl>
              <a:tblPr firstRow="1" bandRow="1">
                <a:tableStyleId>{5C22544A-7EE6-4342-B048-85BDC9FD1C3A}</a:tableStyleId>
              </a:tblPr>
              <a:tblGrid>
                <a:gridCol w="3937000">
                  <a:extLst>
                    <a:ext uri="{9D8B030D-6E8A-4147-A177-3AD203B41FA5}">
                      <a16:colId xmlns:a16="http://schemas.microsoft.com/office/drawing/2014/main" val="1702161757"/>
                    </a:ext>
                  </a:extLst>
                </a:gridCol>
                <a:gridCol w="3302000">
                  <a:extLst>
                    <a:ext uri="{9D8B030D-6E8A-4147-A177-3AD203B41FA5}">
                      <a16:colId xmlns:a16="http://schemas.microsoft.com/office/drawing/2014/main" val="2160268914"/>
                    </a:ext>
                  </a:extLst>
                </a:gridCol>
                <a:gridCol w="1397000">
                  <a:extLst>
                    <a:ext uri="{9D8B030D-6E8A-4147-A177-3AD203B41FA5}">
                      <a16:colId xmlns:a16="http://schemas.microsoft.com/office/drawing/2014/main" val="2563438127"/>
                    </a:ext>
                  </a:extLst>
                </a:gridCol>
              </a:tblGrid>
              <a:tr h="369455">
                <a:tc>
                  <a:txBody>
                    <a:bodyPr/>
                    <a:lstStyle/>
                    <a:p>
                      <a:pPr algn="ctr"/>
                      <a:r>
                        <a:rPr lang="en-US" sz="1400" b="1">
                          <a:solidFill>
                            <a:srgbClr val="FFFFFF"/>
                          </a:solidFill>
                        </a:rPr>
                        <a:t>Role</a:t>
                      </a:r>
                    </a:p>
                  </a:txBody>
                  <a:tcPr anchor="ctr">
                    <a:solidFill>
                      <a:srgbClr val="023047"/>
                    </a:solidFill>
                  </a:tcPr>
                </a:tc>
                <a:tc>
                  <a:txBody>
                    <a:bodyPr/>
                    <a:lstStyle/>
                    <a:p>
                      <a:pPr algn="ctr"/>
                      <a:r>
                        <a:rPr lang="en-US" sz="1400" b="1">
                          <a:solidFill>
                            <a:srgbClr val="FFFFFF"/>
                          </a:solidFill>
                        </a:rPr>
                        <a:t>PowerShell Name</a:t>
                      </a:r>
                    </a:p>
                  </a:txBody>
                  <a:tcPr anchor="ctr">
                    <a:solidFill>
                      <a:srgbClr val="023047"/>
                    </a:solidFill>
                  </a:tcPr>
                </a:tc>
                <a:tc>
                  <a:txBody>
                    <a:bodyPr/>
                    <a:lstStyle/>
                    <a:p>
                      <a:pPr algn="ctr"/>
                      <a:r>
                        <a:rPr lang="en-US" sz="1400" b="1">
                          <a:solidFill>
                            <a:srgbClr val="FFFFFF"/>
                          </a:solidFill>
                        </a:rPr>
                        <a:t>Default?</a:t>
                      </a:r>
                    </a:p>
                  </a:txBody>
                  <a:tcPr anchor="ctr">
                    <a:solidFill>
                      <a:srgbClr val="023047"/>
                    </a:solidFill>
                  </a:tcPr>
                </a:tc>
                <a:extLst>
                  <a:ext uri="{0D108BD9-81ED-4DB2-BD59-A6C34878D82A}">
                    <a16:rowId xmlns:a16="http://schemas.microsoft.com/office/drawing/2014/main" val="3723490903"/>
                  </a:ext>
                </a:extLst>
              </a:tr>
              <a:tr h="369455">
                <a:tc>
                  <a:txBody>
                    <a:bodyPr/>
                    <a:lstStyle/>
                    <a:p>
                      <a:pPr algn="l"/>
                      <a:r>
                        <a:rPr lang="en-US" sz="1400">
                          <a:solidFill>
                            <a:srgbClr val="023047"/>
                          </a:solidFill>
                        </a:rPr>
                        <a:t>Active Directory Certificate Services</a:t>
                      </a:r>
                    </a:p>
                  </a:txBody>
                  <a:tcPr anchor="ctr">
                    <a:solidFill>
                      <a:srgbClr val="FFFFFF"/>
                    </a:solidFill>
                  </a:tcPr>
                </a:tc>
                <a:tc>
                  <a:txBody>
                    <a:bodyPr/>
                    <a:lstStyle/>
                    <a:p>
                      <a:pPr algn="ctr"/>
                      <a:r>
                        <a:rPr lang="en-US" sz="1400">
                          <a:solidFill>
                            <a:srgbClr val="023047"/>
                          </a:solidFill>
                        </a:rPr>
                        <a:t>AD-Certificate</a:t>
                      </a:r>
                    </a:p>
                  </a:txBody>
                  <a:tcPr anchor="ctr">
                    <a:solidFill>
                      <a:srgbClr val="FFFFFF"/>
                    </a:solidFill>
                  </a:tcPr>
                </a:tc>
                <a:tc>
                  <a:txBody>
                    <a:bodyPr/>
                    <a:lstStyle/>
                    <a:p>
                      <a:pPr algn="ctr"/>
                      <a:r>
                        <a:rPr lang="en-US" sz="1400">
                          <a:solidFill>
                            <a:srgbClr val="023047"/>
                          </a:solidFill>
                        </a:rPr>
                        <a:t>No</a:t>
                      </a:r>
                    </a:p>
                  </a:txBody>
                  <a:tcPr anchor="ctr">
                    <a:solidFill>
                      <a:srgbClr val="FFFFFF"/>
                    </a:solidFill>
                  </a:tcPr>
                </a:tc>
                <a:extLst>
                  <a:ext uri="{0D108BD9-81ED-4DB2-BD59-A6C34878D82A}">
                    <a16:rowId xmlns:a16="http://schemas.microsoft.com/office/drawing/2014/main" val="3129364949"/>
                  </a:ext>
                </a:extLst>
              </a:tr>
              <a:tr h="369455">
                <a:tc>
                  <a:txBody>
                    <a:bodyPr/>
                    <a:lstStyle/>
                    <a:p>
                      <a:pPr algn="l"/>
                      <a:r>
                        <a:rPr lang="en-US" sz="1400">
                          <a:solidFill>
                            <a:srgbClr val="023047"/>
                          </a:solidFill>
                        </a:rPr>
                        <a:t>Active Directory Domain Services</a:t>
                      </a:r>
                    </a:p>
                  </a:txBody>
                  <a:tcPr anchor="ctr">
                    <a:solidFill>
                      <a:srgbClr val="E8F4F8"/>
                    </a:solidFill>
                  </a:tcPr>
                </a:tc>
                <a:tc>
                  <a:txBody>
                    <a:bodyPr/>
                    <a:lstStyle/>
                    <a:p>
                      <a:pPr algn="ctr"/>
                      <a:r>
                        <a:rPr lang="en-US" sz="1400">
                          <a:solidFill>
                            <a:srgbClr val="023047"/>
                          </a:solidFill>
                        </a:rPr>
                        <a:t>AD-Domain-Services</a:t>
                      </a:r>
                    </a:p>
                  </a:txBody>
                  <a:tcPr anchor="ctr">
                    <a:solidFill>
                      <a:srgbClr val="E8F4F8"/>
                    </a:solidFill>
                  </a:tcPr>
                </a:tc>
                <a:tc>
                  <a:txBody>
                    <a:bodyPr/>
                    <a:lstStyle/>
                    <a:p>
                      <a:pPr algn="ctr"/>
                      <a:r>
                        <a:rPr lang="en-US" sz="1400">
                          <a:solidFill>
                            <a:srgbClr val="023047"/>
                          </a:solidFill>
                        </a:rPr>
                        <a:t>No</a:t>
                      </a:r>
                    </a:p>
                  </a:txBody>
                  <a:tcPr anchor="ctr">
                    <a:solidFill>
                      <a:srgbClr val="E8F4F8"/>
                    </a:solidFill>
                  </a:tcPr>
                </a:tc>
                <a:extLst>
                  <a:ext uri="{0D108BD9-81ED-4DB2-BD59-A6C34878D82A}">
                    <a16:rowId xmlns:a16="http://schemas.microsoft.com/office/drawing/2014/main" val="1894790400"/>
                  </a:ext>
                </a:extLst>
              </a:tr>
              <a:tr h="369455">
                <a:tc>
                  <a:txBody>
                    <a:bodyPr/>
                    <a:lstStyle/>
                    <a:p>
                      <a:pPr algn="l"/>
                      <a:r>
                        <a:rPr lang="en-US" sz="1400">
                          <a:solidFill>
                            <a:srgbClr val="023047"/>
                          </a:solidFill>
                        </a:rPr>
                        <a:t>Active Directory Federation Services</a:t>
                      </a:r>
                    </a:p>
                  </a:txBody>
                  <a:tcPr anchor="ctr">
                    <a:solidFill>
                      <a:srgbClr val="FFFFFF"/>
                    </a:solidFill>
                  </a:tcPr>
                </a:tc>
                <a:tc>
                  <a:txBody>
                    <a:bodyPr/>
                    <a:lstStyle/>
                    <a:p>
                      <a:pPr algn="ctr"/>
                      <a:r>
                        <a:rPr lang="en-US" sz="1400">
                          <a:solidFill>
                            <a:srgbClr val="023047"/>
                          </a:solidFill>
                        </a:rPr>
                        <a:t>ADFS-Federation</a:t>
                      </a:r>
                    </a:p>
                  </a:txBody>
                  <a:tcPr anchor="ctr">
                    <a:solidFill>
                      <a:srgbClr val="FFFFFF"/>
                    </a:solidFill>
                  </a:tcPr>
                </a:tc>
                <a:tc>
                  <a:txBody>
                    <a:bodyPr/>
                    <a:lstStyle/>
                    <a:p>
                      <a:pPr algn="ctr"/>
                      <a:r>
                        <a:rPr lang="en-US" sz="1400">
                          <a:solidFill>
                            <a:srgbClr val="023047"/>
                          </a:solidFill>
                        </a:rPr>
                        <a:t>No</a:t>
                      </a:r>
                    </a:p>
                  </a:txBody>
                  <a:tcPr anchor="ctr">
                    <a:solidFill>
                      <a:srgbClr val="FFFFFF"/>
                    </a:solidFill>
                  </a:tcPr>
                </a:tc>
                <a:extLst>
                  <a:ext uri="{0D108BD9-81ED-4DB2-BD59-A6C34878D82A}">
                    <a16:rowId xmlns:a16="http://schemas.microsoft.com/office/drawing/2014/main" val="1200704632"/>
                  </a:ext>
                </a:extLst>
              </a:tr>
              <a:tr h="369455">
                <a:tc>
                  <a:txBody>
                    <a:bodyPr/>
                    <a:lstStyle/>
                    <a:p>
                      <a:pPr algn="l"/>
                      <a:r>
                        <a:rPr lang="en-US" sz="1400">
                          <a:solidFill>
                            <a:srgbClr val="023047"/>
                          </a:solidFill>
                        </a:rPr>
                        <a:t>Active Directory Lightweight Directory Services</a:t>
                      </a:r>
                    </a:p>
                  </a:txBody>
                  <a:tcPr anchor="ctr">
                    <a:solidFill>
                      <a:srgbClr val="E8F4F8"/>
                    </a:solidFill>
                  </a:tcPr>
                </a:tc>
                <a:tc>
                  <a:txBody>
                    <a:bodyPr/>
                    <a:lstStyle/>
                    <a:p>
                      <a:pPr algn="ctr"/>
                      <a:r>
                        <a:rPr lang="en-US" sz="1400">
                          <a:solidFill>
                            <a:srgbClr val="023047"/>
                          </a:solidFill>
                        </a:rPr>
                        <a:t>ADLDS</a:t>
                      </a:r>
                    </a:p>
                  </a:txBody>
                  <a:tcPr anchor="ctr">
                    <a:solidFill>
                      <a:srgbClr val="E8F4F8"/>
                    </a:solidFill>
                  </a:tcPr>
                </a:tc>
                <a:tc>
                  <a:txBody>
                    <a:bodyPr/>
                    <a:lstStyle/>
                    <a:p>
                      <a:pPr algn="ctr"/>
                      <a:r>
                        <a:rPr lang="en-US" sz="1400">
                          <a:solidFill>
                            <a:srgbClr val="023047"/>
                          </a:solidFill>
                        </a:rPr>
                        <a:t>No</a:t>
                      </a:r>
                    </a:p>
                  </a:txBody>
                  <a:tcPr anchor="ctr">
                    <a:solidFill>
                      <a:srgbClr val="E8F4F8"/>
                    </a:solidFill>
                  </a:tcPr>
                </a:tc>
                <a:extLst>
                  <a:ext uri="{0D108BD9-81ED-4DB2-BD59-A6C34878D82A}">
                    <a16:rowId xmlns:a16="http://schemas.microsoft.com/office/drawing/2014/main" val="512690973"/>
                  </a:ext>
                </a:extLst>
              </a:tr>
              <a:tr h="369455">
                <a:tc>
                  <a:txBody>
                    <a:bodyPr/>
                    <a:lstStyle/>
                    <a:p>
                      <a:pPr algn="l"/>
                      <a:r>
                        <a:rPr lang="en-US" sz="1400">
                          <a:solidFill>
                            <a:srgbClr val="023047"/>
                          </a:solidFill>
                        </a:rPr>
                        <a:t>Active Directory Rights Management Services</a:t>
                      </a:r>
                    </a:p>
                  </a:txBody>
                  <a:tcPr anchor="ctr">
                    <a:solidFill>
                      <a:srgbClr val="FFFFFF"/>
                    </a:solidFill>
                  </a:tcPr>
                </a:tc>
                <a:tc>
                  <a:txBody>
                    <a:bodyPr/>
                    <a:lstStyle/>
                    <a:p>
                      <a:pPr algn="ctr"/>
                      <a:r>
                        <a:rPr lang="en-US" sz="1400">
                          <a:solidFill>
                            <a:srgbClr val="023047"/>
                          </a:solidFill>
                        </a:rPr>
                        <a:t>ADRMS</a:t>
                      </a:r>
                    </a:p>
                  </a:txBody>
                  <a:tcPr anchor="ctr">
                    <a:solidFill>
                      <a:srgbClr val="FFFFFF"/>
                    </a:solidFill>
                  </a:tcPr>
                </a:tc>
                <a:tc>
                  <a:txBody>
                    <a:bodyPr/>
                    <a:lstStyle/>
                    <a:p>
                      <a:pPr algn="ctr"/>
                      <a:r>
                        <a:rPr lang="en-US" sz="1400">
                          <a:solidFill>
                            <a:srgbClr val="023047"/>
                          </a:solidFill>
                        </a:rPr>
                        <a:t>No</a:t>
                      </a:r>
                    </a:p>
                  </a:txBody>
                  <a:tcPr anchor="ctr">
                    <a:solidFill>
                      <a:srgbClr val="FFFFFF"/>
                    </a:solidFill>
                  </a:tcPr>
                </a:tc>
                <a:extLst>
                  <a:ext uri="{0D108BD9-81ED-4DB2-BD59-A6C34878D82A}">
                    <a16:rowId xmlns:a16="http://schemas.microsoft.com/office/drawing/2014/main" val="1904814129"/>
                  </a:ext>
                </a:extLst>
              </a:tr>
              <a:tr h="369455">
                <a:tc>
                  <a:txBody>
                    <a:bodyPr/>
                    <a:lstStyle/>
                    <a:p>
                      <a:pPr algn="l"/>
                      <a:r>
                        <a:rPr lang="en-US" sz="1400">
                          <a:solidFill>
                            <a:srgbClr val="023047"/>
                          </a:solidFill>
                        </a:rPr>
                        <a:t>Device Health Attestation</a:t>
                      </a:r>
                    </a:p>
                  </a:txBody>
                  <a:tcPr anchor="ctr">
                    <a:solidFill>
                      <a:srgbClr val="E8F4F8"/>
                    </a:solidFill>
                  </a:tcPr>
                </a:tc>
                <a:tc>
                  <a:txBody>
                    <a:bodyPr/>
                    <a:lstStyle/>
                    <a:p>
                      <a:pPr algn="ctr"/>
                      <a:r>
                        <a:rPr lang="en-US" sz="1400">
                          <a:solidFill>
                            <a:srgbClr val="023047"/>
                          </a:solidFill>
                        </a:rPr>
                        <a:t>DeviceHealthAttestationService</a:t>
                      </a:r>
                    </a:p>
                  </a:txBody>
                  <a:tcPr anchor="ctr">
                    <a:solidFill>
                      <a:srgbClr val="E8F4F8"/>
                    </a:solidFill>
                  </a:tcPr>
                </a:tc>
                <a:tc>
                  <a:txBody>
                    <a:bodyPr/>
                    <a:lstStyle/>
                    <a:p>
                      <a:pPr algn="ctr"/>
                      <a:r>
                        <a:rPr lang="en-US" sz="1400">
                          <a:solidFill>
                            <a:srgbClr val="023047"/>
                          </a:solidFill>
                        </a:rPr>
                        <a:t>No</a:t>
                      </a:r>
                    </a:p>
                  </a:txBody>
                  <a:tcPr anchor="ctr">
                    <a:solidFill>
                      <a:srgbClr val="E8F4F8"/>
                    </a:solidFill>
                  </a:tcPr>
                </a:tc>
                <a:extLst>
                  <a:ext uri="{0D108BD9-81ED-4DB2-BD59-A6C34878D82A}">
                    <a16:rowId xmlns:a16="http://schemas.microsoft.com/office/drawing/2014/main" val="4054531670"/>
                  </a:ext>
                </a:extLst>
              </a:tr>
              <a:tr h="369455">
                <a:tc>
                  <a:txBody>
                    <a:bodyPr/>
                    <a:lstStyle/>
                    <a:p>
                      <a:pPr algn="l"/>
                      <a:r>
                        <a:rPr lang="en-US" sz="1400">
                          <a:solidFill>
                            <a:srgbClr val="023047"/>
                          </a:solidFill>
                        </a:rPr>
                        <a:t>DHCP Server</a:t>
                      </a:r>
                    </a:p>
                  </a:txBody>
                  <a:tcPr anchor="ctr">
                    <a:solidFill>
                      <a:srgbClr val="FFFFFF"/>
                    </a:solidFill>
                  </a:tcPr>
                </a:tc>
                <a:tc>
                  <a:txBody>
                    <a:bodyPr/>
                    <a:lstStyle/>
                    <a:p>
                      <a:pPr algn="ctr"/>
                      <a:r>
                        <a:rPr lang="en-US" sz="1400">
                          <a:solidFill>
                            <a:srgbClr val="023047"/>
                          </a:solidFill>
                        </a:rPr>
                        <a:t>DHCP</a:t>
                      </a:r>
                    </a:p>
                  </a:txBody>
                  <a:tcPr anchor="ctr">
                    <a:solidFill>
                      <a:srgbClr val="FFFFFF"/>
                    </a:solidFill>
                  </a:tcPr>
                </a:tc>
                <a:tc>
                  <a:txBody>
                    <a:bodyPr/>
                    <a:lstStyle/>
                    <a:p>
                      <a:pPr algn="ctr"/>
                      <a:r>
                        <a:rPr lang="en-US" sz="1400">
                          <a:solidFill>
                            <a:srgbClr val="023047"/>
                          </a:solidFill>
                        </a:rPr>
                        <a:t>No</a:t>
                      </a:r>
                    </a:p>
                  </a:txBody>
                  <a:tcPr anchor="ctr">
                    <a:solidFill>
                      <a:srgbClr val="FFFFFF"/>
                    </a:solidFill>
                  </a:tcPr>
                </a:tc>
                <a:extLst>
                  <a:ext uri="{0D108BD9-81ED-4DB2-BD59-A6C34878D82A}">
                    <a16:rowId xmlns:a16="http://schemas.microsoft.com/office/drawing/2014/main" val="2968134550"/>
                  </a:ext>
                </a:extLst>
              </a:tr>
              <a:tr h="369455">
                <a:tc>
                  <a:txBody>
                    <a:bodyPr/>
                    <a:lstStyle/>
                    <a:p>
                      <a:pPr algn="l"/>
                      <a:r>
                        <a:rPr lang="en-US" sz="1400">
                          <a:solidFill>
                            <a:srgbClr val="023047"/>
                          </a:solidFill>
                        </a:rPr>
                        <a:t>DNS Server</a:t>
                      </a:r>
                    </a:p>
                  </a:txBody>
                  <a:tcPr anchor="ctr">
                    <a:solidFill>
                      <a:srgbClr val="E8F4F8"/>
                    </a:solidFill>
                  </a:tcPr>
                </a:tc>
                <a:tc>
                  <a:txBody>
                    <a:bodyPr/>
                    <a:lstStyle/>
                    <a:p>
                      <a:pPr algn="ctr"/>
                      <a:r>
                        <a:rPr lang="en-US" sz="1400">
                          <a:solidFill>
                            <a:srgbClr val="023047"/>
                          </a:solidFill>
                        </a:rPr>
                        <a:t>DNS</a:t>
                      </a:r>
                    </a:p>
                  </a:txBody>
                  <a:tcPr anchor="ctr">
                    <a:solidFill>
                      <a:srgbClr val="E8F4F8"/>
                    </a:solidFill>
                  </a:tcPr>
                </a:tc>
                <a:tc>
                  <a:txBody>
                    <a:bodyPr/>
                    <a:lstStyle/>
                    <a:p>
                      <a:pPr algn="ctr"/>
                      <a:r>
                        <a:rPr lang="en-US" sz="1400">
                          <a:solidFill>
                            <a:srgbClr val="023047"/>
                          </a:solidFill>
                        </a:rPr>
                        <a:t>No</a:t>
                      </a:r>
                    </a:p>
                  </a:txBody>
                  <a:tcPr anchor="ctr">
                    <a:solidFill>
                      <a:srgbClr val="E8F4F8"/>
                    </a:solidFill>
                  </a:tcPr>
                </a:tc>
                <a:extLst>
                  <a:ext uri="{0D108BD9-81ED-4DB2-BD59-A6C34878D82A}">
                    <a16:rowId xmlns:a16="http://schemas.microsoft.com/office/drawing/2014/main" val="437204388"/>
                  </a:ext>
                </a:extLst>
              </a:tr>
              <a:tr h="369455">
                <a:tc>
                  <a:txBody>
                    <a:bodyPr/>
                    <a:lstStyle/>
                    <a:p>
                      <a:pPr algn="l"/>
                      <a:r>
                        <a:rPr lang="en-US" sz="1400">
                          <a:solidFill>
                            <a:srgbClr val="023047"/>
                          </a:solidFill>
                        </a:rPr>
                        <a:t>File and Storage Services</a:t>
                      </a:r>
                    </a:p>
                  </a:txBody>
                  <a:tcPr anchor="ctr">
                    <a:solidFill>
                      <a:srgbClr val="FFFFFF"/>
                    </a:solidFill>
                  </a:tcPr>
                </a:tc>
                <a:tc>
                  <a:txBody>
                    <a:bodyPr/>
                    <a:lstStyle/>
                    <a:p>
                      <a:pPr algn="ctr"/>
                      <a:r>
                        <a:rPr lang="en-US" sz="1400">
                          <a:solidFill>
                            <a:srgbClr val="023047"/>
                          </a:solidFill>
                        </a:rPr>
                        <a:t>FileAndStorage-Services</a:t>
                      </a:r>
                    </a:p>
                  </a:txBody>
                  <a:tcPr anchor="ctr">
                    <a:solidFill>
                      <a:srgbClr val="FFFFFF"/>
                    </a:solidFill>
                  </a:tcPr>
                </a:tc>
                <a:tc>
                  <a:txBody>
                    <a:bodyPr/>
                    <a:lstStyle/>
                    <a:p>
                      <a:pPr algn="ctr"/>
                      <a:r>
                        <a:rPr lang="en-US" sz="1400" b="1">
                          <a:solidFill>
                            <a:srgbClr val="2D6A4F"/>
                          </a:solidFill>
                        </a:rPr>
                        <a:t>Yes</a:t>
                      </a:r>
                    </a:p>
                  </a:txBody>
                  <a:tcPr anchor="ctr">
                    <a:solidFill>
                      <a:srgbClr val="FFFFFF"/>
                    </a:solidFill>
                  </a:tcPr>
                </a:tc>
                <a:extLst>
                  <a:ext uri="{0D108BD9-81ED-4DB2-BD59-A6C34878D82A}">
                    <a16:rowId xmlns:a16="http://schemas.microsoft.com/office/drawing/2014/main" val="3094809408"/>
                  </a:ext>
                </a:extLst>
              </a:tr>
              <a:tr h="369455">
                <a:tc>
                  <a:txBody>
                    <a:bodyPr/>
                    <a:lstStyle/>
                    <a:p>
                      <a:pPr algn="l"/>
                      <a:r>
                        <a:rPr lang="en-US" sz="1400">
                          <a:solidFill>
                            <a:srgbClr val="023047"/>
                          </a:solidFill>
                        </a:rPr>
                        <a:t>Host Guardian Service</a:t>
                      </a:r>
                    </a:p>
                  </a:txBody>
                  <a:tcPr anchor="ctr">
                    <a:solidFill>
                      <a:srgbClr val="E8F4F8"/>
                    </a:solidFill>
                  </a:tcPr>
                </a:tc>
                <a:tc>
                  <a:txBody>
                    <a:bodyPr/>
                    <a:lstStyle/>
                    <a:p>
                      <a:pPr algn="ctr"/>
                      <a:r>
                        <a:rPr lang="en-US" sz="1400">
                          <a:solidFill>
                            <a:srgbClr val="023047"/>
                          </a:solidFill>
                        </a:rPr>
                        <a:t>HostGuardianServiceRole</a:t>
                      </a:r>
                    </a:p>
                  </a:txBody>
                  <a:tcPr anchor="ctr">
                    <a:solidFill>
                      <a:srgbClr val="E8F4F8"/>
                    </a:solidFill>
                  </a:tcPr>
                </a:tc>
                <a:tc>
                  <a:txBody>
                    <a:bodyPr/>
                    <a:lstStyle/>
                    <a:p>
                      <a:pPr algn="ctr"/>
                      <a:r>
                        <a:rPr lang="en-US" sz="1400" dirty="0">
                          <a:solidFill>
                            <a:srgbClr val="023047"/>
                          </a:solidFill>
                        </a:rPr>
                        <a:t>No</a:t>
                      </a:r>
                    </a:p>
                  </a:txBody>
                  <a:tcPr anchor="ctr">
                    <a:solidFill>
                      <a:srgbClr val="E8F4F8"/>
                    </a:solidFill>
                  </a:tcPr>
                </a:tc>
                <a:extLst>
                  <a:ext uri="{0D108BD9-81ED-4DB2-BD59-A6C34878D82A}">
                    <a16:rowId xmlns:a16="http://schemas.microsoft.com/office/drawing/2014/main" val="898868723"/>
                  </a:ext>
                </a:extLst>
              </a:tr>
            </a:tbl>
          </a:graphicData>
        </a:graphic>
      </p:graphicFrame>
      <p:sp>
        <p:nvSpPr>
          <p:cNvPr id="5" name="Course footer">
            <a:extLst>
              <a:ext uri="{FF2B5EF4-FFF2-40B4-BE49-F238E27FC236}">
                <a16:creationId xmlns:a16="http://schemas.microsoft.com/office/drawing/2014/main" id="{863ACC4F-2D53-09E9-386E-D4187157C6D2}"/>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 Introduction to Windows Server</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6" name="TextBox 5">
            <a:extLst>
              <a:ext uri="{FF2B5EF4-FFF2-40B4-BE49-F238E27FC236}">
                <a16:creationId xmlns:a16="http://schemas.microsoft.com/office/drawing/2014/main" id="{98376B76-E968-B059-ED5E-B49EFA0319E5}"/>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09</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3931163069"/>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EE42B8-EDD7-D8E3-5F12-EA096561E7B6}"/>
              </a:ext>
            </a:extLst>
          </p:cNvPr>
          <p:cNvSpPr>
            <a:spLocks noGrp="1"/>
          </p:cNvSpPr>
          <p:nvPr>
            <p:ph type="title"/>
          </p:nvPr>
        </p:nvSpPr>
        <p:spPr/>
        <p:txBody>
          <a:bodyPr wrap="square">
            <a:noAutofit/>
          </a:bodyPr>
          <a:lstStyle/>
          <a:p>
            <a:r>
              <a:rPr lang="en-GB"/>
              <a:t>Windows Server Roles (2 of 2)</a:t>
            </a:r>
          </a:p>
        </p:txBody>
      </p:sp>
      <p:graphicFrame>
        <p:nvGraphicFramePr>
          <p:cNvPr id="4" name="Table 3">
            <a:extLst>
              <a:ext uri="{FF2B5EF4-FFF2-40B4-BE49-F238E27FC236}">
                <a16:creationId xmlns:a16="http://schemas.microsoft.com/office/drawing/2014/main" id="{F35785FE-EF27-2A07-C6D1-AF6D4746F25A}"/>
              </a:ext>
            </a:extLst>
          </p:cNvPr>
          <p:cNvGraphicFramePr>
            <a:graphicFrameLocks noGrp="1"/>
          </p:cNvGraphicFramePr>
          <p:nvPr>
            <p:extLst>
              <p:ext uri="{D42A27DB-BD31-4B8C-83A1-F6EECF244321}">
                <p14:modId xmlns:p14="http://schemas.microsoft.com/office/powerpoint/2010/main" val="849506905"/>
              </p:ext>
            </p:extLst>
          </p:nvPr>
        </p:nvGraphicFramePr>
        <p:xfrm>
          <a:off x="254000" y="1572101"/>
          <a:ext cx="8636000" cy="2586185"/>
        </p:xfrm>
        <a:graphic>
          <a:graphicData uri="http://schemas.openxmlformats.org/drawingml/2006/table">
            <a:tbl>
              <a:tblPr firstRow="1" bandRow="1">
                <a:tableStyleId>{5C22544A-7EE6-4342-B048-85BDC9FD1C3A}</a:tableStyleId>
              </a:tblPr>
              <a:tblGrid>
                <a:gridCol w="3937000">
                  <a:extLst>
                    <a:ext uri="{9D8B030D-6E8A-4147-A177-3AD203B41FA5}">
                      <a16:colId xmlns:a16="http://schemas.microsoft.com/office/drawing/2014/main" val="3763391099"/>
                    </a:ext>
                  </a:extLst>
                </a:gridCol>
                <a:gridCol w="3302000">
                  <a:extLst>
                    <a:ext uri="{9D8B030D-6E8A-4147-A177-3AD203B41FA5}">
                      <a16:colId xmlns:a16="http://schemas.microsoft.com/office/drawing/2014/main" val="868834650"/>
                    </a:ext>
                  </a:extLst>
                </a:gridCol>
                <a:gridCol w="1397000">
                  <a:extLst>
                    <a:ext uri="{9D8B030D-6E8A-4147-A177-3AD203B41FA5}">
                      <a16:colId xmlns:a16="http://schemas.microsoft.com/office/drawing/2014/main" val="1852834907"/>
                    </a:ext>
                  </a:extLst>
                </a:gridCol>
              </a:tblGrid>
              <a:tr h="369455">
                <a:tc>
                  <a:txBody>
                    <a:bodyPr/>
                    <a:lstStyle/>
                    <a:p>
                      <a:pPr algn="l"/>
                      <a:r>
                        <a:rPr lang="en-US" sz="1400">
                          <a:solidFill>
                            <a:srgbClr val="023047"/>
                          </a:solidFill>
                        </a:rPr>
                        <a:t>Print and Document Services</a:t>
                      </a:r>
                    </a:p>
                  </a:txBody>
                  <a:tcPr anchor="ctr">
                    <a:solidFill>
                      <a:srgbClr val="E8F4F8"/>
                    </a:solidFill>
                  </a:tcPr>
                </a:tc>
                <a:tc>
                  <a:txBody>
                    <a:bodyPr/>
                    <a:lstStyle/>
                    <a:p>
                      <a:pPr algn="ctr"/>
                      <a:r>
                        <a:rPr lang="en-US" sz="1400">
                          <a:solidFill>
                            <a:srgbClr val="023047"/>
                          </a:solidFill>
                        </a:rPr>
                        <a:t>Print-Services</a:t>
                      </a:r>
                    </a:p>
                  </a:txBody>
                  <a:tcPr anchor="ctr">
                    <a:solidFill>
                      <a:srgbClr val="E8F4F8"/>
                    </a:solidFill>
                  </a:tcPr>
                </a:tc>
                <a:tc>
                  <a:txBody>
                    <a:bodyPr/>
                    <a:lstStyle/>
                    <a:p>
                      <a:pPr algn="ctr"/>
                      <a:r>
                        <a:rPr lang="en-US" sz="1400">
                          <a:solidFill>
                            <a:srgbClr val="023047"/>
                          </a:solidFill>
                        </a:rPr>
                        <a:t>No</a:t>
                      </a:r>
                    </a:p>
                  </a:txBody>
                  <a:tcPr anchor="ctr">
                    <a:solidFill>
                      <a:srgbClr val="E8F4F8"/>
                    </a:solidFill>
                  </a:tcPr>
                </a:tc>
                <a:extLst>
                  <a:ext uri="{0D108BD9-81ED-4DB2-BD59-A6C34878D82A}">
                    <a16:rowId xmlns:a16="http://schemas.microsoft.com/office/drawing/2014/main" val="3988871595"/>
                  </a:ext>
                </a:extLst>
              </a:tr>
              <a:tr h="369455">
                <a:tc>
                  <a:txBody>
                    <a:bodyPr/>
                    <a:lstStyle/>
                    <a:p>
                      <a:pPr algn="l"/>
                      <a:r>
                        <a:rPr lang="en-US" sz="1400">
                          <a:solidFill>
                            <a:srgbClr val="023047"/>
                          </a:solidFill>
                        </a:rPr>
                        <a:t>Remote Access</a:t>
                      </a:r>
                    </a:p>
                  </a:txBody>
                  <a:tcPr anchor="ctr">
                    <a:solidFill>
                      <a:srgbClr val="FFFFFF"/>
                    </a:solidFill>
                  </a:tcPr>
                </a:tc>
                <a:tc>
                  <a:txBody>
                    <a:bodyPr/>
                    <a:lstStyle/>
                    <a:p>
                      <a:pPr algn="ctr"/>
                      <a:r>
                        <a:rPr lang="en-US" sz="1400">
                          <a:solidFill>
                            <a:srgbClr val="023047"/>
                          </a:solidFill>
                        </a:rPr>
                        <a:t>RemoteAccess</a:t>
                      </a:r>
                    </a:p>
                  </a:txBody>
                  <a:tcPr anchor="ctr">
                    <a:solidFill>
                      <a:srgbClr val="FFFFFF"/>
                    </a:solidFill>
                  </a:tcPr>
                </a:tc>
                <a:tc>
                  <a:txBody>
                    <a:bodyPr/>
                    <a:lstStyle/>
                    <a:p>
                      <a:pPr algn="ctr"/>
                      <a:r>
                        <a:rPr lang="en-US" sz="1400">
                          <a:solidFill>
                            <a:srgbClr val="023047"/>
                          </a:solidFill>
                        </a:rPr>
                        <a:t>No</a:t>
                      </a:r>
                    </a:p>
                  </a:txBody>
                  <a:tcPr anchor="ctr">
                    <a:solidFill>
                      <a:srgbClr val="FFFFFF"/>
                    </a:solidFill>
                  </a:tcPr>
                </a:tc>
                <a:extLst>
                  <a:ext uri="{0D108BD9-81ED-4DB2-BD59-A6C34878D82A}">
                    <a16:rowId xmlns:a16="http://schemas.microsoft.com/office/drawing/2014/main" val="301609771"/>
                  </a:ext>
                </a:extLst>
              </a:tr>
              <a:tr h="369455">
                <a:tc>
                  <a:txBody>
                    <a:bodyPr/>
                    <a:lstStyle/>
                    <a:p>
                      <a:pPr algn="l"/>
                      <a:r>
                        <a:rPr lang="en-US" sz="1400">
                          <a:solidFill>
                            <a:srgbClr val="023047"/>
                          </a:solidFill>
                        </a:rPr>
                        <a:t>Remote Desktop Services</a:t>
                      </a:r>
                    </a:p>
                  </a:txBody>
                  <a:tcPr anchor="ctr">
                    <a:solidFill>
                      <a:srgbClr val="E8F4F8"/>
                    </a:solidFill>
                  </a:tcPr>
                </a:tc>
                <a:tc>
                  <a:txBody>
                    <a:bodyPr/>
                    <a:lstStyle/>
                    <a:p>
                      <a:pPr algn="ctr"/>
                      <a:r>
                        <a:rPr lang="en-US" sz="1400">
                          <a:solidFill>
                            <a:srgbClr val="023047"/>
                          </a:solidFill>
                        </a:rPr>
                        <a:t>Remote-Desktop-Services</a:t>
                      </a:r>
                    </a:p>
                  </a:txBody>
                  <a:tcPr anchor="ctr">
                    <a:solidFill>
                      <a:srgbClr val="E8F4F8"/>
                    </a:solidFill>
                  </a:tcPr>
                </a:tc>
                <a:tc>
                  <a:txBody>
                    <a:bodyPr/>
                    <a:lstStyle/>
                    <a:p>
                      <a:pPr algn="ctr"/>
                      <a:r>
                        <a:rPr lang="en-US" sz="1400">
                          <a:solidFill>
                            <a:srgbClr val="023047"/>
                          </a:solidFill>
                        </a:rPr>
                        <a:t>No</a:t>
                      </a:r>
                    </a:p>
                  </a:txBody>
                  <a:tcPr anchor="ctr">
                    <a:solidFill>
                      <a:srgbClr val="E8F4F8"/>
                    </a:solidFill>
                  </a:tcPr>
                </a:tc>
                <a:extLst>
                  <a:ext uri="{0D108BD9-81ED-4DB2-BD59-A6C34878D82A}">
                    <a16:rowId xmlns:a16="http://schemas.microsoft.com/office/drawing/2014/main" val="1377013810"/>
                  </a:ext>
                </a:extLst>
              </a:tr>
              <a:tr h="369455">
                <a:tc>
                  <a:txBody>
                    <a:bodyPr/>
                    <a:lstStyle/>
                    <a:p>
                      <a:pPr algn="l"/>
                      <a:r>
                        <a:rPr lang="en-US" sz="1400">
                          <a:solidFill>
                            <a:srgbClr val="023047"/>
                          </a:solidFill>
                        </a:rPr>
                        <a:t>Volume Activation Services</a:t>
                      </a:r>
                    </a:p>
                  </a:txBody>
                  <a:tcPr anchor="ctr">
                    <a:solidFill>
                      <a:srgbClr val="FFFFFF"/>
                    </a:solidFill>
                  </a:tcPr>
                </a:tc>
                <a:tc>
                  <a:txBody>
                    <a:bodyPr/>
                    <a:lstStyle/>
                    <a:p>
                      <a:pPr algn="ctr"/>
                      <a:r>
                        <a:rPr lang="en-US" sz="1400">
                          <a:solidFill>
                            <a:srgbClr val="023047"/>
                          </a:solidFill>
                        </a:rPr>
                        <a:t>VolumeActivation</a:t>
                      </a:r>
                    </a:p>
                  </a:txBody>
                  <a:tcPr anchor="ctr">
                    <a:solidFill>
                      <a:srgbClr val="FFFFFF"/>
                    </a:solidFill>
                  </a:tcPr>
                </a:tc>
                <a:tc>
                  <a:txBody>
                    <a:bodyPr/>
                    <a:lstStyle/>
                    <a:p>
                      <a:pPr algn="ctr"/>
                      <a:r>
                        <a:rPr lang="en-US" sz="1400">
                          <a:solidFill>
                            <a:srgbClr val="023047"/>
                          </a:solidFill>
                        </a:rPr>
                        <a:t>No</a:t>
                      </a:r>
                    </a:p>
                  </a:txBody>
                  <a:tcPr anchor="ctr">
                    <a:solidFill>
                      <a:srgbClr val="FFFFFF"/>
                    </a:solidFill>
                  </a:tcPr>
                </a:tc>
                <a:extLst>
                  <a:ext uri="{0D108BD9-81ED-4DB2-BD59-A6C34878D82A}">
                    <a16:rowId xmlns:a16="http://schemas.microsoft.com/office/drawing/2014/main" val="2721727259"/>
                  </a:ext>
                </a:extLst>
              </a:tr>
              <a:tr h="369455">
                <a:tc>
                  <a:txBody>
                    <a:bodyPr/>
                    <a:lstStyle/>
                    <a:p>
                      <a:pPr algn="l"/>
                      <a:r>
                        <a:rPr lang="en-US" sz="1400">
                          <a:solidFill>
                            <a:srgbClr val="023047"/>
                          </a:solidFill>
                        </a:rPr>
                        <a:t>Web Server IIS</a:t>
                      </a:r>
                    </a:p>
                  </a:txBody>
                  <a:tcPr anchor="ctr">
                    <a:solidFill>
                      <a:srgbClr val="E8F4F8"/>
                    </a:solidFill>
                  </a:tcPr>
                </a:tc>
                <a:tc>
                  <a:txBody>
                    <a:bodyPr/>
                    <a:lstStyle/>
                    <a:p>
                      <a:pPr algn="ctr"/>
                      <a:r>
                        <a:rPr lang="en-US" sz="1400">
                          <a:solidFill>
                            <a:srgbClr val="023047"/>
                          </a:solidFill>
                        </a:rPr>
                        <a:t>Web-Server</a:t>
                      </a:r>
                    </a:p>
                  </a:txBody>
                  <a:tcPr anchor="ctr">
                    <a:solidFill>
                      <a:srgbClr val="E8F4F8"/>
                    </a:solidFill>
                  </a:tcPr>
                </a:tc>
                <a:tc>
                  <a:txBody>
                    <a:bodyPr/>
                    <a:lstStyle/>
                    <a:p>
                      <a:pPr algn="ctr"/>
                      <a:r>
                        <a:rPr lang="en-US" sz="1400">
                          <a:solidFill>
                            <a:srgbClr val="023047"/>
                          </a:solidFill>
                        </a:rPr>
                        <a:t>No</a:t>
                      </a:r>
                    </a:p>
                  </a:txBody>
                  <a:tcPr anchor="ctr">
                    <a:solidFill>
                      <a:srgbClr val="E8F4F8"/>
                    </a:solidFill>
                  </a:tcPr>
                </a:tc>
                <a:extLst>
                  <a:ext uri="{0D108BD9-81ED-4DB2-BD59-A6C34878D82A}">
                    <a16:rowId xmlns:a16="http://schemas.microsoft.com/office/drawing/2014/main" val="3650303247"/>
                  </a:ext>
                </a:extLst>
              </a:tr>
              <a:tr h="369455">
                <a:tc>
                  <a:txBody>
                    <a:bodyPr/>
                    <a:lstStyle/>
                    <a:p>
                      <a:pPr algn="l"/>
                      <a:r>
                        <a:rPr lang="en-US" sz="1400">
                          <a:solidFill>
                            <a:srgbClr val="023047"/>
                          </a:solidFill>
                        </a:rPr>
                        <a:t>Windows Server Essentials Experience</a:t>
                      </a:r>
                    </a:p>
                  </a:txBody>
                  <a:tcPr anchor="ctr">
                    <a:solidFill>
                      <a:srgbClr val="FFFFFF"/>
                    </a:solidFill>
                  </a:tcPr>
                </a:tc>
                <a:tc>
                  <a:txBody>
                    <a:bodyPr/>
                    <a:lstStyle/>
                    <a:p>
                      <a:pPr algn="ctr"/>
                      <a:r>
                        <a:rPr lang="en-US" sz="1400">
                          <a:solidFill>
                            <a:srgbClr val="023047"/>
                          </a:solidFill>
                        </a:rPr>
                        <a:t>ServerEssentialsRole</a:t>
                      </a:r>
                    </a:p>
                  </a:txBody>
                  <a:tcPr anchor="ctr">
                    <a:solidFill>
                      <a:srgbClr val="FFFFFF"/>
                    </a:solidFill>
                  </a:tcPr>
                </a:tc>
                <a:tc>
                  <a:txBody>
                    <a:bodyPr/>
                    <a:lstStyle/>
                    <a:p>
                      <a:pPr algn="ctr"/>
                      <a:r>
                        <a:rPr lang="en-US" sz="1400">
                          <a:solidFill>
                            <a:srgbClr val="023047"/>
                          </a:solidFill>
                        </a:rPr>
                        <a:t>No</a:t>
                      </a:r>
                    </a:p>
                  </a:txBody>
                  <a:tcPr anchor="ctr">
                    <a:solidFill>
                      <a:srgbClr val="FFFFFF"/>
                    </a:solidFill>
                  </a:tcPr>
                </a:tc>
                <a:extLst>
                  <a:ext uri="{0D108BD9-81ED-4DB2-BD59-A6C34878D82A}">
                    <a16:rowId xmlns:a16="http://schemas.microsoft.com/office/drawing/2014/main" val="3252033697"/>
                  </a:ext>
                </a:extLst>
              </a:tr>
              <a:tr h="369455">
                <a:tc>
                  <a:txBody>
                    <a:bodyPr/>
                    <a:lstStyle/>
                    <a:p>
                      <a:pPr algn="l"/>
                      <a:r>
                        <a:rPr lang="en-US" sz="1400">
                          <a:solidFill>
                            <a:srgbClr val="023047"/>
                          </a:solidFill>
                        </a:rPr>
                        <a:t>Windows Server Update Services</a:t>
                      </a:r>
                    </a:p>
                  </a:txBody>
                  <a:tcPr anchor="ctr">
                    <a:solidFill>
                      <a:srgbClr val="E8F4F8"/>
                    </a:solidFill>
                  </a:tcPr>
                </a:tc>
                <a:tc>
                  <a:txBody>
                    <a:bodyPr/>
                    <a:lstStyle/>
                    <a:p>
                      <a:pPr algn="ctr"/>
                      <a:r>
                        <a:rPr lang="en-US" sz="1400">
                          <a:solidFill>
                            <a:srgbClr val="023047"/>
                          </a:solidFill>
                        </a:rPr>
                        <a:t>UpdateServices</a:t>
                      </a:r>
                    </a:p>
                  </a:txBody>
                  <a:tcPr anchor="ctr">
                    <a:solidFill>
                      <a:srgbClr val="E8F4F8"/>
                    </a:solidFill>
                  </a:tcPr>
                </a:tc>
                <a:tc>
                  <a:txBody>
                    <a:bodyPr/>
                    <a:lstStyle/>
                    <a:p>
                      <a:pPr algn="ctr"/>
                      <a:r>
                        <a:rPr lang="en-US" sz="1400" dirty="0">
                          <a:solidFill>
                            <a:srgbClr val="023047"/>
                          </a:solidFill>
                        </a:rPr>
                        <a:t>No</a:t>
                      </a:r>
                    </a:p>
                  </a:txBody>
                  <a:tcPr anchor="ctr">
                    <a:solidFill>
                      <a:srgbClr val="E8F4F8"/>
                    </a:solidFill>
                  </a:tcPr>
                </a:tc>
                <a:extLst>
                  <a:ext uri="{0D108BD9-81ED-4DB2-BD59-A6C34878D82A}">
                    <a16:rowId xmlns:a16="http://schemas.microsoft.com/office/drawing/2014/main" val="290492210"/>
                  </a:ext>
                </a:extLst>
              </a:tr>
            </a:tbl>
          </a:graphicData>
        </a:graphic>
      </p:graphicFrame>
      <p:sp>
        <p:nvSpPr>
          <p:cNvPr id="5" name="Course footer">
            <a:extLst>
              <a:ext uri="{FF2B5EF4-FFF2-40B4-BE49-F238E27FC236}">
                <a16:creationId xmlns:a16="http://schemas.microsoft.com/office/drawing/2014/main" id="{FF9DBEE1-8D0E-DF9C-98FF-23CE8109663A}"/>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 Introduction to Windows Server</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6" name="TextBox 5">
            <a:extLst>
              <a:ext uri="{FF2B5EF4-FFF2-40B4-BE49-F238E27FC236}">
                <a16:creationId xmlns:a16="http://schemas.microsoft.com/office/drawing/2014/main" id="{9EF3F178-FD16-89D2-D02C-6A80D1F45472}"/>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10</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3808840492"/>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690D5-B978-7E40-A7E8-C63D7108EA81}"/>
              </a:ext>
            </a:extLst>
          </p:cNvPr>
          <p:cNvSpPr>
            <a:spLocks noGrp="1"/>
          </p:cNvSpPr>
          <p:nvPr>
            <p:ph type="title"/>
          </p:nvPr>
        </p:nvSpPr>
        <p:spPr/>
        <p:txBody>
          <a:bodyPr wrap="square">
            <a:noAutofit/>
          </a:bodyPr>
          <a:lstStyle/>
          <a:p>
            <a:r>
              <a:rPr lang="en-GB"/>
              <a:t>Application Administration Workflow</a:t>
            </a:r>
          </a:p>
        </p:txBody>
      </p:sp>
      <p:sp>
        <p:nvSpPr>
          <p:cNvPr id="3" name="Shape 5">
            <a:extLst>
              <a:ext uri="{FF2B5EF4-FFF2-40B4-BE49-F238E27FC236}">
                <a16:creationId xmlns:a16="http://schemas.microsoft.com/office/drawing/2014/main" id="{7F7D88ED-C65F-C70B-8E3B-B1B723356EF2}"/>
              </a:ext>
            </a:extLst>
          </p:cNvPr>
          <p:cNvSpPr/>
          <p:nvPr/>
        </p:nvSpPr>
        <p:spPr>
          <a:xfrm>
            <a:off x="228600" y="915003"/>
            <a:ext cx="1536192" cy="914400"/>
          </a:xfrm>
          <a:prstGeom prst="rect">
            <a:avLst/>
          </a:prstGeom>
          <a:solidFill>
            <a:srgbClr val="0076D4"/>
          </a:solidFill>
          <a:ln w="12700">
            <a:solidFill>
              <a:srgbClr val="243A5E"/>
            </a:solidFill>
            <a:prstDash val="solid"/>
          </a:ln>
        </p:spPr>
        <p:txBody>
          <a:bodyPr/>
          <a:lstStyle/>
          <a:p>
            <a:endParaRPr lang="en-GB"/>
          </a:p>
        </p:txBody>
      </p:sp>
      <p:sp>
        <p:nvSpPr>
          <p:cNvPr id="4" name="Shape 6">
            <a:extLst>
              <a:ext uri="{FF2B5EF4-FFF2-40B4-BE49-F238E27FC236}">
                <a16:creationId xmlns:a16="http://schemas.microsoft.com/office/drawing/2014/main" id="{FCE9FE5A-7732-3899-30B4-B75196C2918D}"/>
              </a:ext>
            </a:extLst>
          </p:cNvPr>
          <p:cNvSpPr/>
          <p:nvPr/>
        </p:nvSpPr>
        <p:spPr>
          <a:xfrm>
            <a:off x="777240" y="841851"/>
            <a:ext cx="347472" cy="347472"/>
          </a:xfrm>
          <a:prstGeom prst="ellipse">
            <a:avLst/>
          </a:prstGeom>
          <a:solidFill>
            <a:srgbClr val="FFFFFF"/>
          </a:solidFill>
          <a:ln w="25400">
            <a:solidFill>
              <a:srgbClr val="0076D4"/>
            </a:solidFill>
            <a:prstDash val="solid"/>
          </a:ln>
        </p:spPr>
        <p:txBody>
          <a:bodyPr/>
          <a:lstStyle/>
          <a:p>
            <a:endParaRPr lang="en-GB"/>
          </a:p>
        </p:txBody>
      </p:sp>
      <p:sp>
        <p:nvSpPr>
          <p:cNvPr id="5" name="Text 7">
            <a:extLst>
              <a:ext uri="{FF2B5EF4-FFF2-40B4-BE49-F238E27FC236}">
                <a16:creationId xmlns:a16="http://schemas.microsoft.com/office/drawing/2014/main" id="{F71C92B0-48BE-1C2F-A55E-7A011D465447}"/>
              </a:ext>
            </a:extLst>
          </p:cNvPr>
          <p:cNvSpPr/>
          <p:nvPr/>
        </p:nvSpPr>
        <p:spPr>
          <a:xfrm>
            <a:off x="777240" y="841851"/>
            <a:ext cx="347472" cy="347472"/>
          </a:xfrm>
          <a:prstGeom prst="rect">
            <a:avLst/>
          </a:prstGeom>
          <a:noFill/>
          <a:ln/>
        </p:spPr>
        <p:txBody>
          <a:bodyPr wrap="square" lIns="0" tIns="0" rIns="0" bIns="0" rtlCol="0" anchor="ctr">
            <a:normAutofit/>
          </a:bodyPr>
          <a:lstStyle/>
          <a:p>
            <a:pPr marL="0" indent="0" algn="ctr">
              <a:buNone/>
            </a:pPr>
            <a:r>
              <a:rPr lang="en-US" sz="1300" b="1" dirty="0">
                <a:solidFill>
                  <a:srgbClr val="219EBC"/>
                </a:solidFill>
                <a:latin typeface="Segoe UI" panose="020B0502040204020203" pitchFamily="34" charset="0"/>
                <a:ea typeface="Calibri" pitchFamily="34" charset="-122"/>
                <a:cs typeface="Calibri" pitchFamily="34" charset="-120"/>
              </a:rPr>
              <a:t>1</a:t>
            </a:r>
            <a:endParaRPr lang="en-US" sz="1300" dirty="0">
              <a:latin typeface="Segoe UI" panose="020B0502040204020203" pitchFamily="34" charset="0"/>
            </a:endParaRPr>
          </a:p>
        </p:txBody>
      </p:sp>
      <p:sp>
        <p:nvSpPr>
          <p:cNvPr id="6" name="Text 8">
            <a:extLst>
              <a:ext uri="{FF2B5EF4-FFF2-40B4-BE49-F238E27FC236}">
                <a16:creationId xmlns:a16="http://schemas.microsoft.com/office/drawing/2014/main" id="{66DAB9EC-511C-AA1B-9E5C-914F438E01A7}"/>
              </a:ext>
            </a:extLst>
          </p:cNvPr>
          <p:cNvSpPr/>
          <p:nvPr/>
        </p:nvSpPr>
        <p:spPr>
          <a:xfrm>
            <a:off x="274320" y="960723"/>
            <a:ext cx="1444752" cy="777240"/>
          </a:xfrm>
          <a:prstGeom prst="rect">
            <a:avLst/>
          </a:prstGeom>
          <a:noFill/>
          <a:ln/>
        </p:spPr>
        <p:txBody>
          <a:bodyPr wrap="square" lIns="0" tIns="0" rIns="0" bIns="0" rtlCol="0" anchor="ctr">
            <a:normAutofit/>
          </a:bodyPr>
          <a:lstStyle/>
          <a:p>
            <a:pPr marL="0" indent="0" algn="ctr">
              <a:buNone/>
            </a:pPr>
            <a:r>
              <a:rPr lang="en-US" sz="1100" dirty="0">
                <a:solidFill>
                  <a:srgbClr val="FFFFFF"/>
                </a:solidFill>
                <a:latin typeface="Segoe UI" panose="020B0502040204020203" pitchFamily="34" charset="0"/>
                <a:ea typeface="Calibri" pitchFamily="34" charset="-122"/>
                <a:cs typeface="Calibri" pitchFamily="34" charset="-120"/>
              </a:rPr>
              <a:t>Choose edition &amp; install option</a:t>
            </a:r>
            <a:endParaRPr lang="en-US" sz="1100" dirty="0">
              <a:latin typeface="Segoe UI" panose="020B0502040204020203" pitchFamily="34" charset="0"/>
            </a:endParaRPr>
          </a:p>
        </p:txBody>
      </p:sp>
      <p:sp>
        <p:nvSpPr>
          <p:cNvPr id="7" name="Text 9">
            <a:extLst>
              <a:ext uri="{FF2B5EF4-FFF2-40B4-BE49-F238E27FC236}">
                <a16:creationId xmlns:a16="http://schemas.microsoft.com/office/drawing/2014/main" id="{4BF72075-EB15-96DB-7FA9-B30FC3EEF663}"/>
              </a:ext>
            </a:extLst>
          </p:cNvPr>
          <p:cNvSpPr/>
          <p:nvPr/>
        </p:nvSpPr>
        <p:spPr>
          <a:xfrm>
            <a:off x="1773936" y="1189323"/>
            <a:ext cx="109728" cy="365760"/>
          </a:xfrm>
          <a:prstGeom prst="rect">
            <a:avLst/>
          </a:prstGeom>
          <a:noFill/>
          <a:ln/>
        </p:spPr>
        <p:txBody>
          <a:bodyPr wrap="square" lIns="0" tIns="0" rIns="0" bIns="0" rtlCol="0" anchor="ctr">
            <a:normAutofit/>
          </a:bodyPr>
          <a:lstStyle/>
          <a:p>
            <a:pPr marL="0" indent="0" algn="ctr">
              <a:buNone/>
            </a:pPr>
            <a:r>
              <a:rPr lang="en-US" sz="1200" dirty="0">
                <a:solidFill>
                  <a:srgbClr val="8ECAE6"/>
                </a:solidFill>
                <a:latin typeface="Segoe UI" panose="020B0502040204020203" pitchFamily="34" charset="0"/>
                <a:ea typeface="Calibri" pitchFamily="34" charset="-122"/>
                <a:cs typeface="Calibri" pitchFamily="34" charset="-120"/>
              </a:rPr>
              <a:t>▶</a:t>
            </a:r>
            <a:endParaRPr lang="en-US" sz="1200" dirty="0">
              <a:latin typeface="Segoe UI" panose="020B0502040204020203" pitchFamily="34" charset="0"/>
            </a:endParaRPr>
          </a:p>
        </p:txBody>
      </p:sp>
      <p:sp>
        <p:nvSpPr>
          <p:cNvPr id="8" name="Shape 10">
            <a:extLst>
              <a:ext uri="{FF2B5EF4-FFF2-40B4-BE49-F238E27FC236}">
                <a16:creationId xmlns:a16="http://schemas.microsoft.com/office/drawing/2014/main" id="{82C5198D-F52C-558F-D376-B57BCB3EC4E6}"/>
              </a:ext>
            </a:extLst>
          </p:cNvPr>
          <p:cNvSpPr/>
          <p:nvPr/>
        </p:nvSpPr>
        <p:spPr>
          <a:xfrm>
            <a:off x="1892808" y="915003"/>
            <a:ext cx="1536192" cy="914400"/>
          </a:xfrm>
          <a:prstGeom prst="rect">
            <a:avLst/>
          </a:prstGeom>
          <a:solidFill>
            <a:srgbClr val="243A5E"/>
          </a:solidFill>
          <a:ln w="12700">
            <a:solidFill>
              <a:srgbClr val="243A5E"/>
            </a:solidFill>
            <a:prstDash val="solid"/>
          </a:ln>
        </p:spPr>
        <p:txBody>
          <a:bodyPr/>
          <a:lstStyle/>
          <a:p>
            <a:endParaRPr lang="en-GB"/>
          </a:p>
        </p:txBody>
      </p:sp>
      <p:sp>
        <p:nvSpPr>
          <p:cNvPr id="9" name="Shape 11">
            <a:extLst>
              <a:ext uri="{FF2B5EF4-FFF2-40B4-BE49-F238E27FC236}">
                <a16:creationId xmlns:a16="http://schemas.microsoft.com/office/drawing/2014/main" id="{31BF4293-CDF5-EB3F-928A-C269072B447F}"/>
              </a:ext>
            </a:extLst>
          </p:cNvPr>
          <p:cNvSpPr/>
          <p:nvPr/>
        </p:nvSpPr>
        <p:spPr>
          <a:xfrm>
            <a:off x="2441448" y="841851"/>
            <a:ext cx="347472" cy="347472"/>
          </a:xfrm>
          <a:prstGeom prst="ellipse">
            <a:avLst/>
          </a:prstGeom>
          <a:solidFill>
            <a:srgbClr val="FFFFFF"/>
          </a:solidFill>
          <a:ln w="25400">
            <a:solidFill>
              <a:srgbClr val="0076D4"/>
            </a:solidFill>
            <a:prstDash val="solid"/>
          </a:ln>
        </p:spPr>
        <p:txBody>
          <a:bodyPr/>
          <a:lstStyle/>
          <a:p>
            <a:endParaRPr lang="en-GB"/>
          </a:p>
        </p:txBody>
      </p:sp>
      <p:sp>
        <p:nvSpPr>
          <p:cNvPr id="10" name="Text 12">
            <a:extLst>
              <a:ext uri="{FF2B5EF4-FFF2-40B4-BE49-F238E27FC236}">
                <a16:creationId xmlns:a16="http://schemas.microsoft.com/office/drawing/2014/main" id="{060CFED5-C476-2E7D-C3C4-1489ADF018A8}"/>
              </a:ext>
            </a:extLst>
          </p:cNvPr>
          <p:cNvSpPr/>
          <p:nvPr/>
        </p:nvSpPr>
        <p:spPr>
          <a:xfrm>
            <a:off x="2441448" y="841851"/>
            <a:ext cx="347472" cy="347472"/>
          </a:xfrm>
          <a:prstGeom prst="rect">
            <a:avLst/>
          </a:prstGeom>
          <a:noFill/>
          <a:ln/>
        </p:spPr>
        <p:txBody>
          <a:bodyPr wrap="square" lIns="0" tIns="0" rIns="0" bIns="0" rtlCol="0" anchor="ctr">
            <a:normAutofit/>
          </a:bodyPr>
          <a:lstStyle/>
          <a:p>
            <a:pPr marL="0" indent="0" algn="ctr">
              <a:buNone/>
            </a:pPr>
            <a:r>
              <a:rPr lang="en-US" sz="1300" b="1" dirty="0">
                <a:solidFill>
                  <a:srgbClr val="219EBC"/>
                </a:solidFill>
                <a:latin typeface="Segoe UI" panose="020B0502040204020203" pitchFamily="34" charset="0"/>
                <a:ea typeface="Calibri" pitchFamily="34" charset="-122"/>
                <a:cs typeface="Calibri" pitchFamily="34" charset="-120"/>
              </a:rPr>
              <a:t>2</a:t>
            </a:r>
            <a:endParaRPr lang="en-US" sz="1300" dirty="0">
              <a:latin typeface="Segoe UI" panose="020B0502040204020203" pitchFamily="34" charset="0"/>
            </a:endParaRPr>
          </a:p>
        </p:txBody>
      </p:sp>
      <p:sp>
        <p:nvSpPr>
          <p:cNvPr id="11" name="Text 13">
            <a:extLst>
              <a:ext uri="{FF2B5EF4-FFF2-40B4-BE49-F238E27FC236}">
                <a16:creationId xmlns:a16="http://schemas.microsoft.com/office/drawing/2014/main" id="{7BECE157-6DB6-AFD4-1B14-95ADE94855B5}"/>
              </a:ext>
            </a:extLst>
          </p:cNvPr>
          <p:cNvSpPr/>
          <p:nvPr/>
        </p:nvSpPr>
        <p:spPr>
          <a:xfrm>
            <a:off x="1938528" y="960723"/>
            <a:ext cx="1444752" cy="777240"/>
          </a:xfrm>
          <a:prstGeom prst="rect">
            <a:avLst/>
          </a:prstGeom>
          <a:noFill/>
          <a:ln/>
        </p:spPr>
        <p:txBody>
          <a:bodyPr wrap="square" lIns="0" tIns="0" rIns="0" bIns="0" rtlCol="0" anchor="ctr">
            <a:normAutofit/>
          </a:bodyPr>
          <a:lstStyle/>
          <a:p>
            <a:pPr marL="0" indent="0" algn="ctr">
              <a:buNone/>
            </a:pPr>
            <a:r>
              <a:rPr lang="en-US" sz="1100" dirty="0">
                <a:solidFill>
                  <a:srgbClr val="FFFFFF"/>
                </a:solidFill>
                <a:latin typeface="Segoe UI" panose="020B0502040204020203" pitchFamily="34" charset="0"/>
                <a:ea typeface="Calibri" pitchFamily="34" charset="-122"/>
                <a:cs typeface="Calibri" pitchFamily="34" charset="-120"/>
              </a:rPr>
              <a:t>Install required roles &amp; features</a:t>
            </a:r>
            <a:endParaRPr lang="en-US" sz="1100" dirty="0">
              <a:latin typeface="Segoe UI" panose="020B0502040204020203" pitchFamily="34" charset="0"/>
            </a:endParaRPr>
          </a:p>
        </p:txBody>
      </p:sp>
      <p:sp>
        <p:nvSpPr>
          <p:cNvPr id="12" name="Text 14">
            <a:extLst>
              <a:ext uri="{FF2B5EF4-FFF2-40B4-BE49-F238E27FC236}">
                <a16:creationId xmlns:a16="http://schemas.microsoft.com/office/drawing/2014/main" id="{D541DDEE-ADAD-C948-1428-E86388FD5785}"/>
              </a:ext>
            </a:extLst>
          </p:cNvPr>
          <p:cNvSpPr/>
          <p:nvPr/>
        </p:nvSpPr>
        <p:spPr>
          <a:xfrm>
            <a:off x="3438144" y="1189323"/>
            <a:ext cx="109728" cy="365760"/>
          </a:xfrm>
          <a:prstGeom prst="rect">
            <a:avLst/>
          </a:prstGeom>
          <a:noFill/>
          <a:ln/>
        </p:spPr>
        <p:txBody>
          <a:bodyPr wrap="square" lIns="0" tIns="0" rIns="0" bIns="0" rtlCol="0" anchor="ctr">
            <a:normAutofit/>
          </a:bodyPr>
          <a:lstStyle/>
          <a:p>
            <a:pPr marL="0" indent="0" algn="ctr">
              <a:buNone/>
            </a:pPr>
            <a:r>
              <a:rPr lang="en-US" sz="1200" dirty="0">
                <a:solidFill>
                  <a:srgbClr val="8ECAE6"/>
                </a:solidFill>
                <a:latin typeface="Segoe UI" panose="020B0502040204020203" pitchFamily="34" charset="0"/>
                <a:ea typeface="Calibri" pitchFamily="34" charset="-122"/>
                <a:cs typeface="Calibri" pitchFamily="34" charset="-120"/>
              </a:rPr>
              <a:t>▶</a:t>
            </a:r>
            <a:endParaRPr lang="en-US" sz="1200" dirty="0">
              <a:latin typeface="Segoe UI" panose="020B0502040204020203" pitchFamily="34" charset="0"/>
            </a:endParaRPr>
          </a:p>
        </p:txBody>
      </p:sp>
      <p:sp>
        <p:nvSpPr>
          <p:cNvPr id="13" name="Shape 15">
            <a:extLst>
              <a:ext uri="{FF2B5EF4-FFF2-40B4-BE49-F238E27FC236}">
                <a16:creationId xmlns:a16="http://schemas.microsoft.com/office/drawing/2014/main" id="{DBF5BB8F-93AF-3D99-DC01-E6ABCCD56BE5}"/>
              </a:ext>
            </a:extLst>
          </p:cNvPr>
          <p:cNvSpPr/>
          <p:nvPr/>
        </p:nvSpPr>
        <p:spPr>
          <a:xfrm>
            <a:off x="3557016" y="915003"/>
            <a:ext cx="1536192" cy="914400"/>
          </a:xfrm>
          <a:prstGeom prst="rect">
            <a:avLst/>
          </a:prstGeom>
          <a:solidFill>
            <a:srgbClr val="0076D4"/>
          </a:solidFill>
          <a:ln w="12700">
            <a:solidFill>
              <a:srgbClr val="243A5E"/>
            </a:solidFill>
            <a:prstDash val="solid"/>
          </a:ln>
        </p:spPr>
        <p:txBody>
          <a:bodyPr/>
          <a:lstStyle/>
          <a:p>
            <a:endParaRPr lang="en-GB"/>
          </a:p>
        </p:txBody>
      </p:sp>
      <p:sp>
        <p:nvSpPr>
          <p:cNvPr id="14" name="Shape 16">
            <a:extLst>
              <a:ext uri="{FF2B5EF4-FFF2-40B4-BE49-F238E27FC236}">
                <a16:creationId xmlns:a16="http://schemas.microsoft.com/office/drawing/2014/main" id="{BE91A35D-0129-C8EE-C6F9-EA7917CE585A}"/>
              </a:ext>
            </a:extLst>
          </p:cNvPr>
          <p:cNvSpPr/>
          <p:nvPr/>
        </p:nvSpPr>
        <p:spPr>
          <a:xfrm>
            <a:off x="4105656" y="841851"/>
            <a:ext cx="347472" cy="347472"/>
          </a:xfrm>
          <a:prstGeom prst="ellipse">
            <a:avLst/>
          </a:prstGeom>
          <a:solidFill>
            <a:srgbClr val="FFFFFF"/>
          </a:solidFill>
          <a:ln w="25400">
            <a:solidFill>
              <a:srgbClr val="0076D4"/>
            </a:solidFill>
            <a:prstDash val="solid"/>
          </a:ln>
        </p:spPr>
        <p:txBody>
          <a:bodyPr/>
          <a:lstStyle/>
          <a:p>
            <a:endParaRPr lang="en-GB"/>
          </a:p>
        </p:txBody>
      </p:sp>
      <p:sp>
        <p:nvSpPr>
          <p:cNvPr id="15" name="Text 17">
            <a:extLst>
              <a:ext uri="{FF2B5EF4-FFF2-40B4-BE49-F238E27FC236}">
                <a16:creationId xmlns:a16="http://schemas.microsoft.com/office/drawing/2014/main" id="{E52479EA-4621-7918-B2A0-ED3BB80382BB}"/>
              </a:ext>
            </a:extLst>
          </p:cNvPr>
          <p:cNvSpPr/>
          <p:nvPr/>
        </p:nvSpPr>
        <p:spPr>
          <a:xfrm>
            <a:off x="4105656" y="841851"/>
            <a:ext cx="347472" cy="347472"/>
          </a:xfrm>
          <a:prstGeom prst="rect">
            <a:avLst/>
          </a:prstGeom>
          <a:noFill/>
          <a:ln/>
        </p:spPr>
        <p:txBody>
          <a:bodyPr wrap="square" lIns="0" tIns="0" rIns="0" bIns="0" rtlCol="0" anchor="ctr">
            <a:normAutofit/>
          </a:bodyPr>
          <a:lstStyle/>
          <a:p>
            <a:pPr marL="0" indent="0" algn="ctr">
              <a:buNone/>
            </a:pPr>
            <a:r>
              <a:rPr lang="en-US" sz="1300" b="1" dirty="0">
                <a:solidFill>
                  <a:srgbClr val="219EBC"/>
                </a:solidFill>
                <a:latin typeface="Segoe UI" panose="020B0502040204020203" pitchFamily="34" charset="0"/>
                <a:ea typeface="Calibri" pitchFamily="34" charset="-122"/>
                <a:cs typeface="Calibri" pitchFamily="34" charset="-120"/>
              </a:rPr>
              <a:t>3</a:t>
            </a:r>
            <a:endParaRPr lang="en-US" sz="1300" dirty="0">
              <a:latin typeface="Segoe UI" panose="020B0502040204020203" pitchFamily="34" charset="0"/>
            </a:endParaRPr>
          </a:p>
        </p:txBody>
      </p:sp>
      <p:sp>
        <p:nvSpPr>
          <p:cNvPr id="16" name="Text 18">
            <a:extLst>
              <a:ext uri="{FF2B5EF4-FFF2-40B4-BE49-F238E27FC236}">
                <a16:creationId xmlns:a16="http://schemas.microsoft.com/office/drawing/2014/main" id="{FFD419EA-8218-CE04-A178-C739300A357D}"/>
              </a:ext>
            </a:extLst>
          </p:cNvPr>
          <p:cNvSpPr/>
          <p:nvPr/>
        </p:nvSpPr>
        <p:spPr>
          <a:xfrm>
            <a:off x="3602736" y="960723"/>
            <a:ext cx="1444752" cy="777240"/>
          </a:xfrm>
          <a:prstGeom prst="rect">
            <a:avLst/>
          </a:prstGeom>
          <a:noFill/>
          <a:ln/>
        </p:spPr>
        <p:txBody>
          <a:bodyPr wrap="square" lIns="0" tIns="0" rIns="0" bIns="0" rtlCol="0" anchor="ctr">
            <a:normAutofit/>
          </a:bodyPr>
          <a:lstStyle/>
          <a:p>
            <a:pPr marL="0" indent="0" algn="ctr">
              <a:buNone/>
            </a:pPr>
            <a:r>
              <a:rPr lang="en-US" sz="1100" dirty="0">
                <a:solidFill>
                  <a:srgbClr val="FFFFFF"/>
                </a:solidFill>
                <a:latin typeface="Segoe UI" panose="020B0502040204020203" pitchFamily="34" charset="0"/>
                <a:ea typeface="Calibri" pitchFamily="34" charset="-122"/>
                <a:cs typeface="Calibri" pitchFamily="34" charset="-120"/>
              </a:rPr>
              <a:t>Configure networking, identity, certs</a:t>
            </a:r>
            <a:endParaRPr lang="en-US" sz="1100" dirty="0">
              <a:latin typeface="Segoe UI" panose="020B0502040204020203" pitchFamily="34" charset="0"/>
            </a:endParaRPr>
          </a:p>
        </p:txBody>
      </p:sp>
      <p:sp>
        <p:nvSpPr>
          <p:cNvPr id="17" name="Text 19">
            <a:extLst>
              <a:ext uri="{FF2B5EF4-FFF2-40B4-BE49-F238E27FC236}">
                <a16:creationId xmlns:a16="http://schemas.microsoft.com/office/drawing/2014/main" id="{2E7F4397-A15D-E981-201C-AB48003699B7}"/>
              </a:ext>
            </a:extLst>
          </p:cNvPr>
          <p:cNvSpPr/>
          <p:nvPr/>
        </p:nvSpPr>
        <p:spPr>
          <a:xfrm>
            <a:off x="5102352" y="1189323"/>
            <a:ext cx="109728" cy="365760"/>
          </a:xfrm>
          <a:prstGeom prst="rect">
            <a:avLst/>
          </a:prstGeom>
          <a:noFill/>
          <a:ln/>
        </p:spPr>
        <p:txBody>
          <a:bodyPr wrap="square" lIns="0" tIns="0" rIns="0" bIns="0" rtlCol="0" anchor="ctr">
            <a:normAutofit/>
          </a:bodyPr>
          <a:lstStyle/>
          <a:p>
            <a:pPr marL="0" indent="0" algn="ctr">
              <a:buNone/>
            </a:pPr>
            <a:r>
              <a:rPr lang="en-US" sz="1200" dirty="0">
                <a:solidFill>
                  <a:srgbClr val="8ECAE6"/>
                </a:solidFill>
                <a:latin typeface="Segoe UI" panose="020B0502040204020203" pitchFamily="34" charset="0"/>
                <a:ea typeface="Calibri" pitchFamily="34" charset="-122"/>
                <a:cs typeface="Calibri" pitchFamily="34" charset="-120"/>
              </a:rPr>
              <a:t>▶</a:t>
            </a:r>
            <a:endParaRPr lang="en-US" sz="1200" dirty="0">
              <a:latin typeface="Segoe UI" panose="020B0502040204020203" pitchFamily="34" charset="0"/>
            </a:endParaRPr>
          </a:p>
        </p:txBody>
      </p:sp>
      <p:sp>
        <p:nvSpPr>
          <p:cNvPr id="18" name="Shape 20">
            <a:extLst>
              <a:ext uri="{FF2B5EF4-FFF2-40B4-BE49-F238E27FC236}">
                <a16:creationId xmlns:a16="http://schemas.microsoft.com/office/drawing/2014/main" id="{81C6E353-CCA4-950C-C79E-C2F090C8353F}"/>
              </a:ext>
            </a:extLst>
          </p:cNvPr>
          <p:cNvSpPr/>
          <p:nvPr/>
        </p:nvSpPr>
        <p:spPr>
          <a:xfrm>
            <a:off x="5221224" y="915003"/>
            <a:ext cx="1536192" cy="914400"/>
          </a:xfrm>
          <a:prstGeom prst="rect">
            <a:avLst/>
          </a:prstGeom>
          <a:solidFill>
            <a:srgbClr val="243A5E"/>
          </a:solidFill>
          <a:ln w="12700">
            <a:solidFill>
              <a:srgbClr val="243A5E"/>
            </a:solidFill>
            <a:prstDash val="solid"/>
          </a:ln>
        </p:spPr>
        <p:txBody>
          <a:bodyPr/>
          <a:lstStyle/>
          <a:p>
            <a:endParaRPr lang="en-GB"/>
          </a:p>
        </p:txBody>
      </p:sp>
      <p:sp>
        <p:nvSpPr>
          <p:cNvPr id="19" name="Shape 21">
            <a:extLst>
              <a:ext uri="{FF2B5EF4-FFF2-40B4-BE49-F238E27FC236}">
                <a16:creationId xmlns:a16="http://schemas.microsoft.com/office/drawing/2014/main" id="{3DF790D4-5318-4130-4784-F19F6D7CE88E}"/>
              </a:ext>
            </a:extLst>
          </p:cNvPr>
          <p:cNvSpPr/>
          <p:nvPr/>
        </p:nvSpPr>
        <p:spPr>
          <a:xfrm>
            <a:off x="5769864" y="841851"/>
            <a:ext cx="347472" cy="347472"/>
          </a:xfrm>
          <a:prstGeom prst="ellipse">
            <a:avLst/>
          </a:prstGeom>
          <a:solidFill>
            <a:srgbClr val="FFFFFF"/>
          </a:solidFill>
          <a:ln w="25400">
            <a:solidFill>
              <a:srgbClr val="0076D4"/>
            </a:solidFill>
            <a:prstDash val="solid"/>
          </a:ln>
        </p:spPr>
        <p:txBody>
          <a:bodyPr/>
          <a:lstStyle/>
          <a:p>
            <a:endParaRPr lang="en-GB"/>
          </a:p>
        </p:txBody>
      </p:sp>
      <p:sp>
        <p:nvSpPr>
          <p:cNvPr id="20" name="Text 22">
            <a:extLst>
              <a:ext uri="{FF2B5EF4-FFF2-40B4-BE49-F238E27FC236}">
                <a16:creationId xmlns:a16="http://schemas.microsoft.com/office/drawing/2014/main" id="{D12A4005-BDC4-3CA2-AF8D-539AC1B45045}"/>
              </a:ext>
            </a:extLst>
          </p:cNvPr>
          <p:cNvSpPr/>
          <p:nvPr/>
        </p:nvSpPr>
        <p:spPr>
          <a:xfrm>
            <a:off x="5769864" y="841851"/>
            <a:ext cx="347472" cy="347472"/>
          </a:xfrm>
          <a:prstGeom prst="rect">
            <a:avLst/>
          </a:prstGeom>
          <a:noFill/>
          <a:ln/>
        </p:spPr>
        <p:txBody>
          <a:bodyPr wrap="square" lIns="0" tIns="0" rIns="0" bIns="0" rtlCol="0" anchor="ctr">
            <a:normAutofit/>
          </a:bodyPr>
          <a:lstStyle/>
          <a:p>
            <a:pPr marL="0" indent="0" algn="ctr">
              <a:buNone/>
            </a:pPr>
            <a:r>
              <a:rPr lang="en-US" sz="1300" b="1" dirty="0">
                <a:solidFill>
                  <a:srgbClr val="219EBC"/>
                </a:solidFill>
                <a:latin typeface="Segoe UI" panose="020B0502040204020203" pitchFamily="34" charset="0"/>
                <a:ea typeface="Calibri" pitchFamily="34" charset="-122"/>
                <a:cs typeface="Calibri" pitchFamily="34" charset="-120"/>
              </a:rPr>
              <a:t>4</a:t>
            </a:r>
            <a:endParaRPr lang="en-US" sz="1300" dirty="0">
              <a:latin typeface="Segoe UI" panose="020B0502040204020203" pitchFamily="34" charset="0"/>
            </a:endParaRPr>
          </a:p>
        </p:txBody>
      </p:sp>
      <p:sp>
        <p:nvSpPr>
          <p:cNvPr id="21" name="Text 23">
            <a:extLst>
              <a:ext uri="{FF2B5EF4-FFF2-40B4-BE49-F238E27FC236}">
                <a16:creationId xmlns:a16="http://schemas.microsoft.com/office/drawing/2014/main" id="{356A3E8E-23AF-9C1F-2590-B2637E8E56F6}"/>
              </a:ext>
            </a:extLst>
          </p:cNvPr>
          <p:cNvSpPr/>
          <p:nvPr/>
        </p:nvSpPr>
        <p:spPr>
          <a:xfrm>
            <a:off x="5266944" y="960723"/>
            <a:ext cx="1444752" cy="777240"/>
          </a:xfrm>
          <a:prstGeom prst="rect">
            <a:avLst/>
          </a:prstGeom>
          <a:noFill/>
          <a:ln/>
        </p:spPr>
        <p:txBody>
          <a:bodyPr wrap="square" lIns="0" tIns="0" rIns="0" bIns="0" rtlCol="0" anchor="ctr">
            <a:normAutofit/>
          </a:bodyPr>
          <a:lstStyle/>
          <a:p>
            <a:pPr marL="0" indent="0" algn="ctr">
              <a:buNone/>
            </a:pPr>
            <a:r>
              <a:rPr lang="en-US" sz="1100" dirty="0">
                <a:solidFill>
                  <a:srgbClr val="FFFFFF"/>
                </a:solidFill>
                <a:latin typeface="Segoe UI" panose="020B0502040204020203" pitchFamily="34" charset="0"/>
                <a:ea typeface="Calibri" pitchFamily="34" charset="-122"/>
                <a:cs typeface="Calibri" pitchFamily="34" charset="-120"/>
              </a:rPr>
              <a:t>Deploy the workload</a:t>
            </a:r>
            <a:endParaRPr lang="en-US" sz="1100" dirty="0">
              <a:latin typeface="Segoe UI" panose="020B0502040204020203" pitchFamily="34" charset="0"/>
            </a:endParaRPr>
          </a:p>
        </p:txBody>
      </p:sp>
      <p:sp>
        <p:nvSpPr>
          <p:cNvPr id="22" name="Text 24">
            <a:extLst>
              <a:ext uri="{FF2B5EF4-FFF2-40B4-BE49-F238E27FC236}">
                <a16:creationId xmlns:a16="http://schemas.microsoft.com/office/drawing/2014/main" id="{E93EFDFC-25A4-A585-9D5E-514F80911D81}"/>
              </a:ext>
            </a:extLst>
          </p:cNvPr>
          <p:cNvSpPr/>
          <p:nvPr/>
        </p:nvSpPr>
        <p:spPr>
          <a:xfrm>
            <a:off x="6766560" y="1189323"/>
            <a:ext cx="109728" cy="365760"/>
          </a:xfrm>
          <a:prstGeom prst="rect">
            <a:avLst/>
          </a:prstGeom>
          <a:noFill/>
          <a:ln/>
        </p:spPr>
        <p:txBody>
          <a:bodyPr wrap="square" lIns="0" tIns="0" rIns="0" bIns="0" rtlCol="0" anchor="ctr">
            <a:normAutofit/>
          </a:bodyPr>
          <a:lstStyle/>
          <a:p>
            <a:pPr marL="0" indent="0" algn="ctr">
              <a:buNone/>
            </a:pPr>
            <a:r>
              <a:rPr lang="en-US" sz="1200" dirty="0">
                <a:solidFill>
                  <a:srgbClr val="8ECAE6"/>
                </a:solidFill>
                <a:latin typeface="Segoe UI" panose="020B0502040204020203" pitchFamily="34" charset="0"/>
                <a:ea typeface="Calibri" pitchFamily="34" charset="-122"/>
                <a:cs typeface="Calibri" pitchFamily="34" charset="-120"/>
              </a:rPr>
              <a:t>▶</a:t>
            </a:r>
            <a:endParaRPr lang="en-US" sz="1200" dirty="0">
              <a:latin typeface="Segoe UI" panose="020B0502040204020203" pitchFamily="34" charset="0"/>
            </a:endParaRPr>
          </a:p>
        </p:txBody>
      </p:sp>
      <p:sp>
        <p:nvSpPr>
          <p:cNvPr id="23" name="Shape 25">
            <a:extLst>
              <a:ext uri="{FF2B5EF4-FFF2-40B4-BE49-F238E27FC236}">
                <a16:creationId xmlns:a16="http://schemas.microsoft.com/office/drawing/2014/main" id="{0563DB4F-5496-FEDE-B3A8-05BBECC133E8}"/>
              </a:ext>
            </a:extLst>
          </p:cNvPr>
          <p:cNvSpPr/>
          <p:nvPr/>
        </p:nvSpPr>
        <p:spPr>
          <a:xfrm>
            <a:off x="6885432" y="915003"/>
            <a:ext cx="1536192" cy="914400"/>
          </a:xfrm>
          <a:prstGeom prst="rect">
            <a:avLst/>
          </a:prstGeom>
          <a:solidFill>
            <a:srgbClr val="0076D4"/>
          </a:solidFill>
          <a:ln w="12700">
            <a:solidFill>
              <a:srgbClr val="243A5E"/>
            </a:solidFill>
            <a:prstDash val="solid"/>
          </a:ln>
        </p:spPr>
        <p:txBody>
          <a:bodyPr/>
          <a:lstStyle/>
          <a:p>
            <a:endParaRPr lang="en-GB"/>
          </a:p>
        </p:txBody>
      </p:sp>
      <p:sp>
        <p:nvSpPr>
          <p:cNvPr id="24" name="Shape 26">
            <a:extLst>
              <a:ext uri="{FF2B5EF4-FFF2-40B4-BE49-F238E27FC236}">
                <a16:creationId xmlns:a16="http://schemas.microsoft.com/office/drawing/2014/main" id="{1890F38B-6AD9-096D-3CDE-B6E07881B080}"/>
              </a:ext>
            </a:extLst>
          </p:cNvPr>
          <p:cNvSpPr/>
          <p:nvPr/>
        </p:nvSpPr>
        <p:spPr>
          <a:xfrm>
            <a:off x="7434072" y="841851"/>
            <a:ext cx="347472" cy="347472"/>
          </a:xfrm>
          <a:prstGeom prst="ellipse">
            <a:avLst/>
          </a:prstGeom>
          <a:solidFill>
            <a:srgbClr val="FFFFFF"/>
          </a:solidFill>
          <a:ln w="25400">
            <a:solidFill>
              <a:srgbClr val="0076D4"/>
            </a:solidFill>
            <a:prstDash val="solid"/>
          </a:ln>
        </p:spPr>
        <p:txBody>
          <a:bodyPr/>
          <a:lstStyle/>
          <a:p>
            <a:endParaRPr lang="en-GB"/>
          </a:p>
        </p:txBody>
      </p:sp>
      <p:sp>
        <p:nvSpPr>
          <p:cNvPr id="25" name="Text 27">
            <a:extLst>
              <a:ext uri="{FF2B5EF4-FFF2-40B4-BE49-F238E27FC236}">
                <a16:creationId xmlns:a16="http://schemas.microsoft.com/office/drawing/2014/main" id="{E2555797-3B4D-6E3A-7AFB-0460BA196667}"/>
              </a:ext>
            </a:extLst>
          </p:cNvPr>
          <p:cNvSpPr/>
          <p:nvPr/>
        </p:nvSpPr>
        <p:spPr>
          <a:xfrm>
            <a:off x="7434072" y="841851"/>
            <a:ext cx="347472" cy="347472"/>
          </a:xfrm>
          <a:prstGeom prst="rect">
            <a:avLst/>
          </a:prstGeom>
          <a:noFill/>
          <a:ln/>
        </p:spPr>
        <p:txBody>
          <a:bodyPr wrap="square" lIns="0" tIns="0" rIns="0" bIns="0" rtlCol="0" anchor="ctr">
            <a:normAutofit/>
          </a:bodyPr>
          <a:lstStyle/>
          <a:p>
            <a:pPr marL="0" indent="0" algn="ctr">
              <a:buNone/>
            </a:pPr>
            <a:r>
              <a:rPr lang="en-US" sz="1300" b="1" dirty="0">
                <a:solidFill>
                  <a:srgbClr val="219EBC"/>
                </a:solidFill>
                <a:latin typeface="Segoe UI" panose="020B0502040204020203" pitchFamily="34" charset="0"/>
                <a:ea typeface="Calibri" pitchFamily="34" charset="-122"/>
                <a:cs typeface="Calibri" pitchFamily="34" charset="-120"/>
              </a:rPr>
              <a:t>5</a:t>
            </a:r>
            <a:endParaRPr lang="en-US" sz="1300" dirty="0">
              <a:latin typeface="Segoe UI" panose="020B0502040204020203" pitchFamily="34" charset="0"/>
            </a:endParaRPr>
          </a:p>
        </p:txBody>
      </p:sp>
      <p:sp>
        <p:nvSpPr>
          <p:cNvPr id="26" name="Text 28">
            <a:extLst>
              <a:ext uri="{FF2B5EF4-FFF2-40B4-BE49-F238E27FC236}">
                <a16:creationId xmlns:a16="http://schemas.microsoft.com/office/drawing/2014/main" id="{B1F5A0DF-9E2D-A9B1-AF29-67F1AD656487}"/>
              </a:ext>
            </a:extLst>
          </p:cNvPr>
          <p:cNvSpPr/>
          <p:nvPr/>
        </p:nvSpPr>
        <p:spPr>
          <a:xfrm>
            <a:off x="6931152" y="960723"/>
            <a:ext cx="1444752" cy="777240"/>
          </a:xfrm>
          <a:prstGeom prst="rect">
            <a:avLst/>
          </a:prstGeom>
          <a:noFill/>
          <a:ln/>
        </p:spPr>
        <p:txBody>
          <a:bodyPr wrap="square" lIns="0" tIns="0" rIns="0" bIns="0" rtlCol="0" anchor="ctr">
            <a:normAutofit/>
          </a:bodyPr>
          <a:lstStyle/>
          <a:p>
            <a:pPr marL="0" indent="0" algn="ctr">
              <a:buNone/>
            </a:pPr>
            <a:r>
              <a:rPr lang="en-US" sz="1100" dirty="0">
                <a:solidFill>
                  <a:srgbClr val="FFFFFF"/>
                </a:solidFill>
                <a:latin typeface="Segoe UI" panose="020B0502040204020203" pitchFamily="34" charset="0"/>
                <a:ea typeface="Calibri" pitchFamily="34" charset="-122"/>
                <a:cs typeface="Calibri" pitchFamily="34" charset="-120"/>
              </a:rPr>
              <a:t>Validate monitoring, patching &amp; recovery</a:t>
            </a:r>
            <a:endParaRPr lang="en-US" sz="1100" dirty="0">
              <a:latin typeface="Segoe UI" panose="020B0502040204020203" pitchFamily="34" charset="0"/>
            </a:endParaRPr>
          </a:p>
        </p:txBody>
      </p:sp>
      <p:sp>
        <p:nvSpPr>
          <p:cNvPr id="27" name="Shape 29">
            <a:extLst>
              <a:ext uri="{FF2B5EF4-FFF2-40B4-BE49-F238E27FC236}">
                <a16:creationId xmlns:a16="http://schemas.microsoft.com/office/drawing/2014/main" id="{4020C2DE-D651-F086-6E56-0F89F2D3F186}"/>
              </a:ext>
            </a:extLst>
          </p:cNvPr>
          <p:cNvSpPr/>
          <p:nvPr/>
        </p:nvSpPr>
        <p:spPr>
          <a:xfrm>
            <a:off x="228600" y="2058003"/>
            <a:ext cx="8686800" cy="1097280"/>
          </a:xfrm>
          <a:prstGeom prst="rect">
            <a:avLst/>
          </a:prstGeom>
          <a:solidFill>
            <a:srgbClr val="243A5E"/>
          </a:solidFill>
          <a:ln w="12700">
            <a:solidFill>
              <a:srgbClr val="011627"/>
            </a:solidFill>
            <a:prstDash val="solid"/>
          </a:ln>
        </p:spPr>
        <p:txBody>
          <a:bodyPr/>
          <a:lstStyle/>
          <a:p>
            <a:endParaRPr lang="en-GB"/>
          </a:p>
        </p:txBody>
      </p:sp>
      <p:sp>
        <p:nvSpPr>
          <p:cNvPr id="28" name="Shape 30">
            <a:extLst>
              <a:ext uri="{FF2B5EF4-FFF2-40B4-BE49-F238E27FC236}">
                <a16:creationId xmlns:a16="http://schemas.microsoft.com/office/drawing/2014/main" id="{F51B202C-F519-6E5F-C779-54DADDC03923}"/>
              </a:ext>
            </a:extLst>
          </p:cNvPr>
          <p:cNvSpPr/>
          <p:nvPr/>
        </p:nvSpPr>
        <p:spPr>
          <a:xfrm>
            <a:off x="228600" y="2058003"/>
            <a:ext cx="73152" cy="1097280"/>
          </a:xfrm>
          <a:prstGeom prst="rect">
            <a:avLst/>
          </a:prstGeom>
          <a:solidFill>
            <a:srgbClr val="0076D4"/>
          </a:solidFill>
          <a:ln w="12700">
            <a:solidFill>
              <a:srgbClr val="0076D4"/>
            </a:solidFill>
            <a:prstDash val="solid"/>
          </a:ln>
        </p:spPr>
        <p:txBody>
          <a:bodyPr/>
          <a:lstStyle/>
          <a:p>
            <a:endParaRPr lang="en-GB"/>
          </a:p>
        </p:txBody>
      </p:sp>
      <p:sp>
        <p:nvSpPr>
          <p:cNvPr id="29" name="Text 31">
            <a:extLst>
              <a:ext uri="{FF2B5EF4-FFF2-40B4-BE49-F238E27FC236}">
                <a16:creationId xmlns:a16="http://schemas.microsoft.com/office/drawing/2014/main" id="{90604C4D-CA5C-81AB-61B5-6B2A874EF755}"/>
              </a:ext>
            </a:extLst>
          </p:cNvPr>
          <p:cNvSpPr/>
          <p:nvPr/>
        </p:nvSpPr>
        <p:spPr>
          <a:xfrm>
            <a:off x="411480" y="2103723"/>
            <a:ext cx="8366760" cy="1005840"/>
          </a:xfrm>
          <a:prstGeom prst="rect">
            <a:avLst/>
          </a:prstGeom>
          <a:noFill/>
          <a:ln/>
        </p:spPr>
        <p:txBody>
          <a:bodyPr wrap="square" lIns="0" tIns="0" rIns="0" bIns="0" rtlCol="0" anchor="t">
            <a:normAutofit/>
          </a:bodyPr>
          <a:lstStyle/>
          <a:p>
            <a:pPr marL="0" indent="0" algn="l">
              <a:buNone/>
            </a:pPr>
            <a:r>
              <a:rPr lang="en-US" sz="1200" dirty="0">
                <a:solidFill>
                  <a:srgbClr val="8ECAE6"/>
                </a:solidFill>
                <a:latin typeface="Segoe UI" panose="020B0502040204020203" pitchFamily="34" charset="0"/>
                <a:ea typeface="Consolas" pitchFamily="34" charset="-122"/>
                <a:cs typeface="Consolas" pitchFamily="34" charset="-120"/>
              </a:rPr>
              <a:t># Check and install IIS</a:t>
            </a:r>
            <a:endParaRPr lang="en-US" sz="1200" dirty="0">
              <a:latin typeface="Segoe UI" panose="020B0502040204020203" pitchFamily="34" charset="0"/>
            </a:endParaRPr>
          </a:p>
          <a:p>
            <a:pPr marL="0" indent="0" algn="l">
              <a:buNone/>
            </a:pPr>
            <a:r>
              <a:rPr lang="en-US" sz="1200" dirty="0">
                <a:solidFill>
                  <a:srgbClr val="8ECAE6"/>
                </a:solidFill>
                <a:latin typeface="Segoe UI" panose="020B0502040204020203" pitchFamily="34" charset="0"/>
                <a:ea typeface="Consolas" pitchFamily="34" charset="-122"/>
                <a:cs typeface="Consolas" pitchFamily="34" charset="-120"/>
              </a:rPr>
              <a:t>Get-WindowsFeature Web-Server, NET-Framework-45-Features</a:t>
            </a:r>
            <a:endParaRPr lang="en-US" sz="1200" dirty="0">
              <a:latin typeface="Segoe UI" panose="020B0502040204020203" pitchFamily="34" charset="0"/>
            </a:endParaRPr>
          </a:p>
          <a:p>
            <a:pPr marL="0" indent="0" algn="l">
              <a:buNone/>
            </a:pPr>
            <a:endParaRPr lang="en-US" sz="1200" dirty="0">
              <a:latin typeface="Segoe UI" panose="020B0502040204020203" pitchFamily="34" charset="0"/>
            </a:endParaRPr>
          </a:p>
          <a:p>
            <a:pPr marL="0" indent="0" algn="l">
              <a:buNone/>
            </a:pPr>
            <a:r>
              <a:rPr lang="en-US" sz="1200" dirty="0">
                <a:solidFill>
                  <a:srgbClr val="8ECAE6"/>
                </a:solidFill>
                <a:latin typeface="Segoe UI" panose="020B0502040204020203" pitchFamily="34" charset="0"/>
                <a:ea typeface="Consolas" pitchFamily="34" charset="-122"/>
                <a:cs typeface="Consolas" pitchFamily="34" charset="-120"/>
              </a:rPr>
              <a:t>Install-WindowsFeature -Name Web-Server -IncludeManagementTools</a:t>
            </a:r>
            <a:endParaRPr lang="en-US" sz="1200" dirty="0">
              <a:latin typeface="Segoe UI" panose="020B0502040204020203" pitchFamily="34" charset="0"/>
            </a:endParaRPr>
          </a:p>
        </p:txBody>
      </p:sp>
      <p:sp>
        <p:nvSpPr>
          <p:cNvPr id="30" name="Shape 32">
            <a:extLst>
              <a:ext uri="{FF2B5EF4-FFF2-40B4-BE49-F238E27FC236}">
                <a16:creationId xmlns:a16="http://schemas.microsoft.com/office/drawing/2014/main" id="{3B7BC7EC-B1D0-42FA-59FA-0B5D818A387B}"/>
              </a:ext>
            </a:extLst>
          </p:cNvPr>
          <p:cNvSpPr/>
          <p:nvPr/>
        </p:nvSpPr>
        <p:spPr>
          <a:xfrm>
            <a:off x="228600" y="3338163"/>
            <a:ext cx="8686800" cy="1554480"/>
          </a:xfrm>
          <a:prstGeom prst="rect">
            <a:avLst/>
          </a:prstGeom>
          <a:solidFill>
            <a:srgbClr val="D8EEF8"/>
          </a:solidFill>
          <a:ln w="12700">
            <a:solidFill>
              <a:srgbClr val="BFD9E6"/>
            </a:solidFill>
            <a:prstDash val="solid"/>
          </a:ln>
        </p:spPr>
        <p:txBody>
          <a:bodyPr/>
          <a:lstStyle/>
          <a:p>
            <a:endParaRPr lang="en-GB"/>
          </a:p>
        </p:txBody>
      </p:sp>
      <p:sp>
        <p:nvSpPr>
          <p:cNvPr id="31" name="Text 33">
            <a:extLst>
              <a:ext uri="{FF2B5EF4-FFF2-40B4-BE49-F238E27FC236}">
                <a16:creationId xmlns:a16="http://schemas.microsoft.com/office/drawing/2014/main" id="{42E18C1F-CA76-DD21-F583-ADE80D19B6BD}"/>
              </a:ext>
            </a:extLst>
          </p:cNvPr>
          <p:cNvSpPr/>
          <p:nvPr/>
        </p:nvSpPr>
        <p:spPr>
          <a:xfrm>
            <a:off x="365760" y="3383883"/>
            <a:ext cx="8412480" cy="502920"/>
          </a:xfrm>
          <a:prstGeom prst="rect">
            <a:avLst/>
          </a:prstGeom>
          <a:noFill/>
          <a:ln/>
        </p:spPr>
        <p:txBody>
          <a:bodyPr wrap="square" lIns="0" tIns="0" rIns="0" bIns="0" rtlCol="0" anchor="ctr">
            <a:normAutofit/>
          </a:bodyPr>
          <a:lstStyle/>
          <a:p>
            <a:pPr marL="0" indent="0" algn="l">
              <a:buNone/>
            </a:pPr>
            <a:r>
              <a:rPr lang="en-US" sz="1300" b="1" dirty="0">
                <a:solidFill>
                  <a:srgbClr val="023047"/>
                </a:solidFill>
                <a:latin typeface="Segoe UI" panose="020B0502040204020203" pitchFamily="34" charset="0"/>
                <a:ea typeface="Calibri" pitchFamily="34" charset="-122"/>
                <a:cs typeface="Calibri" pitchFamily="34" charset="-120"/>
              </a:rPr>
              <a:t>Prefer repeatable builds and PowerShell over manual GUI workflows</a:t>
            </a:r>
            <a:endParaRPr lang="en-US" sz="1300" dirty="0">
              <a:latin typeface="Segoe UI" panose="020B0502040204020203" pitchFamily="34" charset="0"/>
            </a:endParaRPr>
          </a:p>
        </p:txBody>
      </p:sp>
      <p:sp>
        <p:nvSpPr>
          <p:cNvPr id="32" name="Text 34">
            <a:extLst>
              <a:ext uri="{FF2B5EF4-FFF2-40B4-BE49-F238E27FC236}">
                <a16:creationId xmlns:a16="http://schemas.microsoft.com/office/drawing/2014/main" id="{37F9A310-2FD0-D4D5-41EB-D9551BF56563}"/>
              </a:ext>
            </a:extLst>
          </p:cNvPr>
          <p:cNvSpPr/>
          <p:nvPr/>
        </p:nvSpPr>
        <p:spPr>
          <a:xfrm>
            <a:off x="365760" y="3886803"/>
            <a:ext cx="8412480" cy="731520"/>
          </a:xfrm>
          <a:prstGeom prst="rect">
            <a:avLst/>
          </a:prstGeom>
          <a:noFill/>
          <a:ln/>
        </p:spPr>
        <p:txBody>
          <a:bodyPr wrap="square" lIns="0" tIns="0" rIns="0" bIns="0" rtlCol="0" anchor="t">
            <a:normAutofit/>
          </a:bodyPr>
          <a:lstStyle/>
          <a:p>
            <a:pPr marL="0" indent="0" algn="l">
              <a:buNone/>
            </a:pPr>
            <a:r>
              <a:rPr lang="en-US" sz="1200" dirty="0">
                <a:solidFill>
                  <a:srgbClr val="5A6B7D"/>
                </a:solidFill>
                <a:latin typeface="Segoe UI" panose="020B0502040204020203" pitchFamily="34" charset="0"/>
                <a:ea typeface="Calibri" pitchFamily="34" charset="-122"/>
                <a:cs typeface="Calibri" pitchFamily="34" charset="-120"/>
              </a:rPr>
              <a:t>Use IIS as the representative example. Emphasise that good server administration starts with workload requirements — not with clicking around the GUI.</a:t>
            </a:r>
            <a:endParaRPr lang="en-US" sz="1200" dirty="0">
              <a:latin typeface="Segoe UI" panose="020B0502040204020203" pitchFamily="34" charset="0"/>
            </a:endParaRPr>
          </a:p>
        </p:txBody>
      </p:sp>
      <p:sp>
        <p:nvSpPr>
          <p:cNvPr id="33" name="Course footer">
            <a:extLst>
              <a:ext uri="{FF2B5EF4-FFF2-40B4-BE49-F238E27FC236}">
                <a16:creationId xmlns:a16="http://schemas.microsoft.com/office/drawing/2014/main" id="{F18D801D-217B-8AAE-2B8C-6643CF6C86C7}"/>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 Introduction to Windows Server</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34" name="TextBox 33">
            <a:extLst>
              <a:ext uri="{FF2B5EF4-FFF2-40B4-BE49-F238E27FC236}">
                <a16:creationId xmlns:a16="http://schemas.microsoft.com/office/drawing/2014/main" id="{47C2B252-9537-58A5-849A-AAAB9BC28059}"/>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11</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3825379271"/>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ED867-292D-FD14-FD73-0F22E2432B1D}"/>
              </a:ext>
            </a:extLst>
          </p:cNvPr>
          <p:cNvSpPr>
            <a:spLocks noGrp="1"/>
          </p:cNvSpPr>
          <p:nvPr>
            <p:ph type="title"/>
          </p:nvPr>
        </p:nvSpPr>
        <p:spPr/>
        <p:txBody>
          <a:bodyPr wrap="square">
            <a:noAutofit/>
          </a:bodyPr>
          <a:lstStyle/>
          <a:p>
            <a:r>
              <a:rPr lang="en-GB"/>
              <a:t>Applications: Key Teaching Points</a:t>
            </a:r>
          </a:p>
        </p:txBody>
      </p:sp>
      <p:sp>
        <p:nvSpPr>
          <p:cNvPr id="3" name="Shape 5">
            <a:extLst>
              <a:ext uri="{FF2B5EF4-FFF2-40B4-BE49-F238E27FC236}">
                <a16:creationId xmlns:a16="http://schemas.microsoft.com/office/drawing/2014/main" id="{53A1D9DA-C52C-8F53-2B20-5030B5A51323}"/>
              </a:ext>
            </a:extLst>
          </p:cNvPr>
          <p:cNvSpPr/>
          <p:nvPr/>
        </p:nvSpPr>
        <p:spPr>
          <a:xfrm>
            <a:off x="260350" y="1178401"/>
            <a:ext cx="4160520" cy="1554480"/>
          </a:xfrm>
          <a:prstGeom prst="rect">
            <a:avLst/>
          </a:prstGeom>
          <a:solidFill>
            <a:srgbClr val="FFFFFF"/>
          </a:solidFill>
          <a:ln w="6350">
            <a:solidFill>
              <a:srgbClr val="BFD9E6"/>
            </a:solidFill>
            <a:prstDash val="solid"/>
          </a:ln>
          <a:effectLst>
            <a:outerShdw blurRad="76200" dist="25400" dir="8100000" algn="bl" rotWithShape="0">
              <a:srgbClr val="000000">
                <a:alpha val="10000"/>
              </a:srgbClr>
            </a:outerShdw>
          </a:effectLst>
        </p:spPr>
        <p:txBody>
          <a:bodyPr/>
          <a:lstStyle/>
          <a:p>
            <a:endParaRPr lang="en-GB"/>
          </a:p>
        </p:txBody>
      </p:sp>
      <p:sp>
        <p:nvSpPr>
          <p:cNvPr id="4" name="Shape 6">
            <a:extLst>
              <a:ext uri="{FF2B5EF4-FFF2-40B4-BE49-F238E27FC236}">
                <a16:creationId xmlns:a16="http://schemas.microsoft.com/office/drawing/2014/main" id="{DAA1D65C-EC7A-71F1-2EA1-A69A64A99401}"/>
              </a:ext>
            </a:extLst>
          </p:cNvPr>
          <p:cNvSpPr/>
          <p:nvPr/>
        </p:nvSpPr>
        <p:spPr>
          <a:xfrm>
            <a:off x="260350" y="1178401"/>
            <a:ext cx="4160520" cy="64008"/>
          </a:xfrm>
          <a:prstGeom prst="rect">
            <a:avLst/>
          </a:prstGeom>
          <a:solidFill>
            <a:srgbClr val="0076D4"/>
          </a:solidFill>
          <a:ln w="12700">
            <a:solidFill>
              <a:srgbClr val="0076D4"/>
            </a:solidFill>
            <a:prstDash val="solid"/>
          </a:ln>
        </p:spPr>
        <p:txBody>
          <a:bodyPr/>
          <a:lstStyle/>
          <a:p>
            <a:endParaRPr lang="en-GB"/>
          </a:p>
        </p:txBody>
      </p:sp>
      <p:sp>
        <p:nvSpPr>
          <p:cNvPr id="5" name="Shape 7">
            <a:extLst>
              <a:ext uri="{FF2B5EF4-FFF2-40B4-BE49-F238E27FC236}">
                <a16:creationId xmlns:a16="http://schemas.microsoft.com/office/drawing/2014/main" id="{703BAF09-0E48-1E45-515F-00F80F19CDDC}"/>
              </a:ext>
            </a:extLst>
          </p:cNvPr>
          <p:cNvSpPr/>
          <p:nvPr/>
        </p:nvSpPr>
        <p:spPr>
          <a:xfrm>
            <a:off x="397510" y="1361281"/>
            <a:ext cx="502920" cy="502920"/>
          </a:xfrm>
          <a:prstGeom prst="ellipse">
            <a:avLst/>
          </a:prstGeom>
          <a:solidFill>
            <a:srgbClr val="0076D4"/>
          </a:solidFill>
          <a:ln w="12700">
            <a:solidFill>
              <a:srgbClr val="0076D4"/>
            </a:solidFill>
            <a:prstDash val="solid"/>
          </a:ln>
        </p:spPr>
        <p:txBody>
          <a:bodyPr/>
          <a:lstStyle/>
          <a:p>
            <a:endParaRPr lang="en-GB"/>
          </a:p>
        </p:txBody>
      </p:sp>
      <p:pic>
        <p:nvPicPr>
          <p:cNvPr id="6" name="Image 0" descr="preencoded.png">
            <a:extLst>
              <a:ext uri="{FF2B5EF4-FFF2-40B4-BE49-F238E27FC236}">
                <a16:creationId xmlns:a16="http://schemas.microsoft.com/office/drawing/2014/main" id="{EEF1C217-225F-D577-2443-6F5A739F21B2}"/>
              </a:ext>
            </a:extLst>
          </p:cNvPr>
          <p:cNvPicPr>
            <a:picLocks noChangeAspect="1"/>
          </p:cNvPicPr>
          <p:nvPr/>
        </p:nvPicPr>
        <p:blipFill>
          <a:blip r:embed="rId2"/>
          <a:stretch>
            <a:fillRect/>
          </a:stretch>
        </p:blipFill>
        <p:spPr>
          <a:xfrm>
            <a:off x="461518" y="1425289"/>
            <a:ext cx="347472" cy="347472"/>
          </a:xfrm>
          <a:prstGeom prst="rect">
            <a:avLst/>
          </a:prstGeom>
        </p:spPr>
      </p:pic>
      <p:sp>
        <p:nvSpPr>
          <p:cNvPr id="7" name="Text 8">
            <a:extLst>
              <a:ext uri="{FF2B5EF4-FFF2-40B4-BE49-F238E27FC236}">
                <a16:creationId xmlns:a16="http://schemas.microsoft.com/office/drawing/2014/main" id="{79B48364-481F-792B-4BA5-DB78063225CA}"/>
              </a:ext>
            </a:extLst>
          </p:cNvPr>
          <p:cNvSpPr/>
          <p:nvPr/>
        </p:nvSpPr>
        <p:spPr>
          <a:xfrm>
            <a:off x="1010158" y="1379569"/>
            <a:ext cx="3291840" cy="384048"/>
          </a:xfrm>
          <a:prstGeom prst="rect">
            <a:avLst/>
          </a:prstGeom>
          <a:noFill/>
          <a:ln/>
        </p:spPr>
        <p:txBody>
          <a:bodyPr wrap="square" lIns="0" tIns="0" rIns="0" bIns="0" rtlCol="0" anchor="ctr">
            <a:normAutofit/>
          </a:bodyPr>
          <a:lstStyle/>
          <a:p>
            <a:pPr marL="0" indent="0" algn="l">
              <a:buNone/>
            </a:pPr>
            <a:r>
              <a:rPr lang="en-US" sz="1400" b="1" dirty="0">
                <a:solidFill>
                  <a:srgbClr val="023047"/>
                </a:solidFill>
                <a:latin typeface="Segoe UI" panose="020B0502040204020203" pitchFamily="34" charset="0"/>
                <a:ea typeface="Calibri" pitchFamily="34" charset="-122"/>
                <a:cs typeface="Calibri" pitchFamily="34" charset="-120"/>
              </a:rPr>
              <a:t>Workload Platform</a:t>
            </a:r>
            <a:endParaRPr lang="en-US" sz="1400" dirty="0">
              <a:latin typeface="Segoe UI" panose="020B0502040204020203" pitchFamily="34" charset="0"/>
            </a:endParaRPr>
          </a:p>
        </p:txBody>
      </p:sp>
      <p:sp>
        <p:nvSpPr>
          <p:cNvPr id="8" name="Text 9">
            <a:extLst>
              <a:ext uri="{FF2B5EF4-FFF2-40B4-BE49-F238E27FC236}">
                <a16:creationId xmlns:a16="http://schemas.microsoft.com/office/drawing/2014/main" id="{90B200F7-8ACB-025C-D1C2-30DD2D6D81D2}"/>
              </a:ext>
            </a:extLst>
          </p:cNvPr>
          <p:cNvSpPr/>
          <p:nvPr/>
        </p:nvSpPr>
        <p:spPr>
          <a:xfrm>
            <a:off x="424942" y="1891633"/>
            <a:ext cx="3840480" cy="713232"/>
          </a:xfrm>
          <a:prstGeom prst="rect">
            <a:avLst/>
          </a:prstGeom>
          <a:noFill/>
          <a:ln/>
        </p:spPr>
        <p:txBody>
          <a:bodyPr wrap="square" lIns="0" tIns="0" rIns="0" bIns="0" rtlCol="0" anchor="t">
            <a:normAutofit/>
          </a:bodyPr>
          <a:lstStyle/>
          <a:p>
            <a:pPr marL="0" indent="0" algn="l">
              <a:buNone/>
            </a:pPr>
            <a:r>
              <a:rPr lang="en-US" sz="1200" dirty="0">
                <a:solidFill>
                  <a:srgbClr val="5A6B7D"/>
                </a:solidFill>
                <a:latin typeface="Segoe UI" panose="020B0502040204020203" pitchFamily="34" charset="0"/>
                <a:ea typeface="Calibri" pitchFamily="34" charset="-122"/>
                <a:cs typeface="Calibri" pitchFamily="34" charset="-120"/>
              </a:rPr>
              <a:t>Windows Server is a managed workload platform, not just an OS</a:t>
            </a:r>
            <a:endParaRPr lang="en-US" sz="1200" dirty="0">
              <a:latin typeface="Segoe UI" panose="020B0502040204020203" pitchFamily="34" charset="0"/>
            </a:endParaRPr>
          </a:p>
        </p:txBody>
      </p:sp>
      <p:sp>
        <p:nvSpPr>
          <p:cNvPr id="9" name="Shape 10">
            <a:extLst>
              <a:ext uri="{FF2B5EF4-FFF2-40B4-BE49-F238E27FC236}">
                <a16:creationId xmlns:a16="http://schemas.microsoft.com/office/drawing/2014/main" id="{46A6BFFC-BB87-DE99-CE65-C16EABD92FAF}"/>
              </a:ext>
            </a:extLst>
          </p:cNvPr>
          <p:cNvSpPr/>
          <p:nvPr/>
        </p:nvSpPr>
        <p:spPr>
          <a:xfrm>
            <a:off x="4722622" y="1178401"/>
            <a:ext cx="4160520" cy="1554480"/>
          </a:xfrm>
          <a:prstGeom prst="rect">
            <a:avLst/>
          </a:prstGeom>
          <a:solidFill>
            <a:srgbClr val="FFFFFF"/>
          </a:solidFill>
          <a:ln w="6350">
            <a:solidFill>
              <a:srgbClr val="BFD9E6"/>
            </a:solidFill>
            <a:prstDash val="solid"/>
          </a:ln>
          <a:effectLst>
            <a:outerShdw blurRad="76200" dist="25400" dir="8100000" algn="bl" rotWithShape="0">
              <a:srgbClr val="000000">
                <a:alpha val="10000"/>
              </a:srgbClr>
            </a:outerShdw>
          </a:effectLst>
        </p:spPr>
        <p:txBody>
          <a:bodyPr/>
          <a:lstStyle/>
          <a:p>
            <a:endParaRPr lang="en-GB"/>
          </a:p>
        </p:txBody>
      </p:sp>
      <p:sp>
        <p:nvSpPr>
          <p:cNvPr id="10" name="Shape 11">
            <a:extLst>
              <a:ext uri="{FF2B5EF4-FFF2-40B4-BE49-F238E27FC236}">
                <a16:creationId xmlns:a16="http://schemas.microsoft.com/office/drawing/2014/main" id="{7E582EEC-AAC0-3E60-8C36-F5AC81AB24F6}"/>
              </a:ext>
            </a:extLst>
          </p:cNvPr>
          <p:cNvSpPr/>
          <p:nvPr/>
        </p:nvSpPr>
        <p:spPr>
          <a:xfrm>
            <a:off x="4722622" y="1178401"/>
            <a:ext cx="4160520" cy="64008"/>
          </a:xfrm>
          <a:prstGeom prst="rect">
            <a:avLst/>
          </a:prstGeom>
          <a:solidFill>
            <a:srgbClr val="0076D4"/>
          </a:solidFill>
          <a:ln w="12700">
            <a:solidFill>
              <a:srgbClr val="0076D4"/>
            </a:solidFill>
            <a:prstDash val="solid"/>
          </a:ln>
        </p:spPr>
        <p:txBody>
          <a:bodyPr/>
          <a:lstStyle/>
          <a:p>
            <a:endParaRPr lang="en-GB"/>
          </a:p>
        </p:txBody>
      </p:sp>
      <p:sp>
        <p:nvSpPr>
          <p:cNvPr id="11" name="Shape 12">
            <a:extLst>
              <a:ext uri="{FF2B5EF4-FFF2-40B4-BE49-F238E27FC236}">
                <a16:creationId xmlns:a16="http://schemas.microsoft.com/office/drawing/2014/main" id="{05556B2E-2FB6-4B37-C0FD-5A626A4BF0DB}"/>
              </a:ext>
            </a:extLst>
          </p:cNvPr>
          <p:cNvSpPr/>
          <p:nvPr/>
        </p:nvSpPr>
        <p:spPr>
          <a:xfrm>
            <a:off x="4859782" y="1361281"/>
            <a:ext cx="502920" cy="502920"/>
          </a:xfrm>
          <a:prstGeom prst="ellipse">
            <a:avLst/>
          </a:prstGeom>
          <a:solidFill>
            <a:srgbClr val="0076D4"/>
          </a:solidFill>
          <a:ln w="12700">
            <a:solidFill>
              <a:srgbClr val="0076D4"/>
            </a:solidFill>
            <a:prstDash val="solid"/>
          </a:ln>
        </p:spPr>
        <p:txBody>
          <a:bodyPr/>
          <a:lstStyle/>
          <a:p>
            <a:endParaRPr lang="en-GB"/>
          </a:p>
        </p:txBody>
      </p:sp>
      <p:pic>
        <p:nvPicPr>
          <p:cNvPr id="12" name="Image 1" descr="preencoded.png">
            <a:extLst>
              <a:ext uri="{FF2B5EF4-FFF2-40B4-BE49-F238E27FC236}">
                <a16:creationId xmlns:a16="http://schemas.microsoft.com/office/drawing/2014/main" id="{2DEFF0F1-2ABD-408E-ED38-01202A7E9047}"/>
              </a:ext>
            </a:extLst>
          </p:cNvPr>
          <p:cNvPicPr>
            <a:picLocks noChangeAspect="1"/>
          </p:cNvPicPr>
          <p:nvPr/>
        </p:nvPicPr>
        <p:blipFill>
          <a:blip r:embed="rId3"/>
          <a:stretch>
            <a:fillRect/>
          </a:stretch>
        </p:blipFill>
        <p:spPr>
          <a:xfrm>
            <a:off x="4923790" y="1425289"/>
            <a:ext cx="347472" cy="347472"/>
          </a:xfrm>
          <a:prstGeom prst="rect">
            <a:avLst/>
          </a:prstGeom>
        </p:spPr>
      </p:pic>
      <p:sp>
        <p:nvSpPr>
          <p:cNvPr id="13" name="Text 13">
            <a:extLst>
              <a:ext uri="{FF2B5EF4-FFF2-40B4-BE49-F238E27FC236}">
                <a16:creationId xmlns:a16="http://schemas.microsoft.com/office/drawing/2014/main" id="{E1B45B0C-9030-85AE-29AD-607D3AD2F082}"/>
              </a:ext>
            </a:extLst>
          </p:cNvPr>
          <p:cNvSpPr/>
          <p:nvPr/>
        </p:nvSpPr>
        <p:spPr>
          <a:xfrm>
            <a:off x="5472430" y="1379569"/>
            <a:ext cx="3291840" cy="384048"/>
          </a:xfrm>
          <a:prstGeom prst="rect">
            <a:avLst/>
          </a:prstGeom>
          <a:noFill/>
          <a:ln/>
        </p:spPr>
        <p:txBody>
          <a:bodyPr wrap="square" lIns="0" tIns="0" rIns="0" bIns="0" rtlCol="0" anchor="ctr">
            <a:normAutofit/>
          </a:bodyPr>
          <a:lstStyle/>
          <a:p>
            <a:pPr marL="0" indent="0" algn="l">
              <a:buNone/>
            </a:pPr>
            <a:r>
              <a:rPr lang="en-US" sz="1400" b="1" dirty="0">
                <a:solidFill>
                  <a:srgbClr val="023047"/>
                </a:solidFill>
                <a:latin typeface="Segoe UI" panose="020B0502040204020203" pitchFamily="34" charset="0"/>
                <a:ea typeface="Calibri" pitchFamily="34" charset="-122"/>
                <a:cs typeface="Calibri" pitchFamily="34" charset="-120"/>
              </a:rPr>
              <a:t>Roles &amp; Features</a:t>
            </a:r>
            <a:endParaRPr lang="en-US" sz="1400" dirty="0">
              <a:latin typeface="Segoe UI" panose="020B0502040204020203" pitchFamily="34" charset="0"/>
            </a:endParaRPr>
          </a:p>
        </p:txBody>
      </p:sp>
      <p:sp>
        <p:nvSpPr>
          <p:cNvPr id="14" name="Text 14">
            <a:extLst>
              <a:ext uri="{FF2B5EF4-FFF2-40B4-BE49-F238E27FC236}">
                <a16:creationId xmlns:a16="http://schemas.microsoft.com/office/drawing/2014/main" id="{8BE6910C-3141-64BA-2EEA-B1BE0403AA4D}"/>
              </a:ext>
            </a:extLst>
          </p:cNvPr>
          <p:cNvSpPr/>
          <p:nvPr/>
        </p:nvSpPr>
        <p:spPr>
          <a:xfrm>
            <a:off x="4887214" y="1891633"/>
            <a:ext cx="3840480" cy="713232"/>
          </a:xfrm>
          <a:prstGeom prst="rect">
            <a:avLst/>
          </a:prstGeom>
          <a:noFill/>
          <a:ln/>
        </p:spPr>
        <p:txBody>
          <a:bodyPr wrap="square" lIns="0" tIns="0" rIns="0" bIns="0" rtlCol="0" anchor="t">
            <a:normAutofit/>
          </a:bodyPr>
          <a:lstStyle/>
          <a:p>
            <a:pPr marL="0" indent="0" algn="l">
              <a:buNone/>
            </a:pPr>
            <a:r>
              <a:rPr lang="en-US" sz="1200" dirty="0">
                <a:solidFill>
                  <a:srgbClr val="5A6B7D"/>
                </a:solidFill>
                <a:latin typeface="Segoe UI" panose="020B0502040204020203" pitchFamily="34" charset="0"/>
                <a:ea typeface="Calibri" pitchFamily="34" charset="-122"/>
                <a:cs typeface="Calibri" pitchFamily="34" charset="-120"/>
              </a:rPr>
              <a:t>Roles and features define hosted capabilities — only install what's needed</a:t>
            </a:r>
            <a:endParaRPr lang="en-US" sz="1200" dirty="0">
              <a:latin typeface="Segoe UI" panose="020B0502040204020203" pitchFamily="34" charset="0"/>
            </a:endParaRPr>
          </a:p>
        </p:txBody>
      </p:sp>
      <p:sp>
        <p:nvSpPr>
          <p:cNvPr id="15" name="Shape 15">
            <a:extLst>
              <a:ext uri="{FF2B5EF4-FFF2-40B4-BE49-F238E27FC236}">
                <a16:creationId xmlns:a16="http://schemas.microsoft.com/office/drawing/2014/main" id="{715252B9-0DF4-63A6-D70D-28F7EDBDFB55}"/>
              </a:ext>
            </a:extLst>
          </p:cNvPr>
          <p:cNvSpPr/>
          <p:nvPr/>
        </p:nvSpPr>
        <p:spPr>
          <a:xfrm>
            <a:off x="260350" y="3007201"/>
            <a:ext cx="4160520" cy="1554480"/>
          </a:xfrm>
          <a:prstGeom prst="rect">
            <a:avLst/>
          </a:prstGeom>
          <a:solidFill>
            <a:srgbClr val="FFFFFF"/>
          </a:solidFill>
          <a:ln w="6350">
            <a:solidFill>
              <a:srgbClr val="BFD9E6"/>
            </a:solidFill>
            <a:prstDash val="solid"/>
          </a:ln>
          <a:effectLst>
            <a:outerShdw blurRad="76200" dist="25400" dir="8100000" algn="bl" rotWithShape="0">
              <a:srgbClr val="000000">
                <a:alpha val="10000"/>
              </a:srgbClr>
            </a:outerShdw>
          </a:effectLst>
        </p:spPr>
        <p:txBody>
          <a:bodyPr/>
          <a:lstStyle/>
          <a:p>
            <a:endParaRPr lang="en-GB"/>
          </a:p>
        </p:txBody>
      </p:sp>
      <p:sp>
        <p:nvSpPr>
          <p:cNvPr id="16" name="Shape 16">
            <a:extLst>
              <a:ext uri="{FF2B5EF4-FFF2-40B4-BE49-F238E27FC236}">
                <a16:creationId xmlns:a16="http://schemas.microsoft.com/office/drawing/2014/main" id="{7DD16EC5-92AA-F554-604F-CBD6AA8D1DC4}"/>
              </a:ext>
            </a:extLst>
          </p:cNvPr>
          <p:cNvSpPr/>
          <p:nvPr/>
        </p:nvSpPr>
        <p:spPr>
          <a:xfrm>
            <a:off x="260350" y="3007201"/>
            <a:ext cx="4160520" cy="64008"/>
          </a:xfrm>
          <a:prstGeom prst="rect">
            <a:avLst/>
          </a:prstGeom>
          <a:solidFill>
            <a:srgbClr val="0076D4"/>
          </a:solidFill>
          <a:ln w="12700">
            <a:solidFill>
              <a:srgbClr val="0076D4"/>
            </a:solidFill>
            <a:prstDash val="solid"/>
          </a:ln>
        </p:spPr>
        <p:txBody>
          <a:bodyPr/>
          <a:lstStyle/>
          <a:p>
            <a:endParaRPr lang="en-GB"/>
          </a:p>
        </p:txBody>
      </p:sp>
      <p:sp>
        <p:nvSpPr>
          <p:cNvPr id="17" name="Shape 17">
            <a:extLst>
              <a:ext uri="{FF2B5EF4-FFF2-40B4-BE49-F238E27FC236}">
                <a16:creationId xmlns:a16="http://schemas.microsoft.com/office/drawing/2014/main" id="{794A7F74-D35C-8116-9193-1E024F73A9EA}"/>
              </a:ext>
            </a:extLst>
          </p:cNvPr>
          <p:cNvSpPr/>
          <p:nvPr/>
        </p:nvSpPr>
        <p:spPr>
          <a:xfrm>
            <a:off x="397510" y="3190081"/>
            <a:ext cx="502920" cy="502920"/>
          </a:xfrm>
          <a:prstGeom prst="ellipse">
            <a:avLst/>
          </a:prstGeom>
          <a:solidFill>
            <a:srgbClr val="0076D4"/>
          </a:solidFill>
          <a:ln w="12700">
            <a:solidFill>
              <a:srgbClr val="0076D4"/>
            </a:solidFill>
            <a:prstDash val="solid"/>
          </a:ln>
        </p:spPr>
        <p:txBody>
          <a:bodyPr/>
          <a:lstStyle/>
          <a:p>
            <a:endParaRPr lang="en-GB"/>
          </a:p>
        </p:txBody>
      </p:sp>
      <p:pic>
        <p:nvPicPr>
          <p:cNvPr id="18" name="Image 2" descr="preencoded.png">
            <a:extLst>
              <a:ext uri="{FF2B5EF4-FFF2-40B4-BE49-F238E27FC236}">
                <a16:creationId xmlns:a16="http://schemas.microsoft.com/office/drawing/2014/main" id="{33A0BA1A-257A-0EF6-F639-6BD3055660A3}"/>
              </a:ext>
            </a:extLst>
          </p:cNvPr>
          <p:cNvPicPr>
            <a:picLocks noChangeAspect="1"/>
          </p:cNvPicPr>
          <p:nvPr/>
        </p:nvPicPr>
        <p:blipFill>
          <a:blip r:embed="rId4"/>
          <a:stretch>
            <a:fillRect/>
          </a:stretch>
        </p:blipFill>
        <p:spPr>
          <a:xfrm>
            <a:off x="461518" y="3254089"/>
            <a:ext cx="347472" cy="347472"/>
          </a:xfrm>
          <a:prstGeom prst="rect">
            <a:avLst/>
          </a:prstGeom>
        </p:spPr>
      </p:pic>
      <p:sp>
        <p:nvSpPr>
          <p:cNvPr id="19" name="Text 18">
            <a:extLst>
              <a:ext uri="{FF2B5EF4-FFF2-40B4-BE49-F238E27FC236}">
                <a16:creationId xmlns:a16="http://schemas.microsoft.com/office/drawing/2014/main" id="{C70893E8-48D6-68C5-BC7A-CCA8D5065D1F}"/>
              </a:ext>
            </a:extLst>
          </p:cNvPr>
          <p:cNvSpPr/>
          <p:nvPr/>
        </p:nvSpPr>
        <p:spPr>
          <a:xfrm>
            <a:off x="1010158" y="3208369"/>
            <a:ext cx="3291840" cy="384048"/>
          </a:xfrm>
          <a:prstGeom prst="rect">
            <a:avLst/>
          </a:prstGeom>
          <a:noFill/>
          <a:ln/>
        </p:spPr>
        <p:txBody>
          <a:bodyPr wrap="square" lIns="0" tIns="0" rIns="0" bIns="0" rtlCol="0" anchor="ctr">
            <a:normAutofit/>
          </a:bodyPr>
          <a:lstStyle/>
          <a:p>
            <a:pPr marL="0" indent="0" algn="l">
              <a:buNone/>
            </a:pPr>
            <a:r>
              <a:rPr lang="en-US" sz="1400" b="1" dirty="0">
                <a:solidFill>
                  <a:srgbClr val="023047"/>
                </a:solidFill>
                <a:latin typeface="Segoe UI" panose="020B0502040204020203" pitchFamily="34" charset="0"/>
                <a:ea typeface="Calibri" pitchFamily="34" charset="-122"/>
                <a:cs typeface="Calibri" pitchFamily="34" charset="-120"/>
              </a:rPr>
              <a:t>Server Core</a:t>
            </a:r>
            <a:endParaRPr lang="en-US" sz="1400" dirty="0">
              <a:latin typeface="Segoe UI" panose="020B0502040204020203" pitchFamily="34" charset="0"/>
            </a:endParaRPr>
          </a:p>
        </p:txBody>
      </p:sp>
      <p:sp>
        <p:nvSpPr>
          <p:cNvPr id="20" name="Text 19">
            <a:extLst>
              <a:ext uri="{FF2B5EF4-FFF2-40B4-BE49-F238E27FC236}">
                <a16:creationId xmlns:a16="http://schemas.microsoft.com/office/drawing/2014/main" id="{B6E1CFC5-4D09-7286-7113-E1E8AD81170F}"/>
              </a:ext>
            </a:extLst>
          </p:cNvPr>
          <p:cNvSpPr/>
          <p:nvPr/>
        </p:nvSpPr>
        <p:spPr>
          <a:xfrm>
            <a:off x="424942" y="3720433"/>
            <a:ext cx="3840480" cy="713232"/>
          </a:xfrm>
          <a:prstGeom prst="rect">
            <a:avLst/>
          </a:prstGeom>
          <a:noFill/>
          <a:ln/>
        </p:spPr>
        <p:txBody>
          <a:bodyPr wrap="square" lIns="0" tIns="0" rIns="0" bIns="0" rtlCol="0" anchor="t">
            <a:normAutofit/>
          </a:bodyPr>
          <a:lstStyle/>
          <a:p>
            <a:pPr marL="0" indent="0" algn="l">
              <a:buNone/>
            </a:pPr>
            <a:r>
              <a:rPr lang="en-US" sz="1200" dirty="0">
                <a:solidFill>
                  <a:srgbClr val="5A6B7D"/>
                </a:solidFill>
                <a:latin typeface="Segoe UI" panose="020B0502040204020203" pitchFamily="34" charset="0"/>
                <a:ea typeface="Calibri" pitchFamily="34" charset="-122"/>
                <a:cs typeface="Calibri" pitchFamily="34" charset="-120"/>
              </a:rPr>
              <a:t>Server Core reduces attack surface and management overhead</a:t>
            </a:r>
            <a:endParaRPr lang="en-US" sz="1200" dirty="0">
              <a:latin typeface="Segoe UI" panose="020B0502040204020203" pitchFamily="34" charset="0"/>
            </a:endParaRPr>
          </a:p>
        </p:txBody>
      </p:sp>
      <p:sp>
        <p:nvSpPr>
          <p:cNvPr id="21" name="Shape 20">
            <a:extLst>
              <a:ext uri="{FF2B5EF4-FFF2-40B4-BE49-F238E27FC236}">
                <a16:creationId xmlns:a16="http://schemas.microsoft.com/office/drawing/2014/main" id="{CFA2E6AF-0910-A03E-C233-C9994A6CBA52}"/>
              </a:ext>
            </a:extLst>
          </p:cNvPr>
          <p:cNvSpPr/>
          <p:nvPr/>
        </p:nvSpPr>
        <p:spPr>
          <a:xfrm>
            <a:off x="4722622" y="3007201"/>
            <a:ext cx="4160520" cy="1554480"/>
          </a:xfrm>
          <a:prstGeom prst="rect">
            <a:avLst/>
          </a:prstGeom>
          <a:solidFill>
            <a:srgbClr val="FFFFFF"/>
          </a:solidFill>
          <a:ln w="6350">
            <a:solidFill>
              <a:srgbClr val="BFD9E6"/>
            </a:solidFill>
            <a:prstDash val="solid"/>
          </a:ln>
          <a:effectLst>
            <a:outerShdw blurRad="76200" dist="25400" dir="8100000" algn="bl" rotWithShape="0">
              <a:srgbClr val="000000">
                <a:alpha val="10000"/>
              </a:srgbClr>
            </a:outerShdw>
          </a:effectLst>
        </p:spPr>
        <p:txBody>
          <a:bodyPr/>
          <a:lstStyle/>
          <a:p>
            <a:endParaRPr lang="en-GB"/>
          </a:p>
        </p:txBody>
      </p:sp>
      <p:sp>
        <p:nvSpPr>
          <p:cNvPr id="22" name="Shape 21">
            <a:extLst>
              <a:ext uri="{FF2B5EF4-FFF2-40B4-BE49-F238E27FC236}">
                <a16:creationId xmlns:a16="http://schemas.microsoft.com/office/drawing/2014/main" id="{65ABF3B7-9C52-7B30-1D06-B04008FDE3AE}"/>
              </a:ext>
            </a:extLst>
          </p:cNvPr>
          <p:cNvSpPr/>
          <p:nvPr/>
        </p:nvSpPr>
        <p:spPr>
          <a:xfrm>
            <a:off x="4722622" y="3007201"/>
            <a:ext cx="4160520" cy="64008"/>
          </a:xfrm>
          <a:prstGeom prst="rect">
            <a:avLst/>
          </a:prstGeom>
          <a:solidFill>
            <a:srgbClr val="0076D4"/>
          </a:solidFill>
          <a:ln w="12700">
            <a:solidFill>
              <a:srgbClr val="0076D4"/>
            </a:solidFill>
            <a:prstDash val="solid"/>
          </a:ln>
        </p:spPr>
        <p:txBody>
          <a:bodyPr/>
          <a:lstStyle/>
          <a:p>
            <a:endParaRPr lang="en-GB"/>
          </a:p>
        </p:txBody>
      </p:sp>
      <p:sp>
        <p:nvSpPr>
          <p:cNvPr id="23" name="Shape 22">
            <a:extLst>
              <a:ext uri="{FF2B5EF4-FFF2-40B4-BE49-F238E27FC236}">
                <a16:creationId xmlns:a16="http://schemas.microsoft.com/office/drawing/2014/main" id="{310D35F2-39EB-DF85-78C6-5567977E323A}"/>
              </a:ext>
            </a:extLst>
          </p:cNvPr>
          <p:cNvSpPr/>
          <p:nvPr/>
        </p:nvSpPr>
        <p:spPr>
          <a:xfrm>
            <a:off x="4859782" y="3190081"/>
            <a:ext cx="502920" cy="502920"/>
          </a:xfrm>
          <a:prstGeom prst="ellipse">
            <a:avLst/>
          </a:prstGeom>
          <a:solidFill>
            <a:srgbClr val="0076D4"/>
          </a:solidFill>
          <a:ln w="12700">
            <a:solidFill>
              <a:srgbClr val="0076D4"/>
            </a:solidFill>
            <a:prstDash val="solid"/>
          </a:ln>
        </p:spPr>
        <p:txBody>
          <a:bodyPr/>
          <a:lstStyle/>
          <a:p>
            <a:endParaRPr lang="en-GB"/>
          </a:p>
        </p:txBody>
      </p:sp>
      <p:pic>
        <p:nvPicPr>
          <p:cNvPr id="24" name="Image 3" descr="preencoded.png">
            <a:extLst>
              <a:ext uri="{FF2B5EF4-FFF2-40B4-BE49-F238E27FC236}">
                <a16:creationId xmlns:a16="http://schemas.microsoft.com/office/drawing/2014/main" id="{40EC39F1-3156-6880-CA29-D9B827690D1A}"/>
              </a:ext>
            </a:extLst>
          </p:cNvPr>
          <p:cNvPicPr>
            <a:picLocks noChangeAspect="1"/>
          </p:cNvPicPr>
          <p:nvPr/>
        </p:nvPicPr>
        <p:blipFill>
          <a:blip r:embed="rId5"/>
          <a:stretch>
            <a:fillRect/>
          </a:stretch>
        </p:blipFill>
        <p:spPr>
          <a:xfrm>
            <a:off x="4923790" y="3254089"/>
            <a:ext cx="347472" cy="347472"/>
          </a:xfrm>
          <a:prstGeom prst="rect">
            <a:avLst/>
          </a:prstGeom>
        </p:spPr>
      </p:pic>
      <p:sp>
        <p:nvSpPr>
          <p:cNvPr id="25" name="Text 23">
            <a:extLst>
              <a:ext uri="{FF2B5EF4-FFF2-40B4-BE49-F238E27FC236}">
                <a16:creationId xmlns:a16="http://schemas.microsoft.com/office/drawing/2014/main" id="{B8A66C52-7A91-DE9E-17E1-2FF470BE708B}"/>
              </a:ext>
            </a:extLst>
          </p:cNvPr>
          <p:cNvSpPr/>
          <p:nvPr/>
        </p:nvSpPr>
        <p:spPr>
          <a:xfrm>
            <a:off x="5472430" y="3208369"/>
            <a:ext cx="3291840" cy="384048"/>
          </a:xfrm>
          <a:prstGeom prst="rect">
            <a:avLst/>
          </a:prstGeom>
          <a:noFill/>
          <a:ln/>
        </p:spPr>
        <p:txBody>
          <a:bodyPr wrap="square" lIns="0" tIns="0" rIns="0" bIns="0" rtlCol="0" anchor="ctr">
            <a:normAutofit/>
          </a:bodyPr>
          <a:lstStyle/>
          <a:p>
            <a:pPr marL="0" indent="0" algn="l">
              <a:buNone/>
            </a:pPr>
            <a:r>
              <a:rPr lang="en-US" sz="1400" b="1" dirty="0">
                <a:solidFill>
                  <a:srgbClr val="023047"/>
                </a:solidFill>
                <a:latin typeface="Segoe UI" panose="020B0502040204020203" pitchFamily="34" charset="0"/>
                <a:ea typeface="Calibri" pitchFamily="34" charset="-122"/>
                <a:cs typeface="Calibri" pitchFamily="34" charset="-120"/>
              </a:rPr>
              <a:t>Supportability</a:t>
            </a:r>
            <a:endParaRPr lang="en-US" sz="1400" dirty="0">
              <a:latin typeface="Segoe UI" panose="020B0502040204020203" pitchFamily="34" charset="0"/>
            </a:endParaRPr>
          </a:p>
        </p:txBody>
      </p:sp>
      <p:sp>
        <p:nvSpPr>
          <p:cNvPr id="26" name="Text 24">
            <a:extLst>
              <a:ext uri="{FF2B5EF4-FFF2-40B4-BE49-F238E27FC236}">
                <a16:creationId xmlns:a16="http://schemas.microsoft.com/office/drawing/2014/main" id="{90544509-0569-728E-29D1-180A64CCFF99}"/>
              </a:ext>
            </a:extLst>
          </p:cNvPr>
          <p:cNvSpPr/>
          <p:nvPr/>
        </p:nvSpPr>
        <p:spPr>
          <a:xfrm>
            <a:off x="4887214" y="3720433"/>
            <a:ext cx="3840480" cy="713232"/>
          </a:xfrm>
          <a:prstGeom prst="rect">
            <a:avLst/>
          </a:prstGeom>
          <a:noFill/>
          <a:ln/>
        </p:spPr>
        <p:txBody>
          <a:bodyPr wrap="square" lIns="0" tIns="0" rIns="0" bIns="0" rtlCol="0" anchor="t">
            <a:normAutofit/>
          </a:bodyPr>
          <a:lstStyle/>
          <a:p>
            <a:pPr marL="0" indent="0" algn="l">
              <a:buNone/>
            </a:pPr>
            <a:r>
              <a:rPr lang="en-US" sz="1200" dirty="0">
                <a:solidFill>
                  <a:srgbClr val="5A6B7D"/>
                </a:solidFill>
                <a:latin typeface="Segoe UI" panose="020B0502040204020203" pitchFamily="34" charset="0"/>
                <a:ea typeface="Calibri" pitchFamily="34" charset="-122"/>
                <a:cs typeface="Calibri" pitchFamily="34" charset="-120"/>
              </a:rPr>
              <a:t>Deployment decisions affect supportability, security, and troubleshooting</a:t>
            </a:r>
            <a:endParaRPr lang="en-US" sz="1200" dirty="0">
              <a:latin typeface="Segoe UI" panose="020B0502040204020203" pitchFamily="34" charset="0"/>
            </a:endParaRPr>
          </a:p>
        </p:txBody>
      </p:sp>
      <p:sp>
        <p:nvSpPr>
          <p:cNvPr id="27" name="Course footer">
            <a:extLst>
              <a:ext uri="{FF2B5EF4-FFF2-40B4-BE49-F238E27FC236}">
                <a16:creationId xmlns:a16="http://schemas.microsoft.com/office/drawing/2014/main" id="{466F5B5C-95F7-4F5B-9C8A-ECE51F7D8C23}"/>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 Introduction to Windows Server</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28" name="TextBox 27">
            <a:extLst>
              <a:ext uri="{FF2B5EF4-FFF2-40B4-BE49-F238E27FC236}">
                <a16:creationId xmlns:a16="http://schemas.microsoft.com/office/drawing/2014/main" id="{0F277AD9-AE09-752C-2E97-9C672A5B0D0E}"/>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12</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3529824101"/>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5177CF1A-2B36-3282-0C85-C1F12D81B3A6}"/>
              </a:ext>
            </a:extLst>
          </p:cNvPr>
          <p:cNvSpPr/>
          <p:nvPr/>
        </p:nvSpPr>
        <p:spPr bwMode="auto">
          <a:xfrm>
            <a:off x="292100" y="772001"/>
            <a:ext cx="8623300" cy="4191000"/>
          </a:xfrm>
          <a:prstGeom prst="rect">
            <a:avLst/>
          </a:prstGeom>
          <a:solidFill>
            <a:schemeClr val="bg2"/>
          </a:solidFill>
          <a:ln>
            <a:solidFill>
              <a:schemeClr val="tx1"/>
            </a:solidFill>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GB" sz="2400" dirty="0" err="1">
              <a:solidFill>
                <a:schemeClr val="accent3">
                  <a:lumMod val="40000"/>
                  <a:lumOff val="60000"/>
                </a:schemeClr>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F75DD405-E0CD-ED13-10B8-588517BD223D}"/>
              </a:ext>
            </a:extLst>
          </p:cNvPr>
          <p:cNvSpPr>
            <a:spLocks noGrp="1"/>
          </p:cNvSpPr>
          <p:nvPr>
            <p:ph type="title"/>
          </p:nvPr>
        </p:nvSpPr>
        <p:spPr>
          <a:xfrm>
            <a:off x="453500" y="438913"/>
            <a:ext cx="8258700" cy="325858"/>
          </a:xfrm>
        </p:spPr>
        <p:txBody>
          <a:bodyPr wrap="square">
            <a:noAutofit/>
          </a:bodyPr>
          <a:lstStyle/>
          <a:p>
            <a:r>
              <a:rPr lang="en-GB"/>
              <a:t>Server Core vs Desktop Experience</a:t>
            </a:r>
          </a:p>
        </p:txBody>
      </p:sp>
      <p:sp>
        <p:nvSpPr>
          <p:cNvPr id="3" name="Rectangle 2">
            <a:extLst>
              <a:ext uri="{FF2B5EF4-FFF2-40B4-BE49-F238E27FC236}">
                <a16:creationId xmlns:a16="http://schemas.microsoft.com/office/drawing/2014/main" id="{6DC4C6EB-EFFD-D5C2-804D-6FC2F6F5DC99}"/>
              </a:ext>
            </a:extLst>
          </p:cNvPr>
          <p:cNvSpPr/>
          <p:nvPr/>
        </p:nvSpPr>
        <p:spPr>
          <a:xfrm>
            <a:off x="285750" y="759301"/>
            <a:ext cx="4254500" cy="406400"/>
          </a:xfrm>
          <a:prstGeom prst="rect">
            <a:avLst/>
          </a:prstGeom>
          <a:solidFill>
            <a:srgbClr val="243A5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0D109CD2-7EBF-AFD9-DBAE-FFAC3DE257C7}"/>
              </a:ext>
            </a:extLst>
          </p:cNvPr>
          <p:cNvSpPr txBox="1"/>
          <p:nvPr/>
        </p:nvSpPr>
        <p:spPr>
          <a:xfrm>
            <a:off x="292100" y="746601"/>
            <a:ext cx="4191000" cy="406400"/>
          </a:xfrm>
          <a:prstGeom prst="rect">
            <a:avLst/>
          </a:prstGeom>
          <a:noFill/>
          <a:ln>
            <a:noFill/>
          </a:ln>
        </p:spPr>
        <p:txBody>
          <a:bodyPr vertOverflow="overflow" vert="horz" wrap="square" rtlCol="0" anchor="ctr" anchorCtr="0">
            <a:normAutofit/>
          </a:bodyPr>
          <a:lstStyle/>
          <a:p>
            <a:pPr algn="l"/>
            <a:r>
              <a:rPr lang="en-US" sz="1600" b="1">
                <a:solidFill>
                  <a:srgbClr val="FFFFFF"/>
                </a:solidFill>
                <a:latin typeface="Segoe UI" panose="020B0502040204020203" pitchFamily="34" charset="0"/>
              </a:rPr>
              <a:t>Server Core</a:t>
            </a:r>
          </a:p>
        </p:txBody>
      </p:sp>
      <p:sp>
        <p:nvSpPr>
          <p:cNvPr id="5" name="Rectangle 4">
            <a:extLst>
              <a:ext uri="{FF2B5EF4-FFF2-40B4-BE49-F238E27FC236}">
                <a16:creationId xmlns:a16="http://schemas.microsoft.com/office/drawing/2014/main" id="{653ED728-4C8C-A2FC-50D1-AEE5B46E4A68}"/>
              </a:ext>
            </a:extLst>
          </p:cNvPr>
          <p:cNvSpPr/>
          <p:nvPr/>
        </p:nvSpPr>
        <p:spPr>
          <a:xfrm>
            <a:off x="4660900" y="772001"/>
            <a:ext cx="4254500" cy="406400"/>
          </a:xfrm>
          <a:prstGeom prst="rect">
            <a:avLst/>
          </a:prstGeom>
          <a:solidFill>
            <a:srgbClr val="0076D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2FCBD7A6-2D1F-86B0-6D7B-DD714600E26F}"/>
              </a:ext>
            </a:extLst>
          </p:cNvPr>
          <p:cNvSpPr txBox="1"/>
          <p:nvPr/>
        </p:nvSpPr>
        <p:spPr>
          <a:xfrm>
            <a:off x="4660900" y="772001"/>
            <a:ext cx="4254500" cy="406400"/>
          </a:xfrm>
          <a:prstGeom prst="rect">
            <a:avLst/>
          </a:prstGeom>
          <a:noFill/>
          <a:ln>
            <a:noFill/>
          </a:ln>
        </p:spPr>
        <p:txBody>
          <a:bodyPr vertOverflow="overflow" vert="horz" wrap="square" rtlCol="0" anchor="ctr" anchorCtr="0">
            <a:normAutofit/>
          </a:bodyPr>
          <a:lstStyle/>
          <a:p>
            <a:pPr algn="l"/>
            <a:r>
              <a:rPr lang="en-US" sz="1600" b="1">
                <a:solidFill>
                  <a:srgbClr val="023047"/>
                </a:solidFill>
                <a:latin typeface="Segoe UI" panose="020B0502040204020203" pitchFamily="34" charset="0"/>
              </a:rPr>
              <a:t>Desktop Experience</a:t>
            </a:r>
          </a:p>
        </p:txBody>
      </p:sp>
      <p:sp>
        <p:nvSpPr>
          <p:cNvPr id="7" name="Rectangle 6">
            <a:extLst>
              <a:ext uri="{FF2B5EF4-FFF2-40B4-BE49-F238E27FC236}">
                <a16:creationId xmlns:a16="http://schemas.microsoft.com/office/drawing/2014/main" id="{78F5730A-57FA-E496-9538-1715870192A3}"/>
              </a:ext>
            </a:extLst>
          </p:cNvPr>
          <p:cNvSpPr/>
          <p:nvPr/>
        </p:nvSpPr>
        <p:spPr>
          <a:xfrm>
            <a:off x="4533900" y="772001"/>
            <a:ext cx="127000" cy="4191000"/>
          </a:xfrm>
          <a:prstGeom prst="rect">
            <a:avLst/>
          </a:prstGeom>
          <a:solidFill>
            <a:srgbClr val="0076D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8" name="RowBgL0">
            <a:extLst>
              <a:ext uri="{FF2B5EF4-FFF2-40B4-BE49-F238E27FC236}">
                <a16:creationId xmlns:a16="http://schemas.microsoft.com/office/drawing/2014/main" id="{6CC18B77-F967-2B45-48A3-DF39F5F311E7}"/>
              </a:ext>
            </a:extLst>
          </p:cNvPr>
          <p:cNvSpPr>
            <a:spLocks noGrp="1"/>
          </p:cNvSpPr>
          <p:nvPr/>
        </p:nvSpPr>
        <p:spPr>
          <a:xfrm>
            <a:off x="228600" y="1241901"/>
            <a:ext cx="4305300" cy="495300"/>
          </a:xfrm>
          <a:prstGeom prst="rect">
            <a:avLst/>
          </a:prstGeom>
          <a:ln>
            <a:noFill/>
          </a:ln>
        </p:spPr>
        <p:txBody>
          <a:bodyPr vert="horz" wrap="square" lIns="91440" tIns="45720" rIns="91440" bIns="45720" anchor="ctr"/>
          <a:lstStyle/>
          <a:p>
            <a:pPr>
              <a:buNone/>
            </a:pPr>
            <a:endParaRPr lang="en-US" sz="1100" dirty="0"/>
          </a:p>
        </p:txBody>
      </p:sp>
      <p:sp>
        <p:nvSpPr>
          <p:cNvPr id="9" name="RowBgR0">
            <a:extLst>
              <a:ext uri="{FF2B5EF4-FFF2-40B4-BE49-F238E27FC236}">
                <a16:creationId xmlns:a16="http://schemas.microsoft.com/office/drawing/2014/main" id="{76D51135-A9BD-8959-7DA4-80466508F4F4}"/>
              </a:ext>
            </a:extLst>
          </p:cNvPr>
          <p:cNvSpPr>
            <a:spLocks noGrp="1"/>
          </p:cNvSpPr>
          <p:nvPr/>
        </p:nvSpPr>
        <p:spPr>
          <a:xfrm>
            <a:off x="4610100" y="1241901"/>
            <a:ext cx="4305300" cy="495300"/>
          </a:xfrm>
          <a:prstGeom prst="rect">
            <a:avLst/>
          </a:prstGeom>
          <a:ln>
            <a:noFill/>
          </a:ln>
        </p:spPr>
        <p:txBody>
          <a:bodyPr vert="horz" wrap="square" lIns="91440" tIns="45720" rIns="91440" bIns="45720" anchor="ctr"/>
          <a:lstStyle/>
          <a:p>
            <a:pPr>
              <a:buNone/>
            </a:pPr>
            <a:endParaRPr lang="en-US" sz="1100" dirty="0"/>
          </a:p>
        </p:txBody>
      </p:sp>
      <p:sp>
        <p:nvSpPr>
          <p:cNvPr id="10" name="CoreTxt0">
            <a:extLst>
              <a:ext uri="{FF2B5EF4-FFF2-40B4-BE49-F238E27FC236}">
                <a16:creationId xmlns:a16="http://schemas.microsoft.com/office/drawing/2014/main" id="{1A87EE74-F4C0-675D-8174-22D0AACE74DB}"/>
              </a:ext>
            </a:extLst>
          </p:cNvPr>
          <p:cNvSpPr>
            <a:spLocks noGrp="1"/>
          </p:cNvSpPr>
          <p:nvPr/>
        </p:nvSpPr>
        <p:spPr>
          <a:xfrm>
            <a:off x="279400" y="1241901"/>
            <a:ext cx="4203700" cy="495300"/>
          </a:xfrm>
          <a:prstGeom prst="rect">
            <a:avLst/>
          </a:prstGeom>
          <a:ln>
            <a:noFill/>
          </a:ln>
        </p:spPr>
        <p:txBody>
          <a:bodyPr vert="horz" wrap="square" lIns="91440" tIns="45720" rIns="91440" bIns="45720" anchor="ctr">
            <a:normAutofit/>
          </a:bodyPr>
          <a:lstStyle/>
          <a:p>
            <a:pPr marL="0" indent="0">
              <a:buNone/>
            </a:pPr>
            <a:r>
              <a:rPr lang="en-US" sz="1100" b="1" dirty="0">
                <a:solidFill>
                  <a:srgbClr val="023047"/>
                </a:solidFill>
                <a:latin typeface="Segoe UI" panose="020B0502040204020203" pitchFamily="34" charset="0"/>
              </a:rPr>
              <a:t>GUI: </a:t>
            </a:r>
            <a:r>
              <a:rPr lang="en-US" sz="1100" dirty="0">
                <a:solidFill>
                  <a:srgbClr val="023047"/>
                </a:solidFill>
                <a:latin typeface="Segoe UI" panose="020B0502040204020203" pitchFamily="34" charset="0"/>
              </a:rPr>
              <a:t>No graphical interface — command line &amp; PowerShell only</a:t>
            </a:r>
          </a:p>
        </p:txBody>
      </p:sp>
      <p:sp>
        <p:nvSpPr>
          <p:cNvPr id="11" name="DETxt0">
            <a:extLst>
              <a:ext uri="{FF2B5EF4-FFF2-40B4-BE49-F238E27FC236}">
                <a16:creationId xmlns:a16="http://schemas.microsoft.com/office/drawing/2014/main" id="{9696F714-AC30-A35C-6CA4-78883B8A68AF}"/>
              </a:ext>
            </a:extLst>
          </p:cNvPr>
          <p:cNvSpPr>
            <a:spLocks noGrp="1"/>
          </p:cNvSpPr>
          <p:nvPr/>
        </p:nvSpPr>
        <p:spPr>
          <a:xfrm>
            <a:off x="4660900" y="1241901"/>
            <a:ext cx="4203700" cy="495300"/>
          </a:xfrm>
          <a:prstGeom prst="rect">
            <a:avLst/>
          </a:prstGeom>
          <a:ln>
            <a:noFill/>
          </a:ln>
        </p:spPr>
        <p:txBody>
          <a:bodyPr vert="horz" wrap="square" lIns="91440" tIns="45720" rIns="91440" bIns="45720" anchor="ctr">
            <a:normAutofit/>
          </a:bodyPr>
          <a:lstStyle/>
          <a:p>
            <a:pPr marL="0" indent="0">
              <a:buNone/>
            </a:pPr>
            <a:r>
              <a:rPr lang="en-US" sz="1100" dirty="0">
                <a:solidFill>
                  <a:srgbClr val="023047"/>
                </a:solidFill>
                <a:latin typeface="Segoe UI" panose="020B0502040204020203" pitchFamily="34" charset="0"/>
              </a:rPr>
              <a:t>Full Windows GUI with Start menu, taskbar, and Explorer</a:t>
            </a:r>
          </a:p>
        </p:txBody>
      </p:sp>
      <p:sp>
        <p:nvSpPr>
          <p:cNvPr id="12" name="RowBgL1">
            <a:extLst>
              <a:ext uri="{FF2B5EF4-FFF2-40B4-BE49-F238E27FC236}">
                <a16:creationId xmlns:a16="http://schemas.microsoft.com/office/drawing/2014/main" id="{47731C0C-3359-84E2-996E-27A9701A8BCA}"/>
              </a:ext>
            </a:extLst>
          </p:cNvPr>
          <p:cNvSpPr>
            <a:spLocks noGrp="1"/>
          </p:cNvSpPr>
          <p:nvPr/>
        </p:nvSpPr>
        <p:spPr>
          <a:xfrm>
            <a:off x="228600" y="1749901"/>
            <a:ext cx="4305300" cy="495300"/>
          </a:xfrm>
          <a:prstGeom prst="rect">
            <a:avLst/>
          </a:prstGeom>
          <a:ln>
            <a:noFill/>
          </a:ln>
        </p:spPr>
        <p:txBody>
          <a:bodyPr vert="horz" wrap="square" lIns="91440" tIns="45720" rIns="91440" bIns="45720" anchor="ctr"/>
          <a:lstStyle/>
          <a:p>
            <a:pPr>
              <a:buNone/>
            </a:pPr>
            <a:endParaRPr lang="en-US" sz="1100" dirty="0"/>
          </a:p>
        </p:txBody>
      </p:sp>
      <p:sp>
        <p:nvSpPr>
          <p:cNvPr id="13" name="RowBgR1">
            <a:extLst>
              <a:ext uri="{FF2B5EF4-FFF2-40B4-BE49-F238E27FC236}">
                <a16:creationId xmlns:a16="http://schemas.microsoft.com/office/drawing/2014/main" id="{1C5C8391-E050-E31A-87FE-F1CEDB90C506}"/>
              </a:ext>
            </a:extLst>
          </p:cNvPr>
          <p:cNvSpPr>
            <a:spLocks noGrp="1"/>
          </p:cNvSpPr>
          <p:nvPr/>
        </p:nvSpPr>
        <p:spPr>
          <a:xfrm>
            <a:off x="4610100" y="1749901"/>
            <a:ext cx="4305300" cy="495300"/>
          </a:xfrm>
          <a:prstGeom prst="rect">
            <a:avLst/>
          </a:prstGeom>
          <a:ln>
            <a:noFill/>
          </a:ln>
        </p:spPr>
        <p:txBody>
          <a:bodyPr vert="horz" wrap="square" lIns="91440" tIns="45720" rIns="91440" bIns="45720" anchor="ctr"/>
          <a:lstStyle/>
          <a:p>
            <a:pPr>
              <a:buNone/>
            </a:pPr>
            <a:endParaRPr lang="en-US" sz="1100" dirty="0"/>
          </a:p>
        </p:txBody>
      </p:sp>
      <p:sp>
        <p:nvSpPr>
          <p:cNvPr id="14" name="CoreTxt1">
            <a:extLst>
              <a:ext uri="{FF2B5EF4-FFF2-40B4-BE49-F238E27FC236}">
                <a16:creationId xmlns:a16="http://schemas.microsoft.com/office/drawing/2014/main" id="{11F4CCCB-1827-8E9B-CC15-1FA98DFBD286}"/>
              </a:ext>
            </a:extLst>
          </p:cNvPr>
          <p:cNvSpPr>
            <a:spLocks noGrp="1"/>
          </p:cNvSpPr>
          <p:nvPr/>
        </p:nvSpPr>
        <p:spPr>
          <a:xfrm>
            <a:off x="279400" y="1749901"/>
            <a:ext cx="4203700" cy="495300"/>
          </a:xfrm>
          <a:prstGeom prst="rect">
            <a:avLst/>
          </a:prstGeom>
          <a:ln>
            <a:noFill/>
          </a:ln>
        </p:spPr>
        <p:txBody>
          <a:bodyPr vert="horz" wrap="square" lIns="91440" tIns="45720" rIns="91440" bIns="45720" anchor="ctr">
            <a:normAutofit/>
          </a:bodyPr>
          <a:lstStyle/>
          <a:p>
            <a:pPr marL="0" indent="0">
              <a:buNone/>
            </a:pPr>
            <a:r>
              <a:rPr lang="en-US" sz="1100" b="1" dirty="0">
                <a:solidFill>
                  <a:srgbClr val="023047"/>
                </a:solidFill>
                <a:latin typeface="Segoe UI" panose="020B0502040204020203" pitchFamily="34" charset="0"/>
              </a:rPr>
              <a:t>Footprint: </a:t>
            </a:r>
            <a:r>
              <a:rPr lang="en-US" sz="1100" dirty="0">
                <a:solidFill>
                  <a:srgbClr val="023047"/>
                </a:solidFill>
                <a:latin typeface="Segoe UI" panose="020B0502040204020203" pitchFamily="34" charset="0"/>
              </a:rPr>
              <a:t>~4 GB install; fewer binaries, drivers, and services</a:t>
            </a:r>
          </a:p>
        </p:txBody>
      </p:sp>
      <p:sp>
        <p:nvSpPr>
          <p:cNvPr id="15" name="DETxt1">
            <a:extLst>
              <a:ext uri="{FF2B5EF4-FFF2-40B4-BE49-F238E27FC236}">
                <a16:creationId xmlns:a16="http://schemas.microsoft.com/office/drawing/2014/main" id="{A98DE5D0-B7C5-CD43-9084-CC0C4BB7B4E7}"/>
              </a:ext>
            </a:extLst>
          </p:cNvPr>
          <p:cNvSpPr>
            <a:spLocks noGrp="1"/>
          </p:cNvSpPr>
          <p:nvPr/>
        </p:nvSpPr>
        <p:spPr>
          <a:xfrm>
            <a:off x="4660900" y="1749901"/>
            <a:ext cx="4203700" cy="495300"/>
          </a:xfrm>
          <a:prstGeom prst="rect">
            <a:avLst/>
          </a:prstGeom>
          <a:ln>
            <a:noFill/>
          </a:ln>
        </p:spPr>
        <p:txBody>
          <a:bodyPr vert="horz" wrap="square" lIns="91440" tIns="45720" rIns="91440" bIns="45720" anchor="ctr">
            <a:normAutofit/>
          </a:bodyPr>
          <a:lstStyle/>
          <a:p>
            <a:pPr marL="0" indent="0">
              <a:buNone/>
            </a:pPr>
            <a:r>
              <a:rPr lang="en-US" sz="1100" dirty="0">
                <a:solidFill>
                  <a:srgbClr val="023047"/>
                </a:solidFill>
                <a:latin typeface="Segoe UI" panose="020B0502040204020203" pitchFamily="34" charset="0"/>
              </a:rPr>
              <a:t>~10 GB+ install; full driver stack and UI components</a:t>
            </a:r>
          </a:p>
        </p:txBody>
      </p:sp>
      <p:sp>
        <p:nvSpPr>
          <p:cNvPr id="16" name="RowBgL2">
            <a:extLst>
              <a:ext uri="{FF2B5EF4-FFF2-40B4-BE49-F238E27FC236}">
                <a16:creationId xmlns:a16="http://schemas.microsoft.com/office/drawing/2014/main" id="{A8AA8AB0-47F9-A595-DCCD-DBCF3B37A60C}"/>
              </a:ext>
            </a:extLst>
          </p:cNvPr>
          <p:cNvSpPr>
            <a:spLocks noGrp="1"/>
          </p:cNvSpPr>
          <p:nvPr/>
        </p:nvSpPr>
        <p:spPr>
          <a:xfrm>
            <a:off x="228600" y="2257901"/>
            <a:ext cx="4305300" cy="495300"/>
          </a:xfrm>
          <a:prstGeom prst="rect">
            <a:avLst/>
          </a:prstGeom>
          <a:ln>
            <a:noFill/>
          </a:ln>
        </p:spPr>
        <p:txBody>
          <a:bodyPr vert="horz" wrap="square" lIns="91440" tIns="45720" rIns="91440" bIns="45720" anchor="ctr"/>
          <a:lstStyle/>
          <a:p>
            <a:pPr>
              <a:buNone/>
            </a:pPr>
            <a:endParaRPr lang="en-US" sz="1100" dirty="0"/>
          </a:p>
        </p:txBody>
      </p:sp>
      <p:sp>
        <p:nvSpPr>
          <p:cNvPr id="17" name="RowBgR2">
            <a:extLst>
              <a:ext uri="{FF2B5EF4-FFF2-40B4-BE49-F238E27FC236}">
                <a16:creationId xmlns:a16="http://schemas.microsoft.com/office/drawing/2014/main" id="{56946EFD-9370-8A16-3A90-8BCE34B1FA42}"/>
              </a:ext>
            </a:extLst>
          </p:cNvPr>
          <p:cNvSpPr>
            <a:spLocks noGrp="1"/>
          </p:cNvSpPr>
          <p:nvPr/>
        </p:nvSpPr>
        <p:spPr>
          <a:xfrm>
            <a:off x="4610100" y="2257901"/>
            <a:ext cx="4305300" cy="495300"/>
          </a:xfrm>
          <a:prstGeom prst="rect">
            <a:avLst/>
          </a:prstGeom>
          <a:ln>
            <a:noFill/>
          </a:ln>
        </p:spPr>
        <p:txBody>
          <a:bodyPr vert="horz" wrap="square" lIns="91440" tIns="45720" rIns="91440" bIns="45720" anchor="ctr"/>
          <a:lstStyle/>
          <a:p>
            <a:pPr>
              <a:buNone/>
            </a:pPr>
            <a:endParaRPr lang="en-US" sz="1100" dirty="0"/>
          </a:p>
        </p:txBody>
      </p:sp>
      <p:sp>
        <p:nvSpPr>
          <p:cNvPr id="18" name="CoreTxt2">
            <a:extLst>
              <a:ext uri="{FF2B5EF4-FFF2-40B4-BE49-F238E27FC236}">
                <a16:creationId xmlns:a16="http://schemas.microsoft.com/office/drawing/2014/main" id="{ED42B9FD-C8BA-71E6-00F5-F1ED89D2EDC0}"/>
              </a:ext>
            </a:extLst>
          </p:cNvPr>
          <p:cNvSpPr>
            <a:spLocks noGrp="1"/>
          </p:cNvSpPr>
          <p:nvPr/>
        </p:nvSpPr>
        <p:spPr>
          <a:xfrm>
            <a:off x="279400" y="2257901"/>
            <a:ext cx="4203700" cy="495300"/>
          </a:xfrm>
          <a:prstGeom prst="rect">
            <a:avLst/>
          </a:prstGeom>
          <a:ln>
            <a:noFill/>
          </a:ln>
        </p:spPr>
        <p:txBody>
          <a:bodyPr vert="horz" wrap="square" lIns="91440" tIns="45720" rIns="91440" bIns="45720" anchor="ctr">
            <a:normAutofit/>
          </a:bodyPr>
          <a:lstStyle/>
          <a:p>
            <a:pPr marL="0" indent="0">
              <a:buNone/>
            </a:pPr>
            <a:r>
              <a:rPr lang="en-US" sz="1100" b="1" dirty="0">
                <a:solidFill>
                  <a:srgbClr val="023047"/>
                </a:solidFill>
                <a:latin typeface="Segoe UI" panose="020B0502040204020203" pitchFamily="34" charset="0"/>
              </a:rPr>
              <a:t>Attack Surface: </a:t>
            </a:r>
            <a:r>
              <a:rPr lang="en-US" sz="1100" dirty="0">
                <a:solidFill>
                  <a:srgbClr val="023047"/>
                </a:solidFill>
                <a:latin typeface="Segoe UI" panose="020B0502040204020203" pitchFamily="34" charset="0"/>
              </a:rPr>
              <a:t>Significantly reduced — fewer components = fewer vulnerabilities</a:t>
            </a:r>
          </a:p>
        </p:txBody>
      </p:sp>
      <p:sp>
        <p:nvSpPr>
          <p:cNvPr id="19" name="DETxt2">
            <a:extLst>
              <a:ext uri="{FF2B5EF4-FFF2-40B4-BE49-F238E27FC236}">
                <a16:creationId xmlns:a16="http://schemas.microsoft.com/office/drawing/2014/main" id="{97CC7062-C175-BA96-1B18-D96713D591A8}"/>
              </a:ext>
            </a:extLst>
          </p:cNvPr>
          <p:cNvSpPr>
            <a:spLocks noGrp="1"/>
          </p:cNvSpPr>
          <p:nvPr/>
        </p:nvSpPr>
        <p:spPr>
          <a:xfrm>
            <a:off x="4660900" y="2257901"/>
            <a:ext cx="4203700" cy="495300"/>
          </a:xfrm>
          <a:prstGeom prst="rect">
            <a:avLst/>
          </a:prstGeom>
          <a:ln>
            <a:noFill/>
          </a:ln>
        </p:spPr>
        <p:txBody>
          <a:bodyPr vert="horz" wrap="square" lIns="91440" tIns="45720" rIns="91440" bIns="45720" anchor="ctr">
            <a:normAutofit/>
          </a:bodyPr>
          <a:lstStyle/>
          <a:p>
            <a:pPr marL="0" indent="0">
              <a:buNone/>
            </a:pPr>
            <a:r>
              <a:rPr lang="en-US" sz="1100" dirty="0">
                <a:solidFill>
                  <a:srgbClr val="023047"/>
                </a:solidFill>
                <a:latin typeface="Segoe UI" panose="020B0502040204020203" pitchFamily="34" charset="0"/>
              </a:rPr>
              <a:t>Larger attack surface due to additional running services</a:t>
            </a:r>
          </a:p>
        </p:txBody>
      </p:sp>
      <p:sp>
        <p:nvSpPr>
          <p:cNvPr id="20" name="RowBgL3">
            <a:extLst>
              <a:ext uri="{FF2B5EF4-FFF2-40B4-BE49-F238E27FC236}">
                <a16:creationId xmlns:a16="http://schemas.microsoft.com/office/drawing/2014/main" id="{59F69627-A660-B8CF-4127-44640BBBABF0}"/>
              </a:ext>
            </a:extLst>
          </p:cNvPr>
          <p:cNvSpPr>
            <a:spLocks noGrp="1"/>
          </p:cNvSpPr>
          <p:nvPr/>
        </p:nvSpPr>
        <p:spPr>
          <a:xfrm>
            <a:off x="228600" y="2765901"/>
            <a:ext cx="4305300" cy="495300"/>
          </a:xfrm>
          <a:prstGeom prst="rect">
            <a:avLst/>
          </a:prstGeom>
          <a:ln>
            <a:noFill/>
          </a:ln>
        </p:spPr>
        <p:txBody>
          <a:bodyPr vert="horz" wrap="square" lIns="91440" tIns="45720" rIns="91440" bIns="45720" anchor="ctr"/>
          <a:lstStyle/>
          <a:p>
            <a:pPr>
              <a:buNone/>
            </a:pPr>
            <a:endParaRPr lang="en-US" sz="1100" dirty="0"/>
          </a:p>
        </p:txBody>
      </p:sp>
      <p:sp>
        <p:nvSpPr>
          <p:cNvPr id="21" name="RowBgR3">
            <a:extLst>
              <a:ext uri="{FF2B5EF4-FFF2-40B4-BE49-F238E27FC236}">
                <a16:creationId xmlns:a16="http://schemas.microsoft.com/office/drawing/2014/main" id="{63284723-9CF2-8101-F1B1-0F4EF19BF88E}"/>
              </a:ext>
            </a:extLst>
          </p:cNvPr>
          <p:cNvSpPr>
            <a:spLocks noGrp="1"/>
          </p:cNvSpPr>
          <p:nvPr/>
        </p:nvSpPr>
        <p:spPr>
          <a:xfrm>
            <a:off x="4610100" y="2765901"/>
            <a:ext cx="4305300" cy="495300"/>
          </a:xfrm>
          <a:prstGeom prst="rect">
            <a:avLst/>
          </a:prstGeom>
          <a:ln>
            <a:noFill/>
          </a:ln>
        </p:spPr>
        <p:txBody>
          <a:bodyPr vert="horz" wrap="square" lIns="91440" tIns="45720" rIns="91440" bIns="45720" anchor="ctr"/>
          <a:lstStyle/>
          <a:p>
            <a:pPr>
              <a:buNone/>
            </a:pPr>
            <a:endParaRPr lang="en-US" sz="1100" dirty="0"/>
          </a:p>
        </p:txBody>
      </p:sp>
      <p:sp>
        <p:nvSpPr>
          <p:cNvPr id="22" name="CoreTxt3">
            <a:extLst>
              <a:ext uri="{FF2B5EF4-FFF2-40B4-BE49-F238E27FC236}">
                <a16:creationId xmlns:a16="http://schemas.microsoft.com/office/drawing/2014/main" id="{25772873-6D16-337E-C072-E04A55F91B7E}"/>
              </a:ext>
            </a:extLst>
          </p:cNvPr>
          <p:cNvSpPr>
            <a:spLocks noGrp="1"/>
          </p:cNvSpPr>
          <p:nvPr/>
        </p:nvSpPr>
        <p:spPr>
          <a:xfrm>
            <a:off x="279400" y="2765901"/>
            <a:ext cx="4203700" cy="495300"/>
          </a:xfrm>
          <a:prstGeom prst="rect">
            <a:avLst/>
          </a:prstGeom>
          <a:ln>
            <a:noFill/>
          </a:ln>
        </p:spPr>
        <p:txBody>
          <a:bodyPr vert="horz" wrap="square" lIns="91440" tIns="45720" rIns="91440" bIns="45720" anchor="ctr">
            <a:normAutofit/>
          </a:bodyPr>
          <a:lstStyle/>
          <a:p>
            <a:pPr marL="0" indent="0">
              <a:buNone/>
            </a:pPr>
            <a:r>
              <a:rPr lang="en-US" sz="1100" b="1" dirty="0">
                <a:solidFill>
                  <a:srgbClr val="023047"/>
                </a:solidFill>
                <a:latin typeface="Segoe UI" panose="020B0502040204020203" pitchFamily="34" charset="0"/>
              </a:rPr>
              <a:t>Performance: </a:t>
            </a:r>
            <a:r>
              <a:rPr lang="en-US" sz="1100" dirty="0">
                <a:solidFill>
                  <a:srgbClr val="023047"/>
                </a:solidFill>
                <a:latin typeface="Segoe UI" panose="020B0502040204020203" pitchFamily="34" charset="0"/>
              </a:rPr>
              <a:t>Lower resource overhead; more RAM/CPU available for workloads</a:t>
            </a:r>
          </a:p>
        </p:txBody>
      </p:sp>
      <p:sp>
        <p:nvSpPr>
          <p:cNvPr id="23" name="DETxt3">
            <a:extLst>
              <a:ext uri="{FF2B5EF4-FFF2-40B4-BE49-F238E27FC236}">
                <a16:creationId xmlns:a16="http://schemas.microsoft.com/office/drawing/2014/main" id="{886D4749-740F-79C6-CB2D-1F115887890F}"/>
              </a:ext>
            </a:extLst>
          </p:cNvPr>
          <p:cNvSpPr>
            <a:spLocks noGrp="1"/>
          </p:cNvSpPr>
          <p:nvPr/>
        </p:nvSpPr>
        <p:spPr>
          <a:xfrm>
            <a:off x="4660900" y="2765901"/>
            <a:ext cx="4203700" cy="495300"/>
          </a:xfrm>
          <a:prstGeom prst="rect">
            <a:avLst/>
          </a:prstGeom>
          <a:ln>
            <a:noFill/>
          </a:ln>
        </p:spPr>
        <p:txBody>
          <a:bodyPr vert="horz" wrap="square" lIns="91440" tIns="45720" rIns="91440" bIns="45720" anchor="ctr">
            <a:normAutofit/>
          </a:bodyPr>
          <a:lstStyle/>
          <a:p>
            <a:pPr marL="0" indent="0">
              <a:buNone/>
            </a:pPr>
            <a:r>
              <a:rPr lang="en-US" sz="1100" dirty="0">
                <a:solidFill>
                  <a:srgbClr val="023047"/>
                </a:solidFill>
                <a:latin typeface="Segoe UI" panose="020B0502040204020203" pitchFamily="34" charset="0"/>
              </a:rPr>
              <a:t>UI processes consume additional memory and CPU</a:t>
            </a:r>
          </a:p>
        </p:txBody>
      </p:sp>
      <p:sp>
        <p:nvSpPr>
          <p:cNvPr id="24" name="RowBgL4">
            <a:extLst>
              <a:ext uri="{FF2B5EF4-FFF2-40B4-BE49-F238E27FC236}">
                <a16:creationId xmlns:a16="http://schemas.microsoft.com/office/drawing/2014/main" id="{A87563CE-E371-CD42-F853-8F217A06DE97}"/>
              </a:ext>
            </a:extLst>
          </p:cNvPr>
          <p:cNvSpPr>
            <a:spLocks noGrp="1"/>
          </p:cNvSpPr>
          <p:nvPr/>
        </p:nvSpPr>
        <p:spPr>
          <a:xfrm>
            <a:off x="228600" y="3273901"/>
            <a:ext cx="4305300" cy="495300"/>
          </a:xfrm>
          <a:prstGeom prst="rect">
            <a:avLst/>
          </a:prstGeom>
          <a:ln>
            <a:noFill/>
          </a:ln>
        </p:spPr>
        <p:txBody>
          <a:bodyPr vert="horz" wrap="square" lIns="91440" tIns="45720" rIns="91440" bIns="45720" anchor="ctr"/>
          <a:lstStyle/>
          <a:p>
            <a:pPr>
              <a:buNone/>
            </a:pPr>
            <a:endParaRPr lang="en-US" sz="1100" dirty="0"/>
          </a:p>
        </p:txBody>
      </p:sp>
      <p:sp>
        <p:nvSpPr>
          <p:cNvPr id="25" name="RowBgR4">
            <a:extLst>
              <a:ext uri="{FF2B5EF4-FFF2-40B4-BE49-F238E27FC236}">
                <a16:creationId xmlns:a16="http://schemas.microsoft.com/office/drawing/2014/main" id="{37989845-A2DE-19D7-6DC0-A9EAF9D8FD86}"/>
              </a:ext>
            </a:extLst>
          </p:cNvPr>
          <p:cNvSpPr>
            <a:spLocks noGrp="1"/>
          </p:cNvSpPr>
          <p:nvPr/>
        </p:nvSpPr>
        <p:spPr>
          <a:xfrm>
            <a:off x="4610100" y="3273901"/>
            <a:ext cx="4305300" cy="495300"/>
          </a:xfrm>
          <a:prstGeom prst="rect">
            <a:avLst/>
          </a:prstGeom>
          <a:ln>
            <a:noFill/>
          </a:ln>
        </p:spPr>
        <p:txBody>
          <a:bodyPr vert="horz" wrap="square" lIns="91440" tIns="45720" rIns="91440" bIns="45720" anchor="ctr"/>
          <a:lstStyle/>
          <a:p>
            <a:pPr>
              <a:buNone/>
            </a:pPr>
            <a:endParaRPr lang="en-US" sz="1100" dirty="0"/>
          </a:p>
        </p:txBody>
      </p:sp>
      <p:sp>
        <p:nvSpPr>
          <p:cNvPr id="26" name="CoreTxt4">
            <a:extLst>
              <a:ext uri="{FF2B5EF4-FFF2-40B4-BE49-F238E27FC236}">
                <a16:creationId xmlns:a16="http://schemas.microsoft.com/office/drawing/2014/main" id="{15B0EBBB-EB0E-4E92-A23C-0F21B5180810}"/>
              </a:ext>
            </a:extLst>
          </p:cNvPr>
          <p:cNvSpPr>
            <a:spLocks noGrp="1"/>
          </p:cNvSpPr>
          <p:nvPr/>
        </p:nvSpPr>
        <p:spPr>
          <a:xfrm>
            <a:off x="279400" y="3273901"/>
            <a:ext cx="4203700" cy="495300"/>
          </a:xfrm>
          <a:prstGeom prst="rect">
            <a:avLst/>
          </a:prstGeom>
          <a:ln>
            <a:noFill/>
          </a:ln>
        </p:spPr>
        <p:txBody>
          <a:bodyPr vert="horz" wrap="square" lIns="91440" tIns="45720" rIns="91440" bIns="45720" anchor="ctr">
            <a:normAutofit/>
          </a:bodyPr>
          <a:lstStyle/>
          <a:p>
            <a:pPr marL="0" indent="0">
              <a:buNone/>
            </a:pPr>
            <a:r>
              <a:rPr lang="en-US" sz="1100" b="1" dirty="0">
                <a:solidFill>
                  <a:srgbClr val="023047"/>
                </a:solidFill>
                <a:latin typeface="Segoe UI" panose="020B0502040204020203" pitchFamily="34" charset="0"/>
              </a:rPr>
              <a:t>Roles Supported: </a:t>
            </a:r>
            <a:r>
              <a:rPr lang="en-US" sz="1100" dirty="0">
                <a:solidFill>
                  <a:srgbClr val="023047"/>
                </a:solidFill>
                <a:latin typeface="Segoe UI" panose="020B0502040204020203" pitchFamily="34" charset="0"/>
              </a:rPr>
              <a:t>Most server roles supported (DNS, AD DS, DHCP, IIS, Hyper-V…)</a:t>
            </a:r>
          </a:p>
        </p:txBody>
      </p:sp>
      <p:sp>
        <p:nvSpPr>
          <p:cNvPr id="27" name="DETxt4">
            <a:extLst>
              <a:ext uri="{FF2B5EF4-FFF2-40B4-BE49-F238E27FC236}">
                <a16:creationId xmlns:a16="http://schemas.microsoft.com/office/drawing/2014/main" id="{60C8B6D2-1A9D-8CF6-FFE7-3EACFE7C11D9}"/>
              </a:ext>
            </a:extLst>
          </p:cNvPr>
          <p:cNvSpPr>
            <a:spLocks noGrp="1"/>
          </p:cNvSpPr>
          <p:nvPr/>
        </p:nvSpPr>
        <p:spPr>
          <a:xfrm>
            <a:off x="4660900" y="3273901"/>
            <a:ext cx="4203700" cy="495300"/>
          </a:xfrm>
          <a:prstGeom prst="rect">
            <a:avLst/>
          </a:prstGeom>
          <a:ln>
            <a:noFill/>
          </a:ln>
        </p:spPr>
        <p:txBody>
          <a:bodyPr vert="horz" wrap="square" lIns="91440" tIns="45720" rIns="91440" bIns="45720" anchor="ctr">
            <a:normAutofit/>
          </a:bodyPr>
          <a:lstStyle/>
          <a:p>
            <a:pPr marL="0" indent="0">
              <a:buNone/>
            </a:pPr>
            <a:r>
              <a:rPr lang="en-US" sz="1100" dirty="0">
                <a:solidFill>
                  <a:srgbClr val="023047"/>
                </a:solidFill>
                <a:latin typeface="Segoe UI" panose="020B0502040204020203" pitchFamily="34" charset="0"/>
              </a:rPr>
              <a:t>All roles supported including GUI-dependent roles</a:t>
            </a:r>
          </a:p>
        </p:txBody>
      </p:sp>
      <p:sp>
        <p:nvSpPr>
          <p:cNvPr id="28" name="RowBgL5">
            <a:extLst>
              <a:ext uri="{FF2B5EF4-FFF2-40B4-BE49-F238E27FC236}">
                <a16:creationId xmlns:a16="http://schemas.microsoft.com/office/drawing/2014/main" id="{B56F826C-C916-1164-B84F-AC86C4DCE5DF}"/>
              </a:ext>
            </a:extLst>
          </p:cNvPr>
          <p:cNvSpPr>
            <a:spLocks noGrp="1"/>
          </p:cNvSpPr>
          <p:nvPr/>
        </p:nvSpPr>
        <p:spPr>
          <a:xfrm>
            <a:off x="228600" y="3781901"/>
            <a:ext cx="4305300" cy="495300"/>
          </a:xfrm>
          <a:prstGeom prst="rect">
            <a:avLst/>
          </a:prstGeom>
          <a:ln>
            <a:noFill/>
          </a:ln>
        </p:spPr>
        <p:txBody>
          <a:bodyPr vert="horz" wrap="square" lIns="91440" tIns="45720" rIns="91440" bIns="45720" anchor="ctr"/>
          <a:lstStyle/>
          <a:p>
            <a:pPr>
              <a:buNone/>
            </a:pPr>
            <a:endParaRPr lang="en-US" sz="1100" dirty="0"/>
          </a:p>
        </p:txBody>
      </p:sp>
      <p:sp>
        <p:nvSpPr>
          <p:cNvPr id="29" name="RowBgR5">
            <a:extLst>
              <a:ext uri="{FF2B5EF4-FFF2-40B4-BE49-F238E27FC236}">
                <a16:creationId xmlns:a16="http://schemas.microsoft.com/office/drawing/2014/main" id="{47C73C35-8EC4-85C1-9205-B6372BE62C14}"/>
              </a:ext>
            </a:extLst>
          </p:cNvPr>
          <p:cNvSpPr>
            <a:spLocks noGrp="1"/>
          </p:cNvSpPr>
          <p:nvPr/>
        </p:nvSpPr>
        <p:spPr>
          <a:xfrm>
            <a:off x="4610100" y="3781901"/>
            <a:ext cx="4305300" cy="495300"/>
          </a:xfrm>
          <a:prstGeom prst="rect">
            <a:avLst/>
          </a:prstGeom>
          <a:ln>
            <a:noFill/>
          </a:ln>
        </p:spPr>
        <p:txBody>
          <a:bodyPr vert="horz" wrap="square" lIns="91440" tIns="45720" rIns="91440" bIns="45720" anchor="ctr"/>
          <a:lstStyle/>
          <a:p>
            <a:pPr>
              <a:buNone/>
            </a:pPr>
            <a:endParaRPr lang="en-US" sz="1100" dirty="0"/>
          </a:p>
        </p:txBody>
      </p:sp>
      <p:sp>
        <p:nvSpPr>
          <p:cNvPr id="30" name="CoreTxt5">
            <a:extLst>
              <a:ext uri="{FF2B5EF4-FFF2-40B4-BE49-F238E27FC236}">
                <a16:creationId xmlns:a16="http://schemas.microsoft.com/office/drawing/2014/main" id="{BBE66ABC-9615-5F5C-E2A3-94B5FEE993E1}"/>
              </a:ext>
            </a:extLst>
          </p:cNvPr>
          <p:cNvSpPr>
            <a:spLocks noGrp="1"/>
          </p:cNvSpPr>
          <p:nvPr/>
        </p:nvSpPr>
        <p:spPr>
          <a:xfrm>
            <a:off x="279400" y="3781901"/>
            <a:ext cx="4203700" cy="495300"/>
          </a:xfrm>
          <a:prstGeom prst="rect">
            <a:avLst/>
          </a:prstGeom>
          <a:ln>
            <a:noFill/>
          </a:ln>
        </p:spPr>
        <p:txBody>
          <a:bodyPr vert="horz" wrap="square" lIns="91440" tIns="45720" rIns="91440" bIns="45720" anchor="ctr">
            <a:normAutofit/>
          </a:bodyPr>
          <a:lstStyle/>
          <a:p>
            <a:pPr marL="0" indent="0">
              <a:buNone/>
            </a:pPr>
            <a:r>
              <a:rPr lang="en-US" sz="1100" b="1" dirty="0">
                <a:solidFill>
                  <a:srgbClr val="023047"/>
                </a:solidFill>
                <a:latin typeface="Segoe UI" panose="020B0502040204020203" pitchFamily="34" charset="0"/>
              </a:rPr>
              <a:t>Management: </a:t>
            </a:r>
            <a:r>
              <a:rPr lang="en-US" sz="1100" dirty="0">
                <a:solidFill>
                  <a:srgbClr val="023047"/>
                </a:solidFill>
                <a:latin typeface="Segoe UI" panose="020B0502040204020203" pitchFamily="34" charset="0"/>
              </a:rPr>
              <a:t>Remote management via PowerShell, RSAT, Windows Admin Centre</a:t>
            </a:r>
          </a:p>
        </p:txBody>
      </p:sp>
      <p:sp>
        <p:nvSpPr>
          <p:cNvPr id="31" name="DETxt5">
            <a:extLst>
              <a:ext uri="{FF2B5EF4-FFF2-40B4-BE49-F238E27FC236}">
                <a16:creationId xmlns:a16="http://schemas.microsoft.com/office/drawing/2014/main" id="{6D496CDE-C145-97E3-408C-D0882BDF57F2}"/>
              </a:ext>
            </a:extLst>
          </p:cNvPr>
          <p:cNvSpPr>
            <a:spLocks noGrp="1"/>
          </p:cNvSpPr>
          <p:nvPr/>
        </p:nvSpPr>
        <p:spPr>
          <a:xfrm>
            <a:off x="4660900" y="3781901"/>
            <a:ext cx="4203700" cy="495300"/>
          </a:xfrm>
          <a:prstGeom prst="rect">
            <a:avLst/>
          </a:prstGeom>
          <a:ln>
            <a:noFill/>
          </a:ln>
        </p:spPr>
        <p:txBody>
          <a:bodyPr vert="horz" wrap="square" lIns="91440" tIns="45720" rIns="91440" bIns="45720" anchor="ctr">
            <a:normAutofit/>
          </a:bodyPr>
          <a:lstStyle/>
          <a:p>
            <a:pPr marL="0" indent="0">
              <a:buNone/>
            </a:pPr>
            <a:r>
              <a:rPr lang="en-US" sz="1100" dirty="0">
                <a:solidFill>
                  <a:srgbClr val="023047"/>
                </a:solidFill>
                <a:latin typeface="Segoe UI" panose="020B0502040204020203" pitchFamily="34" charset="0"/>
              </a:rPr>
              <a:t>Local GUI tools available in addition to remote management</a:t>
            </a:r>
          </a:p>
        </p:txBody>
      </p:sp>
      <p:sp>
        <p:nvSpPr>
          <p:cNvPr id="32" name="RowBgL6">
            <a:extLst>
              <a:ext uri="{FF2B5EF4-FFF2-40B4-BE49-F238E27FC236}">
                <a16:creationId xmlns:a16="http://schemas.microsoft.com/office/drawing/2014/main" id="{FB8D4034-6BA9-1992-54BC-EEAEEC433A0F}"/>
              </a:ext>
            </a:extLst>
          </p:cNvPr>
          <p:cNvSpPr>
            <a:spLocks noGrp="1"/>
          </p:cNvSpPr>
          <p:nvPr/>
        </p:nvSpPr>
        <p:spPr>
          <a:xfrm>
            <a:off x="228600" y="4289901"/>
            <a:ext cx="4305300" cy="495300"/>
          </a:xfrm>
          <a:prstGeom prst="rect">
            <a:avLst/>
          </a:prstGeom>
          <a:ln>
            <a:noFill/>
          </a:ln>
        </p:spPr>
        <p:txBody>
          <a:bodyPr vert="horz" wrap="square" lIns="91440" tIns="45720" rIns="91440" bIns="45720" anchor="ctr"/>
          <a:lstStyle/>
          <a:p>
            <a:pPr>
              <a:buNone/>
            </a:pPr>
            <a:endParaRPr lang="en-US" sz="1100" dirty="0"/>
          </a:p>
        </p:txBody>
      </p:sp>
      <p:sp>
        <p:nvSpPr>
          <p:cNvPr id="33" name="RowBgR6">
            <a:extLst>
              <a:ext uri="{FF2B5EF4-FFF2-40B4-BE49-F238E27FC236}">
                <a16:creationId xmlns:a16="http://schemas.microsoft.com/office/drawing/2014/main" id="{6BFCC2A3-04F4-7DAE-776D-A8E5BBB276D5}"/>
              </a:ext>
            </a:extLst>
          </p:cNvPr>
          <p:cNvSpPr>
            <a:spLocks noGrp="1"/>
          </p:cNvSpPr>
          <p:nvPr/>
        </p:nvSpPr>
        <p:spPr>
          <a:xfrm>
            <a:off x="4610100" y="4289901"/>
            <a:ext cx="4305300" cy="495300"/>
          </a:xfrm>
          <a:prstGeom prst="rect">
            <a:avLst/>
          </a:prstGeom>
          <a:ln>
            <a:noFill/>
          </a:ln>
        </p:spPr>
        <p:txBody>
          <a:bodyPr vert="horz" wrap="square" lIns="91440" tIns="45720" rIns="91440" bIns="45720" anchor="ctr"/>
          <a:lstStyle/>
          <a:p>
            <a:pPr>
              <a:buNone/>
            </a:pPr>
            <a:endParaRPr lang="en-US" sz="1100" dirty="0"/>
          </a:p>
        </p:txBody>
      </p:sp>
      <p:sp>
        <p:nvSpPr>
          <p:cNvPr id="34" name="CoreTxt6">
            <a:extLst>
              <a:ext uri="{FF2B5EF4-FFF2-40B4-BE49-F238E27FC236}">
                <a16:creationId xmlns:a16="http://schemas.microsoft.com/office/drawing/2014/main" id="{9F17398E-6FA1-8900-1C75-4387CF3DB9F5}"/>
              </a:ext>
            </a:extLst>
          </p:cNvPr>
          <p:cNvSpPr>
            <a:spLocks noGrp="1"/>
          </p:cNvSpPr>
          <p:nvPr/>
        </p:nvSpPr>
        <p:spPr>
          <a:xfrm>
            <a:off x="279400" y="4289901"/>
            <a:ext cx="4203700" cy="495300"/>
          </a:xfrm>
          <a:prstGeom prst="rect">
            <a:avLst/>
          </a:prstGeom>
          <a:ln>
            <a:noFill/>
          </a:ln>
        </p:spPr>
        <p:txBody>
          <a:bodyPr vert="horz" wrap="square" lIns="91440" tIns="45720" rIns="91440" bIns="45720" anchor="ctr">
            <a:normAutofit/>
          </a:bodyPr>
          <a:lstStyle/>
          <a:p>
            <a:pPr marL="0" indent="0">
              <a:buNone/>
            </a:pPr>
            <a:r>
              <a:rPr lang="en-US" sz="1100" b="1" dirty="0">
                <a:solidFill>
                  <a:srgbClr val="023047"/>
                </a:solidFill>
                <a:latin typeface="Segoe UI" panose="020B0502040204020203" pitchFamily="34" charset="0"/>
              </a:rPr>
              <a:t>Patching: </a:t>
            </a:r>
            <a:r>
              <a:rPr lang="en-US" sz="1100" dirty="0">
                <a:solidFill>
                  <a:srgbClr val="023047"/>
                </a:solidFill>
                <a:latin typeface="Segoe UI" panose="020B0502040204020203" pitchFamily="34" charset="0"/>
              </a:rPr>
              <a:t>Fewer updates required; faster patching cycles</a:t>
            </a:r>
          </a:p>
        </p:txBody>
      </p:sp>
      <p:sp>
        <p:nvSpPr>
          <p:cNvPr id="35" name="DETxt6">
            <a:extLst>
              <a:ext uri="{FF2B5EF4-FFF2-40B4-BE49-F238E27FC236}">
                <a16:creationId xmlns:a16="http://schemas.microsoft.com/office/drawing/2014/main" id="{B56603D5-71B8-3EE2-9D22-AAC3A90A2155}"/>
              </a:ext>
            </a:extLst>
          </p:cNvPr>
          <p:cNvSpPr>
            <a:spLocks noGrp="1"/>
          </p:cNvSpPr>
          <p:nvPr/>
        </p:nvSpPr>
        <p:spPr>
          <a:xfrm>
            <a:off x="4660900" y="4289901"/>
            <a:ext cx="4203700" cy="495300"/>
          </a:xfrm>
          <a:prstGeom prst="rect">
            <a:avLst/>
          </a:prstGeom>
          <a:ln>
            <a:noFill/>
          </a:ln>
        </p:spPr>
        <p:txBody>
          <a:bodyPr vert="horz" wrap="square" lIns="91440" tIns="45720" rIns="91440" bIns="45720" anchor="ctr">
            <a:normAutofit/>
          </a:bodyPr>
          <a:lstStyle/>
          <a:p>
            <a:pPr marL="0" indent="0">
              <a:buNone/>
            </a:pPr>
            <a:r>
              <a:rPr lang="en-US" sz="1100" dirty="0">
                <a:solidFill>
                  <a:srgbClr val="023047"/>
                </a:solidFill>
                <a:latin typeface="Segoe UI" panose="020B0502040204020203" pitchFamily="34" charset="0"/>
              </a:rPr>
              <a:t>More components to patch; longer update windows</a:t>
            </a:r>
          </a:p>
        </p:txBody>
      </p:sp>
      <p:sp>
        <p:nvSpPr>
          <p:cNvPr id="36" name="Course footer">
            <a:extLst>
              <a:ext uri="{FF2B5EF4-FFF2-40B4-BE49-F238E27FC236}">
                <a16:creationId xmlns:a16="http://schemas.microsoft.com/office/drawing/2014/main" id="{CF523873-88A3-DF7B-2AF8-169FC65EDB14}"/>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 Introduction to Windows Server</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37" name="TextBox 36">
            <a:extLst>
              <a:ext uri="{FF2B5EF4-FFF2-40B4-BE49-F238E27FC236}">
                <a16:creationId xmlns:a16="http://schemas.microsoft.com/office/drawing/2014/main" id="{53569E39-5DBB-3D69-45AC-CB7A84F49BE4}"/>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13</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2625724637"/>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5937E-7236-3290-0342-FB07884DD44E}"/>
              </a:ext>
            </a:extLst>
          </p:cNvPr>
          <p:cNvSpPr>
            <a:spLocks noGrp="1"/>
          </p:cNvSpPr>
          <p:nvPr>
            <p:ph type="title"/>
          </p:nvPr>
        </p:nvSpPr>
        <p:spPr/>
        <p:txBody>
          <a:bodyPr/>
          <a:lstStyle/>
          <a:p>
            <a:endParaRPr lang="en-US"/>
          </a:p>
        </p:txBody>
      </p:sp>
      <p:pic>
        <p:nvPicPr>
          <p:cNvPr id="3" name="Picture 2">
            <a:extLst>
              <a:ext uri="{FF2B5EF4-FFF2-40B4-BE49-F238E27FC236}">
                <a16:creationId xmlns:a16="http://schemas.microsoft.com/office/drawing/2014/main" id="{5CDB6E8B-4F39-2294-BAA9-C8995A4F74E4}"/>
              </a:ext>
            </a:extLst>
          </p:cNvPr>
          <p:cNvPicPr>
            <a:picLocks noChangeAspect="1"/>
          </p:cNvPicPr>
          <p:nvPr/>
        </p:nvPicPr>
        <p:blipFill>
          <a:blip r:embed="rId2"/>
          <a:stretch>
            <a:fillRect/>
          </a:stretch>
        </p:blipFill>
        <p:spPr>
          <a:xfrm>
            <a:off x="0" y="-389"/>
            <a:ext cx="9144000" cy="5144277"/>
          </a:xfrm>
          <a:prstGeom prst="rect">
            <a:avLst/>
          </a:prstGeom>
        </p:spPr>
      </p:pic>
    </p:spTree>
    <p:extLst>
      <p:ext uri="{BB962C8B-B14F-4D97-AF65-F5344CB8AC3E}">
        <p14:creationId xmlns:p14="http://schemas.microsoft.com/office/powerpoint/2010/main" val="3373744523"/>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12B2CD-58FF-15A6-C93C-76612BD56CEF}"/>
              </a:ext>
            </a:extLst>
          </p:cNvPr>
          <p:cNvSpPr>
            <a:spLocks noGrp="1"/>
          </p:cNvSpPr>
          <p:nvPr>
            <p:ph type="title"/>
          </p:nvPr>
        </p:nvSpPr>
        <p:spPr/>
        <p:txBody>
          <a:bodyPr wrap="square">
            <a:noAutofit/>
          </a:bodyPr>
          <a:lstStyle/>
          <a:p>
            <a:r>
              <a:rPr lang="en-GB"/>
              <a:t>SConfig - Server Configuration Tool</a:t>
            </a:r>
          </a:p>
        </p:txBody>
      </p:sp>
      <p:sp>
        <p:nvSpPr>
          <p:cNvPr id="4" name="DescBg">
            <a:extLst>
              <a:ext uri="{FF2B5EF4-FFF2-40B4-BE49-F238E27FC236}">
                <a16:creationId xmlns:a16="http://schemas.microsoft.com/office/drawing/2014/main" id="{8F7E594D-812F-9DB5-3F40-25FD517882B2}"/>
              </a:ext>
            </a:extLst>
          </p:cNvPr>
          <p:cNvSpPr>
            <a:spLocks noGrp="1"/>
          </p:cNvSpPr>
          <p:nvPr/>
        </p:nvSpPr>
        <p:spPr>
          <a:xfrm>
            <a:off x="228600" y="810101"/>
            <a:ext cx="8686800" cy="635000"/>
          </a:xfrm>
          <a:prstGeom prst="rect">
            <a:avLst/>
          </a:prstGeom>
          <a:solidFill>
            <a:srgbClr val="F0F4F8"/>
          </a:solidFill>
          <a:ln>
            <a:noFill/>
          </a:ln>
        </p:spPr>
        <p:txBody>
          <a:bodyPr wrap="square" lIns="91440" tIns="45720" rIns="91440" bIns="45720" anchor="ctr"/>
          <a:lstStyle/>
          <a:p>
            <a:endParaRPr lang="en-US" sz="1200" dirty="0"/>
          </a:p>
        </p:txBody>
      </p:sp>
      <p:sp>
        <p:nvSpPr>
          <p:cNvPr id="5" name="DescTxt">
            <a:extLst>
              <a:ext uri="{FF2B5EF4-FFF2-40B4-BE49-F238E27FC236}">
                <a16:creationId xmlns:a16="http://schemas.microsoft.com/office/drawing/2014/main" id="{5637825F-7363-0E1B-A7F0-039D0303AD5B}"/>
              </a:ext>
            </a:extLst>
          </p:cNvPr>
          <p:cNvSpPr>
            <a:spLocks noGrp="1"/>
          </p:cNvSpPr>
          <p:nvPr/>
        </p:nvSpPr>
        <p:spPr>
          <a:xfrm>
            <a:off x="279400" y="810101"/>
            <a:ext cx="8585200" cy="635000"/>
          </a:xfrm>
          <a:prstGeom prst="rect">
            <a:avLst/>
          </a:prstGeom>
          <a:noFill/>
          <a:ln>
            <a:noFill/>
          </a:ln>
        </p:spPr>
        <p:txBody>
          <a:bodyPr wrap="square" lIns="91440" tIns="45720" rIns="91440" bIns="45720" anchor="ctr">
            <a:normAutofit lnSpcReduction="10000"/>
          </a:bodyPr>
          <a:lstStyle/>
          <a:p>
            <a:pPr marL="0" indent="0">
              <a:buNone/>
            </a:pPr>
            <a:r>
              <a:rPr lang="en-US" sz="1200" b="1" dirty="0">
                <a:solidFill>
                  <a:srgbClr val="023047"/>
                </a:solidFill>
                <a:latin typeface="Segoe UI" panose="020B0502040204020203" pitchFamily="34" charset="0"/>
              </a:rPr>
              <a:t>SConfig</a:t>
            </a:r>
            <a:r>
              <a:rPr lang="en-US" sz="1200" dirty="0">
                <a:solidFill>
                  <a:srgbClr val="023047"/>
                </a:solidFill>
                <a:latin typeface="Segoe UI" panose="020B0502040204020203" pitchFamily="34" charset="0"/>
              </a:rPr>
              <a:t> (Server Configuration Tool) is a text-based menu utility built into Windows Server. It auto-launches on Server Core (2022+) and lets admins perform common tasks without a GUI. Type </a:t>
            </a:r>
            <a:r>
              <a:rPr lang="en-US" sz="1200" b="1" dirty="0">
                <a:solidFill>
                  <a:srgbClr val="1A6B3C"/>
                </a:solidFill>
                <a:latin typeface="Segoe UI" panose="020B0502040204020203" pitchFamily="34" charset="0"/>
              </a:rPr>
              <a:t>sconfig</a:t>
            </a:r>
            <a:r>
              <a:rPr lang="en-US" sz="1200" dirty="0">
                <a:solidFill>
                  <a:srgbClr val="023047"/>
                </a:solidFill>
                <a:latin typeface="Segoe UI" panose="020B0502040204020203" pitchFamily="34" charset="0"/>
              </a:rPr>
              <a:t> in PowerShell to launch. Requires local Administrator privileges.</a:t>
            </a:r>
          </a:p>
        </p:txBody>
      </p:sp>
      <p:sp>
        <p:nvSpPr>
          <p:cNvPr id="6" name="MenuLabel">
            <a:extLst>
              <a:ext uri="{FF2B5EF4-FFF2-40B4-BE49-F238E27FC236}">
                <a16:creationId xmlns:a16="http://schemas.microsoft.com/office/drawing/2014/main" id="{D028F94C-0A15-D737-2CB9-1D238AA737EC}"/>
              </a:ext>
            </a:extLst>
          </p:cNvPr>
          <p:cNvSpPr>
            <a:spLocks noGrp="1"/>
          </p:cNvSpPr>
          <p:nvPr/>
        </p:nvSpPr>
        <p:spPr>
          <a:xfrm>
            <a:off x="228600" y="1495901"/>
            <a:ext cx="8686800" cy="254000"/>
          </a:xfrm>
          <a:prstGeom prst="rect">
            <a:avLst/>
          </a:prstGeom>
          <a:solidFill>
            <a:srgbClr val="243A5E"/>
          </a:solidFill>
          <a:ln>
            <a:noFill/>
          </a:ln>
        </p:spPr>
        <p:txBody>
          <a:bodyPr wrap="square" lIns="91440" tIns="45720" rIns="91440" bIns="45720" anchor="ctr">
            <a:normAutofit fontScale="92500" lnSpcReduction="10000"/>
          </a:bodyPr>
          <a:lstStyle/>
          <a:p>
            <a:pPr marL="0" indent="0">
              <a:buNone/>
            </a:pPr>
            <a:r>
              <a:rPr lang="en-US" sz="1200" b="1" dirty="0">
                <a:solidFill>
                  <a:srgbClr val="FFFFFF"/>
                </a:solidFill>
                <a:latin typeface="Segoe UI" panose="020B0502040204020203" pitchFamily="34" charset="0"/>
              </a:rPr>
              <a:t>Menu Options</a:t>
            </a:r>
          </a:p>
        </p:txBody>
      </p:sp>
      <p:sp>
        <p:nvSpPr>
          <p:cNvPr id="7" name="Bg0">
            <a:extLst>
              <a:ext uri="{FF2B5EF4-FFF2-40B4-BE49-F238E27FC236}">
                <a16:creationId xmlns:a16="http://schemas.microsoft.com/office/drawing/2014/main" id="{AC58FD16-758B-FA08-1AE4-97D095545689}"/>
              </a:ext>
            </a:extLst>
          </p:cNvPr>
          <p:cNvSpPr>
            <a:spLocks noGrp="1"/>
          </p:cNvSpPr>
          <p:nvPr/>
        </p:nvSpPr>
        <p:spPr>
          <a:xfrm>
            <a:off x="228600" y="1788001"/>
            <a:ext cx="4267200" cy="381000"/>
          </a:xfrm>
          <a:prstGeom prst="rect">
            <a:avLst/>
          </a:prstGeom>
          <a:solidFill>
            <a:srgbClr val="F0F4F8"/>
          </a:solidFill>
          <a:ln>
            <a:noFill/>
          </a:ln>
        </p:spPr>
        <p:txBody>
          <a:bodyPr wrap="square" lIns="91440" tIns="45720" rIns="91440" bIns="45720" anchor="ctr"/>
          <a:lstStyle/>
          <a:p>
            <a:endParaRPr lang="en-US" sz="1200" dirty="0"/>
          </a:p>
        </p:txBody>
      </p:sp>
      <p:sp>
        <p:nvSpPr>
          <p:cNvPr id="8" name="Num0">
            <a:extLst>
              <a:ext uri="{FF2B5EF4-FFF2-40B4-BE49-F238E27FC236}">
                <a16:creationId xmlns:a16="http://schemas.microsoft.com/office/drawing/2014/main" id="{5A8FA112-B6BE-8D0C-C1F9-38545392F743}"/>
              </a:ext>
            </a:extLst>
          </p:cNvPr>
          <p:cNvSpPr>
            <a:spLocks noGrp="1"/>
          </p:cNvSpPr>
          <p:nvPr/>
        </p:nvSpPr>
        <p:spPr>
          <a:xfrm>
            <a:off x="241300" y="1788001"/>
            <a:ext cx="330200" cy="381000"/>
          </a:xfrm>
          <a:prstGeom prst="rect">
            <a:avLst/>
          </a:prstGeom>
          <a:solidFill>
            <a:srgbClr val="243A5E"/>
          </a:solidFill>
          <a:ln>
            <a:noFill/>
          </a:ln>
        </p:spPr>
        <p:txBody>
          <a:bodyPr wrap="square" lIns="91440" tIns="45720" rIns="91440" bIns="45720" anchor="ctr">
            <a:normAutofit/>
          </a:bodyPr>
          <a:lstStyle/>
          <a:p>
            <a:pPr marL="0" indent="0">
              <a:buNone/>
            </a:pPr>
            <a:r>
              <a:rPr lang="en-US" sz="1100" b="1" dirty="0">
                <a:solidFill>
                  <a:srgbClr val="FFFFFF"/>
                </a:solidFill>
                <a:latin typeface="Segoe UI" panose="020B0502040204020203" pitchFamily="34" charset="0"/>
              </a:rPr>
              <a:t>1</a:t>
            </a:r>
          </a:p>
        </p:txBody>
      </p:sp>
      <p:sp>
        <p:nvSpPr>
          <p:cNvPr id="9" name="Txt0">
            <a:extLst>
              <a:ext uri="{FF2B5EF4-FFF2-40B4-BE49-F238E27FC236}">
                <a16:creationId xmlns:a16="http://schemas.microsoft.com/office/drawing/2014/main" id="{57250876-FD52-E07C-670B-3E212FAF9D2A}"/>
              </a:ext>
            </a:extLst>
          </p:cNvPr>
          <p:cNvSpPr>
            <a:spLocks noGrp="1"/>
          </p:cNvSpPr>
          <p:nvPr/>
        </p:nvSpPr>
        <p:spPr>
          <a:xfrm>
            <a:off x="596900" y="1788001"/>
            <a:ext cx="3860800" cy="381000"/>
          </a:xfrm>
          <a:prstGeom prst="rect">
            <a:avLst/>
          </a:prstGeom>
          <a:noFill/>
          <a:ln>
            <a:noFill/>
          </a:ln>
        </p:spPr>
        <p:txBody>
          <a:bodyPr wrap="square" lIns="91440" tIns="45720" rIns="91440" bIns="45720" anchor="ctr">
            <a:normAutofit fontScale="92500" lnSpcReduction="20000"/>
          </a:bodyPr>
          <a:lstStyle/>
          <a:p>
            <a:pPr marL="0" indent="0">
              <a:buNone/>
            </a:pPr>
            <a:r>
              <a:rPr lang="en-US" sz="1200" b="1" dirty="0">
                <a:solidFill>
                  <a:srgbClr val="023047"/>
                </a:solidFill>
                <a:latin typeface="Segoe UI" panose="020B0502040204020203" pitchFamily="34" charset="0"/>
              </a:rPr>
              <a:t>Domain / Workgroup  </a:t>
            </a:r>
            <a:r>
              <a:rPr lang="en-US" sz="1200" dirty="0">
                <a:solidFill>
                  <a:srgbClr val="5A6B7D"/>
                </a:solidFill>
                <a:latin typeface="Segoe UI" panose="020B0502040204020203" pitchFamily="34" charset="0"/>
              </a:rPr>
              <a:t>Join or leave an AD domain or workgroup</a:t>
            </a:r>
          </a:p>
        </p:txBody>
      </p:sp>
      <p:sp>
        <p:nvSpPr>
          <p:cNvPr id="10" name="Bg1">
            <a:extLst>
              <a:ext uri="{FF2B5EF4-FFF2-40B4-BE49-F238E27FC236}">
                <a16:creationId xmlns:a16="http://schemas.microsoft.com/office/drawing/2014/main" id="{95062D09-1030-84CE-F6BF-9F863E0D443A}"/>
              </a:ext>
            </a:extLst>
          </p:cNvPr>
          <p:cNvSpPr>
            <a:spLocks noGrp="1"/>
          </p:cNvSpPr>
          <p:nvPr/>
        </p:nvSpPr>
        <p:spPr>
          <a:xfrm>
            <a:off x="228600" y="2181701"/>
            <a:ext cx="4267200" cy="381000"/>
          </a:xfrm>
          <a:prstGeom prst="rect">
            <a:avLst/>
          </a:prstGeom>
          <a:solidFill>
            <a:srgbClr val="FFFFFF"/>
          </a:solidFill>
          <a:ln>
            <a:noFill/>
          </a:ln>
        </p:spPr>
        <p:txBody>
          <a:bodyPr wrap="square" lIns="91440" tIns="45720" rIns="91440" bIns="45720" anchor="ctr"/>
          <a:lstStyle/>
          <a:p>
            <a:endParaRPr lang="en-US" sz="1200" dirty="0"/>
          </a:p>
        </p:txBody>
      </p:sp>
      <p:sp>
        <p:nvSpPr>
          <p:cNvPr id="11" name="Num1">
            <a:extLst>
              <a:ext uri="{FF2B5EF4-FFF2-40B4-BE49-F238E27FC236}">
                <a16:creationId xmlns:a16="http://schemas.microsoft.com/office/drawing/2014/main" id="{2C1884BE-F8A1-48CE-6BF7-A1EBA3C03506}"/>
              </a:ext>
            </a:extLst>
          </p:cNvPr>
          <p:cNvSpPr>
            <a:spLocks noGrp="1"/>
          </p:cNvSpPr>
          <p:nvPr/>
        </p:nvSpPr>
        <p:spPr>
          <a:xfrm>
            <a:off x="241300" y="2181701"/>
            <a:ext cx="330200" cy="381000"/>
          </a:xfrm>
          <a:prstGeom prst="rect">
            <a:avLst/>
          </a:prstGeom>
          <a:solidFill>
            <a:srgbClr val="243A5E"/>
          </a:solidFill>
          <a:ln>
            <a:noFill/>
          </a:ln>
        </p:spPr>
        <p:txBody>
          <a:bodyPr wrap="square" lIns="91440" tIns="45720" rIns="91440" bIns="45720" anchor="ctr">
            <a:normAutofit/>
          </a:bodyPr>
          <a:lstStyle/>
          <a:p>
            <a:pPr marL="0" indent="0">
              <a:buNone/>
            </a:pPr>
            <a:r>
              <a:rPr lang="en-US" sz="1100" b="1" dirty="0">
                <a:solidFill>
                  <a:srgbClr val="FFFFFF"/>
                </a:solidFill>
                <a:latin typeface="Segoe UI" panose="020B0502040204020203" pitchFamily="34" charset="0"/>
              </a:rPr>
              <a:t>2</a:t>
            </a:r>
          </a:p>
        </p:txBody>
      </p:sp>
      <p:sp>
        <p:nvSpPr>
          <p:cNvPr id="12" name="Txt1">
            <a:extLst>
              <a:ext uri="{FF2B5EF4-FFF2-40B4-BE49-F238E27FC236}">
                <a16:creationId xmlns:a16="http://schemas.microsoft.com/office/drawing/2014/main" id="{358D27AA-BF43-1409-277F-1001F411A3F7}"/>
              </a:ext>
            </a:extLst>
          </p:cNvPr>
          <p:cNvSpPr>
            <a:spLocks noGrp="1"/>
          </p:cNvSpPr>
          <p:nvPr/>
        </p:nvSpPr>
        <p:spPr>
          <a:xfrm>
            <a:off x="596900" y="2181701"/>
            <a:ext cx="3860800" cy="381000"/>
          </a:xfrm>
          <a:prstGeom prst="rect">
            <a:avLst/>
          </a:prstGeom>
          <a:noFill/>
          <a:ln>
            <a:noFill/>
          </a:ln>
        </p:spPr>
        <p:txBody>
          <a:bodyPr wrap="square" lIns="91440" tIns="45720" rIns="91440" bIns="45720" anchor="ctr">
            <a:normAutofit fontScale="92500"/>
          </a:bodyPr>
          <a:lstStyle/>
          <a:p>
            <a:pPr marL="0" indent="0">
              <a:buNone/>
            </a:pPr>
            <a:r>
              <a:rPr lang="en-US" sz="1200" b="1" dirty="0">
                <a:solidFill>
                  <a:srgbClr val="023047"/>
                </a:solidFill>
                <a:latin typeface="Segoe UI" panose="020B0502040204020203" pitchFamily="34" charset="0"/>
              </a:rPr>
              <a:t>Computer Name  </a:t>
            </a:r>
            <a:r>
              <a:rPr lang="en-US" sz="1200" dirty="0">
                <a:solidFill>
                  <a:srgbClr val="5A6B7D"/>
                </a:solidFill>
                <a:latin typeface="Segoe UI" panose="020B0502040204020203" pitchFamily="34" charset="0"/>
              </a:rPr>
              <a:t>Rename the server (restart required)</a:t>
            </a:r>
          </a:p>
        </p:txBody>
      </p:sp>
      <p:sp>
        <p:nvSpPr>
          <p:cNvPr id="13" name="Bg2">
            <a:extLst>
              <a:ext uri="{FF2B5EF4-FFF2-40B4-BE49-F238E27FC236}">
                <a16:creationId xmlns:a16="http://schemas.microsoft.com/office/drawing/2014/main" id="{90F205D6-1375-6E87-43A5-2A33B859C2BB}"/>
              </a:ext>
            </a:extLst>
          </p:cNvPr>
          <p:cNvSpPr>
            <a:spLocks noGrp="1"/>
          </p:cNvSpPr>
          <p:nvPr/>
        </p:nvSpPr>
        <p:spPr>
          <a:xfrm>
            <a:off x="228600" y="2575401"/>
            <a:ext cx="4267200" cy="381000"/>
          </a:xfrm>
          <a:prstGeom prst="rect">
            <a:avLst/>
          </a:prstGeom>
          <a:solidFill>
            <a:srgbClr val="F0F4F8"/>
          </a:solidFill>
          <a:ln>
            <a:noFill/>
          </a:ln>
        </p:spPr>
        <p:txBody>
          <a:bodyPr wrap="square" lIns="91440" tIns="45720" rIns="91440" bIns="45720" anchor="ctr"/>
          <a:lstStyle/>
          <a:p>
            <a:endParaRPr lang="en-US" sz="1200" dirty="0"/>
          </a:p>
        </p:txBody>
      </p:sp>
      <p:sp>
        <p:nvSpPr>
          <p:cNvPr id="14" name="Num2">
            <a:extLst>
              <a:ext uri="{FF2B5EF4-FFF2-40B4-BE49-F238E27FC236}">
                <a16:creationId xmlns:a16="http://schemas.microsoft.com/office/drawing/2014/main" id="{ACEEA436-D3B5-D124-546E-D9D77221B70C}"/>
              </a:ext>
            </a:extLst>
          </p:cNvPr>
          <p:cNvSpPr>
            <a:spLocks noGrp="1"/>
          </p:cNvSpPr>
          <p:nvPr/>
        </p:nvSpPr>
        <p:spPr>
          <a:xfrm>
            <a:off x="241300" y="2575401"/>
            <a:ext cx="330200" cy="381000"/>
          </a:xfrm>
          <a:prstGeom prst="rect">
            <a:avLst/>
          </a:prstGeom>
          <a:solidFill>
            <a:srgbClr val="243A5E"/>
          </a:solidFill>
          <a:ln>
            <a:noFill/>
          </a:ln>
        </p:spPr>
        <p:txBody>
          <a:bodyPr wrap="square" lIns="91440" tIns="45720" rIns="91440" bIns="45720" anchor="ctr">
            <a:normAutofit/>
          </a:bodyPr>
          <a:lstStyle/>
          <a:p>
            <a:pPr marL="0" indent="0">
              <a:buNone/>
            </a:pPr>
            <a:r>
              <a:rPr lang="en-US" sz="1100" b="1" dirty="0">
                <a:solidFill>
                  <a:srgbClr val="FFFFFF"/>
                </a:solidFill>
                <a:latin typeface="Segoe UI" panose="020B0502040204020203" pitchFamily="34" charset="0"/>
              </a:rPr>
              <a:t>3</a:t>
            </a:r>
          </a:p>
        </p:txBody>
      </p:sp>
      <p:sp>
        <p:nvSpPr>
          <p:cNvPr id="15" name="Txt2">
            <a:extLst>
              <a:ext uri="{FF2B5EF4-FFF2-40B4-BE49-F238E27FC236}">
                <a16:creationId xmlns:a16="http://schemas.microsoft.com/office/drawing/2014/main" id="{972E69B9-4F42-4658-75BC-1B42A2B8DE59}"/>
              </a:ext>
            </a:extLst>
          </p:cNvPr>
          <p:cNvSpPr>
            <a:spLocks noGrp="1"/>
          </p:cNvSpPr>
          <p:nvPr/>
        </p:nvSpPr>
        <p:spPr>
          <a:xfrm>
            <a:off x="596900" y="2575401"/>
            <a:ext cx="3860800" cy="381000"/>
          </a:xfrm>
          <a:prstGeom prst="rect">
            <a:avLst/>
          </a:prstGeom>
          <a:noFill/>
          <a:ln>
            <a:noFill/>
          </a:ln>
        </p:spPr>
        <p:txBody>
          <a:bodyPr wrap="square" lIns="91440" tIns="45720" rIns="91440" bIns="45720" anchor="ctr">
            <a:normAutofit fontScale="92500"/>
          </a:bodyPr>
          <a:lstStyle/>
          <a:p>
            <a:pPr marL="0" indent="0">
              <a:buNone/>
            </a:pPr>
            <a:r>
              <a:rPr lang="en-US" sz="1200" b="1" dirty="0">
                <a:solidFill>
                  <a:srgbClr val="023047"/>
                </a:solidFill>
                <a:latin typeface="Segoe UI" panose="020B0502040204020203" pitchFamily="34" charset="0"/>
              </a:rPr>
              <a:t>Add Local Administrator  </a:t>
            </a:r>
            <a:r>
              <a:rPr lang="en-US" sz="1200" dirty="0">
                <a:solidFill>
                  <a:srgbClr val="5A6B7D"/>
                </a:solidFill>
                <a:latin typeface="Segoe UI" panose="020B0502040204020203" pitchFamily="34" charset="0"/>
              </a:rPr>
              <a:t>Grant a user local admin rights</a:t>
            </a:r>
          </a:p>
        </p:txBody>
      </p:sp>
      <p:sp>
        <p:nvSpPr>
          <p:cNvPr id="16" name="Bg3">
            <a:extLst>
              <a:ext uri="{FF2B5EF4-FFF2-40B4-BE49-F238E27FC236}">
                <a16:creationId xmlns:a16="http://schemas.microsoft.com/office/drawing/2014/main" id="{75E4F18B-A06C-EA84-9BCA-B36E7056BA47}"/>
              </a:ext>
            </a:extLst>
          </p:cNvPr>
          <p:cNvSpPr>
            <a:spLocks noGrp="1"/>
          </p:cNvSpPr>
          <p:nvPr/>
        </p:nvSpPr>
        <p:spPr>
          <a:xfrm>
            <a:off x="228600" y="2969101"/>
            <a:ext cx="4267200" cy="381000"/>
          </a:xfrm>
          <a:prstGeom prst="rect">
            <a:avLst/>
          </a:prstGeom>
          <a:solidFill>
            <a:srgbClr val="FFFFFF"/>
          </a:solidFill>
          <a:ln>
            <a:noFill/>
          </a:ln>
        </p:spPr>
        <p:txBody>
          <a:bodyPr wrap="square" lIns="91440" tIns="45720" rIns="91440" bIns="45720" anchor="ctr"/>
          <a:lstStyle/>
          <a:p>
            <a:endParaRPr lang="en-US" sz="1200" dirty="0"/>
          </a:p>
        </p:txBody>
      </p:sp>
      <p:sp>
        <p:nvSpPr>
          <p:cNvPr id="17" name="Num3">
            <a:extLst>
              <a:ext uri="{FF2B5EF4-FFF2-40B4-BE49-F238E27FC236}">
                <a16:creationId xmlns:a16="http://schemas.microsoft.com/office/drawing/2014/main" id="{42D7B2F1-C8C8-E3A4-3F17-7880461FBBDC}"/>
              </a:ext>
            </a:extLst>
          </p:cNvPr>
          <p:cNvSpPr>
            <a:spLocks noGrp="1"/>
          </p:cNvSpPr>
          <p:nvPr/>
        </p:nvSpPr>
        <p:spPr>
          <a:xfrm>
            <a:off x="241300" y="2969101"/>
            <a:ext cx="330200" cy="381000"/>
          </a:xfrm>
          <a:prstGeom prst="rect">
            <a:avLst/>
          </a:prstGeom>
          <a:solidFill>
            <a:srgbClr val="243A5E"/>
          </a:solidFill>
          <a:ln>
            <a:noFill/>
          </a:ln>
        </p:spPr>
        <p:txBody>
          <a:bodyPr wrap="square" lIns="91440" tIns="45720" rIns="91440" bIns="45720" anchor="ctr">
            <a:normAutofit/>
          </a:bodyPr>
          <a:lstStyle/>
          <a:p>
            <a:pPr marL="0" indent="0">
              <a:buNone/>
            </a:pPr>
            <a:r>
              <a:rPr lang="en-US" sz="1100" b="1" dirty="0">
                <a:solidFill>
                  <a:srgbClr val="FFFFFF"/>
                </a:solidFill>
                <a:latin typeface="Segoe UI" panose="020B0502040204020203" pitchFamily="34" charset="0"/>
              </a:rPr>
              <a:t>4</a:t>
            </a:r>
          </a:p>
        </p:txBody>
      </p:sp>
      <p:sp>
        <p:nvSpPr>
          <p:cNvPr id="18" name="Txt3">
            <a:extLst>
              <a:ext uri="{FF2B5EF4-FFF2-40B4-BE49-F238E27FC236}">
                <a16:creationId xmlns:a16="http://schemas.microsoft.com/office/drawing/2014/main" id="{94A6C3B9-969C-F576-A7B7-CA3628B2ADA3}"/>
              </a:ext>
            </a:extLst>
          </p:cNvPr>
          <p:cNvSpPr>
            <a:spLocks noGrp="1"/>
          </p:cNvSpPr>
          <p:nvPr/>
        </p:nvSpPr>
        <p:spPr>
          <a:xfrm>
            <a:off x="596900" y="2969101"/>
            <a:ext cx="3860800" cy="381000"/>
          </a:xfrm>
          <a:prstGeom prst="rect">
            <a:avLst/>
          </a:prstGeom>
          <a:noFill/>
          <a:ln>
            <a:noFill/>
          </a:ln>
        </p:spPr>
        <p:txBody>
          <a:bodyPr wrap="square" lIns="91440" tIns="45720" rIns="91440" bIns="45720" anchor="ctr">
            <a:normAutofit fontScale="92500" lnSpcReduction="20000"/>
          </a:bodyPr>
          <a:lstStyle/>
          <a:p>
            <a:pPr marL="0" indent="0">
              <a:buNone/>
            </a:pPr>
            <a:r>
              <a:rPr lang="en-US" sz="1200" b="1" dirty="0">
                <a:solidFill>
                  <a:srgbClr val="023047"/>
                </a:solidFill>
                <a:latin typeface="Segoe UI" panose="020B0502040204020203" pitchFamily="34" charset="0"/>
              </a:rPr>
              <a:t>Remote Management  </a:t>
            </a:r>
            <a:r>
              <a:rPr lang="en-US" sz="1200" dirty="0">
                <a:solidFill>
                  <a:srgbClr val="5A6B7D"/>
                </a:solidFill>
                <a:latin typeface="Segoe UI" panose="020B0502040204020203" pitchFamily="34" charset="0"/>
              </a:rPr>
              <a:t>Enable/disable WinRM remote management</a:t>
            </a:r>
          </a:p>
        </p:txBody>
      </p:sp>
      <p:sp>
        <p:nvSpPr>
          <p:cNvPr id="19" name="Bg4">
            <a:extLst>
              <a:ext uri="{FF2B5EF4-FFF2-40B4-BE49-F238E27FC236}">
                <a16:creationId xmlns:a16="http://schemas.microsoft.com/office/drawing/2014/main" id="{87E9CC24-482C-76B2-4FBD-8DFC6B5E32F6}"/>
              </a:ext>
            </a:extLst>
          </p:cNvPr>
          <p:cNvSpPr>
            <a:spLocks noGrp="1"/>
          </p:cNvSpPr>
          <p:nvPr/>
        </p:nvSpPr>
        <p:spPr>
          <a:xfrm>
            <a:off x="228600" y="3362801"/>
            <a:ext cx="4267200" cy="381000"/>
          </a:xfrm>
          <a:prstGeom prst="rect">
            <a:avLst/>
          </a:prstGeom>
          <a:solidFill>
            <a:srgbClr val="F0F4F8"/>
          </a:solidFill>
          <a:ln>
            <a:noFill/>
          </a:ln>
        </p:spPr>
        <p:txBody>
          <a:bodyPr wrap="square" lIns="91440" tIns="45720" rIns="91440" bIns="45720" anchor="ctr"/>
          <a:lstStyle/>
          <a:p>
            <a:endParaRPr lang="en-US" sz="1200" dirty="0"/>
          </a:p>
        </p:txBody>
      </p:sp>
      <p:sp>
        <p:nvSpPr>
          <p:cNvPr id="20" name="Num4">
            <a:extLst>
              <a:ext uri="{FF2B5EF4-FFF2-40B4-BE49-F238E27FC236}">
                <a16:creationId xmlns:a16="http://schemas.microsoft.com/office/drawing/2014/main" id="{1F183C84-0826-FEBA-7E81-CDC06DF6111E}"/>
              </a:ext>
            </a:extLst>
          </p:cNvPr>
          <p:cNvSpPr>
            <a:spLocks noGrp="1"/>
          </p:cNvSpPr>
          <p:nvPr/>
        </p:nvSpPr>
        <p:spPr>
          <a:xfrm>
            <a:off x="241300" y="3362801"/>
            <a:ext cx="330200" cy="381000"/>
          </a:xfrm>
          <a:prstGeom prst="rect">
            <a:avLst/>
          </a:prstGeom>
          <a:solidFill>
            <a:srgbClr val="243A5E"/>
          </a:solidFill>
          <a:ln>
            <a:noFill/>
          </a:ln>
        </p:spPr>
        <p:txBody>
          <a:bodyPr wrap="square" lIns="91440" tIns="45720" rIns="91440" bIns="45720" anchor="ctr">
            <a:normAutofit/>
          </a:bodyPr>
          <a:lstStyle/>
          <a:p>
            <a:pPr marL="0" indent="0">
              <a:buNone/>
            </a:pPr>
            <a:r>
              <a:rPr lang="en-US" sz="1100" b="1" dirty="0">
                <a:solidFill>
                  <a:srgbClr val="FFFFFF"/>
                </a:solidFill>
                <a:latin typeface="Segoe UI" panose="020B0502040204020203" pitchFamily="34" charset="0"/>
              </a:rPr>
              <a:t>5</a:t>
            </a:r>
          </a:p>
        </p:txBody>
      </p:sp>
      <p:sp>
        <p:nvSpPr>
          <p:cNvPr id="21" name="Txt4">
            <a:extLst>
              <a:ext uri="{FF2B5EF4-FFF2-40B4-BE49-F238E27FC236}">
                <a16:creationId xmlns:a16="http://schemas.microsoft.com/office/drawing/2014/main" id="{54CA9EA8-2BBA-9D10-B1F6-3508BD530BA7}"/>
              </a:ext>
            </a:extLst>
          </p:cNvPr>
          <p:cNvSpPr>
            <a:spLocks noGrp="1"/>
          </p:cNvSpPr>
          <p:nvPr/>
        </p:nvSpPr>
        <p:spPr>
          <a:xfrm>
            <a:off x="596900" y="3362801"/>
            <a:ext cx="3860800" cy="381000"/>
          </a:xfrm>
          <a:prstGeom prst="rect">
            <a:avLst/>
          </a:prstGeom>
          <a:noFill/>
          <a:ln>
            <a:noFill/>
          </a:ln>
        </p:spPr>
        <p:txBody>
          <a:bodyPr wrap="square" lIns="91440" tIns="45720" rIns="91440" bIns="45720" anchor="ctr">
            <a:normAutofit fontScale="92500" lnSpcReduction="20000"/>
          </a:bodyPr>
          <a:lstStyle/>
          <a:p>
            <a:pPr marL="0" indent="0">
              <a:buNone/>
            </a:pPr>
            <a:r>
              <a:rPr lang="en-US" sz="1200" b="1" dirty="0">
                <a:solidFill>
                  <a:srgbClr val="023047"/>
                </a:solidFill>
                <a:latin typeface="Segoe UI" panose="020B0502040204020203" pitchFamily="34" charset="0"/>
              </a:rPr>
              <a:t>Windows Update Settings  </a:t>
            </a:r>
            <a:r>
              <a:rPr lang="en-US" sz="1200" dirty="0">
                <a:solidFill>
                  <a:srgbClr val="5A6B7D"/>
                </a:solidFill>
                <a:latin typeface="Segoe UI" panose="020B0502040204020203" pitchFamily="34" charset="0"/>
              </a:rPr>
              <a:t>Set automatic or manual update mode</a:t>
            </a:r>
          </a:p>
        </p:txBody>
      </p:sp>
      <p:sp>
        <p:nvSpPr>
          <p:cNvPr id="22" name="Bg5">
            <a:extLst>
              <a:ext uri="{FF2B5EF4-FFF2-40B4-BE49-F238E27FC236}">
                <a16:creationId xmlns:a16="http://schemas.microsoft.com/office/drawing/2014/main" id="{114A8D31-851D-1C25-7159-A766A6A79C31}"/>
              </a:ext>
            </a:extLst>
          </p:cNvPr>
          <p:cNvSpPr>
            <a:spLocks noGrp="1"/>
          </p:cNvSpPr>
          <p:nvPr/>
        </p:nvSpPr>
        <p:spPr>
          <a:xfrm>
            <a:off x="228600" y="3756501"/>
            <a:ext cx="4267200" cy="381000"/>
          </a:xfrm>
          <a:prstGeom prst="rect">
            <a:avLst/>
          </a:prstGeom>
          <a:solidFill>
            <a:srgbClr val="FFFFFF"/>
          </a:solidFill>
          <a:ln>
            <a:noFill/>
          </a:ln>
        </p:spPr>
        <p:txBody>
          <a:bodyPr wrap="square" lIns="91440" tIns="45720" rIns="91440" bIns="45720" anchor="ctr"/>
          <a:lstStyle/>
          <a:p>
            <a:endParaRPr lang="en-US" sz="1200" dirty="0"/>
          </a:p>
        </p:txBody>
      </p:sp>
      <p:sp>
        <p:nvSpPr>
          <p:cNvPr id="23" name="Num5">
            <a:extLst>
              <a:ext uri="{FF2B5EF4-FFF2-40B4-BE49-F238E27FC236}">
                <a16:creationId xmlns:a16="http://schemas.microsoft.com/office/drawing/2014/main" id="{75364112-0E80-125F-4F50-DABFDBF0FCFA}"/>
              </a:ext>
            </a:extLst>
          </p:cNvPr>
          <p:cNvSpPr>
            <a:spLocks noGrp="1"/>
          </p:cNvSpPr>
          <p:nvPr/>
        </p:nvSpPr>
        <p:spPr>
          <a:xfrm>
            <a:off x="241300" y="3756501"/>
            <a:ext cx="330200" cy="381000"/>
          </a:xfrm>
          <a:prstGeom prst="rect">
            <a:avLst/>
          </a:prstGeom>
          <a:solidFill>
            <a:srgbClr val="243A5E"/>
          </a:solidFill>
          <a:ln>
            <a:noFill/>
          </a:ln>
        </p:spPr>
        <p:txBody>
          <a:bodyPr wrap="square" lIns="91440" tIns="45720" rIns="91440" bIns="45720" anchor="ctr">
            <a:normAutofit/>
          </a:bodyPr>
          <a:lstStyle/>
          <a:p>
            <a:pPr marL="0" indent="0">
              <a:buNone/>
            </a:pPr>
            <a:r>
              <a:rPr lang="en-US" sz="1100" b="1" dirty="0">
                <a:solidFill>
                  <a:srgbClr val="FFFFFF"/>
                </a:solidFill>
                <a:latin typeface="Segoe UI" panose="020B0502040204020203" pitchFamily="34" charset="0"/>
              </a:rPr>
              <a:t>6</a:t>
            </a:r>
          </a:p>
        </p:txBody>
      </p:sp>
      <p:sp>
        <p:nvSpPr>
          <p:cNvPr id="24" name="Txt5">
            <a:extLst>
              <a:ext uri="{FF2B5EF4-FFF2-40B4-BE49-F238E27FC236}">
                <a16:creationId xmlns:a16="http://schemas.microsoft.com/office/drawing/2014/main" id="{3E0CD75D-1591-B6F8-2624-3F2659B81D58}"/>
              </a:ext>
            </a:extLst>
          </p:cNvPr>
          <p:cNvSpPr>
            <a:spLocks noGrp="1"/>
          </p:cNvSpPr>
          <p:nvPr/>
        </p:nvSpPr>
        <p:spPr>
          <a:xfrm>
            <a:off x="596900" y="3756501"/>
            <a:ext cx="3860800" cy="381000"/>
          </a:xfrm>
          <a:prstGeom prst="rect">
            <a:avLst/>
          </a:prstGeom>
          <a:noFill/>
          <a:ln>
            <a:noFill/>
          </a:ln>
        </p:spPr>
        <p:txBody>
          <a:bodyPr wrap="square" lIns="91440" tIns="45720" rIns="91440" bIns="45720" anchor="ctr">
            <a:normAutofit fontScale="92500" lnSpcReduction="20000"/>
          </a:bodyPr>
          <a:lstStyle/>
          <a:p>
            <a:pPr marL="0" indent="0">
              <a:buNone/>
            </a:pPr>
            <a:r>
              <a:rPr lang="en-US" sz="1200" b="1" dirty="0">
                <a:solidFill>
                  <a:srgbClr val="023047"/>
                </a:solidFill>
                <a:latin typeface="Segoe UI" panose="020B0502040204020203" pitchFamily="34" charset="0"/>
              </a:rPr>
              <a:t>Download &amp; Install Updates  </a:t>
            </a:r>
            <a:r>
              <a:rPr lang="en-US" sz="1200" dirty="0">
                <a:solidFill>
                  <a:srgbClr val="5A6B7D"/>
                </a:solidFill>
                <a:latin typeface="Segoe UI" panose="020B0502040204020203" pitchFamily="34" charset="0"/>
              </a:rPr>
              <a:t>Trigger a manual Windows Update check</a:t>
            </a:r>
          </a:p>
        </p:txBody>
      </p:sp>
      <p:sp>
        <p:nvSpPr>
          <p:cNvPr id="25" name="Bg6">
            <a:extLst>
              <a:ext uri="{FF2B5EF4-FFF2-40B4-BE49-F238E27FC236}">
                <a16:creationId xmlns:a16="http://schemas.microsoft.com/office/drawing/2014/main" id="{F5A4ADA6-C64A-2F7E-5508-9F4047318E7B}"/>
              </a:ext>
            </a:extLst>
          </p:cNvPr>
          <p:cNvSpPr>
            <a:spLocks noGrp="1"/>
          </p:cNvSpPr>
          <p:nvPr/>
        </p:nvSpPr>
        <p:spPr>
          <a:xfrm>
            <a:off x="228600" y="4150201"/>
            <a:ext cx="4267200" cy="381000"/>
          </a:xfrm>
          <a:prstGeom prst="rect">
            <a:avLst/>
          </a:prstGeom>
          <a:solidFill>
            <a:srgbClr val="F0F4F8"/>
          </a:solidFill>
          <a:ln>
            <a:noFill/>
          </a:ln>
        </p:spPr>
        <p:txBody>
          <a:bodyPr wrap="square" lIns="91440" tIns="45720" rIns="91440" bIns="45720" anchor="ctr"/>
          <a:lstStyle/>
          <a:p>
            <a:endParaRPr lang="en-US" sz="1200" dirty="0"/>
          </a:p>
        </p:txBody>
      </p:sp>
      <p:sp>
        <p:nvSpPr>
          <p:cNvPr id="26" name="Num6">
            <a:extLst>
              <a:ext uri="{FF2B5EF4-FFF2-40B4-BE49-F238E27FC236}">
                <a16:creationId xmlns:a16="http://schemas.microsoft.com/office/drawing/2014/main" id="{6A433136-0BA5-37C4-AB23-B16A546E0D27}"/>
              </a:ext>
            </a:extLst>
          </p:cNvPr>
          <p:cNvSpPr>
            <a:spLocks noGrp="1"/>
          </p:cNvSpPr>
          <p:nvPr/>
        </p:nvSpPr>
        <p:spPr>
          <a:xfrm>
            <a:off x="241300" y="4150201"/>
            <a:ext cx="330200" cy="381000"/>
          </a:xfrm>
          <a:prstGeom prst="rect">
            <a:avLst/>
          </a:prstGeom>
          <a:solidFill>
            <a:srgbClr val="243A5E"/>
          </a:solidFill>
          <a:ln>
            <a:noFill/>
          </a:ln>
        </p:spPr>
        <p:txBody>
          <a:bodyPr wrap="square" lIns="91440" tIns="45720" rIns="91440" bIns="45720" anchor="ctr">
            <a:normAutofit/>
          </a:bodyPr>
          <a:lstStyle/>
          <a:p>
            <a:pPr marL="0" indent="0">
              <a:buNone/>
            </a:pPr>
            <a:r>
              <a:rPr lang="en-US" sz="1100" b="1" dirty="0">
                <a:solidFill>
                  <a:srgbClr val="FFFFFF"/>
                </a:solidFill>
                <a:latin typeface="Segoe UI" panose="020B0502040204020203" pitchFamily="34" charset="0"/>
              </a:rPr>
              <a:t>7</a:t>
            </a:r>
          </a:p>
        </p:txBody>
      </p:sp>
      <p:sp>
        <p:nvSpPr>
          <p:cNvPr id="27" name="Txt6">
            <a:extLst>
              <a:ext uri="{FF2B5EF4-FFF2-40B4-BE49-F238E27FC236}">
                <a16:creationId xmlns:a16="http://schemas.microsoft.com/office/drawing/2014/main" id="{AF8FC8CC-4603-6A09-B702-A6927B0CCD1A}"/>
              </a:ext>
            </a:extLst>
          </p:cNvPr>
          <p:cNvSpPr>
            <a:spLocks noGrp="1"/>
          </p:cNvSpPr>
          <p:nvPr/>
        </p:nvSpPr>
        <p:spPr>
          <a:xfrm>
            <a:off x="596900" y="4150201"/>
            <a:ext cx="3860800" cy="381000"/>
          </a:xfrm>
          <a:prstGeom prst="rect">
            <a:avLst/>
          </a:prstGeom>
          <a:noFill/>
          <a:ln>
            <a:noFill/>
          </a:ln>
        </p:spPr>
        <p:txBody>
          <a:bodyPr wrap="square" lIns="91440" tIns="45720" rIns="91440" bIns="45720" anchor="ctr">
            <a:normAutofit/>
          </a:bodyPr>
          <a:lstStyle/>
          <a:p>
            <a:pPr marL="0" indent="0">
              <a:buNone/>
            </a:pPr>
            <a:r>
              <a:rPr lang="en-US" sz="1200" b="1" dirty="0">
                <a:solidFill>
                  <a:srgbClr val="023047"/>
                </a:solidFill>
                <a:latin typeface="Segoe UI" panose="020B0502040204020203" pitchFamily="34" charset="0"/>
              </a:rPr>
              <a:t>Remote Desktop  </a:t>
            </a:r>
            <a:r>
              <a:rPr lang="en-US" sz="1200" dirty="0">
                <a:solidFill>
                  <a:srgbClr val="5A6B7D"/>
                </a:solidFill>
                <a:latin typeface="Segoe UI" panose="020B0502040204020203" pitchFamily="34" charset="0"/>
              </a:rPr>
              <a:t>Enable or disable RDP access</a:t>
            </a:r>
          </a:p>
        </p:txBody>
      </p:sp>
      <p:sp>
        <p:nvSpPr>
          <p:cNvPr id="28" name="Bg7">
            <a:extLst>
              <a:ext uri="{FF2B5EF4-FFF2-40B4-BE49-F238E27FC236}">
                <a16:creationId xmlns:a16="http://schemas.microsoft.com/office/drawing/2014/main" id="{BEC47523-F479-80DB-6BAA-F9DF5FB37AF0}"/>
              </a:ext>
            </a:extLst>
          </p:cNvPr>
          <p:cNvSpPr>
            <a:spLocks noGrp="1"/>
          </p:cNvSpPr>
          <p:nvPr/>
        </p:nvSpPr>
        <p:spPr>
          <a:xfrm>
            <a:off x="228600" y="4543901"/>
            <a:ext cx="4267200" cy="381000"/>
          </a:xfrm>
          <a:prstGeom prst="rect">
            <a:avLst/>
          </a:prstGeom>
          <a:solidFill>
            <a:srgbClr val="FFFFFF"/>
          </a:solidFill>
          <a:ln>
            <a:noFill/>
          </a:ln>
        </p:spPr>
        <p:txBody>
          <a:bodyPr wrap="square" lIns="91440" tIns="45720" rIns="91440" bIns="45720" anchor="ctr"/>
          <a:lstStyle/>
          <a:p>
            <a:endParaRPr lang="en-US" sz="1200" dirty="0"/>
          </a:p>
        </p:txBody>
      </p:sp>
      <p:sp>
        <p:nvSpPr>
          <p:cNvPr id="29" name="Num7">
            <a:extLst>
              <a:ext uri="{FF2B5EF4-FFF2-40B4-BE49-F238E27FC236}">
                <a16:creationId xmlns:a16="http://schemas.microsoft.com/office/drawing/2014/main" id="{E55588EB-CA2B-88B2-8B3D-D1A68AB120B6}"/>
              </a:ext>
            </a:extLst>
          </p:cNvPr>
          <p:cNvSpPr>
            <a:spLocks noGrp="1"/>
          </p:cNvSpPr>
          <p:nvPr/>
        </p:nvSpPr>
        <p:spPr>
          <a:xfrm>
            <a:off x="241300" y="4543901"/>
            <a:ext cx="330200" cy="381000"/>
          </a:xfrm>
          <a:prstGeom prst="rect">
            <a:avLst/>
          </a:prstGeom>
          <a:solidFill>
            <a:srgbClr val="243A5E"/>
          </a:solidFill>
          <a:ln>
            <a:noFill/>
          </a:ln>
        </p:spPr>
        <p:txBody>
          <a:bodyPr wrap="square" lIns="91440" tIns="45720" rIns="91440" bIns="45720" anchor="ctr">
            <a:normAutofit/>
          </a:bodyPr>
          <a:lstStyle/>
          <a:p>
            <a:pPr marL="0" indent="0">
              <a:buNone/>
            </a:pPr>
            <a:r>
              <a:rPr lang="en-US" sz="1100" b="1" dirty="0">
                <a:solidFill>
                  <a:srgbClr val="FFFFFF"/>
                </a:solidFill>
                <a:latin typeface="Segoe UI" panose="020B0502040204020203" pitchFamily="34" charset="0"/>
              </a:rPr>
              <a:t>8</a:t>
            </a:r>
          </a:p>
        </p:txBody>
      </p:sp>
      <p:sp>
        <p:nvSpPr>
          <p:cNvPr id="30" name="Txt7">
            <a:extLst>
              <a:ext uri="{FF2B5EF4-FFF2-40B4-BE49-F238E27FC236}">
                <a16:creationId xmlns:a16="http://schemas.microsoft.com/office/drawing/2014/main" id="{019EE224-5216-2C8F-7869-970727691042}"/>
              </a:ext>
            </a:extLst>
          </p:cNvPr>
          <p:cNvSpPr>
            <a:spLocks noGrp="1"/>
          </p:cNvSpPr>
          <p:nvPr/>
        </p:nvSpPr>
        <p:spPr>
          <a:xfrm>
            <a:off x="596900" y="4543901"/>
            <a:ext cx="3860800" cy="381000"/>
          </a:xfrm>
          <a:prstGeom prst="rect">
            <a:avLst/>
          </a:prstGeom>
          <a:noFill/>
          <a:ln>
            <a:noFill/>
          </a:ln>
        </p:spPr>
        <p:txBody>
          <a:bodyPr wrap="square" lIns="91440" tIns="45720" rIns="91440" bIns="45720" anchor="ctr">
            <a:normAutofit fontScale="92500"/>
          </a:bodyPr>
          <a:lstStyle/>
          <a:p>
            <a:pPr marL="0" indent="0">
              <a:buNone/>
            </a:pPr>
            <a:r>
              <a:rPr lang="en-US" sz="1200" b="1" dirty="0">
                <a:solidFill>
                  <a:srgbClr val="023047"/>
                </a:solidFill>
                <a:latin typeface="Segoe UI" panose="020B0502040204020203" pitchFamily="34" charset="0"/>
              </a:rPr>
              <a:t>Network Settings  </a:t>
            </a:r>
            <a:r>
              <a:rPr lang="en-US" sz="1200" dirty="0">
                <a:solidFill>
                  <a:srgbClr val="5A6B7D"/>
                </a:solidFill>
                <a:latin typeface="Segoe UI" panose="020B0502040204020203" pitchFamily="34" charset="0"/>
              </a:rPr>
              <a:t>Configure IP, subnet, gateway, and DNS</a:t>
            </a:r>
          </a:p>
        </p:txBody>
      </p:sp>
      <p:sp>
        <p:nvSpPr>
          <p:cNvPr id="31" name="Bg8">
            <a:extLst>
              <a:ext uri="{FF2B5EF4-FFF2-40B4-BE49-F238E27FC236}">
                <a16:creationId xmlns:a16="http://schemas.microsoft.com/office/drawing/2014/main" id="{829DE57A-F0EB-DB99-9A26-8C76AB9EAFD9}"/>
              </a:ext>
            </a:extLst>
          </p:cNvPr>
          <p:cNvSpPr>
            <a:spLocks noGrp="1"/>
          </p:cNvSpPr>
          <p:nvPr/>
        </p:nvSpPr>
        <p:spPr>
          <a:xfrm>
            <a:off x="4648200" y="1788001"/>
            <a:ext cx="4267200" cy="381000"/>
          </a:xfrm>
          <a:prstGeom prst="rect">
            <a:avLst/>
          </a:prstGeom>
          <a:solidFill>
            <a:srgbClr val="F0F4F8"/>
          </a:solidFill>
          <a:ln>
            <a:noFill/>
          </a:ln>
        </p:spPr>
        <p:txBody>
          <a:bodyPr wrap="square" lIns="91440" tIns="45720" rIns="91440" bIns="45720" anchor="ctr"/>
          <a:lstStyle/>
          <a:p>
            <a:endParaRPr lang="en-US" sz="1200" dirty="0"/>
          </a:p>
        </p:txBody>
      </p:sp>
      <p:sp>
        <p:nvSpPr>
          <p:cNvPr id="32" name="Num8">
            <a:extLst>
              <a:ext uri="{FF2B5EF4-FFF2-40B4-BE49-F238E27FC236}">
                <a16:creationId xmlns:a16="http://schemas.microsoft.com/office/drawing/2014/main" id="{7DD48009-9F47-E733-5D9B-2317C82BD65F}"/>
              </a:ext>
            </a:extLst>
          </p:cNvPr>
          <p:cNvSpPr>
            <a:spLocks noGrp="1"/>
          </p:cNvSpPr>
          <p:nvPr/>
        </p:nvSpPr>
        <p:spPr>
          <a:xfrm>
            <a:off x="4660900" y="1788001"/>
            <a:ext cx="330200" cy="381000"/>
          </a:xfrm>
          <a:prstGeom prst="rect">
            <a:avLst/>
          </a:prstGeom>
          <a:solidFill>
            <a:srgbClr val="243A5E"/>
          </a:solidFill>
          <a:ln>
            <a:noFill/>
          </a:ln>
        </p:spPr>
        <p:txBody>
          <a:bodyPr wrap="square" lIns="91440" tIns="45720" rIns="91440" bIns="45720" anchor="ctr">
            <a:normAutofit/>
          </a:bodyPr>
          <a:lstStyle/>
          <a:p>
            <a:pPr marL="0" indent="0">
              <a:buNone/>
            </a:pPr>
            <a:r>
              <a:rPr lang="en-US" sz="1100" b="1" dirty="0">
                <a:solidFill>
                  <a:srgbClr val="FFFFFF"/>
                </a:solidFill>
                <a:latin typeface="Segoe UI" panose="020B0502040204020203" pitchFamily="34" charset="0"/>
              </a:rPr>
              <a:t>9</a:t>
            </a:r>
          </a:p>
        </p:txBody>
      </p:sp>
      <p:sp>
        <p:nvSpPr>
          <p:cNvPr id="33" name="Txt8">
            <a:extLst>
              <a:ext uri="{FF2B5EF4-FFF2-40B4-BE49-F238E27FC236}">
                <a16:creationId xmlns:a16="http://schemas.microsoft.com/office/drawing/2014/main" id="{05CB5847-6EC1-1C7A-05F7-09E415DBA051}"/>
              </a:ext>
            </a:extLst>
          </p:cNvPr>
          <p:cNvSpPr>
            <a:spLocks noGrp="1"/>
          </p:cNvSpPr>
          <p:nvPr/>
        </p:nvSpPr>
        <p:spPr>
          <a:xfrm>
            <a:off x="5016500" y="1788001"/>
            <a:ext cx="3860800" cy="381000"/>
          </a:xfrm>
          <a:prstGeom prst="rect">
            <a:avLst/>
          </a:prstGeom>
          <a:noFill/>
          <a:ln>
            <a:noFill/>
          </a:ln>
        </p:spPr>
        <p:txBody>
          <a:bodyPr wrap="square" lIns="91440" tIns="45720" rIns="91440" bIns="45720" anchor="ctr">
            <a:normAutofit/>
          </a:bodyPr>
          <a:lstStyle/>
          <a:p>
            <a:pPr marL="0" indent="0">
              <a:buNone/>
            </a:pPr>
            <a:r>
              <a:rPr lang="en-US" sz="1200" b="1" dirty="0">
                <a:solidFill>
                  <a:srgbClr val="023047"/>
                </a:solidFill>
                <a:latin typeface="Segoe UI" panose="020B0502040204020203" pitchFamily="34" charset="0"/>
              </a:rPr>
              <a:t>Date &amp; Time  </a:t>
            </a:r>
            <a:r>
              <a:rPr lang="en-US" sz="1200" dirty="0">
                <a:solidFill>
                  <a:srgbClr val="5A6B7D"/>
                </a:solidFill>
                <a:latin typeface="Segoe UI" panose="020B0502040204020203" pitchFamily="34" charset="0"/>
              </a:rPr>
              <a:t>Set system date, time, and timezone</a:t>
            </a:r>
          </a:p>
        </p:txBody>
      </p:sp>
      <p:sp>
        <p:nvSpPr>
          <p:cNvPr id="34" name="Bg9">
            <a:extLst>
              <a:ext uri="{FF2B5EF4-FFF2-40B4-BE49-F238E27FC236}">
                <a16:creationId xmlns:a16="http://schemas.microsoft.com/office/drawing/2014/main" id="{0C4C0F3E-A14B-1DDD-F6DA-731A07C25978}"/>
              </a:ext>
            </a:extLst>
          </p:cNvPr>
          <p:cNvSpPr>
            <a:spLocks noGrp="1"/>
          </p:cNvSpPr>
          <p:nvPr/>
        </p:nvSpPr>
        <p:spPr>
          <a:xfrm>
            <a:off x="4648200" y="2181701"/>
            <a:ext cx="4267200" cy="381000"/>
          </a:xfrm>
          <a:prstGeom prst="rect">
            <a:avLst/>
          </a:prstGeom>
          <a:solidFill>
            <a:srgbClr val="FFFFFF"/>
          </a:solidFill>
          <a:ln>
            <a:noFill/>
          </a:ln>
        </p:spPr>
        <p:txBody>
          <a:bodyPr wrap="square" lIns="91440" tIns="45720" rIns="91440" bIns="45720" anchor="ctr"/>
          <a:lstStyle/>
          <a:p>
            <a:endParaRPr lang="en-US" sz="1200" dirty="0"/>
          </a:p>
        </p:txBody>
      </p:sp>
      <p:sp>
        <p:nvSpPr>
          <p:cNvPr id="35" name="Num9">
            <a:extLst>
              <a:ext uri="{FF2B5EF4-FFF2-40B4-BE49-F238E27FC236}">
                <a16:creationId xmlns:a16="http://schemas.microsoft.com/office/drawing/2014/main" id="{E17274E6-F60F-B3B1-6CDC-6F40D6A29616}"/>
              </a:ext>
            </a:extLst>
          </p:cNvPr>
          <p:cNvSpPr>
            <a:spLocks noGrp="1"/>
          </p:cNvSpPr>
          <p:nvPr/>
        </p:nvSpPr>
        <p:spPr>
          <a:xfrm>
            <a:off x="4660900" y="2181701"/>
            <a:ext cx="330200" cy="381000"/>
          </a:xfrm>
          <a:prstGeom prst="rect">
            <a:avLst/>
          </a:prstGeom>
          <a:solidFill>
            <a:srgbClr val="243A5E"/>
          </a:solidFill>
          <a:ln>
            <a:noFill/>
          </a:ln>
        </p:spPr>
        <p:txBody>
          <a:bodyPr wrap="square" lIns="91440" tIns="45720" rIns="91440" bIns="45720" anchor="ctr">
            <a:normAutofit fontScale="92500"/>
          </a:bodyPr>
          <a:lstStyle/>
          <a:p>
            <a:pPr marL="0" indent="0">
              <a:buNone/>
            </a:pPr>
            <a:r>
              <a:rPr lang="en-US" sz="1100" b="1" dirty="0">
                <a:solidFill>
                  <a:srgbClr val="FFFFFF"/>
                </a:solidFill>
                <a:latin typeface="Segoe UI" panose="020B0502040204020203" pitchFamily="34" charset="0"/>
              </a:rPr>
              <a:t>10</a:t>
            </a:r>
          </a:p>
        </p:txBody>
      </p:sp>
      <p:sp>
        <p:nvSpPr>
          <p:cNvPr id="36" name="Txt9">
            <a:extLst>
              <a:ext uri="{FF2B5EF4-FFF2-40B4-BE49-F238E27FC236}">
                <a16:creationId xmlns:a16="http://schemas.microsoft.com/office/drawing/2014/main" id="{BFDFD7FE-0328-89B2-B0E6-1EC3276DD02A}"/>
              </a:ext>
            </a:extLst>
          </p:cNvPr>
          <p:cNvSpPr>
            <a:spLocks noGrp="1"/>
          </p:cNvSpPr>
          <p:nvPr/>
        </p:nvSpPr>
        <p:spPr>
          <a:xfrm>
            <a:off x="5016500" y="2181701"/>
            <a:ext cx="3860800" cy="381000"/>
          </a:xfrm>
          <a:prstGeom prst="rect">
            <a:avLst/>
          </a:prstGeom>
          <a:noFill/>
          <a:ln>
            <a:noFill/>
          </a:ln>
        </p:spPr>
        <p:txBody>
          <a:bodyPr wrap="square" lIns="91440" tIns="45720" rIns="91440" bIns="45720" anchor="ctr">
            <a:normAutofit fontScale="92500" lnSpcReduction="20000"/>
          </a:bodyPr>
          <a:lstStyle/>
          <a:p>
            <a:pPr marL="0" indent="0">
              <a:buNone/>
            </a:pPr>
            <a:r>
              <a:rPr lang="en-US" sz="1200" b="1" dirty="0">
                <a:solidFill>
                  <a:srgbClr val="023047"/>
                </a:solidFill>
                <a:latin typeface="Segoe UI" panose="020B0502040204020203" pitchFamily="34" charset="0"/>
              </a:rPr>
              <a:t>Telemetry Settings  </a:t>
            </a:r>
            <a:r>
              <a:rPr lang="en-US" sz="1200" dirty="0">
                <a:solidFill>
                  <a:srgbClr val="5A6B7D"/>
                </a:solidFill>
                <a:latin typeface="Segoe UI" panose="020B0502040204020203" pitchFamily="34" charset="0"/>
              </a:rPr>
              <a:t>Control diagnostic data sent to Microsoft</a:t>
            </a:r>
          </a:p>
        </p:txBody>
      </p:sp>
      <p:sp>
        <p:nvSpPr>
          <p:cNvPr id="37" name="Bg10">
            <a:extLst>
              <a:ext uri="{FF2B5EF4-FFF2-40B4-BE49-F238E27FC236}">
                <a16:creationId xmlns:a16="http://schemas.microsoft.com/office/drawing/2014/main" id="{2DACF2C2-9EEA-2CFD-F356-87EC40F50592}"/>
              </a:ext>
            </a:extLst>
          </p:cNvPr>
          <p:cNvSpPr>
            <a:spLocks noGrp="1"/>
          </p:cNvSpPr>
          <p:nvPr/>
        </p:nvSpPr>
        <p:spPr>
          <a:xfrm>
            <a:off x="4648200" y="2575401"/>
            <a:ext cx="4267200" cy="381000"/>
          </a:xfrm>
          <a:prstGeom prst="rect">
            <a:avLst/>
          </a:prstGeom>
          <a:solidFill>
            <a:srgbClr val="F0F4F8"/>
          </a:solidFill>
          <a:ln>
            <a:noFill/>
          </a:ln>
        </p:spPr>
        <p:txBody>
          <a:bodyPr wrap="square" lIns="91440" tIns="45720" rIns="91440" bIns="45720" anchor="ctr"/>
          <a:lstStyle/>
          <a:p>
            <a:endParaRPr lang="en-US" sz="1200" dirty="0"/>
          </a:p>
        </p:txBody>
      </p:sp>
      <p:sp>
        <p:nvSpPr>
          <p:cNvPr id="38" name="Num10">
            <a:extLst>
              <a:ext uri="{FF2B5EF4-FFF2-40B4-BE49-F238E27FC236}">
                <a16:creationId xmlns:a16="http://schemas.microsoft.com/office/drawing/2014/main" id="{20EAF4A3-8228-AF60-5207-BFC1221EFB37}"/>
              </a:ext>
            </a:extLst>
          </p:cNvPr>
          <p:cNvSpPr>
            <a:spLocks noGrp="1"/>
          </p:cNvSpPr>
          <p:nvPr/>
        </p:nvSpPr>
        <p:spPr>
          <a:xfrm>
            <a:off x="4660900" y="2575401"/>
            <a:ext cx="330200" cy="381000"/>
          </a:xfrm>
          <a:prstGeom prst="rect">
            <a:avLst/>
          </a:prstGeom>
          <a:solidFill>
            <a:srgbClr val="243A5E"/>
          </a:solidFill>
          <a:ln>
            <a:noFill/>
          </a:ln>
        </p:spPr>
        <p:txBody>
          <a:bodyPr wrap="square" lIns="91440" tIns="45720" rIns="91440" bIns="45720" anchor="ctr">
            <a:normAutofit fontScale="92500"/>
          </a:bodyPr>
          <a:lstStyle/>
          <a:p>
            <a:pPr marL="0" indent="0">
              <a:buNone/>
            </a:pPr>
            <a:r>
              <a:rPr lang="en-US" sz="1100" b="1" dirty="0">
                <a:solidFill>
                  <a:srgbClr val="FFFFFF"/>
                </a:solidFill>
                <a:latin typeface="Segoe UI" panose="020B0502040204020203" pitchFamily="34" charset="0"/>
              </a:rPr>
              <a:t>11</a:t>
            </a:r>
          </a:p>
        </p:txBody>
      </p:sp>
      <p:sp>
        <p:nvSpPr>
          <p:cNvPr id="39" name="Txt10">
            <a:extLst>
              <a:ext uri="{FF2B5EF4-FFF2-40B4-BE49-F238E27FC236}">
                <a16:creationId xmlns:a16="http://schemas.microsoft.com/office/drawing/2014/main" id="{59CB861D-F3CE-47AA-7126-25B3B86BD1CF}"/>
              </a:ext>
            </a:extLst>
          </p:cNvPr>
          <p:cNvSpPr>
            <a:spLocks noGrp="1"/>
          </p:cNvSpPr>
          <p:nvPr/>
        </p:nvSpPr>
        <p:spPr>
          <a:xfrm>
            <a:off x="5016500" y="2575401"/>
            <a:ext cx="3860800" cy="381000"/>
          </a:xfrm>
          <a:prstGeom prst="rect">
            <a:avLst/>
          </a:prstGeom>
          <a:noFill/>
          <a:ln>
            <a:noFill/>
          </a:ln>
        </p:spPr>
        <p:txBody>
          <a:bodyPr wrap="square" lIns="91440" tIns="45720" rIns="91440" bIns="45720" anchor="ctr">
            <a:normAutofit fontScale="92500" lnSpcReduction="20000"/>
          </a:bodyPr>
          <a:lstStyle/>
          <a:p>
            <a:pPr marL="0" indent="0">
              <a:buNone/>
            </a:pPr>
            <a:r>
              <a:rPr lang="en-US" sz="1200" b="1" dirty="0">
                <a:solidFill>
                  <a:srgbClr val="023047"/>
                </a:solidFill>
                <a:latin typeface="Segoe UI" panose="020B0502040204020203" pitchFamily="34" charset="0"/>
              </a:rPr>
              <a:t>Windows Activation  </a:t>
            </a:r>
            <a:r>
              <a:rPr lang="en-US" sz="1200" dirty="0">
                <a:solidFill>
                  <a:srgbClr val="5A6B7D"/>
                </a:solidFill>
                <a:latin typeface="Segoe UI" panose="020B0502040204020203" pitchFamily="34" charset="0"/>
              </a:rPr>
              <a:t>Enter product key or check activation</a:t>
            </a:r>
          </a:p>
        </p:txBody>
      </p:sp>
      <p:sp>
        <p:nvSpPr>
          <p:cNvPr id="40" name="Bg11">
            <a:extLst>
              <a:ext uri="{FF2B5EF4-FFF2-40B4-BE49-F238E27FC236}">
                <a16:creationId xmlns:a16="http://schemas.microsoft.com/office/drawing/2014/main" id="{8EB2CB24-DFF6-944B-B3F0-0BD8BE5672EA}"/>
              </a:ext>
            </a:extLst>
          </p:cNvPr>
          <p:cNvSpPr>
            <a:spLocks noGrp="1"/>
          </p:cNvSpPr>
          <p:nvPr/>
        </p:nvSpPr>
        <p:spPr>
          <a:xfrm>
            <a:off x="4648200" y="2969101"/>
            <a:ext cx="4267200" cy="381000"/>
          </a:xfrm>
          <a:prstGeom prst="rect">
            <a:avLst/>
          </a:prstGeom>
          <a:solidFill>
            <a:srgbClr val="FFFFFF"/>
          </a:solidFill>
          <a:ln>
            <a:noFill/>
          </a:ln>
        </p:spPr>
        <p:txBody>
          <a:bodyPr wrap="square" lIns="91440" tIns="45720" rIns="91440" bIns="45720" anchor="ctr"/>
          <a:lstStyle/>
          <a:p>
            <a:endParaRPr lang="en-US" sz="1200" dirty="0"/>
          </a:p>
        </p:txBody>
      </p:sp>
      <p:sp>
        <p:nvSpPr>
          <p:cNvPr id="41" name="Num11">
            <a:extLst>
              <a:ext uri="{FF2B5EF4-FFF2-40B4-BE49-F238E27FC236}">
                <a16:creationId xmlns:a16="http://schemas.microsoft.com/office/drawing/2014/main" id="{66AC94CA-C882-8A45-EEA8-98040A4080EE}"/>
              </a:ext>
            </a:extLst>
          </p:cNvPr>
          <p:cNvSpPr>
            <a:spLocks noGrp="1"/>
          </p:cNvSpPr>
          <p:nvPr/>
        </p:nvSpPr>
        <p:spPr>
          <a:xfrm>
            <a:off x="4660900" y="2969101"/>
            <a:ext cx="330200" cy="381000"/>
          </a:xfrm>
          <a:prstGeom prst="rect">
            <a:avLst/>
          </a:prstGeom>
          <a:solidFill>
            <a:srgbClr val="243A5E"/>
          </a:solidFill>
          <a:ln>
            <a:noFill/>
          </a:ln>
        </p:spPr>
        <p:txBody>
          <a:bodyPr wrap="square" lIns="91440" tIns="45720" rIns="91440" bIns="45720" anchor="ctr">
            <a:normAutofit fontScale="92500"/>
          </a:bodyPr>
          <a:lstStyle/>
          <a:p>
            <a:pPr marL="0" indent="0">
              <a:buNone/>
            </a:pPr>
            <a:r>
              <a:rPr lang="en-US" sz="1100" b="1" dirty="0">
                <a:solidFill>
                  <a:srgbClr val="FFFFFF"/>
                </a:solidFill>
                <a:latin typeface="Segoe UI" panose="020B0502040204020203" pitchFamily="34" charset="0"/>
              </a:rPr>
              <a:t>12</a:t>
            </a:r>
          </a:p>
        </p:txBody>
      </p:sp>
      <p:sp>
        <p:nvSpPr>
          <p:cNvPr id="42" name="Txt11">
            <a:extLst>
              <a:ext uri="{FF2B5EF4-FFF2-40B4-BE49-F238E27FC236}">
                <a16:creationId xmlns:a16="http://schemas.microsoft.com/office/drawing/2014/main" id="{F60850BC-08B0-CA9E-0347-F38214615228}"/>
              </a:ext>
            </a:extLst>
          </p:cNvPr>
          <p:cNvSpPr>
            <a:spLocks noGrp="1"/>
          </p:cNvSpPr>
          <p:nvPr/>
        </p:nvSpPr>
        <p:spPr>
          <a:xfrm>
            <a:off x="5016500" y="2969101"/>
            <a:ext cx="3860800" cy="381000"/>
          </a:xfrm>
          <a:prstGeom prst="rect">
            <a:avLst/>
          </a:prstGeom>
          <a:noFill/>
          <a:ln>
            <a:noFill/>
          </a:ln>
        </p:spPr>
        <p:txBody>
          <a:bodyPr wrap="square" lIns="91440" tIns="45720" rIns="91440" bIns="45720" anchor="ctr">
            <a:normAutofit/>
          </a:bodyPr>
          <a:lstStyle/>
          <a:p>
            <a:pPr marL="0" indent="0">
              <a:buNone/>
            </a:pPr>
            <a:r>
              <a:rPr lang="en-US" sz="1200" b="1" dirty="0">
                <a:solidFill>
                  <a:srgbClr val="023047"/>
                </a:solidFill>
                <a:latin typeface="Segoe UI" panose="020B0502040204020203" pitchFamily="34" charset="0"/>
              </a:rPr>
              <a:t>Log Off User  </a:t>
            </a:r>
            <a:r>
              <a:rPr lang="en-US" sz="1200" dirty="0">
                <a:solidFill>
                  <a:srgbClr val="5A6B7D"/>
                </a:solidFill>
                <a:latin typeface="Segoe UI" panose="020B0502040204020203" pitchFamily="34" charset="0"/>
              </a:rPr>
              <a:t>Sign out the current user</a:t>
            </a:r>
          </a:p>
        </p:txBody>
      </p:sp>
      <p:sp>
        <p:nvSpPr>
          <p:cNvPr id="43" name="Bg12">
            <a:extLst>
              <a:ext uri="{FF2B5EF4-FFF2-40B4-BE49-F238E27FC236}">
                <a16:creationId xmlns:a16="http://schemas.microsoft.com/office/drawing/2014/main" id="{1E080041-3AE4-8107-30EF-51F0E766DAB1}"/>
              </a:ext>
            </a:extLst>
          </p:cNvPr>
          <p:cNvSpPr>
            <a:spLocks noGrp="1"/>
          </p:cNvSpPr>
          <p:nvPr/>
        </p:nvSpPr>
        <p:spPr>
          <a:xfrm>
            <a:off x="4648200" y="3362801"/>
            <a:ext cx="4267200" cy="381000"/>
          </a:xfrm>
          <a:prstGeom prst="rect">
            <a:avLst/>
          </a:prstGeom>
          <a:solidFill>
            <a:srgbClr val="F0F4F8"/>
          </a:solidFill>
          <a:ln>
            <a:noFill/>
          </a:ln>
        </p:spPr>
        <p:txBody>
          <a:bodyPr wrap="square" lIns="91440" tIns="45720" rIns="91440" bIns="45720" anchor="ctr"/>
          <a:lstStyle/>
          <a:p>
            <a:endParaRPr lang="en-US" sz="1200" dirty="0"/>
          </a:p>
        </p:txBody>
      </p:sp>
      <p:sp>
        <p:nvSpPr>
          <p:cNvPr id="44" name="Num12">
            <a:extLst>
              <a:ext uri="{FF2B5EF4-FFF2-40B4-BE49-F238E27FC236}">
                <a16:creationId xmlns:a16="http://schemas.microsoft.com/office/drawing/2014/main" id="{FEA69AEB-99AB-B6F7-3949-8F446B221F8A}"/>
              </a:ext>
            </a:extLst>
          </p:cNvPr>
          <p:cNvSpPr>
            <a:spLocks noGrp="1"/>
          </p:cNvSpPr>
          <p:nvPr/>
        </p:nvSpPr>
        <p:spPr>
          <a:xfrm>
            <a:off x="4660900" y="3362801"/>
            <a:ext cx="330200" cy="381000"/>
          </a:xfrm>
          <a:prstGeom prst="rect">
            <a:avLst/>
          </a:prstGeom>
          <a:solidFill>
            <a:srgbClr val="243A5E"/>
          </a:solidFill>
          <a:ln>
            <a:noFill/>
          </a:ln>
        </p:spPr>
        <p:txBody>
          <a:bodyPr wrap="square" lIns="91440" tIns="45720" rIns="91440" bIns="45720" anchor="ctr">
            <a:normAutofit fontScale="92500"/>
          </a:bodyPr>
          <a:lstStyle/>
          <a:p>
            <a:pPr marL="0" indent="0">
              <a:buNone/>
            </a:pPr>
            <a:r>
              <a:rPr lang="en-US" sz="1100" b="1" dirty="0">
                <a:solidFill>
                  <a:srgbClr val="FFFFFF"/>
                </a:solidFill>
                <a:latin typeface="Segoe UI" panose="020B0502040204020203" pitchFamily="34" charset="0"/>
              </a:rPr>
              <a:t>13</a:t>
            </a:r>
          </a:p>
        </p:txBody>
      </p:sp>
      <p:sp>
        <p:nvSpPr>
          <p:cNvPr id="45" name="Txt12">
            <a:extLst>
              <a:ext uri="{FF2B5EF4-FFF2-40B4-BE49-F238E27FC236}">
                <a16:creationId xmlns:a16="http://schemas.microsoft.com/office/drawing/2014/main" id="{9CD19C05-170E-F50E-28BB-A5330079BD0F}"/>
              </a:ext>
            </a:extLst>
          </p:cNvPr>
          <p:cNvSpPr>
            <a:spLocks noGrp="1"/>
          </p:cNvSpPr>
          <p:nvPr/>
        </p:nvSpPr>
        <p:spPr>
          <a:xfrm>
            <a:off x="5016500" y="3362801"/>
            <a:ext cx="3860800" cy="381000"/>
          </a:xfrm>
          <a:prstGeom prst="rect">
            <a:avLst/>
          </a:prstGeom>
          <a:noFill/>
          <a:ln>
            <a:noFill/>
          </a:ln>
        </p:spPr>
        <p:txBody>
          <a:bodyPr wrap="square" lIns="91440" tIns="45720" rIns="91440" bIns="45720" anchor="ctr">
            <a:normAutofit/>
          </a:bodyPr>
          <a:lstStyle/>
          <a:p>
            <a:pPr marL="0" indent="0">
              <a:buNone/>
            </a:pPr>
            <a:r>
              <a:rPr lang="en-US" sz="1200" b="1" dirty="0">
                <a:solidFill>
                  <a:srgbClr val="023047"/>
                </a:solidFill>
                <a:latin typeface="Segoe UI" panose="020B0502040204020203" pitchFamily="34" charset="0"/>
              </a:rPr>
              <a:t>Restart Server  </a:t>
            </a:r>
            <a:r>
              <a:rPr lang="en-US" sz="1200" dirty="0">
                <a:solidFill>
                  <a:srgbClr val="5A6B7D"/>
                </a:solidFill>
                <a:latin typeface="Segoe UI" panose="020B0502040204020203" pitchFamily="34" charset="0"/>
              </a:rPr>
              <a:t>Reboot the server</a:t>
            </a:r>
          </a:p>
        </p:txBody>
      </p:sp>
      <p:sp>
        <p:nvSpPr>
          <p:cNvPr id="46" name="Bg13">
            <a:extLst>
              <a:ext uri="{FF2B5EF4-FFF2-40B4-BE49-F238E27FC236}">
                <a16:creationId xmlns:a16="http://schemas.microsoft.com/office/drawing/2014/main" id="{FD2CC003-3F5A-F9CE-CB86-F41649735317}"/>
              </a:ext>
            </a:extLst>
          </p:cNvPr>
          <p:cNvSpPr>
            <a:spLocks noGrp="1"/>
          </p:cNvSpPr>
          <p:nvPr/>
        </p:nvSpPr>
        <p:spPr>
          <a:xfrm>
            <a:off x="4648200" y="3756501"/>
            <a:ext cx="4267200" cy="381000"/>
          </a:xfrm>
          <a:prstGeom prst="rect">
            <a:avLst/>
          </a:prstGeom>
          <a:solidFill>
            <a:srgbClr val="FFFFFF"/>
          </a:solidFill>
          <a:ln>
            <a:noFill/>
          </a:ln>
        </p:spPr>
        <p:txBody>
          <a:bodyPr wrap="square" lIns="91440" tIns="45720" rIns="91440" bIns="45720" anchor="ctr"/>
          <a:lstStyle/>
          <a:p>
            <a:endParaRPr lang="en-US" sz="1200" dirty="0"/>
          </a:p>
        </p:txBody>
      </p:sp>
      <p:sp>
        <p:nvSpPr>
          <p:cNvPr id="47" name="Num13">
            <a:extLst>
              <a:ext uri="{FF2B5EF4-FFF2-40B4-BE49-F238E27FC236}">
                <a16:creationId xmlns:a16="http://schemas.microsoft.com/office/drawing/2014/main" id="{EF71B0E0-E0DE-BD7C-D9CD-9D05B52B8B25}"/>
              </a:ext>
            </a:extLst>
          </p:cNvPr>
          <p:cNvSpPr>
            <a:spLocks noGrp="1"/>
          </p:cNvSpPr>
          <p:nvPr/>
        </p:nvSpPr>
        <p:spPr>
          <a:xfrm>
            <a:off x="4660900" y="3756501"/>
            <a:ext cx="330200" cy="381000"/>
          </a:xfrm>
          <a:prstGeom prst="rect">
            <a:avLst/>
          </a:prstGeom>
          <a:solidFill>
            <a:srgbClr val="243A5E"/>
          </a:solidFill>
          <a:ln>
            <a:noFill/>
          </a:ln>
        </p:spPr>
        <p:txBody>
          <a:bodyPr wrap="square" lIns="91440" tIns="45720" rIns="91440" bIns="45720" anchor="ctr">
            <a:normAutofit fontScale="92500"/>
          </a:bodyPr>
          <a:lstStyle/>
          <a:p>
            <a:pPr marL="0" indent="0">
              <a:buNone/>
            </a:pPr>
            <a:r>
              <a:rPr lang="en-US" sz="1100" b="1" dirty="0">
                <a:solidFill>
                  <a:srgbClr val="FFFFFF"/>
                </a:solidFill>
                <a:latin typeface="Segoe UI" panose="020B0502040204020203" pitchFamily="34" charset="0"/>
              </a:rPr>
              <a:t>14</a:t>
            </a:r>
          </a:p>
        </p:txBody>
      </p:sp>
      <p:sp>
        <p:nvSpPr>
          <p:cNvPr id="48" name="Txt13">
            <a:extLst>
              <a:ext uri="{FF2B5EF4-FFF2-40B4-BE49-F238E27FC236}">
                <a16:creationId xmlns:a16="http://schemas.microsoft.com/office/drawing/2014/main" id="{563BB13E-70CE-E639-8BDB-C852669F48F0}"/>
              </a:ext>
            </a:extLst>
          </p:cNvPr>
          <p:cNvSpPr>
            <a:spLocks noGrp="1"/>
          </p:cNvSpPr>
          <p:nvPr/>
        </p:nvSpPr>
        <p:spPr>
          <a:xfrm>
            <a:off x="5016500" y="3756501"/>
            <a:ext cx="3860800" cy="381000"/>
          </a:xfrm>
          <a:prstGeom prst="rect">
            <a:avLst/>
          </a:prstGeom>
          <a:noFill/>
          <a:ln>
            <a:noFill/>
          </a:ln>
        </p:spPr>
        <p:txBody>
          <a:bodyPr wrap="square" lIns="91440" tIns="45720" rIns="91440" bIns="45720" anchor="ctr">
            <a:normAutofit/>
          </a:bodyPr>
          <a:lstStyle/>
          <a:p>
            <a:pPr marL="0" indent="0">
              <a:buNone/>
            </a:pPr>
            <a:r>
              <a:rPr lang="en-US" sz="1200" b="1" dirty="0">
                <a:solidFill>
                  <a:srgbClr val="023047"/>
                </a:solidFill>
                <a:latin typeface="Segoe UI" panose="020B0502040204020203" pitchFamily="34" charset="0"/>
              </a:rPr>
              <a:t>Shut Down Server  </a:t>
            </a:r>
            <a:r>
              <a:rPr lang="en-US" sz="1200" dirty="0">
                <a:solidFill>
                  <a:srgbClr val="5A6B7D"/>
                </a:solidFill>
                <a:latin typeface="Segoe UI" panose="020B0502040204020203" pitchFamily="34" charset="0"/>
              </a:rPr>
              <a:t>Power off the server</a:t>
            </a:r>
          </a:p>
        </p:txBody>
      </p:sp>
      <p:sp>
        <p:nvSpPr>
          <p:cNvPr id="49" name="Bg14">
            <a:extLst>
              <a:ext uri="{FF2B5EF4-FFF2-40B4-BE49-F238E27FC236}">
                <a16:creationId xmlns:a16="http://schemas.microsoft.com/office/drawing/2014/main" id="{A2BB55F8-F5F0-2229-F18A-6B624EB0F9A4}"/>
              </a:ext>
            </a:extLst>
          </p:cNvPr>
          <p:cNvSpPr>
            <a:spLocks noGrp="1"/>
          </p:cNvSpPr>
          <p:nvPr/>
        </p:nvSpPr>
        <p:spPr>
          <a:xfrm>
            <a:off x="4648200" y="4150201"/>
            <a:ext cx="4267200" cy="381000"/>
          </a:xfrm>
          <a:prstGeom prst="rect">
            <a:avLst/>
          </a:prstGeom>
          <a:solidFill>
            <a:srgbClr val="F0F4F8"/>
          </a:solidFill>
          <a:ln>
            <a:noFill/>
          </a:ln>
        </p:spPr>
        <p:txBody>
          <a:bodyPr wrap="square" lIns="91440" tIns="45720" rIns="91440" bIns="45720" anchor="ctr"/>
          <a:lstStyle/>
          <a:p>
            <a:endParaRPr lang="en-US" sz="1200" dirty="0"/>
          </a:p>
        </p:txBody>
      </p:sp>
      <p:sp>
        <p:nvSpPr>
          <p:cNvPr id="50" name="Num14">
            <a:extLst>
              <a:ext uri="{FF2B5EF4-FFF2-40B4-BE49-F238E27FC236}">
                <a16:creationId xmlns:a16="http://schemas.microsoft.com/office/drawing/2014/main" id="{50F5E877-613E-CA0D-C068-F0CEFDEF16D9}"/>
              </a:ext>
            </a:extLst>
          </p:cNvPr>
          <p:cNvSpPr>
            <a:spLocks noGrp="1"/>
          </p:cNvSpPr>
          <p:nvPr/>
        </p:nvSpPr>
        <p:spPr>
          <a:xfrm>
            <a:off x="4660900" y="4150201"/>
            <a:ext cx="330200" cy="381000"/>
          </a:xfrm>
          <a:prstGeom prst="rect">
            <a:avLst/>
          </a:prstGeom>
          <a:solidFill>
            <a:srgbClr val="243A5E"/>
          </a:solidFill>
          <a:ln>
            <a:noFill/>
          </a:ln>
        </p:spPr>
        <p:txBody>
          <a:bodyPr wrap="square" lIns="91440" tIns="45720" rIns="91440" bIns="45720" anchor="ctr">
            <a:normAutofit fontScale="92500"/>
          </a:bodyPr>
          <a:lstStyle/>
          <a:p>
            <a:pPr marL="0" indent="0">
              <a:buNone/>
            </a:pPr>
            <a:r>
              <a:rPr lang="en-US" sz="1100" b="1" dirty="0">
                <a:solidFill>
                  <a:srgbClr val="FFFFFF"/>
                </a:solidFill>
                <a:latin typeface="Segoe UI" panose="020B0502040204020203" pitchFamily="34" charset="0"/>
              </a:rPr>
              <a:t>15</a:t>
            </a:r>
          </a:p>
        </p:txBody>
      </p:sp>
      <p:sp>
        <p:nvSpPr>
          <p:cNvPr id="51" name="Txt14">
            <a:extLst>
              <a:ext uri="{FF2B5EF4-FFF2-40B4-BE49-F238E27FC236}">
                <a16:creationId xmlns:a16="http://schemas.microsoft.com/office/drawing/2014/main" id="{397A6805-B47F-9AC4-BDFA-5ECE2F9AD8A0}"/>
              </a:ext>
            </a:extLst>
          </p:cNvPr>
          <p:cNvSpPr>
            <a:spLocks noGrp="1"/>
          </p:cNvSpPr>
          <p:nvPr/>
        </p:nvSpPr>
        <p:spPr>
          <a:xfrm>
            <a:off x="5016500" y="4150201"/>
            <a:ext cx="3860800" cy="381000"/>
          </a:xfrm>
          <a:prstGeom prst="rect">
            <a:avLst/>
          </a:prstGeom>
          <a:noFill/>
          <a:ln>
            <a:noFill/>
          </a:ln>
        </p:spPr>
        <p:txBody>
          <a:bodyPr wrap="square" lIns="91440" tIns="45720" rIns="91440" bIns="45720" anchor="ctr">
            <a:normAutofit fontScale="92500"/>
          </a:bodyPr>
          <a:lstStyle/>
          <a:p>
            <a:pPr marL="0" indent="0">
              <a:buNone/>
            </a:pPr>
            <a:r>
              <a:rPr lang="en-US" sz="1200" b="1" dirty="0">
                <a:solidFill>
                  <a:srgbClr val="023047"/>
                </a:solidFill>
                <a:latin typeface="Segoe UI" panose="020B0502040204020203" pitchFamily="34" charset="0"/>
              </a:rPr>
              <a:t>Exit to PowerShell  </a:t>
            </a:r>
            <a:r>
              <a:rPr lang="en-US" sz="1200" dirty="0">
                <a:solidFill>
                  <a:srgbClr val="5A6B7D"/>
                </a:solidFill>
                <a:latin typeface="Segoe UI" panose="020B0502040204020203" pitchFamily="34" charset="0"/>
              </a:rPr>
              <a:t>Close SConfig, return to PS prompt</a:t>
            </a:r>
          </a:p>
        </p:txBody>
      </p:sp>
      <p:sp>
        <p:nvSpPr>
          <p:cNvPr id="52" name="Divider">
            <a:extLst>
              <a:ext uri="{FF2B5EF4-FFF2-40B4-BE49-F238E27FC236}">
                <a16:creationId xmlns:a16="http://schemas.microsoft.com/office/drawing/2014/main" id="{BB97F729-BEC4-CF27-0FFB-2643B8D8F19B}"/>
              </a:ext>
            </a:extLst>
          </p:cNvPr>
          <p:cNvSpPr>
            <a:spLocks noGrp="1"/>
          </p:cNvSpPr>
          <p:nvPr/>
        </p:nvSpPr>
        <p:spPr>
          <a:xfrm>
            <a:off x="4546600" y="1495901"/>
            <a:ext cx="50800" cy="3276600"/>
          </a:xfrm>
          <a:prstGeom prst="rect">
            <a:avLst/>
          </a:prstGeom>
          <a:solidFill>
            <a:srgbClr val="0076D4"/>
          </a:solidFill>
          <a:ln>
            <a:noFill/>
          </a:ln>
        </p:spPr>
        <p:txBody>
          <a:bodyPr wrap="square" lIns="91440" tIns="45720" rIns="91440" bIns="45720" anchor="ctr"/>
          <a:lstStyle/>
          <a:p>
            <a:endParaRPr lang="en-US" sz="1100" dirty="0"/>
          </a:p>
        </p:txBody>
      </p:sp>
      <p:sp>
        <p:nvSpPr>
          <p:cNvPr id="53" name="Course footer">
            <a:extLst>
              <a:ext uri="{FF2B5EF4-FFF2-40B4-BE49-F238E27FC236}">
                <a16:creationId xmlns:a16="http://schemas.microsoft.com/office/drawing/2014/main" id="{1603EAD5-0294-85CA-89F0-9FD74E894ABF}"/>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 Introduction to Windows Server</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54" name="TextBox 53">
            <a:extLst>
              <a:ext uri="{FF2B5EF4-FFF2-40B4-BE49-F238E27FC236}">
                <a16:creationId xmlns:a16="http://schemas.microsoft.com/office/drawing/2014/main" id="{17BD542E-B64E-D3E4-6556-548AA5B4BC0E}"/>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14</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2738022542"/>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7EF3A-1544-89D6-E359-BFE3956181F6}"/>
              </a:ext>
            </a:extLst>
          </p:cNvPr>
          <p:cNvSpPr>
            <a:spLocks noGrp="1"/>
          </p:cNvSpPr>
          <p:nvPr>
            <p:ph type="title"/>
          </p:nvPr>
        </p:nvSpPr>
        <p:spPr/>
        <p:txBody>
          <a:bodyPr wrap="square">
            <a:noAutofit/>
          </a:bodyPr>
          <a:lstStyle/>
          <a:p>
            <a:r>
              <a:rPr lang="en-GB"/>
              <a:t>SConfig in Windows Server 2025</a:t>
            </a:r>
          </a:p>
        </p:txBody>
      </p:sp>
      <p:pic>
        <p:nvPicPr>
          <p:cNvPr id="3" name="Picture 2" descr="Image 1 of 3">
            <a:extLst>
              <a:ext uri="{FF2B5EF4-FFF2-40B4-BE49-F238E27FC236}">
                <a16:creationId xmlns:a16="http://schemas.microsoft.com/office/drawing/2014/main" id="{79F86733-2E19-5CA9-6946-596B7C42ADD4}"/>
              </a:ext>
            </a:extLst>
          </p:cNvPr>
          <p:cNvPicPr>
            <a:picLocks noChangeAspect="1"/>
          </p:cNvPicPr>
          <p:nvPr/>
        </p:nvPicPr>
        <p:blipFill>
          <a:blip r:embed="rId2"/>
          <a:srcRect r="214"/>
          <a:stretch>
            <a:fillRect/>
          </a:stretch>
        </p:blipFill>
        <p:spPr>
          <a:xfrm>
            <a:off x="1143000" y="977265"/>
            <a:ext cx="6858000" cy="3856913"/>
          </a:xfrm>
          <a:prstGeom prst="rect">
            <a:avLst/>
          </a:prstGeom>
        </p:spPr>
      </p:pic>
      <p:sp>
        <p:nvSpPr>
          <p:cNvPr id="4" name="Course footer">
            <a:extLst>
              <a:ext uri="{FF2B5EF4-FFF2-40B4-BE49-F238E27FC236}">
                <a16:creationId xmlns:a16="http://schemas.microsoft.com/office/drawing/2014/main" id="{913E60BA-5D80-AA97-5A81-ECDDBA70EA28}"/>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 Introduction to Windows Server</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5" name="TextBox 4">
            <a:extLst>
              <a:ext uri="{FF2B5EF4-FFF2-40B4-BE49-F238E27FC236}">
                <a16:creationId xmlns:a16="http://schemas.microsoft.com/office/drawing/2014/main" id="{8F21DCF4-BE4A-52F8-812B-1BC506A29880}"/>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15</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4015314177"/>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762AD-98C1-F5DE-D807-7F9DEAC9C186}"/>
              </a:ext>
            </a:extLst>
          </p:cNvPr>
          <p:cNvSpPr>
            <a:spLocks noGrp="1"/>
          </p:cNvSpPr>
          <p:nvPr>
            <p:ph type="title"/>
          </p:nvPr>
        </p:nvSpPr>
        <p:spPr/>
        <p:txBody>
          <a:bodyPr wrap="square">
            <a:noAutofit/>
          </a:bodyPr>
          <a:lstStyle/>
          <a:p>
            <a:r>
              <a:rPr lang="en-GB"/>
              <a:t>Topic 1.3 | Services</a:t>
            </a:r>
          </a:p>
        </p:txBody>
      </p:sp>
    </p:spTree>
    <p:extLst>
      <p:ext uri="{BB962C8B-B14F-4D97-AF65-F5344CB8AC3E}">
        <p14:creationId xmlns:p14="http://schemas.microsoft.com/office/powerpoint/2010/main" val="2297276930"/>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564F2-5A2E-D3DE-6F46-3CC82DEF8890}"/>
              </a:ext>
            </a:extLst>
          </p:cNvPr>
          <p:cNvSpPr>
            <a:spLocks noGrp="1"/>
          </p:cNvSpPr>
          <p:nvPr>
            <p:ph type="title"/>
          </p:nvPr>
        </p:nvSpPr>
        <p:spPr/>
        <p:txBody>
          <a:bodyPr wrap="square">
            <a:noAutofit/>
          </a:bodyPr>
          <a:lstStyle/>
          <a:p>
            <a:r>
              <a:rPr lang="en-GB"/>
              <a:t>1.3 Services: Why They Matter</a:t>
            </a:r>
          </a:p>
        </p:txBody>
      </p:sp>
      <p:sp>
        <p:nvSpPr>
          <p:cNvPr id="3" name="Text 5">
            <a:extLst>
              <a:ext uri="{FF2B5EF4-FFF2-40B4-BE49-F238E27FC236}">
                <a16:creationId xmlns:a16="http://schemas.microsoft.com/office/drawing/2014/main" id="{133467A1-06C1-9D50-5054-E855C0B83E1C}"/>
              </a:ext>
            </a:extLst>
          </p:cNvPr>
          <p:cNvSpPr/>
          <p:nvPr/>
        </p:nvSpPr>
        <p:spPr>
          <a:xfrm>
            <a:off x="368300" y="899001"/>
            <a:ext cx="5029200" cy="3931920"/>
          </a:xfrm>
          <a:prstGeom prst="rect">
            <a:avLst/>
          </a:prstGeom>
          <a:noFill/>
          <a:ln/>
        </p:spPr>
        <p:txBody>
          <a:bodyPr wrap="square" lIns="0" tIns="0" rIns="0" bIns="0" rtlCol="0" anchor="t">
            <a:normAutofit/>
          </a:bodyPr>
          <a:lstStyle/>
          <a:p>
            <a:pPr marL="342900" indent="-342900">
              <a:spcAft>
                <a:spcPts val="6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Services run server functions in the background</a:t>
            </a:r>
            <a:endParaRPr lang="en-US" sz="1600" dirty="0">
              <a:latin typeface="Segoe UI" panose="020B0502040204020203" pitchFamily="34" charset="0"/>
            </a:endParaRPr>
          </a:p>
          <a:p>
            <a:pPr marL="342900" indent="-342900">
              <a:spcAft>
                <a:spcPts val="6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They do not require an interactive sign-in</a:t>
            </a:r>
            <a:endParaRPr lang="en-US" sz="1600" dirty="0">
              <a:latin typeface="Segoe UI" panose="020B0502040204020203" pitchFamily="34" charset="0"/>
            </a:endParaRPr>
          </a:p>
          <a:p>
            <a:pPr marL="342900" indent="-342900">
              <a:spcAft>
                <a:spcPts val="6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Many roles and applications depend on them</a:t>
            </a:r>
            <a:endParaRPr lang="en-US" sz="1600" dirty="0">
              <a:latin typeface="Segoe UI" panose="020B0502040204020203" pitchFamily="34" charset="0"/>
            </a:endParaRPr>
          </a:p>
          <a:p>
            <a:pPr marL="342900" indent="-342900">
              <a:spcAft>
                <a:spcPts val="6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Service health often explains wider platform symptoms</a:t>
            </a:r>
            <a:endParaRPr lang="en-US" sz="1600" dirty="0">
              <a:latin typeface="Segoe UI" panose="020B0502040204020203" pitchFamily="34" charset="0"/>
            </a:endParaRPr>
          </a:p>
          <a:p>
            <a:pPr marL="342900" indent="-342900">
              <a:spcAft>
                <a:spcPts val="6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Administrators troubleshoot services constantly — even when the issue appears elsewhere</a:t>
            </a:r>
            <a:endParaRPr lang="en-US" sz="1600" dirty="0">
              <a:latin typeface="Segoe UI" panose="020B0502040204020203" pitchFamily="34" charset="0"/>
            </a:endParaRPr>
          </a:p>
        </p:txBody>
      </p:sp>
      <p:pic>
        <p:nvPicPr>
          <p:cNvPr id="4" name="Image 0" descr="preencoded.png">
            <a:extLst>
              <a:ext uri="{FF2B5EF4-FFF2-40B4-BE49-F238E27FC236}">
                <a16:creationId xmlns:a16="http://schemas.microsoft.com/office/drawing/2014/main" id="{A17CC036-7360-5704-02E4-84D58A27A45D}"/>
              </a:ext>
            </a:extLst>
          </p:cNvPr>
          <p:cNvPicPr>
            <a:picLocks noChangeAspect="1"/>
          </p:cNvPicPr>
          <p:nvPr/>
        </p:nvPicPr>
        <p:blipFill>
          <a:blip r:embed="rId2">
            <a:alphaModFix amt="85000"/>
          </a:blip>
          <a:stretch>
            <a:fillRect/>
          </a:stretch>
        </p:blipFill>
        <p:spPr>
          <a:xfrm>
            <a:off x="5580380" y="990441"/>
            <a:ext cx="3200400" cy="3200400"/>
          </a:xfrm>
          <a:prstGeom prst="rect">
            <a:avLst/>
          </a:prstGeom>
        </p:spPr>
      </p:pic>
      <p:sp>
        <p:nvSpPr>
          <p:cNvPr id="5" name="Course footer">
            <a:extLst>
              <a:ext uri="{FF2B5EF4-FFF2-40B4-BE49-F238E27FC236}">
                <a16:creationId xmlns:a16="http://schemas.microsoft.com/office/drawing/2014/main" id="{3C5F1BF3-8979-FB2A-1982-67622B712756}"/>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 Introduction to Windows Server</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6" name="TextBox 5">
            <a:extLst>
              <a:ext uri="{FF2B5EF4-FFF2-40B4-BE49-F238E27FC236}">
                <a16:creationId xmlns:a16="http://schemas.microsoft.com/office/drawing/2014/main" id="{76E590F0-240F-55C6-39D9-B4CA2B8DA0EE}"/>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17</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3554410420"/>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7D8445-C145-2113-DE54-4D9B403EF116}"/>
              </a:ext>
            </a:extLst>
          </p:cNvPr>
          <p:cNvSpPr>
            <a:spLocks noGrp="1"/>
          </p:cNvSpPr>
          <p:nvPr>
            <p:ph type="title"/>
          </p:nvPr>
        </p:nvSpPr>
        <p:spPr/>
        <p:txBody>
          <a:bodyPr wrap="square">
            <a:noAutofit/>
          </a:bodyPr>
          <a:lstStyle/>
          <a:p>
            <a:r>
              <a:rPr lang="en-GB"/>
              <a:t>Service Control Manager Overview</a:t>
            </a:r>
          </a:p>
        </p:txBody>
      </p:sp>
      <p:sp>
        <p:nvSpPr>
          <p:cNvPr id="3" name="Text 5">
            <a:extLst>
              <a:ext uri="{FF2B5EF4-FFF2-40B4-BE49-F238E27FC236}">
                <a16:creationId xmlns:a16="http://schemas.microsoft.com/office/drawing/2014/main" id="{C63505DB-D383-1F02-768D-5E11C79A2C98}"/>
              </a:ext>
            </a:extLst>
          </p:cNvPr>
          <p:cNvSpPr/>
          <p:nvPr/>
        </p:nvSpPr>
        <p:spPr>
          <a:xfrm>
            <a:off x="273050" y="877411"/>
            <a:ext cx="4297680" cy="4000500"/>
          </a:xfrm>
          <a:prstGeom prst="rect">
            <a:avLst/>
          </a:prstGeom>
          <a:noFill/>
          <a:ln/>
        </p:spPr>
        <p:txBody>
          <a:bodyPr wrap="square" lIns="0" tIns="0" rIns="0" bIns="0" rtlCol="0" anchor="t">
            <a:normAutofit/>
          </a:bodyPr>
          <a:lstStyle/>
          <a:p>
            <a:pPr marL="342900" indent="-342900">
              <a:spcAft>
                <a:spcPts val="200"/>
              </a:spcAft>
              <a:buSzPct val="100000"/>
              <a:buChar char="•"/>
            </a:pPr>
            <a:r>
              <a:rPr lang="en-US" sz="1400" dirty="0">
                <a:solidFill>
                  <a:srgbClr val="023047"/>
                </a:solidFill>
                <a:latin typeface="Segoe UI" panose="020B0502040204020203" pitchFamily="34" charset="0"/>
              </a:rPr>
              <a:t>SCM (services.exe) starts via Wininit during boot</a:t>
            </a:r>
          </a:p>
          <a:p>
            <a:pPr marL="571500" indent="-228600">
              <a:spcAft>
                <a:spcPts val="400"/>
              </a:spcAft>
              <a:buSzPct val="100000"/>
              <a:buChar char="–"/>
            </a:pPr>
            <a:r>
              <a:rPr lang="en-US" sz="1100" dirty="0">
                <a:solidFill>
                  <a:srgbClr val="03526E"/>
                </a:solidFill>
                <a:latin typeface="Segoe UI" panose="020B0502040204020203" pitchFamily="34" charset="0"/>
              </a:rPr>
              <a:t>Acts as an RPC server for local &amp; remote management</a:t>
            </a:r>
          </a:p>
          <a:p>
            <a:pPr marL="342900" indent="-342900">
              <a:spcAft>
                <a:spcPts val="200"/>
              </a:spcAft>
              <a:buSzPct val="100000"/>
              <a:buChar char="•"/>
            </a:pPr>
            <a:r>
              <a:rPr lang="en-US" sz="1400" dirty="0">
                <a:solidFill>
                  <a:srgbClr val="023047"/>
                </a:solidFill>
                <a:latin typeface="Segoe UI" panose="020B0502040204020203" pitchFamily="34" charset="0"/>
              </a:rPr>
              <a:t>Maintains the ServicesActive database in the registry</a:t>
            </a:r>
          </a:p>
          <a:p>
            <a:pPr marL="571500" indent="-228600">
              <a:spcAft>
                <a:spcPts val="200"/>
              </a:spcAft>
              <a:buSzPct val="100000"/>
              <a:buChar char="–"/>
            </a:pPr>
            <a:r>
              <a:rPr lang="en-US" sz="1100" dirty="0">
                <a:solidFill>
                  <a:srgbClr val="03526E"/>
                </a:solidFill>
                <a:latin typeface="Segoe UI" panose="020B0502040204020203" pitchFamily="34" charset="0"/>
              </a:rPr>
              <a:t>HKLM\SYSTEM\CurrentControlSet\Services</a:t>
            </a:r>
          </a:p>
          <a:p>
            <a:pPr marL="571500" indent="-228600">
              <a:spcAft>
                <a:spcPts val="400"/>
              </a:spcAft>
              <a:buSzPct val="100000"/>
              <a:buChar char="–"/>
            </a:pPr>
            <a:r>
              <a:rPr lang="en-US" sz="1100" dirty="0">
                <a:solidFill>
                  <a:srgbClr val="03526E"/>
                </a:solidFill>
                <a:latin typeface="Segoe UI" panose="020B0502040204020203" pitchFamily="34" charset="0"/>
              </a:rPr>
              <a:t>Stores type, startup type, path, dependencies, account</a:t>
            </a:r>
          </a:p>
          <a:p>
            <a:pPr marL="342900" indent="-342900">
              <a:spcAft>
                <a:spcPts val="200"/>
              </a:spcAft>
              <a:buSzPct val="100000"/>
              <a:buChar char="•"/>
            </a:pPr>
            <a:r>
              <a:rPr lang="en-US" sz="1400" dirty="0">
                <a:solidFill>
                  <a:srgbClr val="023047"/>
                </a:solidFill>
                <a:latin typeface="Segoe UI" panose="020B0502040204020203" pitchFamily="34" charset="0"/>
              </a:rPr>
              <a:t>Controls service lifecycle &amp; states</a:t>
            </a:r>
          </a:p>
          <a:p>
            <a:pPr marL="571500" indent="-228600">
              <a:spcAft>
                <a:spcPts val="200"/>
              </a:spcAft>
              <a:buSzPct val="100000"/>
              <a:buChar char="–"/>
            </a:pPr>
            <a:r>
              <a:rPr lang="en-US" sz="1100" dirty="0">
                <a:solidFill>
                  <a:srgbClr val="03526E"/>
                </a:solidFill>
                <a:latin typeface="Segoe UI" panose="020B0502040204020203" pitchFamily="34" charset="0"/>
              </a:rPr>
              <a:t>States: Running, Stopped, Paused, Pending transitions</a:t>
            </a:r>
          </a:p>
          <a:p>
            <a:pPr marL="571500" indent="-228600">
              <a:spcAft>
                <a:spcPts val="400"/>
              </a:spcAft>
              <a:buSzPct val="100000"/>
              <a:buChar char="–"/>
            </a:pPr>
            <a:r>
              <a:rPr lang="en-US" sz="1100" dirty="0">
                <a:solidFill>
                  <a:srgbClr val="03526E"/>
                </a:solidFill>
                <a:latin typeface="Segoe UI" panose="020B0502040204020203" pitchFamily="34" charset="0"/>
              </a:rPr>
              <a:t>Control codes: START, STOP, PAUSE, CONTINUE, INTERROGATE</a:t>
            </a:r>
          </a:p>
          <a:p>
            <a:pPr marL="342900" indent="-342900">
              <a:spcAft>
                <a:spcPts val="200"/>
              </a:spcAft>
              <a:buSzPct val="100000"/>
              <a:buChar char="•"/>
            </a:pPr>
            <a:r>
              <a:rPr lang="en-US" sz="1400" dirty="0">
                <a:solidFill>
                  <a:srgbClr val="023047"/>
                </a:solidFill>
                <a:latin typeface="Segoe UI" panose="020B0502040204020203" pitchFamily="34" charset="0"/>
              </a:rPr>
              <a:t>Resolves dependencies before starting services</a:t>
            </a:r>
          </a:p>
          <a:p>
            <a:pPr marL="571500" indent="-228600">
              <a:spcAft>
                <a:spcPts val="400"/>
              </a:spcAft>
              <a:buSzPct val="100000"/>
              <a:buChar char="–"/>
            </a:pPr>
            <a:r>
              <a:rPr lang="en-US" sz="1100" dirty="0">
                <a:solidFill>
                  <a:srgbClr val="03526E"/>
                </a:solidFill>
                <a:latin typeface="Segoe UI" panose="020B0502040204020203" pitchFamily="34" charset="0"/>
              </a:rPr>
              <a:t>DependOnService / DependOnGroup registry values enforced</a:t>
            </a:r>
          </a:p>
          <a:p>
            <a:pPr marL="342900" indent="-342900">
              <a:spcAft>
                <a:spcPts val="200"/>
              </a:spcAft>
              <a:buSzPct val="100000"/>
              <a:buChar char="•"/>
            </a:pPr>
            <a:r>
              <a:rPr lang="en-US" sz="1400" dirty="0">
                <a:solidFill>
                  <a:srgbClr val="023047"/>
                </a:solidFill>
                <a:latin typeface="Segoe UI" panose="020B0502040204020203" pitchFamily="34" charset="0"/>
              </a:rPr>
              <a:t>Managed via services.msc, sc.exe, and PowerShell</a:t>
            </a:r>
          </a:p>
          <a:p>
            <a:pPr marL="571500" indent="-228600">
              <a:spcAft>
                <a:spcPts val="200"/>
              </a:spcAft>
              <a:buSzPct val="100000"/>
              <a:buChar char="–"/>
            </a:pPr>
            <a:r>
              <a:rPr lang="en-US" sz="1100" dirty="0">
                <a:solidFill>
                  <a:srgbClr val="03526E"/>
                </a:solidFill>
                <a:latin typeface="Segoe UI" panose="020B0502040204020203" pitchFamily="34" charset="0"/>
              </a:rPr>
              <a:t>OpenSCManager → OpenService / CreateService</a:t>
            </a:r>
          </a:p>
          <a:p>
            <a:pPr marL="571500" indent="-228600">
              <a:spcAft>
                <a:spcPts val="200"/>
              </a:spcAft>
              <a:buSzPct val="100000"/>
              <a:buChar char="–"/>
            </a:pPr>
            <a:r>
              <a:rPr lang="en-US" sz="1100" dirty="0">
                <a:solidFill>
                  <a:srgbClr val="03526E"/>
                </a:solidFill>
                <a:latin typeface="Segoe UI" panose="020B0502040204020203" pitchFamily="34" charset="0"/>
              </a:rPr>
              <a:t>ControlService / QueryServiceStatus / StartService</a:t>
            </a:r>
          </a:p>
        </p:txBody>
      </p:sp>
      <p:sp>
        <p:nvSpPr>
          <p:cNvPr id="4" name="Shape 6">
            <a:extLst>
              <a:ext uri="{FF2B5EF4-FFF2-40B4-BE49-F238E27FC236}">
                <a16:creationId xmlns:a16="http://schemas.microsoft.com/office/drawing/2014/main" id="{609D50C4-CA12-B473-F06E-FA5DE271AF7F}"/>
              </a:ext>
            </a:extLst>
          </p:cNvPr>
          <p:cNvSpPr/>
          <p:nvPr/>
        </p:nvSpPr>
        <p:spPr>
          <a:xfrm>
            <a:off x="4982210" y="854551"/>
            <a:ext cx="3886200" cy="584200"/>
          </a:xfrm>
          <a:prstGeom prst="rect">
            <a:avLst/>
          </a:prstGeom>
          <a:solidFill>
            <a:srgbClr val="243A5E"/>
          </a:solidFill>
          <a:ln w="12700">
            <a:solidFill>
              <a:srgbClr val="243A5E"/>
            </a:solidFill>
            <a:prstDash val="solid"/>
          </a:ln>
        </p:spPr>
        <p:txBody>
          <a:bodyPr/>
          <a:lstStyle/>
          <a:p>
            <a:endParaRPr lang="en-GB"/>
          </a:p>
        </p:txBody>
      </p:sp>
      <p:sp>
        <p:nvSpPr>
          <p:cNvPr id="5" name="Text 7">
            <a:extLst>
              <a:ext uri="{FF2B5EF4-FFF2-40B4-BE49-F238E27FC236}">
                <a16:creationId xmlns:a16="http://schemas.microsoft.com/office/drawing/2014/main" id="{8465BF12-4CC3-A752-2635-D3D083F4B81B}"/>
              </a:ext>
            </a:extLst>
          </p:cNvPr>
          <p:cNvSpPr/>
          <p:nvPr/>
        </p:nvSpPr>
        <p:spPr>
          <a:xfrm>
            <a:off x="5027930" y="854551"/>
            <a:ext cx="3794760" cy="584200"/>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Segoe UI" panose="020B0502040204020203" pitchFamily="34" charset="0"/>
              </a:rPr>
              <a:t>Boot</a:t>
            </a:r>
          </a:p>
          <a:p>
            <a:pPr marL="0" indent="0" algn="ctr">
              <a:buNone/>
            </a:pPr>
            <a:r>
              <a:rPr lang="en-US" sz="1000" dirty="0">
                <a:solidFill>
                  <a:srgbClr val="8ECAE6"/>
                </a:solidFill>
                <a:latin typeface="Segoe UI" panose="020B0502040204020203" pitchFamily="34" charset="0"/>
              </a:rPr>
              <a:t>Wininit.exe → services.exe</a:t>
            </a:r>
          </a:p>
        </p:txBody>
      </p:sp>
      <p:sp>
        <p:nvSpPr>
          <p:cNvPr id="6" name="Text 8">
            <a:extLst>
              <a:ext uri="{FF2B5EF4-FFF2-40B4-BE49-F238E27FC236}">
                <a16:creationId xmlns:a16="http://schemas.microsoft.com/office/drawing/2014/main" id="{78A9E5EC-5DD7-ECBB-56B1-A218ACCE276E}"/>
              </a:ext>
            </a:extLst>
          </p:cNvPr>
          <p:cNvSpPr/>
          <p:nvPr/>
        </p:nvSpPr>
        <p:spPr>
          <a:xfrm>
            <a:off x="6628130" y="1464151"/>
            <a:ext cx="594360" cy="203200"/>
          </a:xfrm>
          <a:prstGeom prst="rect">
            <a:avLst/>
          </a:prstGeom>
          <a:noFill/>
          <a:ln/>
        </p:spPr>
        <p:txBody>
          <a:bodyPr wrap="square" lIns="0" tIns="0" rIns="0" bIns="0" rtlCol="0" anchor="ctr">
            <a:normAutofit lnSpcReduction="10000"/>
          </a:bodyPr>
          <a:lstStyle/>
          <a:p>
            <a:pPr marL="0" indent="0" algn="ctr">
              <a:buNone/>
            </a:pPr>
            <a:r>
              <a:rPr lang="en-US" sz="1400" dirty="0">
                <a:solidFill>
                  <a:srgbClr val="8ECAE6"/>
                </a:solidFill>
                <a:latin typeface="Segoe UI" panose="020B0502040204020203" pitchFamily="34" charset="0"/>
                <a:ea typeface="Calibri" pitchFamily="34" charset="-122"/>
                <a:cs typeface="Calibri" pitchFamily="34" charset="-120"/>
              </a:rPr>
              <a:t>▼</a:t>
            </a:r>
            <a:endParaRPr lang="en-US" sz="1400" dirty="0">
              <a:latin typeface="Segoe UI" panose="020B0502040204020203" pitchFamily="34" charset="0"/>
            </a:endParaRPr>
          </a:p>
        </p:txBody>
      </p:sp>
      <p:sp>
        <p:nvSpPr>
          <p:cNvPr id="7" name="Shape 9">
            <a:extLst>
              <a:ext uri="{FF2B5EF4-FFF2-40B4-BE49-F238E27FC236}">
                <a16:creationId xmlns:a16="http://schemas.microsoft.com/office/drawing/2014/main" id="{920C6D74-0AB9-D76F-DFFD-C3287A170431}"/>
              </a:ext>
            </a:extLst>
          </p:cNvPr>
          <p:cNvSpPr/>
          <p:nvPr/>
        </p:nvSpPr>
        <p:spPr>
          <a:xfrm>
            <a:off x="4982210" y="1692751"/>
            <a:ext cx="3886200" cy="584200"/>
          </a:xfrm>
          <a:prstGeom prst="rect">
            <a:avLst/>
          </a:prstGeom>
          <a:solidFill>
            <a:srgbClr val="243A5E"/>
          </a:solidFill>
          <a:ln w="12700">
            <a:solidFill>
              <a:srgbClr val="243A5E"/>
            </a:solidFill>
            <a:prstDash val="solid"/>
          </a:ln>
        </p:spPr>
        <p:txBody>
          <a:bodyPr/>
          <a:lstStyle/>
          <a:p>
            <a:endParaRPr lang="en-GB"/>
          </a:p>
        </p:txBody>
      </p:sp>
      <p:sp>
        <p:nvSpPr>
          <p:cNvPr id="8" name="Text 10">
            <a:extLst>
              <a:ext uri="{FF2B5EF4-FFF2-40B4-BE49-F238E27FC236}">
                <a16:creationId xmlns:a16="http://schemas.microsoft.com/office/drawing/2014/main" id="{4BC23413-5AF5-C654-3A3C-C7614FC4539D}"/>
              </a:ext>
            </a:extLst>
          </p:cNvPr>
          <p:cNvSpPr/>
          <p:nvPr/>
        </p:nvSpPr>
        <p:spPr>
          <a:xfrm>
            <a:off x="5027930" y="1692751"/>
            <a:ext cx="3794760" cy="584200"/>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Segoe UI" panose="020B0502040204020203" pitchFamily="34" charset="0"/>
              </a:rPr>
              <a:t>SCM Starts</a:t>
            </a:r>
          </a:p>
          <a:p>
            <a:pPr marL="0" indent="0" algn="ctr">
              <a:buNone/>
            </a:pPr>
            <a:r>
              <a:rPr lang="en-US" sz="1000" dirty="0">
                <a:solidFill>
                  <a:srgbClr val="8ECAE6"/>
                </a:solidFill>
                <a:latin typeface="Segoe UI" panose="020B0502040204020203" pitchFamily="34" charset="0"/>
              </a:rPr>
              <a:t>Reads ServiceGroupOrder\List</a:t>
            </a:r>
          </a:p>
        </p:txBody>
      </p:sp>
      <p:sp>
        <p:nvSpPr>
          <p:cNvPr id="9" name="Text 11">
            <a:extLst>
              <a:ext uri="{FF2B5EF4-FFF2-40B4-BE49-F238E27FC236}">
                <a16:creationId xmlns:a16="http://schemas.microsoft.com/office/drawing/2014/main" id="{2C369411-604C-5B38-5EE4-1AD1F19CBADF}"/>
              </a:ext>
            </a:extLst>
          </p:cNvPr>
          <p:cNvSpPr/>
          <p:nvPr/>
        </p:nvSpPr>
        <p:spPr>
          <a:xfrm>
            <a:off x="6628130" y="2302351"/>
            <a:ext cx="594360" cy="203200"/>
          </a:xfrm>
          <a:prstGeom prst="rect">
            <a:avLst/>
          </a:prstGeom>
          <a:noFill/>
          <a:ln/>
        </p:spPr>
        <p:txBody>
          <a:bodyPr wrap="square" lIns="0" tIns="0" rIns="0" bIns="0" rtlCol="0" anchor="ctr">
            <a:normAutofit lnSpcReduction="10000"/>
          </a:bodyPr>
          <a:lstStyle/>
          <a:p>
            <a:pPr marL="0" indent="0" algn="ctr">
              <a:buNone/>
            </a:pPr>
            <a:r>
              <a:rPr lang="en-US" sz="1400" dirty="0">
                <a:solidFill>
                  <a:srgbClr val="8ECAE6"/>
                </a:solidFill>
                <a:latin typeface="Segoe UI" panose="020B0502040204020203" pitchFamily="34" charset="0"/>
                <a:ea typeface="Calibri" pitchFamily="34" charset="-122"/>
                <a:cs typeface="Calibri" pitchFamily="34" charset="-120"/>
              </a:rPr>
              <a:t>▼</a:t>
            </a:r>
            <a:endParaRPr lang="en-US" sz="1400" dirty="0">
              <a:latin typeface="Segoe UI" panose="020B0502040204020203" pitchFamily="34" charset="0"/>
            </a:endParaRPr>
          </a:p>
        </p:txBody>
      </p:sp>
      <p:sp>
        <p:nvSpPr>
          <p:cNvPr id="10" name="Shape 12">
            <a:extLst>
              <a:ext uri="{FF2B5EF4-FFF2-40B4-BE49-F238E27FC236}">
                <a16:creationId xmlns:a16="http://schemas.microsoft.com/office/drawing/2014/main" id="{2B0C10CC-60D7-BB09-FE8F-862344B13FA3}"/>
              </a:ext>
            </a:extLst>
          </p:cNvPr>
          <p:cNvSpPr/>
          <p:nvPr/>
        </p:nvSpPr>
        <p:spPr>
          <a:xfrm>
            <a:off x="4982210" y="2530951"/>
            <a:ext cx="3886200" cy="584200"/>
          </a:xfrm>
          <a:prstGeom prst="rect">
            <a:avLst/>
          </a:prstGeom>
          <a:solidFill>
            <a:srgbClr val="0076D4"/>
          </a:solidFill>
          <a:ln w="12700">
            <a:solidFill>
              <a:srgbClr val="0076D4"/>
            </a:solidFill>
            <a:prstDash val="solid"/>
          </a:ln>
        </p:spPr>
        <p:txBody>
          <a:bodyPr/>
          <a:lstStyle/>
          <a:p>
            <a:endParaRPr lang="en-GB"/>
          </a:p>
        </p:txBody>
      </p:sp>
      <p:sp>
        <p:nvSpPr>
          <p:cNvPr id="11" name="Text 13">
            <a:extLst>
              <a:ext uri="{FF2B5EF4-FFF2-40B4-BE49-F238E27FC236}">
                <a16:creationId xmlns:a16="http://schemas.microsoft.com/office/drawing/2014/main" id="{54AF8007-A588-17C4-1083-93647B401351}"/>
              </a:ext>
            </a:extLst>
          </p:cNvPr>
          <p:cNvSpPr/>
          <p:nvPr/>
        </p:nvSpPr>
        <p:spPr>
          <a:xfrm>
            <a:off x="5027930" y="2530951"/>
            <a:ext cx="3794760" cy="584200"/>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Segoe UI" panose="020B0502040204020203" pitchFamily="34" charset="0"/>
              </a:rPr>
              <a:t>Reads Service Config</a:t>
            </a:r>
          </a:p>
          <a:p>
            <a:pPr marL="0" indent="0" algn="ctr">
              <a:buNone/>
            </a:pPr>
            <a:r>
              <a:rPr lang="en-US" sz="1000" dirty="0">
                <a:solidFill>
                  <a:srgbClr val="8ECAE6"/>
                </a:solidFill>
                <a:latin typeface="Segoe UI" panose="020B0502040204020203" pitchFamily="34" charset="0"/>
              </a:rPr>
              <a:t>HKLM\...\Services registry key</a:t>
            </a:r>
          </a:p>
        </p:txBody>
      </p:sp>
      <p:sp>
        <p:nvSpPr>
          <p:cNvPr id="12" name="Text 14">
            <a:extLst>
              <a:ext uri="{FF2B5EF4-FFF2-40B4-BE49-F238E27FC236}">
                <a16:creationId xmlns:a16="http://schemas.microsoft.com/office/drawing/2014/main" id="{FE18DC5D-E718-AF9A-9AD8-F0355BB3BEEC}"/>
              </a:ext>
            </a:extLst>
          </p:cNvPr>
          <p:cNvSpPr/>
          <p:nvPr/>
        </p:nvSpPr>
        <p:spPr>
          <a:xfrm>
            <a:off x="6628130" y="3140551"/>
            <a:ext cx="594360" cy="203200"/>
          </a:xfrm>
          <a:prstGeom prst="rect">
            <a:avLst/>
          </a:prstGeom>
          <a:noFill/>
          <a:ln/>
        </p:spPr>
        <p:txBody>
          <a:bodyPr wrap="square" lIns="0" tIns="0" rIns="0" bIns="0" rtlCol="0" anchor="ctr">
            <a:normAutofit lnSpcReduction="10000"/>
          </a:bodyPr>
          <a:lstStyle/>
          <a:p>
            <a:pPr marL="0" indent="0" algn="ctr">
              <a:buNone/>
            </a:pPr>
            <a:r>
              <a:rPr lang="en-US" sz="1400" dirty="0">
                <a:solidFill>
                  <a:srgbClr val="8ECAE6"/>
                </a:solidFill>
                <a:latin typeface="Segoe UI" panose="020B0502040204020203" pitchFamily="34" charset="0"/>
                <a:ea typeface="Calibri" pitchFamily="34" charset="-122"/>
                <a:cs typeface="Calibri" pitchFamily="34" charset="-120"/>
              </a:rPr>
              <a:t>▼</a:t>
            </a:r>
            <a:endParaRPr lang="en-US" sz="1400" dirty="0">
              <a:latin typeface="Segoe UI" panose="020B0502040204020203" pitchFamily="34" charset="0"/>
            </a:endParaRPr>
          </a:p>
        </p:txBody>
      </p:sp>
      <p:sp>
        <p:nvSpPr>
          <p:cNvPr id="13" name="Shape 15">
            <a:extLst>
              <a:ext uri="{FF2B5EF4-FFF2-40B4-BE49-F238E27FC236}">
                <a16:creationId xmlns:a16="http://schemas.microsoft.com/office/drawing/2014/main" id="{0D7A40DC-CDAF-0D2D-E500-82D9DB71BB1B}"/>
              </a:ext>
            </a:extLst>
          </p:cNvPr>
          <p:cNvSpPr/>
          <p:nvPr/>
        </p:nvSpPr>
        <p:spPr>
          <a:xfrm>
            <a:off x="4982210" y="3369151"/>
            <a:ext cx="3886200" cy="584200"/>
          </a:xfrm>
          <a:prstGeom prst="rect">
            <a:avLst/>
          </a:prstGeom>
          <a:solidFill>
            <a:srgbClr val="0076D4"/>
          </a:solidFill>
          <a:ln w="12700">
            <a:solidFill>
              <a:srgbClr val="0076D4"/>
            </a:solidFill>
            <a:prstDash val="solid"/>
          </a:ln>
        </p:spPr>
        <p:txBody>
          <a:bodyPr/>
          <a:lstStyle/>
          <a:p>
            <a:endParaRPr lang="en-GB"/>
          </a:p>
        </p:txBody>
      </p:sp>
      <p:sp>
        <p:nvSpPr>
          <p:cNvPr id="14" name="Text 16">
            <a:extLst>
              <a:ext uri="{FF2B5EF4-FFF2-40B4-BE49-F238E27FC236}">
                <a16:creationId xmlns:a16="http://schemas.microsoft.com/office/drawing/2014/main" id="{6E4F2E7E-3706-8EE5-7A40-CFB011AFD32D}"/>
              </a:ext>
            </a:extLst>
          </p:cNvPr>
          <p:cNvSpPr/>
          <p:nvPr/>
        </p:nvSpPr>
        <p:spPr>
          <a:xfrm>
            <a:off x="5027930" y="3369151"/>
            <a:ext cx="3794760" cy="584200"/>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Segoe UI" panose="020B0502040204020203" pitchFamily="34" charset="0"/>
              </a:rPr>
              <a:t>Starts Required Services</a:t>
            </a:r>
          </a:p>
          <a:p>
            <a:pPr marL="0" indent="0" algn="ctr">
              <a:buNone/>
            </a:pPr>
            <a:r>
              <a:rPr lang="en-US" sz="1000" dirty="0">
                <a:solidFill>
                  <a:srgbClr val="8ECAE6"/>
                </a:solidFill>
                <a:latin typeface="Segoe UI" panose="020B0502040204020203" pitchFamily="34" charset="0"/>
              </a:rPr>
              <a:t>Resolves DependOnService / DependOnGroup</a:t>
            </a:r>
          </a:p>
        </p:txBody>
      </p:sp>
      <p:sp>
        <p:nvSpPr>
          <p:cNvPr id="15" name="Text 17">
            <a:extLst>
              <a:ext uri="{FF2B5EF4-FFF2-40B4-BE49-F238E27FC236}">
                <a16:creationId xmlns:a16="http://schemas.microsoft.com/office/drawing/2014/main" id="{3783BE55-D745-128B-3C68-C12CD337947B}"/>
              </a:ext>
            </a:extLst>
          </p:cNvPr>
          <p:cNvSpPr/>
          <p:nvPr/>
        </p:nvSpPr>
        <p:spPr>
          <a:xfrm>
            <a:off x="6628130" y="3978751"/>
            <a:ext cx="594360" cy="203200"/>
          </a:xfrm>
          <a:prstGeom prst="rect">
            <a:avLst/>
          </a:prstGeom>
          <a:noFill/>
          <a:ln/>
        </p:spPr>
        <p:txBody>
          <a:bodyPr wrap="square" lIns="0" tIns="0" rIns="0" bIns="0" rtlCol="0" anchor="ctr">
            <a:normAutofit lnSpcReduction="10000"/>
          </a:bodyPr>
          <a:lstStyle/>
          <a:p>
            <a:pPr marL="0" indent="0" algn="ctr">
              <a:buNone/>
            </a:pPr>
            <a:r>
              <a:rPr lang="en-US" sz="1400" dirty="0">
                <a:solidFill>
                  <a:srgbClr val="8ECAE6"/>
                </a:solidFill>
                <a:latin typeface="Segoe UI" panose="020B0502040204020203" pitchFamily="34" charset="0"/>
                <a:ea typeface="Calibri" pitchFamily="34" charset="-122"/>
                <a:cs typeface="Calibri" pitchFamily="34" charset="-120"/>
              </a:rPr>
              <a:t>▼</a:t>
            </a:r>
            <a:endParaRPr lang="en-US" sz="1400" dirty="0">
              <a:latin typeface="Segoe UI" panose="020B0502040204020203" pitchFamily="34" charset="0"/>
            </a:endParaRPr>
          </a:p>
        </p:txBody>
      </p:sp>
      <p:sp>
        <p:nvSpPr>
          <p:cNvPr id="16" name="Shape 18">
            <a:extLst>
              <a:ext uri="{FF2B5EF4-FFF2-40B4-BE49-F238E27FC236}">
                <a16:creationId xmlns:a16="http://schemas.microsoft.com/office/drawing/2014/main" id="{3778A3E2-1341-B232-94B9-5E44B6BE2689}"/>
              </a:ext>
            </a:extLst>
          </p:cNvPr>
          <p:cNvSpPr/>
          <p:nvPr/>
        </p:nvSpPr>
        <p:spPr>
          <a:xfrm>
            <a:off x="4982210" y="4207351"/>
            <a:ext cx="3886200" cy="584200"/>
          </a:xfrm>
          <a:prstGeom prst="rect">
            <a:avLst/>
          </a:prstGeom>
          <a:solidFill>
            <a:srgbClr val="8ECAE6"/>
          </a:solidFill>
          <a:ln w="12700">
            <a:solidFill>
              <a:srgbClr val="8ECAE6"/>
            </a:solidFill>
            <a:prstDash val="solid"/>
          </a:ln>
        </p:spPr>
        <p:txBody>
          <a:bodyPr/>
          <a:lstStyle/>
          <a:p>
            <a:endParaRPr lang="en-GB"/>
          </a:p>
        </p:txBody>
      </p:sp>
      <p:sp>
        <p:nvSpPr>
          <p:cNvPr id="17" name="Text 19">
            <a:extLst>
              <a:ext uri="{FF2B5EF4-FFF2-40B4-BE49-F238E27FC236}">
                <a16:creationId xmlns:a16="http://schemas.microsoft.com/office/drawing/2014/main" id="{910CFB76-F28E-F6BF-1C43-30029488D749}"/>
              </a:ext>
            </a:extLst>
          </p:cNvPr>
          <p:cNvSpPr/>
          <p:nvPr/>
        </p:nvSpPr>
        <p:spPr>
          <a:xfrm>
            <a:off x="5027930" y="4207351"/>
            <a:ext cx="3794760" cy="584200"/>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Segoe UI" panose="020B0502040204020203" pitchFamily="34" charset="0"/>
              </a:rPr>
              <a:t>Admin Tools Query &amp; Control</a:t>
            </a:r>
          </a:p>
          <a:p>
            <a:pPr marL="0" indent="0" algn="ctr">
              <a:buNone/>
            </a:pPr>
            <a:r>
              <a:rPr lang="en-US" sz="1000" dirty="0">
                <a:solidFill>
                  <a:srgbClr val="8ECAE6"/>
                </a:solidFill>
                <a:latin typeface="Segoe UI" panose="020B0502040204020203" pitchFamily="34" charset="0"/>
              </a:rPr>
              <a:t>sc.exe, services.msc, PowerShell</a:t>
            </a:r>
          </a:p>
        </p:txBody>
      </p:sp>
      <p:sp>
        <p:nvSpPr>
          <p:cNvPr id="18" name="Course footer">
            <a:extLst>
              <a:ext uri="{FF2B5EF4-FFF2-40B4-BE49-F238E27FC236}">
                <a16:creationId xmlns:a16="http://schemas.microsoft.com/office/drawing/2014/main" id="{8A22CD03-6488-AC5C-DCF7-FF94DE1FE7D3}"/>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 Introduction to Windows Server</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9" name="TextBox 18">
            <a:extLst>
              <a:ext uri="{FF2B5EF4-FFF2-40B4-BE49-F238E27FC236}">
                <a16:creationId xmlns:a16="http://schemas.microsoft.com/office/drawing/2014/main" id="{F208C2D6-FA93-6E5E-1F4C-9CC0CAE3D731}"/>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18</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445875362"/>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07C93-3D78-61D5-DD94-16A884B442C0}"/>
              </a:ext>
            </a:extLst>
          </p:cNvPr>
          <p:cNvSpPr>
            <a:spLocks noGrp="1"/>
          </p:cNvSpPr>
          <p:nvPr>
            <p:ph type="title"/>
          </p:nvPr>
        </p:nvSpPr>
        <p:spPr/>
        <p:txBody>
          <a:bodyPr wrap="square">
            <a:noAutofit/>
          </a:bodyPr>
          <a:lstStyle/>
          <a:p>
            <a:r>
              <a:rPr lang="en-GB"/>
              <a:t>Service Administration Concepts</a:t>
            </a:r>
          </a:p>
        </p:txBody>
      </p:sp>
      <p:sp>
        <p:nvSpPr>
          <p:cNvPr id="3" name="Text 5">
            <a:extLst>
              <a:ext uri="{FF2B5EF4-FFF2-40B4-BE49-F238E27FC236}">
                <a16:creationId xmlns:a16="http://schemas.microsoft.com/office/drawing/2014/main" id="{32B57271-DC95-9A96-5BD3-13BB9DF0B5B5}"/>
              </a:ext>
            </a:extLst>
          </p:cNvPr>
          <p:cNvSpPr/>
          <p:nvPr/>
        </p:nvSpPr>
        <p:spPr>
          <a:xfrm>
            <a:off x="273050" y="899001"/>
            <a:ext cx="8595360" cy="3931920"/>
          </a:xfrm>
          <a:prstGeom prst="rect">
            <a:avLst/>
          </a:prstGeom>
          <a:noFill/>
          <a:ln/>
        </p:spPr>
        <p:txBody>
          <a:bodyPr wrap="square" lIns="0" tIns="0" rIns="0" bIns="0" rtlCol="0" anchor="t">
            <a:normAutofit/>
          </a:bodyPr>
          <a:lstStyle/>
          <a:p>
            <a:pPr marL="342900" indent="-342900">
              <a:spcAft>
                <a:spcPts val="6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Service status is not the same as startup type</a:t>
            </a:r>
            <a:endParaRPr lang="en-US" sz="1600" dirty="0">
              <a:latin typeface="Segoe UI" panose="020B0502040204020203" pitchFamily="34" charset="0"/>
            </a:endParaRPr>
          </a:p>
          <a:p>
            <a:pPr marL="342900" indent="-342900">
              <a:spcAft>
                <a:spcPts val="6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Dependencies affect troubleshooting</a:t>
            </a:r>
            <a:endParaRPr lang="en-US" sz="1600" dirty="0">
              <a:latin typeface="Segoe UI" panose="020B0502040204020203" pitchFamily="34" charset="0"/>
            </a:endParaRPr>
          </a:p>
          <a:p>
            <a:pPr marL="342900" indent="-342900">
              <a:spcAft>
                <a:spcPts val="6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Service accounts affect security and startup success</a:t>
            </a:r>
            <a:endParaRPr lang="en-US" sz="1600" dirty="0">
              <a:latin typeface="Segoe UI" panose="020B0502040204020203" pitchFamily="34" charset="0"/>
            </a:endParaRPr>
          </a:p>
          <a:p>
            <a:pPr marL="342900" indent="-342900">
              <a:spcAft>
                <a:spcPts val="6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Server Manager, services.msc, PowerShell, and sc.exe all have different value</a:t>
            </a:r>
            <a:endParaRPr lang="en-US" sz="1600" dirty="0">
              <a:latin typeface="Segoe UI" panose="020B0502040204020203" pitchFamily="34" charset="0"/>
            </a:endParaRPr>
          </a:p>
          <a:p>
            <a:pPr marL="342900" indent="-342900">
              <a:spcAft>
                <a:spcPts val="6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Recovery settings and startup configuration can be just as important as the current running state</a:t>
            </a:r>
            <a:endParaRPr lang="en-US" sz="1600" dirty="0">
              <a:latin typeface="Segoe UI" panose="020B0502040204020203" pitchFamily="34" charset="0"/>
            </a:endParaRPr>
          </a:p>
        </p:txBody>
      </p:sp>
      <p:sp>
        <p:nvSpPr>
          <p:cNvPr id="4" name="Course footer">
            <a:extLst>
              <a:ext uri="{FF2B5EF4-FFF2-40B4-BE49-F238E27FC236}">
                <a16:creationId xmlns:a16="http://schemas.microsoft.com/office/drawing/2014/main" id="{5E7F08DF-85ED-29A7-98AD-2E50993A780B}"/>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 Introduction to Windows Server</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5" name="TextBox 4">
            <a:extLst>
              <a:ext uri="{FF2B5EF4-FFF2-40B4-BE49-F238E27FC236}">
                <a16:creationId xmlns:a16="http://schemas.microsoft.com/office/drawing/2014/main" id="{64FC529F-E939-2FE2-5A92-B3E775113DC3}"/>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19</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151775710"/>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F4F94-E682-1585-7CE6-30E2B652539D}"/>
              </a:ext>
            </a:extLst>
          </p:cNvPr>
          <p:cNvSpPr>
            <a:spLocks noGrp="1"/>
          </p:cNvSpPr>
          <p:nvPr>
            <p:ph type="title"/>
          </p:nvPr>
        </p:nvSpPr>
        <p:spPr/>
        <p:txBody>
          <a:bodyPr wrap="square">
            <a:noAutofit/>
          </a:bodyPr>
          <a:lstStyle/>
          <a:p>
            <a:r>
              <a:rPr lang="en-GB"/>
              <a:t>Managing Services with PowerShell</a:t>
            </a:r>
          </a:p>
        </p:txBody>
      </p:sp>
      <p:sp>
        <p:nvSpPr>
          <p:cNvPr id="3" name="Shape 5">
            <a:extLst>
              <a:ext uri="{FF2B5EF4-FFF2-40B4-BE49-F238E27FC236}">
                <a16:creationId xmlns:a16="http://schemas.microsoft.com/office/drawing/2014/main" id="{07700B3C-231E-4BEA-AB30-4555C91F2AA1}"/>
              </a:ext>
            </a:extLst>
          </p:cNvPr>
          <p:cNvSpPr/>
          <p:nvPr/>
        </p:nvSpPr>
        <p:spPr>
          <a:xfrm>
            <a:off x="228600" y="835501"/>
            <a:ext cx="8686800" cy="4069080"/>
          </a:xfrm>
          <a:prstGeom prst="rect">
            <a:avLst/>
          </a:prstGeom>
          <a:solidFill>
            <a:schemeClr val="tx1"/>
          </a:solidFill>
          <a:ln w="12700">
            <a:solidFill>
              <a:srgbClr val="011627"/>
            </a:solidFill>
            <a:prstDash val="solid"/>
          </a:ln>
        </p:spPr>
        <p:txBody>
          <a:bodyPr/>
          <a:lstStyle/>
          <a:p>
            <a:endParaRPr lang="en-GB"/>
          </a:p>
        </p:txBody>
      </p:sp>
      <p:sp>
        <p:nvSpPr>
          <p:cNvPr id="4" name="Shape 6">
            <a:extLst>
              <a:ext uri="{FF2B5EF4-FFF2-40B4-BE49-F238E27FC236}">
                <a16:creationId xmlns:a16="http://schemas.microsoft.com/office/drawing/2014/main" id="{F7B383E5-C79D-34E9-A384-B543E5FAEA6C}"/>
              </a:ext>
            </a:extLst>
          </p:cNvPr>
          <p:cNvSpPr/>
          <p:nvPr/>
        </p:nvSpPr>
        <p:spPr>
          <a:xfrm>
            <a:off x="228600" y="835501"/>
            <a:ext cx="73152" cy="4069080"/>
          </a:xfrm>
          <a:prstGeom prst="rect">
            <a:avLst/>
          </a:prstGeom>
          <a:solidFill>
            <a:srgbClr val="0076D4"/>
          </a:solidFill>
          <a:ln w="12700">
            <a:solidFill>
              <a:srgbClr val="0076D4"/>
            </a:solidFill>
            <a:prstDash val="solid"/>
          </a:ln>
        </p:spPr>
        <p:txBody>
          <a:bodyPr/>
          <a:lstStyle/>
          <a:p>
            <a:endParaRPr lang="en-GB"/>
          </a:p>
        </p:txBody>
      </p:sp>
      <p:sp>
        <p:nvSpPr>
          <p:cNvPr id="5" name="Text 7">
            <a:extLst>
              <a:ext uri="{FF2B5EF4-FFF2-40B4-BE49-F238E27FC236}">
                <a16:creationId xmlns:a16="http://schemas.microsoft.com/office/drawing/2014/main" id="{AADBB781-AE6F-1901-AECB-4A8AC7C000C9}"/>
              </a:ext>
            </a:extLst>
          </p:cNvPr>
          <p:cNvSpPr/>
          <p:nvPr/>
        </p:nvSpPr>
        <p:spPr>
          <a:xfrm>
            <a:off x="411480" y="881221"/>
            <a:ext cx="8366760" cy="3931920"/>
          </a:xfrm>
          <a:prstGeom prst="rect">
            <a:avLst/>
          </a:prstGeom>
          <a:noFill/>
          <a:ln/>
        </p:spPr>
        <p:txBody>
          <a:bodyPr wrap="square" lIns="0" tIns="0" rIns="0" bIns="0" rtlCol="0" anchor="t">
            <a:normAutofit/>
          </a:bodyPr>
          <a:lstStyle/>
          <a:p>
            <a:pPr marL="0" indent="0" algn="l">
              <a:buNone/>
            </a:pPr>
            <a:r>
              <a:rPr lang="en-US" sz="1200" dirty="0">
                <a:solidFill>
                  <a:schemeClr val="bg1"/>
                </a:solidFill>
                <a:latin typeface="Segoe UI" panose="020B0502040204020203" pitchFamily="34" charset="0"/>
                <a:ea typeface="Consolas" pitchFamily="34" charset="-122"/>
                <a:cs typeface="Consolas" pitchFamily="34" charset="-120"/>
              </a:rPr>
              <a:t># Check WinRM service state</a:t>
            </a:r>
            <a:endParaRPr lang="en-US" sz="1200" dirty="0">
              <a:solidFill>
                <a:schemeClr val="bg1"/>
              </a:solidFill>
              <a:latin typeface="Segoe UI" panose="020B0502040204020203" pitchFamily="34" charset="0"/>
            </a:endParaRPr>
          </a:p>
          <a:p>
            <a:pPr marL="0" indent="0" algn="l">
              <a:buNone/>
            </a:pPr>
            <a:r>
              <a:rPr lang="en-US" sz="1200" dirty="0">
                <a:solidFill>
                  <a:schemeClr val="bg1"/>
                </a:solidFill>
                <a:latin typeface="Segoe UI" panose="020B0502040204020203" pitchFamily="34" charset="0"/>
                <a:ea typeface="Consolas" pitchFamily="34" charset="-122"/>
                <a:cs typeface="Consolas" pitchFamily="34" charset="-120"/>
              </a:rPr>
              <a:t>Get-Service WinRM</a:t>
            </a:r>
            <a:endParaRPr lang="en-US" sz="1200" dirty="0">
              <a:solidFill>
                <a:schemeClr val="bg1"/>
              </a:solidFill>
              <a:latin typeface="Segoe UI" panose="020B0502040204020203" pitchFamily="34" charset="0"/>
            </a:endParaRPr>
          </a:p>
          <a:p>
            <a:pPr marL="0" indent="0" algn="l">
              <a:buNone/>
            </a:pPr>
            <a:endParaRPr lang="en-US" sz="1200" dirty="0">
              <a:solidFill>
                <a:schemeClr val="bg1"/>
              </a:solidFill>
              <a:latin typeface="Segoe UI" panose="020B0502040204020203" pitchFamily="34" charset="0"/>
            </a:endParaRPr>
          </a:p>
          <a:p>
            <a:pPr marL="0" indent="0" algn="l">
              <a:buNone/>
            </a:pPr>
            <a:r>
              <a:rPr lang="en-US" sz="1200" dirty="0">
                <a:solidFill>
                  <a:schemeClr val="bg1"/>
                </a:solidFill>
                <a:latin typeface="Segoe UI" panose="020B0502040204020203" pitchFamily="34" charset="0"/>
                <a:ea typeface="Consolas" pitchFamily="34" charset="-122"/>
                <a:cs typeface="Consolas" pitchFamily="34" charset="-120"/>
              </a:rPr>
              <a:t># View WinRM dependencies</a:t>
            </a:r>
            <a:endParaRPr lang="en-US" sz="1200" dirty="0">
              <a:solidFill>
                <a:schemeClr val="bg1"/>
              </a:solidFill>
              <a:latin typeface="Segoe UI" panose="020B0502040204020203" pitchFamily="34" charset="0"/>
            </a:endParaRPr>
          </a:p>
          <a:p>
            <a:pPr marL="0" indent="0" algn="l">
              <a:buNone/>
            </a:pPr>
            <a:r>
              <a:rPr lang="en-US" sz="1200" dirty="0">
                <a:solidFill>
                  <a:schemeClr val="bg1"/>
                </a:solidFill>
                <a:latin typeface="Segoe UI" panose="020B0502040204020203" pitchFamily="34" charset="0"/>
                <a:ea typeface="Consolas" pitchFamily="34" charset="-122"/>
                <a:cs typeface="Consolas" pitchFamily="34" charset="-120"/>
              </a:rPr>
              <a:t>Get-Service WinRM -RequiredServices</a:t>
            </a:r>
            <a:endParaRPr lang="en-US" sz="1200" dirty="0">
              <a:solidFill>
                <a:schemeClr val="bg1"/>
              </a:solidFill>
              <a:latin typeface="Segoe UI" panose="020B0502040204020203" pitchFamily="34" charset="0"/>
            </a:endParaRPr>
          </a:p>
          <a:p>
            <a:pPr marL="0" indent="0" algn="l">
              <a:buNone/>
            </a:pPr>
            <a:endParaRPr lang="en-US" sz="1200" dirty="0">
              <a:solidFill>
                <a:schemeClr val="bg1"/>
              </a:solidFill>
              <a:latin typeface="Segoe UI" panose="020B0502040204020203" pitchFamily="34" charset="0"/>
            </a:endParaRPr>
          </a:p>
          <a:p>
            <a:pPr marL="0" indent="0" algn="l">
              <a:buNone/>
            </a:pPr>
            <a:r>
              <a:rPr lang="en-US" sz="1200" dirty="0">
                <a:solidFill>
                  <a:schemeClr val="bg1"/>
                </a:solidFill>
                <a:latin typeface="Segoe UI" panose="020B0502040204020203" pitchFamily="34" charset="0"/>
                <a:ea typeface="Consolas" pitchFamily="34" charset="-122"/>
                <a:cs typeface="Consolas" pitchFamily="34" charset="-120"/>
              </a:rPr>
              <a:t># Set startup type</a:t>
            </a:r>
            <a:endParaRPr lang="en-US" sz="1200" dirty="0">
              <a:solidFill>
                <a:schemeClr val="bg1"/>
              </a:solidFill>
              <a:latin typeface="Segoe UI" panose="020B0502040204020203" pitchFamily="34" charset="0"/>
            </a:endParaRPr>
          </a:p>
          <a:p>
            <a:pPr marL="0" indent="0" algn="l">
              <a:buNone/>
            </a:pPr>
            <a:r>
              <a:rPr lang="en-US" sz="1200" dirty="0">
                <a:solidFill>
                  <a:schemeClr val="bg1"/>
                </a:solidFill>
                <a:latin typeface="Segoe UI" panose="020B0502040204020203" pitchFamily="34" charset="0"/>
                <a:ea typeface="Consolas" pitchFamily="34" charset="-122"/>
                <a:cs typeface="Consolas" pitchFamily="34" charset="-120"/>
              </a:rPr>
              <a:t>Set-Service -Name WinRM -StartupType Automatic</a:t>
            </a:r>
            <a:endParaRPr lang="en-US" sz="1200" dirty="0">
              <a:solidFill>
                <a:schemeClr val="bg1"/>
              </a:solidFill>
              <a:latin typeface="Segoe UI" panose="020B0502040204020203" pitchFamily="34" charset="0"/>
            </a:endParaRPr>
          </a:p>
          <a:p>
            <a:pPr marL="0" indent="0" algn="l">
              <a:buNone/>
            </a:pPr>
            <a:endParaRPr lang="en-US" sz="1200" dirty="0">
              <a:solidFill>
                <a:schemeClr val="bg1"/>
              </a:solidFill>
              <a:latin typeface="Segoe UI" panose="020B0502040204020203" pitchFamily="34" charset="0"/>
            </a:endParaRPr>
          </a:p>
          <a:p>
            <a:pPr marL="0" indent="0" algn="l">
              <a:buNone/>
            </a:pPr>
            <a:r>
              <a:rPr lang="en-US" sz="1200" dirty="0">
                <a:solidFill>
                  <a:schemeClr val="bg1"/>
                </a:solidFill>
                <a:latin typeface="Segoe UI" panose="020B0502040204020203" pitchFamily="34" charset="0"/>
                <a:ea typeface="Consolas" pitchFamily="34" charset="-122"/>
                <a:cs typeface="Consolas" pitchFamily="34" charset="-120"/>
              </a:rPr>
              <a:t># Test a restart safely (WhatIf)</a:t>
            </a:r>
            <a:endParaRPr lang="en-US" sz="1200" dirty="0">
              <a:solidFill>
                <a:schemeClr val="bg1"/>
              </a:solidFill>
              <a:latin typeface="Segoe UI" panose="020B0502040204020203" pitchFamily="34" charset="0"/>
            </a:endParaRPr>
          </a:p>
          <a:p>
            <a:pPr marL="0" indent="0" algn="l">
              <a:buNone/>
            </a:pPr>
            <a:r>
              <a:rPr lang="en-US" sz="1200" dirty="0">
                <a:solidFill>
                  <a:schemeClr val="bg1"/>
                </a:solidFill>
                <a:latin typeface="Segoe UI" panose="020B0502040204020203" pitchFamily="34" charset="0"/>
                <a:ea typeface="Consolas" pitchFamily="34" charset="-122"/>
                <a:cs typeface="Consolas" pitchFamily="34" charset="-120"/>
              </a:rPr>
              <a:t>Restart-Service -Name WinRM -WhatIf</a:t>
            </a:r>
            <a:endParaRPr lang="en-US" sz="1200" dirty="0">
              <a:solidFill>
                <a:schemeClr val="bg1"/>
              </a:solidFill>
              <a:latin typeface="Segoe UI" panose="020B0502040204020203" pitchFamily="34" charset="0"/>
            </a:endParaRPr>
          </a:p>
          <a:p>
            <a:pPr marL="0" indent="0" algn="l">
              <a:buNone/>
            </a:pPr>
            <a:endParaRPr lang="en-US" sz="1200" dirty="0">
              <a:solidFill>
                <a:schemeClr val="bg1"/>
              </a:solidFill>
              <a:latin typeface="Segoe UI" panose="020B0502040204020203" pitchFamily="34" charset="0"/>
            </a:endParaRPr>
          </a:p>
          <a:p>
            <a:pPr marL="0" indent="0" algn="l">
              <a:buNone/>
            </a:pPr>
            <a:r>
              <a:rPr lang="en-US" sz="1200" dirty="0">
                <a:solidFill>
                  <a:schemeClr val="bg1"/>
                </a:solidFill>
                <a:latin typeface="Segoe UI" panose="020B0502040204020203" pitchFamily="34" charset="0"/>
                <a:ea typeface="Consolas" pitchFamily="34" charset="-122"/>
                <a:cs typeface="Consolas" pitchFamily="34" charset="-120"/>
              </a:rPr>
              <a:t># Query config with sc.exe</a:t>
            </a:r>
            <a:endParaRPr lang="en-US" sz="1200" dirty="0">
              <a:solidFill>
                <a:schemeClr val="bg1"/>
              </a:solidFill>
              <a:latin typeface="Segoe UI" panose="020B0502040204020203" pitchFamily="34" charset="0"/>
            </a:endParaRPr>
          </a:p>
          <a:p>
            <a:pPr marL="0" indent="0" algn="l">
              <a:buNone/>
            </a:pPr>
            <a:r>
              <a:rPr lang="en-US" sz="1200" dirty="0">
                <a:solidFill>
                  <a:schemeClr val="bg1"/>
                </a:solidFill>
                <a:latin typeface="Segoe UI" panose="020B0502040204020203" pitchFamily="34" charset="0"/>
                <a:ea typeface="Consolas" pitchFamily="34" charset="-122"/>
                <a:cs typeface="Consolas" pitchFamily="34" charset="-120"/>
              </a:rPr>
              <a:t>sc.exe qc WinRM</a:t>
            </a:r>
            <a:endParaRPr lang="en-US" sz="1200" dirty="0">
              <a:solidFill>
                <a:schemeClr val="bg1"/>
              </a:solidFill>
              <a:latin typeface="Segoe UI" panose="020B0502040204020203" pitchFamily="34" charset="0"/>
            </a:endParaRPr>
          </a:p>
        </p:txBody>
      </p:sp>
      <p:sp>
        <p:nvSpPr>
          <p:cNvPr id="6" name="Course footer">
            <a:extLst>
              <a:ext uri="{FF2B5EF4-FFF2-40B4-BE49-F238E27FC236}">
                <a16:creationId xmlns:a16="http://schemas.microsoft.com/office/drawing/2014/main" id="{6F24F727-9001-D8E4-CA43-0B1235F99724}"/>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 Introduction to Windows Server</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7" name="TextBox 6">
            <a:extLst>
              <a:ext uri="{FF2B5EF4-FFF2-40B4-BE49-F238E27FC236}">
                <a16:creationId xmlns:a16="http://schemas.microsoft.com/office/drawing/2014/main" id="{0115FEE8-6EF9-3A92-3F1B-D1B57B503B42}"/>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20</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3158964925"/>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0A765-3AE8-6F62-7A80-FA16AE042359}"/>
              </a:ext>
            </a:extLst>
          </p:cNvPr>
          <p:cNvSpPr>
            <a:spLocks noGrp="1"/>
          </p:cNvSpPr>
          <p:nvPr>
            <p:ph type="title"/>
          </p:nvPr>
        </p:nvSpPr>
        <p:spPr/>
        <p:txBody>
          <a:bodyPr wrap="square">
            <a:noAutofit/>
          </a:bodyPr>
          <a:lstStyle/>
          <a:p>
            <a:r>
              <a:rPr lang="en-GB"/>
              <a:t>Services: Common Mistakes to Avoid</a:t>
            </a:r>
          </a:p>
        </p:txBody>
      </p:sp>
      <p:sp>
        <p:nvSpPr>
          <p:cNvPr id="3" name="Shape 5">
            <a:extLst>
              <a:ext uri="{FF2B5EF4-FFF2-40B4-BE49-F238E27FC236}">
                <a16:creationId xmlns:a16="http://schemas.microsoft.com/office/drawing/2014/main" id="{BBCB1B72-301D-8B99-13BB-291C9376C517}"/>
              </a:ext>
            </a:extLst>
          </p:cNvPr>
          <p:cNvSpPr/>
          <p:nvPr/>
        </p:nvSpPr>
        <p:spPr>
          <a:xfrm>
            <a:off x="228600" y="1070451"/>
            <a:ext cx="8686800" cy="594360"/>
          </a:xfrm>
          <a:prstGeom prst="rect">
            <a:avLst/>
          </a:prstGeom>
          <a:solidFill>
            <a:srgbClr val="FFF0F0"/>
          </a:solidFill>
          <a:ln w="6350">
            <a:solidFill>
              <a:srgbClr val="F8C8C8"/>
            </a:solidFill>
            <a:prstDash val="solid"/>
          </a:ln>
        </p:spPr>
        <p:txBody>
          <a:bodyPr/>
          <a:lstStyle/>
          <a:p>
            <a:endParaRPr lang="en-GB"/>
          </a:p>
        </p:txBody>
      </p:sp>
      <p:pic>
        <p:nvPicPr>
          <p:cNvPr id="4" name="Image 0" descr="preencoded.png">
            <a:extLst>
              <a:ext uri="{FF2B5EF4-FFF2-40B4-BE49-F238E27FC236}">
                <a16:creationId xmlns:a16="http://schemas.microsoft.com/office/drawing/2014/main" id="{650B2ED2-8C85-55A3-9A28-3556F3934BF3}"/>
              </a:ext>
            </a:extLst>
          </p:cNvPr>
          <p:cNvPicPr>
            <a:picLocks noChangeAspect="1"/>
          </p:cNvPicPr>
          <p:nvPr/>
        </p:nvPicPr>
        <p:blipFill>
          <a:blip r:embed="rId2"/>
          <a:stretch>
            <a:fillRect/>
          </a:stretch>
        </p:blipFill>
        <p:spPr>
          <a:xfrm>
            <a:off x="347472" y="1189323"/>
            <a:ext cx="347472" cy="347472"/>
          </a:xfrm>
          <a:prstGeom prst="rect">
            <a:avLst/>
          </a:prstGeom>
        </p:spPr>
      </p:pic>
      <p:sp>
        <p:nvSpPr>
          <p:cNvPr id="5" name="Text 6">
            <a:extLst>
              <a:ext uri="{FF2B5EF4-FFF2-40B4-BE49-F238E27FC236}">
                <a16:creationId xmlns:a16="http://schemas.microsoft.com/office/drawing/2014/main" id="{C8850A75-A67C-E6AC-E9F2-1C9771B58F01}"/>
              </a:ext>
            </a:extLst>
          </p:cNvPr>
          <p:cNvSpPr/>
          <p:nvPr/>
        </p:nvSpPr>
        <p:spPr>
          <a:xfrm>
            <a:off x="804672" y="1070451"/>
            <a:ext cx="7955280" cy="594360"/>
          </a:xfrm>
          <a:prstGeom prst="rect">
            <a:avLst/>
          </a:prstGeom>
          <a:noFill/>
          <a:ln/>
        </p:spPr>
        <p:txBody>
          <a:bodyPr wrap="square" lIns="0" tIns="0" rIns="0" bIns="0" rtlCol="0" anchor="ctr">
            <a:normAutofit/>
          </a:bodyPr>
          <a:lstStyle/>
          <a:p>
            <a:pPr marL="0" indent="0" algn="l">
              <a:buNone/>
            </a:pPr>
            <a:r>
              <a:rPr lang="en-US" sz="1400" dirty="0">
                <a:solidFill>
                  <a:srgbClr val="C62828"/>
                </a:solidFill>
                <a:latin typeface="Segoe UI" panose="020B0502040204020203" pitchFamily="34" charset="0"/>
                <a:ea typeface="Calibri" pitchFamily="34" charset="-122"/>
                <a:cs typeface="Calibri" pitchFamily="34" charset="-120"/>
              </a:rPr>
              <a:t>Restarting services without checking dependencies</a:t>
            </a:r>
            <a:endParaRPr lang="en-US" sz="1400" dirty="0">
              <a:latin typeface="Segoe UI" panose="020B0502040204020203" pitchFamily="34" charset="0"/>
            </a:endParaRPr>
          </a:p>
        </p:txBody>
      </p:sp>
      <p:sp>
        <p:nvSpPr>
          <p:cNvPr id="6" name="Shape 7">
            <a:extLst>
              <a:ext uri="{FF2B5EF4-FFF2-40B4-BE49-F238E27FC236}">
                <a16:creationId xmlns:a16="http://schemas.microsoft.com/office/drawing/2014/main" id="{D14334AD-8E60-BD45-5DDB-D5558192A9E6}"/>
              </a:ext>
            </a:extLst>
          </p:cNvPr>
          <p:cNvSpPr/>
          <p:nvPr/>
        </p:nvSpPr>
        <p:spPr>
          <a:xfrm>
            <a:off x="228600" y="1820259"/>
            <a:ext cx="8686800" cy="594360"/>
          </a:xfrm>
          <a:prstGeom prst="rect">
            <a:avLst/>
          </a:prstGeom>
          <a:solidFill>
            <a:srgbClr val="FFF8F8"/>
          </a:solidFill>
          <a:ln w="6350">
            <a:solidFill>
              <a:srgbClr val="F8C8C8"/>
            </a:solidFill>
            <a:prstDash val="solid"/>
          </a:ln>
        </p:spPr>
        <p:txBody>
          <a:bodyPr/>
          <a:lstStyle/>
          <a:p>
            <a:endParaRPr lang="en-GB"/>
          </a:p>
        </p:txBody>
      </p:sp>
      <p:pic>
        <p:nvPicPr>
          <p:cNvPr id="7" name="Image 1" descr="preencoded.png">
            <a:extLst>
              <a:ext uri="{FF2B5EF4-FFF2-40B4-BE49-F238E27FC236}">
                <a16:creationId xmlns:a16="http://schemas.microsoft.com/office/drawing/2014/main" id="{8694790E-A6CD-D195-181C-B8227885DC8B}"/>
              </a:ext>
            </a:extLst>
          </p:cNvPr>
          <p:cNvPicPr>
            <a:picLocks noChangeAspect="1"/>
          </p:cNvPicPr>
          <p:nvPr/>
        </p:nvPicPr>
        <p:blipFill>
          <a:blip r:embed="rId2"/>
          <a:stretch>
            <a:fillRect/>
          </a:stretch>
        </p:blipFill>
        <p:spPr>
          <a:xfrm>
            <a:off x="347472" y="1939131"/>
            <a:ext cx="347472" cy="347472"/>
          </a:xfrm>
          <a:prstGeom prst="rect">
            <a:avLst/>
          </a:prstGeom>
        </p:spPr>
      </p:pic>
      <p:sp>
        <p:nvSpPr>
          <p:cNvPr id="8" name="Text 8">
            <a:extLst>
              <a:ext uri="{FF2B5EF4-FFF2-40B4-BE49-F238E27FC236}">
                <a16:creationId xmlns:a16="http://schemas.microsoft.com/office/drawing/2014/main" id="{EAB3D7AC-A467-EC76-DF39-F84FEC25DDAC}"/>
              </a:ext>
            </a:extLst>
          </p:cNvPr>
          <p:cNvSpPr/>
          <p:nvPr/>
        </p:nvSpPr>
        <p:spPr>
          <a:xfrm>
            <a:off x="804672" y="1820259"/>
            <a:ext cx="7955280" cy="594360"/>
          </a:xfrm>
          <a:prstGeom prst="rect">
            <a:avLst/>
          </a:prstGeom>
          <a:noFill/>
          <a:ln/>
        </p:spPr>
        <p:txBody>
          <a:bodyPr wrap="square" lIns="0" tIns="0" rIns="0" bIns="0" rtlCol="0" anchor="ctr">
            <a:normAutofit/>
          </a:bodyPr>
          <a:lstStyle/>
          <a:p>
            <a:pPr marL="0" indent="0" algn="l">
              <a:buNone/>
            </a:pPr>
            <a:r>
              <a:rPr lang="en-US" sz="1400" dirty="0">
                <a:solidFill>
                  <a:srgbClr val="C62828"/>
                </a:solidFill>
                <a:latin typeface="Segoe UI" panose="020B0502040204020203" pitchFamily="34" charset="0"/>
                <a:ea typeface="Calibri" pitchFamily="34" charset="-122"/>
                <a:cs typeface="Calibri" pitchFamily="34" charset="-120"/>
              </a:rPr>
              <a:t>Disabling services without understanding role impact</a:t>
            </a:r>
            <a:endParaRPr lang="en-US" sz="1400" dirty="0">
              <a:latin typeface="Segoe UI" panose="020B0502040204020203" pitchFamily="34" charset="0"/>
            </a:endParaRPr>
          </a:p>
        </p:txBody>
      </p:sp>
      <p:sp>
        <p:nvSpPr>
          <p:cNvPr id="9" name="Shape 9">
            <a:extLst>
              <a:ext uri="{FF2B5EF4-FFF2-40B4-BE49-F238E27FC236}">
                <a16:creationId xmlns:a16="http://schemas.microsoft.com/office/drawing/2014/main" id="{DB5DD99C-A5BB-A09F-B6FF-21166DC0A68F}"/>
              </a:ext>
            </a:extLst>
          </p:cNvPr>
          <p:cNvSpPr/>
          <p:nvPr/>
        </p:nvSpPr>
        <p:spPr>
          <a:xfrm>
            <a:off x="228600" y="2570067"/>
            <a:ext cx="8686800" cy="594360"/>
          </a:xfrm>
          <a:prstGeom prst="rect">
            <a:avLst/>
          </a:prstGeom>
          <a:solidFill>
            <a:srgbClr val="FFF0F0"/>
          </a:solidFill>
          <a:ln w="6350">
            <a:solidFill>
              <a:srgbClr val="F8C8C8"/>
            </a:solidFill>
            <a:prstDash val="solid"/>
          </a:ln>
        </p:spPr>
        <p:txBody>
          <a:bodyPr/>
          <a:lstStyle/>
          <a:p>
            <a:endParaRPr lang="en-GB"/>
          </a:p>
        </p:txBody>
      </p:sp>
      <p:pic>
        <p:nvPicPr>
          <p:cNvPr id="10" name="Image 2" descr="preencoded.png">
            <a:extLst>
              <a:ext uri="{FF2B5EF4-FFF2-40B4-BE49-F238E27FC236}">
                <a16:creationId xmlns:a16="http://schemas.microsoft.com/office/drawing/2014/main" id="{94D15641-30B2-9409-A219-467CAB17A440}"/>
              </a:ext>
            </a:extLst>
          </p:cNvPr>
          <p:cNvPicPr>
            <a:picLocks noChangeAspect="1"/>
          </p:cNvPicPr>
          <p:nvPr/>
        </p:nvPicPr>
        <p:blipFill>
          <a:blip r:embed="rId2"/>
          <a:stretch>
            <a:fillRect/>
          </a:stretch>
        </p:blipFill>
        <p:spPr>
          <a:xfrm>
            <a:off x="347472" y="2688939"/>
            <a:ext cx="347472" cy="347472"/>
          </a:xfrm>
          <a:prstGeom prst="rect">
            <a:avLst/>
          </a:prstGeom>
        </p:spPr>
      </p:pic>
      <p:sp>
        <p:nvSpPr>
          <p:cNvPr id="11" name="Text 10">
            <a:extLst>
              <a:ext uri="{FF2B5EF4-FFF2-40B4-BE49-F238E27FC236}">
                <a16:creationId xmlns:a16="http://schemas.microsoft.com/office/drawing/2014/main" id="{48147308-24C9-485E-D1B8-7C10837D53F5}"/>
              </a:ext>
            </a:extLst>
          </p:cNvPr>
          <p:cNvSpPr/>
          <p:nvPr/>
        </p:nvSpPr>
        <p:spPr>
          <a:xfrm>
            <a:off x="804672" y="2570067"/>
            <a:ext cx="7955280" cy="594360"/>
          </a:xfrm>
          <a:prstGeom prst="rect">
            <a:avLst/>
          </a:prstGeom>
          <a:noFill/>
          <a:ln/>
        </p:spPr>
        <p:txBody>
          <a:bodyPr wrap="square" lIns="0" tIns="0" rIns="0" bIns="0" rtlCol="0" anchor="ctr">
            <a:normAutofit/>
          </a:bodyPr>
          <a:lstStyle/>
          <a:p>
            <a:pPr marL="0" indent="0" algn="l">
              <a:buNone/>
            </a:pPr>
            <a:r>
              <a:rPr lang="en-US" sz="1400" dirty="0">
                <a:solidFill>
                  <a:srgbClr val="C62828"/>
                </a:solidFill>
                <a:latin typeface="Segoe UI" panose="020B0502040204020203" pitchFamily="34" charset="0"/>
                <a:ea typeface="Calibri" pitchFamily="34" charset="-122"/>
                <a:cs typeface="Calibri" pitchFamily="34" charset="-120"/>
              </a:rPr>
              <a:t>Assuming Server Manager exposes all service properties</a:t>
            </a:r>
            <a:endParaRPr lang="en-US" sz="1400" dirty="0">
              <a:latin typeface="Segoe UI" panose="020B0502040204020203" pitchFamily="34" charset="0"/>
            </a:endParaRPr>
          </a:p>
        </p:txBody>
      </p:sp>
      <p:sp>
        <p:nvSpPr>
          <p:cNvPr id="12" name="Shape 11">
            <a:extLst>
              <a:ext uri="{FF2B5EF4-FFF2-40B4-BE49-F238E27FC236}">
                <a16:creationId xmlns:a16="http://schemas.microsoft.com/office/drawing/2014/main" id="{108521A1-65ED-B39E-C649-E8F364FC9D11}"/>
              </a:ext>
            </a:extLst>
          </p:cNvPr>
          <p:cNvSpPr/>
          <p:nvPr/>
        </p:nvSpPr>
        <p:spPr>
          <a:xfrm>
            <a:off x="228600" y="3319875"/>
            <a:ext cx="8686800" cy="594360"/>
          </a:xfrm>
          <a:prstGeom prst="rect">
            <a:avLst/>
          </a:prstGeom>
          <a:solidFill>
            <a:srgbClr val="FFF8F8"/>
          </a:solidFill>
          <a:ln w="6350">
            <a:solidFill>
              <a:srgbClr val="F8C8C8"/>
            </a:solidFill>
            <a:prstDash val="solid"/>
          </a:ln>
        </p:spPr>
        <p:txBody>
          <a:bodyPr/>
          <a:lstStyle/>
          <a:p>
            <a:endParaRPr lang="en-GB"/>
          </a:p>
        </p:txBody>
      </p:sp>
      <p:pic>
        <p:nvPicPr>
          <p:cNvPr id="13" name="Image 3" descr="preencoded.png">
            <a:extLst>
              <a:ext uri="{FF2B5EF4-FFF2-40B4-BE49-F238E27FC236}">
                <a16:creationId xmlns:a16="http://schemas.microsoft.com/office/drawing/2014/main" id="{48389A24-FCBD-B554-05D4-B67A621E6816}"/>
              </a:ext>
            </a:extLst>
          </p:cNvPr>
          <p:cNvPicPr>
            <a:picLocks noChangeAspect="1"/>
          </p:cNvPicPr>
          <p:nvPr/>
        </p:nvPicPr>
        <p:blipFill>
          <a:blip r:embed="rId2"/>
          <a:stretch>
            <a:fillRect/>
          </a:stretch>
        </p:blipFill>
        <p:spPr>
          <a:xfrm>
            <a:off x="347472" y="3438747"/>
            <a:ext cx="347472" cy="347472"/>
          </a:xfrm>
          <a:prstGeom prst="rect">
            <a:avLst/>
          </a:prstGeom>
        </p:spPr>
      </p:pic>
      <p:sp>
        <p:nvSpPr>
          <p:cNvPr id="14" name="Text 12">
            <a:extLst>
              <a:ext uri="{FF2B5EF4-FFF2-40B4-BE49-F238E27FC236}">
                <a16:creationId xmlns:a16="http://schemas.microsoft.com/office/drawing/2014/main" id="{CCD32F6E-038D-CA9E-DBB3-A7AA8F90A5DD}"/>
              </a:ext>
            </a:extLst>
          </p:cNvPr>
          <p:cNvSpPr/>
          <p:nvPr/>
        </p:nvSpPr>
        <p:spPr>
          <a:xfrm>
            <a:off x="804672" y="3319875"/>
            <a:ext cx="7955280" cy="594360"/>
          </a:xfrm>
          <a:prstGeom prst="rect">
            <a:avLst/>
          </a:prstGeom>
          <a:noFill/>
          <a:ln/>
        </p:spPr>
        <p:txBody>
          <a:bodyPr wrap="square" lIns="0" tIns="0" rIns="0" bIns="0" rtlCol="0" anchor="ctr">
            <a:normAutofit/>
          </a:bodyPr>
          <a:lstStyle/>
          <a:p>
            <a:pPr marL="0" indent="0" algn="l">
              <a:buNone/>
            </a:pPr>
            <a:r>
              <a:rPr lang="en-US" sz="1400" dirty="0">
                <a:solidFill>
                  <a:srgbClr val="C62828"/>
                </a:solidFill>
                <a:latin typeface="Segoe UI" panose="020B0502040204020203" pitchFamily="34" charset="0"/>
                <a:ea typeface="Calibri" pitchFamily="34" charset="-122"/>
                <a:cs typeface="Calibri" pitchFamily="34" charset="-120"/>
              </a:rPr>
              <a:t>Ignoring service account and permission issues</a:t>
            </a:r>
            <a:endParaRPr lang="en-US" sz="1400" dirty="0">
              <a:latin typeface="Segoe UI" panose="020B0502040204020203" pitchFamily="34" charset="0"/>
            </a:endParaRPr>
          </a:p>
        </p:txBody>
      </p:sp>
      <p:sp>
        <p:nvSpPr>
          <p:cNvPr id="15" name="Shape 13">
            <a:extLst>
              <a:ext uri="{FF2B5EF4-FFF2-40B4-BE49-F238E27FC236}">
                <a16:creationId xmlns:a16="http://schemas.microsoft.com/office/drawing/2014/main" id="{6756CD45-8236-8EE0-2A09-0554A0EB0949}"/>
              </a:ext>
            </a:extLst>
          </p:cNvPr>
          <p:cNvSpPr/>
          <p:nvPr/>
        </p:nvSpPr>
        <p:spPr>
          <a:xfrm>
            <a:off x="228600" y="4069683"/>
            <a:ext cx="8686800" cy="594360"/>
          </a:xfrm>
          <a:prstGeom prst="rect">
            <a:avLst/>
          </a:prstGeom>
          <a:solidFill>
            <a:srgbClr val="FFF0F0"/>
          </a:solidFill>
          <a:ln w="6350">
            <a:solidFill>
              <a:srgbClr val="F8C8C8"/>
            </a:solidFill>
            <a:prstDash val="solid"/>
          </a:ln>
        </p:spPr>
        <p:txBody>
          <a:bodyPr/>
          <a:lstStyle/>
          <a:p>
            <a:endParaRPr lang="en-GB"/>
          </a:p>
        </p:txBody>
      </p:sp>
      <p:pic>
        <p:nvPicPr>
          <p:cNvPr id="16" name="Image 4" descr="preencoded.png">
            <a:extLst>
              <a:ext uri="{FF2B5EF4-FFF2-40B4-BE49-F238E27FC236}">
                <a16:creationId xmlns:a16="http://schemas.microsoft.com/office/drawing/2014/main" id="{E056D507-46F1-8F91-5D55-248C398115EF}"/>
              </a:ext>
            </a:extLst>
          </p:cNvPr>
          <p:cNvPicPr>
            <a:picLocks noChangeAspect="1"/>
          </p:cNvPicPr>
          <p:nvPr/>
        </p:nvPicPr>
        <p:blipFill>
          <a:blip r:embed="rId2"/>
          <a:stretch>
            <a:fillRect/>
          </a:stretch>
        </p:blipFill>
        <p:spPr>
          <a:xfrm>
            <a:off x="347472" y="4188555"/>
            <a:ext cx="347472" cy="347472"/>
          </a:xfrm>
          <a:prstGeom prst="rect">
            <a:avLst/>
          </a:prstGeom>
        </p:spPr>
      </p:pic>
      <p:sp>
        <p:nvSpPr>
          <p:cNvPr id="17" name="Text 14">
            <a:extLst>
              <a:ext uri="{FF2B5EF4-FFF2-40B4-BE49-F238E27FC236}">
                <a16:creationId xmlns:a16="http://schemas.microsoft.com/office/drawing/2014/main" id="{0E71C52D-8154-1056-28F2-2676C2F8471B}"/>
              </a:ext>
            </a:extLst>
          </p:cNvPr>
          <p:cNvSpPr/>
          <p:nvPr/>
        </p:nvSpPr>
        <p:spPr>
          <a:xfrm>
            <a:off x="804672" y="4069683"/>
            <a:ext cx="7955280" cy="594360"/>
          </a:xfrm>
          <a:prstGeom prst="rect">
            <a:avLst/>
          </a:prstGeom>
          <a:noFill/>
          <a:ln/>
        </p:spPr>
        <p:txBody>
          <a:bodyPr wrap="square" lIns="0" tIns="0" rIns="0" bIns="0" rtlCol="0" anchor="ctr">
            <a:normAutofit/>
          </a:bodyPr>
          <a:lstStyle/>
          <a:p>
            <a:pPr marL="0" indent="0" algn="l">
              <a:buNone/>
            </a:pPr>
            <a:r>
              <a:rPr lang="en-US" sz="1400" dirty="0">
                <a:solidFill>
                  <a:srgbClr val="C62828"/>
                </a:solidFill>
                <a:latin typeface="Segoe UI" panose="020B0502040204020203" pitchFamily="34" charset="0"/>
                <a:ea typeface="Calibri" pitchFamily="34" charset="-122"/>
                <a:cs typeface="Calibri" pitchFamily="34" charset="-120"/>
              </a:rPr>
              <a:t>Confusing a service symptom with the root cause in networking, identity, certs, or storage</a:t>
            </a:r>
            <a:endParaRPr lang="en-US" sz="1400" dirty="0">
              <a:latin typeface="Segoe UI" panose="020B0502040204020203" pitchFamily="34" charset="0"/>
            </a:endParaRPr>
          </a:p>
        </p:txBody>
      </p:sp>
      <p:sp>
        <p:nvSpPr>
          <p:cNvPr id="18" name="Course footer">
            <a:extLst>
              <a:ext uri="{FF2B5EF4-FFF2-40B4-BE49-F238E27FC236}">
                <a16:creationId xmlns:a16="http://schemas.microsoft.com/office/drawing/2014/main" id="{FD19BB42-AA14-90AA-388D-53B965370E89}"/>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 Introduction to Windows Server</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9" name="TextBox 18">
            <a:extLst>
              <a:ext uri="{FF2B5EF4-FFF2-40B4-BE49-F238E27FC236}">
                <a16:creationId xmlns:a16="http://schemas.microsoft.com/office/drawing/2014/main" id="{7C2F5033-E81A-7D0A-EDB1-D7CFFACE87E0}"/>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21</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2366989057"/>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61EAE-45A0-F2D4-C892-1B9C9A507080}"/>
              </a:ext>
            </a:extLst>
          </p:cNvPr>
          <p:cNvSpPr>
            <a:spLocks noGrp="1"/>
          </p:cNvSpPr>
          <p:nvPr>
            <p:ph type="title"/>
          </p:nvPr>
        </p:nvSpPr>
        <p:spPr/>
        <p:txBody>
          <a:bodyPr wrap="square">
            <a:noAutofit/>
          </a:bodyPr>
          <a:lstStyle/>
          <a:p>
            <a:r>
              <a:rPr lang="en-GB"/>
              <a:t>Topic 1.4 | Windows Server Architecture</a:t>
            </a:r>
          </a:p>
        </p:txBody>
      </p:sp>
    </p:spTree>
    <p:extLst>
      <p:ext uri="{BB962C8B-B14F-4D97-AF65-F5344CB8AC3E}">
        <p14:creationId xmlns:p14="http://schemas.microsoft.com/office/powerpoint/2010/main" val="2602650751"/>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ECDFDB-C98D-5714-2849-0C739239DF40}"/>
              </a:ext>
            </a:extLst>
          </p:cNvPr>
          <p:cNvSpPr>
            <a:spLocks noGrp="1"/>
          </p:cNvSpPr>
          <p:nvPr>
            <p:ph type="title"/>
          </p:nvPr>
        </p:nvSpPr>
        <p:spPr/>
        <p:txBody>
          <a:bodyPr wrap="square">
            <a:noAutofit/>
          </a:bodyPr>
          <a:lstStyle/>
          <a:p>
            <a:r>
              <a:rPr lang="en-GB"/>
              <a:t>1.4 Windows Server Architecture</a:t>
            </a:r>
          </a:p>
        </p:txBody>
      </p:sp>
      <p:sp>
        <p:nvSpPr>
          <p:cNvPr id="3" name="Text 5">
            <a:extLst>
              <a:ext uri="{FF2B5EF4-FFF2-40B4-BE49-F238E27FC236}">
                <a16:creationId xmlns:a16="http://schemas.microsoft.com/office/drawing/2014/main" id="{A6E27E0B-0179-199A-6D47-1074FBEEEB0C}"/>
              </a:ext>
            </a:extLst>
          </p:cNvPr>
          <p:cNvSpPr/>
          <p:nvPr/>
        </p:nvSpPr>
        <p:spPr>
          <a:xfrm>
            <a:off x="368300" y="1210151"/>
            <a:ext cx="4064000" cy="3314700"/>
          </a:xfrm>
          <a:prstGeom prst="rect">
            <a:avLst/>
          </a:prstGeom>
          <a:noFill/>
          <a:ln/>
        </p:spPr>
        <p:txBody>
          <a:bodyPr wrap="square" lIns="0" tIns="0" rIns="0" bIns="0" rtlCol="0" anchor="t">
            <a:normAutofit/>
          </a:bodyPr>
          <a:lstStyle/>
          <a:p>
            <a:pPr marL="342900" indent="-342900">
              <a:spcAft>
                <a:spcPts val="6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Windows Server is a layered platform — not only a role host</a:t>
            </a:r>
            <a:endParaRPr lang="en-US" sz="1600" dirty="0">
              <a:latin typeface="Segoe UI" panose="020B0502040204020203" pitchFamily="34" charset="0"/>
            </a:endParaRPr>
          </a:p>
          <a:p>
            <a:pPr marL="342900" indent="-342900">
              <a:spcAft>
                <a:spcPts val="6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Roles and features sit on top of the core operating system</a:t>
            </a:r>
            <a:endParaRPr lang="en-US" sz="1600" dirty="0">
              <a:latin typeface="Segoe UI" panose="020B0502040204020203" pitchFamily="34" charset="0"/>
            </a:endParaRPr>
          </a:p>
          <a:p>
            <a:pPr marL="342900" indent="-342900">
              <a:spcAft>
                <a:spcPts val="6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Management, security, networking, storage, and identity interact across the platform</a:t>
            </a:r>
            <a:endParaRPr lang="en-US" sz="1600" dirty="0">
              <a:latin typeface="Segoe UI" panose="020B0502040204020203" pitchFamily="34" charset="0"/>
            </a:endParaRPr>
          </a:p>
          <a:p>
            <a:pPr marL="342900" indent="-342900">
              <a:spcAft>
                <a:spcPts val="6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Architectural awareness improves troubleshooting and design decisions</a:t>
            </a:r>
            <a:endParaRPr lang="en-US" sz="1600" dirty="0">
              <a:latin typeface="Segoe UI" panose="020B0502040204020203" pitchFamily="34" charset="0"/>
            </a:endParaRPr>
          </a:p>
        </p:txBody>
      </p:sp>
      <p:sp>
        <p:nvSpPr>
          <p:cNvPr id="4" name="Shape 6">
            <a:extLst>
              <a:ext uri="{FF2B5EF4-FFF2-40B4-BE49-F238E27FC236}">
                <a16:creationId xmlns:a16="http://schemas.microsoft.com/office/drawing/2014/main" id="{36986B55-3728-D933-9196-F9ED34680D12}"/>
              </a:ext>
            </a:extLst>
          </p:cNvPr>
          <p:cNvSpPr/>
          <p:nvPr/>
        </p:nvSpPr>
        <p:spPr>
          <a:xfrm>
            <a:off x="5502592" y="1997551"/>
            <a:ext cx="2809875" cy="1003300"/>
          </a:xfrm>
          <a:prstGeom prst="rect">
            <a:avLst/>
          </a:prstGeom>
          <a:solidFill>
            <a:srgbClr val="0076D4"/>
          </a:solidFill>
          <a:ln w="12700">
            <a:solidFill>
              <a:srgbClr val="0076D4"/>
            </a:solidFill>
            <a:prstDash val="solid"/>
          </a:ln>
        </p:spPr>
        <p:txBody>
          <a:bodyPr/>
          <a:lstStyle/>
          <a:p>
            <a:endParaRPr lang="en-GB"/>
          </a:p>
        </p:txBody>
      </p:sp>
      <p:sp>
        <p:nvSpPr>
          <p:cNvPr id="5" name="Text 7">
            <a:extLst>
              <a:ext uri="{FF2B5EF4-FFF2-40B4-BE49-F238E27FC236}">
                <a16:creationId xmlns:a16="http://schemas.microsoft.com/office/drawing/2014/main" id="{96910970-93BA-6EC8-EE0F-98013931CBA9}"/>
              </a:ext>
            </a:extLst>
          </p:cNvPr>
          <p:cNvSpPr/>
          <p:nvPr/>
        </p:nvSpPr>
        <p:spPr>
          <a:xfrm>
            <a:off x="5502592" y="1997551"/>
            <a:ext cx="2809875" cy="1003300"/>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Segoe UI" panose="020B0502040204020203" pitchFamily="34" charset="0"/>
                <a:ea typeface="Calibri" pitchFamily="34" charset="-122"/>
                <a:cs typeface="Calibri" pitchFamily="34" charset="-120"/>
              </a:rPr>
              <a:t>Windows Server</a:t>
            </a:r>
            <a:endParaRPr lang="en-US" sz="1300" dirty="0">
              <a:latin typeface="Segoe UI" panose="020B0502040204020203" pitchFamily="34" charset="0"/>
            </a:endParaRPr>
          </a:p>
          <a:p>
            <a:pPr marL="0" indent="0" algn="ctr">
              <a:buNone/>
            </a:pPr>
            <a:r>
              <a:rPr lang="en-US" sz="1300" b="1" dirty="0">
                <a:solidFill>
                  <a:srgbClr val="FFFFFF"/>
                </a:solidFill>
                <a:latin typeface="Segoe UI" panose="020B0502040204020203" pitchFamily="34" charset="0"/>
                <a:ea typeface="Calibri" pitchFamily="34" charset="-122"/>
                <a:cs typeface="Calibri" pitchFamily="34" charset="-120"/>
              </a:rPr>
              <a:t>Core OS</a:t>
            </a:r>
            <a:endParaRPr lang="en-US" sz="1300" dirty="0">
              <a:latin typeface="Segoe UI" panose="020B0502040204020203" pitchFamily="34" charset="0"/>
            </a:endParaRPr>
          </a:p>
        </p:txBody>
      </p:sp>
      <p:sp>
        <p:nvSpPr>
          <p:cNvPr id="6" name="Shape 8">
            <a:extLst>
              <a:ext uri="{FF2B5EF4-FFF2-40B4-BE49-F238E27FC236}">
                <a16:creationId xmlns:a16="http://schemas.microsoft.com/office/drawing/2014/main" id="{8CA4CC52-C3AC-FA5C-AFCB-D67DB3AFDD44}"/>
              </a:ext>
            </a:extLst>
          </p:cNvPr>
          <p:cNvSpPr/>
          <p:nvPr/>
        </p:nvSpPr>
        <p:spPr>
          <a:xfrm>
            <a:off x="5034280" y="1210151"/>
            <a:ext cx="1822450" cy="685800"/>
          </a:xfrm>
          <a:prstGeom prst="rect">
            <a:avLst/>
          </a:prstGeom>
          <a:solidFill>
            <a:srgbClr val="243A5E"/>
          </a:solidFill>
          <a:ln w="12700">
            <a:solidFill>
              <a:srgbClr val="8ECAE6"/>
            </a:solidFill>
            <a:prstDash val="solid"/>
          </a:ln>
        </p:spPr>
        <p:txBody>
          <a:bodyPr/>
          <a:lstStyle/>
          <a:p>
            <a:endParaRPr lang="en-GB"/>
          </a:p>
        </p:txBody>
      </p:sp>
      <p:sp>
        <p:nvSpPr>
          <p:cNvPr id="7" name="Text 9">
            <a:extLst>
              <a:ext uri="{FF2B5EF4-FFF2-40B4-BE49-F238E27FC236}">
                <a16:creationId xmlns:a16="http://schemas.microsoft.com/office/drawing/2014/main" id="{72AC3350-97C4-B678-34E8-92C5E2159617}"/>
              </a:ext>
            </a:extLst>
          </p:cNvPr>
          <p:cNvSpPr/>
          <p:nvPr/>
        </p:nvSpPr>
        <p:spPr>
          <a:xfrm>
            <a:off x="5034280" y="1210151"/>
            <a:ext cx="1822450" cy="685800"/>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Segoe UI" panose="020B0502040204020203" pitchFamily="34" charset="0"/>
                <a:ea typeface="Calibri" pitchFamily="34" charset="-122"/>
                <a:cs typeface="Calibri" pitchFamily="34" charset="-120"/>
              </a:rPr>
              <a:t>Identity</a:t>
            </a:r>
            <a:endParaRPr lang="en-US" sz="1200" dirty="0">
              <a:latin typeface="Segoe UI" panose="020B0502040204020203" pitchFamily="34" charset="0"/>
            </a:endParaRPr>
          </a:p>
          <a:p>
            <a:pPr marL="0" indent="0" algn="ctr">
              <a:buNone/>
            </a:pPr>
            <a:r>
              <a:rPr lang="en-US" sz="1200" b="1" dirty="0">
                <a:solidFill>
                  <a:srgbClr val="FFFFFF"/>
                </a:solidFill>
                <a:latin typeface="Segoe UI" panose="020B0502040204020203" pitchFamily="34" charset="0"/>
                <a:ea typeface="Calibri" pitchFamily="34" charset="-122"/>
                <a:cs typeface="Calibri" pitchFamily="34" charset="-120"/>
              </a:rPr>
              <a:t>&amp; Security</a:t>
            </a:r>
            <a:endParaRPr lang="en-US" sz="1200" dirty="0">
              <a:latin typeface="Segoe UI" panose="020B0502040204020203" pitchFamily="34" charset="0"/>
            </a:endParaRPr>
          </a:p>
        </p:txBody>
      </p:sp>
      <p:sp>
        <p:nvSpPr>
          <p:cNvPr id="8" name="Shape 10">
            <a:extLst>
              <a:ext uri="{FF2B5EF4-FFF2-40B4-BE49-F238E27FC236}">
                <a16:creationId xmlns:a16="http://schemas.microsoft.com/office/drawing/2014/main" id="{41142C58-5593-E398-F1DD-E593F5E93BA9}"/>
              </a:ext>
            </a:extLst>
          </p:cNvPr>
          <p:cNvSpPr/>
          <p:nvPr/>
        </p:nvSpPr>
        <p:spPr>
          <a:xfrm>
            <a:off x="6958330" y="1210151"/>
            <a:ext cx="1822450" cy="685800"/>
          </a:xfrm>
          <a:prstGeom prst="rect">
            <a:avLst/>
          </a:prstGeom>
          <a:solidFill>
            <a:srgbClr val="243A5E"/>
          </a:solidFill>
          <a:ln w="12700">
            <a:solidFill>
              <a:srgbClr val="8ECAE6"/>
            </a:solidFill>
            <a:prstDash val="solid"/>
          </a:ln>
        </p:spPr>
        <p:txBody>
          <a:bodyPr/>
          <a:lstStyle/>
          <a:p>
            <a:endParaRPr lang="en-GB"/>
          </a:p>
        </p:txBody>
      </p:sp>
      <p:sp>
        <p:nvSpPr>
          <p:cNvPr id="9" name="Text 11">
            <a:extLst>
              <a:ext uri="{FF2B5EF4-FFF2-40B4-BE49-F238E27FC236}">
                <a16:creationId xmlns:a16="http://schemas.microsoft.com/office/drawing/2014/main" id="{ACFBDD39-5082-EEBC-399D-4CDC7D04E65C}"/>
              </a:ext>
            </a:extLst>
          </p:cNvPr>
          <p:cNvSpPr/>
          <p:nvPr/>
        </p:nvSpPr>
        <p:spPr>
          <a:xfrm>
            <a:off x="6958330" y="1210151"/>
            <a:ext cx="1822450" cy="685800"/>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Segoe UI" panose="020B0502040204020203" pitchFamily="34" charset="0"/>
                <a:ea typeface="Calibri" pitchFamily="34" charset="-122"/>
                <a:cs typeface="Calibri" pitchFamily="34" charset="-120"/>
              </a:rPr>
              <a:t>Networking</a:t>
            </a:r>
            <a:endParaRPr lang="en-US" sz="1200" dirty="0">
              <a:latin typeface="Segoe UI" panose="020B0502040204020203" pitchFamily="34" charset="0"/>
            </a:endParaRPr>
          </a:p>
        </p:txBody>
      </p:sp>
      <p:sp>
        <p:nvSpPr>
          <p:cNvPr id="10" name="Shape 12">
            <a:extLst>
              <a:ext uri="{FF2B5EF4-FFF2-40B4-BE49-F238E27FC236}">
                <a16:creationId xmlns:a16="http://schemas.microsoft.com/office/drawing/2014/main" id="{C7EFED76-DDE0-52EB-D407-DCA312D70AD0}"/>
              </a:ext>
            </a:extLst>
          </p:cNvPr>
          <p:cNvSpPr/>
          <p:nvPr/>
        </p:nvSpPr>
        <p:spPr>
          <a:xfrm>
            <a:off x="5034280" y="3102451"/>
            <a:ext cx="1822450" cy="685800"/>
          </a:xfrm>
          <a:prstGeom prst="rect">
            <a:avLst/>
          </a:prstGeom>
          <a:solidFill>
            <a:srgbClr val="243A5E"/>
          </a:solidFill>
          <a:ln w="12700">
            <a:solidFill>
              <a:srgbClr val="8ECAE6"/>
            </a:solidFill>
            <a:prstDash val="solid"/>
          </a:ln>
        </p:spPr>
        <p:txBody>
          <a:bodyPr/>
          <a:lstStyle/>
          <a:p>
            <a:endParaRPr lang="en-GB"/>
          </a:p>
        </p:txBody>
      </p:sp>
      <p:sp>
        <p:nvSpPr>
          <p:cNvPr id="11" name="Text 13">
            <a:extLst>
              <a:ext uri="{FF2B5EF4-FFF2-40B4-BE49-F238E27FC236}">
                <a16:creationId xmlns:a16="http://schemas.microsoft.com/office/drawing/2014/main" id="{4BE37916-A2AB-4795-5B4C-032034F15C52}"/>
              </a:ext>
            </a:extLst>
          </p:cNvPr>
          <p:cNvSpPr/>
          <p:nvPr/>
        </p:nvSpPr>
        <p:spPr>
          <a:xfrm>
            <a:off x="5034280" y="3102451"/>
            <a:ext cx="1822450" cy="685800"/>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Segoe UI" panose="020B0502040204020203" pitchFamily="34" charset="0"/>
                <a:ea typeface="Calibri" pitchFamily="34" charset="-122"/>
                <a:cs typeface="Calibri" pitchFamily="34" charset="-120"/>
              </a:rPr>
              <a:t>Storage</a:t>
            </a:r>
            <a:endParaRPr lang="en-US" sz="1200" dirty="0">
              <a:latin typeface="Segoe UI" panose="020B0502040204020203" pitchFamily="34" charset="0"/>
            </a:endParaRPr>
          </a:p>
        </p:txBody>
      </p:sp>
      <p:sp>
        <p:nvSpPr>
          <p:cNvPr id="12" name="Shape 14">
            <a:extLst>
              <a:ext uri="{FF2B5EF4-FFF2-40B4-BE49-F238E27FC236}">
                <a16:creationId xmlns:a16="http://schemas.microsoft.com/office/drawing/2014/main" id="{D34FC631-7C3B-D61F-8843-BB5EC973DEEA}"/>
              </a:ext>
            </a:extLst>
          </p:cNvPr>
          <p:cNvSpPr/>
          <p:nvPr/>
        </p:nvSpPr>
        <p:spPr>
          <a:xfrm>
            <a:off x="6958330" y="3102451"/>
            <a:ext cx="1822450" cy="685800"/>
          </a:xfrm>
          <a:prstGeom prst="rect">
            <a:avLst/>
          </a:prstGeom>
          <a:solidFill>
            <a:srgbClr val="243A5E"/>
          </a:solidFill>
          <a:ln w="12700">
            <a:solidFill>
              <a:srgbClr val="8ECAE6"/>
            </a:solidFill>
            <a:prstDash val="solid"/>
          </a:ln>
        </p:spPr>
        <p:txBody>
          <a:bodyPr/>
          <a:lstStyle/>
          <a:p>
            <a:endParaRPr lang="en-GB"/>
          </a:p>
        </p:txBody>
      </p:sp>
      <p:sp>
        <p:nvSpPr>
          <p:cNvPr id="13" name="Text 15">
            <a:extLst>
              <a:ext uri="{FF2B5EF4-FFF2-40B4-BE49-F238E27FC236}">
                <a16:creationId xmlns:a16="http://schemas.microsoft.com/office/drawing/2014/main" id="{034C1D31-3483-F4A4-EDA7-A9C7851E1BFE}"/>
              </a:ext>
            </a:extLst>
          </p:cNvPr>
          <p:cNvSpPr/>
          <p:nvPr/>
        </p:nvSpPr>
        <p:spPr>
          <a:xfrm>
            <a:off x="6958330" y="3102451"/>
            <a:ext cx="1822450" cy="685800"/>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Segoe UI" panose="020B0502040204020203" pitchFamily="34" charset="0"/>
                <a:ea typeface="Calibri" pitchFamily="34" charset="-122"/>
                <a:cs typeface="Calibri" pitchFamily="34" charset="-120"/>
              </a:rPr>
              <a:t>Management</a:t>
            </a:r>
            <a:endParaRPr lang="en-US" sz="1200" dirty="0">
              <a:latin typeface="Segoe UI" panose="020B0502040204020203" pitchFamily="34" charset="0"/>
            </a:endParaRPr>
          </a:p>
          <a:p>
            <a:pPr marL="0" indent="0" algn="ctr">
              <a:buNone/>
            </a:pPr>
            <a:r>
              <a:rPr lang="en-US" sz="1200" b="1" dirty="0">
                <a:solidFill>
                  <a:srgbClr val="FFFFFF"/>
                </a:solidFill>
                <a:latin typeface="Segoe UI" panose="020B0502040204020203" pitchFamily="34" charset="0"/>
                <a:ea typeface="Calibri" pitchFamily="34" charset="-122"/>
                <a:cs typeface="Calibri" pitchFamily="34" charset="-120"/>
              </a:rPr>
              <a:t>&amp; Automation</a:t>
            </a:r>
            <a:endParaRPr lang="en-US" sz="1200" dirty="0">
              <a:latin typeface="Segoe UI" panose="020B0502040204020203" pitchFamily="34" charset="0"/>
            </a:endParaRPr>
          </a:p>
        </p:txBody>
      </p:sp>
      <p:sp>
        <p:nvSpPr>
          <p:cNvPr id="14" name="Shape 16">
            <a:extLst>
              <a:ext uri="{FF2B5EF4-FFF2-40B4-BE49-F238E27FC236}">
                <a16:creationId xmlns:a16="http://schemas.microsoft.com/office/drawing/2014/main" id="{A144BC0D-C698-EE04-28AC-F55DE7AD5D69}"/>
              </a:ext>
            </a:extLst>
          </p:cNvPr>
          <p:cNvSpPr/>
          <p:nvPr/>
        </p:nvSpPr>
        <p:spPr>
          <a:xfrm>
            <a:off x="5034280" y="3889851"/>
            <a:ext cx="3746500" cy="635000"/>
          </a:xfrm>
          <a:prstGeom prst="rect">
            <a:avLst/>
          </a:prstGeom>
          <a:solidFill>
            <a:srgbClr val="8ECAE6"/>
          </a:solidFill>
          <a:ln w="12700">
            <a:solidFill>
              <a:srgbClr val="8ECAE6"/>
            </a:solidFill>
            <a:prstDash val="solid"/>
          </a:ln>
        </p:spPr>
        <p:txBody>
          <a:bodyPr/>
          <a:lstStyle/>
          <a:p>
            <a:endParaRPr lang="en-GB"/>
          </a:p>
        </p:txBody>
      </p:sp>
      <p:sp>
        <p:nvSpPr>
          <p:cNvPr id="15" name="Text 17">
            <a:extLst>
              <a:ext uri="{FF2B5EF4-FFF2-40B4-BE49-F238E27FC236}">
                <a16:creationId xmlns:a16="http://schemas.microsoft.com/office/drawing/2014/main" id="{B067AB10-A757-4BDD-B9DA-153CCF43B0CC}"/>
              </a:ext>
            </a:extLst>
          </p:cNvPr>
          <p:cNvSpPr/>
          <p:nvPr/>
        </p:nvSpPr>
        <p:spPr>
          <a:xfrm>
            <a:off x="5034280" y="3889851"/>
            <a:ext cx="3746500" cy="635000"/>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Segoe UI" panose="020B0502040204020203" pitchFamily="34" charset="0"/>
                <a:ea typeface="Calibri" pitchFamily="34" charset="-122"/>
                <a:cs typeface="Calibri" pitchFamily="34" charset="-120"/>
              </a:rPr>
              <a:t>Roles, Features &amp; Applications</a:t>
            </a:r>
            <a:endParaRPr lang="en-US" sz="1200" dirty="0">
              <a:latin typeface="Segoe UI" panose="020B0502040204020203" pitchFamily="34" charset="0"/>
            </a:endParaRPr>
          </a:p>
        </p:txBody>
      </p:sp>
      <p:sp>
        <p:nvSpPr>
          <p:cNvPr id="16" name="Course footer">
            <a:extLst>
              <a:ext uri="{FF2B5EF4-FFF2-40B4-BE49-F238E27FC236}">
                <a16:creationId xmlns:a16="http://schemas.microsoft.com/office/drawing/2014/main" id="{43A5FE36-12F0-6185-AED8-E137559CA3AE}"/>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 Introduction to Windows Server</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7" name="TextBox 16">
            <a:extLst>
              <a:ext uri="{FF2B5EF4-FFF2-40B4-BE49-F238E27FC236}">
                <a16:creationId xmlns:a16="http://schemas.microsoft.com/office/drawing/2014/main" id="{AF6A7234-3A19-45C6-C2D4-08A7AC2E7089}"/>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23</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3639173602"/>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6DEB8-52AD-F9C4-ECAD-B40675F52FFD}"/>
              </a:ext>
            </a:extLst>
          </p:cNvPr>
          <p:cNvSpPr>
            <a:spLocks noGrp="1"/>
          </p:cNvSpPr>
          <p:nvPr>
            <p:ph type="title"/>
          </p:nvPr>
        </p:nvSpPr>
        <p:spPr/>
        <p:txBody>
          <a:bodyPr/>
          <a:lstStyle/>
          <a:p>
            <a:r>
              <a:rPr lang="en-GB"/>
              <a:t>Chapter Summary</a:t>
            </a:r>
          </a:p>
        </p:txBody>
      </p:sp>
      <p:sp>
        <p:nvSpPr>
          <p:cNvPr id="3" name="Text Placeholder 2">
            <a:extLst>
              <a:ext uri="{FF2B5EF4-FFF2-40B4-BE49-F238E27FC236}">
                <a16:creationId xmlns:a16="http://schemas.microsoft.com/office/drawing/2014/main" id="{98749E82-DE21-5649-A4ED-8D1326BD17D1}"/>
              </a:ext>
            </a:extLst>
          </p:cNvPr>
          <p:cNvSpPr>
            <a:spLocks noGrp="1"/>
          </p:cNvSpPr>
          <p:nvPr>
            <p:ph type="body" sz="quarter" idx="11"/>
          </p:nvPr>
        </p:nvSpPr>
        <p:spPr/>
        <p:txBody>
          <a:bodyPr>
            <a:normAutofit/>
          </a:bodyPr>
          <a:lstStyle/>
          <a:p>
            <a:r>
              <a:rPr lang="en-GB" sz="1500">
                <a:solidFill>
                  <a:srgbClr val="0076D4"/>
                </a:solidFill>
                <a:latin typeface="Segoe UI Semibold" panose="020B0702040204020203" pitchFamily="34" charset="0"/>
              </a:rPr>
              <a:t>01</a:t>
            </a:r>
            <a:r>
              <a:rPr lang="en-GB" sz="1500">
                <a:latin typeface="Segoe UI" panose="020B0502040204020203" pitchFamily="34" charset="0"/>
              </a:rPr>
              <a:t>  Windows Server is a managed workload platform</a:t>
            </a:r>
          </a:p>
        </p:txBody>
      </p:sp>
      <p:sp>
        <p:nvSpPr>
          <p:cNvPr id="4" name="Text Placeholder 3">
            <a:extLst>
              <a:ext uri="{FF2B5EF4-FFF2-40B4-BE49-F238E27FC236}">
                <a16:creationId xmlns:a16="http://schemas.microsoft.com/office/drawing/2014/main" id="{9767B41E-3305-DC1C-3C68-A12B52FD1687}"/>
              </a:ext>
            </a:extLst>
          </p:cNvPr>
          <p:cNvSpPr>
            <a:spLocks noGrp="1"/>
          </p:cNvSpPr>
          <p:nvPr>
            <p:ph type="body" sz="quarter" idx="15"/>
          </p:nvPr>
        </p:nvSpPr>
        <p:spPr/>
        <p:txBody>
          <a:bodyPr>
            <a:normAutofit/>
          </a:bodyPr>
          <a:lstStyle/>
          <a:p>
            <a:r>
              <a:rPr lang="en-GB" sz="1500">
                <a:solidFill>
                  <a:srgbClr val="0076D4"/>
                </a:solidFill>
                <a:latin typeface="Segoe UI Semibold" panose="020B0702040204020203" pitchFamily="34" charset="0"/>
              </a:rPr>
              <a:t>02</a:t>
            </a:r>
            <a:r>
              <a:rPr lang="en-GB" sz="1500">
                <a:latin typeface="Segoe UI" panose="020B0502040204020203" pitchFamily="34" charset="0"/>
              </a:rPr>
              <a:t>  Security is layered and begins with platform trust</a:t>
            </a:r>
          </a:p>
        </p:txBody>
      </p:sp>
      <p:sp>
        <p:nvSpPr>
          <p:cNvPr id="5" name="Text Placeholder 4">
            <a:extLst>
              <a:ext uri="{FF2B5EF4-FFF2-40B4-BE49-F238E27FC236}">
                <a16:creationId xmlns:a16="http://schemas.microsoft.com/office/drawing/2014/main" id="{FADB24C4-85A8-EFC5-C932-74B67FEAD8D6}"/>
              </a:ext>
            </a:extLst>
          </p:cNvPr>
          <p:cNvSpPr>
            <a:spLocks noGrp="1"/>
          </p:cNvSpPr>
          <p:nvPr>
            <p:ph type="body" sz="quarter" idx="17"/>
          </p:nvPr>
        </p:nvSpPr>
        <p:spPr/>
        <p:txBody>
          <a:bodyPr>
            <a:normAutofit/>
          </a:bodyPr>
          <a:lstStyle/>
          <a:p>
            <a:r>
              <a:rPr lang="en-GB" sz="1500">
                <a:solidFill>
                  <a:srgbClr val="0076D4"/>
                </a:solidFill>
                <a:latin typeface="Segoe UI Semibold" panose="020B0702040204020203" pitchFamily="34" charset="0"/>
              </a:rPr>
              <a:t>03</a:t>
            </a:r>
            <a:r>
              <a:rPr lang="en-GB" sz="1500">
                <a:latin typeface="Segoe UI" panose="020B0502040204020203" pitchFamily="34" charset="0"/>
              </a:rPr>
              <a:t>  Services underpin both infrastructure and applications</a:t>
            </a:r>
          </a:p>
        </p:txBody>
      </p:sp>
      <p:sp>
        <p:nvSpPr>
          <p:cNvPr id="6" name="Text Placeholder 5">
            <a:extLst>
              <a:ext uri="{FF2B5EF4-FFF2-40B4-BE49-F238E27FC236}">
                <a16:creationId xmlns:a16="http://schemas.microsoft.com/office/drawing/2014/main" id="{204C2C35-6F56-9F8F-A1F0-68FBB0A0C42D}"/>
              </a:ext>
            </a:extLst>
          </p:cNvPr>
          <p:cNvSpPr>
            <a:spLocks noGrp="1"/>
          </p:cNvSpPr>
          <p:nvPr>
            <p:ph type="body" sz="quarter" idx="19"/>
          </p:nvPr>
        </p:nvSpPr>
        <p:spPr/>
        <p:txBody>
          <a:bodyPr>
            <a:normAutofit/>
          </a:bodyPr>
          <a:lstStyle/>
          <a:p>
            <a:r>
              <a:rPr lang="en-GB" sz="1500">
                <a:solidFill>
                  <a:srgbClr val="0076D4"/>
                </a:solidFill>
                <a:latin typeface="Segoe UI Semibold" panose="020B0702040204020203" pitchFamily="34" charset="0"/>
              </a:rPr>
              <a:t>04</a:t>
            </a:r>
            <a:r>
              <a:rPr lang="en-GB" sz="1500">
                <a:latin typeface="Segoe UI" panose="020B0502040204020203" pitchFamily="34" charset="0"/>
              </a:rPr>
              <a:t>  Good administration is design-led, not tool-led</a:t>
            </a:r>
          </a:p>
        </p:txBody>
      </p:sp>
      <p:sp>
        <p:nvSpPr>
          <p:cNvPr id="7" name="Text Placeholder 6">
            <a:extLst>
              <a:ext uri="{FF2B5EF4-FFF2-40B4-BE49-F238E27FC236}">
                <a16:creationId xmlns:a16="http://schemas.microsoft.com/office/drawing/2014/main" id="{E7B58DD1-4D41-A790-F770-17113E4BD0CC}"/>
              </a:ext>
            </a:extLst>
          </p:cNvPr>
          <p:cNvSpPr>
            <a:spLocks noGrp="1"/>
          </p:cNvSpPr>
          <p:nvPr>
            <p:ph type="body" sz="quarter" idx="21"/>
          </p:nvPr>
        </p:nvSpPr>
        <p:spPr/>
        <p:txBody>
          <a:bodyPr>
            <a:normAutofit/>
          </a:bodyPr>
          <a:lstStyle/>
          <a:p>
            <a:r>
              <a:rPr lang="en-GB" sz="1500">
                <a:solidFill>
                  <a:srgbClr val="0076D4"/>
                </a:solidFill>
                <a:latin typeface="Segoe UI Semibold" panose="020B0702040204020203" pitchFamily="34" charset="0"/>
              </a:rPr>
              <a:t>05</a:t>
            </a:r>
            <a:r>
              <a:rPr lang="en-GB" sz="1500">
                <a:latin typeface="Segoe UI" panose="020B0502040204020203" pitchFamily="34" charset="0"/>
              </a:rPr>
              <a:t>  Early platform decisions shape later management, troubleshooting, and security outcomes</a:t>
            </a:r>
          </a:p>
        </p:txBody>
      </p:sp>
      <p:sp>
        <p:nvSpPr>
          <p:cNvPr id="8" name="Course footer">
            <a:extLst>
              <a:ext uri="{FF2B5EF4-FFF2-40B4-BE49-F238E27FC236}">
                <a16:creationId xmlns:a16="http://schemas.microsoft.com/office/drawing/2014/main" id="{83981B0C-4A4F-FD41-7F41-8D12D1BFA585}"/>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 Introduction to Windows Server</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9" name="TextBox 8">
            <a:extLst>
              <a:ext uri="{FF2B5EF4-FFF2-40B4-BE49-F238E27FC236}">
                <a16:creationId xmlns:a16="http://schemas.microsoft.com/office/drawing/2014/main" id="{4FFD841C-91A9-F741-1583-7F32BE44762B}"/>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25</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1766187237"/>
      </p:ext>
    </p:extLst>
  </p:cSld>
  <p:clrMapOvr>
    <a:masterClrMapping/>
  </p:clrMapOvr>
  <p:transition>
    <p:fade/>
  </p:transition>
</p:sld>
</file>

<file path=ppt/theme/theme1.xml><?xml version="1.0" encoding="utf-8"?>
<a:theme xmlns:a="http://schemas.openxmlformats.org/drawingml/2006/main" name="Microsoft Power Platform Templat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2.xml><?xml version="1.0" encoding="utf-8"?>
<a:theme xmlns:a="http://schemas.openxmlformats.org/drawingml/2006/main" name="1_Microsoft Power Platform Template">
  <a:themeElements>
    <a:clrScheme name="Azure">
      <a:dk1>
        <a:srgbClr val="000000"/>
      </a:dk1>
      <a:lt1>
        <a:srgbClr val="FFFFFF"/>
      </a:lt1>
      <a:dk2>
        <a:srgbClr val="0078D4"/>
      </a:dk2>
      <a:lt2>
        <a:srgbClr val="FFFFFF"/>
      </a:lt2>
      <a:accent1>
        <a:srgbClr val="243A5E"/>
      </a:accent1>
      <a:accent2>
        <a:srgbClr val="75757A"/>
      </a:accent2>
      <a:accent3>
        <a:srgbClr val="000041"/>
      </a:accent3>
      <a:accent4>
        <a:srgbClr val="0078D4"/>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6">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A1455276-6054-4BB0-B959-52FA9E22CF50}">
  <we:reference id="wa200010001" version="1.0.0.1" store="en-US" storeType="OMEX"/>
  <we:alternateReferences>
    <we:reference id="WA200010001" version="1.0.0.1" store="" storeType="OMEX"/>
  </we:alternateReferences>
  <we:properties>
    <we:property name="claude.fileId" value="&quot;74f93daf-4331-4ca5-b5c3-ec1e4d7b3235&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MasterTemplateDeck</Template>
  <TotalTime>161</TotalTime>
  <Words>1739</Words>
  <Application>Microsoft Macintosh PowerPoint</Application>
  <PresentationFormat>On-screen Show (16:9)</PresentationFormat>
  <Paragraphs>341</Paragraphs>
  <Slides>28</Slides>
  <Notes>1</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28</vt:i4>
      </vt:variant>
    </vt:vector>
  </HeadingPairs>
  <TitlesOfParts>
    <vt:vector size="37" baseType="lpstr">
      <vt:lpstr>Aptos</vt:lpstr>
      <vt:lpstr>Aptos Display</vt:lpstr>
      <vt:lpstr>Arial</vt:lpstr>
      <vt:lpstr>Consolas</vt:lpstr>
      <vt:lpstr>Segoe UI</vt:lpstr>
      <vt:lpstr>Segoe UI Semibold</vt:lpstr>
      <vt:lpstr>Wingdings</vt:lpstr>
      <vt:lpstr>Microsoft Power Platform Template</vt:lpstr>
      <vt:lpstr>1_Microsoft Power Platform Template</vt:lpstr>
      <vt:lpstr>Chapter 1 Introduction to Windows Server</vt:lpstr>
      <vt:lpstr>PowerPoint Presentation</vt:lpstr>
      <vt:lpstr>PowerPoint Presentation</vt:lpstr>
      <vt:lpstr>PowerPoint Presentation</vt:lpstr>
      <vt:lpstr>PowerPoint Presentation</vt:lpstr>
      <vt:lpstr>Windows Server 2025</vt:lpstr>
      <vt:lpstr>Learning Objectives</vt:lpstr>
      <vt:lpstr>Windows Server 2025</vt:lpstr>
      <vt:lpstr>Topic 1.1 | Applications and Roles</vt:lpstr>
      <vt:lpstr>1.1 Applications: What This Means in Windows Server</vt:lpstr>
      <vt:lpstr>Application Platform Layers</vt:lpstr>
      <vt:lpstr>Windows Server Roles (1 of 2)</vt:lpstr>
      <vt:lpstr>Windows Server Roles (2 of 2)</vt:lpstr>
      <vt:lpstr>Application Administration Workflow</vt:lpstr>
      <vt:lpstr>Applications: Key Teaching Points</vt:lpstr>
      <vt:lpstr>Server Core vs Desktop Experience</vt:lpstr>
      <vt:lpstr>PowerPoint Presentation</vt:lpstr>
      <vt:lpstr>SConfig - Server Configuration Tool</vt:lpstr>
      <vt:lpstr>SConfig in Windows Server 2025</vt:lpstr>
      <vt:lpstr>Topic 1.3 | Services</vt:lpstr>
      <vt:lpstr>1.3 Services: Why They Matter</vt:lpstr>
      <vt:lpstr>Service Control Manager Overview</vt:lpstr>
      <vt:lpstr>Service Administration Concepts</vt:lpstr>
      <vt:lpstr>Managing Services with PowerShell</vt:lpstr>
      <vt:lpstr>Services: Common Mistakes to Avoid</vt:lpstr>
      <vt:lpstr>Topic 1.4 | Windows Server Architecture</vt:lpstr>
      <vt:lpstr>1.4 Windows Server Architecture</vt:lpstr>
      <vt:lpstr>Chapter Summary</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Introduction to Windows Server</dc:title>
  <dc:subject>PptxGenJS Presentation</dc:subject>
  <dc:creator>Windows Server 2025 Course</dc:creator>
  <cp:lastModifiedBy>Michael Whitehouse</cp:lastModifiedBy>
  <cp:revision>1</cp:revision>
  <dcterms:created xsi:type="dcterms:W3CDTF">2026-04-07T14:10:03Z</dcterms:created>
  <dcterms:modified xsi:type="dcterms:W3CDTF">2026-06-28T21:01:42Z</dcterms:modified>
</cp:coreProperties>
</file>