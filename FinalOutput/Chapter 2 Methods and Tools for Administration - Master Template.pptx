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32"/>
  </p:notesMasterIdLst>
  <p:handoutMasterIdLst>
    <p:handoutMasterId r:id="rId33"/>
  </p:handoutMasterIdLst>
  <p:sldIdLst>
    <p:sldId id="295" r:id="rId3"/>
    <p:sldId id="296" r:id="rId4"/>
    <p:sldId id="297" r:id="rId5"/>
    <p:sldId id="298" r:id="rId6"/>
    <p:sldId id="299" r:id="rId7"/>
    <p:sldId id="300" r:id="rId8"/>
    <p:sldId id="301" r:id="rId9"/>
    <p:sldId id="317" r:id="rId10"/>
    <p:sldId id="318" r:id="rId11"/>
    <p:sldId id="323" r:id="rId12"/>
    <p:sldId id="319" r:id="rId13"/>
    <p:sldId id="320" r:id="rId14"/>
    <p:sldId id="321" r:id="rId15"/>
    <p:sldId id="322" r:id="rId16"/>
    <p:sldId id="302" r:id="rId17"/>
    <p:sldId id="303" r:id="rId18"/>
    <p:sldId id="304" r:id="rId19"/>
    <p:sldId id="305" r:id="rId20"/>
    <p:sldId id="314" r:id="rId21"/>
    <p:sldId id="315" r:id="rId22"/>
    <p:sldId id="316" r:id="rId23"/>
    <p:sldId id="306" r:id="rId24"/>
    <p:sldId id="307" r:id="rId25"/>
    <p:sldId id="308" r:id="rId26"/>
    <p:sldId id="309" r:id="rId27"/>
    <p:sldId id="310" r:id="rId28"/>
    <p:sldId id="311" r:id="rId29"/>
    <p:sldId id="312" r:id="rId30"/>
    <p:sldId id="313" r:id="rId31"/>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11BBC-2514-7E49-BFA3-0B9785571839}" v="2" dt="2026-06-27T19:40:06.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96301"/>
  </p:normalViewPr>
  <p:slideViewPr>
    <p:cSldViewPr snapToGrid="0" snapToObjects="1">
      <p:cViewPr varScale="1">
        <p:scale>
          <a:sx n="170" d="100"/>
          <a:sy n="170" d="100"/>
        </p:scale>
        <p:origin x="568" y="176"/>
      </p:cViewPr>
      <p:guideLst/>
    </p:cSldViewPr>
  </p:slideViewPr>
  <p:notesTextViewPr>
    <p:cViewPr>
      <p:scale>
        <a:sx n="1" d="1"/>
        <a:sy n="1" d="1"/>
      </p:scale>
      <p:origin x="0" y="0"/>
    </p:cViewPr>
  </p:notesTextViewPr>
  <p:notesViewPr>
    <p:cSldViewPr snapToGrid="0" snapToObjects="1">
      <p:cViewPr varScale="1">
        <p:scale>
          <a:sx n="81" d="100"/>
          <a:sy n="81" d="100"/>
        </p:scale>
        <p:origin x="3230" y="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modMainMaster">
      <pc:chgData name="Michael Whitehouse" userId="0ecba9273f6ad366" providerId="LiveId" clId="{F36E82C0-65ED-4BE7-8730-0F102FB388DD}" dt="2026-06-14T13:15:09.925" v="1325" actId="1076"/>
      <pc:docMkLst>
        <pc:docMk/>
      </pc:docMkLst>
      <pc:sldChg chg="modSp add mod">
        <pc:chgData name="Michael Whitehouse" userId="0ecba9273f6ad366" providerId="LiveId" clId="{F36E82C0-65ED-4BE7-8730-0F102FB388DD}" dt="2026-06-09T12:30:13.177" v="9" actId="20577"/>
        <pc:sldMkLst>
          <pc:docMk/>
          <pc:sldMk cId="964688155" sldId="295"/>
        </pc:sldMkLst>
        <pc:spChg chg="mod">
          <ac:chgData name="Michael Whitehouse" userId="0ecba9273f6ad366" providerId="LiveId" clId="{F36E82C0-65ED-4BE7-8730-0F102FB388DD}" dt="2026-06-09T12:30:13.166" v="8" actId="20577"/>
          <ac:spMkLst>
            <pc:docMk/>
            <pc:sldMk cId="964688155" sldId="295"/>
            <ac:spMk id="2" creationId="{5DDF4449-39D9-E4C4-25AA-C952ED075E96}"/>
          </ac:spMkLst>
        </pc:spChg>
        <pc:spChg chg="mod">
          <ac:chgData name="Michael Whitehouse" userId="0ecba9273f6ad366" providerId="LiveId" clId="{F36E82C0-65ED-4BE7-8730-0F102FB388DD}" dt="2026-06-09T12:30:13.177" v="9" actId="20577"/>
          <ac:spMkLst>
            <pc:docMk/>
            <pc:sldMk cId="964688155" sldId="295"/>
            <ac:spMk id="3" creationId="{E9B41EB8-7EE9-2284-1D71-DC69B62E105C}"/>
          </ac:spMkLst>
        </pc:spChg>
      </pc:sldChg>
      <pc:sldChg chg="addSp modSp add mod">
        <pc:chgData name="Michael Whitehouse" userId="0ecba9273f6ad366" providerId="LiveId" clId="{F36E82C0-65ED-4BE7-8730-0F102FB388DD}" dt="2026-06-09T12:30:13.784" v="58" actId="207"/>
        <pc:sldMkLst>
          <pc:docMk/>
          <pc:sldMk cId="155833254" sldId="296"/>
        </pc:sldMkLst>
        <pc:spChg chg="mod">
          <ac:chgData name="Michael Whitehouse" userId="0ecba9273f6ad366" providerId="LiveId" clId="{F36E82C0-65ED-4BE7-8730-0F102FB388DD}" dt="2026-06-09T12:30:13.202" v="13" actId="139"/>
          <ac:spMkLst>
            <pc:docMk/>
            <pc:sldMk cId="155833254" sldId="296"/>
            <ac:spMk id="2" creationId="{6662A488-0010-6CBC-FE4F-6861A1B87576}"/>
          </ac:spMkLst>
        </pc:spChg>
        <pc:spChg chg="mod">
          <ac:chgData name="Michael Whitehouse" userId="0ecba9273f6ad366" providerId="LiveId" clId="{F36E82C0-65ED-4BE7-8730-0F102FB388DD}" dt="2026-06-09T12:30:13.629" v="18" actId="139"/>
          <ac:spMkLst>
            <pc:docMk/>
            <pc:sldMk cId="155833254" sldId="296"/>
            <ac:spMk id="3" creationId="{6A6E77EF-CED8-3697-FF1F-96B96529813D}"/>
          </ac:spMkLst>
        </pc:spChg>
        <pc:spChg chg="mod">
          <ac:chgData name="Michael Whitehouse" userId="0ecba9273f6ad366" providerId="LiveId" clId="{F36E82C0-65ED-4BE7-8730-0F102FB388DD}" dt="2026-06-09T12:30:13.642" v="23" actId="139"/>
          <ac:spMkLst>
            <pc:docMk/>
            <pc:sldMk cId="155833254" sldId="296"/>
            <ac:spMk id="4" creationId="{08C28398-9851-0261-8495-9D841C9F5918}"/>
          </ac:spMkLst>
        </pc:spChg>
        <pc:spChg chg="mod">
          <ac:chgData name="Michael Whitehouse" userId="0ecba9273f6ad366" providerId="LiveId" clId="{F36E82C0-65ED-4BE7-8730-0F102FB388DD}" dt="2026-06-09T12:30:13.655" v="28" actId="139"/>
          <ac:spMkLst>
            <pc:docMk/>
            <pc:sldMk cId="155833254" sldId="296"/>
            <ac:spMk id="5" creationId="{07D0C9F3-0EFF-DC2C-F00D-5911F0F6A252}"/>
          </ac:spMkLst>
        </pc:spChg>
        <pc:spChg chg="mod">
          <ac:chgData name="Michael Whitehouse" userId="0ecba9273f6ad366" providerId="LiveId" clId="{F36E82C0-65ED-4BE7-8730-0F102FB388DD}" dt="2026-06-09T12:30:13.668" v="33" actId="139"/>
          <ac:spMkLst>
            <pc:docMk/>
            <pc:sldMk cId="155833254" sldId="296"/>
            <ac:spMk id="6" creationId="{F21F353E-11E9-5490-DD3D-FDF5F43701A0}"/>
          </ac:spMkLst>
        </pc:spChg>
        <pc:spChg chg="mod">
          <ac:chgData name="Michael Whitehouse" userId="0ecba9273f6ad366" providerId="LiveId" clId="{F36E82C0-65ED-4BE7-8730-0F102FB388DD}" dt="2026-06-09T12:30:13.681" v="38" actId="139"/>
          <ac:spMkLst>
            <pc:docMk/>
            <pc:sldMk cId="155833254" sldId="296"/>
            <ac:spMk id="7" creationId="{40B9A5C4-D50B-A55B-203D-53A3CD9E32B3}"/>
          </ac:spMkLst>
        </pc:spChg>
        <pc:spChg chg="add mod">
          <ac:chgData name="Michael Whitehouse" userId="0ecba9273f6ad366" providerId="LiveId" clId="{F36E82C0-65ED-4BE7-8730-0F102FB388DD}" dt="2026-06-09T12:30:13.729" v="48" actId="207"/>
          <ac:spMkLst>
            <pc:docMk/>
            <pc:sldMk cId="155833254" sldId="296"/>
            <ac:spMk id="8" creationId="{B8968665-6598-99EA-80F3-90EEE51448D4}"/>
          </ac:spMkLst>
        </pc:spChg>
        <pc:spChg chg="add mod">
          <ac:chgData name="Michael Whitehouse" userId="0ecba9273f6ad366" providerId="LiveId" clId="{F36E82C0-65ED-4BE7-8730-0F102FB388DD}" dt="2026-06-09T12:30:13.784" v="58" actId="207"/>
          <ac:spMkLst>
            <pc:docMk/>
            <pc:sldMk cId="155833254" sldId="296"/>
            <ac:spMk id="9" creationId="{C189C85B-DEB6-93E8-DA3B-8DFEA72E3E10}"/>
          </ac:spMkLst>
        </pc:spChg>
      </pc:sldChg>
      <pc:sldChg chg="addSp modSp add mod">
        <pc:chgData name="Michael Whitehouse" userId="0ecba9273f6ad366" providerId="LiveId" clId="{F36E82C0-65ED-4BE7-8730-0F102FB388DD}" dt="2026-06-09T12:30:14.481" v="93" actId="207"/>
        <pc:sldMkLst>
          <pc:docMk/>
          <pc:sldMk cId="1862587186" sldId="297"/>
        </pc:sldMkLst>
        <pc:spChg chg="mod">
          <ac:chgData name="Michael Whitehouse" userId="0ecba9273f6ad366" providerId="LiveId" clId="{F36E82C0-65ED-4BE7-8730-0F102FB388DD}" dt="2026-06-09T12:30:13.813" v="62" actId="139"/>
          <ac:spMkLst>
            <pc:docMk/>
            <pc:sldMk cId="1862587186" sldId="297"/>
            <ac:spMk id="2" creationId="{A3E398BD-5555-3881-1EE9-CEC058B8D10D}"/>
          </ac:spMkLst>
        </pc:spChg>
        <pc:spChg chg="add mod">
          <ac:chgData name="Michael Whitehouse" userId="0ecba9273f6ad366" providerId="LiveId" clId="{F36E82C0-65ED-4BE7-8730-0F102FB388DD}" dt="2026-06-09T12:30:14.414" v="73" actId="139"/>
          <ac:spMkLst>
            <pc:docMk/>
            <pc:sldMk cId="1862587186" sldId="297"/>
            <ac:spMk id="3" creationId="{F8DD2CEC-C47D-9E90-CB52-E7C70DFB12F9}"/>
          </ac:spMkLst>
        </pc:spChg>
        <pc:spChg chg="add mod">
          <ac:chgData name="Michael Whitehouse" userId="0ecba9273f6ad366" providerId="LiveId" clId="{F36E82C0-65ED-4BE7-8730-0F102FB388DD}" dt="2026-06-09T12:30:14.450" v="83" actId="207"/>
          <ac:spMkLst>
            <pc:docMk/>
            <pc:sldMk cId="1862587186" sldId="297"/>
            <ac:spMk id="4" creationId="{4B84C8EE-5CE8-EF5B-0640-8891180C759B}"/>
          </ac:spMkLst>
        </pc:spChg>
        <pc:spChg chg="add mod">
          <ac:chgData name="Michael Whitehouse" userId="0ecba9273f6ad366" providerId="LiveId" clId="{F36E82C0-65ED-4BE7-8730-0F102FB388DD}" dt="2026-06-09T12:30:14.481" v="93" actId="207"/>
          <ac:spMkLst>
            <pc:docMk/>
            <pc:sldMk cId="1862587186" sldId="297"/>
            <ac:spMk id="5" creationId="{61A82684-58B9-E78E-1296-03FE6AA039CE}"/>
          </ac:spMkLst>
        </pc:spChg>
      </pc:sldChg>
      <pc:sldChg chg="addSp modSp add mod">
        <pc:chgData name="Michael Whitehouse" userId="0ecba9273f6ad366" providerId="LiveId" clId="{F36E82C0-65ED-4BE7-8730-0F102FB388DD}" dt="2026-06-09T12:30:14.643" v="125" actId="207"/>
        <pc:sldMkLst>
          <pc:docMk/>
          <pc:sldMk cId="3939900398" sldId="298"/>
        </pc:sldMkLst>
        <pc:spChg chg="mod">
          <ac:chgData name="Michael Whitehouse" userId="0ecba9273f6ad366" providerId="LiveId" clId="{F36E82C0-65ED-4BE7-8730-0F102FB388DD}" dt="2026-06-09T12:30:14.493" v="97" actId="139"/>
          <ac:spMkLst>
            <pc:docMk/>
            <pc:sldMk cId="3939900398" sldId="298"/>
            <ac:spMk id="2" creationId="{10FDC90F-621E-4316-3C91-3214CFD80ADC}"/>
          </ac:spMkLst>
        </pc:spChg>
        <pc:spChg chg="add mod">
          <ac:chgData name="Michael Whitehouse" userId="0ecba9273f6ad366" providerId="LiveId" clId="{F36E82C0-65ED-4BE7-8730-0F102FB388DD}" dt="2026-06-09T12:30:14.594" v="115" actId="207"/>
          <ac:spMkLst>
            <pc:docMk/>
            <pc:sldMk cId="3939900398" sldId="298"/>
            <ac:spMk id="4" creationId="{E73C6F54-5D5C-2126-C3B7-838AFAF25758}"/>
          </ac:spMkLst>
        </pc:spChg>
        <pc:spChg chg="add mod">
          <ac:chgData name="Michael Whitehouse" userId="0ecba9273f6ad366" providerId="LiveId" clId="{F36E82C0-65ED-4BE7-8730-0F102FB388DD}" dt="2026-06-09T12:30:14.643" v="125" actId="207"/>
          <ac:spMkLst>
            <pc:docMk/>
            <pc:sldMk cId="3939900398" sldId="298"/>
            <ac:spMk id="5" creationId="{F9FF03EB-6501-8142-5A5A-B043F21AB52F}"/>
          </ac:spMkLst>
        </pc:spChg>
        <pc:picChg chg="add mod">
          <ac:chgData name="Michael Whitehouse" userId="0ecba9273f6ad366" providerId="LiveId" clId="{F36E82C0-65ED-4BE7-8730-0F102FB388DD}" dt="2026-06-09T12:30:14.553" v="105"/>
          <ac:picMkLst>
            <pc:docMk/>
            <pc:sldMk cId="3939900398" sldId="298"/>
            <ac:picMk id="3" creationId="{4909299B-4BFA-6469-AB75-CCA59D6187E5}"/>
          </ac:picMkLst>
        </pc:picChg>
      </pc:sldChg>
      <pc:sldChg chg="addSp modSp add mod">
        <pc:chgData name="Michael Whitehouse" userId="0ecba9273f6ad366" providerId="LiveId" clId="{F36E82C0-65ED-4BE7-8730-0F102FB388DD}" dt="2026-06-09T12:30:16.355" v="222" actId="207"/>
        <pc:sldMkLst>
          <pc:docMk/>
          <pc:sldMk cId="2658099746" sldId="299"/>
        </pc:sldMkLst>
        <pc:spChg chg="mod">
          <ac:chgData name="Michael Whitehouse" userId="0ecba9273f6ad366" providerId="LiveId" clId="{F36E82C0-65ED-4BE7-8730-0F102FB388DD}" dt="2026-06-09T12:30:14.666" v="129" actId="139"/>
          <ac:spMkLst>
            <pc:docMk/>
            <pc:sldMk cId="2658099746" sldId="299"/>
            <ac:spMk id="2" creationId="{4EE2C00B-C43F-13BA-FB0F-2E90983F5D0A}"/>
          </ac:spMkLst>
        </pc:spChg>
        <pc:spChg chg="add mod">
          <ac:chgData name="Michael Whitehouse" userId="0ecba9273f6ad366" providerId="LiveId" clId="{F36E82C0-65ED-4BE7-8730-0F102FB388DD}" dt="2026-06-09T12:30:15.528" v="140" actId="139"/>
          <ac:spMkLst>
            <pc:docMk/>
            <pc:sldMk cId="2658099746" sldId="299"/>
            <ac:spMk id="3" creationId="{5B6986A5-2C1A-B598-5EDE-34C5645DB918}"/>
          </ac:spMkLst>
        </pc:spChg>
        <pc:spChg chg="add mod">
          <ac:chgData name="Michael Whitehouse" userId="0ecba9273f6ad366" providerId="LiveId" clId="{F36E82C0-65ED-4BE7-8730-0F102FB388DD}" dt="2026-06-09T12:30:15.652" v="151" actId="208"/>
          <ac:spMkLst>
            <pc:docMk/>
            <pc:sldMk cId="2658099746" sldId="299"/>
            <ac:spMk id="4" creationId="{0A5C0C11-DD9D-DAA9-2BBA-87A8E099F300}"/>
          </ac:spMkLst>
        </pc:spChg>
        <pc:spChg chg="add mod">
          <ac:chgData name="Michael Whitehouse" userId="0ecba9273f6ad366" providerId="LiveId" clId="{F36E82C0-65ED-4BE7-8730-0F102FB388DD}" dt="2026-06-09T12:30:15.901" v="169"/>
          <ac:spMkLst>
            <pc:docMk/>
            <pc:sldMk cId="2658099746" sldId="299"/>
            <ac:spMk id="6" creationId="{75A8B3B9-9294-245F-0900-5796292A5F89}"/>
          </ac:spMkLst>
        </pc:spChg>
        <pc:spChg chg="add mod">
          <ac:chgData name="Michael Whitehouse" userId="0ecba9273f6ad366" providerId="LiveId" clId="{F36E82C0-65ED-4BE7-8730-0F102FB388DD}" dt="2026-06-09T12:30:16.031" v="180" actId="208"/>
          <ac:spMkLst>
            <pc:docMk/>
            <pc:sldMk cId="2658099746" sldId="299"/>
            <ac:spMk id="7" creationId="{BA653AB6-9CBF-74DE-EB02-7657993AD5AF}"/>
          </ac:spMkLst>
        </pc:spChg>
        <pc:spChg chg="add mod">
          <ac:chgData name="Michael Whitehouse" userId="0ecba9273f6ad366" providerId="LiveId" clId="{F36E82C0-65ED-4BE7-8730-0F102FB388DD}" dt="2026-06-09T12:30:16.161" v="191" actId="139"/>
          <ac:spMkLst>
            <pc:docMk/>
            <pc:sldMk cId="2658099746" sldId="299"/>
            <ac:spMk id="8" creationId="{F2D83C49-57CC-B6C2-601C-CA7727FC77D0}"/>
          </ac:spMkLst>
        </pc:spChg>
        <pc:spChg chg="add mod">
          <ac:chgData name="Michael Whitehouse" userId="0ecba9273f6ad366" providerId="LiveId" clId="{F36E82C0-65ED-4BE7-8730-0F102FB388DD}" dt="2026-06-09T12:30:16.286" v="202" actId="139"/>
          <ac:spMkLst>
            <pc:docMk/>
            <pc:sldMk cId="2658099746" sldId="299"/>
            <ac:spMk id="9" creationId="{5D4BCDA3-5EF6-79C9-39ED-E313D2F4325C}"/>
          </ac:spMkLst>
        </pc:spChg>
        <pc:spChg chg="add mod">
          <ac:chgData name="Michael Whitehouse" userId="0ecba9273f6ad366" providerId="LiveId" clId="{F36E82C0-65ED-4BE7-8730-0F102FB388DD}" dt="2026-06-09T12:30:16.322" v="212" actId="207"/>
          <ac:spMkLst>
            <pc:docMk/>
            <pc:sldMk cId="2658099746" sldId="299"/>
            <ac:spMk id="10" creationId="{F6F46A8F-823A-E587-EB98-3E05A2350F4B}"/>
          </ac:spMkLst>
        </pc:spChg>
        <pc:spChg chg="add mod">
          <ac:chgData name="Michael Whitehouse" userId="0ecba9273f6ad366" providerId="LiveId" clId="{F36E82C0-65ED-4BE7-8730-0F102FB388DD}" dt="2026-06-09T12:30:16.355" v="222" actId="207"/>
          <ac:spMkLst>
            <pc:docMk/>
            <pc:sldMk cId="2658099746" sldId="299"/>
            <ac:spMk id="11" creationId="{84E0CF8F-A524-A723-5314-FAF3D55BC1A8}"/>
          </ac:spMkLst>
        </pc:spChg>
        <pc:picChg chg="add mod">
          <ac:chgData name="Michael Whitehouse" userId="0ecba9273f6ad366" providerId="LiveId" clId="{F36E82C0-65ED-4BE7-8730-0F102FB388DD}" dt="2026-06-09T12:30:15.781" v="160"/>
          <ac:picMkLst>
            <pc:docMk/>
            <pc:sldMk cId="2658099746" sldId="299"/>
            <ac:picMk id="5" creationId="{E1151D8C-0AEB-09DE-4539-D6620992E95B}"/>
          </ac:picMkLst>
        </pc:picChg>
      </pc:sldChg>
      <pc:sldChg chg="addSp modSp add mod">
        <pc:chgData name="Michael Whitehouse" userId="0ecba9273f6ad366" providerId="LiveId" clId="{F36E82C0-65ED-4BE7-8730-0F102FB388DD}" dt="2026-06-09T12:30:16.728" v="257" actId="207"/>
        <pc:sldMkLst>
          <pc:docMk/>
          <pc:sldMk cId="3474952712" sldId="300"/>
        </pc:sldMkLst>
        <pc:spChg chg="mod">
          <ac:chgData name="Michael Whitehouse" userId="0ecba9273f6ad366" providerId="LiveId" clId="{F36E82C0-65ED-4BE7-8730-0F102FB388DD}" dt="2026-06-09T12:30:16.388" v="226" actId="139"/>
          <ac:spMkLst>
            <pc:docMk/>
            <pc:sldMk cId="3474952712" sldId="300"/>
            <ac:spMk id="2" creationId="{E4D1BFEA-E66B-9C12-D1E2-7DD4542A7B08}"/>
          </ac:spMkLst>
        </pc:spChg>
        <pc:spChg chg="add mod">
          <ac:chgData name="Michael Whitehouse" userId="0ecba9273f6ad366" providerId="LiveId" clId="{F36E82C0-65ED-4BE7-8730-0F102FB388DD}" dt="2026-06-09T12:30:16.682" v="237" actId="139"/>
          <ac:spMkLst>
            <pc:docMk/>
            <pc:sldMk cId="3474952712" sldId="300"/>
            <ac:spMk id="3" creationId="{95DD04F7-0EF8-56A6-219B-98436ECDAA90}"/>
          </ac:spMkLst>
        </pc:spChg>
        <pc:spChg chg="add mod">
          <ac:chgData name="Michael Whitehouse" userId="0ecba9273f6ad366" providerId="LiveId" clId="{F36E82C0-65ED-4BE7-8730-0F102FB388DD}" dt="2026-06-09T12:30:16.706" v="247" actId="207"/>
          <ac:spMkLst>
            <pc:docMk/>
            <pc:sldMk cId="3474952712" sldId="300"/>
            <ac:spMk id="4" creationId="{AE38B6DC-E604-5889-6FB9-38FECAD61E2B}"/>
          </ac:spMkLst>
        </pc:spChg>
        <pc:spChg chg="add mod">
          <ac:chgData name="Michael Whitehouse" userId="0ecba9273f6ad366" providerId="LiveId" clId="{F36E82C0-65ED-4BE7-8730-0F102FB388DD}" dt="2026-06-09T12:30:16.728" v="257" actId="207"/>
          <ac:spMkLst>
            <pc:docMk/>
            <pc:sldMk cId="3474952712" sldId="300"/>
            <ac:spMk id="5" creationId="{43DF89A5-BDF7-A740-BB0C-CB82F9478662}"/>
          </ac:spMkLst>
        </pc:spChg>
      </pc:sldChg>
      <pc:sldChg chg="addSp modSp add mod">
        <pc:chgData name="Michael Whitehouse" userId="0ecba9273f6ad366" providerId="LiveId" clId="{F36E82C0-65ED-4BE7-8730-0F102FB388DD}" dt="2026-06-09T12:30:17.645" v="321" actId="207"/>
        <pc:sldMkLst>
          <pc:docMk/>
          <pc:sldMk cId="3314131993" sldId="301"/>
        </pc:sldMkLst>
        <pc:spChg chg="mod">
          <ac:chgData name="Michael Whitehouse" userId="0ecba9273f6ad366" providerId="LiveId" clId="{F36E82C0-65ED-4BE7-8730-0F102FB388DD}" dt="2026-06-09T12:30:16.740" v="261" actId="139"/>
          <ac:spMkLst>
            <pc:docMk/>
            <pc:sldMk cId="3314131993" sldId="301"/>
            <ac:spMk id="2" creationId="{D335F15B-57C8-B935-823C-68F7A6844071}"/>
          </ac:spMkLst>
        </pc:spChg>
        <pc:spChg chg="add mod">
          <ac:chgData name="Michael Whitehouse" userId="0ecba9273f6ad366" providerId="LiveId" clId="{F36E82C0-65ED-4BE7-8730-0F102FB388DD}" dt="2026-06-09T12:30:17.245" v="272" actId="139"/>
          <ac:spMkLst>
            <pc:docMk/>
            <pc:sldMk cId="3314131993" sldId="301"/>
            <ac:spMk id="3" creationId="{C08B0C0F-1A63-65FE-D75E-1AB3A921DF7C}"/>
          </ac:spMkLst>
        </pc:spChg>
        <pc:spChg chg="add mod">
          <ac:chgData name="Michael Whitehouse" userId="0ecba9273f6ad366" providerId="LiveId" clId="{F36E82C0-65ED-4BE7-8730-0F102FB388DD}" dt="2026-06-09T12:30:17.356" v="281"/>
          <ac:spMkLst>
            <pc:docMk/>
            <pc:sldMk cId="3314131993" sldId="301"/>
            <ac:spMk id="4" creationId="{DB9FF976-8C01-DD6E-F0E1-C1B863BF9696}"/>
          </ac:spMkLst>
        </pc:spChg>
        <pc:spChg chg="add mod">
          <ac:chgData name="Michael Whitehouse" userId="0ecba9273f6ad366" providerId="LiveId" clId="{F36E82C0-65ED-4BE7-8730-0F102FB388DD}" dt="2026-06-09T12:30:17.482" v="290"/>
          <ac:spMkLst>
            <pc:docMk/>
            <pc:sldMk cId="3314131993" sldId="301"/>
            <ac:spMk id="5" creationId="{5FAAD859-BCF9-4B5F-12E4-C270845AC734}"/>
          </ac:spMkLst>
        </pc:spChg>
        <pc:spChg chg="add mod">
          <ac:chgData name="Michael Whitehouse" userId="0ecba9273f6ad366" providerId="LiveId" clId="{F36E82C0-65ED-4BE7-8730-0F102FB388DD}" dt="2026-06-09T12:30:17.608" v="301" actId="139"/>
          <ac:spMkLst>
            <pc:docMk/>
            <pc:sldMk cId="3314131993" sldId="301"/>
            <ac:spMk id="6" creationId="{850915B9-FA4D-53CE-25AF-E1557A8619B9}"/>
          </ac:spMkLst>
        </pc:spChg>
        <pc:spChg chg="add mod">
          <ac:chgData name="Michael Whitehouse" userId="0ecba9273f6ad366" providerId="LiveId" clId="{F36E82C0-65ED-4BE7-8730-0F102FB388DD}" dt="2026-06-09T12:30:17.628" v="311" actId="207"/>
          <ac:spMkLst>
            <pc:docMk/>
            <pc:sldMk cId="3314131993" sldId="301"/>
            <ac:spMk id="7" creationId="{E4C41528-A303-6EC6-9D5B-AF624DC7E2CA}"/>
          </ac:spMkLst>
        </pc:spChg>
        <pc:spChg chg="add mod">
          <ac:chgData name="Michael Whitehouse" userId="0ecba9273f6ad366" providerId="LiveId" clId="{F36E82C0-65ED-4BE7-8730-0F102FB388DD}" dt="2026-06-09T12:30:17.645" v="321" actId="207"/>
          <ac:spMkLst>
            <pc:docMk/>
            <pc:sldMk cId="3314131993" sldId="301"/>
            <ac:spMk id="8" creationId="{93A43759-EF80-DECA-C798-832F58EB977C}"/>
          </ac:spMkLst>
        </pc:spChg>
      </pc:sldChg>
      <pc:sldChg chg="addSp modSp add mod">
        <pc:chgData name="Michael Whitehouse" userId="0ecba9273f6ad366" providerId="LiveId" clId="{F36E82C0-65ED-4BE7-8730-0F102FB388DD}" dt="2026-06-09T12:30:19.074" v="418" actId="207"/>
        <pc:sldMkLst>
          <pc:docMk/>
          <pc:sldMk cId="2900318820" sldId="302"/>
        </pc:sldMkLst>
        <pc:spChg chg="mod">
          <ac:chgData name="Michael Whitehouse" userId="0ecba9273f6ad366" providerId="LiveId" clId="{F36E82C0-65ED-4BE7-8730-0F102FB388DD}" dt="2026-06-09T12:30:17.654" v="325" actId="139"/>
          <ac:spMkLst>
            <pc:docMk/>
            <pc:sldMk cId="2900318820" sldId="302"/>
            <ac:spMk id="2" creationId="{E79FC8AD-43D3-BFC8-E3B9-95C840C46C76}"/>
          </ac:spMkLst>
        </pc:spChg>
        <pc:spChg chg="add mod">
          <ac:chgData name="Michael Whitehouse" userId="0ecba9273f6ad366" providerId="LiveId" clId="{F36E82C0-65ED-4BE7-8730-0F102FB388DD}" dt="2026-06-09T12:30:18.264" v="336" actId="139"/>
          <ac:spMkLst>
            <pc:docMk/>
            <pc:sldMk cId="2900318820" sldId="302"/>
            <ac:spMk id="3" creationId="{8C4DB10A-F0F5-0E5E-98C0-C26B72630870}"/>
          </ac:spMkLst>
        </pc:spChg>
        <pc:spChg chg="add mod">
          <ac:chgData name="Michael Whitehouse" userId="0ecba9273f6ad366" providerId="LiveId" clId="{F36E82C0-65ED-4BE7-8730-0F102FB388DD}" dt="2026-06-09T12:30:18.399" v="347" actId="208"/>
          <ac:spMkLst>
            <pc:docMk/>
            <pc:sldMk cId="2900318820" sldId="302"/>
            <ac:spMk id="4" creationId="{6E8B6201-794C-8BD1-53F6-CF065C70BEC0}"/>
          </ac:spMkLst>
        </pc:spChg>
        <pc:spChg chg="add mod">
          <ac:chgData name="Michael Whitehouse" userId="0ecba9273f6ad366" providerId="LiveId" clId="{F36E82C0-65ED-4BE7-8730-0F102FB388DD}" dt="2026-06-09T12:30:18.638" v="365"/>
          <ac:spMkLst>
            <pc:docMk/>
            <pc:sldMk cId="2900318820" sldId="302"/>
            <ac:spMk id="6" creationId="{DBB0185E-75D4-D11B-DC00-8524495651A8}"/>
          </ac:spMkLst>
        </pc:spChg>
        <pc:spChg chg="add mod">
          <ac:chgData name="Michael Whitehouse" userId="0ecba9273f6ad366" providerId="LiveId" clId="{F36E82C0-65ED-4BE7-8730-0F102FB388DD}" dt="2026-06-09T12:30:18.767" v="376" actId="208"/>
          <ac:spMkLst>
            <pc:docMk/>
            <pc:sldMk cId="2900318820" sldId="302"/>
            <ac:spMk id="7" creationId="{983D3DD5-075F-4DBE-960A-FDD05C6E58B5}"/>
          </ac:spMkLst>
        </pc:spChg>
        <pc:spChg chg="add mod">
          <ac:chgData name="Michael Whitehouse" userId="0ecba9273f6ad366" providerId="LiveId" clId="{F36E82C0-65ED-4BE7-8730-0F102FB388DD}" dt="2026-06-09T12:30:18.904" v="387" actId="139"/>
          <ac:spMkLst>
            <pc:docMk/>
            <pc:sldMk cId="2900318820" sldId="302"/>
            <ac:spMk id="8" creationId="{4DA59A86-535F-AC5D-F042-1E52389AA495}"/>
          </ac:spMkLst>
        </pc:spChg>
        <pc:spChg chg="add mod">
          <ac:chgData name="Michael Whitehouse" userId="0ecba9273f6ad366" providerId="LiveId" clId="{F36E82C0-65ED-4BE7-8730-0F102FB388DD}" dt="2026-06-09T12:30:19.035" v="398" actId="139"/>
          <ac:spMkLst>
            <pc:docMk/>
            <pc:sldMk cId="2900318820" sldId="302"/>
            <ac:spMk id="9" creationId="{F9DE7FC6-B32D-0454-BDEA-D95935F59BB0}"/>
          </ac:spMkLst>
        </pc:spChg>
        <pc:spChg chg="add mod">
          <ac:chgData name="Michael Whitehouse" userId="0ecba9273f6ad366" providerId="LiveId" clId="{F36E82C0-65ED-4BE7-8730-0F102FB388DD}" dt="2026-06-09T12:30:19.054" v="408" actId="207"/>
          <ac:spMkLst>
            <pc:docMk/>
            <pc:sldMk cId="2900318820" sldId="302"/>
            <ac:spMk id="10" creationId="{F142EC67-2522-7EBE-A244-BF1F5649AF69}"/>
          </ac:spMkLst>
        </pc:spChg>
        <pc:spChg chg="add mod">
          <ac:chgData name="Michael Whitehouse" userId="0ecba9273f6ad366" providerId="LiveId" clId="{F36E82C0-65ED-4BE7-8730-0F102FB388DD}" dt="2026-06-09T12:30:19.074" v="418" actId="207"/>
          <ac:spMkLst>
            <pc:docMk/>
            <pc:sldMk cId="2900318820" sldId="302"/>
            <ac:spMk id="11" creationId="{FE259164-849A-0A25-F973-5AFE8D4DED0D}"/>
          </ac:spMkLst>
        </pc:spChg>
        <pc:picChg chg="add mod">
          <ac:chgData name="Michael Whitehouse" userId="0ecba9273f6ad366" providerId="LiveId" clId="{F36E82C0-65ED-4BE7-8730-0F102FB388DD}" dt="2026-06-09T12:30:18.518" v="356"/>
          <ac:picMkLst>
            <pc:docMk/>
            <pc:sldMk cId="2900318820" sldId="302"/>
            <ac:picMk id="5" creationId="{9C0CE15D-B30D-678D-EC88-F496EBA16CDB}"/>
          </ac:picMkLst>
        </pc:picChg>
      </pc:sldChg>
      <pc:sldChg chg="addSp modSp add mod">
        <pc:chgData name="Michael Whitehouse" userId="0ecba9273f6ad366" providerId="LiveId" clId="{F36E82C0-65ED-4BE7-8730-0F102FB388DD}" dt="2026-06-09T12:30:19.343" v="453" actId="207"/>
        <pc:sldMkLst>
          <pc:docMk/>
          <pc:sldMk cId="1497209037" sldId="303"/>
        </pc:sldMkLst>
        <pc:spChg chg="mod">
          <ac:chgData name="Michael Whitehouse" userId="0ecba9273f6ad366" providerId="LiveId" clId="{F36E82C0-65ED-4BE7-8730-0F102FB388DD}" dt="2026-06-09T12:30:19.084" v="422" actId="139"/>
          <ac:spMkLst>
            <pc:docMk/>
            <pc:sldMk cId="1497209037" sldId="303"/>
            <ac:spMk id="2" creationId="{A65BEB31-3138-84E8-FC0F-E83D1464B482}"/>
          </ac:spMkLst>
        </pc:spChg>
        <pc:spChg chg="add mod">
          <ac:chgData name="Michael Whitehouse" userId="0ecba9273f6ad366" providerId="LiveId" clId="{F36E82C0-65ED-4BE7-8730-0F102FB388DD}" dt="2026-06-09T12:30:19.301" v="433" actId="139"/>
          <ac:spMkLst>
            <pc:docMk/>
            <pc:sldMk cId="1497209037" sldId="303"/>
            <ac:spMk id="3" creationId="{1794B87C-A668-58DF-AA36-DB2A329C50B8}"/>
          </ac:spMkLst>
        </pc:spChg>
        <pc:spChg chg="add mod">
          <ac:chgData name="Michael Whitehouse" userId="0ecba9273f6ad366" providerId="LiveId" clId="{F36E82C0-65ED-4BE7-8730-0F102FB388DD}" dt="2026-06-09T12:30:19.324" v="443" actId="207"/>
          <ac:spMkLst>
            <pc:docMk/>
            <pc:sldMk cId="1497209037" sldId="303"/>
            <ac:spMk id="4" creationId="{CAD85A3F-B4C3-1882-4140-D1034056BC23}"/>
          </ac:spMkLst>
        </pc:spChg>
        <pc:spChg chg="add mod">
          <ac:chgData name="Michael Whitehouse" userId="0ecba9273f6ad366" providerId="LiveId" clId="{F36E82C0-65ED-4BE7-8730-0F102FB388DD}" dt="2026-06-09T12:30:19.343" v="453" actId="207"/>
          <ac:spMkLst>
            <pc:docMk/>
            <pc:sldMk cId="1497209037" sldId="303"/>
            <ac:spMk id="5" creationId="{2489A08A-F55D-45FE-F32F-72C4A3D998CD}"/>
          </ac:spMkLst>
        </pc:spChg>
      </pc:sldChg>
      <pc:sldChg chg="addSp modSp add mod">
        <pc:chgData name="Michael Whitehouse" userId="0ecba9273f6ad366" providerId="LiveId" clId="{F36E82C0-65ED-4BE7-8730-0F102FB388DD}" dt="2026-06-09T12:30:19.693" v="488" actId="207"/>
        <pc:sldMkLst>
          <pc:docMk/>
          <pc:sldMk cId="3873347952" sldId="304"/>
        </pc:sldMkLst>
        <pc:spChg chg="mod">
          <ac:chgData name="Michael Whitehouse" userId="0ecba9273f6ad366" providerId="LiveId" clId="{F36E82C0-65ED-4BE7-8730-0F102FB388DD}" dt="2026-06-09T12:30:19.354" v="457" actId="139"/>
          <ac:spMkLst>
            <pc:docMk/>
            <pc:sldMk cId="3873347952" sldId="304"/>
            <ac:spMk id="2" creationId="{C29F6495-A9CE-EAD9-C1D1-3B580568F412}"/>
          </ac:spMkLst>
        </pc:spChg>
        <pc:spChg chg="add mod">
          <ac:chgData name="Michael Whitehouse" userId="0ecba9273f6ad366" providerId="LiveId" clId="{F36E82C0-65ED-4BE7-8730-0F102FB388DD}" dt="2026-06-09T12:30:19.605" v="468" actId="139"/>
          <ac:spMkLst>
            <pc:docMk/>
            <pc:sldMk cId="3873347952" sldId="304"/>
            <ac:spMk id="3" creationId="{6AB6AE13-4C30-F03D-8A82-68E0495FCD19}"/>
          </ac:spMkLst>
        </pc:spChg>
        <pc:spChg chg="add mod">
          <ac:chgData name="Michael Whitehouse" userId="0ecba9273f6ad366" providerId="LiveId" clId="{F36E82C0-65ED-4BE7-8730-0F102FB388DD}" dt="2026-06-09T12:30:19.667" v="478" actId="207"/>
          <ac:spMkLst>
            <pc:docMk/>
            <pc:sldMk cId="3873347952" sldId="304"/>
            <ac:spMk id="4" creationId="{A39B7F00-ABE3-C49F-ADC8-76F88EAF9C05}"/>
          </ac:spMkLst>
        </pc:spChg>
        <pc:spChg chg="add mod">
          <ac:chgData name="Michael Whitehouse" userId="0ecba9273f6ad366" providerId="LiveId" clId="{F36E82C0-65ED-4BE7-8730-0F102FB388DD}" dt="2026-06-09T12:30:19.693" v="488" actId="207"/>
          <ac:spMkLst>
            <pc:docMk/>
            <pc:sldMk cId="3873347952" sldId="304"/>
            <ac:spMk id="5" creationId="{FF9352E0-9A7D-F4AC-9A0F-C5335A8F62F0}"/>
          </ac:spMkLst>
        </pc:spChg>
      </pc:sldChg>
      <pc:sldChg chg="addSp modSp add mod">
        <pc:chgData name="Michael Whitehouse" userId="0ecba9273f6ad366" providerId="LiveId" clId="{F36E82C0-65ED-4BE7-8730-0F102FB388DD}" dt="2026-06-09T12:30:20.665" v="552" actId="207"/>
        <pc:sldMkLst>
          <pc:docMk/>
          <pc:sldMk cId="838415088" sldId="305"/>
        </pc:sldMkLst>
        <pc:spChg chg="mod">
          <ac:chgData name="Michael Whitehouse" userId="0ecba9273f6ad366" providerId="LiveId" clId="{F36E82C0-65ED-4BE7-8730-0F102FB388DD}" dt="2026-06-09T12:30:19.704" v="492" actId="139"/>
          <ac:spMkLst>
            <pc:docMk/>
            <pc:sldMk cId="838415088" sldId="305"/>
            <ac:spMk id="2" creationId="{437E6E25-CEB1-E813-EF4B-5F54BD519B22}"/>
          </ac:spMkLst>
        </pc:spChg>
        <pc:spChg chg="add mod">
          <ac:chgData name="Michael Whitehouse" userId="0ecba9273f6ad366" providerId="LiveId" clId="{F36E82C0-65ED-4BE7-8730-0F102FB388DD}" dt="2026-06-09T12:30:20.262" v="503" actId="139"/>
          <ac:spMkLst>
            <pc:docMk/>
            <pc:sldMk cId="838415088" sldId="305"/>
            <ac:spMk id="3" creationId="{54FE0C52-7447-75E7-1EFF-439DF574EE93}"/>
          </ac:spMkLst>
        </pc:spChg>
        <pc:spChg chg="add mod">
          <ac:chgData name="Michael Whitehouse" userId="0ecba9273f6ad366" providerId="LiveId" clId="{F36E82C0-65ED-4BE7-8730-0F102FB388DD}" dt="2026-06-09T12:30:20.380" v="512"/>
          <ac:spMkLst>
            <pc:docMk/>
            <pc:sldMk cId="838415088" sldId="305"/>
            <ac:spMk id="4" creationId="{7C57E859-4485-A549-D1E6-2B3591D910A4}"/>
          </ac:spMkLst>
        </pc:spChg>
        <pc:spChg chg="add mod">
          <ac:chgData name="Michael Whitehouse" userId="0ecba9273f6ad366" providerId="LiveId" clId="{F36E82C0-65ED-4BE7-8730-0F102FB388DD}" dt="2026-06-09T12:30:20.499" v="521"/>
          <ac:spMkLst>
            <pc:docMk/>
            <pc:sldMk cId="838415088" sldId="305"/>
            <ac:spMk id="5" creationId="{8CD4FE04-179F-1D32-51AA-A9C6EA7F6DE6}"/>
          </ac:spMkLst>
        </pc:spChg>
        <pc:spChg chg="add mod">
          <ac:chgData name="Michael Whitehouse" userId="0ecba9273f6ad366" providerId="LiveId" clId="{F36E82C0-65ED-4BE7-8730-0F102FB388DD}" dt="2026-06-09T12:30:20.630" v="532" actId="139"/>
          <ac:spMkLst>
            <pc:docMk/>
            <pc:sldMk cId="838415088" sldId="305"/>
            <ac:spMk id="6" creationId="{A4123E3B-D279-F2E7-3A52-E10391340D80}"/>
          </ac:spMkLst>
        </pc:spChg>
        <pc:spChg chg="add mod">
          <ac:chgData name="Michael Whitehouse" userId="0ecba9273f6ad366" providerId="LiveId" clId="{F36E82C0-65ED-4BE7-8730-0F102FB388DD}" dt="2026-06-09T12:30:20.647" v="542" actId="207"/>
          <ac:spMkLst>
            <pc:docMk/>
            <pc:sldMk cId="838415088" sldId="305"/>
            <ac:spMk id="7" creationId="{B19D7D8B-31F8-49E1-8645-200D6CFF7B23}"/>
          </ac:spMkLst>
        </pc:spChg>
        <pc:spChg chg="add mod">
          <ac:chgData name="Michael Whitehouse" userId="0ecba9273f6ad366" providerId="LiveId" clId="{F36E82C0-65ED-4BE7-8730-0F102FB388DD}" dt="2026-06-09T12:30:20.665" v="552" actId="207"/>
          <ac:spMkLst>
            <pc:docMk/>
            <pc:sldMk cId="838415088" sldId="305"/>
            <ac:spMk id="8" creationId="{0C771D10-A762-2807-340A-05BEACC32281}"/>
          </ac:spMkLst>
        </pc:spChg>
      </pc:sldChg>
      <pc:sldChg chg="addSp modSp add mod">
        <pc:chgData name="Michael Whitehouse" userId="0ecba9273f6ad366" providerId="LiveId" clId="{F36E82C0-65ED-4BE7-8730-0F102FB388DD}" dt="2026-06-09T12:30:20.932" v="587" actId="207"/>
        <pc:sldMkLst>
          <pc:docMk/>
          <pc:sldMk cId="4109009809" sldId="306"/>
        </pc:sldMkLst>
        <pc:spChg chg="mod">
          <ac:chgData name="Michael Whitehouse" userId="0ecba9273f6ad366" providerId="LiveId" clId="{F36E82C0-65ED-4BE7-8730-0F102FB388DD}" dt="2026-06-09T12:30:20.677" v="556" actId="139"/>
          <ac:spMkLst>
            <pc:docMk/>
            <pc:sldMk cId="4109009809" sldId="306"/>
            <ac:spMk id="2" creationId="{D097B8F7-3F70-E44D-153A-0260E7D66EC2}"/>
          </ac:spMkLst>
        </pc:spChg>
        <pc:spChg chg="add mod">
          <ac:chgData name="Michael Whitehouse" userId="0ecba9273f6ad366" providerId="LiveId" clId="{F36E82C0-65ED-4BE7-8730-0F102FB388DD}" dt="2026-06-09T12:30:20.895" v="567" actId="139"/>
          <ac:spMkLst>
            <pc:docMk/>
            <pc:sldMk cId="4109009809" sldId="306"/>
            <ac:spMk id="3" creationId="{26C0B3D2-1A01-A71E-BDF6-8A90ED422C25}"/>
          </ac:spMkLst>
        </pc:spChg>
        <pc:spChg chg="add mod">
          <ac:chgData name="Michael Whitehouse" userId="0ecba9273f6ad366" providerId="LiveId" clId="{F36E82C0-65ED-4BE7-8730-0F102FB388DD}" dt="2026-06-09T12:30:20.914" v="577" actId="207"/>
          <ac:spMkLst>
            <pc:docMk/>
            <pc:sldMk cId="4109009809" sldId="306"/>
            <ac:spMk id="4" creationId="{48964953-4F42-23E0-426C-F084DD25E864}"/>
          </ac:spMkLst>
        </pc:spChg>
        <pc:spChg chg="add mod">
          <ac:chgData name="Michael Whitehouse" userId="0ecba9273f6ad366" providerId="LiveId" clId="{F36E82C0-65ED-4BE7-8730-0F102FB388DD}" dt="2026-06-09T12:30:20.932" v="587" actId="207"/>
          <ac:spMkLst>
            <pc:docMk/>
            <pc:sldMk cId="4109009809" sldId="306"/>
            <ac:spMk id="5" creationId="{EEF913FA-01C3-7523-09FF-A149B883E89D}"/>
          </ac:spMkLst>
        </pc:spChg>
      </pc:sldChg>
      <pc:sldChg chg="addSp modSp add mod">
        <pc:chgData name="Michael Whitehouse" userId="0ecba9273f6ad366" providerId="LiveId" clId="{F36E82C0-65ED-4BE7-8730-0F102FB388DD}" dt="2026-06-09T12:30:21.087" v="619" actId="207"/>
        <pc:sldMkLst>
          <pc:docMk/>
          <pc:sldMk cId="3163181465" sldId="307"/>
        </pc:sldMkLst>
        <pc:spChg chg="mod">
          <ac:chgData name="Michael Whitehouse" userId="0ecba9273f6ad366" providerId="LiveId" clId="{F36E82C0-65ED-4BE7-8730-0F102FB388DD}" dt="2026-06-09T12:30:20.941" v="591" actId="139"/>
          <ac:spMkLst>
            <pc:docMk/>
            <pc:sldMk cId="3163181465" sldId="307"/>
            <ac:spMk id="2" creationId="{5BEEC998-897C-1070-9464-C67A2052D686}"/>
          </ac:spMkLst>
        </pc:spChg>
        <pc:spChg chg="add mod">
          <ac:chgData name="Michael Whitehouse" userId="0ecba9273f6ad366" providerId="LiveId" clId="{F36E82C0-65ED-4BE7-8730-0F102FB388DD}" dt="2026-06-09T12:30:21.068" v="609" actId="207"/>
          <ac:spMkLst>
            <pc:docMk/>
            <pc:sldMk cId="3163181465" sldId="307"/>
            <ac:spMk id="4" creationId="{F249A1AE-D635-EA9A-2022-9FC5FF9E6334}"/>
          </ac:spMkLst>
        </pc:spChg>
        <pc:spChg chg="add mod">
          <ac:chgData name="Michael Whitehouse" userId="0ecba9273f6ad366" providerId="LiveId" clId="{F36E82C0-65ED-4BE7-8730-0F102FB388DD}" dt="2026-06-09T12:30:21.087" v="619" actId="207"/>
          <ac:spMkLst>
            <pc:docMk/>
            <pc:sldMk cId="3163181465" sldId="307"/>
            <ac:spMk id="5" creationId="{12125C0E-5FD1-F818-877E-F872EE1E8B37}"/>
          </ac:spMkLst>
        </pc:spChg>
        <pc:picChg chg="add mod">
          <ac:chgData name="Michael Whitehouse" userId="0ecba9273f6ad366" providerId="LiveId" clId="{F36E82C0-65ED-4BE7-8730-0F102FB388DD}" dt="2026-06-09T12:30:21.045" v="599"/>
          <ac:picMkLst>
            <pc:docMk/>
            <pc:sldMk cId="3163181465" sldId="307"/>
            <ac:picMk id="3" creationId="{C3FCA7E0-306A-2D64-86B6-F075FFF6E63A}"/>
          </ac:picMkLst>
        </pc:picChg>
      </pc:sldChg>
      <pc:sldChg chg="addSp modSp add mod">
        <pc:chgData name="Michael Whitehouse" userId="0ecba9273f6ad366" providerId="LiveId" clId="{F36E82C0-65ED-4BE7-8730-0F102FB388DD}" dt="2026-06-14T13:14:26.993" v="1312" actId="27636"/>
        <pc:sldMkLst>
          <pc:docMk/>
          <pc:sldMk cId="701012505" sldId="308"/>
        </pc:sldMkLst>
        <pc:spChg chg="mod">
          <ac:chgData name="Michael Whitehouse" userId="0ecba9273f6ad366" providerId="LiveId" clId="{F36E82C0-65ED-4BE7-8730-0F102FB388DD}" dt="2026-06-09T12:30:21.097" v="623" actId="139"/>
          <ac:spMkLst>
            <pc:docMk/>
            <pc:sldMk cId="701012505" sldId="308"/>
            <ac:spMk id="2" creationId="{9A53AE6D-7B0D-879A-043B-58F03DBA2979}"/>
          </ac:spMkLst>
        </pc:spChg>
        <pc:spChg chg="add mod">
          <ac:chgData name="Michael Whitehouse" userId="0ecba9273f6ad366" providerId="LiveId" clId="{F36E82C0-65ED-4BE7-8730-0F102FB388DD}" dt="2026-06-09T14:03:52.240" v="1307" actId="1076"/>
          <ac:spMkLst>
            <pc:docMk/>
            <pc:sldMk cId="701012505" sldId="308"/>
            <ac:spMk id="3" creationId="{8DC923C2-F2E1-E288-54DE-872547F6FE70}"/>
          </ac:spMkLst>
        </pc:spChg>
        <pc:spChg chg="add mod">
          <ac:chgData name="Michael Whitehouse" userId="0ecba9273f6ad366" providerId="LiveId" clId="{F36E82C0-65ED-4BE7-8730-0F102FB388DD}" dt="2026-06-14T13:14:26.993" v="1310" actId="27636"/>
          <ac:spMkLst>
            <pc:docMk/>
            <pc:sldMk cId="701012505" sldId="308"/>
            <ac:spMk id="4" creationId="{AAB20D40-17C6-E321-B53C-A7E7F3C2D5D9}"/>
          </ac:spMkLst>
        </pc:spChg>
        <pc:spChg chg="add mod">
          <ac:chgData name="Michael Whitehouse" userId="0ecba9273f6ad366" providerId="LiveId" clId="{F36E82C0-65ED-4BE7-8730-0F102FB388DD}" dt="2026-06-09T12:30:22.578" v="656" actId="139"/>
          <ac:spMkLst>
            <pc:docMk/>
            <pc:sldMk cId="701012505" sldId="308"/>
            <ac:spMk id="5" creationId="{7627C8BE-BEBD-565F-F1AB-7F66AD00A240}"/>
          </ac:spMkLst>
        </pc:spChg>
        <pc:spChg chg="add mod">
          <ac:chgData name="Michael Whitehouse" userId="0ecba9273f6ad366" providerId="LiveId" clId="{F36E82C0-65ED-4BE7-8730-0F102FB388DD}" dt="2026-06-09T12:30:22.695" v="665"/>
          <ac:spMkLst>
            <pc:docMk/>
            <pc:sldMk cId="701012505" sldId="308"/>
            <ac:spMk id="6" creationId="{925F4C1A-CBB9-85DC-B753-02962A1E45CB}"/>
          </ac:spMkLst>
        </pc:spChg>
        <pc:spChg chg="add mod">
          <ac:chgData name="Michael Whitehouse" userId="0ecba9273f6ad366" providerId="LiveId" clId="{F36E82C0-65ED-4BE7-8730-0F102FB388DD}" dt="2026-06-14T13:14:26.993" v="1309" actId="27636"/>
          <ac:spMkLst>
            <pc:docMk/>
            <pc:sldMk cId="701012505" sldId="308"/>
            <ac:spMk id="7" creationId="{1CA27093-E6FE-9049-BBB5-5344EB0D1790}"/>
          </ac:spMkLst>
        </pc:spChg>
        <pc:spChg chg="add mod">
          <ac:chgData name="Michael Whitehouse" userId="0ecba9273f6ad366" providerId="LiveId" clId="{F36E82C0-65ED-4BE7-8730-0F102FB388DD}" dt="2026-06-09T12:30:22.944" v="688" actId="139"/>
          <ac:spMkLst>
            <pc:docMk/>
            <pc:sldMk cId="701012505" sldId="308"/>
            <ac:spMk id="8" creationId="{FBC36E4D-2ED0-608A-3BDF-6A48D4F006C1}"/>
          </ac:spMkLst>
        </pc:spChg>
        <pc:spChg chg="add mod">
          <ac:chgData name="Michael Whitehouse" userId="0ecba9273f6ad366" providerId="LiveId" clId="{F36E82C0-65ED-4BE7-8730-0F102FB388DD}" dt="2026-06-09T12:30:23.073" v="697"/>
          <ac:spMkLst>
            <pc:docMk/>
            <pc:sldMk cId="701012505" sldId="308"/>
            <ac:spMk id="9" creationId="{29D0EA50-423B-0ABC-9A03-FA5A3E27A53D}"/>
          </ac:spMkLst>
        </pc:spChg>
        <pc:spChg chg="add mod">
          <ac:chgData name="Michael Whitehouse" userId="0ecba9273f6ad366" providerId="LiveId" clId="{F36E82C0-65ED-4BE7-8730-0F102FB388DD}" dt="2026-06-14T13:14:26.993" v="1311" actId="27636"/>
          <ac:spMkLst>
            <pc:docMk/>
            <pc:sldMk cId="701012505" sldId="308"/>
            <ac:spMk id="10" creationId="{91F9448B-050D-B5BA-BC85-E333D6A85BC4}"/>
          </ac:spMkLst>
        </pc:spChg>
        <pc:spChg chg="add mod">
          <ac:chgData name="Michael Whitehouse" userId="0ecba9273f6ad366" providerId="LiveId" clId="{F36E82C0-65ED-4BE7-8730-0F102FB388DD}" dt="2026-06-09T12:30:23.352" v="720" actId="139"/>
          <ac:spMkLst>
            <pc:docMk/>
            <pc:sldMk cId="701012505" sldId="308"/>
            <ac:spMk id="11" creationId="{1C5A867E-2955-EB69-2FD5-1451CDA6929F}"/>
          </ac:spMkLst>
        </pc:spChg>
        <pc:spChg chg="add mod">
          <ac:chgData name="Michael Whitehouse" userId="0ecba9273f6ad366" providerId="LiveId" clId="{F36E82C0-65ED-4BE7-8730-0F102FB388DD}" dt="2026-06-09T12:30:23.472" v="729"/>
          <ac:spMkLst>
            <pc:docMk/>
            <pc:sldMk cId="701012505" sldId="308"/>
            <ac:spMk id="12" creationId="{C1B7E59D-6320-9C6F-9B4B-A6CE1BE12FDE}"/>
          </ac:spMkLst>
        </pc:spChg>
        <pc:spChg chg="add mod">
          <ac:chgData name="Michael Whitehouse" userId="0ecba9273f6ad366" providerId="LiveId" clId="{F36E82C0-65ED-4BE7-8730-0F102FB388DD}" dt="2026-06-14T13:14:26.993" v="1312" actId="27636"/>
          <ac:spMkLst>
            <pc:docMk/>
            <pc:sldMk cId="701012505" sldId="308"/>
            <ac:spMk id="13" creationId="{780B3B28-4C7A-EAE5-E8F3-D3BFEDA1AC00}"/>
          </ac:spMkLst>
        </pc:spChg>
        <pc:spChg chg="add mod">
          <ac:chgData name="Michael Whitehouse" userId="0ecba9273f6ad366" providerId="LiveId" clId="{F36E82C0-65ED-4BE7-8730-0F102FB388DD}" dt="2026-06-09T12:30:23.727" v="752" actId="139"/>
          <ac:spMkLst>
            <pc:docMk/>
            <pc:sldMk cId="701012505" sldId="308"/>
            <ac:spMk id="14" creationId="{60751F7C-8534-C6A0-79F7-9399B53B9171}"/>
          </ac:spMkLst>
        </pc:spChg>
        <pc:spChg chg="add mod">
          <ac:chgData name="Michael Whitehouse" userId="0ecba9273f6ad366" providerId="LiveId" clId="{F36E82C0-65ED-4BE7-8730-0F102FB388DD}" dt="2026-06-09T12:30:23.745" v="762" actId="207"/>
          <ac:spMkLst>
            <pc:docMk/>
            <pc:sldMk cId="701012505" sldId="308"/>
            <ac:spMk id="15" creationId="{66A94612-3D03-585C-E617-FDAC859BF832}"/>
          </ac:spMkLst>
        </pc:spChg>
        <pc:spChg chg="add mod">
          <ac:chgData name="Michael Whitehouse" userId="0ecba9273f6ad366" providerId="LiveId" clId="{F36E82C0-65ED-4BE7-8730-0F102FB388DD}" dt="2026-06-09T12:30:23.764" v="772" actId="207"/>
          <ac:spMkLst>
            <pc:docMk/>
            <pc:sldMk cId="701012505" sldId="308"/>
            <ac:spMk id="16" creationId="{B9099AED-81E9-A667-E70F-872D0F74CE13}"/>
          </ac:spMkLst>
        </pc:spChg>
      </pc:sldChg>
      <pc:sldChg chg="addSp modSp add mod">
        <pc:chgData name="Michael Whitehouse" userId="0ecba9273f6ad366" providerId="LiveId" clId="{F36E82C0-65ED-4BE7-8730-0F102FB388DD}" dt="2026-06-14T13:14:26.993" v="1317" actId="27636"/>
        <pc:sldMkLst>
          <pc:docMk/>
          <pc:sldMk cId="3371627890" sldId="309"/>
        </pc:sldMkLst>
        <pc:spChg chg="mod">
          <ac:chgData name="Michael Whitehouse" userId="0ecba9273f6ad366" providerId="LiveId" clId="{F36E82C0-65ED-4BE7-8730-0F102FB388DD}" dt="2026-06-09T12:30:23.773" v="776" actId="139"/>
          <ac:spMkLst>
            <pc:docMk/>
            <pc:sldMk cId="3371627890" sldId="309"/>
            <ac:spMk id="2" creationId="{7189DDCA-D169-2F86-64F9-5F2D5F4E9E4B}"/>
          </ac:spMkLst>
        </pc:spChg>
        <pc:spChg chg="add mod">
          <ac:chgData name="Michael Whitehouse" userId="0ecba9273f6ad366" providerId="LiveId" clId="{F36E82C0-65ED-4BE7-8730-0F102FB388DD}" dt="2026-06-09T12:30:25.013" v="786" actId="207"/>
          <ac:spMkLst>
            <pc:docMk/>
            <pc:sldMk cId="3371627890" sldId="309"/>
            <ac:spMk id="3" creationId="{ACC6B998-1CC6-50A5-8CFE-D95C00975394}"/>
          </ac:spMkLst>
        </pc:spChg>
        <pc:spChg chg="add mod">
          <ac:chgData name="Michael Whitehouse" userId="0ecba9273f6ad366" providerId="LiveId" clId="{F36E82C0-65ED-4BE7-8730-0F102FB388DD}" dt="2026-06-14T13:14:26.993" v="1316" actId="27636"/>
          <ac:spMkLst>
            <pc:docMk/>
            <pc:sldMk cId="3371627890" sldId="309"/>
            <ac:spMk id="4" creationId="{365ACB65-A8AE-F544-889D-44285893D3CF}"/>
          </ac:spMkLst>
        </pc:spChg>
        <pc:spChg chg="add mod">
          <ac:chgData name="Michael Whitehouse" userId="0ecba9273f6ad366" providerId="LiveId" clId="{F36E82C0-65ED-4BE7-8730-0F102FB388DD}" dt="2026-06-09T12:30:25.301" v="809" actId="139"/>
          <ac:spMkLst>
            <pc:docMk/>
            <pc:sldMk cId="3371627890" sldId="309"/>
            <ac:spMk id="5" creationId="{A61B7E9F-5FA8-AE20-E571-B0174F65F6DE}"/>
          </ac:spMkLst>
        </pc:spChg>
        <pc:spChg chg="add mod">
          <ac:chgData name="Michael Whitehouse" userId="0ecba9273f6ad366" providerId="LiveId" clId="{F36E82C0-65ED-4BE7-8730-0F102FB388DD}" dt="2026-06-09T12:30:25.414" v="818"/>
          <ac:spMkLst>
            <pc:docMk/>
            <pc:sldMk cId="3371627890" sldId="309"/>
            <ac:spMk id="6" creationId="{EAEF2920-D9E4-B273-5497-B72028EBD974}"/>
          </ac:spMkLst>
        </pc:spChg>
        <pc:spChg chg="add mod">
          <ac:chgData name="Michael Whitehouse" userId="0ecba9273f6ad366" providerId="LiveId" clId="{F36E82C0-65ED-4BE7-8730-0F102FB388DD}" dt="2026-06-14T13:14:26.993" v="1317" actId="27636"/>
          <ac:spMkLst>
            <pc:docMk/>
            <pc:sldMk cId="3371627890" sldId="309"/>
            <ac:spMk id="7" creationId="{B44110ED-0E94-A37D-0824-2F45CC415C69}"/>
          </ac:spMkLst>
        </pc:spChg>
        <pc:spChg chg="add mod">
          <ac:chgData name="Michael Whitehouse" userId="0ecba9273f6ad366" providerId="LiveId" clId="{F36E82C0-65ED-4BE7-8730-0F102FB388DD}" dt="2026-06-09T12:30:25.706" v="841" actId="139"/>
          <ac:spMkLst>
            <pc:docMk/>
            <pc:sldMk cId="3371627890" sldId="309"/>
            <ac:spMk id="8" creationId="{8445E8B4-A6AF-9169-C317-C57DFBF8259B}"/>
          </ac:spMkLst>
        </pc:spChg>
        <pc:spChg chg="add mod">
          <ac:chgData name="Michael Whitehouse" userId="0ecba9273f6ad366" providerId="LiveId" clId="{F36E82C0-65ED-4BE7-8730-0F102FB388DD}" dt="2026-06-09T12:30:25.822" v="850"/>
          <ac:spMkLst>
            <pc:docMk/>
            <pc:sldMk cId="3371627890" sldId="309"/>
            <ac:spMk id="9" creationId="{8E804344-1570-71DD-4D54-9BA330F92D60}"/>
          </ac:spMkLst>
        </pc:spChg>
        <pc:spChg chg="add mod">
          <ac:chgData name="Michael Whitehouse" userId="0ecba9273f6ad366" providerId="LiveId" clId="{F36E82C0-65ED-4BE7-8730-0F102FB388DD}" dt="2026-06-14T13:14:26.993" v="1313" actId="27636"/>
          <ac:spMkLst>
            <pc:docMk/>
            <pc:sldMk cId="3371627890" sldId="309"/>
            <ac:spMk id="10" creationId="{6605B06A-DFDB-C70F-FFE6-2F91DC708DC7}"/>
          </ac:spMkLst>
        </pc:spChg>
        <pc:spChg chg="add mod">
          <ac:chgData name="Michael Whitehouse" userId="0ecba9273f6ad366" providerId="LiveId" clId="{F36E82C0-65ED-4BE7-8730-0F102FB388DD}" dt="2026-06-09T12:30:26.075" v="873" actId="139"/>
          <ac:spMkLst>
            <pc:docMk/>
            <pc:sldMk cId="3371627890" sldId="309"/>
            <ac:spMk id="11" creationId="{7B6C48A9-E686-D6DA-99C7-17294C9052C2}"/>
          </ac:spMkLst>
        </pc:spChg>
        <pc:spChg chg="add mod">
          <ac:chgData name="Michael Whitehouse" userId="0ecba9273f6ad366" providerId="LiveId" clId="{F36E82C0-65ED-4BE7-8730-0F102FB388DD}" dt="2026-06-09T12:30:26.216" v="882"/>
          <ac:spMkLst>
            <pc:docMk/>
            <pc:sldMk cId="3371627890" sldId="309"/>
            <ac:spMk id="12" creationId="{AD3FE22F-167D-630E-5D27-6A28E584B917}"/>
          </ac:spMkLst>
        </pc:spChg>
        <pc:spChg chg="add mod">
          <ac:chgData name="Michael Whitehouse" userId="0ecba9273f6ad366" providerId="LiveId" clId="{F36E82C0-65ED-4BE7-8730-0F102FB388DD}" dt="2026-06-14T13:14:26.993" v="1314" actId="27636"/>
          <ac:spMkLst>
            <pc:docMk/>
            <pc:sldMk cId="3371627890" sldId="309"/>
            <ac:spMk id="13" creationId="{60484C8D-30B9-49C0-6361-2458F79EBD10}"/>
          </ac:spMkLst>
        </pc:spChg>
        <pc:spChg chg="add mod">
          <ac:chgData name="Michael Whitehouse" userId="0ecba9273f6ad366" providerId="LiveId" clId="{F36E82C0-65ED-4BE7-8730-0F102FB388DD}" dt="2026-06-09T12:30:26.519" v="905" actId="139"/>
          <ac:spMkLst>
            <pc:docMk/>
            <pc:sldMk cId="3371627890" sldId="309"/>
            <ac:spMk id="14" creationId="{E83F735C-1D96-F3A9-6E05-80D4A1651F1D}"/>
          </ac:spMkLst>
        </pc:spChg>
        <pc:spChg chg="add mod">
          <ac:chgData name="Michael Whitehouse" userId="0ecba9273f6ad366" providerId="LiveId" clId="{F36E82C0-65ED-4BE7-8730-0F102FB388DD}" dt="2026-06-09T12:30:26.644" v="914"/>
          <ac:spMkLst>
            <pc:docMk/>
            <pc:sldMk cId="3371627890" sldId="309"/>
            <ac:spMk id="15" creationId="{5254514D-26AC-20A9-BF73-C51E567BAC7F}"/>
          </ac:spMkLst>
        </pc:spChg>
        <pc:spChg chg="add mod">
          <ac:chgData name="Michael Whitehouse" userId="0ecba9273f6ad366" providerId="LiveId" clId="{F36E82C0-65ED-4BE7-8730-0F102FB388DD}" dt="2026-06-14T13:14:26.993" v="1315" actId="27636"/>
          <ac:spMkLst>
            <pc:docMk/>
            <pc:sldMk cId="3371627890" sldId="309"/>
            <ac:spMk id="16" creationId="{AD81CCF6-B621-2E96-4340-D1D93DF2847F}"/>
          </ac:spMkLst>
        </pc:spChg>
        <pc:spChg chg="add mod">
          <ac:chgData name="Michael Whitehouse" userId="0ecba9273f6ad366" providerId="LiveId" clId="{F36E82C0-65ED-4BE7-8730-0F102FB388DD}" dt="2026-06-09T12:30:26.909" v="937" actId="139"/>
          <ac:spMkLst>
            <pc:docMk/>
            <pc:sldMk cId="3371627890" sldId="309"/>
            <ac:spMk id="17" creationId="{B628EFF8-C27F-A147-DFA2-22CA2678CB27}"/>
          </ac:spMkLst>
        </pc:spChg>
        <pc:spChg chg="add mod">
          <ac:chgData name="Michael Whitehouse" userId="0ecba9273f6ad366" providerId="LiveId" clId="{F36E82C0-65ED-4BE7-8730-0F102FB388DD}" dt="2026-06-09T12:30:26.930" v="947" actId="207"/>
          <ac:spMkLst>
            <pc:docMk/>
            <pc:sldMk cId="3371627890" sldId="309"/>
            <ac:spMk id="18" creationId="{FED401A1-ECD0-085E-37E0-A2F1BA36B9B0}"/>
          </ac:spMkLst>
        </pc:spChg>
        <pc:spChg chg="add mod">
          <ac:chgData name="Michael Whitehouse" userId="0ecba9273f6ad366" providerId="LiveId" clId="{F36E82C0-65ED-4BE7-8730-0F102FB388DD}" dt="2026-06-09T12:30:26.948" v="957" actId="207"/>
          <ac:spMkLst>
            <pc:docMk/>
            <pc:sldMk cId="3371627890" sldId="309"/>
            <ac:spMk id="19" creationId="{C45ABA85-748C-E993-E270-11DA9DE1550C}"/>
          </ac:spMkLst>
        </pc:spChg>
      </pc:sldChg>
      <pc:sldChg chg="addSp modSp add mod">
        <pc:chgData name="Michael Whitehouse" userId="0ecba9273f6ad366" providerId="LiveId" clId="{F36E82C0-65ED-4BE7-8730-0F102FB388DD}" dt="2026-06-14T13:15:09.925" v="1325" actId="1076"/>
        <pc:sldMkLst>
          <pc:docMk/>
          <pc:sldMk cId="4125296697" sldId="310"/>
        </pc:sldMkLst>
        <pc:spChg chg="mod">
          <ac:chgData name="Michael Whitehouse" userId="0ecba9273f6ad366" providerId="LiveId" clId="{F36E82C0-65ED-4BE7-8730-0F102FB388DD}" dt="2026-06-14T13:13:37.889" v="1308" actId="313"/>
          <ac:spMkLst>
            <pc:docMk/>
            <pc:sldMk cId="4125296697" sldId="310"/>
            <ac:spMk id="2" creationId="{876744F6-7274-C4AA-2DA5-122EAF4AF307}"/>
          </ac:spMkLst>
        </pc:spChg>
        <pc:spChg chg="add mod">
          <ac:chgData name="Michael Whitehouse" userId="0ecba9273f6ad366" providerId="LiveId" clId="{F36E82C0-65ED-4BE7-8730-0F102FB388DD}" dt="2026-06-09T14:03:11.019" v="1304" actId="14100"/>
          <ac:spMkLst>
            <pc:docMk/>
            <pc:sldMk cId="4125296697" sldId="310"/>
            <ac:spMk id="4" creationId="{F1BA677F-2C0D-3AE3-D3E0-B9FC34ACEDC9}"/>
          </ac:spMkLst>
        </pc:spChg>
        <pc:spChg chg="add mod">
          <ac:chgData name="Michael Whitehouse" userId="0ecba9273f6ad366" providerId="LiveId" clId="{F36E82C0-65ED-4BE7-8730-0F102FB388DD}" dt="2026-06-09T12:30:28.583" v="990" actId="207"/>
          <ac:spMkLst>
            <pc:docMk/>
            <pc:sldMk cId="4125296697" sldId="310"/>
            <ac:spMk id="5" creationId="{BF1F8924-F9F7-258B-2F07-0C6EBE12A967}"/>
          </ac:spMkLst>
        </pc:spChg>
        <pc:spChg chg="add mod">
          <ac:chgData name="Michael Whitehouse" userId="0ecba9273f6ad366" providerId="LiveId" clId="{F36E82C0-65ED-4BE7-8730-0F102FB388DD}" dt="2026-06-14T13:14:27.009" v="1318" actId="27636"/>
          <ac:spMkLst>
            <pc:docMk/>
            <pc:sldMk cId="4125296697" sldId="310"/>
            <ac:spMk id="6" creationId="{B532D313-234D-97CB-860D-E703E5C4DE8B}"/>
          </ac:spMkLst>
        </pc:spChg>
        <pc:spChg chg="add mod">
          <ac:chgData name="Michael Whitehouse" userId="0ecba9273f6ad366" providerId="LiveId" clId="{F36E82C0-65ED-4BE7-8730-0F102FB388DD}" dt="2026-06-09T12:30:28.827" v="1012" actId="139"/>
          <ac:spMkLst>
            <pc:docMk/>
            <pc:sldMk cId="4125296697" sldId="310"/>
            <ac:spMk id="7" creationId="{3BBE0BE4-E7A6-6E45-7C45-3C35D84A458E}"/>
          </ac:spMkLst>
        </pc:spChg>
        <pc:spChg chg="add mod">
          <ac:chgData name="Michael Whitehouse" userId="0ecba9273f6ad366" providerId="LiveId" clId="{F36E82C0-65ED-4BE7-8730-0F102FB388DD}" dt="2026-06-09T12:30:28.962" v="1022" actId="207"/>
          <ac:spMkLst>
            <pc:docMk/>
            <pc:sldMk cId="4125296697" sldId="310"/>
            <ac:spMk id="8" creationId="{EA6E5726-D1BE-AE52-3B90-DEF60304B2C9}"/>
          </ac:spMkLst>
        </pc:spChg>
        <pc:spChg chg="add mod">
          <ac:chgData name="Michael Whitehouse" userId="0ecba9273f6ad366" providerId="LiveId" clId="{F36E82C0-65ED-4BE7-8730-0F102FB388DD}" dt="2026-06-14T13:14:27.009" v="1321" actId="27636"/>
          <ac:spMkLst>
            <pc:docMk/>
            <pc:sldMk cId="4125296697" sldId="310"/>
            <ac:spMk id="9" creationId="{62B4AB6A-ADAF-77AF-7778-3C152138945C}"/>
          </ac:spMkLst>
        </pc:spChg>
        <pc:spChg chg="add mod">
          <ac:chgData name="Michael Whitehouse" userId="0ecba9273f6ad366" providerId="LiveId" clId="{F36E82C0-65ED-4BE7-8730-0F102FB388DD}" dt="2026-06-09T12:30:29.230" v="1044" actId="139"/>
          <ac:spMkLst>
            <pc:docMk/>
            <pc:sldMk cId="4125296697" sldId="310"/>
            <ac:spMk id="10" creationId="{A3B6C3E6-EB53-85C7-9229-99DC25B1F918}"/>
          </ac:spMkLst>
        </pc:spChg>
        <pc:spChg chg="add mod">
          <ac:chgData name="Michael Whitehouse" userId="0ecba9273f6ad366" providerId="LiveId" clId="{F36E82C0-65ED-4BE7-8730-0F102FB388DD}" dt="2026-06-09T12:30:29.351" v="1054" actId="207"/>
          <ac:spMkLst>
            <pc:docMk/>
            <pc:sldMk cId="4125296697" sldId="310"/>
            <ac:spMk id="11" creationId="{92DD24BF-A5F4-99C3-F71D-4146B3BEF199}"/>
          </ac:spMkLst>
        </pc:spChg>
        <pc:spChg chg="add mod">
          <ac:chgData name="Michael Whitehouse" userId="0ecba9273f6ad366" providerId="LiveId" clId="{F36E82C0-65ED-4BE7-8730-0F102FB388DD}" dt="2026-06-14T13:14:27.009" v="1320" actId="27636"/>
          <ac:spMkLst>
            <pc:docMk/>
            <pc:sldMk cId="4125296697" sldId="310"/>
            <ac:spMk id="12" creationId="{609981AE-C7E8-554A-1DC2-147FCB5548D5}"/>
          </ac:spMkLst>
        </pc:spChg>
        <pc:spChg chg="add mod">
          <ac:chgData name="Michael Whitehouse" userId="0ecba9273f6ad366" providerId="LiveId" clId="{F36E82C0-65ED-4BE7-8730-0F102FB388DD}" dt="2026-06-09T12:30:29.602" v="1076" actId="139"/>
          <ac:spMkLst>
            <pc:docMk/>
            <pc:sldMk cId="4125296697" sldId="310"/>
            <ac:spMk id="13" creationId="{FEF8A312-233D-F1D7-B276-244B00FE1077}"/>
          </ac:spMkLst>
        </pc:spChg>
        <pc:spChg chg="add mod">
          <ac:chgData name="Michael Whitehouse" userId="0ecba9273f6ad366" providerId="LiveId" clId="{F36E82C0-65ED-4BE7-8730-0F102FB388DD}" dt="2026-06-09T12:30:29.730" v="1086" actId="207"/>
          <ac:spMkLst>
            <pc:docMk/>
            <pc:sldMk cId="4125296697" sldId="310"/>
            <ac:spMk id="14" creationId="{EA521BFD-0162-E88A-0DF3-5C620F487992}"/>
          </ac:spMkLst>
        </pc:spChg>
        <pc:spChg chg="add mod">
          <ac:chgData name="Michael Whitehouse" userId="0ecba9273f6ad366" providerId="LiveId" clId="{F36E82C0-65ED-4BE7-8730-0F102FB388DD}" dt="2026-06-14T13:14:27.009" v="1319" actId="27636"/>
          <ac:spMkLst>
            <pc:docMk/>
            <pc:sldMk cId="4125296697" sldId="310"/>
            <ac:spMk id="15" creationId="{91C93EF8-78CD-28C9-7787-FB9428602C61}"/>
          </ac:spMkLst>
        </pc:spChg>
        <pc:spChg chg="add mod">
          <ac:chgData name="Michael Whitehouse" userId="0ecba9273f6ad366" providerId="LiveId" clId="{F36E82C0-65ED-4BE7-8730-0F102FB388DD}" dt="2026-06-09T12:30:29.997" v="1108" actId="139"/>
          <ac:spMkLst>
            <pc:docMk/>
            <pc:sldMk cId="4125296697" sldId="310"/>
            <ac:spMk id="16" creationId="{A8008FE3-A1F7-B0D7-914E-E442695486EF}"/>
          </ac:spMkLst>
        </pc:spChg>
        <pc:spChg chg="add mod">
          <ac:chgData name="Michael Whitehouse" userId="0ecba9273f6ad366" providerId="LiveId" clId="{F36E82C0-65ED-4BE7-8730-0F102FB388DD}" dt="2026-06-09T12:30:30.021" v="1118" actId="207"/>
          <ac:spMkLst>
            <pc:docMk/>
            <pc:sldMk cId="4125296697" sldId="310"/>
            <ac:spMk id="17" creationId="{5A9D763F-FC3F-89B3-DB7E-4FEA56892861}"/>
          </ac:spMkLst>
        </pc:spChg>
        <pc:spChg chg="add mod">
          <ac:chgData name="Michael Whitehouse" userId="0ecba9273f6ad366" providerId="LiveId" clId="{F36E82C0-65ED-4BE7-8730-0F102FB388DD}" dt="2026-06-09T12:30:30.044" v="1128" actId="207"/>
          <ac:spMkLst>
            <pc:docMk/>
            <pc:sldMk cId="4125296697" sldId="310"/>
            <ac:spMk id="18" creationId="{F2ED67BE-CEF0-2381-1360-2423198E3FC4}"/>
          </ac:spMkLst>
        </pc:spChg>
        <pc:picChg chg="add mod">
          <ac:chgData name="Michael Whitehouse" userId="0ecba9273f6ad366" providerId="LiveId" clId="{F36E82C0-65ED-4BE7-8730-0F102FB388DD}" dt="2026-06-14T13:15:09.925" v="1325" actId="1076"/>
          <ac:picMkLst>
            <pc:docMk/>
            <pc:sldMk cId="4125296697" sldId="310"/>
            <ac:picMk id="3" creationId="{8EE9E698-AF50-81CC-FAF7-D6835CC88149}"/>
          </ac:picMkLst>
        </pc:picChg>
      </pc:sldChg>
      <pc:sldChg chg="addSp modSp add mod">
        <pc:chgData name="Michael Whitehouse" userId="0ecba9273f6ad366" providerId="LiveId" clId="{F36E82C0-65ED-4BE7-8730-0F102FB388DD}" dt="2026-06-09T12:30:30.351" v="1177" actId="207"/>
        <pc:sldMkLst>
          <pc:docMk/>
          <pc:sldMk cId="2608437930" sldId="311"/>
        </pc:sldMkLst>
        <pc:spChg chg="mod">
          <ac:chgData name="Michael Whitehouse" userId="0ecba9273f6ad366" providerId="LiveId" clId="{F36E82C0-65ED-4BE7-8730-0F102FB388DD}" dt="2026-06-09T12:30:30.062" v="1132" actId="139"/>
          <ac:spMkLst>
            <pc:docMk/>
            <pc:sldMk cId="2608437930" sldId="311"/>
            <ac:spMk id="2" creationId="{76A94E3F-75D3-2323-4B0D-EDA1FDB48A70}"/>
          </ac:spMkLst>
        </pc:spChg>
        <pc:spChg chg="mod">
          <ac:chgData name="Michael Whitehouse" userId="0ecba9273f6ad366" providerId="LiveId" clId="{F36E82C0-65ED-4BE7-8730-0F102FB388DD}" dt="2026-06-09T12:30:30.269" v="1137" actId="139"/>
          <ac:spMkLst>
            <pc:docMk/>
            <pc:sldMk cId="2608437930" sldId="311"/>
            <ac:spMk id="3" creationId="{22AAE6D8-E7B8-F4C2-AFBF-0E2CB228EE26}"/>
          </ac:spMkLst>
        </pc:spChg>
        <pc:spChg chg="mod">
          <ac:chgData name="Michael Whitehouse" userId="0ecba9273f6ad366" providerId="LiveId" clId="{F36E82C0-65ED-4BE7-8730-0F102FB388DD}" dt="2026-06-09T12:30:30.281" v="1142" actId="139"/>
          <ac:spMkLst>
            <pc:docMk/>
            <pc:sldMk cId="2608437930" sldId="311"/>
            <ac:spMk id="4" creationId="{91F37C2C-64BB-0614-EA82-22F3C09E449E}"/>
          </ac:spMkLst>
        </pc:spChg>
        <pc:spChg chg="mod">
          <ac:chgData name="Michael Whitehouse" userId="0ecba9273f6ad366" providerId="LiveId" clId="{F36E82C0-65ED-4BE7-8730-0F102FB388DD}" dt="2026-06-09T12:30:30.292" v="1147" actId="139"/>
          <ac:spMkLst>
            <pc:docMk/>
            <pc:sldMk cId="2608437930" sldId="311"/>
            <ac:spMk id="5" creationId="{46B99DA0-9916-73F5-DA17-09E2A16BF35F}"/>
          </ac:spMkLst>
        </pc:spChg>
        <pc:spChg chg="mod">
          <ac:chgData name="Michael Whitehouse" userId="0ecba9273f6ad366" providerId="LiveId" clId="{F36E82C0-65ED-4BE7-8730-0F102FB388DD}" dt="2026-06-09T12:30:30.305" v="1152" actId="139"/>
          <ac:spMkLst>
            <pc:docMk/>
            <pc:sldMk cId="2608437930" sldId="311"/>
            <ac:spMk id="6" creationId="{AD7B6357-48AD-70FF-1C95-CBB06B9142CA}"/>
          </ac:spMkLst>
        </pc:spChg>
        <pc:spChg chg="mod">
          <ac:chgData name="Michael Whitehouse" userId="0ecba9273f6ad366" providerId="LiveId" clId="{F36E82C0-65ED-4BE7-8730-0F102FB388DD}" dt="2026-06-09T12:30:30.317" v="1157" actId="139"/>
          <ac:spMkLst>
            <pc:docMk/>
            <pc:sldMk cId="2608437930" sldId="311"/>
            <ac:spMk id="7" creationId="{EA27660A-08EB-A9A2-C78D-5565DCB1CDCE}"/>
          </ac:spMkLst>
        </pc:spChg>
        <pc:spChg chg="add mod">
          <ac:chgData name="Michael Whitehouse" userId="0ecba9273f6ad366" providerId="LiveId" clId="{F36E82C0-65ED-4BE7-8730-0F102FB388DD}" dt="2026-06-09T12:30:30.333" v="1167" actId="207"/>
          <ac:spMkLst>
            <pc:docMk/>
            <pc:sldMk cId="2608437930" sldId="311"/>
            <ac:spMk id="8" creationId="{20D3E41B-3DD2-B177-BE54-4458D4271E0F}"/>
          </ac:spMkLst>
        </pc:spChg>
        <pc:spChg chg="add mod">
          <ac:chgData name="Michael Whitehouse" userId="0ecba9273f6ad366" providerId="LiveId" clId="{F36E82C0-65ED-4BE7-8730-0F102FB388DD}" dt="2026-06-09T12:30:30.351" v="1177" actId="207"/>
          <ac:spMkLst>
            <pc:docMk/>
            <pc:sldMk cId="2608437930" sldId="311"/>
            <ac:spMk id="9" creationId="{CFCBA5BE-D2D6-5298-EB39-B2A8FB8A5219}"/>
          </ac:spMkLst>
        </pc:spChg>
      </pc:sldChg>
      <pc:sldChg chg="addSp modSp add mod">
        <pc:chgData name="Michael Whitehouse" userId="0ecba9273f6ad366" providerId="LiveId" clId="{F36E82C0-65ED-4BE7-8730-0F102FB388DD}" dt="2026-06-09T12:30:30.744" v="1226" actId="207"/>
        <pc:sldMkLst>
          <pc:docMk/>
          <pc:sldMk cId="2665555151" sldId="312"/>
        </pc:sldMkLst>
        <pc:spChg chg="mod">
          <ac:chgData name="Michael Whitehouse" userId="0ecba9273f6ad366" providerId="LiveId" clId="{F36E82C0-65ED-4BE7-8730-0F102FB388DD}" dt="2026-06-09T12:30:30.360" v="1181" actId="139"/>
          <ac:spMkLst>
            <pc:docMk/>
            <pc:sldMk cId="2665555151" sldId="312"/>
            <ac:spMk id="2" creationId="{5B1D221F-5438-1346-4F23-340A6C0C181D}"/>
          </ac:spMkLst>
        </pc:spChg>
        <pc:spChg chg="mod">
          <ac:chgData name="Michael Whitehouse" userId="0ecba9273f6ad366" providerId="LiveId" clId="{F36E82C0-65ED-4BE7-8730-0F102FB388DD}" dt="2026-06-09T12:30:30.584" v="1186" actId="139"/>
          <ac:spMkLst>
            <pc:docMk/>
            <pc:sldMk cId="2665555151" sldId="312"/>
            <ac:spMk id="3" creationId="{08C7D922-805C-D3C7-BC7B-D844C020157C}"/>
          </ac:spMkLst>
        </pc:spChg>
        <pc:spChg chg="mod">
          <ac:chgData name="Michael Whitehouse" userId="0ecba9273f6ad366" providerId="LiveId" clId="{F36E82C0-65ED-4BE7-8730-0F102FB388DD}" dt="2026-06-09T12:30:30.610" v="1191" actId="139"/>
          <ac:spMkLst>
            <pc:docMk/>
            <pc:sldMk cId="2665555151" sldId="312"/>
            <ac:spMk id="4" creationId="{64D759EF-FF3E-4388-2019-3E76B8B8ED7E}"/>
          </ac:spMkLst>
        </pc:spChg>
        <pc:spChg chg="mod">
          <ac:chgData name="Michael Whitehouse" userId="0ecba9273f6ad366" providerId="LiveId" clId="{F36E82C0-65ED-4BE7-8730-0F102FB388DD}" dt="2026-06-09T12:30:30.638" v="1196" actId="139"/>
          <ac:spMkLst>
            <pc:docMk/>
            <pc:sldMk cId="2665555151" sldId="312"/>
            <ac:spMk id="5" creationId="{A623063F-C48E-8854-2F63-899C53C9F3BA}"/>
          </ac:spMkLst>
        </pc:spChg>
        <pc:spChg chg="mod">
          <ac:chgData name="Michael Whitehouse" userId="0ecba9273f6ad366" providerId="LiveId" clId="{F36E82C0-65ED-4BE7-8730-0F102FB388DD}" dt="2026-06-09T12:30:30.665" v="1201" actId="139"/>
          <ac:spMkLst>
            <pc:docMk/>
            <pc:sldMk cId="2665555151" sldId="312"/>
            <ac:spMk id="6" creationId="{D10557BC-92B5-5C39-59E6-E02F9AC9AE97}"/>
          </ac:spMkLst>
        </pc:spChg>
        <pc:spChg chg="mod">
          <ac:chgData name="Michael Whitehouse" userId="0ecba9273f6ad366" providerId="LiveId" clId="{F36E82C0-65ED-4BE7-8730-0F102FB388DD}" dt="2026-06-09T12:30:30.690" v="1206" actId="139"/>
          <ac:spMkLst>
            <pc:docMk/>
            <pc:sldMk cId="2665555151" sldId="312"/>
            <ac:spMk id="7" creationId="{5C94DA2B-D650-94CD-2E0A-C7638B2762A5}"/>
          </ac:spMkLst>
        </pc:spChg>
        <pc:spChg chg="add mod">
          <ac:chgData name="Michael Whitehouse" userId="0ecba9273f6ad366" providerId="LiveId" clId="{F36E82C0-65ED-4BE7-8730-0F102FB388DD}" dt="2026-06-09T12:30:30.718" v="1216" actId="207"/>
          <ac:spMkLst>
            <pc:docMk/>
            <pc:sldMk cId="2665555151" sldId="312"/>
            <ac:spMk id="8" creationId="{071B49D4-E56A-5721-2E01-00A2D8C63D69}"/>
          </ac:spMkLst>
        </pc:spChg>
        <pc:spChg chg="add mod">
          <ac:chgData name="Michael Whitehouse" userId="0ecba9273f6ad366" providerId="LiveId" clId="{F36E82C0-65ED-4BE7-8730-0F102FB388DD}" dt="2026-06-09T12:30:30.744" v="1226" actId="207"/>
          <ac:spMkLst>
            <pc:docMk/>
            <pc:sldMk cId="2665555151" sldId="312"/>
            <ac:spMk id="9" creationId="{AD3CAB39-C0A8-A7E8-BE29-D790D5163609}"/>
          </ac:spMkLst>
        </pc:spChg>
      </pc:sldChg>
      <pc:sldChg chg="addSp modSp add mod">
        <pc:chgData name="Michael Whitehouse" userId="0ecba9273f6ad366" providerId="LiveId" clId="{F36E82C0-65ED-4BE7-8730-0F102FB388DD}" dt="2026-06-09T14:03:37.166" v="1305" actId="1076"/>
        <pc:sldMkLst>
          <pc:docMk/>
          <pc:sldMk cId="1666876044" sldId="313"/>
        </pc:sldMkLst>
        <pc:spChg chg="mod">
          <ac:chgData name="Michael Whitehouse" userId="0ecba9273f6ad366" providerId="LiveId" clId="{F36E82C0-65ED-4BE7-8730-0F102FB388DD}" dt="2026-06-09T12:30:30.760" v="1230" actId="139"/>
          <ac:spMkLst>
            <pc:docMk/>
            <pc:sldMk cId="1666876044" sldId="313"/>
            <ac:spMk id="2" creationId="{945AE92E-9002-8B0A-EF50-B6690E617920}"/>
          </ac:spMkLst>
        </pc:spChg>
        <pc:spChg chg="add mod">
          <ac:chgData name="Michael Whitehouse" userId="0ecba9273f6ad366" providerId="LiveId" clId="{F36E82C0-65ED-4BE7-8730-0F102FB388DD}" dt="2026-06-09T14:03:37.166" v="1305" actId="1076"/>
          <ac:spMkLst>
            <pc:docMk/>
            <pc:sldMk cId="1666876044" sldId="313"/>
            <ac:spMk id="3" creationId="{3ED4D6DA-CAEE-746D-05CB-E588E2A24F12}"/>
          </ac:spMkLst>
        </pc:spChg>
        <pc:spChg chg="add mod">
          <ac:chgData name="Michael Whitehouse" userId="0ecba9273f6ad366" providerId="LiveId" clId="{F36E82C0-65ED-4BE7-8730-0F102FB388DD}" dt="2026-06-09T12:30:31.382" v="1253" actId="207"/>
          <ac:spMkLst>
            <pc:docMk/>
            <pc:sldMk cId="1666876044" sldId="313"/>
            <ac:spMk id="4" creationId="{0459EB04-B6F6-D356-D203-A188FD4453FA}"/>
          </ac:spMkLst>
        </pc:spChg>
        <pc:spChg chg="add mod">
          <ac:chgData name="Michael Whitehouse" userId="0ecba9273f6ad366" providerId="LiveId" clId="{F36E82C0-65ED-4BE7-8730-0F102FB388DD}" dt="2026-06-09T12:30:31.518" v="1272" actId="207"/>
          <ac:spMkLst>
            <pc:docMk/>
            <pc:sldMk cId="1666876044" sldId="313"/>
            <ac:spMk id="6" creationId="{23D94E9A-DEFD-1F41-1FA9-E73EF93D0612}"/>
          </ac:spMkLst>
        </pc:spChg>
        <pc:spChg chg="add mod">
          <ac:chgData name="Michael Whitehouse" userId="0ecba9273f6ad366" providerId="LiveId" clId="{F36E82C0-65ED-4BE7-8730-0F102FB388DD}" dt="2026-06-09T12:30:31.538" v="1282" actId="207"/>
          <ac:spMkLst>
            <pc:docMk/>
            <pc:sldMk cId="1666876044" sldId="313"/>
            <ac:spMk id="7" creationId="{CC1C3679-51F3-E656-E79E-CD45E6E34388}"/>
          </ac:spMkLst>
        </pc:spChg>
        <pc:picChg chg="add mod">
          <ac:chgData name="Michael Whitehouse" userId="0ecba9273f6ad366" providerId="LiveId" clId="{F36E82C0-65ED-4BE7-8730-0F102FB388DD}" dt="2026-06-09T12:30:31.495" v="1262"/>
          <ac:picMkLst>
            <pc:docMk/>
            <pc:sldMk cId="1666876044" sldId="313"/>
            <ac:picMk id="5" creationId="{86787BAA-1864-1AB8-EED5-A3AD92A50734}"/>
          </ac:picMkLst>
        </pc:picChg>
      </pc:sldChg>
      <pc:sldMasterChg chg="delSp mod">
        <pc:chgData name="Michael Whitehouse" userId="0ecba9273f6ad366" providerId="LiveId" clId="{F36E82C0-65ED-4BE7-8730-0F102FB388DD}" dt="2026-06-09T12:30:12.833" v="4"/>
        <pc:sldMasterMkLst>
          <pc:docMk/>
          <pc:sldMasterMk cId="3246439068" sldId="2147483650"/>
        </pc:sldMasterMkLst>
      </pc:sldMasterChg>
      <pc:sldMasterChg chg="delSp mod">
        <pc:chgData name="Michael Whitehouse" userId="0ecba9273f6ad366" providerId="LiveId" clId="{F36E82C0-65ED-4BE7-8730-0F102FB388DD}" dt="2026-06-09T12:30:12.839" v="6"/>
        <pc:sldMasterMkLst>
          <pc:docMk/>
          <pc:sldMasterMk cId="2784130494" sldId="2147483754"/>
        </pc:sldMasterMkLst>
      </pc:sldMasterChg>
    </pc:docChg>
  </pc:docChgLst>
  <pc:docChgLst>
    <pc:chgData name="Michael Whitehouse" userId="0ecba9273f6ad366" providerId="LiveId" clId="{8DFD1B98-0500-5FC6-99FB-58445427081D}"/>
    <pc:docChg chg="custSel addSld modSld">
      <pc:chgData name="Michael Whitehouse" userId="0ecba9273f6ad366" providerId="LiveId" clId="{8DFD1B98-0500-5FC6-99FB-58445427081D}" dt="2026-06-27T19:40:14.087" v="16" actId="478"/>
      <pc:docMkLst>
        <pc:docMk/>
      </pc:docMkLst>
      <pc:sldChg chg="addSp delSp modSp mod">
        <pc:chgData name="Michael Whitehouse" userId="0ecba9273f6ad366" providerId="LiveId" clId="{8DFD1B98-0500-5FC6-99FB-58445427081D}" dt="2026-06-27T19:40:14.087" v="16" actId="478"/>
        <pc:sldMkLst>
          <pc:docMk/>
          <pc:sldMk cId="2658099746" sldId="299"/>
        </pc:sldMkLst>
        <pc:spChg chg="del">
          <ac:chgData name="Michael Whitehouse" userId="0ecba9273f6ad366" providerId="LiveId" clId="{8DFD1B98-0500-5FC6-99FB-58445427081D}" dt="2026-06-27T19:40:11.245" v="15" actId="478"/>
          <ac:spMkLst>
            <pc:docMk/>
            <pc:sldMk cId="2658099746" sldId="299"/>
            <ac:spMk id="4" creationId="{0A5C0C11-DD9D-DAA9-2BBA-87A8E099F300}"/>
          </ac:spMkLst>
        </pc:spChg>
        <pc:spChg chg="del">
          <ac:chgData name="Michael Whitehouse" userId="0ecba9273f6ad366" providerId="LiveId" clId="{8DFD1B98-0500-5FC6-99FB-58445427081D}" dt="2026-06-27T19:40:14.087" v="16" actId="478"/>
          <ac:spMkLst>
            <pc:docMk/>
            <pc:sldMk cId="2658099746" sldId="299"/>
            <ac:spMk id="6" creationId="{75A8B3B9-9294-245F-0900-5796292A5F89}"/>
          </ac:spMkLst>
        </pc:spChg>
        <pc:spChg chg="del">
          <ac:chgData name="Michael Whitehouse" userId="0ecba9273f6ad366" providerId="LiveId" clId="{8DFD1B98-0500-5FC6-99FB-58445427081D}" dt="2026-06-27T19:40:14.087" v="16" actId="478"/>
          <ac:spMkLst>
            <pc:docMk/>
            <pc:sldMk cId="2658099746" sldId="299"/>
            <ac:spMk id="7" creationId="{BA653AB6-9CBF-74DE-EB02-7657993AD5AF}"/>
          </ac:spMkLst>
        </pc:spChg>
        <pc:spChg chg="del">
          <ac:chgData name="Michael Whitehouse" userId="0ecba9273f6ad366" providerId="LiveId" clId="{8DFD1B98-0500-5FC6-99FB-58445427081D}" dt="2026-06-27T19:40:14.087" v="16" actId="478"/>
          <ac:spMkLst>
            <pc:docMk/>
            <pc:sldMk cId="2658099746" sldId="299"/>
            <ac:spMk id="8" creationId="{F2D83C49-57CC-B6C2-601C-CA7727FC77D0}"/>
          </ac:spMkLst>
        </pc:spChg>
        <pc:spChg chg="del">
          <ac:chgData name="Michael Whitehouse" userId="0ecba9273f6ad366" providerId="LiveId" clId="{8DFD1B98-0500-5FC6-99FB-58445427081D}" dt="2026-06-27T19:40:14.087" v="16" actId="478"/>
          <ac:spMkLst>
            <pc:docMk/>
            <pc:sldMk cId="2658099746" sldId="299"/>
            <ac:spMk id="9" creationId="{5D4BCDA3-5EF6-79C9-39ED-E313D2F4325C}"/>
          </ac:spMkLst>
        </pc:spChg>
        <pc:spChg chg="add del mod">
          <ac:chgData name="Michael Whitehouse" userId="0ecba9273f6ad366" providerId="LiveId" clId="{8DFD1B98-0500-5FC6-99FB-58445427081D}" dt="2026-06-27T19:40:09.829" v="14"/>
          <ac:spMkLst>
            <pc:docMk/>
            <pc:sldMk cId="2658099746" sldId="299"/>
            <ac:spMk id="12" creationId="{5AA452A9-3B21-B66C-43B7-7C0D59E4AB99}"/>
          </ac:spMkLst>
        </pc:spChg>
        <pc:picChg chg="del">
          <ac:chgData name="Michael Whitehouse" userId="0ecba9273f6ad366" providerId="LiveId" clId="{8DFD1B98-0500-5FC6-99FB-58445427081D}" dt="2026-06-27T19:40:11.245" v="15" actId="478"/>
          <ac:picMkLst>
            <pc:docMk/>
            <pc:sldMk cId="2658099746" sldId="299"/>
            <ac:picMk id="5" creationId="{E1151D8C-0AEB-09DE-4539-D6620992E95B}"/>
          </ac:picMkLst>
        </pc:picChg>
      </pc:sldChg>
      <pc:sldChg chg="modSp mod">
        <pc:chgData name="Michael Whitehouse" userId="0ecba9273f6ad366" providerId="LiveId" clId="{8DFD1B98-0500-5FC6-99FB-58445427081D}" dt="2026-06-21T15:37:29.805" v="9" actId="1076"/>
        <pc:sldMkLst>
          <pc:docMk/>
          <pc:sldMk cId="3371627890" sldId="309"/>
        </pc:sldMkLst>
        <pc:spChg chg="mod">
          <ac:chgData name="Michael Whitehouse" userId="0ecba9273f6ad366" providerId="LiveId" clId="{8DFD1B98-0500-5FC6-99FB-58445427081D}" dt="2026-06-21T15:37:29.805" v="9" actId="1076"/>
          <ac:spMkLst>
            <pc:docMk/>
            <pc:sldMk cId="3371627890" sldId="309"/>
            <ac:spMk id="3" creationId="{ACC6B998-1CC6-50A5-8CFE-D95C00975394}"/>
          </ac:spMkLst>
        </pc:spChg>
      </pc:sldChg>
      <pc:sldChg chg="modSp mod">
        <pc:chgData name="Michael Whitehouse" userId="0ecba9273f6ad366" providerId="LiveId" clId="{8DFD1B98-0500-5FC6-99FB-58445427081D}" dt="2026-06-27T19:39:54.186" v="11" actId="1076"/>
        <pc:sldMkLst>
          <pc:docMk/>
          <pc:sldMk cId="4125296697" sldId="310"/>
        </pc:sldMkLst>
        <pc:spChg chg="mod">
          <ac:chgData name="Michael Whitehouse" userId="0ecba9273f6ad366" providerId="LiveId" clId="{8DFD1B98-0500-5FC6-99FB-58445427081D}" dt="2026-06-27T19:39:54.186" v="11" actId="1076"/>
          <ac:spMkLst>
            <pc:docMk/>
            <pc:sldMk cId="4125296697" sldId="310"/>
            <ac:spMk id="4" creationId="{F1BA677F-2C0D-3AE3-D3E0-B9FC34ACEDC9}"/>
          </ac:spMkLst>
        </pc:spChg>
      </pc:sldChg>
      <pc:sldChg chg="addSp modSp new mod">
        <pc:chgData name="Michael Whitehouse" userId="0ecba9273f6ad366" providerId="LiveId" clId="{8DFD1B98-0500-5FC6-99FB-58445427081D}" dt="2026-06-21T15:34:53.291" v="2" actId="14100"/>
        <pc:sldMkLst>
          <pc:docMk/>
          <pc:sldMk cId="1626921505" sldId="314"/>
        </pc:sldMkLst>
        <pc:picChg chg="add mod">
          <ac:chgData name="Michael Whitehouse" userId="0ecba9273f6ad366" providerId="LiveId" clId="{8DFD1B98-0500-5FC6-99FB-58445427081D}" dt="2026-06-21T15:34:53.291" v="2" actId="14100"/>
          <ac:picMkLst>
            <pc:docMk/>
            <pc:sldMk cId="1626921505" sldId="314"/>
            <ac:picMk id="4" creationId="{5340A366-1063-05C6-C1BE-4D1E52E0A97A}"/>
          </ac:picMkLst>
        </pc:picChg>
      </pc:sldChg>
      <pc:sldChg chg="addSp modSp new mod">
        <pc:chgData name="Michael Whitehouse" userId="0ecba9273f6ad366" providerId="LiveId" clId="{8DFD1B98-0500-5FC6-99FB-58445427081D}" dt="2026-06-21T15:36:41.025" v="5" actId="14100"/>
        <pc:sldMkLst>
          <pc:docMk/>
          <pc:sldMk cId="38707219" sldId="315"/>
        </pc:sldMkLst>
        <pc:picChg chg="add mod">
          <ac:chgData name="Michael Whitehouse" userId="0ecba9273f6ad366" providerId="LiveId" clId="{8DFD1B98-0500-5FC6-99FB-58445427081D}" dt="2026-06-21T15:36:41.025" v="5" actId="14100"/>
          <ac:picMkLst>
            <pc:docMk/>
            <pc:sldMk cId="38707219" sldId="315"/>
            <ac:picMk id="4" creationId="{C5306465-D0C1-6FB7-4F64-BB2FA875FAD3}"/>
          </ac:picMkLst>
        </pc:picChg>
      </pc:sldChg>
      <pc:sldChg chg="addSp modSp new mod">
        <pc:chgData name="Michael Whitehouse" userId="0ecba9273f6ad366" providerId="LiveId" clId="{8DFD1B98-0500-5FC6-99FB-58445427081D}" dt="2026-06-21T15:37:17.107" v="8" actId="14100"/>
        <pc:sldMkLst>
          <pc:docMk/>
          <pc:sldMk cId="1299374693" sldId="316"/>
        </pc:sldMkLst>
        <pc:picChg chg="add mod">
          <ac:chgData name="Michael Whitehouse" userId="0ecba9273f6ad366" providerId="LiveId" clId="{8DFD1B98-0500-5FC6-99FB-58445427081D}" dt="2026-06-21T15:37:17.107" v="8" actId="14100"/>
          <ac:picMkLst>
            <pc:docMk/>
            <pc:sldMk cId="1299374693" sldId="316"/>
            <ac:picMk id="4" creationId="{12B7F163-E4A5-F2B0-0CD1-CB164CFB6270}"/>
          </ac:picMkLst>
        </pc:picChg>
      </pc:sldChg>
      <pc:sldChg chg="add">
        <pc:chgData name="Michael Whitehouse" userId="0ecba9273f6ad366" providerId="LiveId" clId="{8DFD1B98-0500-5FC6-99FB-58445427081D}" dt="2026-06-27T19:38:06.068" v="10"/>
        <pc:sldMkLst>
          <pc:docMk/>
          <pc:sldMk cId="0" sldId="317"/>
        </pc:sldMkLst>
      </pc:sldChg>
      <pc:sldChg chg="add">
        <pc:chgData name="Michael Whitehouse" userId="0ecba9273f6ad366" providerId="LiveId" clId="{8DFD1B98-0500-5FC6-99FB-58445427081D}" dt="2026-06-27T19:38:06.068" v="10"/>
        <pc:sldMkLst>
          <pc:docMk/>
          <pc:sldMk cId="0" sldId="318"/>
        </pc:sldMkLst>
      </pc:sldChg>
      <pc:sldChg chg="add">
        <pc:chgData name="Michael Whitehouse" userId="0ecba9273f6ad366" providerId="LiveId" clId="{8DFD1B98-0500-5FC6-99FB-58445427081D}" dt="2026-06-27T19:38:06.068" v="10"/>
        <pc:sldMkLst>
          <pc:docMk/>
          <pc:sldMk cId="0" sldId="319"/>
        </pc:sldMkLst>
      </pc:sldChg>
      <pc:sldChg chg="add">
        <pc:chgData name="Michael Whitehouse" userId="0ecba9273f6ad366" providerId="LiveId" clId="{8DFD1B98-0500-5FC6-99FB-58445427081D}" dt="2026-06-27T19:38:06.068" v="10"/>
        <pc:sldMkLst>
          <pc:docMk/>
          <pc:sldMk cId="0" sldId="320"/>
        </pc:sldMkLst>
      </pc:sldChg>
      <pc:sldChg chg="add">
        <pc:chgData name="Michael Whitehouse" userId="0ecba9273f6ad366" providerId="LiveId" clId="{8DFD1B98-0500-5FC6-99FB-58445427081D}" dt="2026-06-27T19:38:06.068" v="10"/>
        <pc:sldMkLst>
          <pc:docMk/>
          <pc:sldMk cId="0" sldId="321"/>
        </pc:sldMkLst>
      </pc:sldChg>
      <pc:sldChg chg="add">
        <pc:chgData name="Michael Whitehouse" userId="0ecba9273f6ad366" providerId="LiveId" clId="{8DFD1B98-0500-5FC6-99FB-58445427081D}" dt="2026-06-27T19:38:06.068" v="10"/>
        <pc:sldMkLst>
          <pc:docMk/>
          <pc:sldMk cId="0" sldId="322"/>
        </pc:sldMkLst>
      </pc:sldChg>
      <pc:sldChg chg="add">
        <pc:chgData name="Michael Whitehouse" userId="0ecba9273f6ad366" providerId="LiveId" clId="{8DFD1B98-0500-5FC6-99FB-58445427081D}" dt="2026-06-27T19:38:06.068" v="10"/>
        <pc:sldMkLst>
          <pc:docMk/>
          <pc:sldMk cId="3075120873" sldId="32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134BDE-FE32-1F13-9D81-C75D9EB25637}"/>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A5647A5-72F6-D5B2-8AA0-6F817D3D1EF3}"/>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E63BD0E2-F8A2-4BBC-B536-E69E3C24C82A}" type="datetimeFigureOut">
              <a:rPr lang="en-GB" smtClean="0"/>
              <a:t>27/06/2026</a:t>
            </a:fld>
            <a:endParaRPr lang="en-GB"/>
          </a:p>
        </p:txBody>
      </p:sp>
      <p:sp>
        <p:nvSpPr>
          <p:cNvPr id="4" name="Footer Placeholder 3">
            <a:extLst>
              <a:ext uri="{FF2B5EF4-FFF2-40B4-BE49-F238E27FC236}">
                <a16:creationId xmlns:a16="http://schemas.microsoft.com/office/drawing/2014/main" id="{6ADECE03-EB35-413F-ED14-85F1F44FC742}"/>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00188E7-E069-541B-A57A-333B0101B400}"/>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FEC2FA94-8178-4EDC-8E42-DBC8D564175A}" type="slidenum">
              <a:rPr lang="en-GB" smtClean="0"/>
              <a:t>‹#›</a:t>
            </a:fld>
            <a:endParaRPr lang="en-GB"/>
          </a:p>
        </p:txBody>
      </p:sp>
    </p:spTree>
    <p:extLst>
      <p:ext uri="{BB962C8B-B14F-4D97-AF65-F5344CB8AC3E}">
        <p14:creationId xmlns:p14="http://schemas.microsoft.com/office/powerpoint/2010/main" val="17885301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67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49270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4137644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26788125"/>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108694952"/>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835187639"/>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0094057"/>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82357280"/>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90527664"/>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25417862"/>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42659580"/>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73981217"/>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02357692"/>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52443592"/>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6804696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7248332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9763593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0607951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1872152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48033156"/>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87113788"/>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3304910846"/>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88470164"/>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4179491466"/>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07230244"/>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95559669"/>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08926332"/>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27386550"/>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881614436"/>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75971902"/>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13981534"/>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25496555"/>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14640720"/>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34112251"/>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53289354"/>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71677785"/>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72778301"/>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5143890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86398425"/>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62851798"/>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34498596"/>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7483021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94658724"/>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87007001"/>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928105411"/>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294481862"/>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4258998676"/>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9976713"/>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704990206"/>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685229"/>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321061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3425017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1831477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247487483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458919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77278496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369581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1921971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772057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4210819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6710572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1283307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167766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66284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99942145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95688521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1561809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16301251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4099238042"/>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136610105"/>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99051804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74561739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70691749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88411987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25265654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54150617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7217659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92470801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38764456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201690957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42885519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36636979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226614669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16249178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9625815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18408778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99466790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45172526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5521838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10438998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21274376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373239251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263747610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20649452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64536845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259708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18116281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0430112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923308"/>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18505384"/>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57946147"/>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4245768974"/>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187812535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950948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9963322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364525964"/>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568955690"/>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768098470"/>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95657220"/>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4588308"/>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14894367"/>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3799587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56508619"/>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77244691"/>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13474425"/>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98974122"/>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6168784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316664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4485850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7733971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408942672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434653980"/>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596396583"/>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886553746"/>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04038142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78039236"/>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946522"/>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529058920"/>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13144992"/>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8453297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655934997"/>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135414252"/>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4312324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72278442"/>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8863010"/>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23109380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86149634"/>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434078650"/>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711261671"/>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16879869"/>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98811000"/>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436910785"/>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4471845"/>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66298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2349980796"/>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650960930"/>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581870"/>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267795343"/>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611465856"/>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712162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5541075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862139"/>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324643906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78413049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4449-39D9-E4C4-25AA-C952ED075E96}"/>
              </a:ext>
            </a:extLst>
          </p:cNvPr>
          <p:cNvSpPr>
            <a:spLocks noGrp="1"/>
          </p:cNvSpPr>
          <p:nvPr>
            <p:ph type="title"/>
          </p:nvPr>
        </p:nvSpPr>
        <p:spPr/>
        <p:txBody>
          <a:bodyPr/>
          <a:lstStyle/>
          <a:p>
            <a:r>
              <a:rPr lang="en-GB"/>
              <a:t>Chapter 2
Methods and Tools for Administration</a:t>
            </a:r>
          </a:p>
        </p:txBody>
      </p:sp>
      <p:sp>
        <p:nvSpPr>
          <p:cNvPr id="3" name="Text Placeholder 2">
            <a:extLst>
              <a:ext uri="{FF2B5EF4-FFF2-40B4-BE49-F238E27FC236}">
                <a16:creationId xmlns:a16="http://schemas.microsoft.com/office/drawing/2014/main" id="{E9B41EB8-7EE9-2284-1D71-DC69B62E105C}"/>
              </a:ext>
            </a:extLst>
          </p:cNvPr>
          <p:cNvSpPr>
            <a:spLocks noGrp="1"/>
          </p:cNvSpPr>
          <p:nvPr>
            <p:ph type="body" sz="quarter" idx="15"/>
          </p:nvPr>
        </p:nvSpPr>
        <p:spPr>
          <a:xfrm>
            <a:off x="331851" y="3262586"/>
            <a:ext cx="7202114" cy="388440"/>
          </a:xfrm>
        </p:spPr>
        <p:txBody>
          <a:bodyPr/>
          <a:lstStyle/>
          <a:p>
            <a:r>
              <a:rPr lang="en-GB"/>
              <a:t>Management tools | Remote administration | Delegated administration</a:t>
            </a:r>
          </a:p>
        </p:txBody>
      </p:sp>
    </p:spTree>
    <p:extLst>
      <p:ext uri="{BB962C8B-B14F-4D97-AF65-F5344CB8AC3E}">
        <p14:creationId xmlns:p14="http://schemas.microsoft.com/office/powerpoint/2010/main" val="96468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2A488-0010-6CBC-FE4F-6861A1B87576}"/>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6A6E77EF-CED8-3697-FF1F-96B96529813D}"/>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main Windows Server management tools and when to use them</a:t>
            </a:r>
          </a:p>
        </p:txBody>
      </p:sp>
      <p:sp>
        <p:nvSpPr>
          <p:cNvPr id="4" name="Text Placeholder 3">
            <a:extLst>
              <a:ext uri="{FF2B5EF4-FFF2-40B4-BE49-F238E27FC236}">
                <a16:creationId xmlns:a16="http://schemas.microsoft.com/office/drawing/2014/main" id="{08C28398-9851-0261-8495-9D841C9F5918}"/>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Describe the difference between local and remote administration</a:t>
            </a:r>
          </a:p>
        </p:txBody>
      </p:sp>
      <p:sp>
        <p:nvSpPr>
          <p:cNvPr id="5" name="Text Placeholder 4">
            <a:extLst>
              <a:ext uri="{FF2B5EF4-FFF2-40B4-BE49-F238E27FC236}">
                <a16:creationId xmlns:a16="http://schemas.microsoft.com/office/drawing/2014/main" id="{07D0C9F3-0EFF-DC2C-F00D-5911F0F6A252}"/>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Identify the role of Server Manager, RSAT, PowerShell, WinRM, and Windows Admin Center</a:t>
            </a:r>
          </a:p>
        </p:txBody>
      </p:sp>
      <p:sp>
        <p:nvSpPr>
          <p:cNvPr id="6" name="Text Placeholder 5">
            <a:extLst>
              <a:ext uri="{FF2B5EF4-FFF2-40B4-BE49-F238E27FC236}">
                <a16:creationId xmlns:a16="http://schemas.microsoft.com/office/drawing/2014/main" id="{F21F353E-11E9-5490-DD3D-FDF5F43701A0}"/>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Understand why remote-first administration is the preferred model</a:t>
            </a:r>
          </a:p>
        </p:txBody>
      </p:sp>
      <p:sp>
        <p:nvSpPr>
          <p:cNvPr id="7" name="Text Placeholder 6">
            <a:extLst>
              <a:ext uri="{FF2B5EF4-FFF2-40B4-BE49-F238E27FC236}">
                <a16:creationId xmlns:a16="http://schemas.microsoft.com/office/drawing/2014/main" id="{40B9A5C4-D50B-A55B-203D-53A3CD9E32B3}"/>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Explain why role-based administration improves security and control</a:t>
            </a:r>
          </a:p>
        </p:txBody>
      </p:sp>
      <p:sp>
        <p:nvSpPr>
          <p:cNvPr id="8" name="Course footer">
            <a:extLst>
              <a:ext uri="{FF2B5EF4-FFF2-40B4-BE49-F238E27FC236}">
                <a16:creationId xmlns:a16="http://schemas.microsoft.com/office/drawing/2014/main" id="{B8968665-6598-99EA-80F3-90EEE51448D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C189C85B-DEB6-93E8-DA3B-8DFEA72E3E1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5583325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98BD-5555-3881-1EE9-CEC058B8D10D}"/>
              </a:ext>
            </a:extLst>
          </p:cNvPr>
          <p:cNvSpPr>
            <a:spLocks noGrp="1"/>
          </p:cNvSpPr>
          <p:nvPr>
            <p:ph type="title"/>
          </p:nvPr>
        </p:nvSpPr>
        <p:spPr/>
        <p:txBody>
          <a:bodyPr wrap="square">
            <a:noAutofit/>
          </a:bodyPr>
          <a:lstStyle/>
          <a:p>
            <a:r>
              <a:rPr lang="en-GB"/>
              <a:t>Windows Server Administration Toolset</a:t>
            </a:r>
          </a:p>
        </p:txBody>
      </p:sp>
      <p:sp>
        <p:nvSpPr>
          <p:cNvPr id="3" name="Text 6">
            <a:extLst>
              <a:ext uri="{FF2B5EF4-FFF2-40B4-BE49-F238E27FC236}">
                <a16:creationId xmlns:a16="http://schemas.microsoft.com/office/drawing/2014/main" id="{F8DD2CEC-C47D-9E90-CB52-E7C70DFB12F9}"/>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Server Manager for broad server and role management</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MMC snap-ins for focused role administration</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PowerShell for automation and scale</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RSAT for remote admin capability from another system</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Windows Admin Center for browser-based management</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4B84C8EE-5CE8-EF5B-0640-8891180C759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61A82684-58B9-E78E-1296-03FE6AA039C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86258718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DC90F-621E-4316-3C91-3214CFD80ADC}"/>
              </a:ext>
            </a:extLst>
          </p:cNvPr>
          <p:cNvSpPr>
            <a:spLocks noGrp="1"/>
          </p:cNvSpPr>
          <p:nvPr>
            <p:ph type="title"/>
          </p:nvPr>
        </p:nvSpPr>
        <p:spPr/>
        <p:txBody>
          <a:bodyPr wrap="square">
            <a:noAutofit/>
          </a:bodyPr>
          <a:lstStyle/>
          <a:p>
            <a:r>
              <a:rPr lang="en-GB"/>
              <a:t>Server Manager</a:t>
            </a:r>
          </a:p>
        </p:txBody>
      </p:sp>
      <p:pic>
        <p:nvPicPr>
          <p:cNvPr id="3" name="Picture 2" descr="Windows Server 2025: Install IIS Web Server - RDR-IT">
            <a:extLst>
              <a:ext uri="{FF2B5EF4-FFF2-40B4-BE49-F238E27FC236}">
                <a16:creationId xmlns:a16="http://schemas.microsoft.com/office/drawing/2014/main" id="{4909299B-4BFA-6469-AB75-CCA59D6187E5}"/>
              </a:ext>
            </a:extLst>
          </p:cNvPr>
          <p:cNvPicPr>
            <a:picLocks noChangeAspect="1"/>
          </p:cNvPicPr>
          <p:nvPr/>
        </p:nvPicPr>
        <p:blipFill>
          <a:blip r:embed="rId2"/>
          <a:srcRect l="2522" r="1460"/>
          <a:stretch>
            <a:fillRect/>
          </a:stretch>
        </p:blipFill>
        <p:spPr>
          <a:xfrm>
            <a:off x="1143000" y="977265"/>
            <a:ext cx="6858000" cy="3856913"/>
          </a:xfrm>
          <a:prstGeom prst="rect">
            <a:avLst/>
          </a:prstGeom>
        </p:spPr>
      </p:pic>
      <p:sp>
        <p:nvSpPr>
          <p:cNvPr id="4" name="Course footer">
            <a:extLst>
              <a:ext uri="{FF2B5EF4-FFF2-40B4-BE49-F238E27FC236}">
                <a16:creationId xmlns:a16="http://schemas.microsoft.com/office/drawing/2014/main" id="{E73C6F54-5D5C-2126-C3B7-838AFAF2575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F9FF03EB-6501-8142-5A5A-B043F21AB52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399003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2C00B-C43F-13BA-FB0F-2E90983F5D0A}"/>
              </a:ext>
            </a:extLst>
          </p:cNvPr>
          <p:cNvSpPr>
            <a:spLocks noGrp="1"/>
          </p:cNvSpPr>
          <p:nvPr>
            <p:ph type="title"/>
          </p:nvPr>
        </p:nvSpPr>
        <p:spPr/>
        <p:txBody>
          <a:bodyPr wrap="square">
            <a:noAutofit/>
          </a:bodyPr>
          <a:lstStyle/>
          <a:p>
            <a:r>
              <a:rPr lang="en-GB"/>
              <a:t>2.1 Management Tools: Core Ideas</a:t>
            </a:r>
          </a:p>
        </p:txBody>
      </p:sp>
      <p:sp>
        <p:nvSpPr>
          <p:cNvPr id="3" name="Text 6">
            <a:extLst>
              <a:ext uri="{FF2B5EF4-FFF2-40B4-BE49-F238E27FC236}">
                <a16:creationId xmlns:a16="http://schemas.microsoft.com/office/drawing/2014/main" id="{5B6986A5-2C1A-B598-5EDE-34C5645DB918}"/>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Tool selection depends on scope and repeatability.</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Server Manager gives breadth, not always the deepest control</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MMC tools remain important for detailed role management</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PowerShell is preferred for repeatable operational work</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Windows Admin Center complements the in-box tools</a:t>
            </a:r>
            <a:endParaRPr lang="en-US" sz="1400" dirty="0">
              <a:latin typeface="Segoe UI" panose="020B0502040204020203" pitchFamily="34" charset="0"/>
            </a:endParaRPr>
          </a:p>
        </p:txBody>
      </p:sp>
      <p:sp>
        <p:nvSpPr>
          <p:cNvPr id="10" name="Course footer">
            <a:extLst>
              <a:ext uri="{FF2B5EF4-FFF2-40B4-BE49-F238E27FC236}">
                <a16:creationId xmlns:a16="http://schemas.microsoft.com/office/drawing/2014/main" id="{F6F46A8F-823A-E587-EB98-3E05A2350F4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84E0CF8F-A524-A723-5314-FAF3D55BC1A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5809974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BFEA-E66B-9C12-D1E2-7DD4542A7B08}"/>
              </a:ext>
            </a:extLst>
          </p:cNvPr>
          <p:cNvSpPr>
            <a:spLocks noGrp="1"/>
          </p:cNvSpPr>
          <p:nvPr>
            <p:ph type="title"/>
          </p:nvPr>
        </p:nvSpPr>
        <p:spPr/>
        <p:txBody>
          <a:bodyPr wrap="square">
            <a:noAutofit/>
          </a:bodyPr>
          <a:lstStyle/>
          <a:p>
            <a:r>
              <a:rPr lang="en-GB"/>
              <a:t>Server Manager and Role-Specific Tools</a:t>
            </a:r>
          </a:p>
        </p:txBody>
      </p:sp>
      <p:sp>
        <p:nvSpPr>
          <p:cNvPr id="3" name="Text 6">
            <a:extLst>
              <a:ext uri="{FF2B5EF4-FFF2-40B4-BE49-F238E27FC236}">
                <a16:creationId xmlns:a16="http://schemas.microsoft.com/office/drawing/2014/main" id="{95DD04F7-0EF8-56A6-219B-98436ECDAA90}"/>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Add roles and features from a central console</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Review server groups, alerts, services, and event conditions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Launch role tools from the Tools menu</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Use focused consoles for DNS, DHCP, AD, certificates, and clustering</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AE38B6DC-E604-5889-6FB9-38FECAD61E2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43DF89A5-BDF7-A740-BB0C-CB82F947866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47495271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F15B-57C8-B935-823C-68F7A6844071}"/>
              </a:ext>
            </a:extLst>
          </p:cNvPr>
          <p:cNvSpPr>
            <a:spLocks noGrp="1"/>
          </p:cNvSpPr>
          <p:nvPr>
            <p:ph type="title"/>
          </p:nvPr>
        </p:nvSpPr>
        <p:spPr/>
        <p:txBody>
          <a:bodyPr wrap="square">
            <a:noAutofit/>
          </a:bodyPr>
          <a:lstStyle/>
          <a:p>
            <a:r>
              <a:rPr lang="en-GB"/>
              <a:t>Management with PowerShell</a:t>
            </a:r>
          </a:p>
        </p:txBody>
      </p:sp>
      <p:sp>
        <p:nvSpPr>
          <p:cNvPr id="3" name="Text 6">
            <a:extLst>
              <a:ext uri="{FF2B5EF4-FFF2-40B4-BE49-F238E27FC236}">
                <a16:creationId xmlns:a16="http://schemas.microsoft.com/office/drawing/2014/main" id="{C08B0C0F-1A63-65FE-D75E-1AB3A921DF7C}"/>
              </a:ext>
            </a:extLst>
          </p:cNvPr>
          <p:cNvSpPr/>
          <p:nvPr/>
        </p:nvSpPr>
        <p:spPr>
          <a:xfrm>
            <a:off x="273050" y="886301"/>
            <a:ext cx="8595360" cy="1463040"/>
          </a:xfrm>
          <a:prstGeom prst="rect">
            <a:avLst/>
          </a:prstGeom>
          <a:noFill/>
          <a:ln/>
        </p:spPr>
        <p:txBody>
          <a:bodyPr wrap="square" lIns="0" tIns="0" rIns="0" bIns="0" rtlCol="0" anchor="t">
            <a:normAutofit/>
          </a:bodyPr>
          <a:lstStyle/>
          <a:p>
            <a:pPr marL="342900" indent="-342900">
              <a:spcAft>
                <a:spcPts val="500"/>
              </a:spcAft>
              <a:buSzPct val="100000"/>
              <a:buChar char="•"/>
            </a:pPr>
            <a:r>
              <a:rPr lang="en-US" sz="1500" dirty="0">
                <a:solidFill>
                  <a:srgbClr val="023047"/>
                </a:solidFill>
                <a:latin typeface="Segoe UI" panose="020B0502040204020203" pitchFamily="34" charset="0"/>
                <a:ea typeface="Calibri" pitchFamily="34" charset="-122"/>
                <a:cs typeface="Calibri" pitchFamily="34" charset="-120"/>
              </a:rPr>
              <a:t>Discover commands and modules quickly</a:t>
            </a:r>
            <a:endParaRPr lang="en-US" sz="1500" dirty="0">
              <a:latin typeface="Segoe UI" panose="020B0502040204020203" pitchFamily="34" charset="0"/>
            </a:endParaRPr>
          </a:p>
          <a:p>
            <a:pPr marL="342900" indent="-342900">
              <a:spcAft>
                <a:spcPts val="500"/>
              </a:spcAft>
              <a:buSzPct val="100000"/>
              <a:buChar char="•"/>
            </a:pPr>
            <a:r>
              <a:rPr lang="en-US" sz="1500" dirty="0">
                <a:solidFill>
                  <a:srgbClr val="023047"/>
                </a:solidFill>
                <a:latin typeface="Segoe UI" panose="020B0502040204020203" pitchFamily="34" charset="0"/>
                <a:ea typeface="Calibri" pitchFamily="34" charset="-122"/>
                <a:cs typeface="Calibri" pitchFamily="34" charset="-120"/>
              </a:rPr>
              <a:t>Script repeatable tasks and standardize administrative actions</a:t>
            </a:r>
            <a:endParaRPr lang="en-US" sz="1500" dirty="0">
              <a:latin typeface="Segoe UI" panose="020B0502040204020203" pitchFamily="34" charset="0"/>
            </a:endParaRPr>
          </a:p>
          <a:p>
            <a:pPr marL="342900" indent="-342900">
              <a:spcAft>
                <a:spcPts val="500"/>
              </a:spcAft>
              <a:buSzPct val="100000"/>
              <a:buChar char="•"/>
            </a:pPr>
            <a:r>
              <a:rPr lang="en-US" sz="1500" dirty="0">
                <a:solidFill>
                  <a:srgbClr val="023047"/>
                </a:solidFill>
                <a:latin typeface="Segoe UI" panose="020B0502040204020203" pitchFamily="34" charset="0"/>
                <a:ea typeface="Calibri" pitchFamily="34" charset="-122"/>
                <a:cs typeface="Calibri" pitchFamily="34" charset="-120"/>
              </a:rPr>
              <a:t>Reduce dependency on interactive GUI use</a:t>
            </a:r>
            <a:endParaRPr lang="en-US" sz="1500" dirty="0">
              <a:latin typeface="Segoe UI" panose="020B0502040204020203" pitchFamily="34" charset="0"/>
            </a:endParaRPr>
          </a:p>
        </p:txBody>
      </p:sp>
      <p:sp>
        <p:nvSpPr>
          <p:cNvPr id="4" name="Shape 7">
            <a:extLst>
              <a:ext uri="{FF2B5EF4-FFF2-40B4-BE49-F238E27FC236}">
                <a16:creationId xmlns:a16="http://schemas.microsoft.com/office/drawing/2014/main" id="{DB9FF976-8C01-DD6E-F0E1-C1B863BF9696}"/>
              </a:ext>
            </a:extLst>
          </p:cNvPr>
          <p:cNvSpPr/>
          <p:nvPr/>
        </p:nvSpPr>
        <p:spPr>
          <a:xfrm>
            <a:off x="273050" y="2468213"/>
            <a:ext cx="8595360" cy="2377440"/>
          </a:xfrm>
          <a:prstGeom prst="rect">
            <a:avLst/>
          </a:prstGeom>
          <a:solidFill>
            <a:srgbClr val="011627"/>
          </a:solidFill>
          <a:ln w="12700">
            <a:solidFill>
              <a:srgbClr val="011020"/>
            </a:solidFill>
            <a:prstDash val="solid"/>
          </a:ln>
        </p:spPr>
        <p:txBody>
          <a:bodyPr/>
          <a:lstStyle/>
          <a:p>
            <a:endParaRPr lang="en-US"/>
          </a:p>
        </p:txBody>
      </p:sp>
      <p:sp>
        <p:nvSpPr>
          <p:cNvPr id="5" name="Shape 8">
            <a:extLst>
              <a:ext uri="{FF2B5EF4-FFF2-40B4-BE49-F238E27FC236}">
                <a16:creationId xmlns:a16="http://schemas.microsoft.com/office/drawing/2014/main" id="{5FAAD859-BCF9-4B5F-12E4-C270845AC734}"/>
              </a:ext>
            </a:extLst>
          </p:cNvPr>
          <p:cNvSpPr/>
          <p:nvPr/>
        </p:nvSpPr>
        <p:spPr>
          <a:xfrm>
            <a:off x="273050" y="2468213"/>
            <a:ext cx="73152" cy="2377440"/>
          </a:xfrm>
          <a:prstGeom prst="rect">
            <a:avLst/>
          </a:prstGeom>
          <a:solidFill>
            <a:srgbClr val="FB8500"/>
          </a:solidFill>
          <a:ln w="12700">
            <a:solidFill>
              <a:srgbClr val="FB8500"/>
            </a:solidFill>
            <a:prstDash val="solid"/>
          </a:ln>
        </p:spPr>
        <p:txBody>
          <a:bodyPr/>
          <a:lstStyle/>
          <a:p>
            <a:endParaRPr lang="en-US"/>
          </a:p>
        </p:txBody>
      </p:sp>
      <p:sp>
        <p:nvSpPr>
          <p:cNvPr id="6" name="Text 9">
            <a:extLst>
              <a:ext uri="{FF2B5EF4-FFF2-40B4-BE49-F238E27FC236}">
                <a16:creationId xmlns:a16="http://schemas.microsoft.com/office/drawing/2014/main" id="{850915B9-FA4D-53CE-25AF-E1557A8619B9}"/>
              </a:ext>
            </a:extLst>
          </p:cNvPr>
          <p:cNvSpPr/>
          <p:nvPr/>
        </p:nvSpPr>
        <p:spPr>
          <a:xfrm>
            <a:off x="437642" y="2559653"/>
            <a:ext cx="8321040" cy="2194560"/>
          </a:xfrm>
          <a:prstGeom prst="rect">
            <a:avLst/>
          </a:prstGeom>
          <a:noFill/>
          <a:ln/>
        </p:spPr>
        <p:txBody>
          <a:bodyPr wrap="square" lIns="0" tIns="0" rIns="0" bIns="0" rtlCol="0" anchor="t">
            <a:normAutofit/>
          </a:bodyPr>
          <a:lstStyle/>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Get-Command -Module ServerManager</a:t>
            </a:r>
            <a:endParaRPr lang="en-US" sz="1200" dirty="0">
              <a:latin typeface="Segoe UI" panose="020B0502040204020203" pitchFamily="34" charset="0"/>
            </a:endParaRPr>
          </a:p>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Get-WindowsFeature</a:t>
            </a:r>
            <a:endParaRPr lang="en-US" sz="1200" dirty="0">
              <a:latin typeface="Segoe UI" panose="020B0502040204020203" pitchFamily="34" charset="0"/>
            </a:endParaRPr>
          </a:p>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Install-WindowsFeature -Name RSAT-AD-Tools</a:t>
            </a:r>
            <a:endParaRPr lang="en-US" sz="1200" dirty="0">
              <a:latin typeface="Segoe UI" panose="020B0502040204020203" pitchFamily="34" charset="0"/>
            </a:endParaRPr>
          </a:p>
        </p:txBody>
      </p:sp>
      <p:sp>
        <p:nvSpPr>
          <p:cNvPr id="7" name="Course footer">
            <a:extLst>
              <a:ext uri="{FF2B5EF4-FFF2-40B4-BE49-F238E27FC236}">
                <a16:creationId xmlns:a16="http://schemas.microsoft.com/office/drawing/2014/main" id="{E4C41528-A303-6EC6-9D5B-AF624DC7E2C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93A43759-EF80-DECA-C798-832F58EB977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3141319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13232" y="1078992"/>
            <a:ext cx="7726679" cy="658368"/>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ctr">
              <a:defRPr sz="2700">
                <a:solidFill>
                  <a:srgbClr val="FFFFFF"/>
                </a:solidFill>
                <a:latin typeface="Segoe UI Semibold"/>
              </a:defRPr>
            </a:pPr>
            <a:r>
              <a:t>WinGet on Windows Server 2025</a:t>
            </a:r>
          </a:p>
        </p:txBody>
      </p:sp>
      <p:sp>
        <p:nvSpPr>
          <p:cNvPr id="3" name="Rectangle 2"/>
          <p:cNvSpPr/>
          <p:nvPr/>
        </p:nvSpPr>
        <p:spPr>
          <a:xfrm>
            <a:off x="960120" y="2029968"/>
            <a:ext cx="7223760" cy="40233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ctr">
              <a:defRPr sz="1650">
                <a:solidFill>
                  <a:srgbClr val="1A1A1A"/>
                </a:solidFill>
                <a:latin typeface="Segoe UI"/>
              </a:defRPr>
            </a:pPr>
            <a:r>
              <a:t>Command-line package management for repeatable server administration</a:t>
            </a:r>
          </a:p>
        </p:txBody>
      </p:sp>
      <p:cxnSp>
        <p:nvCxnSpPr>
          <p:cNvPr id="4" name="Connector 3"/>
          <p:cNvCxnSpPr>
            <a:cxnSpLocks/>
            <a:endCxn id="8" idx="1"/>
          </p:cNvCxnSpPr>
          <p:nvPr/>
        </p:nvCxnSpPr>
        <p:spPr>
          <a:xfrm>
            <a:off x="2377440" y="3182112"/>
            <a:ext cx="777240" cy="0"/>
          </a:xfrm>
          <a:prstGeom prst="line">
            <a:avLst/>
          </a:prstGeom>
          <a:ln w="38100">
            <a:solidFill>
              <a:srgbClr val="FB850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a:cxnSpLocks/>
            <a:stCxn id="8" idx="3"/>
            <a:endCxn id="9" idx="1"/>
          </p:cNvCxnSpPr>
          <p:nvPr/>
        </p:nvCxnSpPr>
        <p:spPr>
          <a:xfrm>
            <a:off x="4297680" y="3182112"/>
            <a:ext cx="868680" cy="0"/>
          </a:xfrm>
          <a:prstGeom prst="line">
            <a:avLst/>
          </a:prstGeom>
          <a:ln w="38100">
            <a:solidFill>
              <a:srgbClr val="FB850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a:cxnSpLocks/>
            <a:stCxn id="9" idx="3"/>
            <a:endCxn id="10" idx="1"/>
          </p:cNvCxnSpPr>
          <p:nvPr/>
        </p:nvCxnSpPr>
        <p:spPr>
          <a:xfrm>
            <a:off x="6309360" y="3182112"/>
            <a:ext cx="868680" cy="0"/>
          </a:xfrm>
          <a:prstGeom prst="line">
            <a:avLst/>
          </a:prstGeom>
          <a:ln w="38100">
            <a:solidFill>
              <a:srgbClr val="FB850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234440" y="2907792"/>
            <a:ext cx="1143000" cy="548640"/>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500">
                <a:solidFill>
                  <a:srgbClr val="FFFFFF"/>
                </a:solidFill>
                <a:latin typeface="Segoe UI Semibold"/>
              </a:defRPr>
            </a:pPr>
            <a:r>
              <a:t>Find</a:t>
            </a:r>
          </a:p>
        </p:txBody>
      </p:sp>
      <p:sp>
        <p:nvSpPr>
          <p:cNvPr id="8" name="Rounded Rectangle 7"/>
          <p:cNvSpPr/>
          <p:nvPr/>
        </p:nvSpPr>
        <p:spPr>
          <a:xfrm>
            <a:off x="3154680" y="2907792"/>
            <a:ext cx="1143000" cy="548640"/>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500">
                <a:solidFill>
                  <a:srgbClr val="FFFFFF"/>
                </a:solidFill>
                <a:latin typeface="Segoe UI Semibold"/>
              </a:defRPr>
            </a:pPr>
            <a:r>
              <a:t>Install</a:t>
            </a:r>
          </a:p>
        </p:txBody>
      </p:sp>
      <p:sp>
        <p:nvSpPr>
          <p:cNvPr id="9" name="Rounded Rectangle 8"/>
          <p:cNvSpPr/>
          <p:nvPr/>
        </p:nvSpPr>
        <p:spPr>
          <a:xfrm>
            <a:off x="5166360" y="2907792"/>
            <a:ext cx="1143000" cy="548640"/>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500">
                <a:solidFill>
                  <a:srgbClr val="FFFFFF"/>
                </a:solidFill>
                <a:latin typeface="Segoe UI Semibold"/>
              </a:defRPr>
            </a:pPr>
            <a:r>
              <a:t>Upgrade</a:t>
            </a:r>
          </a:p>
        </p:txBody>
      </p:sp>
      <p:sp>
        <p:nvSpPr>
          <p:cNvPr id="10" name="Rounded Rectangle 9"/>
          <p:cNvSpPr/>
          <p:nvPr/>
        </p:nvSpPr>
        <p:spPr>
          <a:xfrm>
            <a:off x="7178040" y="2907792"/>
            <a:ext cx="1143000" cy="548640"/>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500">
                <a:solidFill>
                  <a:srgbClr val="FFFFFF"/>
                </a:solidFill>
                <a:latin typeface="Segoe UI Semibold"/>
              </a:defRPr>
            </a:pPr>
            <a:r>
              <a:t>Remove</a:t>
            </a:r>
          </a:p>
        </p:txBody>
      </p:sp>
      <p:sp>
        <p:nvSpPr>
          <p:cNvPr id="11" name="TextBox 10"/>
          <p:cNvSpPr txBox="1"/>
          <p:nvPr/>
        </p:nvSpPr>
        <p:spPr>
          <a:xfrm>
            <a:off x="438912" y="4956048"/>
            <a:ext cx="7132320" cy="109728"/>
          </a:xfrm>
          <a:prstGeom prst="rect">
            <a:avLst/>
          </a:prstGeom>
          <a:noFill/>
        </p:spPr>
        <p:txBody>
          <a:bodyPr wrap="none">
            <a:spAutoFit/>
          </a:bodyPr>
          <a:lstStyle/>
          <a:p>
            <a:r>
              <a:rPr sz="800">
                <a:solidFill>
                  <a:srgbClr val="707070"/>
                </a:solidFill>
                <a:latin typeface="Segoe UI"/>
              </a:rPr>
              <a:t>Windows Server 2025 | Chapter 2 | Methods and Tools for Administration</a:t>
            </a:r>
          </a:p>
        </p:txBody>
      </p:sp>
      <p:sp>
        <p:nvSpPr>
          <p:cNvPr id="12" name="TextBox 11"/>
          <p:cNvSpPr txBox="1"/>
          <p:nvPr/>
        </p:nvSpPr>
        <p:spPr>
          <a:xfrm>
            <a:off x="8394192" y="4956048"/>
            <a:ext cx="365760" cy="109728"/>
          </a:xfrm>
          <a:prstGeom prst="rect">
            <a:avLst/>
          </a:prstGeom>
          <a:noFill/>
        </p:spPr>
        <p:txBody>
          <a:bodyPr wrap="none">
            <a:spAutoFit/>
          </a:bodyPr>
          <a:lstStyle/>
          <a:p>
            <a:pPr algn="r"/>
            <a:r>
              <a:rPr sz="800">
                <a:solidFill>
                  <a:srgbClr val="707070"/>
                </a:solidFill>
                <a:latin typeface="Segoe UI Semibold"/>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8912" y="310896"/>
            <a:ext cx="8229600" cy="329184"/>
          </a:xfrm>
          <a:prstGeom prst="rect">
            <a:avLst/>
          </a:prstGeom>
          <a:noFill/>
        </p:spPr>
        <p:txBody>
          <a:bodyPr wrap="none">
            <a:spAutoFit/>
          </a:bodyPr>
          <a:lstStyle/>
          <a:p>
            <a:pPr>
              <a:defRPr sz="2400">
                <a:solidFill>
                  <a:srgbClr val="1A1A1A"/>
                </a:solidFill>
                <a:latin typeface="Segoe UI Semibold"/>
              </a:defRPr>
            </a:pPr>
            <a:r>
              <a:t>What is WinGet?</a:t>
            </a:r>
          </a:p>
        </p:txBody>
      </p:sp>
      <p:sp>
        <p:nvSpPr>
          <p:cNvPr id="3" name="Rectangle 2"/>
          <p:cNvSpPr/>
          <p:nvPr/>
        </p:nvSpPr>
        <p:spPr>
          <a:xfrm>
            <a:off x="566928" y="758952"/>
            <a:ext cx="8183879"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fontScale="85000" lnSpcReduction="10000"/>
          </a:bodyPr>
          <a:lstStyle/>
          <a:p>
            <a:pPr algn="l">
              <a:defRPr sz="1350">
                <a:solidFill>
                  <a:srgbClr val="1A1A1A"/>
                </a:solidFill>
                <a:latin typeface="Segoe UI"/>
              </a:defRPr>
            </a:pPr>
            <a:r>
              <a:t>Windows Package Manager provides a command-line way to discover, install, upgrade, remove, and configure applications.</a:t>
            </a:r>
          </a:p>
        </p:txBody>
      </p:sp>
      <p:sp>
        <p:nvSpPr>
          <p:cNvPr id="4" name="Rounded Rectangle 3"/>
          <p:cNvSpPr/>
          <p:nvPr/>
        </p:nvSpPr>
        <p:spPr>
          <a:xfrm>
            <a:off x="566928" y="1389888"/>
            <a:ext cx="2514600" cy="384048"/>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300">
                <a:solidFill>
                  <a:srgbClr val="FFFFFF"/>
                </a:solidFill>
                <a:latin typeface="Segoe UI Semibold"/>
              </a:defRPr>
            </a:pPr>
            <a:r>
              <a:t>winget client</a:t>
            </a:r>
          </a:p>
        </p:txBody>
      </p:sp>
      <p:sp>
        <p:nvSpPr>
          <p:cNvPr id="5" name="Rounded Rectangle 4"/>
          <p:cNvSpPr/>
          <p:nvPr/>
        </p:nvSpPr>
        <p:spPr>
          <a:xfrm>
            <a:off x="566928" y="1874519"/>
            <a:ext cx="2514600" cy="1325880"/>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250">
                <a:solidFill>
                  <a:srgbClr val="1A1A1A"/>
                </a:solidFill>
                <a:latin typeface="Segoe UI"/>
              </a:defRPr>
            </a:pPr>
            <a:r>
              <a:t>Run from PowerShell, Command Prompt, or Windows Terminal.</a:t>
            </a:r>
          </a:p>
        </p:txBody>
      </p:sp>
      <p:sp>
        <p:nvSpPr>
          <p:cNvPr id="6" name="Rounded Rectangle 5"/>
          <p:cNvSpPr/>
          <p:nvPr/>
        </p:nvSpPr>
        <p:spPr>
          <a:xfrm>
            <a:off x="3246120" y="1389888"/>
            <a:ext cx="2514600" cy="384048"/>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300">
                <a:solidFill>
                  <a:srgbClr val="FFFFFF"/>
                </a:solidFill>
                <a:latin typeface="Segoe UI Semibold"/>
              </a:defRPr>
            </a:pPr>
            <a:r>
              <a:t>Package sources</a:t>
            </a:r>
          </a:p>
        </p:txBody>
      </p:sp>
      <p:sp>
        <p:nvSpPr>
          <p:cNvPr id="7" name="Rounded Rectangle 6"/>
          <p:cNvSpPr/>
          <p:nvPr/>
        </p:nvSpPr>
        <p:spPr>
          <a:xfrm>
            <a:off x="3246120" y="1874519"/>
            <a:ext cx="2514600" cy="1325880"/>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250">
                <a:solidFill>
                  <a:srgbClr val="1A1A1A"/>
                </a:solidFill>
                <a:latin typeface="Segoe UI"/>
              </a:defRPr>
            </a:pPr>
            <a:r>
              <a:t>Search catalogues such as the winget and Microsoft Store sources.</a:t>
            </a:r>
          </a:p>
        </p:txBody>
      </p:sp>
      <p:sp>
        <p:nvSpPr>
          <p:cNvPr id="8" name="Rounded Rectangle 7"/>
          <p:cNvSpPr/>
          <p:nvPr/>
        </p:nvSpPr>
        <p:spPr>
          <a:xfrm>
            <a:off x="5925312" y="1389888"/>
            <a:ext cx="2514600" cy="384048"/>
          </a:xfrm>
          <a:prstGeom prst="roundRect">
            <a:avLst/>
          </a:prstGeom>
          <a:solidFill>
            <a:srgbClr val="FB8500"/>
          </a:solidFill>
          <a:ln>
            <a:solidFill>
              <a:srgbClr val="FB8500"/>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300">
                <a:solidFill>
                  <a:srgbClr val="FFFFFF"/>
                </a:solidFill>
                <a:latin typeface="Segoe UI Semibold"/>
              </a:defRPr>
            </a:pPr>
            <a:r>
              <a:t>Manifests and config</a:t>
            </a:r>
          </a:p>
        </p:txBody>
      </p:sp>
      <p:sp>
        <p:nvSpPr>
          <p:cNvPr id="9" name="Rounded Rectangle 8"/>
          <p:cNvSpPr/>
          <p:nvPr/>
        </p:nvSpPr>
        <p:spPr>
          <a:xfrm>
            <a:off x="5925312" y="1874519"/>
            <a:ext cx="2514600" cy="1325880"/>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250">
                <a:solidFill>
                  <a:srgbClr val="1A1A1A"/>
                </a:solidFill>
                <a:latin typeface="Segoe UI"/>
              </a:defRPr>
            </a:pPr>
            <a:r>
              <a:t>Metadata defines installers; YAML + DSC can define setup.</a:t>
            </a:r>
          </a:p>
        </p:txBody>
      </p:sp>
      <p:sp>
        <p:nvSpPr>
          <p:cNvPr id="10" name="Rounded Rectangle 9"/>
          <p:cNvSpPr/>
          <p:nvPr/>
        </p:nvSpPr>
        <p:spPr>
          <a:xfrm>
            <a:off x="685800" y="3730752"/>
            <a:ext cx="7772400" cy="438912"/>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fontScale="92500" lnSpcReduction="20000"/>
          </a:bodyPr>
          <a:lstStyle/>
          <a:p>
            <a:pPr algn="ctr">
              <a:defRPr sz="1350">
                <a:solidFill>
                  <a:srgbClr val="FFFFFF"/>
                </a:solidFill>
                <a:latin typeface="Segoe UI Semibold"/>
              </a:defRPr>
            </a:pPr>
            <a:r>
              <a:t>Server 2025 point: WinGet is installed by default and is delivered through App Installer on Desktop Experience.</a:t>
            </a:r>
          </a:p>
        </p:txBody>
      </p:sp>
      <p:sp>
        <p:nvSpPr>
          <p:cNvPr id="11" name="TextBox 10"/>
          <p:cNvSpPr txBox="1"/>
          <p:nvPr/>
        </p:nvSpPr>
        <p:spPr>
          <a:xfrm>
            <a:off x="438912" y="4956048"/>
            <a:ext cx="7132320" cy="109728"/>
          </a:xfrm>
          <a:prstGeom prst="rect">
            <a:avLst/>
          </a:prstGeom>
          <a:noFill/>
        </p:spPr>
        <p:txBody>
          <a:bodyPr wrap="none">
            <a:spAutoFit/>
          </a:bodyPr>
          <a:lstStyle/>
          <a:p>
            <a:r>
              <a:rPr sz="800">
                <a:solidFill>
                  <a:srgbClr val="707070"/>
                </a:solidFill>
                <a:latin typeface="Segoe UI"/>
              </a:rPr>
              <a:t>Windows Server 2025 | Chapter 2 | Methods and Tools for Administration</a:t>
            </a:r>
          </a:p>
        </p:txBody>
      </p:sp>
      <p:sp>
        <p:nvSpPr>
          <p:cNvPr id="12" name="TextBox 11"/>
          <p:cNvSpPr txBox="1"/>
          <p:nvPr/>
        </p:nvSpPr>
        <p:spPr>
          <a:xfrm>
            <a:off x="8394192" y="4956048"/>
            <a:ext cx="365760" cy="109728"/>
          </a:xfrm>
          <a:prstGeom prst="rect">
            <a:avLst/>
          </a:prstGeom>
          <a:noFill/>
        </p:spPr>
        <p:txBody>
          <a:bodyPr wrap="none">
            <a:spAutoFit/>
          </a:bodyPr>
          <a:lstStyle/>
          <a:p>
            <a:pPr algn="r"/>
            <a:r>
              <a:rPr sz="800">
                <a:solidFill>
                  <a:srgbClr val="707070"/>
                </a:solidFill>
                <a:latin typeface="Segoe UI Semibold"/>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843033-79AE-3C3D-A617-1458F0318476}"/>
              </a:ext>
            </a:extLst>
          </p:cNvPr>
          <p:cNvPicPr>
            <a:picLocks noChangeAspect="1"/>
          </p:cNvPicPr>
          <p:nvPr/>
        </p:nvPicPr>
        <p:blipFill>
          <a:blip r:embed="rId2"/>
          <a:srcRect r="4889"/>
          <a:stretch>
            <a:fillRect/>
          </a:stretch>
        </p:blipFill>
        <p:spPr>
          <a:xfrm>
            <a:off x="20" y="10"/>
            <a:ext cx="9143980" cy="5143490"/>
          </a:xfrm>
          <a:prstGeom prst="rect">
            <a:avLst/>
          </a:prstGeom>
          <a:noFill/>
        </p:spPr>
      </p:pic>
    </p:spTree>
    <p:extLst>
      <p:ext uri="{BB962C8B-B14F-4D97-AF65-F5344CB8AC3E}">
        <p14:creationId xmlns:p14="http://schemas.microsoft.com/office/powerpoint/2010/main" val="307512087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8912" y="310896"/>
            <a:ext cx="8229600" cy="329184"/>
          </a:xfrm>
          <a:prstGeom prst="rect">
            <a:avLst/>
          </a:prstGeom>
          <a:noFill/>
        </p:spPr>
        <p:txBody>
          <a:bodyPr wrap="none">
            <a:spAutoFit/>
          </a:bodyPr>
          <a:lstStyle/>
          <a:p>
            <a:pPr>
              <a:defRPr sz="2400">
                <a:solidFill>
                  <a:srgbClr val="1A1A1A"/>
                </a:solidFill>
                <a:latin typeface="Segoe UI Semibold"/>
              </a:defRPr>
            </a:pPr>
            <a:r>
              <a:t>How WinGet Works</a:t>
            </a:r>
          </a:p>
        </p:txBody>
      </p:sp>
      <p:sp>
        <p:nvSpPr>
          <p:cNvPr id="3" name="Subtitle"/>
          <p:cNvSpPr/>
          <p:nvPr/>
        </p:nvSpPr>
        <p:spPr>
          <a:xfrm>
            <a:off x="566928" y="758952"/>
            <a:ext cx="8183879" cy="320040"/>
          </a:xfrm>
          <a:prstGeom prst="rect">
            <a:avLst/>
          </a:prstGeom>
          <a:noFill/>
          <a:ln>
            <a:noFill/>
          </a:ln>
        </p:spPr>
        <p:txBody>
          <a:bodyPr wrap="square" lIns="45720" rIns="45720" rtlCol="0" anchor="ctr">
            <a:normAutofit/>
          </a:bodyPr>
          <a:lstStyle/>
          <a:p>
            <a:pPr algn="l">
              <a:defRPr sz="1350">
                <a:solidFill>
                  <a:srgbClr val="1A1A1A"/>
                </a:solidFill>
                <a:latin typeface="Segoe UI"/>
              </a:defRPr>
            </a:pPr>
            <a:r>
              <a:t>The administrator asks for a package; WinGet resolves metadata and runs the right installer workflow.</a:t>
            </a:r>
          </a:p>
        </p:txBody>
      </p:sp>
      <p:cxnSp>
        <p:nvCxnSpPr>
          <p:cNvPr id="30" name="Flow Arrow 1"/>
          <p:cNvCxnSpPr/>
          <p:nvPr/>
        </p:nvCxnSpPr>
        <p:spPr>
          <a:xfrm>
            <a:off x="1962184" y="1842000"/>
            <a:ext cx="140000" cy="0"/>
          </a:xfrm>
          <a:prstGeom prst="line">
            <a:avLst/>
          </a:prstGeom>
          <a:ln w="28575" cap="rnd">
            <a:solidFill>
              <a:srgbClr val="0076D4"/>
            </a:solidFill>
            <a:tailEnd type="triangle" w="med" len="med"/>
          </a:ln>
        </p:spPr>
      </p:cxnSp>
      <p:cxnSp>
        <p:nvCxnSpPr>
          <p:cNvPr id="31" name="Flow Arrow 2"/>
          <p:cNvCxnSpPr/>
          <p:nvPr/>
        </p:nvCxnSpPr>
        <p:spPr>
          <a:xfrm>
            <a:off x="3655728" y="1842000"/>
            <a:ext cx="140000" cy="0"/>
          </a:xfrm>
          <a:prstGeom prst="line">
            <a:avLst/>
          </a:prstGeom>
          <a:ln w="28575" cap="rnd">
            <a:solidFill>
              <a:srgbClr val="0076D4"/>
            </a:solidFill>
            <a:tailEnd type="triangle" w="med" len="med"/>
          </a:ln>
        </p:spPr>
      </p:cxnSp>
      <p:cxnSp>
        <p:nvCxnSpPr>
          <p:cNvPr id="32" name="Flow Arrow 3"/>
          <p:cNvCxnSpPr/>
          <p:nvPr/>
        </p:nvCxnSpPr>
        <p:spPr>
          <a:xfrm>
            <a:off x="5349272" y="1842000"/>
            <a:ext cx="140000" cy="0"/>
          </a:xfrm>
          <a:prstGeom prst="line">
            <a:avLst/>
          </a:prstGeom>
          <a:ln w="28575" cap="rnd">
            <a:solidFill>
              <a:srgbClr val="0076D4"/>
            </a:solidFill>
            <a:tailEnd type="triangle" w="med" len="med"/>
          </a:ln>
        </p:spPr>
      </p:cxnSp>
      <p:cxnSp>
        <p:nvCxnSpPr>
          <p:cNvPr id="33" name="Flow Arrow 4"/>
          <p:cNvCxnSpPr/>
          <p:nvPr/>
        </p:nvCxnSpPr>
        <p:spPr>
          <a:xfrm>
            <a:off x="7042816" y="1842000"/>
            <a:ext cx="140000" cy="0"/>
          </a:xfrm>
          <a:prstGeom prst="line">
            <a:avLst/>
          </a:prstGeom>
          <a:ln w="28575" cap="rnd">
            <a:solidFill>
              <a:srgbClr val="0076D4"/>
            </a:solidFill>
            <a:tailEnd type="triangle" w="med" len="med"/>
          </a:ln>
        </p:spPr>
      </p:cxnSp>
      <p:sp>
        <p:nvSpPr>
          <p:cNvPr id="40" name="Card 1"/>
          <p:cNvSpPr/>
          <p:nvPr/>
        </p:nvSpPr>
        <p:spPr>
          <a:xfrm>
            <a:off x="438912" y="1750000"/>
            <a:ext cx="1493000" cy="1780000"/>
          </a:xfrm>
          <a:prstGeom prst="roundRect">
            <a:avLst>
              <a:gd name="adj" fmla="val 7000"/>
            </a:avLst>
          </a:prstGeom>
          <a:solidFill>
            <a:srgbClr val="FFFFFF"/>
          </a:solidFill>
          <a:ln w="12700">
            <a:solidFill>
              <a:srgbClr val="D0D8DE"/>
            </a:solidFill>
          </a:ln>
        </p:spPr>
        <p:txBody>
          <a:bodyPr/>
          <a:lstStyle/>
          <a:p>
            <a:endParaRPr/>
          </a:p>
        </p:txBody>
      </p:sp>
      <p:sp>
        <p:nvSpPr>
          <p:cNvPr id="41" name="Card 2"/>
          <p:cNvSpPr/>
          <p:nvPr/>
        </p:nvSpPr>
        <p:spPr>
          <a:xfrm>
            <a:off x="2132456" y="1750000"/>
            <a:ext cx="1493000" cy="1780000"/>
          </a:xfrm>
          <a:prstGeom prst="roundRect">
            <a:avLst>
              <a:gd name="adj" fmla="val 7000"/>
            </a:avLst>
          </a:prstGeom>
          <a:solidFill>
            <a:srgbClr val="FFFFFF"/>
          </a:solidFill>
          <a:ln w="12700">
            <a:solidFill>
              <a:srgbClr val="D0D8DE"/>
            </a:solidFill>
          </a:ln>
        </p:spPr>
        <p:txBody>
          <a:bodyPr/>
          <a:lstStyle/>
          <a:p>
            <a:endParaRPr/>
          </a:p>
        </p:txBody>
      </p:sp>
      <p:sp>
        <p:nvSpPr>
          <p:cNvPr id="42" name="Card 3"/>
          <p:cNvSpPr/>
          <p:nvPr/>
        </p:nvSpPr>
        <p:spPr>
          <a:xfrm>
            <a:off x="3826000" y="1750000"/>
            <a:ext cx="1493000" cy="1780000"/>
          </a:xfrm>
          <a:prstGeom prst="roundRect">
            <a:avLst>
              <a:gd name="adj" fmla="val 7000"/>
            </a:avLst>
          </a:prstGeom>
          <a:solidFill>
            <a:srgbClr val="FFFFFF"/>
          </a:solidFill>
          <a:ln w="12700">
            <a:solidFill>
              <a:srgbClr val="D0D8DE"/>
            </a:solidFill>
          </a:ln>
        </p:spPr>
        <p:txBody>
          <a:bodyPr/>
          <a:lstStyle/>
          <a:p>
            <a:endParaRPr/>
          </a:p>
        </p:txBody>
      </p:sp>
      <p:sp>
        <p:nvSpPr>
          <p:cNvPr id="43" name="Card 4"/>
          <p:cNvSpPr/>
          <p:nvPr/>
        </p:nvSpPr>
        <p:spPr>
          <a:xfrm>
            <a:off x="5519544" y="1750000"/>
            <a:ext cx="1493000" cy="1780000"/>
          </a:xfrm>
          <a:prstGeom prst="roundRect">
            <a:avLst>
              <a:gd name="adj" fmla="val 7000"/>
            </a:avLst>
          </a:prstGeom>
          <a:solidFill>
            <a:srgbClr val="FFFFFF"/>
          </a:solidFill>
          <a:ln w="12700">
            <a:solidFill>
              <a:srgbClr val="D0D8DE"/>
            </a:solidFill>
          </a:ln>
        </p:spPr>
        <p:txBody>
          <a:bodyPr/>
          <a:lstStyle/>
          <a:p>
            <a:endParaRPr/>
          </a:p>
        </p:txBody>
      </p:sp>
      <p:sp>
        <p:nvSpPr>
          <p:cNvPr id="44" name="Card 5"/>
          <p:cNvSpPr/>
          <p:nvPr/>
        </p:nvSpPr>
        <p:spPr>
          <a:xfrm>
            <a:off x="7213088" y="1750000"/>
            <a:ext cx="1493000" cy="1780000"/>
          </a:xfrm>
          <a:prstGeom prst="roundRect">
            <a:avLst>
              <a:gd name="adj" fmla="val 7000"/>
            </a:avLst>
          </a:prstGeom>
          <a:solidFill>
            <a:srgbClr val="FFFFFF"/>
          </a:solidFill>
          <a:ln w="12700">
            <a:solidFill>
              <a:srgbClr val="D0D8DE"/>
            </a:solidFill>
          </a:ln>
        </p:spPr>
        <p:txBody>
          <a:bodyPr/>
          <a:lstStyle/>
          <a:p>
            <a:endParaRPr/>
          </a:p>
        </p:txBody>
      </p:sp>
      <p:sp>
        <p:nvSpPr>
          <p:cNvPr id="50" name="Badge 1"/>
          <p:cNvSpPr/>
          <p:nvPr/>
        </p:nvSpPr>
        <p:spPr>
          <a:xfrm>
            <a:off x="935412" y="1592000"/>
            <a:ext cx="500000" cy="500000"/>
          </a:xfrm>
          <a:prstGeom prst="ellipse">
            <a:avLst/>
          </a:prstGeom>
          <a:solidFill>
            <a:srgbClr val="FB8500"/>
          </a:solidFill>
          <a:ln w="19050">
            <a:solidFill>
              <a:srgbClr val="FFFFFF"/>
            </a:solidFill>
          </a:ln>
        </p:spPr>
        <p:txBody>
          <a:bodyPr wrap="square" lIns="0" tIns="0" rIns="0" bIns="0" rtlCol="0" anchor="ctr">
            <a:normAutofit/>
          </a:bodyPr>
          <a:lstStyle/>
          <a:p>
            <a:pPr algn="ctr"/>
            <a:r>
              <a:rPr sz="1700" b="1">
                <a:solidFill>
                  <a:srgbClr val="FFFFFF"/>
                </a:solidFill>
                <a:latin typeface="Segoe UI Semibold"/>
              </a:rPr>
              <a:t>1</a:t>
            </a:r>
          </a:p>
        </p:txBody>
      </p:sp>
      <p:sp>
        <p:nvSpPr>
          <p:cNvPr id="51" name="Badge 2"/>
          <p:cNvSpPr/>
          <p:nvPr/>
        </p:nvSpPr>
        <p:spPr>
          <a:xfrm>
            <a:off x="2628956" y="1592000"/>
            <a:ext cx="500000" cy="500000"/>
          </a:xfrm>
          <a:prstGeom prst="ellipse">
            <a:avLst/>
          </a:prstGeom>
          <a:solidFill>
            <a:srgbClr val="FB8500"/>
          </a:solidFill>
          <a:ln w="19050">
            <a:solidFill>
              <a:srgbClr val="FFFFFF"/>
            </a:solidFill>
          </a:ln>
        </p:spPr>
        <p:txBody>
          <a:bodyPr wrap="square" lIns="0" tIns="0" rIns="0" bIns="0" rtlCol="0" anchor="ctr">
            <a:normAutofit/>
          </a:bodyPr>
          <a:lstStyle/>
          <a:p>
            <a:pPr algn="ctr"/>
            <a:r>
              <a:rPr sz="1700" b="1">
                <a:solidFill>
                  <a:srgbClr val="FFFFFF"/>
                </a:solidFill>
                <a:latin typeface="Segoe UI Semibold"/>
              </a:rPr>
              <a:t>2</a:t>
            </a:r>
          </a:p>
        </p:txBody>
      </p:sp>
      <p:sp>
        <p:nvSpPr>
          <p:cNvPr id="52" name="Badge 3"/>
          <p:cNvSpPr/>
          <p:nvPr/>
        </p:nvSpPr>
        <p:spPr>
          <a:xfrm>
            <a:off x="4322500" y="1592000"/>
            <a:ext cx="500000" cy="500000"/>
          </a:xfrm>
          <a:prstGeom prst="ellipse">
            <a:avLst/>
          </a:prstGeom>
          <a:solidFill>
            <a:srgbClr val="FB8500"/>
          </a:solidFill>
          <a:ln w="19050">
            <a:solidFill>
              <a:srgbClr val="FFFFFF"/>
            </a:solidFill>
          </a:ln>
        </p:spPr>
        <p:txBody>
          <a:bodyPr wrap="square" lIns="0" tIns="0" rIns="0" bIns="0" rtlCol="0" anchor="ctr">
            <a:normAutofit/>
          </a:bodyPr>
          <a:lstStyle/>
          <a:p>
            <a:pPr algn="ctr"/>
            <a:r>
              <a:rPr sz="1700" b="1">
                <a:solidFill>
                  <a:srgbClr val="FFFFFF"/>
                </a:solidFill>
                <a:latin typeface="Segoe UI Semibold"/>
              </a:rPr>
              <a:t>3</a:t>
            </a:r>
          </a:p>
        </p:txBody>
      </p:sp>
      <p:sp>
        <p:nvSpPr>
          <p:cNvPr id="53" name="Badge 4"/>
          <p:cNvSpPr/>
          <p:nvPr/>
        </p:nvSpPr>
        <p:spPr>
          <a:xfrm>
            <a:off x="6016044" y="1592000"/>
            <a:ext cx="500000" cy="500000"/>
          </a:xfrm>
          <a:prstGeom prst="ellipse">
            <a:avLst/>
          </a:prstGeom>
          <a:solidFill>
            <a:srgbClr val="FB8500"/>
          </a:solidFill>
          <a:ln w="19050">
            <a:solidFill>
              <a:srgbClr val="FFFFFF"/>
            </a:solidFill>
          </a:ln>
        </p:spPr>
        <p:txBody>
          <a:bodyPr wrap="square" lIns="0" tIns="0" rIns="0" bIns="0" rtlCol="0" anchor="ctr">
            <a:normAutofit/>
          </a:bodyPr>
          <a:lstStyle/>
          <a:p>
            <a:pPr algn="ctr"/>
            <a:r>
              <a:rPr sz="1700" b="1">
                <a:solidFill>
                  <a:srgbClr val="FFFFFF"/>
                </a:solidFill>
                <a:latin typeface="Segoe UI Semibold"/>
              </a:rPr>
              <a:t>4</a:t>
            </a:r>
          </a:p>
        </p:txBody>
      </p:sp>
      <p:sp>
        <p:nvSpPr>
          <p:cNvPr id="54" name="Badge 5"/>
          <p:cNvSpPr/>
          <p:nvPr/>
        </p:nvSpPr>
        <p:spPr>
          <a:xfrm>
            <a:off x="7709588" y="1592000"/>
            <a:ext cx="500000" cy="500000"/>
          </a:xfrm>
          <a:prstGeom prst="ellipse">
            <a:avLst/>
          </a:prstGeom>
          <a:solidFill>
            <a:srgbClr val="FB8500"/>
          </a:solidFill>
          <a:ln w="19050">
            <a:solidFill>
              <a:srgbClr val="FFFFFF"/>
            </a:solidFill>
          </a:ln>
        </p:spPr>
        <p:txBody>
          <a:bodyPr wrap="square" lIns="0" tIns="0" rIns="0" bIns="0" rtlCol="0" anchor="ctr">
            <a:normAutofit/>
          </a:bodyPr>
          <a:lstStyle/>
          <a:p>
            <a:pPr algn="ctr"/>
            <a:r>
              <a:rPr sz="1700" b="1">
                <a:solidFill>
                  <a:srgbClr val="FFFFFF"/>
                </a:solidFill>
                <a:latin typeface="Segoe UI Semibold"/>
              </a:rPr>
              <a:t>5</a:t>
            </a:r>
          </a:p>
        </p:txBody>
      </p:sp>
      <p:sp>
        <p:nvSpPr>
          <p:cNvPr id="60" name="Step Title 1"/>
          <p:cNvSpPr txBox="1"/>
          <p:nvPr/>
        </p:nvSpPr>
        <p:spPr>
          <a:xfrm>
            <a:off x="438912" y="2200000"/>
            <a:ext cx="1493000" cy="280000"/>
          </a:xfrm>
          <a:prstGeom prst="rect">
            <a:avLst/>
          </a:prstGeom>
          <a:noFill/>
        </p:spPr>
        <p:txBody>
          <a:bodyPr wrap="square" lIns="36000" tIns="0" rIns="36000" bIns="0" rtlCol="0" anchor="ctr">
            <a:normAutofit/>
          </a:bodyPr>
          <a:lstStyle/>
          <a:p>
            <a:pPr algn="ctr"/>
            <a:r>
              <a:rPr sz="1300" b="1">
                <a:solidFill>
                  <a:srgbClr val="243A5E"/>
                </a:solidFill>
                <a:latin typeface="Segoe UI Semibold"/>
              </a:rPr>
              <a:t>Search</a:t>
            </a:r>
          </a:p>
        </p:txBody>
      </p:sp>
      <p:sp>
        <p:nvSpPr>
          <p:cNvPr id="61" name="Step Title 2"/>
          <p:cNvSpPr txBox="1"/>
          <p:nvPr/>
        </p:nvSpPr>
        <p:spPr>
          <a:xfrm>
            <a:off x="2132456" y="2200000"/>
            <a:ext cx="1493000" cy="280000"/>
          </a:xfrm>
          <a:prstGeom prst="rect">
            <a:avLst/>
          </a:prstGeom>
          <a:noFill/>
        </p:spPr>
        <p:txBody>
          <a:bodyPr wrap="square" lIns="36000" tIns="0" rIns="36000" bIns="0" rtlCol="0" anchor="ctr">
            <a:normAutofit/>
          </a:bodyPr>
          <a:lstStyle/>
          <a:p>
            <a:pPr algn="ctr"/>
            <a:r>
              <a:rPr sz="1300" b="1">
                <a:solidFill>
                  <a:srgbClr val="243A5E"/>
                </a:solidFill>
                <a:latin typeface="Segoe UI Semibold"/>
              </a:rPr>
              <a:t>Resolve</a:t>
            </a:r>
          </a:p>
        </p:txBody>
      </p:sp>
      <p:sp>
        <p:nvSpPr>
          <p:cNvPr id="62" name="Step Title 3"/>
          <p:cNvSpPr txBox="1"/>
          <p:nvPr/>
        </p:nvSpPr>
        <p:spPr>
          <a:xfrm>
            <a:off x="3826000" y="2200000"/>
            <a:ext cx="1493000" cy="280000"/>
          </a:xfrm>
          <a:prstGeom prst="rect">
            <a:avLst/>
          </a:prstGeom>
          <a:noFill/>
        </p:spPr>
        <p:txBody>
          <a:bodyPr wrap="square" lIns="36000" tIns="0" rIns="36000" bIns="0" rtlCol="0" anchor="ctr">
            <a:normAutofit/>
          </a:bodyPr>
          <a:lstStyle/>
          <a:p>
            <a:pPr algn="ctr"/>
            <a:r>
              <a:rPr sz="1300" b="1">
                <a:solidFill>
                  <a:srgbClr val="243A5E"/>
                </a:solidFill>
                <a:latin typeface="Segoe UI Semibold"/>
              </a:rPr>
              <a:t>Download</a:t>
            </a:r>
          </a:p>
        </p:txBody>
      </p:sp>
      <p:sp>
        <p:nvSpPr>
          <p:cNvPr id="63" name="Step Title 4"/>
          <p:cNvSpPr txBox="1"/>
          <p:nvPr/>
        </p:nvSpPr>
        <p:spPr>
          <a:xfrm>
            <a:off x="5519544" y="2200000"/>
            <a:ext cx="1493000" cy="280000"/>
          </a:xfrm>
          <a:prstGeom prst="rect">
            <a:avLst/>
          </a:prstGeom>
          <a:noFill/>
        </p:spPr>
        <p:txBody>
          <a:bodyPr wrap="square" lIns="36000" tIns="0" rIns="36000" bIns="0" rtlCol="0" anchor="ctr">
            <a:normAutofit/>
          </a:bodyPr>
          <a:lstStyle/>
          <a:p>
            <a:pPr algn="ctr"/>
            <a:r>
              <a:rPr sz="1300" b="1">
                <a:solidFill>
                  <a:srgbClr val="243A5E"/>
                </a:solidFill>
                <a:latin typeface="Segoe UI Semibold"/>
              </a:rPr>
              <a:t>Install/update</a:t>
            </a:r>
          </a:p>
        </p:txBody>
      </p:sp>
      <p:sp>
        <p:nvSpPr>
          <p:cNvPr id="64" name="Step Title 5"/>
          <p:cNvSpPr txBox="1"/>
          <p:nvPr/>
        </p:nvSpPr>
        <p:spPr>
          <a:xfrm>
            <a:off x="7213088" y="2200000"/>
            <a:ext cx="1493000" cy="280000"/>
          </a:xfrm>
          <a:prstGeom prst="rect">
            <a:avLst/>
          </a:prstGeom>
          <a:noFill/>
        </p:spPr>
        <p:txBody>
          <a:bodyPr wrap="square" lIns="36000" tIns="0" rIns="36000" bIns="0" rtlCol="0" anchor="ctr">
            <a:normAutofit/>
          </a:bodyPr>
          <a:lstStyle/>
          <a:p>
            <a:pPr algn="ctr"/>
            <a:r>
              <a:rPr sz="1300" b="1">
                <a:solidFill>
                  <a:srgbClr val="243A5E"/>
                </a:solidFill>
                <a:latin typeface="Segoe UI Semibold"/>
              </a:rPr>
              <a:t>Inventory</a:t>
            </a:r>
          </a:p>
        </p:txBody>
      </p:sp>
      <p:sp>
        <p:nvSpPr>
          <p:cNvPr id="70" name="Step Desc 1"/>
          <p:cNvSpPr txBox="1"/>
          <p:nvPr/>
        </p:nvSpPr>
        <p:spPr>
          <a:xfrm>
            <a:off x="498912" y="2510000"/>
            <a:ext cx="1373000" cy="950000"/>
          </a:xfrm>
          <a:prstGeom prst="rect">
            <a:avLst/>
          </a:prstGeom>
          <a:noFill/>
        </p:spPr>
        <p:txBody>
          <a:bodyPr wrap="square" lIns="18000" tIns="0" rIns="18000" bIns="0" rtlCol="0" anchor="t">
            <a:normAutofit/>
          </a:bodyPr>
          <a:lstStyle/>
          <a:p>
            <a:pPr algn="ctr"/>
            <a:r>
              <a:rPr sz="950">
                <a:solidFill>
                  <a:srgbClr val="595959"/>
                </a:solidFill>
                <a:latin typeface="Segoe UI"/>
              </a:rPr>
              <a:t>Find packages by name across configured sources.</a:t>
            </a:r>
          </a:p>
        </p:txBody>
      </p:sp>
      <p:sp>
        <p:nvSpPr>
          <p:cNvPr id="71" name="Step Desc 2"/>
          <p:cNvSpPr txBox="1"/>
          <p:nvPr/>
        </p:nvSpPr>
        <p:spPr>
          <a:xfrm>
            <a:off x="2192456" y="2510000"/>
            <a:ext cx="1373000" cy="950000"/>
          </a:xfrm>
          <a:prstGeom prst="rect">
            <a:avLst/>
          </a:prstGeom>
          <a:noFill/>
        </p:spPr>
        <p:txBody>
          <a:bodyPr wrap="square" lIns="18000" tIns="0" rIns="18000" bIns="0" rtlCol="0" anchor="t">
            <a:normAutofit/>
          </a:bodyPr>
          <a:lstStyle/>
          <a:p>
            <a:pPr algn="ctr"/>
            <a:r>
              <a:rPr sz="950">
                <a:solidFill>
                  <a:srgbClr val="595959"/>
                </a:solidFill>
                <a:latin typeface="Segoe UI"/>
              </a:rPr>
              <a:t>Match metadata and pick the correct manifest version.</a:t>
            </a:r>
          </a:p>
        </p:txBody>
      </p:sp>
      <p:sp>
        <p:nvSpPr>
          <p:cNvPr id="72" name="Step Desc 3"/>
          <p:cNvSpPr txBox="1"/>
          <p:nvPr/>
        </p:nvSpPr>
        <p:spPr>
          <a:xfrm>
            <a:off x="3886000" y="2510000"/>
            <a:ext cx="1373000" cy="950000"/>
          </a:xfrm>
          <a:prstGeom prst="rect">
            <a:avLst/>
          </a:prstGeom>
          <a:noFill/>
        </p:spPr>
        <p:txBody>
          <a:bodyPr wrap="square" lIns="18000" tIns="0" rIns="18000" bIns="0" rtlCol="0" anchor="t">
            <a:normAutofit/>
          </a:bodyPr>
          <a:lstStyle/>
          <a:p>
            <a:pPr algn="ctr"/>
            <a:r>
              <a:rPr sz="950">
                <a:solidFill>
                  <a:srgbClr val="595959"/>
                </a:solidFill>
                <a:latin typeface="Segoe UI"/>
              </a:rPr>
              <a:t>Fetch the verified installer from its source.</a:t>
            </a:r>
          </a:p>
        </p:txBody>
      </p:sp>
      <p:sp>
        <p:nvSpPr>
          <p:cNvPr id="73" name="Step Desc 4"/>
          <p:cNvSpPr txBox="1"/>
          <p:nvPr/>
        </p:nvSpPr>
        <p:spPr>
          <a:xfrm>
            <a:off x="5579544" y="2510000"/>
            <a:ext cx="1373000" cy="950000"/>
          </a:xfrm>
          <a:prstGeom prst="rect">
            <a:avLst/>
          </a:prstGeom>
          <a:noFill/>
        </p:spPr>
        <p:txBody>
          <a:bodyPr wrap="square" lIns="18000" tIns="0" rIns="18000" bIns="0" rtlCol="0" anchor="t">
            <a:normAutofit/>
          </a:bodyPr>
          <a:lstStyle/>
          <a:p>
            <a:pPr algn="ctr"/>
            <a:r>
              <a:rPr sz="950">
                <a:solidFill>
                  <a:srgbClr val="595959"/>
                </a:solidFill>
                <a:latin typeface="Segoe UI"/>
              </a:rPr>
              <a:t>Run the right silent installer workflow.</a:t>
            </a:r>
          </a:p>
        </p:txBody>
      </p:sp>
      <p:sp>
        <p:nvSpPr>
          <p:cNvPr id="74" name="Step Desc 5"/>
          <p:cNvSpPr txBox="1"/>
          <p:nvPr/>
        </p:nvSpPr>
        <p:spPr>
          <a:xfrm>
            <a:off x="7273088" y="2510000"/>
            <a:ext cx="1373000" cy="950000"/>
          </a:xfrm>
          <a:prstGeom prst="rect">
            <a:avLst/>
          </a:prstGeom>
          <a:noFill/>
        </p:spPr>
        <p:txBody>
          <a:bodyPr wrap="square" lIns="18000" tIns="0" rIns="18000" bIns="0" rtlCol="0" anchor="t">
            <a:normAutofit/>
          </a:bodyPr>
          <a:lstStyle/>
          <a:p>
            <a:pPr algn="ctr"/>
            <a:r>
              <a:rPr sz="950">
                <a:solidFill>
                  <a:srgbClr val="595959"/>
                </a:solidFill>
                <a:latin typeface="Segoe UI"/>
              </a:rPr>
              <a:t>Record the installed package for tracking.</a:t>
            </a:r>
          </a:p>
        </p:txBody>
      </p:sp>
      <p:sp>
        <p:nvSpPr>
          <p:cNvPr id="18" name="Result Banner"/>
          <p:cNvSpPr/>
          <p:nvPr/>
        </p:nvSpPr>
        <p:spPr>
          <a:xfrm>
            <a:off x="749808" y="3760000"/>
            <a:ext cx="7635240" cy="438912"/>
          </a:xfrm>
          <a:prstGeom prst="roundRect">
            <a:avLst/>
          </a:prstGeom>
          <a:solidFill>
            <a:srgbClr val="243A5E"/>
          </a:solidFill>
          <a:ln>
            <a:solidFill>
              <a:srgbClr val="243A5E"/>
            </a:solidFill>
          </a:ln>
        </p:spPr>
        <p:txBody>
          <a:bodyPr wrap="square" lIns="45720" rIns="45720" rtlCol="0" anchor="ctr">
            <a:normAutofit fontScale="92500"/>
          </a:bodyPr>
          <a:lstStyle/>
          <a:p>
            <a:pPr algn="ctr">
              <a:defRPr sz="1320">
                <a:solidFill>
                  <a:srgbClr val="FFFFFF"/>
                </a:solidFill>
                <a:latin typeface="Segoe UI Semibold"/>
              </a:defRPr>
            </a:pPr>
            <a:r>
              <a:t>Result: commands can be documented, scripted, repeated, and audited more easily than manual downloads.</a:t>
            </a:r>
          </a:p>
        </p:txBody>
      </p:sp>
      <p:sp>
        <p:nvSpPr>
          <p:cNvPr id="19" name="TextBox 18"/>
          <p:cNvSpPr txBox="1"/>
          <p:nvPr/>
        </p:nvSpPr>
        <p:spPr>
          <a:xfrm>
            <a:off x="438912" y="4956048"/>
            <a:ext cx="7132320" cy="109728"/>
          </a:xfrm>
          <a:prstGeom prst="rect">
            <a:avLst/>
          </a:prstGeom>
          <a:noFill/>
        </p:spPr>
        <p:txBody>
          <a:bodyPr wrap="none">
            <a:spAutoFit/>
          </a:bodyPr>
          <a:lstStyle/>
          <a:p>
            <a:r>
              <a:rPr sz="800">
                <a:solidFill>
                  <a:srgbClr val="707070"/>
                </a:solidFill>
                <a:latin typeface="Segoe UI"/>
              </a:rPr>
              <a:t>Windows Server 2025 | Chapter 2 | Methods and Tools for Administration</a:t>
            </a:r>
          </a:p>
        </p:txBody>
      </p:sp>
      <p:sp>
        <p:nvSpPr>
          <p:cNvPr id="20" name="TextBox 19"/>
          <p:cNvSpPr txBox="1"/>
          <p:nvPr/>
        </p:nvSpPr>
        <p:spPr>
          <a:xfrm>
            <a:off x="8394192" y="4956048"/>
            <a:ext cx="365760" cy="109728"/>
          </a:xfrm>
          <a:prstGeom prst="rect">
            <a:avLst/>
          </a:prstGeom>
          <a:noFill/>
        </p:spPr>
        <p:txBody>
          <a:bodyPr wrap="none">
            <a:spAutoFit/>
          </a:bodyPr>
          <a:lstStyle/>
          <a:p>
            <a:pPr algn="r"/>
            <a:r>
              <a:rPr sz="800">
                <a:solidFill>
                  <a:srgbClr val="707070"/>
                </a:solidFill>
                <a:latin typeface="Segoe UI Semibold"/>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8912" y="310896"/>
            <a:ext cx="8229600" cy="329184"/>
          </a:xfrm>
          <a:prstGeom prst="rect">
            <a:avLst/>
          </a:prstGeom>
          <a:noFill/>
        </p:spPr>
        <p:txBody>
          <a:bodyPr wrap="none">
            <a:spAutoFit/>
          </a:bodyPr>
          <a:lstStyle/>
          <a:p>
            <a:pPr>
              <a:defRPr sz="2400">
                <a:solidFill>
                  <a:srgbClr val="1A1A1A"/>
                </a:solidFill>
                <a:latin typeface="Segoe UI Semibold"/>
              </a:defRPr>
            </a:pPr>
            <a:r>
              <a:t>Why WinGet Matters on Windows Server 2025</a:t>
            </a:r>
          </a:p>
        </p:txBody>
      </p:sp>
      <p:sp>
        <p:nvSpPr>
          <p:cNvPr id="3" name="Rectangle 2"/>
          <p:cNvSpPr/>
          <p:nvPr/>
        </p:nvSpPr>
        <p:spPr>
          <a:xfrm>
            <a:off x="566928" y="758952"/>
            <a:ext cx="8183879"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350">
                <a:solidFill>
                  <a:srgbClr val="1A1A1A"/>
                </a:solidFill>
                <a:latin typeface="Segoe UI"/>
              </a:defRPr>
            </a:pPr>
            <a:r>
              <a:t>WinGet brings a package-manager workflow to Windows Server administration.</a:t>
            </a:r>
          </a:p>
        </p:txBody>
      </p:sp>
      <p:sp>
        <p:nvSpPr>
          <p:cNvPr id="4" name="Rounded Rectangle 3"/>
          <p:cNvSpPr/>
          <p:nvPr/>
        </p:nvSpPr>
        <p:spPr>
          <a:xfrm>
            <a:off x="685800" y="1325880"/>
            <a:ext cx="384048" cy="384048"/>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400">
                <a:solidFill>
                  <a:srgbClr val="FFFFFF"/>
                </a:solidFill>
                <a:latin typeface="Segoe UI Semibold"/>
              </a:defRPr>
            </a:pPr>
            <a:r>
              <a:t>1</a:t>
            </a:r>
          </a:p>
        </p:txBody>
      </p:sp>
      <p:sp>
        <p:nvSpPr>
          <p:cNvPr id="5" name="Rectangle 4"/>
          <p:cNvSpPr/>
          <p:nvPr/>
        </p:nvSpPr>
        <p:spPr>
          <a:xfrm>
            <a:off x="1207008" y="1307592"/>
            <a:ext cx="233172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350">
                <a:solidFill>
                  <a:srgbClr val="1A1A1A"/>
                </a:solidFill>
                <a:latin typeface="Segoe UI Semibold"/>
              </a:defRPr>
            </a:pPr>
            <a:r>
              <a:t>Faster builds</a:t>
            </a:r>
          </a:p>
        </p:txBody>
      </p:sp>
      <p:sp>
        <p:nvSpPr>
          <p:cNvPr id="6" name="Rectangle 5"/>
          <p:cNvSpPr/>
          <p:nvPr/>
        </p:nvSpPr>
        <p:spPr>
          <a:xfrm>
            <a:off x="3520440" y="1307592"/>
            <a:ext cx="49834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250">
                <a:solidFill>
                  <a:srgbClr val="1A1A1A"/>
                </a:solidFill>
                <a:latin typeface="Segoe UI"/>
              </a:defRPr>
            </a:pPr>
            <a:r>
              <a:t>Install required tools from scripts during setup.</a:t>
            </a:r>
          </a:p>
        </p:txBody>
      </p:sp>
      <p:sp>
        <p:nvSpPr>
          <p:cNvPr id="7" name="Rounded Rectangle 6"/>
          <p:cNvSpPr/>
          <p:nvPr/>
        </p:nvSpPr>
        <p:spPr>
          <a:xfrm>
            <a:off x="685800" y="1947672"/>
            <a:ext cx="384048" cy="384048"/>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400">
                <a:solidFill>
                  <a:srgbClr val="FFFFFF"/>
                </a:solidFill>
                <a:latin typeface="Segoe UI Semibold"/>
              </a:defRPr>
            </a:pPr>
            <a:r>
              <a:t>2</a:t>
            </a:r>
          </a:p>
        </p:txBody>
      </p:sp>
      <p:sp>
        <p:nvSpPr>
          <p:cNvPr id="8" name="Rectangle 7"/>
          <p:cNvSpPr/>
          <p:nvPr/>
        </p:nvSpPr>
        <p:spPr>
          <a:xfrm>
            <a:off x="1207008" y="1929384"/>
            <a:ext cx="233172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350">
                <a:solidFill>
                  <a:srgbClr val="1A1A1A"/>
                </a:solidFill>
                <a:latin typeface="Segoe UI Semibold"/>
              </a:defRPr>
            </a:pPr>
            <a:r>
              <a:t>Consistent baselines</a:t>
            </a:r>
          </a:p>
        </p:txBody>
      </p:sp>
      <p:sp>
        <p:nvSpPr>
          <p:cNvPr id="9" name="Rectangle 8"/>
          <p:cNvSpPr/>
          <p:nvPr/>
        </p:nvSpPr>
        <p:spPr>
          <a:xfrm>
            <a:off x="3520440" y="1929384"/>
            <a:ext cx="49834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250">
                <a:solidFill>
                  <a:srgbClr val="1A1A1A"/>
                </a:solidFill>
                <a:latin typeface="Segoe UI"/>
              </a:defRPr>
            </a:pPr>
            <a:r>
              <a:t>Use the same package IDs and versions across servers.</a:t>
            </a:r>
          </a:p>
        </p:txBody>
      </p:sp>
      <p:sp>
        <p:nvSpPr>
          <p:cNvPr id="10" name="Rounded Rectangle 9"/>
          <p:cNvSpPr/>
          <p:nvPr/>
        </p:nvSpPr>
        <p:spPr>
          <a:xfrm>
            <a:off x="685800" y="2569464"/>
            <a:ext cx="384048" cy="384048"/>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400">
                <a:solidFill>
                  <a:srgbClr val="FFFFFF"/>
                </a:solidFill>
                <a:latin typeface="Segoe UI Semibold"/>
              </a:defRPr>
            </a:pPr>
            <a:r>
              <a:t>3</a:t>
            </a:r>
          </a:p>
        </p:txBody>
      </p:sp>
      <p:sp>
        <p:nvSpPr>
          <p:cNvPr id="11" name="Rectangle 10"/>
          <p:cNvSpPr/>
          <p:nvPr/>
        </p:nvSpPr>
        <p:spPr>
          <a:xfrm>
            <a:off x="1207008" y="2551176"/>
            <a:ext cx="233172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350">
                <a:solidFill>
                  <a:srgbClr val="1A1A1A"/>
                </a:solidFill>
                <a:latin typeface="Segoe UI Semibold"/>
              </a:defRPr>
            </a:pPr>
            <a:r>
              <a:t>Less manual GUI work</a:t>
            </a:r>
          </a:p>
        </p:txBody>
      </p:sp>
      <p:sp>
        <p:nvSpPr>
          <p:cNvPr id="12" name="Rectangle 11"/>
          <p:cNvSpPr/>
          <p:nvPr/>
        </p:nvSpPr>
        <p:spPr>
          <a:xfrm>
            <a:off x="3520440" y="2551176"/>
            <a:ext cx="49834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250">
                <a:solidFill>
                  <a:srgbClr val="1A1A1A"/>
                </a:solidFill>
                <a:latin typeface="Segoe UI"/>
              </a:defRPr>
            </a:pPr>
            <a:r>
              <a:t>Reduce browser downloads and interactive installers.</a:t>
            </a:r>
          </a:p>
        </p:txBody>
      </p:sp>
      <p:sp>
        <p:nvSpPr>
          <p:cNvPr id="13" name="Rounded Rectangle 12"/>
          <p:cNvSpPr/>
          <p:nvPr/>
        </p:nvSpPr>
        <p:spPr>
          <a:xfrm>
            <a:off x="685800" y="3191256"/>
            <a:ext cx="384048" cy="384048"/>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400">
                <a:solidFill>
                  <a:srgbClr val="FFFFFF"/>
                </a:solidFill>
                <a:latin typeface="Segoe UI Semibold"/>
              </a:defRPr>
            </a:pPr>
            <a:r>
              <a:t>4</a:t>
            </a:r>
          </a:p>
        </p:txBody>
      </p:sp>
      <p:sp>
        <p:nvSpPr>
          <p:cNvPr id="14" name="Rectangle 13"/>
          <p:cNvSpPr/>
          <p:nvPr/>
        </p:nvSpPr>
        <p:spPr>
          <a:xfrm>
            <a:off x="1207008" y="3172968"/>
            <a:ext cx="233172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350">
                <a:solidFill>
                  <a:srgbClr val="1A1A1A"/>
                </a:solidFill>
                <a:latin typeface="Segoe UI Semibold"/>
              </a:defRPr>
            </a:pPr>
            <a:r>
              <a:t>Better handover</a:t>
            </a:r>
          </a:p>
        </p:txBody>
      </p:sp>
      <p:sp>
        <p:nvSpPr>
          <p:cNvPr id="15" name="Rectangle 14"/>
          <p:cNvSpPr/>
          <p:nvPr/>
        </p:nvSpPr>
        <p:spPr>
          <a:xfrm>
            <a:off x="3520440" y="3172968"/>
            <a:ext cx="49834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250">
                <a:solidFill>
                  <a:srgbClr val="1A1A1A"/>
                </a:solidFill>
                <a:latin typeface="Segoe UI"/>
              </a:defRPr>
            </a:pPr>
            <a:r>
              <a:t>Commands are easier to review than undocumented clicks.</a:t>
            </a:r>
          </a:p>
        </p:txBody>
      </p:sp>
      <p:sp>
        <p:nvSpPr>
          <p:cNvPr id="16" name="Rounded Rectangle 15"/>
          <p:cNvSpPr/>
          <p:nvPr/>
        </p:nvSpPr>
        <p:spPr>
          <a:xfrm>
            <a:off x="749808" y="4160520"/>
            <a:ext cx="7635240" cy="329184"/>
          </a:xfrm>
          <a:prstGeom prst="roundRect">
            <a:avLst/>
          </a:prstGeom>
          <a:solidFill>
            <a:srgbClr val="FB8500"/>
          </a:solidFill>
          <a:ln>
            <a:solidFill>
              <a:srgbClr val="FB8500"/>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defRPr sz="1280">
                <a:solidFill>
                  <a:srgbClr val="FFFFFF"/>
                </a:solidFill>
                <a:latin typeface="Segoe UI Semibold"/>
              </a:defRPr>
            </a:pPr>
            <a:r>
              <a:t>Works well with PowerShell, DSC, Intune, Configuration Manager, and build pipelines.</a:t>
            </a:r>
          </a:p>
        </p:txBody>
      </p:sp>
      <p:sp>
        <p:nvSpPr>
          <p:cNvPr id="17" name="TextBox 16"/>
          <p:cNvSpPr txBox="1"/>
          <p:nvPr/>
        </p:nvSpPr>
        <p:spPr>
          <a:xfrm>
            <a:off x="438912" y="4956048"/>
            <a:ext cx="7132320" cy="109728"/>
          </a:xfrm>
          <a:prstGeom prst="rect">
            <a:avLst/>
          </a:prstGeom>
          <a:noFill/>
        </p:spPr>
        <p:txBody>
          <a:bodyPr wrap="none">
            <a:spAutoFit/>
          </a:bodyPr>
          <a:lstStyle/>
          <a:p>
            <a:r>
              <a:rPr sz="800">
                <a:solidFill>
                  <a:srgbClr val="707070"/>
                </a:solidFill>
                <a:latin typeface="Segoe UI"/>
              </a:rPr>
              <a:t>Windows Server 2025 | Chapter 2 | Methods and Tools for Administration</a:t>
            </a:r>
          </a:p>
        </p:txBody>
      </p:sp>
      <p:sp>
        <p:nvSpPr>
          <p:cNvPr id="18" name="TextBox 17"/>
          <p:cNvSpPr txBox="1"/>
          <p:nvPr/>
        </p:nvSpPr>
        <p:spPr>
          <a:xfrm>
            <a:off x="8394192" y="4956048"/>
            <a:ext cx="365760" cy="109728"/>
          </a:xfrm>
          <a:prstGeom prst="rect">
            <a:avLst/>
          </a:prstGeom>
          <a:noFill/>
        </p:spPr>
        <p:txBody>
          <a:bodyPr wrap="none">
            <a:spAutoFit/>
          </a:bodyPr>
          <a:lstStyle/>
          <a:p>
            <a:pPr algn="r"/>
            <a:r>
              <a:rPr sz="800">
                <a:solidFill>
                  <a:srgbClr val="707070"/>
                </a:solidFill>
                <a:latin typeface="Segoe UI Semibold"/>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8912" y="310896"/>
            <a:ext cx="8229600" cy="329184"/>
          </a:xfrm>
          <a:prstGeom prst="rect">
            <a:avLst/>
          </a:prstGeom>
          <a:noFill/>
        </p:spPr>
        <p:txBody>
          <a:bodyPr wrap="none">
            <a:spAutoFit/>
          </a:bodyPr>
          <a:lstStyle/>
          <a:p>
            <a:pPr>
              <a:defRPr sz="2400">
                <a:solidFill>
                  <a:srgbClr val="1A1A1A"/>
                </a:solidFill>
                <a:latin typeface="Segoe UI Semibold"/>
              </a:defRPr>
            </a:pPr>
            <a:r>
              <a:t>Common WinGet Commands</a:t>
            </a:r>
          </a:p>
        </p:txBody>
      </p:sp>
      <p:sp>
        <p:nvSpPr>
          <p:cNvPr id="3" name="Rounded Rectangle 2"/>
          <p:cNvSpPr/>
          <p:nvPr/>
        </p:nvSpPr>
        <p:spPr>
          <a:xfrm>
            <a:off x="566928" y="987552"/>
            <a:ext cx="3886200" cy="301752"/>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250">
                <a:solidFill>
                  <a:srgbClr val="FFFFFF"/>
                </a:solidFill>
                <a:latin typeface="Segoe UI Semibold"/>
              </a:defRPr>
            </a:pPr>
            <a:r>
              <a:t>Find packages</a:t>
            </a:r>
          </a:p>
        </p:txBody>
      </p:sp>
      <p:sp>
        <p:nvSpPr>
          <p:cNvPr id="4" name="Rounded Rectangle 3"/>
          <p:cNvSpPr/>
          <p:nvPr/>
        </p:nvSpPr>
        <p:spPr>
          <a:xfrm>
            <a:off x="566928" y="1371600"/>
            <a:ext cx="3886200" cy="1024128"/>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160">
                <a:solidFill>
                  <a:srgbClr val="1A1A1A"/>
                </a:solidFill>
                <a:latin typeface="Segoe UI"/>
              </a:defRPr>
            </a:pPr>
            <a:r>
              <a:t>winget search powershell</a:t>
            </a:r>
            <a:br/>
            <a:r>
              <a:t>winget show --id Microsoft.PowerShell</a:t>
            </a:r>
          </a:p>
        </p:txBody>
      </p:sp>
      <p:sp>
        <p:nvSpPr>
          <p:cNvPr id="5" name="Rounded Rectangle 4"/>
          <p:cNvSpPr/>
          <p:nvPr/>
        </p:nvSpPr>
        <p:spPr>
          <a:xfrm>
            <a:off x="4709160" y="987552"/>
            <a:ext cx="3886200" cy="301752"/>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250">
                <a:solidFill>
                  <a:srgbClr val="FFFFFF"/>
                </a:solidFill>
                <a:latin typeface="Segoe UI Semibold"/>
              </a:defRPr>
            </a:pPr>
            <a:r>
              <a:t>Install tools</a:t>
            </a:r>
          </a:p>
        </p:txBody>
      </p:sp>
      <p:sp>
        <p:nvSpPr>
          <p:cNvPr id="6" name="Rounded Rectangle 5"/>
          <p:cNvSpPr/>
          <p:nvPr/>
        </p:nvSpPr>
        <p:spPr>
          <a:xfrm>
            <a:off x="4709160" y="1371600"/>
            <a:ext cx="3886200" cy="1024128"/>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160">
                <a:solidFill>
                  <a:srgbClr val="1A1A1A"/>
                </a:solidFill>
                <a:latin typeface="Segoe UI"/>
              </a:defRPr>
            </a:pPr>
            <a:r>
              <a:t>winget install --id Microsoft.PowerShell --source winget</a:t>
            </a:r>
            <a:br/>
            <a:r>
              <a:t>winget install --id Microsoft.AzureCLI --source winget</a:t>
            </a:r>
          </a:p>
        </p:txBody>
      </p:sp>
      <p:sp>
        <p:nvSpPr>
          <p:cNvPr id="7" name="Rounded Rectangle 6"/>
          <p:cNvSpPr/>
          <p:nvPr/>
        </p:nvSpPr>
        <p:spPr>
          <a:xfrm>
            <a:off x="566928" y="2743200"/>
            <a:ext cx="3886200" cy="301752"/>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250">
                <a:solidFill>
                  <a:srgbClr val="FFFFFF"/>
                </a:solidFill>
                <a:latin typeface="Segoe UI Semibold"/>
              </a:defRPr>
            </a:pPr>
            <a:r>
              <a:t>Maintain software</a:t>
            </a:r>
          </a:p>
        </p:txBody>
      </p:sp>
      <p:sp>
        <p:nvSpPr>
          <p:cNvPr id="8" name="Rounded Rectangle 7"/>
          <p:cNvSpPr/>
          <p:nvPr/>
        </p:nvSpPr>
        <p:spPr>
          <a:xfrm>
            <a:off x="566928" y="3127248"/>
            <a:ext cx="3886200" cy="1024128"/>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160">
                <a:solidFill>
                  <a:srgbClr val="1A1A1A"/>
                </a:solidFill>
                <a:latin typeface="Segoe UI"/>
              </a:defRPr>
            </a:pPr>
            <a:r>
              <a:t>winget list</a:t>
            </a:r>
            <a:br/>
            <a:r>
              <a:t>winget upgrade</a:t>
            </a:r>
            <a:br/>
            <a:r>
              <a:t>winget upgrade --all</a:t>
            </a:r>
          </a:p>
        </p:txBody>
      </p:sp>
      <p:sp>
        <p:nvSpPr>
          <p:cNvPr id="9" name="Rounded Rectangle 8"/>
          <p:cNvSpPr/>
          <p:nvPr/>
        </p:nvSpPr>
        <p:spPr>
          <a:xfrm>
            <a:off x="4709160" y="2743200"/>
            <a:ext cx="3886200" cy="301752"/>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250">
                <a:solidFill>
                  <a:srgbClr val="FFFFFF"/>
                </a:solidFill>
                <a:latin typeface="Segoe UI Semibold"/>
              </a:defRPr>
            </a:pPr>
            <a:r>
              <a:t>Remove/export</a:t>
            </a:r>
          </a:p>
        </p:txBody>
      </p:sp>
      <p:sp>
        <p:nvSpPr>
          <p:cNvPr id="10" name="Rounded Rectangle 9"/>
          <p:cNvSpPr/>
          <p:nvPr/>
        </p:nvSpPr>
        <p:spPr>
          <a:xfrm>
            <a:off x="4709160" y="3127248"/>
            <a:ext cx="3886200" cy="1024128"/>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normAutofit/>
          </a:bodyPr>
          <a:lstStyle/>
          <a:p>
            <a:pPr algn="l">
              <a:defRPr sz="1160">
                <a:solidFill>
                  <a:srgbClr val="1A1A1A"/>
                </a:solidFill>
                <a:latin typeface="Segoe UI"/>
              </a:defRPr>
            </a:pPr>
            <a:r>
              <a:t>winget uninstall --id Microsoft.PowerShell</a:t>
            </a:r>
            <a:br/>
            <a:r>
              <a:t>winget export -o baseline.json</a:t>
            </a:r>
          </a:p>
        </p:txBody>
      </p:sp>
      <p:sp>
        <p:nvSpPr>
          <p:cNvPr id="11" name="Rounded Rectangle 10"/>
          <p:cNvSpPr/>
          <p:nvPr/>
        </p:nvSpPr>
        <p:spPr>
          <a:xfrm>
            <a:off x="658368" y="4416552"/>
            <a:ext cx="7818120" cy="274320"/>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150">
                <a:solidFill>
                  <a:srgbClr val="FFFFFF"/>
                </a:solidFill>
                <a:latin typeface="Segoe UI Semibold"/>
              </a:defRPr>
            </a:pPr>
            <a:r>
              <a:t>Demonstrate search → install → upgrade → uninstall as a simple software lifecycle.</a:t>
            </a:r>
          </a:p>
        </p:txBody>
      </p:sp>
      <p:sp>
        <p:nvSpPr>
          <p:cNvPr id="12" name="TextBox 11"/>
          <p:cNvSpPr txBox="1"/>
          <p:nvPr/>
        </p:nvSpPr>
        <p:spPr>
          <a:xfrm>
            <a:off x="438912" y="4956048"/>
            <a:ext cx="7132320" cy="109728"/>
          </a:xfrm>
          <a:prstGeom prst="rect">
            <a:avLst/>
          </a:prstGeom>
          <a:noFill/>
        </p:spPr>
        <p:txBody>
          <a:bodyPr wrap="none">
            <a:spAutoFit/>
          </a:bodyPr>
          <a:lstStyle/>
          <a:p>
            <a:r>
              <a:rPr sz="800">
                <a:solidFill>
                  <a:srgbClr val="707070"/>
                </a:solidFill>
                <a:latin typeface="Segoe UI"/>
              </a:rPr>
              <a:t>Windows Server 2025 | Chapter 2 | Methods and Tools for Administration</a:t>
            </a:r>
          </a:p>
        </p:txBody>
      </p:sp>
      <p:sp>
        <p:nvSpPr>
          <p:cNvPr id="13" name="TextBox 12"/>
          <p:cNvSpPr txBox="1"/>
          <p:nvPr/>
        </p:nvSpPr>
        <p:spPr>
          <a:xfrm>
            <a:off x="8394192" y="4956048"/>
            <a:ext cx="365760" cy="109728"/>
          </a:xfrm>
          <a:prstGeom prst="rect">
            <a:avLst/>
          </a:prstGeom>
          <a:noFill/>
        </p:spPr>
        <p:txBody>
          <a:bodyPr wrap="none">
            <a:spAutoFit/>
          </a:bodyPr>
          <a:lstStyle/>
          <a:p>
            <a:pPr algn="r"/>
            <a:r>
              <a:rPr sz="800">
                <a:solidFill>
                  <a:srgbClr val="707070"/>
                </a:solidFill>
                <a:latin typeface="Segoe UI Semibold"/>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8912" y="310896"/>
            <a:ext cx="8229600" cy="329184"/>
          </a:xfrm>
          <a:prstGeom prst="rect">
            <a:avLst/>
          </a:prstGeom>
          <a:noFill/>
        </p:spPr>
        <p:txBody>
          <a:bodyPr wrap="none">
            <a:spAutoFit/>
          </a:bodyPr>
          <a:lstStyle/>
          <a:p>
            <a:pPr>
              <a:defRPr sz="2400">
                <a:solidFill>
                  <a:srgbClr val="1A1A1A"/>
                </a:solidFill>
                <a:latin typeface="Segoe UI Semibold"/>
              </a:defRPr>
            </a:pPr>
            <a:r>
              <a:t>Governance and Server 2025 Considerations</a:t>
            </a:r>
          </a:p>
        </p:txBody>
      </p:sp>
      <p:sp>
        <p:nvSpPr>
          <p:cNvPr id="3" name="Rectangle 2"/>
          <p:cNvSpPr/>
          <p:nvPr/>
        </p:nvSpPr>
        <p:spPr>
          <a:xfrm>
            <a:off x="566928" y="758952"/>
            <a:ext cx="8183879"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algn="l">
              <a:defRPr sz="1350">
                <a:solidFill>
                  <a:srgbClr val="1A1A1A"/>
                </a:solidFill>
                <a:latin typeface="Segoe UI"/>
              </a:defRPr>
            </a:pPr>
            <a:r>
              <a:t>Treat WinGet as an administrative tool that still needs source control, policy, and testing.</a:t>
            </a:r>
          </a:p>
        </p:txBody>
      </p:sp>
      <p:sp>
        <p:nvSpPr>
          <p:cNvPr id="4" name="Rounded Rectangle 3"/>
          <p:cNvSpPr/>
          <p:nvPr/>
        </p:nvSpPr>
        <p:spPr>
          <a:xfrm>
            <a:off x="640080" y="1298448"/>
            <a:ext cx="3840480" cy="347472"/>
          </a:xfrm>
          <a:prstGeom prst="roundRect">
            <a:avLst/>
          </a:prstGeom>
          <a:solidFill>
            <a:srgbClr val="0076D4"/>
          </a:solidFill>
          <a:ln>
            <a:solidFill>
              <a:srgbClr val="0076D4"/>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300">
                <a:solidFill>
                  <a:srgbClr val="FFFFFF"/>
                </a:solidFill>
                <a:latin typeface="Segoe UI Semibold"/>
              </a:defRPr>
            </a:pPr>
            <a:r>
              <a:t>Security and control</a:t>
            </a:r>
          </a:p>
        </p:txBody>
      </p:sp>
      <p:sp>
        <p:nvSpPr>
          <p:cNvPr id="5" name="Rounded Rectangle 4"/>
          <p:cNvSpPr/>
          <p:nvPr/>
        </p:nvSpPr>
        <p:spPr>
          <a:xfrm>
            <a:off x="640080" y="1737360"/>
            <a:ext cx="3840480" cy="1901952"/>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normAutofit/>
          </a:bodyPr>
          <a:lstStyle/>
          <a:p>
            <a:pPr algn="ctr">
              <a:spcAft>
                <a:spcPts val="400"/>
              </a:spcAft>
              <a:defRPr sz="1210">
                <a:solidFill>
                  <a:srgbClr val="1A1A1A"/>
                </a:solidFill>
                <a:latin typeface="Segoe UI"/>
              </a:defRPr>
            </a:pPr>
            <a:r>
              <a:t>Use approved sources and package IDs.</a:t>
            </a:r>
          </a:p>
          <a:p>
            <a:pPr>
              <a:spcAft>
                <a:spcPts val="400"/>
              </a:spcAft>
              <a:defRPr sz="1210">
                <a:solidFill>
                  <a:srgbClr val="1A1A1A"/>
                </a:solidFill>
                <a:latin typeface="Segoe UI"/>
              </a:defRPr>
            </a:pPr>
            <a:r>
              <a:t>Control sources and options with Group Policy templates.</a:t>
            </a:r>
          </a:p>
          <a:p>
            <a:pPr>
              <a:spcAft>
                <a:spcPts val="400"/>
              </a:spcAft>
              <a:defRPr sz="1210">
                <a:solidFill>
                  <a:srgbClr val="1A1A1A"/>
                </a:solidFill>
                <a:latin typeface="Segoe UI"/>
              </a:defRPr>
            </a:pPr>
            <a:r>
              <a:t>Keep certificate pinning unless there is a documented exception.</a:t>
            </a:r>
          </a:p>
        </p:txBody>
      </p:sp>
      <p:sp>
        <p:nvSpPr>
          <p:cNvPr id="6" name="Rounded Rectangle 5"/>
          <p:cNvSpPr/>
          <p:nvPr/>
        </p:nvSpPr>
        <p:spPr>
          <a:xfrm>
            <a:off x="4681728" y="1298448"/>
            <a:ext cx="3840480" cy="347472"/>
          </a:xfrm>
          <a:prstGeom prst="roundRect">
            <a:avLst/>
          </a:prstGeom>
          <a:solidFill>
            <a:srgbClr val="FB8500"/>
          </a:solidFill>
          <a:ln>
            <a:solidFill>
              <a:srgbClr val="FB8500"/>
            </a:solidFill>
          </a:ln>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normAutofit/>
          </a:bodyPr>
          <a:lstStyle/>
          <a:p>
            <a:pPr algn="ctr">
              <a:defRPr sz="1300">
                <a:solidFill>
                  <a:srgbClr val="FFFFFF"/>
                </a:solidFill>
                <a:latin typeface="Segoe UI Semibold"/>
              </a:defRPr>
            </a:pPr>
            <a:r>
              <a:t>Operational fit</a:t>
            </a:r>
          </a:p>
        </p:txBody>
      </p:sp>
      <p:sp>
        <p:nvSpPr>
          <p:cNvPr id="7" name="Rounded Rectangle 6"/>
          <p:cNvSpPr/>
          <p:nvPr/>
        </p:nvSpPr>
        <p:spPr>
          <a:xfrm>
            <a:off x="4681728" y="1737360"/>
            <a:ext cx="3840480" cy="1901952"/>
          </a:xfrm>
          <a:prstGeom prst="roundRect">
            <a:avLst/>
          </a:prstGeom>
          <a:solidFill>
            <a:srgbClr val="D0D8DE"/>
          </a:solidFill>
          <a:ln>
            <a:solidFill>
              <a:srgbClr val="D0D8DE"/>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ctr">
            <a:normAutofit/>
          </a:bodyPr>
          <a:lstStyle/>
          <a:p>
            <a:pPr algn="ctr">
              <a:spcAft>
                <a:spcPts val="400"/>
              </a:spcAft>
              <a:defRPr sz="1210">
                <a:solidFill>
                  <a:srgbClr val="1A1A1A"/>
                </a:solidFill>
                <a:latin typeface="Segoe UI"/>
              </a:defRPr>
            </a:pPr>
            <a:r>
              <a:t>Desktop Experience includes WinGet; Server Core has different install paths.</a:t>
            </a:r>
          </a:p>
          <a:p>
            <a:pPr>
              <a:spcAft>
                <a:spcPts val="400"/>
              </a:spcAft>
              <a:defRPr sz="1210">
                <a:solidFill>
                  <a:srgbClr val="1A1A1A"/>
                </a:solidFill>
                <a:latin typeface="Segoe UI"/>
              </a:defRPr>
            </a:pPr>
            <a:r>
              <a:t>Test packages before production use.</a:t>
            </a:r>
          </a:p>
          <a:p>
            <a:pPr>
              <a:spcAft>
                <a:spcPts val="400"/>
              </a:spcAft>
              <a:defRPr sz="1210">
                <a:solidFill>
                  <a:srgbClr val="1A1A1A"/>
                </a:solidFill>
                <a:latin typeface="Segoe UI"/>
              </a:defRPr>
            </a:pPr>
            <a:r>
              <a:t>Prefer repeatable commands or config files.</a:t>
            </a:r>
          </a:p>
        </p:txBody>
      </p:sp>
      <p:sp>
        <p:nvSpPr>
          <p:cNvPr id="8" name="Rounded Rectangle 7"/>
          <p:cNvSpPr/>
          <p:nvPr/>
        </p:nvSpPr>
        <p:spPr>
          <a:xfrm>
            <a:off x="731520" y="4041648"/>
            <a:ext cx="7680960" cy="347472"/>
          </a:xfrm>
          <a:prstGeom prst="roundRect">
            <a:avLst/>
          </a:prstGeom>
          <a:solidFill>
            <a:srgbClr val="243A5E"/>
          </a:solidFill>
          <a:ln>
            <a:solidFill>
              <a:srgbClr val="243A5E"/>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defRPr sz="1240">
                <a:solidFill>
                  <a:srgbClr val="FFFFFF"/>
                </a:solidFill>
                <a:latin typeface="Segoe UI Semibold"/>
              </a:defRPr>
            </a:pPr>
            <a:r>
              <a:t>Package management improves repeatability; it does not replace change control.</a:t>
            </a:r>
          </a:p>
        </p:txBody>
      </p:sp>
      <p:sp>
        <p:nvSpPr>
          <p:cNvPr id="9" name="TextBox 8"/>
          <p:cNvSpPr txBox="1"/>
          <p:nvPr/>
        </p:nvSpPr>
        <p:spPr>
          <a:xfrm>
            <a:off x="438912" y="4956048"/>
            <a:ext cx="7132320" cy="109728"/>
          </a:xfrm>
          <a:prstGeom prst="rect">
            <a:avLst/>
          </a:prstGeom>
          <a:noFill/>
        </p:spPr>
        <p:txBody>
          <a:bodyPr wrap="none">
            <a:spAutoFit/>
          </a:bodyPr>
          <a:lstStyle/>
          <a:p>
            <a:r>
              <a:rPr sz="800">
                <a:solidFill>
                  <a:srgbClr val="707070"/>
                </a:solidFill>
                <a:latin typeface="Segoe UI"/>
              </a:rPr>
              <a:t>Windows Server 2025 | Chapter 2 | Methods and Tools for Administration</a:t>
            </a:r>
          </a:p>
        </p:txBody>
      </p:sp>
      <p:sp>
        <p:nvSpPr>
          <p:cNvPr id="10" name="TextBox 9"/>
          <p:cNvSpPr txBox="1"/>
          <p:nvPr/>
        </p:nvSpPr>
        <p:spPr>
          <a:xfrm>
            <a:off x="8394192" y="4956048"/>
            <a:ext cx="365760" cy="109728"/>
          </a:xfrm>
          <a:prstGeom prst="rect">
            <a:avLst/>
          </a:prstGeom>
          <a:noFill/>
        </p:spPr>
        <p:txBody>
          <a:bodyPr wrap="none">
            <a:spAutoFit/>
          </a:bodyPr>
          <a:lstStyle/>
          <a:p>
            <a:pPr algn="r"/>
            <a:r>
              <a:rPr sz="800">
                <a:solidFill>
                  <a:srgbClr val="707070"/>
                </a:solidFill>
                <a:latin typeface="Segoe UI Semibold"/>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FC8AD-43D3-BFC8-E3B9-95C840C46C76}"/>
              </a:ext>
            </a:extLst>
          </p:cNvPr>
          <p:cNvSpPr>
            <a:spLocks noGrp="1"/>
          </p:cNvSpPr>
          <p:nvPr>
            <p:ph type="title"/>
          </p:nvPr>
        </p:nvSpPr>
        <p:spPr/>
        <p:txBody>
          <a:bodyPr wrap="square">
            <a:noAutofit/>
          </a:bodyPr>
          <a:lstStyle/>
          <a:p>
            <a:r>
              <a:rPr lang="en-GB"/>
              <a:t>2.2 Local and Remote Administration</a:t>
            </a:r>
          </a:p>
        </p:txBody>
      </p:sp>
      <p:sp>
        <p:nvSpPr>
          <p:cNvPr id="3" name="Text 6">
            <a:extLst>
              <a:ext uri="{FF2B5EF4-FFF2-40B4-BE49-F238E27FC236}">
                <a16:creationId xmlns:a16="http://schemas.microsoft.com/office/drawing/2014/main" id="{8C4DB10A-F0F5-0E5E-98C0-C26B72630870}"/>
              </a:ext>
            </a:extLst>
          </p:cNvPr>
          <p:cNvSpPr/>
          <p:nvPr/>
        </p:nvSpPr>
        <p:spPr>
          <a:xfrm>
            <a:off x="254000" y="879951"/>
            <a:ext cx="5029200" cy="397764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Remote-first is the modern operating model.</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Local administration means direct interactive access to the server</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Remote administration means managing from another system</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Modern Windows Server operations are remote-first</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Local sign-in is mainly for setup, recovery, or exceptional troubleshooting</a:t>
            </a:r>
            <a:endParaRPr lang="en-US" sz="1400" dirty="0">
              <a:latin typeface="Segoe UI" panose="020B0502040204020203" pitchFamily="34" charset="0"/>
            </a:endParaRPr>
          </a:p>
        </p:txBody>
      </p:sp>
      <p:sp>
        <p:nvSpPr>
          <p:cNvPr id="4" name="Shape 7">
            <a:extLst>
              <a:ext uri="{FF2B5EF4-FFF2-40B4-BE49-F238E27FC236}">
                <a16:creationId xmlns:a16="http://schemas.microsoft.com/office/drawing/2014/main" id="{6E8B6201-794C-8BD1-53F6-CF065C70BEC0}"/>
              </a:ext>
            </a:extLst>
          </p:cNvPr>
          <p:cNvSpPr/>
          <p:nvPr/>
        </p:nvSpPr>
        <p:spPr>
          <a:xfrm>
            <a:off x="6563361" y="1044543"/>
            <a:ext cx="1645920" cy="1645920"/>
          </a:xfrm>
          <a:prstGeom prst="ellipse">
            <a:avLst/>
          </a:prstGeom>
          <a:solidFill>
            <a:srgbClr val="0076D4"/>
          </a:solidFill>
          <a:ln w="12700">
            <a:solidFill>
              <a:srgbClr val="0076D4"/>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9C0CE15D-B30D-678D-EC88-F496EBA16CDB}"/>
              </a:ext>
            </a:extLst>
          </p:cNvPr>
          <p:cNvPicPr>
            <a:picLocks noChangeAspect="1"/>
          </p:cNvPicPr>
          <p:nvPr/>
        </p:nvPicPr>
        <p:blipFill>
          <a:blip r:embed="rId2"/>
          <a:stretch>
            <a:fillRect/>
          </a:stretch>
        </p:blipFill>
        <p:spPr>
          <a:xfrm>
            <a:off x="6764528" y="1245711"/>
            <a:ext cx="1234440" cy="1234440"/>
          </a:xfrm>
          <a:prstGeom prst="rect">
            <a:avLst/>
          </a:prstGeom>
        </p:spPr>
      </p:pic>
      <p:sp>
        <p:nvSpPr>
          <p:cNvPr id="6" name="Shape 8">
            <a:extLst>
              <a:ext uri="{FF2B5EF4-FFF2-40B4-BE49-F238E27FC236}">
                <a16:creationId xmlns:a16="http://schemas.microsoft.com/office/drawing/2014/main" id="{DBB0185E-75D4-D11B-DC00-8524495651A8}"/>
              </a:ext>
            </a:extLst>
          </p:cNvPr>
          <p:cNvSpPr/>
          <p:nvPr/>
        </p:nvSpPr>
        <p:spPr>
          <a:xfrm>
            <a:off x="5237480" y="2919063"/>
            <a:ext cx="3657600" cy="1280160"/>
          </a:xfrm>
          <a:prstGeom prst="rect">
            <a:avLst/>
          </a:prstGeom>
          <a:solidFill>
            <a:srgbClr val="D8EEF8"/>
          </a:solidFill>
          <a:ln w="12700">
            <a:solidFill>
              <a:srgbClr val="8ECAE6"/>
            </a:solidFill>
            <a:prstDash val="solid"/>
          </a:ln>
        </p:spPr>
        <p:txBody>
          <a:bodyPr/>
          <a:lstStyle/>
          <a:p>
            <a:endParaRPr lang="en-US"/>
          </a:p>
        </p:txBody>
      </p:sp>
      <p:sp>
        <p:nvSpPr>
          <p:cNvPr id="7" name="Shape 9">
            <a:extLst>
              <a:ext uri="{FF2B5EF4-FFF2-40B4-BE49-F238E27FC236}">
                <a16:creationId xmlns:a16="http://schemas.microsoft.com/office/drawing/2014/main" id="{983D3DD5-075F-4DBE-960A-FDD05C6E58B5}"/>
              </a:ext>
            </a:extLst>
          </p:cNvPr>
          <p:cNvSpPr/>
          <p:nvPr/>
        </p:nvSpPr>
        <p:spPr>
          <a:xfrm>
            <a:off x="5237480" y="2919063"/>
            <a:ext cx="3657600" cy="73152"/>
          </a:xfrm>
          <a:prstGeom prst="rect">
            <a:avLst/>
          </a:prstGeom>
          <a:solidFill>
            <a:srgbClr val="0076D4"/>
          </a:solidFill>
          <a:ln w="12700">
            <a:solidFill>
              <a:srgbClr val="0076D4"/>
            </a:solidFill>
            <a:prstDash val="solid"/>
          </a:ln>
        </p:spPr>
        <p:txBody>
          <a:bodyPr/>
          <a:lstStyle/>
          <a:p>
            <a:endParaRPr lang="en-US"/>
          </a:p>
        </p:txBody>
      </p:sp>
      <p:sp>
        <p:nvSpPr>
          <p:cNvPr id="8" name="Text 10">
            <a:extLst>
              <a:ext uri="{FF2B5EF4-FFF2-40B4-BE49-F238E27FC236}">
                <a16:creationId xmlns:a16="http://schemas.microsoft.com/office/drawing/2014/main" id="{4DA59A86-535F-AC5D-F042-1E52389AA495}"/>
              </a:ext>
            </a:extLst>
          </p:cNvPr>
          <p:cNvSpPr/>
          <p:nvPr/>
        </p:nvSpPr>
        <p:spPr>
          <a:xfrm>
            <a:off x="5328920" y="2964783"/>
            <a:ext cx="3474720" cy="347472"/>
          </a:xfrm>
          <a:prstGeom prst="rect">
            <a:avLst/>
          </a:prstGeom>
          <a:noFill/>
          <a:ln/>
        </p:spPr>
        <p:txBody>
          <a:bodyPr wrap="square" lIns="0" tIns="0" rIns="0" bIns="0" rtlCol="0" anchor="ctr">
            <a:normAutofit/>
          </a:bodyPr>
          <a:lstStyle/>
          <a:p>
            <a:pPr marL="0" indent="0" algn="l">
              <a:buNone/>
            </a:pPr>
            <a:r>
              <a:rPr lang="en-US" sz="1100" b="1" dirty="0">
                <a:solidFill>
                  <a:srgbClr val="219EBC"/>
                </a:solidFill>
                <a:latin typeface="Segoe UI" panose="020B0502040204020203" pitchFamily="34" charset="0"/>
                <a:ea typeface="Calibri" pitchFamily="34" charset="-122"/>
                <a:cs typeface="Calibri" pitchFamily="34" charset="-120"/>
              </a:rPr>
              <a:t>Administrative Focus</a:t>
            </a:r>
            <a:endParaRPr lang="en-US" sz="1100" dirty="0">
              <a:latin typeface="Segoe UI" panose="020B0502040204020203" pitchFamily="34" charset="0"/>
            </a:endParaRPr>
          </a:p>
        </p:txBody>
      </p:sp>
      <p:sp>
        <p:nvSpPr>
          <p:cNvPr id="9" name="Text 11">
            <a:extLst>
              <a:ext uri="{FF2B5EF4-FFF2-40B4-BE49-F238E27FC236}">
                <a16:creationId xmlns:a16="http://schemas.microsoft.com/office/drawing/2014/main" id="{F9DE7FC6-B32D-0454-BDEA-D95935F59BB0}"/>
              </a:ext>
            </a:extLst>
          </p:cNvPr>
          <p:cNvSpPr/>
          <p:nvPr/>
        </p:nvSpPr>
        <p:spPr>
          <a:xfrm>
            <a:off x="5328920" y="3330543"/>
            <a:ext cx="3474720" cy="777240"/>
          </a:xfrm>
          <a:prstGeom prst="rect">
            <a:avLst/>
          </a:prstGeom>
          <a:noFill/>
          <a:ln/>
        </p:spPr>
        <p:txBody>
          <a:bodyPr wrap="square" lIns="0" tIns="0" rIns="0" bIns="0" rtlCol="0" anchor="t">
            <a:normAutofit/>
          </a:bodyPr>
          <a:lstStyle/>
          <a:p>
            <a:pPr marL="0" indent="0" algn="l">
              <a:buNone/>
            </a:pPr>
            <a:r>
              <a:rPr lang="en-US" sz="1200" dirty="0">
                <a:solidFill>
                  <a:srgbClr val="023047"/>
                </a:solidFill>
                <a:latin typeface="Segoe UI" panose="020B0502040204020203" pitchFamily="34" charset="0"/>
                <a:ea typeface="Calibri" pitchFamily="34" charset="-122"/>
                <a:cs typeface="Calibri" pitchFamily="34" charset="-120"/>
              </a:rPr>
              <a:t>Correct the common assumption that 'remote administration' just means RDP. This topic is broader and more operationally important.</a:t>
            </a:r>
            <a:endParaRPr lang="en-US" sz="1200" dirty="0">
              <a:latin typeface="Segoe UI" panose="020B0502040204020203" pitchFamily="34" charset="0"/>
            </a:endParaRPr>
          </a:p>
        </p:txBody>
      </p:sp>
      <p:sp>
        <p:nvSpPr>
          <p:cNvPr id="10" name="Course footer">
            <a:extLst>
              <a:ext uri="{FF2B5EF4-FFF2-40B4-BE49-F238E27FC236}">
                <a16:creationId xmlns:a16="http://schemas.microsoft.com/office/drawing/2014/main" id="{F142EC67-2522-7EBE-A244-BF1F5649AF6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FE259164-849A-0A25-F973-5AFE8D4DED0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0031882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EB31-3138-84E8-FC0F-E83D1464B482}"/>
              </a:ext>
            </a:extLst>
          </p:cNvPr>
          <p:cNvSpPr>
            <a:spLocks noGrp="1"/>
          </p:cNvSpPr>
          <p:nvPr>
            <p:ph type="title"/>
          </p:nvPr>
        </p:nvSpPr>
        <p:spPr/>
        <p:txBody>
          <a:bodyPr wrap="square">
            <a:noAutofit/>
          </a:bodyPr>
          <a:lstStyle/>
          <a:p>
            <a:r>
              <a:rPr lang="en-GB"/>
              <a:t>Why Remote Administration Matters</a:t>
            </a:r>
          </a:p>
        </p:txBody>
      </p:sp>
      <p:sp>
        <p:nvSpPr>
          <p:cNvPr id="3" name="Text 6">
            <a:extLst>
              <a:ext uri="{FF2B5EF4-FFF2-40B4-BE49-F238E27FC236}">
                <a16:creationId xmlns:a16="http://schemas.microsoft.com/office/drawing/2014/main" id="{1794B87C-A668-58DF-AA36-DB2A329C50B8}"/>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Scales better across many servers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Supports Server Core and minimal-footprint deployments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Reduces reliance on interactive sign-in</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Improves consistency and automation</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Enables centralized management from admin workstations</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CAD85A3F-B4C3-1882-4140-D1034056BC2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2489A08A-F55D-45FE-F32F-72C4A3D998C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9720903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F6495-A9CE-EAD9-C1D1-3B580568F412}"/>
              </a:ext>
            </a:extLst>
          </p:cNvPr>
          <p:cNvSpPr>
            <a:spLocks noGrp="1"/>
          </p:cNvSpPr>
          <p:nvPr>
            <p:ph type="title"/>
          </p:nvPr>
        </p:nvSpPr>
        <p:spPr/>
        <p:txBody>
          <a:bodyPr wrap="square">
            <a:noAutofit/>
          </a:bodyPr>
          <a:lstStyle/>
          <a:p>
            <a:r>
              <a:rPr lang="en-GB"/>
              <a:t>Remote Administration Path</a:t>
            </a:r>
          </a:p>
        </p:txBody>
      </p:sp>
      <p:sp>
        <p:nvSpPr>
          <p:cNvPr id="3" name="Text 6">
            <a:extLst>
              <a:ext uri="{FF2B5EF4-FFF2-40B4-BE49-F238E27FC236}">
                <a16:creationId xmlns:a16="http://schemas.microsoft.com/office/drawing/2014/main" id="{6AB6AE13-4C30-F03D-8A82-68E0495FCD19}"/>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Admin workstation launches management tool</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Tool connects using WinRM or another supported protocol</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Target server authenticates and authorizes the request</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Results return to the management interface</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A39B7F00-ABE3-C49F-ADC8-76F88EAF9C0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FF9352E0-9A7D-F4AC-9A0F-C5335A8F62F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7334795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E6E25-CEB1-E813-EF4B-5F54BD519B22}"/>
              </a:ext>
            </a:extLst>
          </p:cNvPr>
          <p:cNvSpPr>
            <a:spLocks noGrp="1"/>
          </p:cNvSpPr>
          <p:nvPr>
            <p:ph type="title"/>
          </p:nvPr>
        </p:nvSpPr>
        <p:spPr/>
        <p:txBody>
          <a:bodyPr wrap="square">
            <a:noAutofit/>
          </a:bodyPr>
          <a:lstStyle/>
          <a:p>
            <a:r>
              <a:rPr lang="en-GB"/>
              <a:t>WinRM and PowerShell Remoting</a:t>
            </a:r>
          </a:p>
        </p:txBody>
      </p:sp>
      <p:sp>
        <p:nvSpPr>
          <p:cNvPr id="3" name="Text 6">
            <a:extLst>
              <a:ext uri="{FF2B5EF4-FFF2-40B4-BE49-F238E27FC236}">
                <a16:creationId xmlns:a16="http://schemas.microsoft.com/office/drawing/2014/main" id="{54FE0C52-7447-75E7-1EFF-439DF574EE93}"/>
              </a:ext>
            </a:extLst>
          </p:cNvPr>
          <p:cNvSpPr/>
          <p:nvPr/>
        </p:nvSpPr>
        <p:spPr>
          <a:xfrm>
            <a:off x="273050" y="886301"/>
            <a:ext cx="8595360" cy="1463040"/>
          </a:xfrm>
          <a:prstGeom prst="rect">
            <a:avLst/>
          </a:prstGeom>
          <a:noFill/>
          <a:ln/>
        </p:spPr>
        <p:txBody>
          <a:bodyPr wrap="square" lIns="0" tIns="0" rIns="0" bIns="0" rtlCol="0" anchor="t">
            <a:normAutofit/>
          </a:bodyPr>
          <a:lstStyle/>
          <a:p>
            <a:pPr marL="342900" indent="-342900">
              <a:spcAft>
                <a:spcPts val="500"/>
              </a:spcAft>
              <a:buSzPct val="100000"/>
              <a:buChar char="•"/>
            </a:pPr>
            <a:r>
              <a:rPr lang="en-US" sz="1500" dirty="0">
                <a:solidFill>
                  <a:srgbClr val="023047"/>
                </a:solidFill>
                <a:latin typeface="Segoe UI" panose="020B0502040204020203" pitchFamily="34" charset="0"/>
                <a:ea typeface="Calibri" pitchFamily="34" charset="-122"/>
                <a:cs typeface="Calibri" pitchFamily="34" charset="-120"/>
              </a:rPr>
              <a:t>WinRM is a key dependency for many remote workflows</a:t>
            </a:r>
            <a:endParaRPr lang="en-US" sz="1500" dirty="0">
              <a:latin typeface="Segoe UI" panose="020B0502040204020203" pitchFamily="34" charset="0"/>
            </a:endParaRPr>
          </a:p>
          <a:p>
            <a:pPr marL="342900" indent="-342900">
              <a:spcAft>
                <a:spcPts val="500"/>
              </a:spcAft>
              <a:buSzPct val="100000"/>
              <a:buChar char="•"/>
            </a:pPr>
            <a:r>
              <a:rPr lang="en-US" sz="1500" dirty="0">
                <a:solidFill>
                  <a:srgbClr val="023047"/>
                </a:solidFill>
                <a:latin typeface="Segoe UI" panose="020B0502040204020203" pitchFamily="34" charset="0"/>
                <a:ea typeface="Calibri" pitchFamily="34" charset="-122"/>
                <a:cs typeface="Calibri" pitchFamily="34" charset="-120"/>
              </a:rPr>
              <a:t>PowerShell remoting enables interactive and scripted management</a:t>
            </a:r>
            <a:endParaRPr lang="en-US" sz="1500" dirty="0">
              <a:latin typeface="Segoe UI" panose="020B0502040204020203" pitchFamily="34" charset="0"/>
            </a:endParaRPr>
          </a:p>
          <a:p>
            <a:pPr marL="342900" indent="-342900">
              <a:spcAft>
                <a:spcPts val="500"/>
              </a:spcAft>
              <a:buSzPct val="100000"/>
              <a:buChar char="•"/>
            </a:pPr>
            <a:r>
              <a:rPr lang="en-US" sz="1500" dirty="0">
                <a:solidFill>
                  <a:srgbClr val="023047"/>
                </a:solidFill>
                <a:latin typeface="Segoe UI" panose="020B0502040204020203" pitchFamily="34" charset="0"/>
                <a:ea typeface="Calibri" pitchFamily="34" charset="-122"/>
                <a:cs typeface="Calibri" pitchFamily="34" charset="-120"/>
              </a:rPr>
              <a:t>Remote configuration should be deliberate and secured</a:t>
            </a:r>
            <a:endParaRPr lang="en-US" sz="1500" dirty="0">
              <a:latin typeface="Segoe UI" panose="020B0502040204020203" pitchFamily="34" charset="0"/>
            </a:endParaRPr>
          </a:p>
        </p:txBody>
      </p:sp>
      <p:sp>
        <p:nvSpPr>
          <p:cNvPr id="4" name="Shape 7">
            <a:extLst>
              <a:ext uri="{FF2B5EF4-FFF2-40B4-BE49-F238E27FC236}">
                <a16:creationId xmlns:a16="http://schemas.microsoft.com/office/drawing/2014/main" id="{7C57E859-4485-A549-D1E6-2B3591D910A4}"/>
              </a:ext>
            </a:extLst>
          </p:cNvPr>
          <p:cNvSpPr/>
          <p:nvPr/>
        </p:nvSpPr>
        <p:spPr>
          <a:xfrm>
            <a:off x="273050" y="2468213"/>
            <a:ext cx="8595360" cy="2377440"/>
          </a:xfrm>
          <a:prstGeom prst="rect">
            <a:avLst/>
          </a:prstGeom>
          <a:solidFill>
            <a:srgbClr val="011627"/>
          </a:solidFill>
          <a:ln w="12700">
            <a:solidFill>
              <a:srgbClr val="011020"/>
            </a:solidFill>
            <a:prstDash val="solid"/>
          </a:ln>
        </p:spPr>
        <p:txBody>
          <a:bodyPr/>
          <a:lstStyle/>
          <a:p>
            <a:endParaRPr lang="en-US"/>
          </a:p>
        </p:txBody>
      </p:sp>
      <p:sp>
        <p:nvSpPr>
          <p:cNvPr id="5" name="Shape 8">
            <a:extLst>
              <a:ext uri="{FF2B5EF4-FFF2-40B4-BE49-F238E27FC236}">
                <a16:creationId xmlns:a16="http://schemas.microsoft.com/office/drawing/2014/main" id="{8CD4FE04-179F-1D32-51AA-A9C6EA7F6DE6}"/>
              </a:ext>
            </a:extLst>
          </p:cNvPr>
          <p:cNvSpPr/>
          <p:nvPr/>
        </p:nvSpPr>
        <p:spPr>
          <a:xfrm>
            <a:off x="273050" y="2468213"/>
            <a:ext cx="73152" cy="2377440"/>
          </a:xfrm>
          <a:prstGeom prst="rect">
            <a:avLst/>
          </a:prstGeom>
          <a:solidFill>
            <a:srgbClr val="FB8500"/>
          </a:solidFill>
          <a:ln w="12700">
            <a:solidFill>
              <a:srgbClr val="FB8500"/>
            </a:solidFill>
            <a:prstDash val="solid"/>
          </a:ln>
        </p:spPr>
        <p:txBody>
          <a:bodyPr/>
          <a:lstStyle/>
          <a:p>
            <a:endParaRPr lang="en-US"/>
          </a:p>
        </p:txBody>
      </p:sp>
      <p:sp>
        <p:nvSpPr>
          <p:cNvPr id="6" name="Text 9">
            <a:extLst>
              <a:ext uri="{FF2B5EF4-FFF2-40B4-BE49-F238E27FC236}">
                <a16:creationId xmlns:a16="http://schemas.microsoft.com/office/drawing/2014/main" id="{A4123E3B-D279-F2E7-3A52-E10391340D80}"/>
              </a:ext>
            </a:extLst>
          </p:cNvPr>
          <p:cNvSpPr/>
          <p:nvPr/>
        </p:nvSpPr>
        <p:spPr>
          <a:xfrm>
            <a:off x="437642" y="2559653"/>
            <a:ext cx="8321040" cy="2194560"/>
          </a:xfrm>
          <a:prstGeom prst="rect">
            <a:avLst/>
          </a:prstGeom>
          <a:noFill/>
          <a:ln/>
        </p:spPr>
        <p:txBody>
          <a:bodyPr wrap="square" lIns="0" tIns="0" rIns="0" bIns="0" rtlCol="0" anchor="t">
            <a:normAutofit/>
          </a:bodyPr>
          <a:lstStyle/>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Get-Service WinRM</a:t>
            </a:r>
            <a:endParaRPr lang="en-US" sz="1200" dirty="0">
              <a:latin typeface="Segoe UI" panose="020B0502040204020203" pitchFamily="34" charset="0"/>
            </a:endParaRPr>
          </a:p>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Test-WsMan SRV1</a:t>
            </a:r>
            <a:endParaRPr lang="en-US" sz="1200" dirty="0">
              <a:latin typeface="Segoe UI" panose="020B0502040204020203" pitchFamily="34" charset="0"/>
            </a:endParaRPr>
          </a:p>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Enter-PSSession -ComputerName SRV1</a:t>
            </a:r>
            <a:endParaRPr lang="en-US" sz="1200" dirty="0">
              <a:latin typeface="Segoe UI" panose="020B0502040204020203" pitchFamily="34" charset="0"/>
            </a:endParaRPr>
          </a:p>
        </p:txBody>
      </p:sp>
      <p:sp>
        <p:nvSpPr>
          <p:cNvPr id="7" name="Course footer">
            <a:extLst>
              <a:ext uri="{FF2B5EF4-FFF2-40B4-BE49-F238E27FC236}">
                <a16:creationId xmlns:a16="http://schemas.microsoft.com/office/drawing/2014/main" id="{B19D7D8B-31F8-49E1-8645-200D6CFF7B2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0C771D10-A762-2807-340A-05BEACC3228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3841508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360D3-8F4A-3B80-3809-D0B9870ED1D8}"/>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5340A366-1063-05C6-C1BE-4D1E52E0A97A}"/>
              </a:ext>
            </a:extLst>
          </p:cNvPr>
          <p:cNvPicPr>
            <a:picLocks noChangeAspect="1"/>
          </p:cNvPicPr>
          <p:nvPr/>
        </p:nvPicPr>
        <p:blipFill>
          <a:blip r:embed="rId2"/>
          <a:stretch>
            <a:fillRect/>
          </a:stretch>
        </p:blipFill>
        <p:spPr>
          <a:xfrm>
            <a:off x="0" y="1367"/>
            <a:ext cx="9144000" cy="5140766"/>
          </a:xfrm>
          <a:prstGeom prst="rect">
            <a:avLst/>
          </a:prstGeom>
        </p:spPr>
      </p:pic>
    </p:spTree>
    <p:extLst>
      <p:ext uri="{BB962C8B-B14F-4D97-AF65-F5344CB8AC3E}">
        <p14:creationId xmlns:p14="http://schemas.microsoft.com/office/powerpoint/2010/main" val="162692150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98E51-611A-54DB-A31A-E4FABE3D2920}"/>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C5306465-D0C1-6FB7-4F64-BB2FA875FAD3}"/>
              </a:ext>
            </a:extLst>
          </p:cNvPr>
          <p:cNvPicPr>
            <a:picLocks noChangeAspect="1"/>
          </p:cNvPicPr>
          <p:nvPr/>
        </p:nvPicPr>
        <p:blipFill>
          <a:blip r:embed="rId2"/>
          <a:stretch>
            <a:fillRect/>
          </a:stretch>
        </p:blipFill>
        <p:spPr>
          <a:xfrm>
            <a:off x="0" y="1367"/>
            <a:ext cx="9144000" cy="5140766"/>
          </a:xfrm>
          <a:prstGeom prst="rect">
            <a:avLst/>
          </a:prstGeom>
        </p:spPr>
      </p:pic>
    </p:spTree>
    <p:extLst>
      <p:ext uri="{BB962C8B-B14F-4D97-AF65-F5344CB8AC3E}">
        <p14:creationId xmlns:p14="http://schemas.microsoft.com/office/powerpoint/2010/main" val="3870721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5266-A5B2-21A0-37A7-0E3B00C095A2}"/>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12B7F163-E4A5-F2B0-0CD1-CB164CFB6270}"/>
              </a:ext>
            </a:extLst>
          </p:cNvPr>
          <p:cNvPicPr>
            <a:picLocks noChangeAspect="1"/>
          </p:cNvPicPr>
          <p:nvPr/>
        </p:nvPicPr>
        <p:blipFill>
          <a:blip r:embed="rId2"/>
          <a:stretch>
            <a:fillRect/>
          </a:stretch>
        </p:blipFill>
        <p:spPr>
          <a:xfrm>
            <a:off x="0" y="1367"/>
            <a:ext cx="9144000" cy="5140766"/>
          </a:xfrm>
          <a:prstGeom prst="rect">
            <a:avLst/>
          </a:prstGeom>
        </p:spPr>
      </p:pic>
    </p:spTree>
    <p:extLst>
      <p:ext uri="{BB962C8B-B14F-4D97-AF65-F5344CB8AC3E}">
        <p14:creationId xmlns:p14="http://schemas.microsoft.com/office/powerpoint/2010/main" val="129937469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7B8F7-3F70-E44D-153A-0260E7D66EC2}"/>
              </a:ext>
            </a:extLst>
          </p:cNvPr>
          <p:cNvSpPr>
            <a:spLocks noGrp="1"/>
          </p:cNvSpPr>
          <p:nvPr>
            <p:ph type="title"/>
          </p:nvPr>
        </p:nvSpPr>
        <p:spPr/>
        <p:txBody>
          <a:bodyPr wrap="square">
            <a:noAutofit/>
          </a:bodyPr>
          <a:lstStyle/>
          <a:p>
            <a:r>
              <a:rPr lang="en-GB"/>
              <a:t>Local vs Remote Administration Comparison</a:t>
            </a:r>
          </a:p>
        </p:txBody>
      </p:sp>
      <p:sp>
        <p:nvSpPr>
          <p:cNvPr id="3" name="Text 6">
            <a:extLst>
              <a:ext uri="{FF2B5EF4-FFF2-40B4-BE49-F238E27FC236}">
                <a16:creationId xmlns:a16="http://schemas.microsoft.com/office/drawing/2014/main" id="{26C0B3D2-1A01-A71E-BDF6-8A90ED422C25}"/>
              </a:ext>
            </a:extLst>
          </p:cNvPr>
          <p:cNvSpPr/>
          <p:nvPr/>
        </p:nvSpPr>
        <p:spPr>
          <a:xfrm>
            <a:off x="273050" y="879951"/>
            <a:ext cx="8595360" cy="3977640"/>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Local: useful for setup, break-glass access, and some recovery work</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Remote: preferred for routine operations and scale</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Local: more dependent on interactive sign-in</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Remote: better aligned to Server Core and centralized administration</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Both require strong privilege control and change discipline</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48964953-4F42-23E0-426C-F084DD25E86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EEF913FA-01C3-7523-09FF-A149B883E89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0900980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EC998-897C-1070-9464-C67A2052D686}"/>
              </a:ext>
            </a:extLst>
          </p:cNvPr>
          <p:cNvSpPr>
            <a:spLocks noGrp="1"/>
          </p:cNvSpPr>
          <p:nvPr>
            <p:ph type="title"/>
          </p:nvPr>
        </p:nvSpPr>
        <p:spPr/>
        <p:txBody>
          <a:bodyPr wrap="square">
            <a:noAutofit/>
          </a:bodyPr>
          <a:lstStyle/>
          <a:p>
            <a:r>
              <a:rPr lang="en-GB"/>
              <a:t>Windows Admin Center</a:t>
            </a:r>
          </a:p>
        </p:txBody>
      </p:sp>
      <p:pic>
        <p:nvPicPr>
          <p:cNvPr id="3" name="Picture 2" descr="Screenshot that shows the Windows Admin Center overview page for server connections.">
            <a:extLst>
              <a:ext uri="{FF2B5EF4-FFF2-40B4-BE49-F238E27FC236}">
                <a16:creationId xmlns:a16="http://schemas.microsoft.com/office/drawing/2014/main" id="{C3FCA7E0-306A-2D64-86B6-F075FFF6E63A}"/>
              </a:ext>
            </a:extLst>
          </p:cNvPr>
          <p:cNvPicPr>
            <a:picLocks noChangeAspect="1"/>
          </p:cNvPicPr>
          <p:nvPr/>
        </p:nvPicPr>
        <p:blipFill>
          <a:blip r:embed="rId2"/>
          <a:srcRect t="4800" b="25982"/>
          <a:stretch>
            <a:fillRect/>
          </a:stretch>
        </p:blipFill>
        <p:spPr>
          <a:xfrm>
            <a:off x="1143000" y="977265"/>
            <a:ext cx="6858000" cy="3856913"/>
          </a:xfrm>
          <a:prstGeom prst="rect">
            <a:avLst/>
          </a:prstGeom>
        </p:spPr>
      </p:pic>
      <p:sp>
        <p:nvSpPr>
          <p:cNvPr id="4" name="Course footer">
            <a:extLst>
              <a:ext uri="{FF2B5EF4-FFF2-40B4-BE49-F238E27FC236}">
                <a16:creationId xmlns:a16="http://schemas.microsoft.com/office/drawing/2014/main" id="{F249A1AE-D635-EA9A-2022-9FC5FF9E633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12125C0E-5FD1-F818-877E-F872EE1E8B3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6318146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3AE6D-7B0D-879A-043B-58F03DBA2979}"/>
              </a:ext>
            </a:extLst>
          </p:cNvPr>
          <p:cNvSpPr>
            <a:spLocks noGrp="1"/>
          </p:cNvSpPr>
          <p:nvPr>
            <p:ph type="title"/>
          </p:nvPr>
        </p:nvSpPr>
        <p:spPr/>
        <p:txBody>
          <a:bodyPr wrap="square">
            <a:noAutofit/>
          </a:bodyPr>
          <a:lstStyle/>
          <a:p>
            <a:r>
              <a:rPr lang="en-GB"/>
              <a:t>What is Windows Admin Center?</a:t>
            </a:r>
          </a:p>
        </p:txBody>
      </p:sp>
      <p:sp>
        <p:nvSpPr>
          <p:cNvPr id="3" name="LeftBar">
            <a:extLst>
              <a:ext uri="{FF2B5EF4-FFF2-40B4-BE49-F238E27FC236}">
                <a16:creationId xmlns:a16="http://schemas.microsoft.com/office/drawing/2014/main" id="{8DC923C2-F2E1-E288-54DE-872547F6FE70}"/>
              </a:ext>
            </a:extLst>
          </p:cNvPr>
          <p:cNvSpPr>
            <a:spLocks noGrp="1"/>
          </p:cNvSpPr>
          <p:nvPr/>
        </p:nvSpPr>
        <p:spPr>
          <a:xfrm>
            <a:off x="108712" y="0"/>
            <a:ext cx="165100" cy="5143500"/>
          </a:xfrm>
          <a:prstGeom prst="rect">
            <a:avLst/>
          </a:prstGeom>
          <a:solidFill>
            <a:srgbClr val="243A5E"/>
          </a:solidFill>
          <a:ln>
            <a:noFill/>
          </a:ln>
        </p:spPr>
        <p:txBody>
          <a:bodyPr/>
          <a:lstStyle/>
          <a:p>
            <a:endParaRPr/>
          </a:p>
        </p:txBody>
      </p:sp>
      <p:sp>
        <p:nvSpPr>
          <p:cNvPr id="4" name="Circle0">
            <a:extLst>
              <a:ext uri="{FF2B5EF4-FFF2-40B4-BE49-F238E27FC236}">
                <a16:creationId xmlns:a16="http://schemas.microsoft.com/office/drawing/2014/main" id="{AAB20D40-17C6-E321-B53C-A7E7F3C2D5D9}"/>
              </a:ext>
            </a:extLst>
          </p:cNvPr>
          <p:cNvSpPr>
            <a:spLocks noGrp="1"/>
          </p:cNvSpPr>
          <p:nvPr/>
        </p:nvSpPr>
        <p:spPr>
          <a:xfrm>
            <a:off x="425450" y="1375251"/>
            <a:ext cx="381000" cy="3810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1</a:t>
            </a:r>
          </a:p>
        </p:txBody>
      </p:sp>
      <p:sp>
        <p:nvSpPr>
          <p:cNvPr id="5" name="Text0">
            <a:extLst>
              <a:ext uri="{FF2B5EF4-FFF2-40B4-BE49-F238E27FC236}">
                <a16:creationId xmlns:a16="http://schemas.microsoft.com/office/drawing/2014/main" id="{7627C8BE-BEBD-565F-F1AB-7F66AD00A240}"/>
              </a:ext>
            </a:extLst>
          </p:cNvPr>
          <p:cNvSpPr>
            <a:spLocks noGrp="1"/>
          </p:cNvSpPr>
          <p:nvPr/>
        </p:nvSpPr>
        <p:spPr>
          <a:xfrm>
            <a:off x="971550" y="1172051"/>
            <a:ext cx="8089900" cy="762000"/>
          </a:xfrm>
          <a:prstGeom prst="rect">
            <a:avLst/>
          </a:prstGeom>
          <a:noFill/>
          <a:ln>
            <a:noFill/>
          </a:ln>
        </p:spPr>
        <p:txBody>
          <a:bodyPr anchor="ctr" anchorCtr="0">
            <a:normAutofit/>
          </a:bodyPr>
          <a:lstStyle/>
          <a:p>
            <a:pPr marL="0" indent="0" algn="l">
              <a:buNone/>
            </a:pPr>
            <a:r>
              <a:rPr lang="en-US" sz="1400" dirty="0">
                <a:solidFill>
                  <a:srgbClr val="023047"/>
                </a:solidFill>
                <a:latin typeface="Segoe UI" panose="020B0502040204020203" pitchFamily="34" charset="0"/>
              </a:rPr>
              <a:t>A browser-based, locally-deployed management tool for Windows Server, Windows 10/11, Azure Stack HCI, and failover clusters.</a:t>
            </a:r>
          </a:p>
        </p:txBody>
      </p:sp>
      <p:sp>
        <p:nvSpPr>
          <p:cNvPr id="6" name="Line0">
            <a:extLst>
              <a:ext uri="{FF2B5EF4-FFF2-40B4-BE49-F238E27FC236}">
                <a16:creationId xmlns:a16="http://schemas.microsoft.com/office/drawing/2014/main" id="{925F4C1A-CBB9-85DC-B753-02962A1E45CB}"/>
              </a:ext>
            </a:extLst>
          </p:cNvPr>
          <p:cNvSpPr>
            <a:spLocks noGrp="1"/>
          </p:cNvSpPr>
          <p:nvPr/>
        </p:nvSpPr>
        <p:spPr>
          <a:xfrm>
            <a:off x="425450" y="2061051"/>
            <a:ext cx="8470900" cy="12700"/>
          </a:xfrm>
          <a:prstGeom prst="rect">
            <a:avLst/>
          </a:prstGeom>
          <a:solidFill>
            <a:srgbClr val="D0D8DE"/>
          </a:solidFill>
          <a:ln>
            <a:noFill/>
          </a:ln>
        </p:spPr>
        <p:txBody>
          <a:bodyPr/>
          <a:lstStyle/>
          <a:p>
            <a:endParaRPr/>
          </a:p>
        </p:txBody>
      </p:sp>
      <p:sp>
        <p:nvSpPr>
          <p:cNvPr id="7" name="Circle1">
            <a:extLst>
              <a:ext uri="{FF2B5EF4-FFF2-40B4-BE49-F238E27FC236}">
                <a16:creationId xmlns:a16="http://schemas.microsoft.com/office/drawing/2014/main" id="{1CA27093-E6FE-9049-BBB5-5344EB0D1790}"/>
              </a:ext>
            </a:extLst>
          </p:cNvPr>
          <p:cNvSpPr>
            <a:spLocks noGrp="1"/>
          </p:cNvSpPr>
          <p:nvPr/>
        </p:nvSpPr>
        <p:spPr>
          <a:xfrm>
            <a:off x="425450" y="2429351"/>
            <a:ext cx="381000" cy="3810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2</a:t>
            </a:r>
          </a:p>
        </p:txBody>
      </p:sp>
      <p:sp>
        <p:nvSpPr>
          <p:cNvPr id="8" name="Text1">
            <a:extLst>
              <a:ext uri="{FF2B5EF4-FFF2-40B4-BE49-F238E27FC236}">
                <a16:creationId xmlns:a16="http://schemas.microsoft.com/office/drawing/2014/main" id="{FBC36E4D-2ED0-608A-3BDF-6A48D4F006C1}"/>
              </a:ext>
            </a:extLst>
          </p:cNvPr>
          <p:cNvSpPr>
            <a:spLocks noGrp="1"/>
          </p:cNvSpPr>
          <p:nvPr/>
        </p:nvSpPr>
        <p:spPr>
          <a:xfrm>
            <a:off x="971550" y="2226151"/>
            <a:ext cx="8089900" cy="762000"/>
          </a:xfrm>
          <a:prstGeom prst="rect">
            <a:avLst/>
          </a:prstGeom>
          <a:noFill/>
          <a:ln>
            <a:noFill/>
          </a:ln>
        </p:spPr>
        <p:txBody>
          <a:bodyPr anchor="ctr" anchorCtr="0">
            <a:normAutofit/>
          </a:bodyPr>
          <a:lstStyle/>
          <a:p>
            <a:pPr marL="0" indent="0" algn="l">
              <a:buNone/>
            </a:pPr>
            <a:r>
              <a:rPr lang="en-US" sz="1400" dirty="0">
                <a:solidFill>
                  <a:srgbClr val="023047"/>
                </a:solidFill>
                <a:latin typeface="Segoe UI" panose="020B0502040204020203" pitchFamily="34" charset="0"/>
              </a:rPr>
              <a:t>Provides a single pane of glass for server management — replacing and consolidating tools like Server Manager, MMC snap-ins, and Remote Server Administration Tools (RSAT).</a:t>
            </a:r>
          </a:p>
        </p:txBody>
      </p:sp>
      <p:sp>
        <p:nvSpPr>
          <p:cNvPr id="9" name="Line1">
            <a:extLst>
              <a:ext uri="{FF2B5EF4-FFF2-40B4-BE49-F238E27FC236}">
                <a16:creationId xmlns:a16="http://schemas.microsoft.com/office/drawing/2014/main" id="{29D0EA50-423B-0ABC-9A03-FA5A3E27A53D}"/>
              </a:ext>
            </a:extLst>
          </p:cNvPr>
          <p:cNvSpPr>
            <a:spLocks noGrp="1"/>
          </p:cNvSpPr>
          <p:nvPr/>
        </p:nvSpPr>
        <p:spPr>
          <a:xfrm>
            <a:off x="425450" y="3115151"/>
            <a:ext cx="8470900" cy="12700"/>
          </a:xfrm>
          <a:prstGeom prst="rect">
            <a:avLst/>
          </a:prstGeom>
          <a:solidFill>
            <a:srgbClr val="D0D8DE"/>
          </a:solidFill>
          <a:ln>
            <a:noFill/>
          </a:ln>
        </p:spPr>
        <p:txBody>
          <a:bodyPr/>
          <a:lstStyle/>
          <a:p>
            <a:endParaRPr/>
          </a:p>
        </p:txBody>
      </p:sp>
      <p:sp>
        <p:nvSpPr>
          <p:cNvPr id="10" name="Circle2">
            <a:extLst>
              <a:ext uri="{FF2B5EF4-FFF2-40B4-BE49-F238E27FC236}">
                <a16:creationId xmlns:a16="http://schemas.microsoft.com/office/drawing/2014/main" id="{91F9448B-050D-B5BA-BC85-E333D6A85BC4}"/>
              </a:ext>
            </a:extLst>
          </p:cNvPr>
          <p:cNvSpPr>
            <a:spLocks noGrp="1"/>
          </p:cNvSpPr>
          <p:nvPr/>
        </p:nvSpPr>
        <p:spPr>
          <a:xfrm>
            <a:off x="425450" y="3483451"/>
            <a:ext cx="381000" cy="3810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3</a:t>
            </a:r>
          </a:p>
        </p:txBody>
      </p:sp>
      <p:sp>
        <p:nvSpPr>
          <p:cNvPr id="11" name="Text2">
            <a:extLst>
              <a:ext uri="{FF2B5EF4-FFF2-40B4-BE49-F238E27FC236}">
                <a16:creationId xmlns:a16="http://schemas.microsoft.com/office/drawing/2014/main" id="{1C5A867E-2955-EB69-2FD5-1451CDA6929F}"/>
              </a:ext>
            </a:extLst>
          </p:cNvPr>
          <p:cNvSpPr>
            <a:spLocks noGrp="1"/>
          </p:cNvSpPr>
          <p:nvPr/>
        </p:nvSpPr>
        <p:spPr>
          <a:xfrm>
            <a:off x="971550" y="3280251"/>
            <a:ext cx="8089900" cy="762000"/>
          </a:xfrm>
          <a:prstGeom prst="rect">
            <a:avLst/>
          </a:prstGeom>
          <a:noFill/>
          <a:ln>
            <a:noFill/>
          </a:ln>
        </p:spPr>
        <p:txBody>
          <a:bodyPr anchor="ctr" anchorCtr="0">
            <a:normAutofit/>
          </a:bodyPr>
          <a:lstStyle/>
          <a:p>
            <a:pPr marL="0" indent="0" algn="l">
              <a:buNone/>
            </a:pPr>
            <a:r>
              <a:rPr lang="en-US" sz="1400" dirty="0">
                <a:solidFill>
                  <a:srgbClr val="023047"/>
                </a:solidFill>
                <a:latin typeface="Segoe UI" panose="020B0502040204020203" pitchFamily="34" charset="0"/>
              </a:rPr>
              <a:t>Free to use with Windows Server licensing — no additional licensing cost for Windows Admin Centre itself.</a:t>
            </a:r>
          </a:p>
        </p:txBody>
      </p:sp>
      <p:sp>
        <p:nvSpPr>
          <p:cNvPr id="12" name="Line2">
            <a:extLst>
              <a:ext uri="{FF2B5EF4-FFF2-40B4-BE49-F238E27FC236}">
                <a16:creationId xmlns:a16="http://schemas.microsoft.com/office/drawing/2014/main" id="{C1B7E59D-6320-9C6F-9B4B-A6CE1BE12FDE}"/>
              </a:ext>
            </a:extLst>
          </p:cNvPr>
          <p:cNvSpPr>
            <a:spLocks noGrp="1"/>
          </p:cNvSpPr>
          <p:nvPr/>
        </p:nvSpPr>
        <p:spPr>
          <a:xfrm>
            <a:off x="425450" y="4169251"/>
            <a:ext cx="8470900" cy="12700"/>
          </a:xfrm>
          <a:prstGeom prst="rect">
            <a:avLst/>
          </a:prstGeom>
          <a:solidFill>
            <a:srgbClr val="D0D8DE"/>
          </a:solidFill>
          <a:ln>
            <a:noFill/>
          </a:ln>
        </p:spPr>
        <p:txBody>
          <a:bodyPr/>
          <a:lstStyle/>
          <a:p>
            <a:endParaRPr/>
          </a:p>
        </p:txBody>
      </p:sp>
      <p:sp>
        <p:nvSpPr>
          <p:cNvPr id="13" name="Circle3">
            <a:extLst>
              <a:ext uri="{FF2B5EF4-FFF2-40B4-BE49-F238E27FC236}">
                <a16:creationId xmlns:a16="http://schemas.microsoft.com/office/drawing/2014/main" id="{780B3B28-4C7A-EAE5-E8F3-D3BFEDA1AC00}"/>
              </a:ext>
            </a:extLst>
          </p:cNvPr>
          <p:cNvSpPr>
            <a:spLocks noGrp="1"/>
          </p:cNvSpPr>
          <p:nvPr/>
        </p:nvSpPr>
        <p:spPr>
          <a:xfrm>
            <a:off x="425450" y="4537551"/>
            <a:ext cx="381000" cy="3810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4</a:t>
            </a:r>
          </a:p>
        </p:txBody>
      </p:sp>
      <p:sp>
        <p:nvSpPr>
          <p:cNvPr id="14" name="Text3">
            <a:extLst>
              <a:ext uri="{FF2B5EF4-FFF2-40B4-BE49-F238E27FC236}">
                <a16:creationId xmlns:a16="http://schemas.microsoft.com/office/drawing/2014/main" id="{60751F7C-8534-C6A0-79F7-9399B53B9171}"/>
              </a:ext>
            </a:extLst>
          </p:cNvPr>
          <p:cNvSpPr>
            <a:spLocks noGrp="1"/>
          </p:cNvSpPr>
          <p:nvPr/>
        </p:nvSpPr>
        <p:spPr>
          <a:xfrm>
            <a:off x="971550" y="4334351"/>
            <a:ext cx="8089900" cy="762000"/>
          </a:xfrm>
          <a:prstGeom prst="rect">
            <a:avLst/>
          </a:prstGeom>
          <a:noFill/>
          <a:ln>
            <a:noFill/>
          </a:ln>
        </p:spPr>
        <p:txBody>
          <a:bodyPr anchor="ctr" anchorCtr="0">
            <a:normAutofit/>
          </a:bodyPr>
          <a:lstStyle/>
          <a:p>
            <a:pPr marL="0" indent="0" algn="l">
              <a:buNone/>
            </a:pPr>
            <a:r>
              <a:rPr lang="en-US" sz="1400" dirty="0">
                <a:solidFill>
                  <a:srgbClr val="023047"/>
                </a:solidFill>
                <a:latin typeface="Segoe UI" panose="020B0502040204020203" pitchFamily="34" charset="0"/>
              </a:rPr>
              <a:t>Extensible via a marketplace of extensions, including third-party solutions for monitoring, backup, and security.</a:t>
            </a:r>
          </a:p>
        </p:txBody>
      </p:sp>
      <p:sp>
        <p:nvSpPr>
          <p:cNvPr id="15" name="Course footer">
            <a:extLst>
              <a:ext uri="{FF2B5EF4-FFF2-40B4-BE49-F238E27FC236}">
                <a16:creationId xmlns:a16="http://schemas.microsoft.com/office/drawing/2014/main" id="{66A94612-3D03-585C-E617-FDAC859BF83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6" name="TextBox 15">
            <a:extLst>
              <a:ext uri="{FF2B5EF4-FFF2-40B4-BE49-F238E27FC236}">
                <a16:creationId xmlns:a16="http://schemas.microsoft.com/office/drawing/2014/main" id="{B9099AED-81E9-A667-E70F-872D0F74CE1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70101250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9DDCA-D169-2F86-64F9-5F2D5F4E9E4B}"/>
              </a:ext>
            </a:extLst>
          </p:cNvPr>
          <p:cNvSpPr>
            <a:spLocks noGrp="1"/>
          </p:cNvSpPr>
          <p:nvPr>
            <p:ph type="title"/>
          </p:nvPr>
        </p:nvSpPr>
        <p:spPr/>
        <p:txBody>
          <a:bodyPr wrap="square">
            <a:noAutofit/>
          </a:bodyPr>
          <a:lstStyle/>
          <a:p>
            <a:r>
              <a:rPr lang="en-GB"/>
              <a:t>How to Install Windows Admin Center</a:t>
            </a:r>
          </a:p>
        </p:txBody>
      </p:sp>
      <p:sp>
        <p:nvSpPr>
          <p:cNvPr id="3" name="LeftBar">
            <a:extLst>
              <a:ext uri="{FF2B5EF4-FFF2-40B4-BE49-F238E27FC236}">
                <a16:creationId xmlns:a16="http://schemas.microsoft.com/office/drawing/2014/main" id="{ACC6B998-1CC6-50A5-8CFE-D95C00975394}"/>
              </a:ext>
            </a:extLst>
          </p:cNvPr>
          <p:cNvSpPr>
            <a:spLocks noGrp="1"/>
          </p:cNvSpPr>
          <p:nvPr/>
        </p:nvSpPr>
        <p:spPr>
          <a:xfrm>
            <a:off x="7112" y="0"/>
            <a:ext cx="165100" cy="5143500"/>
          </a:xfrm>
          <a:prstGeom prst="rect">
            <a:avLst/>
          </a:prstGeom>
          <a:solidFill>
            <a:srgbClr val="243A5E"/>
          </a:solidFill>
          <a:ln>
            <a:noFill/>
          </a:ln>
        </p:spPr>
        <p:txBody>
          <a:bodyPr/>
          <a:lstStyle/>
          <a:p>
            <a:endParaRPr dirty="0"/>
          </a:p>
        </p:txBody>
      </p:sp>
      <p:sp>
        <p:nvSpPr>
          <p:cNvPr id="4" name="Circle0">
            <a:extLst>
              <a:ext uri="{FF2B5EF4-FFF2-40B4-BE49-F238E27FC236}">
                <a16:creationId xmlns:a16="http://schemas.microsoft.com/office/drawing/2014/main" id="{365ACB65-A8AE-F544-889D-44285893D3CF}"/>
              </a:ext>
            </a:extLst>
          </p:cNvPr>
          <p:cNvSpPr>
            <a:spLocks noGrp="1"/>
          </p:cNvSpPr>
          <p:nvPr/>
        </p:nvSpPr>
        <p:spPr>
          <a:xfrm>
            <a:off x="425450" y="1093470"/>
            <a:ext cx="355600" cy="3556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1</a:t>
            </a:r>
          </a:p>
        </p:txBody>
      </p:sp>
      <p:sp>
        <p:nvSpPr>
          <p:cNvPr id="5" name="Text0">
            <a:extLst>
              <a:ext uri="{FF2B5EF4-FFF2-40B4-BE49-F238E27FC236}">
                <a16:creationId xmlns:a16="http://schemas.microsoft.com/office/drawing/2014/main" id="{A61B7E9F-5FA8-AE20-E571-B0174F65F6DE}"/>
              </a:ext>
            </a:extLst>
          </p:cNvPr>
          <p:cNvSpPr>
            <a:spLocks noGrp="1"/>
          </p:cNvSpPr>
          <p:nvPr/>
        </p:nvSpPr>
        <p:spPr>
          <a:xfrm>
            <a:off x="971550" y="953770"/>
            <a:ext cx="8089900" cy="609600"/>
          </a:xfrm>
          <a:prstGeom prst="rect">
            <a:avLst/>
          </a:prstGeom>
          <a:noFill/>
          <a:ln>
            <a:noFill/>
          </a:ln>
        </p:spPr>
        <p:txBody>
          <a:bodyPr anchor="ctr" anchorCtr="0">
            <a:normAutofit/>
          </a:bodyPr>
          <a:lstStyle/>
          <a:p>
            <a:pPr marL="0" indent="0" algn="l">
              <a:buNone/>
            </a:pPr>
            <a:r>
              <a:rPr lang="en-US" sz="1400" b="1" dirty="0">
                <a:solidFill>
                  <a:srgbClr val="023047"/>
                </a:solidFill>
                <a:latin typeface="Segoe UI" panose="020B0502040204020203" pitchFamily="34" charset="0"/>
              </a:rPr>
              <a:t>Download: </a:t>
            </a:r>
            <a:r>
              <a:rPr lang="en-US" sz="1200" dirty="0">
                <a:solidFill>
                  <a:srgbClr val="023047"/>
                </a:solidFill>
                <a:latin typeface="Segoe UI" panose="020B0502040204020203" pitchFamily="34" charset="0"/>
              </a:rPr>
              <a:t>Download Windows Admin Centre from the Microsoft Evaluation Centre or the official Microsoft website (free download).</a:t>
            </a:r>
          </a:p>
        </p:txBody>
      </p:sp>
      <p:sp>
        <p:nvSpPr>
          <p:cNvPr id="6" name="Line0">
            <a:extLst>
              <a:ext uri="{FF2B5EF4-FFF2-40B4-BE49-F238E27FC236}">
                <a16:creationId xmlns:a16="http://schemas.microsoft.com/office/drawing/2014/main" id="{EAEF2920-D9E4-B273-5497-B72028EBD974}"/>
              </a:ext>
            </a:extLst>
          </p:cNvPr>
          <p:cNvSpPr>
            <a:spLocks noGrp="1"/>
          </p:cNvSpPr>
          <p:nvPr/>
        </p:nvSpPr>
        <p:spPr>
          <a:xfrm>
            <a:off x="425450" y="1664970"/>
            <a:ext cx="8470900" cy="12700"/>
          </a:xfrm>
          <a:prstGeom prst="rect">
            <a:avLst/>
          </a:prstGeom>
          <a:solidFill>
            <a:srgbClr val="D0D8DE"/>
          </a:solidFill>
          <a:ln>
            <a:noFill/>
          </a:ln>
        </p:spPr>
        <p:txBody>
          <a:bodyPr/>
          <a:lstStyle/>
          <a:p>
            <a:endParaRPr/>
          </a:p>
        </p:txBody>
      </p:sp>
      <p:sp>
        <p:nvSpPr>
          <p:cNvPr id="7" name="Circle1">
            <a:extLst>
              <a:ext uri="{FF2B5EF4-FFF2-40B4-BE49-F238E27FC236}">
                <a16:creationId xmlns:a16="http://schemas.microsoft.com/office/drawing/2014/main" id="{B44110ED-0E94-A37D-0824-2F45CC415C69}"/>
              </a:ext>
            </a:extLst>
          </p:cNvPr>
          <p:cNvSpPr>
            <a:spLocks noGrp="1"/>
          </p:cNvSpPr>
          <p:nvPr/>
        </p:nvSpPr>
        <p:spPr>
          <a:xfrm>
            <a:off x="425450" y="1944370"/>
            <a:ext cx="355600" cy="3556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2</a:t>
            </a:r>
          </a:p>
        </p:txBody>
      </p:sp>
      <p:sp>
        <p:nvSpPr>
          <p:cNvPr id="8" name="Text1">
            <a:extLst>
              <a:ext uri="{FF2B5EF4-FFF2-40B4-BE49-F238E27FC236}">
                <a16:creationId xmlns:a16="http://schemas.microsoft.com/office/drawing/2014/main" id="{8445E8B4-A6AF-9169-C317-C57DFBF8259B}"/>
              </a:ext>
            </a:extLst>
          </p:cNvPr>
          <p:cNvSpPr>
            <a:spLocks noGrp="1"/>
          </p:cNvSpPr>
          <p:nvPr/>
        </p:nvSpPr>
        <p:spPr>
          <a:xfrm>
            <a:off x="971550" y="1804670"/>
            <a:ext cx="8089900" cy="609600"/>
          </a:xfrm>
          <a:prstGeom prst="rect">
            <a:avLst/>
          </a:prstGeom>
          <a:noFill/>
          <a:ln>
            <a:noFill/>
          </a:ln>
        </p:spPr>
        <p:txBody>
          <a:bodyPr anchor="ctr" anchorCtr="0">
            <a:normAutofit/>
          </a:bodyPr>
          <a:lstStyle/>
          <a:p>
            <a:pPr marL="0" indent="0" algn="l">
              <a:buNone/>
            </a:pPr>
            <a:r>
              <a:rPr lang="en-US" sz="1400" b="1" dirty="0">
                <a:solidFill>
                  <a:srgbClr val="023047"/>
                </a:solidFill>
                <a:latin typeface="Segoe UI" panose="020B0502040204020203" pitchFamily="34" charset="0"/>
              </a:rPr>
              <a:t>Choose Install Type: </a:t>
            </a:r>
            <a:r>
              <a:rPr lang="en-US" sz="1200" dirty="0">
                <a:solidFill>
                  <a:srgbClr val="023047"/>
                </a:solidFill>
                <a:latin typeface="Segoe UI" panose="020B0502040204020203" pitchFamily="34" charset="0"/>
              </a:rPr>
              <a:t>Select Local client, Gateway server, Managed server, or Failover cluster installation based on your environment.</a:t>
            </a:r>
          </a:p>
        </p:txBody>
      </p:sp>
      <p:sp>
        <p:nvSpPr>
          <p:cNvPr id="9" name="Line1">
            <a:extLst>
              <a:ext uri="{FF2B5EF4-FFF2-40B4-BE49-F238E27FC236}">
                <a16:creationId xmlns:a16="http://schemas.microsoft.com/office/drawing/2014/main" id="{8E804344-1570-71DD-4D54-9BA330F92D60}"/>
              </a:ext>
            </a:extLst>
          </p:cNvPr>
          <p:cNvSpPr>
            <a:spLocks noGrp="1"/>
          </p:cNvSpPr>
          <p:nvPr/>
        </p:nvSpPr>
        <p:spPr>
          <a:xfrm>
            <a:off x="425450" y="2515870"/>
            <a:ext cx="8470900" cy="12700"/>
          </a:xfrm>
          <a:prstGeom prst="rect">
            <a:avLst/>
          </a:prstGeom>
          <a:solidFill>
            <a:srgbClr val="D0D8DE"/>
          </a:solidFill>
          <a:ln>
            <a:noFill/>
          </a:ln>
        </p:spPr>
        <p:txBody>
          <a:bodyPr/>
          <a:lstStyle/>
          <a:p>
            <a:endParaRPr/>
          </a:p>
        </p:txBody>
      </p:sp>
      <p:sp>
        <p:nvSpPr>
          <p:cNvPr id="10" name="Circle2">
            <a:extLst>
              <a:ext uri="{FF2B5EF4-FFF2-40B4-BE49-F238E27FC236}">
                <a16:creationId xmlns:a16="http://schemas.microsoft.com/office/drawing/2014/main" id="{6605B06A-DFDB-C70F-FFE6-2F91DC708DC7}"/>
              </a:ext>
            </a:extLst>
          </p:cNvPr>
          <p:cNvSpPr>
            <a:spLocks noGrp="1"/>
          </p:cNvSpPr>
          <p:nvPr/>
        </p:nvSpPr>
        <p:spPr>
          <a:xfrm>
            <a:off x="425450" y="2795270"/>
            <a:ext cx="355600" cy="3556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3</a:t>
            </a:r>
          </a:p>
        </p:txBody>
      </p:sp>
      <p:sp>
        <p:nvSpPr>
          <p:cNvPr id="11" name="Text2">
            <a:extLst>
              <a:ext uri="{FF2B5EF4-FFF2-40B4-BE49-F238E27FC236}">
                <a16:creationId xmlns:a16="http://schemas.microsoft.com/office/drawing/2014/main" id="{7B6C48A9-E686-D6DA-99C7-17294C9052C2}"/>
              </a:ext>
            </a:extLst>
          </p:cNvPr>
          <p:cNvSpPr>
            <a:spLocks noGrp="1"/>
          </p:cNvSpPr>
          <p:nvPr/>
        </p:nvSpPr>
        <p:spPr>
          <a:xfrm>
            <a:off x="971550" y="2655570"/>
            <a:ext cx="8089900" cy="609600"/>
          </a:xfrm>
          <a:prstGeom prst="rect">
            <a:avLst/>
          </a:prstGeom>
          <a:noFill/>
          <a:ln>
            <a:noFill/>
          </a:ln>
        </p:spPr>
        <p:txBody>
          <a:bodyPr anchor="ctr" anchorCtr="0">
            <a:normAutofit/>
          </a:bodyPr>
          <a:lstStyle/>
          <a:p>
            <a:pPr marL="0" indent="0" algn="l">
              <a:buNone/>
            </a:pPr>
            <a:r>
              <a:rPr lang="en-US" sz="1400" b="1" dirty="0">
                <a:solidFill>
                  <a:srgbClr val="023047"/>
                </a:solidFill>
                <a:latin typeface="Segoe UI" panose="020B0502040204020203" pitchFamily="34" charset="0"/>
              </a:rPr>
              <a:t>Run Installer: </a:t>
            </a:r>
            <a:r>
              <a:rPr lang="en-US" sz="1200" dirty="0">
                <a:solidFill>
                  <a:srgbClr val="023047"/>
                </a:solidFill>
                <a:latin typeface="Segoe UI" panose="020B0502040204020203" pitchFamily="34" charset="0"/>
              </a:rPr>
              <a:t>Run the MSI installer on your chosen machine. Accept the licence agreement and select whether to use HTTP or HTTPS (HTTPS recommended).</a:t>
            </a:r>
          </a:p>
        </p:txBody>
      </p:sp>
      <p:sp>
        <p:nvSpPr>
          <p:cNvPr id="12" name="Line2">
            <a:extLst>
              <a:ext uri="{FF2B5EF4-FFF2-40B4-BE49-F238E27FC236}">
                <a16:creationId xmlns:a16="http://schemas.microsoft.com/office/drawing/2014/main" id="{AD3FE22F-167D-630E-5D27-6A28E584B917}"/>
              </a:ext>
            </a:extLst>
          </p:cNvPr>
          <p:cNvSpPr>
            <a:spLocks noGrp="1"/>
          </p:cNvSpPr>
          <p:nvPr/>
        </p:nvSpPr>
        <p:spPr>
          <a:xfrm>
            <a:off x="425450" y="3366770"/>
            <a:ext cx="8470900" cy="12700"/>
          </a:xfrm>
          <a:prstGeom prst="rect">
            <a:avLst/>
          </a:prstGeom>
          <a:solidFill>
            <a:srgbClr val="D0D8DE"/>
          </a:solidFill>
          <a:ln>
            <a:noFill/>
          </a:ln>
        </p:spPr>
        <p:txBody>
          <a:bodyPr/>
          <a:lstStyle/>
          <a:p>
            <a:endParaRPr/>
          </a:p>
        </p:txBody>
      </p:sp>
      <p:sp>
        <p:nvSpPr>
          <p:cNvPr id="13" name="Circle3">
            <a:extLst>
              <a:ext uri="{FF2B5EF4-FFF2-40B4-BE49-F238E27FC236}">
                <a16:creationId xmlns:a16="http://schemas.microsoft.com/office/drawing/2014/main" id="{60484C8D-30B9-49C0-6361-2458F79EBD10}"/>
              </a:ext>
            </a:extLst>
          </p:cNvPr>
          <p:cNvSpPr>
            <a:spLocks noGrp="1"/>
          </p:cNvSpPr>
          <p:nvPr/>
        </p:nvSpPr>
        <p:spPr>
          <a:xfrm>
            <a:off x="425450" y="3646170"/>
            <a:ext cx="355600" cy="3556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4</a:t>
            </a:r>
          </a:p>
        </p:txBody>
      </p:sp>
      <p:sp>
        <p:nvSpPr>
          <p:cNvPr id="14" name="Text3">
            <a:extLst>
              <a:ext uri="{FF2B5EF4-FFF2-40B4-BE49-F238E27FC236}">
                <a16:creationId xmlns:a16="http://schemas.microsoft.com/office/drawing/2014/main" id="{E83F735C-1D96-F3A9-6E05-80D4A1651F1D}"/>
              </a:ext>
            </a:extLst>
          </p:cNvPr>
          <p:cNvSpPr>
            <a:spLocks noGrp="1"/>
          </p:cNvSpPr>
          <p:nvPr/>
        </p:nvSpPr>
        <p:spPr>
          <a:xfrm>
            <a:off x="971550" y="3506470"/>
            <a:ext cx="8089900" cy="609600"/>
          </a:xfrm>
          <a:prstGeom prst="rect">
            <a:avLst/>
          </a:prstGeom>
          <a:noFill/>
          <a:ln>
            <a:noFill/>
          </a:ln>
        </p:spPr>
        <p:txBody>
          <a:bodyPr anchor="ctr" anchorCtr="0">
            <a:normAutofit/>
          </a:bodyPr>
          <a:lstStyle/>
          <a:p>
            <a:pPr marL="0" indent="0" algn="l">
              <a:buNone/>
            </a:pPr>
            <a:r>
              <a:rPr lang="en-US" sz="1400" b="1" dirty="0">
                <a:solidFill>
                  <a:srgbClr val="023047"/>
                </a:solidFill>
                <a:latin typeface="Segoe UI" panose="020B0502040204020203" pitchFamily="34" charset="0"/>
              </a:rPr>
              <a:t>Configure Port: </a:t>
            </a:r>
            <a:r>
              <a:rPr lang="en-US" sz="1200" dirty="0">
                <a:solidFill>
                  <a:srgbClr val="023047"/>
                </a:solidFill>
                <a:latin typeface="Segoe UI" panose="020B0502040204020203" pitchFamily="34" charset="0"/>
              </a:rPr>
              <a:t>Choose a port for the web interface (default: 443 for HTTPS or 6516 for HTTP on Windows 10/11).</a:t>
            </a:r>
          </a:p>
        </p:txBody>
      </p:sp>
      <p:sp>
        <p:nvSpPr>
          <p:cNvPr id="15" name="Line3">
            <a:extLst>
              <a:ext uri="{FF2B5EF4-FFF2-40B4-BE49-F238E27FC236}">
                <a16:creationId xmlns:a16="http://schemas.microsoft.com/office/drawing/2014/main" id="{5254514D-26AC-20A9-BF73-C51E567BAC7F}"/>
              </a:ext>
            </a:extLst>
          </p:cNvPr>
          <p:cNvSpPr>
            <a:spLocks noGrp="1"/>
          </p:cNvSpPr>
          <p:nvPr/>
        </p:nvSpPr>
        <p:spPr>
          <a:xfrm>
            <a:off x="425450" y="4217670"/>
            <a:ext cx="8470900" cy="12700"/>
          </a:xfrm>
          <a:prstGeom prst="rect">
            <a:avLst/>
          </a:prstGeom>
          <a:solidFill>
            <a:srgbClr val="D0D8DE"/>
          </a:solidFill>
          <a:ln>
            <a:noFill/>
          </a:ln>
        </p:spPr>
        <p:txBody>
          <a:bodyPr/>
          <a:lstStyle/>
          <a:p>
            <a:endParaRPr/>
          </a:p>
        </p:txBody>
      </p:sp>
      <p:sp>
        <p:nvSpPr>
          <p:cNvPr id="16" name="Circle4">
            <a:extLst>
              <a:ext uri="{FF2B5EF4-FFF2-40B4-BE49-F238E27FC236}">
                <a16:creationId xmlns:a16="http://schemas.microsoft.com/office/drawing/2014/main" id="{AD81CCF6-B621-2E96-4340-D1D93DF2847F}"/>
              </a:ext>
            </a:extLst>
          </p:cNvPr>
          <p:cNvSpPr>
            <a:spLocks noGrp="1"/>
          </p:cNvSpPr>
          <p:nvPr/>
        </p:nvSpPr>
        <p:spPr>
          <a:xfrm>
            <a:off x="425450" y="4497070"/>
            <a:ext cx="355600" cy="355600"/>
          </a:xfrm>
          <a:prstGeom prst="ellipse">
            <a:avLst/>
          </a:prstGeom>
          <a:solidFill>
            <a:srgbClr val="0076D4"/>
          </a:solidFill>
          <a:ln>
            <a:noFill/>
          </a:ln>
        </p:spPr>
        <p:txBody>
          <a:bodyPr anchor="ctr" anchorCtr="0">
            <a:normAutofit fontScale="92500" lnSpcReduction="20000"/>
          </a:bodyPr>
          <a:lstStyle/>
          <a:p>
            <a:pPr algn="ctr">
              <a:buNone/>
            </a:pPr>
            <a:r>
              <a:rPr lang="en-US" sz="1400" b="1" dirty="0">
                <a:solidFill>
                  <a:srgbClr val="FFFFFF"/>
                </a:solidFill>
                <a:latin typeface="Segoe UI" panose="020B0502040204020203" pitchFamily="34" charset="0"/>
              </a:rPr>
              <a:t>5</a:t>
            </a:r>
          </a:p>
        </p:txBody>
      </p:sp>
      <p:sp>
        <p:nvSpPr>
          <p:cNvPr id="17" name="Text4">
            <a:extLst>
              <a:ext uri="{FF2B5EF4-FFF2-40B4-BE49-F238E27FC236}">
                <a16:creationId xmlns:a16="http://schemas.microsoft.com/office/drawing/2014/main" id="{B628EFF8-C27F-A147-DFA2-22CA2678CB27}"/>
              </a:ext>
            </a:extLst>
          </p:cNvPr>
          <p:cNvSpPr>
            <a:spLocks noGrp="1"/>
          </p:cNvSpPr>
          <p:nvPr/>
        </p:nvSpPr>
        <p:spPr>
          <a:xfrm>
            <a:off x="971550" y="4357370"/>
            <a:ext cx="8089900" cy="609600"/>
          </a:xfrm>
          <a:prstGeom prst="rect">
            <a:avLst/>
          </a:prstGeom>
          <a:noFill/>
          <a:ln>
            <a:noFill/>
          </a:ln>
        </p:spPr>
        <p:txBody>
          <a:bodyPr anchor="ctr" anchorCtr="0">
            <a:normAutofit/>
          </a:bodyPr>
          <a:lstStyle/>
          <a:p>
            <a:pPr marL="0" indent="0" algn="l">
              <a:buNone/>
            </a:pPr>
            <a:r>
              <a:rPr lang="en-US" sz="1400" b="1" dirty="0">
                <a:solidFill>
                  <a:srgbClr val="023047"/>
                </a:solidFill>
                <a:latin typeface="Segoe UI" panose="020B0502040204020203" pitchFamily="34" charset="0"/>
              </a:rPr>
              <a:t>Access the Interface: </a:t>
            </a:r>
            <a:r>
              <a:rPr lang="en-US" sz="1200" dirty="0">
                <a:solidFill>
                  <a:srgbClr val="023047"/>
                </a:solidFill>
                <a:latin typeface="Segoe UI" panose="020B0502040204020203" pitchFamily="34" charset="0"/>
              </a:rPr>
              <a:t>Open a browser on any connected client and navigate to https://[server-name]:[port] to start managing your environment.</a:t>
            </a:r>
          </a:p>
        </p:txBody>
      </p:sp>
      <p:sp>
        <p:nvSpPr>
          <p:cNvPr id="18" name="Course footer">
            <a:extLst>
              <a:ext uri="{FF2B5EF4-FFF2-40B4-BE49-F238E27FC236}">
                <a16:creationId xmlns:a16="http://schemas.microsoft.com/office/drawing/2014/main" id="{FED401A1-ECD0-085E-37E0-A2F1BA36B9B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9" name="TextBox 18">
            <a:extLst>
              <a:ext uri="{FF2B5EF4-FFF2-40B4-BE49-F238E27FC236}">
                <a16:creationId xmlns:a16="http://schemas.microsoft.com/office/drawing/2014/main" id="{C45ABA85-748C-E993-E270-11DA9DE1550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3716278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744F6-7274-C4AA-2DA5-122EAF4AF307}"/>
              </a:ext>
            </a:extLst>
          </p:cNvPr>
          <p:cNvSpPr>
            <a:spLocks noGrp="1"/>
          </p:cNvSpPr>
          <p:nvPr>
            <p:ph type="title"/>
          </p:nvPr>
        </p:nvSpPr>
        <p:spPr>
          <a:xfrm>
            <a:off x="379438" y="275984"/>
            <a:ext cx="8258700" cy="325858"/>
          </a:xfrm>
        </p:spPr>
        <p:txBody>
          <a:bodyPr wrap="square">
            <a:noAutofit/>
          </a:bodyPr>
          <a:lstStyle/>
          <a:p>
            <a:r>
              <a:rPr lang="en-GB" dirty="0"/>
              <a:t>Windows Admin Centre: Installation Types</a:t>
            </a:r>
          </a:p>
        </p:txBody>
      </p:sp>
      <p:pic>
        <p:nvPicPr>
          <p:cNvPr id="3" name="Picture 2" descr="img">
            <a:extLst>
              <a:ext uri="{FF2B5EF4-FFF2-40B4-BE49-F238E27FC236}">
                <a16:creationId xmlns:a16="http://schemas.microsoft.com/office/drawing/2014/main" id="{8EE9E698-AF50-81CC-FAF7-D6835CC88149}"/>
              </a:ext>
            </a:extLst>
          </p:cNvPr>
          <p:cNvPicPr>
            <a:picLocks noChangeAspect="1"/>
          </p:cNvPicPr>
          <p:nvPr/>
        </p:nvPicPr>
        <p:blipFill>
          <a:blip r:embed="rId2"/>
          <a:stretch>
            <a:fillRect/>
          </a:stretch>
        </p:blipFill>
        <p:spPr>
          <a:xfrm>
            <a:off x="2540000" y="2584133"/>
            <a:ext cx="4077799" cy="2374899"/>
          </a:xfrm>
          <a:prstGeom prst="rect">
            <a:avLst/>
          </a:prstGeom>
        </p:spPr>
      </p:pic>
      <p:sp>
        <p:nvSpPr>
          <p:cNvPr id="4" name="LeftBar">
            <a:extLst>
              <a:ext uri="{FF2B5EF4-FFF2-40B4-BE49-F238E27FC236}">
                <a16:creationId xmlns:a16="http://schemas.microsoft.com/office/drawing/2014/main" id="{F1BA677F-2C0D-3AE3-D3E0-B9FC34ACEDC9}"/>
              </a:ext>
            </a:extLst>
          </p:cNvPr>
          <p:cNvSpPr>
            <a:spLocks noGrp="1"/>
          </p:cNvSpPr>
          <p:nvPr/>
        </p:nvSpPr>
        <p:spPr>
          <a:xfrm>
            <a:off x="-463" y="-1"/>
            <a:ext cx="165100" cy="5143501"/>
          </a:xfrm>
          <a:prstGeom prst="rect">
            <a:avLst/>
          </a:prstGeom>
          <a:solidFill>
            <a:srgbClr val="243A5E"/>
          </a:solidFill>
          <a:ln>
            <a:noFill/>
          </a:ln>
        </p:spPr>
        <p:txBody>
          <a:bodyPr/>
          <a:lstStyle/>
          <a:p>
            <a:endParaRPr/>
          </a:p>
        </p:txBody>
      </p:sp>
      <p:sp>
        <p:nvSpPr>
          <p:cNvPr id="5" name="CardBg0">
            <a:extLst>
              <a:ext uri="{FF2B5EF4-FFF2-40B4-BE49-F238E27FC236}">
                <a16:creationId xmlns:a16="http://schemas.microsoft.com/office/drawing/2014/main" id="{BF1F8924-F9F7-258B-2F07-0C6EBE12A967}"/>
              </a:ext>
            </a:extLst>
          </p:cNvPr>
          <p:cNvSpPr>
            <a:spLocks noGrp="1"/>
          </p:cNvSpPr>
          <p:nvPr/>
        </p:nvSpPr>
        <p:spPr>
          <a:xfrm>
            <a:off x="342900" y="685165"/>
            <a:ext cx="2095500" cy="1905000"/>
          </a:xfrm>
          <a:prstGeom prst="rect">
            <a:avLst/>
          </a:prstGeom>
          <a:solidFill>
            <a:srgbClr val="0076D4"/>
          </a:solidFill>
          <a:ln w="9144">
            <a:solidFill>
              <a:srgbClr val="D0D8DE"/>
            </a:solidFill>
          </a:ln>
        </p:spPr>
        <p:txBody>
          <a:bodyPr/>
          <a:lstStyle/>
          <a:p>
            <a:endParaRPr/>
          </a:p>
        </p:txBody>
      </p:sp>
      <p:sp>
        <p:nvSpPr>
          <p:cNvPr id="6" name="CardTitle0">
            <a:extLst>
              <a:ext uri="{FF2B5EF4-FFF2-40B4-BE49-F238E27FC236}">
                <a16:creationId xmlns:a16="http://schemas.microsoft.com/office/drawing/2014/main" id="{B532D313-234D-97CB-860D-E703E5C4DE8B}"/>
              </a:ext>
            </a:extLst>
          </p:cNvPr>
          <p:cNvSpPr>
            <a:spLocks noGrp="1"/>
          </p:cNvSpPr>
          <p:nvPr/>
        </p:nvSpPr>
        <p:spPr>
          <a:xfrm>
            <a:off x="431800" y="774065"/>
            <a:ext cx="1917700" cy="254000"/>
          </a:xfrm>
          <a:prstGeom prst="rect">
            <a:avLst/>
          </a:prstGeom>
          <a:noFill/>
          <a:ln>
            <a:noFill/>
          </a:ln>
        </p:spPr>
        <p:txBody>
          <a:bodyPr anchor="t">
            <a:normAutofit fontScale="92500" lnSpcReduction="10000"/>
          </a:bodyPr>
          <a:lstStyle/>
          <a:p>
            <a:pPr marL="0" indent="0" algn="ctr">
              <a:buNone/>
            </a:pPr>
            <a:r>
              <a:rPr lang="en-US" sz="1200" b="1" dirty="0">
                <a:solidFill>
                  <a:srgbClr val="023047"/>
                </a:solidFill>
                <a:latin typeface="Segoe UI" panose="020B0502040204020203" pitchFamily="34" charset="0"/>
              </a:rPr>
              <a:t>Local client</a:t>
            </a:r>
          </a:p>
        </p:txBody>
      </p:sp>
      <p:sp>
        <p:nvSpPr>
          <p:cNvPr id="7" name="CardDesc0">
            <a:extLst>
              <a:ext uri="{FF2B5EF4-FFF2-40B4-BE49-F238E27FC236}">
                <a16:creationId xmlns:a16="http://schemas.microsoft.com/office/drawing/2014/main" id="{3BBE0BE4-E7A6-6E45-7C45-3C35D84A458E}"/>
              </a:ext>
            </a:extLst>
          </p:cNvPr>
          <p:cNvSpPr>
            <a:spLocks noGrp="1"/>
          </p:cNvSpPr>
          <p:nvPr/>
        </p:nvSpPr>
        <p:spPr>
          <a:xfrm>
            <a:off x="431800" y="1066165"/>
            <a:ext cx="1917700" cy="1447800"/>
          </a:xfrm>
          <a:prstGeom prst="rect">
            <a:avLst/>
          </a:prstGeom>
          <a:noFill/>
          <a:ln>
            <a:noFill/>
          </a:ln>
        </p:spPr>
        <p:txBody>
          <a:bodyPr anchor="t">
            <a:normAutofit/>
          </a:bodyPr>
          <a:lstStyle/>
          <a:p>
            <a:pPr marL="0" indent="0" algn="l">
              <a:buNone/>
            </a:pPr>
            <a:r>
              <a:rPr lang="en-US" sz="1000" dirty="0">
                <a:solidFill>
                  <a:srgbClr val="023047"/>
                </a:solidFill>
                <a:latin typeface="Segoe UI" panose="020B0502040204020203" pitchFamily="34" charset="0"/>
              </a:rPr>
              <a:t>Install on a local Windows 10 or 11 client that has connectivity to the managed servers. Great for quick start, testing, ad-hoc or small scale scenarios.</a:t>
            </a:r>
          </a:p>
        </p:txBody>
      </p:sp>
      <p:sp>
        <p:nvSpPr>
          <p:cNvPr id="8" name="CardBg1">
            <a:extLst>
              <a:ext uri="{FF2B5EF4-FFF2-40B4-BE49-F238E27FC236}">
                <a16:creationId xmlns:a16="http://schemas.microsoft.com/office/drawing/2014/main" id="{EA6E5726-D1BE-AE52-3B90-DEF60304B2C9}"/>
              </a:ext>
            </a:extLst>
          </p:cNvPr>
          <p:cNvSpPr>
            <a:spLocks noGrp="1"/>
          </p:cNvSpPr>
          <p:nvPr/>
        </p:nvSpPr>
        <p:spPr>
          <a:xfrm>
            <a:off x="2540000" y="685165"/>
            <a:ext cx="2095500" cy="1905000"/>
          </a:xfrm>
          <a:prstGeom prst="rect">
            <a:avLst/>
          </a:prstGeom>
          <a:solidFill>
            <a:srgbClr val="243A5E"/>
          </a:solidFill>
          <a:ln w="9144">
            <a:solidFill>
              <a:srgbClr val="D0D8DE"/>
            </a:solidFill>
          </a:ln>
        </p:spPr>
        <p:txBody>
          <a:bodyPr/>
          <a:lstStyle/>
          <a:p>
            <a:endParaRPr/>
          </a:p>
        </p:txBody>
      </p:sp>
      <p:sp>
        <p:nvSpPr>
          <p:cNvPr id="9" name="CardTitle1">
            <a:extLst>
              <a:ext uri="{FF2B5EF4-FFF2-40B4-BE49-F238E27FC236}">
                <a16:creationId xmlns:a16="http://schemas.microsoft.com/office/drawing/2014/main" id="{62B4AB6A-ADAF-77AF-7778-3C152138945C}"/>
              </a:ext>
            </a:extLst>
          </p:cNvPr>
          <p:cNvSpPr>
            <a:spLocks noGrp="1"/>
          </p:cNvSpPr>
          <p:nvPr/>
        </p:nvSpPr>
        <p:spPr>
          <a:xfrm>
            <a:off x="2628900" y="774065"/>
            <a:ext cx="1917700" cy="254000"/>
          </a:xfrm>
          <a:prstGeom prst="rect">
            <a:avLst/>
          </a:prstGeom>
          <a:noFill/>
          <a:ln>
            <a:noFill/>
          </a:ln>
        </p:spPr>
        <p:txBody>
          <a:bodyPr anchor="t">
            <a:normAutofit fontScale="92500" lnSpcReduction="10000"/>
          </a:bodyPr>
          <a:lstStyle/>
          <a:p>
            <a:pPr marL="0" indent="0" algn="ctr">
              <a:buNone/>
            </a:pPr>
            <a:r>
              <a:rPr lang="en-US" sz="1200" b="1" dirty="0">
                <a:solidFill>
                  <a:srgbClr val="FFFFFF"/>
                </a:solidFill>
                <a:latin typeface="Segoe UI" panose="020B0502040204020203" pitchFamily="34" charset="0"/>
              </a:rPr>
              <a:t>Gateway server</a:t>
            </a:r>
          </a:p>
        </p:txBody>
      </p:sp>
      <p:sp>
        <p:nvSpPr>
          <p:cNvPr id="10" name="CardDesc1">
            <a:extLst>
              <a:ext uri="{FF2B5EF4-FFF2-40B4-BE49-F238E27FC236}">
                <a16:creationId xmlns:a16="http://schemas.microsoft.com/office/drawing/2014/main" id="{A3B6C3E6-EB53-85C7-9229-99DC25B1F918}"/>
              </a:ext>
            </a:extLst>
          </p:cNvPr>
          <p:cNvSpPr>
            <a:spLocks noGrp="1"/>
          </p:cNvSpPr>
          <p:nvPr/>
        </p:nvSpPr>
        <p:spPr>
          <a:xfrm>
            <a:off x="2628900" y="1066165"/>
            <a:ext cx="1917700" cy="1447800"/>
          </a:xfrm>
          <a:prstGeom prst="rect">
            <a:avLst/>
          </a:prstGeom>
          <a:noFill/>
          <a:ln>
            <a:noFill/>
          </a:ln>
        </p:spPr>
        <p:txBody>
          <a:bodyPr anchor="t">
            <a:normAutofit/>
          </a:bodyPr>
          <a:lstStyle/>
          <a:p>
            <a:pPr marL="0" indent="0" algn="l">
              <a:buNone/>
            </a:pPr>
            <a:r>
              <a:rPr lang="en-US" sz="1000" dirty="0">
                <a:solidFill>
                  <a:srgbClr val="FFFFFF"/>
                </a:solidFill>
                <a:latin typeface="Segoe UI" panose="020B0502040204020203" pitchFamily="34" charset="0"/>
              </a:rPr>
              <a:t>Install on a designated gateway server and access from any client browser with connectivity to the gateway server. Great for large-scale scenarios.</a:t>
            </a:r>
          </a:p>
        </p:txBody>
      </p:sp>
      <p:sp>
        <p:nvSpPr>
          <p:cNvPr id="11" name="CardBg2">
            <a:extLst>
              <a:ext uri="{FF2B5EF4-FFF2-40B4-BE49-F238E27FC236}">
                <a16:creationId xmlns:a16="http://schemas.microsoft.com/office/drawing/2014/main" id="{92DD24BF-A5F4-99C3-F71D-4146B3BEF199}"/>
              </a:ext>
            </a:extLst>
          </p:cNvPr>
          <p:cNvSpPr>
            <a:spLocks noGrp="1"/>
          </p:cNvSpPr>
          <p:nvPr/>
        </p:nvSpPr>
        <p:spPr>
          <a:xfrm>
            <a:off x="4737100" y="685165"/>
            <a:ext cx="2095500" cy="1905000"/>
          </a:xfrm>
          <a:prstGeom prst="rect">
            <a:avLst/>
          </a:prstGeom>
          <a:solidFill>
            <a:srgbClr val="0076D4"/>
          </a:solidFill>
          <a:ln w="9144">
            <a:solidFill>
              <a:srgbClr val="D0D8DE"/>
            </a:solidFill>
          </a:ln>
        </p:spPr>
        <p:txBody>
          <a:bodyPr/>
          <a:lstStyle/>
          <a:p>
            <a:endParaRPr/>
          </a:p>
        </p:txBody>
      </p:sp>
      <p:sp>
        <p:nvSpPr>
          <p:cNvPr id="12" name="CardTitle2">
            <a:extLst>
              <a:ext uri="{FF2B5EF4-FFF2-40B4-BE49-F238E27FC236}">
                <a16:creationId xmlns:a16="http://schemas.microsoft.com/office/drawing/2014/main" id="{609981AE-C7E8-554A-1DC2-147FCB5548D5}"/>
              </a:ext>
            </a:extLst>
          </p:cNvPr>
          <p:cNvSpPr>
            <a:spLocks noGrp="1"/>
          </p:cNvSpPr>
          <p:nvPr/>
        </p:nvSpPr>
        <p:spPr>
          <a:xfrm>
            <a:off x="4826000" y="774065"/>
            <a:ext cx="1917700" cy="254000"/>
          </a:xfrm>
          <a:prstGeom prst="rect">
            <a:avLst/>
          </a:prstGeom>
          <a:noFill/>
          <a:ln>
            <a:noFill/>
          </a:ln>
        </p:spPr>
        <p:txBody>
          <a:bodyPr anchor="t">
            <a:normAutofit fontScale="92500" lnSpcReduction="10000"/>
          </a:bodyPr>
          <a:lstStyle/>
          <a:p>
            <a:pPr marL="0" indent="0" algn="ctr">
              <a:buNone/>
            </a:pPr>
            <a:r>
              <a:rPr lang="en-US" sz="1200" b="1" dirty="0">
                <a:solidFill>
                  <a:srgbClr val="023047"/>
                </a:solidFill>
                <a:latin typeface="Segoe UI" panose="020B0502040204020203" pitchFamily="34" charset="0"/>
              </a:rPr>
              <a:t>Managed server</a:t>
            </a:r>
          </a:p>
        </p:txBody>
      </p:sp>
      <p:sp>
        <p:nvSpPr>
          <p:cNvPr id="13" name="CardDesc2">
            <a:extLst>
              <a:ext uri="{FF2B5EF4-FFF2-40B4-BE49-F238E27FC236}">
                <a16:creationId xmlns:a16="http://schemas.microsoft.com/office/drawing/2014/main" id="{FEF8A312-233D-F1D7-B276-244B00FE1077}"/>
              </a:ext>
            </a:extLst>
          </p:cNvPr>
          <p:cNvSpPr>
            <a:spLocks noGrp="1"/>
          </p:cNvSpPr>
          <p:nvPr/>
        </p:nvSpPr>
        <p:spPr>
          <a:xfrm>
            <a:off x="4826000" y="1066165"/>
            <a:ext cx="1917700" cy="1447800"/>
          </a:xfrm>
          <a:prstGeom prst="rect">
            <a:avLst/>
          </a:prstGeom>
          <a:noFill/>
          <a:ln>
            <a:noFill/>
          </a:ln>
        </p:spPr>
        <p:txBody>
          <a:bodyPr anchor="t">
            <a:normAutofit/>
          </a:bodyPr>
          <a:lstStyle/>
          <a:p>
            <a:pPr marL="0" indent="0" algn="l">
              <a:buNone/>
            </a:pPr>
            <a:r>
              <a:rPr lang="en-US" sz="1000" dirty="0">
                <a:solidFill>
                  <a:srgbClr val="023047"/>
                </a:solidFill>
                <a:latin typeface="Segoe UI" panose="020B0502040204020203" pitchFamily="34" charset="0"/>
              </a:rPr>
              <a:t>Install directly on a managed server for the purpose of remotely managing the server or a cluster in which it's a member node. Great for distributed scenarios.</a:t>
            </a:r>
          </a:p>
        </p:txBody>
      </p:sp>
      <p:sp>
        <p:nvSpPr>
          <p:cNvPr id="14" name="CardBg3">
            <a:extLst>
              <a:ext uri="{FF2B5EF4-FFF2-40B4-BE49-F238E27FC236}">
                <a16:creationId xmlns:a16="http://schemas.microsoft.com/office/drawing/2014/main" id="{EA521BFD-0162-E88A-0DF3-5C620F487992}"/>
              </a:ext>
            </a:extLst>
          </p:cNvPr>
          <p:cNvSpPr>
            <a:spLocks noGrp="1"/>
          </p:cNvSpPr>
          <p:nvPr/>
        </p:nvSpPr>
        <p:spPr>
          <a:xfrm>
            <a:off x="6934200" y="685165"/>
            <a:ext cx="2095500" cy="1905000"/>
          </a:xfrm>
          <a:prstGeom prst="rect">
            <a:avLst/>
          </a:prstGeom>
          <a:solidFill>
            <a:srgbClr val="243A5E"/>
          </a:solidFill>
          <a:ln w="9144">
            <a:solidFill>
              <a:srgbClr val="D0D8DE"/>
            </a:solidFill>
          </a:ln>
        </p:spPr>
        <p:txBody>
          <a:bodyPr/>
          <a:lstStyle/>
          <a:p>
            <a:endParaRPr/>
          </a:p>
        </p:txBody>
      </p:sp>
      <p:sp>
        <p:nvSpPr>
          <p:cNvPr id="15" name="CardTitle3">
            <a:extLst>
              <a:ext uri="{FF2B5EF4-FFF2-40B4-BE49-F238E27FC236}">
                <a16:creationId xmlns:a16="http://schemas.microsoft.com/office/drawing/2014/main" id="{91C93EF8-78CD-28C9-7787-FB9428602C61}"/>
              </a:ext>
            </a:extLst>
          </p:cNvPr>
          <p:cNvSpPr>
            <a:spLocks noGrp="1"/>
          </p:cNvSpPr>
          <p:nvPr/>
        </p:nvSpPr>
        <p:spPr>
          <a:xfrm>
            <a:off x="7023100" y="774065"/>
            <a:ext cx="1917700" cy="254000"/>
          </a:xfrm>
          <a:prstGeom prst="rect">
            <a:avLst/>
          </a:prstGeom>
          <a:noFill/>
          <a:ln>
            <a:noFill/>
          </a:ln>
        </p:spPr>
        <p:txBody>
          <a:bodyPr anchor="t">
            <a:normAutofit fontScale="92500" lnSpcReduction="10000"/>
          </a:bodyPr>
          <a:lstStyle/>
          <a:p>
            <a:pPr marL="0" indent="0" algn="ctr">
              <a:buNone/>
            </a:pPr>
            <a:r>
              <a:rPr lang="en-US" sz="1200" b="1" dirty="0">
                <a:solidFill>
                  <a:srgbClr val="FFFFFF"/>
                </a:solidFill>
                <a:latin typeface="Segoe UI" panose="020B0502040204020203" pitchFamily="34" charset="0"/>
              </a:rPr>
              <a:t>Failover cluster</a:t>
            </a:r>
          </a:p>
        </p:txBody>
      </p:sp>
      <p:sp>
        <p:nvSpPr>
          <p:cNvPr id="16" name="CardDesc3">
            <a:extLst>
              <a:ext uri="{FF2B5EF4-FFF2-40B4-BE49-F238E27FC236}">
                <a16:creationId xmlns:a16="http://schemas.microsoft.com/office/drawing/2014/main" id="{A8008FE3-A1F7-B0D7-914E-E442695486EF}"/>
              </a:ext>
            </a:extLst>
          </p:cNvPr>
          <p:cNvSpPr>
            <a:spLocks noGrp="1"/>
          </p:cNvSpPr>
          <p:nvPr/>
        </p:nvSpPr>
        <p:spPr>
          <a:xfrm>
            <a:off x="7023100" y="1066165"/>
            <a:ext cx="1917700" cy="1447800"/>
          </a:xfrm>
          <a:prstGeom prst="rect">
            <a:avLst/>
          </a:prstGeom>
          <a:noFill/>
          <a:ln>
            <a:noFill/>
          </a:ln>
        </p:spPr>
        <p:txBody>
          <a:bodyPr anchor="t">
            <a:normAutofit/>
          </a:bodyPr>
          <a:lstStyle/>
          <a:p>
            <a:pPr marL="0" indent="0" algn="l">
              <a:buNone/>
            </a:pPr>
            <a:r>
              <a:rPr lang="en-US" sz="1000" dirty="0">
                <a:solidFill>
                  <a:srgbClr val="FFFFFF"/>
                </a:solidFill>
                <a:latin typeface="Segoe UI" panose="020B0502040204020203" pitchFamily="34" charset="0"/>
              </a:rPr>
              <a:t>Deploy in a failover cluster to enable high availability of the gateway service. Great for production environments to ensure resiliency of your management service.</a:t>
            </a:r>
          </a:p>
        </p:txBody>
      </p:sp>
      <p:sp>
        <p:nvSpPr>
          <p:cNvPr id="17" name="Course footer">
            <a:extLst>
              <a:ext uri="{FF2B5EF4-FFF2-40B4-BE49-F238E27FC236}">
                <a16:creationId xmlns:a16="http://schemas.microsoft.com/office/drawing/2014/main" id="{5A9D763F-FC3F-89B3-DB7E-4FEA5689286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F2ED67BE-CEF0-2381-1360-2423198E3FC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2529669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4E3F-75D3-2323-4B0D-EDA1FDB48A70}"/>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22AAE6D8-E7B8-F4C2-AFBF-0E2CB228EE26}"/>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Windows Server uses a management toolset, not one universal console</a:t>
            </a:r>
          </a:p>
        </p:txBody>
      </p:sp>
      <p:sp>
        <p:nvSpPr>
          <p:cNvPr id="4" name="Text Placeholder 3">
            <a:extLst>
              <a:ext uri="{FF2B5EF4-FFF2-40B4-BE49-F238E27FC236}">
                <a16:creationId xmlns:a16="http://schemas.microsoft.com/office/drawing/2014/main" id="{91F37C2C-64BB-0614-EA82-22F3C09E449E}"/>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PowerShell is central to repeatable administration</a:t>
            </a:r>
          </a:p>
        </p:txBody>
      </p:sp>
      <p:sp>
        <p:nvSpPr>
          <p:cNvPr id="5" name="Text Placeholder 4">
            <a:extLst>
              <a:ext uri="{FF2B5EF4-FFF2-40B4-BE49-F238E27FC236}">
                <a16:creationId xmlns:a16="http://schemas.microsoft.com/office/drawing/2014/main" id="{46B99DA0-9916-73F5-DA17-09E2A16BF35F}"/>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Remote administration is the normal operating model</a:t>
            </a:r>
          </a:p>
        </p:txBody>
      </p:sp>
      <p:sp>
        <p:nvSpPr>
          <p:cNvPr id="6" name="Text Placeholder 5">
            <a:extLst>
              <a:ext uri="{FF2B5EF4-FFF2-40B4-BE49-F238E27FC236}">
                <a16:creationId xmlns:a16="http://schemas.microsoft.com/office/drawing/2014/main" id="{AD7B6357-48AD-70FF-1C95-CBB06B9142CA}"/>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WinRM and permissions are key dependencies for remote management</a:t>
            </a:r>
          </a:p>
        </p:txBody>
      </p:sp>
      <p:sp>
        <p:nvSpPr>
          <p:cNvPr id="7" name="Text Placeholder 6">
            <a:extLst>
              <a:ext uri="{FF2B5EF4-FFF2-40B4-BE49-F238E27FC236}">
                <a16:creationId xmlns:a16="http://schemas.microsoft.com/office/drawing/2014/main" id="{EA27660A-08EB-A9A2-C78D-5565DCB1CDCE}"/>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Good tool choice improves scale, security, and consistency</a:t>
            </a:r>
          </a:p>
        </p:txBody>
      </p:sp>
      <p:sp>
        <p:nvSpPr>
          <p:cNvPr id="8" name="Course footer">
            <a:extLst>
              <a:ext uri="{FF2B5EF4-FFF2-40B4-BE49-F238E27FC236}">
                <a16:creationId xmlns:a16="http://schemas.microsoft.com/office/drawing/2014/main" id="{20D3E41B-3DD2-B177-BE54-4458D4271E0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CFCBA5BE-D2D6-5298-EB39-B2A8FB8A521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0843793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221F-5438-1346-4F23-340A6C0C181D}"/>
              </a:ext>
            </a:extLst>
          </p:cNvPr>
          <p:cNvSpPr>
            <a:spLocks noGrp="1"/>
          </p:cNvSpPr>
          <p:nvPr>
            <p:ph type="title"/>
          </p:nvPr>
        </p:nvSpPr>
        <p:spPr/>
        <p:txBody>
          <a:bodyPr wrap="square">
            <a:noAutofit/>
          </a:bodyPr>
          <a:lstStyle/>
          <a:p>
            <a:r>
              <a:rPr lang="en-GB"/>
              <a:t>Knowledge Check</a:t>
            </a:r>
          </a:p>
        </p:txBody>
      </p:sp>
      <p:sp>
        <p:nvSpPr>
          <p:cNvPr id="3" name="Text Placeholder 2">
            <a:extLst>
              <a:ext uri="{FF2B5EF4-FFF2-40B4-BE49-F238E27FC236}">
                <a16:creationId xmlns:a16="http://schemas.microsoft.com/office/drawing/2014/main" id="{08C7D922-805C-D3C7-BC7B-D844C020157C}"/>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Why does Windows Server rely on several management tools?</a:t>
            </a:r>
          </a:p>
        </p:txBody>
      </p:sp>
      <p:sp>
        <p:nvSpPr>
          <p:cNvPr id="4" name="Text Placeholder 3">
            <a:extLst>
              <a:ext uri="{FF2B5EF4-FFF2-40B4-BE49-F238E27FC236}">
                <a16:creationId xmlns:a16="http://schemas.microsoft.com/office/drawing/2014/main" id="{64D759EF-FF3E-4388-2019-3E76B8B8ED7E}"/>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When is Server Manager the right tool and when is it not enough?</a:t>
            </a:r>
          </a:p>
        </p:txBody>
      </p:sp>
      <p:sp>
        <p:nvSpPr>
          <p:cNvPr id="5" name="Text Placeholder 4">
            <a:extLst>
              <a:ext uri="{FF2B5EF4-FFF2-40B4-BE49-F238E27FC236}">
                <a16:creationId xmlns:a16="http://schemas.microsoft.com/office/drawing/2014/main" id="{A623063F-C48E-8854-2F63-899C53C9F3BA}"/>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Why is remote administration preferred for routine server operations?</a:t>
            </a:r>
          </a:p>
        </p:txBody>
      </p:sp>
      <p:sp>
        <p:nvSpPr>
          <p:cNvPr id="6" name="Text Placeholder 5">
            <a:extLst>
              <a:ext uri="{FF2B5EF4-FFF2-40B4-BE49-F238E27FC236}">
                <a16:creationId xmlns:a16="http://schemas.microsoft.com/office/drawing/2014/main" id="{D10557BC-92B5-5C39-59E6-E02F9AC9AE97}"/>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What role does WinRM play in remote management?</a:t>
            </a:r>
          </a:p>
        </p:txBody>
      </p:sp>
      <p:sp>
        <p:nvSpPr>
          <p:cNvPr id="7" name="Text Placeholder 6">
            <a:extLst>
              <a:ext uri="{FF2B5EF4-FFF2-40B4-BE49-F238E27FC236}">
                <a16:creationId xmlns:a16="http://schemas.microsoft.com/office/drawing/2014/main" id="{5C94DA2B-D650-94CD-2E0A-C7638B2762A5}"/>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Why is role-based administration safer than broad standing privilege?</a:t>
            </a:r>
          </a:p>
        </p:txBody>
      </p:sp>
      <p:sp>
        <p:nvSpPr>
          <p:cNvPr id="8" name="Course footer">
            <a:extLst>
              <a:ext uri="{FF2B5EF4-FFF2-40B4-BE49-F238E27FC236}">
                <a16:creationId xmlns:a16="http://schemas.microsoft.com/office/drawing/2014/main" id="{071B49D4-E56A-5721-2E01-00A2D8C63D6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AD3CAB39-C0A8-A7E8-BE29-D790D516360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6555515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AE92E-9002-8B0A-EF50-B6690E617920}"/>
              </a:ext>
            </a:extLst>
          </p:cNvPr>
          <p:cNvSpPr>
            <a:spLocks noGrp="1"/>
          </p:cNvSpPr>
          <p:nvPr>
            <p:ph type="title"/>
          </p:nvPr>
        </p:nvSpPr>
        <p:spPr/>
        <p:txBody>
          <a:bodyPr wrap="square">
            <a:noAutofit/>
          </a:bodyPr>
          <a:lstStyle/>
          <a:p>
            <a:r>
              <a:rPr lang="en-GB"/>
              <a:t>Lab 0201 | Remote Administration Tools and PowerShell</a:t>
            </a:r>
          </a:p>
        </p:txBody>
      </p:sp>
      <p:sp>
        <p:nvSpPr>
          <p:cNvPr id="3" name="Shape 0">
            <a:extLst>
              <a:ext uri="{FF2B5EF4-FFF2-40B4-BE49-F238E27FC236}">
                <a16:creationId xmlns:a16="http://schemas.microsoft.com/office/drawing/2014/main" id="{3ED4D6DA-CAEE-746D-05CB-E588E2A24F12}"/>
              </a:ext>
            </a:extLst>
          </p:cNvPr>
          <p:cNvSpPr/>
          <p:nvPr/>
        </p:nvSpPr>
        <p:spPr>
          <a:xfrm>
            <a:off x="139700" y="-5348"/>
            <a:ext cx="164592" cy="5143500"/>
          </a:xfrm>
          <a:prstGeom prst="rect">
            <a:avLst/>
          </a:prstGeom>
          <a:solidFill>
            <a:srgbClr val="0076D4"/>
          </a:solidFill>
          <a:ln w="12700">
            <a:solidFill>
              <a:srgbClr val="0076D4"/>
            </a:solidFill>
            <a:prstDash val="solid"/>
          </a:ln>
        </p:spPr>
        <p:txBody>
          <a:bodyPr/>
          <a:lstStyle/>
          <a:p>
            <a:endParaRPr lang="en-US"/>
          </a:p>
        </p:txBody>
      </p:sp>
      <p:sp>
        <p:nvSpPr>
          <p:cNvPr id="4" name="Text 7">
            <a:extLst>
              <a:ext uri="{FF2B5EF4-FFF2-40B4-BE49-F238E27FC236}">
                <a16:creationId xmlns:a16="http://schemas.microsoft.com/office/drawing/2014/main" id="{0459EB04-B6F6-D356-D203-A188FD4453FA}"/>
              </a:ext>
            </a:extLst>
          </p:cNvPr>
          <p:cNvSpPr/>
          <p:nvPr/>
        </p:nvSpPr>
        <p:spPr>
          <a:xfrm>
            <a:off x="551180" y="2746058"/>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B3A53"/>
                </a:solidFill>
                <a:latin typeface="Segoe UI" panose="020B0502040204020203" pitchFamily="34" charset="0"/>
                <a:ea typeface="Calibri" pitchFamily="34" charset="-122"/>
                <a:cs typeface="Calibri" pitchFamily="34" charset="-120"/>
              </a:rPr>
              <a:t>In this lab, you will use multiple administration tools to manage Windows Server remotely. You will connect to servers using Server Manager's multi-server administration, use PowerShell for remote command execution, and understand the differences between local and remote administration. This lab demonstrates why remote administration is the standard approach for Windows Server management.</a:t>
            </a:r>
            <a:endParaRPr lang="en-US" sz="1400" dirty="0">
              <a:solidFill>
                <a:srgbClr val="0B3A53"/>
              </a:solidFill>
              <a:latin typeface="Segoe UI" panose="020B0502040204020203" pitchFamily="34" charset="0"/>
            </a:endParaRPr>
          </a:p>
        </p:txBody>
      </p:sp>
      <p:pic>
        <p:nvPicPr>
          <p:cNvPr id="5" name="Image 0" descr="preencoded.png">
            <a:extLst>
              <a:ext uri="{FF2B5EF4-FFF2-40B4-BE49-F238E27FC236}">
                <a16:creationId xmlns:a16="http://schemas.microsoft.com/office/drawing/2014/main" id="{86787BAA-1864-1AB8-EED5-A3AD92A50734}"/>
              </a:ext>
            </a:extLst>
          </p:cNvPr>
          <p:cNvPicPr>
            <a:picLocks noChangeAspect="1"/>
          </p:cNvPicPr>
          <p:nvPr/>
        </p:nvPicPr>
        <p:blipFill>
          <a:blip r:embed="rId2">
            <a:alphaModFix amt="80000"/>
          </a:blip>
          <a:stretch>
            <a:fillRect/>
          </a:stretch>
        </p:blipFill>
        <p:spPr>
          <a:xfrm>
            <a:off x="7454900" y="1054418"/>
            <a:ext cx="1554480" cy="1554480"/>
          </a:xfrm>
          <a:prstGeom prst="rect">
            <a:avLst/>
          </a:prstGeom>
        </p:spPr>
      </p:pic>
      <p:sp>
        <p:nvSpPr>
          <p:cNvPr id="6" name="Course footer">
            <a:extLst>
              <a:ext uri="{FF2B5EF4-FFF2-40B4-BE49-F238E27FC236}">
                <a16:creationId xmlns:a16="http://schemas.microsoft.com/office/drawing/2014/main" id="{23D94E9A-DEFD-1F41-1FA9-E73EF93D061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2 | Methods and Tools for Administration</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CC1C3679-51F3-E656-E79E-CD45E6E3438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666876044"/>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3B03FF-73FA-D64D-BE99-C264810A03E5}">
  <we:reference id="wa200010001" version="1.0.0.1" store="en-US" storeType="OMEX"/>
  <we:alternateReferences>
    <we:reference id="WA200010001" version="1.0.0.1" store="" storeType="OMEX"/>
  </we:alternateReferences>
  <we:properties>
    <we:property name="claude.fileId" value="&quot;17a846ac-741a-4c56-a7b6-359eb1cb6f0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57</TotalTime>
  <Words>1736</Words>
  <Application>Microsoft Macintosh PowerPoint</Application>
  <PresentationFormat>On-screen Show (16:9)</PresentationFormat>
  <Paragraphs>226</Paragraphs>
  <Slides>29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Aptos</vt:lpstr>
      <vt:lpstr>Arial</vt:lpstr>
      <vt:lpstr>Consolas</vt:lpstr>
      <vt:lpstr>Segoe UI</vt:lpstr>
      <vt:lpstr>Segoe UI Semibold</vt:lpstr>
      <vt:lpstr>Wingdings</vt:lpstr>
      <vt:lpstr>Microsoft Power Platform Template</vt:lpstr>
      <vt:lpstr>1_Microsoft Power Platform Template</vt:lpstr>
      <vt:lpstr>Chapter 2
Methods and Tools for Administration</vt:lpstr>
      <vt:lpstr>Learning Objectives</vt:lpstr>
      <vt:lpstr>Windows Server Administration Toolset</vt:lpstr>
      <vt:lpstr>Server Manager</vt:lpstr>
      <vt:lpstr>2.1 Management Tools: Core Ideas</vt:lpstr>
      <vt:lpstr>Server Manager and Role-Specific Tools</vt:lpstr>
      <vt:lpstr>Management with PowerShell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2.2 Local and Remote Administration</vt:lpstr>
      <vt:lpstr>Why Remote Administration Matters</vt:lpstr>
      <vt:lpstr>Remote Administration Path</vt:lpstr>
      <vt:lpstr>WinRM and PowerShell Remoting</vt:lpstr>
      <vt:lpstr>PowerPoint Presentation</vt:lpstr>
      <vt:lpstr>PowerPoint Presentation</vt:lpstr>
      <vt:lpstr>PowerPoint Presentation</vt:lpstr>
      <vt:lpstr>Local vs Remote Administration Comparison</vt:lpstr>
      <vt:lpstr>Windows Admin Center</vt:lpstr>
      <vt:lpstr>What is Windows Admin Center?</vt:lpstr>
      <vt:lpstr>How to Install Windows Admin Center</vt:lpstr>
      <vt:lpstr>Windows Admin Centre: Installation Types</vt:lpstr>
      <vt:lpstr>Chapter Summary</vt:lpstr>
      <vt:lpstr>Knowledge Check</vt:lpstr>
      <vt:lpstr>Lab 0201 | Remote Administration Tools and PowerShell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2026-04-07T14:56:50Z</dcterms:created>
  <dcterms:modified xsi:type="dcterms:W3CDTF">2026-06-27T19:40:14Z</dcterms:modified>
</cp:coreProperties>
</file>