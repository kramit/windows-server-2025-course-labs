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31"/>
  </p:notesMasterIdLst>
  <p:sldIdLst>
    <p:sldId id="300" r:id="rId3"/>
    <p:sldId id="301" r:id="rId4"/>
    <p:sldId id="302" r:id="rId5"/>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Lst>
  <p:sldSz cx="12192000" cy="6858000"/>
  <p:notesSz cx="6858000" cy="12192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C64A25-565E-4F7F-9B59-B1A0ACE17F4F}" v="1" dt="2026-06-11T12:55:10.7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144"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sldOrd modMainMaster">
      <pc:chgData name="Michael Whitehouse" userId="0ecba9273f6ad366" providerId="LiveId" clId="{F36E82C0-65ED-4BE7-8730-0F102FB388DD}" dt="2026-06-14T13:23:55.224" v="8495" actId="478"/>
      <pc:docMkLst>
        <pc:docMk/>
      </pc:docMkLst>
      <pc:sldChg chg="modSp add mod chgLayout">
        <pc:chgData name="Michael Whitehouse" userId="0ecba9273f6ad366" providerId="LiveId" clId="{F36E82C0-65ED-4BE7-8730-0F102FB388DD}" dt="2026-06-11T12:54:56.728" v="8487" actId="700"/>
        <pc:sldMkLst>
          <pc:docMk/>
          <pc:sldMk cId="3514407460" sldId="300"/>
        </pc:sldMkLst>
        <pc:spChg chg="mod ord">
          <ac:chgData name="Michael Whitehouse" userId="0ecba9273f6ad366" providerId="LiveId" clId="{F36E82C0-65ED-4BE7-8730-0F102FB388DD}" dt="2026-06-11T12:54:56.728" v="8487" actId="700"/>
          <ac:spMkLst>
            <pc:docMk/>
            <pc:sldMk cId="3514407460" sldId="300"/>
            <ac:spMk id="2" creationId="{DFBA38BA-ECBD-7BF6-0836-3A2094BC2974}"/>
          </ac:spMkLst>
        </pc:spChg>
        <pc:spChg chg="mod ord">
          <ac:chgData name="Michael Whitehouse" userId="0ecba9273f6ad366" providerId="LiveId" clId="{F36E82C0-65ED-4BE7-8730-0F102FB388DD}" dt="2026-06-11T12:54:56.728" v="8487" actId="700"/>
          <ac:spMkLst>
            <pc:docMk/>
            <pc:sldMk cId="3514407460" sldId="300"/>
            <ac:spMk id="3" creationId="{706AAB94-D439-341C-9CD4-3CCB4131B8A3}"/>
          </ac:spMkLst>
        </pc:spChg>
      </pc:sldChg>
      <pc:sldChg chg="addSp modSp add mod modClrScheme chgLayout">
        <pc:chgData name="Michael Whitehouse" userId="0ecba9273f6ad366" providerId="LiveId" clId="{F36E82C0-65ED-4BE7-8730-0F102FB388DD}" dt="2026-06-11T12:46:25.430" v="8421" actId="700"/>
        <pc:sldMkLst>
          <pc:docMk/>
          <pc:sldMk cId="3904136608" sldId="301"/>
        </pc:sldMkLst>
        <pc:spChg chg="mod ord">
          <ac:chgData name="Michael Whitehouse" userId="0ecba9273f6ad366" providerId="LiveId" clId="{F36E82C0-65ED-4BE7-8730-0F102FB388DD}" dt="2026-06-11T12:46:25.430" v="8421" actId="700"/>
          <ac:spMkLst>
            <pc:docMk/>
            <pc:sldMk cId="3904136608" sldId="301"/>
            <ac:spMk id="2" creationId="{6F26477E-A35A-EF8B-DEC8-EE6FF780C884}"/>
          </ac:spMkLst>
        </pc:spChg>
        <pc:spChg chg="mod ord">
          <ac:chgData name="Michael Whitehouse" userId="0ecba9273f6ad366" providerId="LiveId" clId="{F36E82C0-65ED-4BE7-8730-0F102FB388DD}" dt="2026-06-11T12:46:25.430" v="8421" actId="700"/>
          <ac:spMkLst>
            <pc:docMk/>
            <pc:sldMk cId="3904136608" sldId="301"/>
            <ac:spMk id="3" creationId="{58D956E7-2DA1-F56A-9AAD-FD530644C36F}"/>
          </ac:spMkLst>
        </pc:spChg>
        <pc:spChg chg="mod ord">
          <ac:chgData name="Michael Whitehouse" userId="0ecba9273f6ad366" providerId="LiveId" clId="{F36E82C0-65ED-4BE7-8730-0F102FB388DD}" dt="2026-06-11T12:46:25.430" v="8421" actId="700"/>
          <ac:spMkLst>
            <pc:docMk/>
            <pc:sldMk cId="3904136608" sldId="301"/>
            <ac:spMk id="4" creationId="{3746C1B5-66F6-1271-B0E1-A7B13DE1467B}"/>
          </ac:spMkLst>
        </pc:spChg>
        <pc:spChg chg="mod ord">
          <ac:chgData name="Michael Whitehouse" userId="0ecba9273f6ad366" providerId="LiveId" clId="{F36E82C0-65ED-4BE7-8730-0F102FB388DD}" dt="2026-06-11T12:46:25.430" v="8421" actId="700"/>
          <ac:spMkLst>
            <pc:docMk/>
            <pc:sldMk cId="3904136608" sldId="301"/>
            <ac:spMk id="5" creationId="{942E9F3E-DF4F-DB42-FC27-9801D8482B94}"/>
          </ac:spMkLst>
        </pc:spChg>
        <pc:spChg chg="mod ord">
          <ac:chgData name="Michael Whitehouse" userId="0ecba9273f6ad366" providerId="LiveId" clId="{F36E82C0-65ED-4BE7-8730-0F102FB388DD}" dt="2026-06-11T12:46:25.430" v="8421" actId="700"/>
          <ac:spMkLst>
            <pc:docMk/>
            <pc:sldMk cId="3904136608" sldId="301"/>
            <ac:spMk id="6" creationId="{9FC54EAB-7DFD-3BED-92A5-5B23DE482BB3}"/>
          </ac:spMkLst>
        </pc:spChg>
        <pc:spChg chg="add mod">
          <ac:chgData name="Michael Whitehouse" userId="0ecba9273f6ad366" providerId="LiveId" clId="{F36E82C0-65ED-4BE7-8730-0F102FB388DD}" dt="2026-06-09T17:46:04.394" v="2123" actId="207"/>
          <ac:spMkLst>
            <pc:docMk/>
            <pc:sldMk cId="3904136608" sldId="301"/>
            <ac:spMk id="7" creationId="{AF6F1987-F5A9-E07A-2F72-8522CB14D4CC}"/>
          </ac:spMkLst>
        </pc:spChg>
        <pc:spChg chg="add mod">
          <ac:chgData name="Michael Whitehouse" userId="0ecba9273f6ad366" providerId="LiveId" clId="{F36E82C0-65ED-4BE7-8730-0F102FB388DD}" dt="2026-06-09T17:46:04.408" v="2133" actId="207"/>
          <ac:spMkLst>
            <pc:docMk/>
            <pc:sldMk cId="3904136608" sldId="301"/>
            <ac:spMk id="8" creationId="{49F9AF8F-6FDA-C1EF-BA89-CAC4DB967B81}"/>
          </ac:spMkLst>
        </pc:spChg>
      </pc:sldChg>
      <pc:sldChg chg="addSp delSp modSp add mod modClrScheme chgLayout">
        <pc:chgData name="Michael Whitehouse" userId="0ecba9273f6ad366" providerId="LiveId" clId="{F36E82C0-65ED-4BE7-8730-0F102FB388DD}" dt="2026-06-14T13:23:49.763" v="8493" actId="478"/>
        <pc:sldMkLst>
          <pc:docMk/>
          <pc:sldMk cId="4057851096" sldId="302"/>
        </pc:sldMkLst>
        <pc:spChg chg="mod ord">
          <ac:chgData name="Michael Whitehouse" userId="0ecba9273f6ad366" providerId="LiveId" clId="{F36E82C0-65ED-4BE7-8730-0F102FB388DD}" dt="2026-06-11T12:46:25.430" v="8421" actId="700"/>
          <ac:spMkLst>
            <pc:docMk/>
            <pc:sldMk cId="4057851096" sldId="302"/>
            <ac:spMk id="2" creationId="{0787EAF2-5586-B1AF-35BB-17AA829847F4}"/>
          </ac:spMkLst>
        </pc:spChg>
        <pc:spChg chg="add del mod">
          <ac:chgData name="Michael Whitehouse" userId="0ecba9273f6ad366" providerId="LiveId" clId="{F36E82C0-65ED-4BE7-8730-0F102FB388DD}" dt="2026-06-14T13:23:49.763" v="8493" actId="478"/>
          <ac:spMkLst>
            <pc:docMk/>
            <pc:sldMk cId="4057851096" sldId="302"/>
            <ac:spMk id="3" creationId="{C4DB7575-5F21-1F44-AE6E-517ECDB4E2BD}"/>
          </ac:spMkLst>
        </pc:spChg>
        <pc:spChg chg="add mod">
          <ac:chgData name="Michael Whitehouse" userId="0ecba9273f6ad366" providerId="LiveId" clId="{F36E82C0-65ED-4BE7-8730-0F102FB388DD}" dt="2026-06-09T17:46:06.566" v="2168" actId="208"/>
          <ac:spMkLst>
            <pc:docMk/>
            <pc:sldMk cId="4057851096" sldId="302"/>
            <ac:spMk id="5" creationId="{32A109E0-6E25-9F8E-C66F-D1AE0F240773}"/>
          </ac:spMkLst>
        </pc:spChg>
        <pc:spChg chg="add mod">
          <ac:chgData name="Michael Whitehouse" userId="0ecba9273f6ad366" providerId="LiveId" clId="{F36E82C0-65ED-4BE7-8730-0F102FB388DD}" dt="2026-06-11T12:46:25.493" v="8436" actId="27636"/>
          <ac:spMkLst>
            <pc:docMk/>
            <pc:sldMk cId="4057851096" sldId="302"/>
            <ac:spMk id="6" creationId="{A37F791B-1957-D30A-333C-7487C23F6896}"/>
          </ac:spMkLst>
        </pc:spChg>
        <pc:spChg chg="add mod">
          <ac:chgData name="Michael Whitehouse" userId="0ecba9273f6ad366" providerId="LiveId" clId="{F36E82C0-65ED-4BE7-8730-0F102FB388DD}" dt="2026-06-09T17:46:06.846" v="2190" actId="139"/>
          <ac:spMkLst>
            <pc:docMk/>
            <pc:sldMk cId="4057851096" sldId="302"/>
            <ac:spMk id="7" creationId="{BA0287B4-0BB2-15D8-E088-81C75D578A97}"/>
          </ac:spMkLst>
        </pc:spChg>
        <pc:spChg chg="add mod">
          <ac:chgData name="Michael Whitehouse" userId="0ecba9273f6ad366" providerId="LiveId" clId="{F36E82C0-65ED-4BE7-8730-0F102FB388DD}" dt="2026-06-11T12:46:25.492" v="8433" actId="27636"/>
          <ac:spMkLst>
            <pc:docMk/>
            <pc:sldMk cId="4057851096" sldId="302"/>
            <ac:spMk id="8" creationId="{909239E3-74FB-D1A3-4FB1-AF9C8723F003}"/>
          </ac:spMkLst>
        </pc:spChg>
        <pc:spChg chg="add mod">
          <ac:chgData name="Michael Whitehouse" userId="0ecba9273f6ad366" providerId="LiveId" clId="{F36E82C0-65ED-4BE7-8730-0F102FB388DD}" dt="2026-06-09T17:46:07.089" v="2210"/>
          <ac:spMkLst>
            <pc:docMk/>
            <pc:sldMk cId="4057851096" sldId="302"/>
            <ac:spMk id="9" creationId="{F36FE9DD-76DF-609F-79F7-B7469457AF0C}"/>
          </ac:spMkLst>
        </pc:spChg>
        <pc:spChg chg="add mod">
          <ac:chgData name="Michael Whitehouse" userId="0ecba9273f6ad366" providerId="LiveId" clId="{F36E82C0-65ED-4BE7-8730-0F102FB388DD}" dt="2026-06-11T12:46:25.489" v="8430" actId="27636"/>
          <ac:spMkLst>
            <pc:docMk/>
            <pc:sldMk cId="4057851096" sldId="302"/>
            <ac:spMk id="10" creationId="{637A1992-CF80-B996-4368-CEAE47E8787D}"/>
          </ac:spMkLst>
        </pc:spChg>
        <pc:spChg chg="add mod">
          <ac:chgData name="Michael Whitehouse" userId="0ecba9273f6ad366" providerId="LiveId" clId="{F36E82C0-65ED-4BE7-8730-0F102FB388DD}" dt="2026-06-09T17:46:07.346" v="2232" actId="139"/>
          <ac:spMkLst>
            <pc:docMk/>
            <pc:sldMk cId="4057851096" sldId="302"/>
            <ac:spMk id="11" creationId="{ADA44E29-F253-B109-0B2C-306B53E368D4}"/>
          </ac:spMkLst>
        </pc:spChg>
        <pc:spChg chg="add mod">
          <ac:chgData name="Michael Whitehouse" userId="0ecba9273f6ad366" providerId="LiveId" clId="{F36E82C0-65ED-4BE7-8730-0F102FB388DD}" dt="2026-06-11T12:46:25.488" v="8429" actId="27636"/>
          <ac:spMkLst>
            <pc:docMk/>
            <pc:sldMk cId="4057851096" sldId="302"/>
            <ac:spMk id="12" creationId="{08D574D5-D039-BB08-6926-6218E78F5405}"/>
          </ac:spMkLst>
        </pc:spChg>
        <pc:spChg chg="add mod">
          <ac:chgData name="Michael Whitehouse" userId="0ecba9273f6ad366" providerId="LiveId" clId="{F36E82C0-65ED-4BE7-8730-0F102FB388DD}" dt="2026-06-09T17:46:07.590" v="2254" actId="208"/>
          <ac:spMkLst>
            <pc:docMk/>
            <pc:sldMk cId="4057851096" sldId="302"/>
            <ac:spMk id="13" creationId="{7DB23782-23FD-8B33-540A-1172A9E913BA}"/>
          </ac:spMkLst>
        </pc:spChg>
        <pc:spChg chg="add mod">
          <ac:chgData name="Michael Whitehouse" userId="0ecba9273f6ad366" providerId="LiveId" clId="{F36E82C0-65ED-4BE7-8730-0F102FB388DD}" dt="2026-06-11T12:46:25.491" v="8432" actId="27636"/>
          <ac:spMkLst>
            <pc:docMk/>
            <pc:sldMk cId="4057851096" sldId="302"/>
            <ac:spMk id="14" creationId="{3F554ED5-8595-96A9-BCB1-01ABA4507F05}"/>
          </ac:spMkLst>
        </pc:spChg>
        <pc:spChg chg="add mod">
          <ac:chgData name="Michael Whitehouse" userId="0ecba9273f6ad366" providerId="LiveId" clId="{F36E82C0-65ED-4BE7-8730-0F102FB388DD}" dt="2026-06-09T17:46:07.857" v="2276" actId="139"/>
          <ac:spMkLst>
            <pc:docMk/>
            <pc:sldMk cId="4057851096" sldId="302"/>
            <ac:spMk id="15" creationId="{11AF775F-7218-33F0-BCE4-303CAA6D437A}"/>
          </ac:spMkLst>
        </pc:spChg>
        <pc:spChg chg="add mod">
          <ac:chgData name="Michael Whitehouse" userId="0ecba9273f6ad366" providerId="LiveId" clId="{F36E82C0-65ED-4BE7-8730-0F102FB388DD}" dt="2026-06-11T12:46:25.490" v="8431" actId="27636"/>
          <ac:spMkLst>
            <pc:docMk/>
            <pc:sldMk cId="4057851096" sldId="302"/>
            <ac:spMk id="16" creationId="{32A77831-0074-1E11-B0BB-3711281577DC}"/>
          </ac:spMkLst>
        </pc:spChg>
        <pc:spChg chg="add mod">
          <ac:chgData name="Michael Whitehouse" userId="0ecba9273f6ad366" providerId="LiveId" clId="{F36E82C0-65ED-4BE7-8730-0F102FB388DD}" dt="2026-06-09T17:46:08.103" v="2296"/>
          <ac:spMkLst>
            <pc:docMk/>
            <pc:sldMk cId="4057851096" sldId="302"/>
            <ac:spMk id="17" creationId="{5D93F267-96AF-D6E2-0FEA-78BF544577D9}"/>
          </ac:spMkLst>
        </pc:spChg>
        <pc:spChg chg="add mod">
          <ac:chgData name="Michael Whitehouse" userId="0ecba9273f6ad366" providerId="LiveId" clId="{F36E82C0-65ED-4BE7-8730-0F102FB388DD}" dt="2026-06-11T12:46:25.488" v="8428" actId="27636"/>
          <ac:spMkLst>
            <pc:docMk/>
            <pc:sldMk cId="4057851096" sldId="302"/>
            <ac:spMk id="18" creationId="{A5FD6102-B8A0-177C-D41F-C8569A52B089}"/>
          </ac:spMkLst>
        </pc:spChg>
        <pc:spChg chg="add mod">
          <ac:chgData name="Michael Whitehouse" userId="0ecba9273f6ad366" providerId="LiveId" clId="{F36E82C0-65ED-4BE7-8730-0F102FB388DD}" dt="2026-06-09T17:46:08.362" v="2318" actId="139"/>
          <ac:spMkLst>
            <pc:docMk/>
            <pc:sldMk cId="4057851096" sldId="302"/>
            <ac:spMk id="19" creationId="{8BD0DCA5-C5D2-8DB3-EB8F-5E0A877DFA3E}"/>
          </ac:spMkLst>
        </pc:spChg>
        <pc:spChg chg="add mod">
          <ac:chgData name="Michael Whitehouse" userId="0ecba9273f6ad366" providerId="LiveId" clId="{F36E82C0-65ED-4BE7-8730-0F102FB388DD}" dt="2026-06-11T12:46:25.493" v="8435" actId="27636"/>
          <ac:spMkLst>
            <pc:docMk/>
            <pc:sldMk cId="4057851096" sldId="302"/>
            <ac:spMk id="20" creationId="{5BE9333D-7915-DF2F-3815-65A1172C0BE5}"/>
          </ac:spMkLst>
        </pc:spChg>
        <pc:spChg chg="add mod">
          <ac:chgData name="Michael Whitehouse" userId="0ecba9273f6ad366" providerId="LiveId" clId="{F36E82C0-65ED-4BE7-8730-0F102FB388DD}" dt="2026-06-09T17:46:08.612" v="2338"/>
          <ac:spMkLst>
            <pc:docMk/>
            <pc:sldMk cId="4057851096" sldId="302"/>
            <ac:spMk id="21" creationId="{29976AB3-16A6-E7D3-2196-C9B7C72CB478}"/>
          </ac:spMkLst>
        </pc:spChg>
        <pc:spChg chg="add mod">
          <ac:chgData name="Michael Whitehouse" userId="0ecba9273f6ad366" providerId="LiveId" clId="{F36E82C0-65ED-4BE7-8730-0F102FB388DD}" dt="2026-06-11T12:46:25.494" v="8437" actId="27636"/>
          <ac:spMkLst>
            <pc:docMk/>
            <pc:sldMk cId="4057851096" sldId="302"/>
            <ac:spMk id="22" creationId="{6BE4E428-935C-98C5-836F-5112F3603E8A}"/>
          </ac:spMkLst>
        </pc:spChg>
        <pc:spChg chg="add mod">
          <ac:chgData name="Michael Whitehouse" userId="0ecba9273f6ad366" providerId="LiveId" clId="{F36E82C0-65ED-4BE7-8730-0F102FB388DD}" dt="2026-06-09T17:46:08.946" v="2360" actId="139"/>
          <ac:spMkLst>
            <pc:docMk/>
            <pc:sldMk cId="4057851096" sldId="302"/>
            <ac:spMk id="23" creationId="{57CBC700-8C54-14F9-AC61-ABDED61E9B78}"/>
          </ac:spMkLst>
        </pc:spChg>
        <pc:spChg chg="add mod">
          <ac:chgData name="Michael Whitehouse" userId="0ecba9273f6ad366" providerId="LiveId" clId="{F36E82C0-65ED-4BE7-8730-0F102FB388DD}" dt="2026-06-11T12:46:25.495" v="8438" actId="27636"/>
          <ac:spMkLst>
            <pc:docMk/>
            <pc:sldMk cId="4057851096" sldId="302"/>
            <ac:spMk id="24" creationId="{97C879F4-7A23-3DE3-42A7-F8A8D43D4015}"/>
          </ac:spMkLst>
        </pc:spChg>
        <pc:spChg chg="add mod">
          <ac:chgData name="Michael Whitehouse" userId="0ecba9273f6ad366" providerId="LiveId" clId="{F36E82C0-65ED-4BE7-8730-0F102FB388DD}" dt="2026-06-09T17:46:09.196" v="2382" actId="208"/>
          <ac:spMkLst>
            <pc:docMk/>
            <pc:sldMk cId="4057851096" sldId="302"/>
            <ac:spMk id="25" creationId="{102DF7E3-3235-74D6-A2A6-A411E8077367}"/>
          </ac:spMkLst>
        </pc:spChg>
        <pc:spChg chg="add mod">
          <ac:chgData name="Michael Whitehouse" userId="0ecba9273f6ad366" providerId="LiveId" clId="{F36E82C0-65ED-4BE7-8730-0F102FB388DD}" dt="2026-06-11T12:46:25.495" v="8439" actId="27636"/>
          <ac:spMkLst>
            <pc:docMk/>
            <pc:sldMk cId="4057851096" sldId="302"/>
            <ac:spMk id="26" creationId="{F0191545-C368-E4DA-91C6-220B8633F862}"/>
          </ac:spMkLst>
        </pc:spChg>
        <pc:spChg chg="add mod">
          <ac:chgData name="Michael Whitehouse" userId="0ecba9273f6ad366" providerId="LiveId" clId="{F36E82C0-65ED-4BE7-8730-0F102FB388DD}" dt="2026-06-09T17:46:09.445" v="2404" actId="139"/>
          <ac:spMkLst>
            <pc:docMk/>
            <pc:sldMk cId="4057851096" sldId="302"/>
            <ac:spMk id="27" creationId="{E4F05FDD-59AF-AAC3-9433-FB319AE0494A}"/>
          </ac:spMkLst>
        </pc:spChg>
        <pc:spChg chg="add mod ord">
          <ac:chgData name="Michael Whitehouse" userId="0ecba9273f6ad366" providerId="LiveId" clId="{F36E82C0-65ED-4BE7-8730-0F102FB388DD}" dt="2026-06-11T12:55:34.461" v="8492" actId="1076"/>
          <ac:spMkLst>
            <pc:docMk/>
            <pc:sldMk cId="4057851096" sldId="302"/>
            <ac:spMk id="28" creationId="{8F91774C-B654-521C-04C0-72D3A1CC7E6A}"/>
          </ac:spMkLst>
        </pc:spChg>
        <pc:spChg chg="add mod">
          <ac:chgData name="Michael Whitehouse" userId="0ecba9273f6ad366" providerId="LiveId" clId="{F36E82C0-65ED-4BE7-8730-0F102FB388DD}" dt="2026-06-11T12:55:24.603" v="8489" actId="1076"/>
          <ac:spMkLst>
            <pc:docMk/>
            <pc:sldMk cId="4057851096" sldId="302"/>
            <ac:spMk id="29" creationId="{9A561246-FACA-E616-9206-3B11278718B0}"/>
          </ac:spMkLst>
        </pc:spChg>
        <pc:spChg chg="add mod">
          <ac:chgData name="Michael Whitehouse" userId="0ecba9273f6ad366" providerId="LiveId" clId="{F36E82C0-65ED-4BE7-8730-0F102FB388DD}" dt="2026-06-09T17:46:09.710" v="2434" actId="207"/>
          <ac:spMkLst>
            <pc:docMk/>
            <pc:sldMk cId="4057851096" sldId="302"/>
            <ac:spMk id="30" creationId="{C541601A-3463-EFA4-919E-A52E1BE3E5D2}"/>
          </ac:spMkLst>
        </pc:spChg>
        <pc:spChg chg="add mod">
          <ac:chgData name="Michael Whitehouse" userId="0ecba9273f6ad366" providerId="LiveId" clId="{F36E82C0-65ED-4BE7-8730-0F102FB388DD}" dt="2026-06-09T17:46:09.724" v="2444" actId="207"/>
          <ac:spMkLst>
            <pc:docMk/>
            <pc:sldMk cId="4057851096" sldId="302"/>
            <ac:spMk id="31" creationId="{C2FFE573-A9BB-6D69-1EF5-711D770A970C}"/>
          </ac:spMkLst>
        </pc:spChg>
      </pc:sldChg>
      <pc:sldChg chg="addSp delSp modSp add mod modClrScheme chgLayout">
        <pc:chgData name="Michael Whitehouse" userId="0ecba9273f6ad366" providerId="LiveId" clId="{F36E82C0-65ED-4BE7-8730-0F102FB388DD}" dt="2026-06-14T13:23:52.596" v="8494" actId="478"/>
        <pc:sldMkLst>
          <pc:docMk/>
          <pc:sldMk cId="869275895" sldId="303"/>
        </pc:sldMkLst>
        <pc:spChg chg="mod ord">
          <ac:chgData name="Michael Whitehouse" userId="0ecba9273f6ad366" providerId="LiveId" clId="{F36E82C0-65ED-4BE7-8730-0F102FB388DD}" dt="2026-06-11T12:46:25.430" v="8421" actId="700"/>
          <ac:spMkLst>
            <pc:docMk/>
            <pc:sldMk cId="869275895" sldId="303"/>
            <ac:spMk id="2" creationId="{7C21D1EA-B062-70C0-F328-C9D7FBC70332}"/>
          </ac:spMkLst>
        </pc:spChg>
        <pc:spChg chg="add del mod">
          <ac:chgData name="Michael Whitehouse" userId="0ecba9273f6ad366" providerId="LiveId" clId="{F36E82C0-65ED-4BE7-8730-0F102FB388DD}" dt="2026-06-14T13:23:52.596" v="8494" actId="478"/>
          <ac:spMkLst>
            <pc:docMk/>
            <pc:sldMk cId="869275895" sldId="303"/>
            <ac:spMk id="3" creationId="{9E71E0E9-4643-7ABD-0D19-77666A127634}"/>
          </ac:spMkLst>
        </pc:spChg>
        <pc:spChg chg="add mod">
          <ac:chgData name="Michael Whitehouse" userId="0ecba9273f6ad366" providerId="LiveId" clId="{F36E82C0-65ED-4BE7-8730-0F102FB388DD}" dt="2026-06-09T17:46:10.679" v="2479" actId="208"/>
          <ac:spMkLst>
            <pc:docMk/>
            <pc:sldMk cId="869275895" sldId="303"/>
            <ac:spMk id="5" creationId="{A5C39BAD-511D-C62A-53AB-771A25C52A38}"/>
          </ac:spMkLst>
        </pc:spChg>
        <pc:spChg chg="add mod">
          <ac:chgData name="Michael Whitehouse" userId="0ecba9273f6ad366" providerId="LiveId" clId="{F36E82C0-65ED-4BE7-8730-0F102FB388DD}" dt="2026-06-09T17:46:10.792" v="2490" actId="139"/>
          <ac:spMkLst>
            <pc:docMk/>
            <pc:sldMk cId="869275895" sldId="303"/>
            <ac:spMk id="6" creationId="{BEA5DD75-42BB-AF00-E83E-C05BFDFB3628}"/>
          </ac:spMkLst>
        </pc:spChg>
        <pc:spChg chg="add mod">
          <ac:chgData name="Michael Whitehouse" userId="0ecba9273f6ad366" providerId="LiveId" clId="{F36E82C0-65ED-4BE7-8730-0F102FB388DD}" dt="2026-06-09T17:46:10.915" v="2501" actId="208"/>
          <ac:spMkLst>
            <pc:docMk/>
            <pc:sldMk cId="869275895" sldId="303"/>
            <ac:spMk id="7" creationId="{99379F76-E160-1C9A-5328-7F7761C52C6F}"/>
          </ac:spMkLst>
        </pc:spChg>
        <pc:spChg chg="add mod">
          <ac:chgData name="Michael Whitehouse" userId="0ecba9273f6ad366" providerId="LiveId" clId="{F36E82C0-65ED-4BE7-8730-0F102FB388DD}" dt="2026-06-09T17:46:11.025" v="2512" actId="139"/>
          <ac:spMkLst>
            <pc:docMk/>
            <pc:sldMk cId="869275895" sldId="303"/>
            <ac:spMk id="8" creationId="{A34740B9-C28F-5698-1D96-B1E9203A8311}"/>
          </ac:spMkLst>
        </pc:spChg>
        <pc:spChg chg="add mod">
          <ac:chgData name="Michael Whitehouse" userId="0ecba9273f6ad366" providerId="LiveId" clId="{F36E82C0-65ED-4BE7-8730-0F102FB388DD}" dt="2026-06-09T17:46:11.135" v="2523" actId="208"/>
          <ac:spMkLst>
            <pc:docMk/>
            <pc:sldMk cId="869275895" sldId="303"/>
            <ac:spMk id="9" creationId="{1EE00053-2F18-9D58-DB67-E2C17CA08FD6}"/>
          </ac:spMkLst>
        </pc:spChg>
        <pc:spChg chg="add mod">
          <ac:chgData name="Michael Whitehouse" userId="0ecba9273f6ad366" providerId="LiveId" clId="{F36E82C0-65ED-4BE7-8730-0F102FB388DD}" dt="2026-06-09T17:46:11.258" v="2534" actId="139"/>
          <ac:spMkLst>
            <pc:docMk/>
            <pc:sldMk cId="869275895" sldId="303"/>
            <ac:spMk id="10" creationId="{2C048F2F-271C-5A92-2E05-1533FCCF1898}"/>
          </ac:spMkLst>
        </pc:spChg>
        <pc:spChg chg="add mod">
          <ac:chgData name="Michael Whitehouse" userId="0ecba9273f6ad366" providerId="LiveId" clId="{F36E82C0-65ED-4BE7-8730-0F102FB388DD}" dt="2026-06-09T17:46:11.382" v="2545" actId="208"/>
          <ac:spMkLst>
            <pc:docMk/>
            <pc:sldMk cId="869275895" sldId="303"/>
            <ac:spMk id="11" creationId="{3216D322-F320-2D6F-2CAB-0DC93E5ADA24}"/>
          </ac:spMkLst>
        </pc:spChg>
        <pc:spChg chg="add mod">
          <ac:chgData name="Michael Whitehouse" userId="0ecba9273f6ad366" providerId="LiveId" clId="{F36E82C0-65ED-4BE7-8730-0F102FB388DD}" dt="2026-06-09T17:46:11.509" v="2556" actId="139"/>
          <ac:spMkLst>
            <pc:docMk/>
            <pc:sldMk cId="869275895" sldId="303"/>
            <ac:spMk id="12" creationId="{E63EE8EB-942D-5B17-2D82-B07FFF948821}"/>
          </ac:spMkLst>
        </pc:spChg>
        <pc:spChg chg="add mod">
          <ac:chgData name="Michael Whitehouse" userId="0ecba9273f6ad366" providerId="LiveId" clId="{F36E82C0-65ED-4BE7-8730-0F102FB388DD}" dt="2026-06-09T17:46:11.618" v="2567" actId="208"/>
          <ac:spMkLst>
            <pc:docMk/>
            <pc:sldMk cId="869275895" sldId="303"/>
            <ac:spMk id="13" creationId="{7B1B36B0-1536-1A55-489D-9184E60D75DE}"/>
          </ac:spMkLst>
        </pc:spChg>
        <pc:spChg chg="add mod">
          <ac:chgData name="Michael Whitehouse" userId="0ecba9273f6ad366" providerId="LiveId" clId="{F36E82C0-65ED-4BE7-8730-0F102FB388DD}" dt="2026-06-09T17:46:11.738" v="2576"/>
          <ac:spMkLst>
            <pc:docMk/>
            <pc:sldMk cId="869275895" sldId="303"/>
            <ac:spMk id="14" creationId="{0B4E24CF-14FE-B0EE-DFA6-1C31CB032608}"/>
          </ac:spMkLst>
        </pc:spChg>
        <pc:spChg chg="add mod">
          <ac:chgData name="Michael Whitehouse" userId="0ecba9273f6ad366" providerId="LiveId" clId="{F36E82C0-65ED-4BE7-8730-0F102FB388DD}" dt="2026-06-09T17:46:11.851" v="2587" actId="208"/>
          <ac:spMkLst>
            <pc:docMk/>
            <pc:sldMk cId="869275895" sldId="303"/>
            <ac:spMk id="15" creationId="{9A746380-9E01-0DFA-B986-1B0E373E04DF}"/>
          </ac:spMkLst>
        </pc:spChg>
        <pc:spChg chg="add mod">
          <ac:chgData name="Michael Whitehouse" userId="0ecba9273f6ad366" providerId="LiveId" clId="{F36E82C0-65ED-4BE7-8730-0F102FB388DD}" dt="2026-06-09T17:46:11.960" v="2596"/>
          <ac:spMkLst>
            <pc:docMk/>
            <pc:sldMk cId="869275895" sldId="303"/>
            <ac:spMk id="16" creationId="{BA5DF5DA-73B8-A20F-2CEC-9ED45811BE65}"/>
          </ac:spMkLst>
        </pc:spChg>
        <pc:spChg chg="add mod">
          <ac:chgData name="Michael Whitehouse" userId="0ecba9273f6ad366" providerId="LiveId" clId="{F36E82C0-65ED-4BE7-8730-0F102FB388DD}" dt="2026-06-09T17:46:11.976" v="2606" actId="207"/>
          <ac:spMkLst>
            <pc:docMk/>
            <pc:sldMk cId="869275895" sldId="303"/>
            <ac:spMk id="17" creationId="{9D5CCACD-E19C-D108-83CD-8101E9840150}"/>
          </ac:spMkLst>
        </pc:spChg>
        <pc:spChg chg="add mod">
          <ac:chgData name="Michael Whitehouse" userId="0ecba9273f6ad366" providerId="LiveId" clId="{F36E82C0-65ED-4BE7-8730-0F102FB388DD}" dt="2026-06-09T17:46:11.990" v="2616" actId="207"/>
          <ac:spMkLst>
            <pc:docMk/>
            <pc:sldMk cId="869275895" sldId="303"/>
            <ac:spMk id="18" creationId="{A87B1FA3-F8F3-2F91-3AE6-A8F23FDFEF3F}"/>
          </ac:spMkLst>
        </pc:spChg>
      </pc:sldChg>
      <pc:sldChg chg="addSp delSp modSp add mod modClrScheme chgLayout">
        <pc:chgData name="Michael Whitehouse" userId="0ecba9273f6ad366" providerId="LiveId" clId="{F36E82C0-65ED-4BE7-8730-0F102FB388DD}" dt="2026-06-14T13:23:55.224" v="8495" actId="478"/>
        <pc:sldMkLst>
          <pc:docMk/>
          <pc:sldMk cId="1754260458" sldId="304"/>
        </pc:sldMkLst>
        <pc:spChg chg="mod ord">
          <ac:chgData name="Michael Whitehouse" userId="0ecba9273f6ad366" providerId="LiveId" clId="{F36E82C0-65ED-4BE7-8730-0F102FB388DD}" dt="2026-06-11T12:46:25.430" v="8421" actId="700"/>
          <ac:spMkLst>
            <pc:docMk/>
            <pc:sldMk cId="1754260458" sldId="304"/>
            <ac:spMk id="2" creationId="{F01E185C-CDB1-0674-1C35-A30700C838A2}"/>
          </ac:spMkLst>
        </pc:spChg>
        <pc:spChg chg="add del mod">
          <ac:chgData name="Michael Whitehouse" userId="0ecba9273f6ad366" providerId="LiveId" clId="{F36E82C0-65ED-4BE7-8730-0F102FB388DD}" dt="2026-06-14T13:23:55.224" v="8495" actId="478"/>
          <ac:spMkLst>
            <pc:docMk/>
            <pc:sldMk cId="1754260458" sldId="304"/>
            <ac:spMk id="3" creationId="{85825117-9935-823E-1943-ED7614E842B8}"/>
          </ac:spMkLst>
        </pc:spChg>
        <pc:spChg chg="add mod">
          <ac:chgData name="Michael Whitehouse" userId="0ecba9273f6ad366" providerId="LiveId" clId="{F36E82C0-65ED-4BE7-8730-0F102FB388DD}" dt="2026-06-09T17:46:13.477" v="2651" actId="208"/>
          <ac:spMkLst>
            <pc:docMk/>
            <pc:sldMk cId="1754260458" sldId="304"/>
            <ac:spMk id="5" creationId="{CC76504E-5333-173E-42FE-77D6D14B1C4F}"/>
          </ac:spMkLst>
        </pc:spChg>
        <pc:spChg chg="add mod">
          <ac:chgData name="Michael Whitehouse" userId="0ecba9273f6ad366" providerId="LiveId" clId="{F36E82C0-65ED-4BE7-8730-0F102FB388DD}" dt="2026-06-11T12:46:25.506" v="8451" actId="27636"/>
          <ac:spMkLst>
            <pc:docMk/>
            <pc:sldMk cId="1754260458" sldId="304"/>
            <ac:spMk id="6" creationId="{D8BED568-F32F-A175-AD01-095F387FF2CD}"/>
          </ac:spMkLst>
        </pc:spChg>
        <pc:spChg chg="add mod">
          <ac:chgData name="Michael Whitehouse" userId="0ecba9273f6ad366" providerId="LiveId" clId="{F36E82C0-65ED-4BE7-8730-0F102FB388DD}" dt="2026-06-09T17:46:13.727" v="2673" actId="139"/>
          <ac:spMkLst>
            <pc:docMk/>
            <pc:sldMk cId="1754260458" sldId="304"/>
            <ac:spMk id="7" creationId="{2BECC10A-8378-9A5E-4DE7-AA7FD96543C9}"/>
          </ac:spMkLst>
        </pc:spChg>
        <pc:spChg chg="add mod">
          <ac:chgData name="Michael Whitehouse" userId="0ecba9273f6ad366" providerId="LiveId" clId="{F36E82C0-65ED-4BE7-8730-0F102FB388DD}" dt="2026-06-11T12:46:25.503" v="8445" actId="27636"/>
          <ac:spMkLst>
            <pc:docMk/>
            <pc:sldMk cId="1754260458" sldId="304"/>
            <ac:spMk id="8" creationId="{6FF8D253-AD61-DDF4-7C8A-FF712E19B4C7}"/>
          </ac:spMkLst>
        </pc:spChg>
        <pc:spChg chg="add mod">
          <ac:chgData name="Michael Whitehouse" userId="0ecba9273f6ad366" providerId="LiveId" clId="{F36E82C0-65ED-4BE7-8730-0F102FB388DD}" dt="2026-06-09T17:46:13.972" v="2693"/>
          <ac:spMkLst>
            <pc:docMk/>
            <pc:sldMk cId="1754260458" sldId="304"/>
            <ac:spMk id="9" creationId="{D13035E1-1EF6-015D-7D26-6C964DA84A56}"/>
          </ac:spMkLst>
        </pc:spChg>
        <pc:spChg chg="add mod">
          <ac:chgData name="Michael Whitehouse" userId="0ecba9273f6ad366" providerId="LiveId" clId="{F36E82C0-65ED-4BE7-8730-0F102FB388DD}" dt="2026-06-11T12:46:25.505" v="8450" actId="27636"/>
          <ac:spMkLst>
            <pc:docMk/>
            <pc:sldMk cId="1754260458" sldId="304"/>
            <ac:spMk id="10" creationId="{D695708E-86E0-F564-3F58-12F19409640D}"/>
          </ac:spMkLst>
        </pc:spChg>
        <pc:spChg chg="add mod">
          <ac:chgData name="Michael Whitehouse" userId="0ecba9273f6ad366" providerId="LiveId" clId="{F36E82C0-65ED-4BE7-8730-0F102FB388DD}" dt="2026-06-09T17:46:14.196" v="2715" actId="139"/>
          <ac:spMkLst>
            <pc:docMk/>
            <pc:sldMk cId="1754260458" sldId="304"/>
            <ac:spMk id="11" creationId="{A81928C9-171F-35E0-D4FC-3C79EE318ED4}"/>
          </ac:spMkLst>
        </pc:spChg>
        <pc:spChg chg="add mod">
          <ac:chgData name="Michael Whitehouse" userId="0ecba9273f6ad366" providerId="LiveId" clId="{F36E82C0-65ED-4BE7-8730-0F102FB388DD}" dt="2026-06-11T12:46:25.500" v="8441" actId="27636"/>
          <ac:spMkLst>
            <pc:docMk/>
            <pc:sldMk cId="1754260458" sldId="304"/>
            <ac:spMk id="12" creationId="{3F2753D5-0A5C-A4AE-030C-4213B9E6B51D}"/>
          </ac:spMkLst>
        </pc:spChg>
        <pc:spChg chg="add mod">
          <ac:chgData name="Michael Whitehouse" userId="0ecba9273f6ad366" providerId="LiveId" clId="{F36E82C0-65ED-4BE7-8730-0F102FB388DD}" dt="2026-06-09T17:46:14.444" v="2737" actId="208"/>
          <ac:spMkLst>
            <pc:docMk/>
            <pc:sldMk cId="1754260458" sldId="304"/>
            <ac:spMk id="13" creationId="{5612158B-7C2C-361A-1A39-73D2A35D584E}"/>
          </ac:spMkLst>
        </pc:spChg>
        <pc:spChg chg="add mod">
          <ac:chgData name="Michael Whitehouse" userId="0ecba9273f6ad366" providerId="LiveId" clId="{F36E82C0-65ED-4BE7-8730-0F102FB388DD}" dt="2026-06-11T12:46:25.503" v="8447" actId="27636"/>
          <ac:spMkLst>
            <pc:docMk/>
            <pc:sldMk cId="1754260458" sldId="304"/>
            <ac:spMk id="14" creationId="{C0636233-60C9-0F5C-0D1A-66C4AE733013}"/>
          </ac:spMkLst>
        </pc:spChg>
        <pc:spChg chg="add mod">
          <ac:chgData name="Michael Whitehouse" userId="0ecba9273f6ad366" providerId="LiveId" clId="{F36E82C0-65ED-4BE7-8730-0F102FB388DD}" dt="2026-06-09T17:46:14.696" v="2759" actId="139"/>
          <ac:spMkLst>
            <pc:docMk/>
            <pc:sldMk cId="1754260458" sldId="304"/>
            <ac:spMk id="15" creationId="{570ADABF-9AFC-2EC4-A0B6-319AAA93D4D9}"/>
          </ac:spMkLst>
        </pc:spChg>
        <pc:spChg chg="add mod">
          <ac:chgData name="Michael Whitehouse" userId="0ecba9273f6ad366" providerId="LiveId" clId="{F36E82C0-65ED-4BE7-8730-0F102FB388DD}" dt="2026-06-11T12:46:25.498" v="8440" actId="27636"/>
          <ac:spMkLst>
            <pc:docMk/>
            <pc:sldMk cId="1754260458" sldId="304"/>
            <ac:spMk id="16" creationId="{15DF0EF4-7003-436C-B83A-062777997362}"/>
          </ac:spMkLst>
        </pc:spChg>
        <pc:spChg chg="add mod">
          <ac:chgData name="Michael Whitehouse" userId="0ecba9273f6ad366" providerId="LiveId" clId="{F36E82C0-65ED-4BE7-8730-0F102FB388DD}" dt="2026-06-09T17:46:14.939" v="2779"/>
          <ac:spMkLst>
            <pc:docMk/>
            <pc:sldMk cId="1754260458" sldId="304"/>
            <ac:spMk id="17" creationId="{D597CAEC-DE05-7937-FBF4-476EA28978D0}"/>
          </ac:spMkLst>
        </pc:spChg>
        <pc:spChg chg="add mod">
          <ac:chgData name="Michael Whitehouse" userId="0ecba9273f6ad366" providerId="LiveId" clId="{F36E82C0-65ED-4BE7-8730-0F102FB388DD}" dt="2026-06-11T12:46:25.501" v="8443" actId="27636"/>
          <ac:spMkLst>
            <pc:docMk/>
            <pc:sldMk cId="1754260458" sldId="304"/>
            <ac:spMk id="18" creationId="{7B97D2E8-B4F1-E7C6-8D06-6E6FA0C513F5}"/>
          </ac:spMkLst>
        </pc:spChg>
        <pc:spChg chg="add mod">
          <ac:chgData name="Michael Whitehouse" userId="0ecba9273f6ad366" providerId="LiveId" clId="{F36E82C0-65ED-4BE7-8730-0F102FB388DD}" dt="2026-06-09T17:46:15.193" v="2801" actId="139"/>
          <ac:spMkLst>
            <pc:docMk/>
            <pc:sldMk cId="1754260458" sldId="304"/>
            <ac:spMk id="19" creationId="{6F8C6C13-32AB-A8E6-97C9-D0B071BD266F}"/>
          </ac:spMkLst>
        </pc:spChg>
        <pc:spChg chg="add mod">
          <ac:chgData name="Michael Whitehouse" userId="0ecba9273f6ad366" providerId="LiveId" clId="{F36E82C0-65ED-4BE7-8730-0F102FB388DD}" dt="2026-06-11T12:46:25.501" v="8442" actId="27636"/>
          <ac:spMkLst>
            <pc:docMk/>
            <pc:sldMk cId="1754260458" sldId="304"/>
            <ac:spMk id="20" creationId="{21116B09-4FB5-3316-12DD-3479898D0D8C}"/>
          </ac:spMkLst>
        </pc:spChg>
        <pc:spChg chg="add mod">
          <ac:chgData name="Michael Whitehouse" userId="0ecba9273f6ad366" providerId="LiveId" clId="{F36E82C0-65ED-4BE7-8730-0F102FB388DD}" dt="2026-06-09T17:46:15.423" v="2821"/>
          <ac:spMkLst>
            <pc:docMk/>
            <pc:sldMk cId="1754260458" sldId="304"/>
            <ac:spMk id="21" creationId="{06DE212A-BD07-0248-B598-6A3778845B2C}"/>
          </ac:spMkLst>
        </pc:spChg>
        <pc:spChg chg="add mod">
          <ac:chgData name="Michael Whitehouse" userId="0ecba9273f6ad366" providerId="LiveId" clId="{F36E82C0-65ED-4BE7-8730-0F102FB388DD}" dt="2026-06-11T12:46:25.503" v="8446" actId="27636"/>
          <ac:spMkLst>
            <pc:docMk/>
            <pc:sldMk cId="1754260458" sldId="304"/>
            <ac:spMk id="22" creationId="{C4815B44-1DC8-6570-96F8-4011C17D08AD}"/>
          </ac:spMkLst>
        </pc:spChg>
        <pc:spChg chg="add mod">
          <ac:chgData name="Michael Whitehouse" userId="0ecba9273f6ad366" providerId="LiveId" clId="{F36E82C0-65ED-4BE7-8730-0F102FB388DD}" dt="2026-06-09T17:46:15.661" v="2843" actId="139"/>
          <ac:spMkLst>
            <pc:docMk/>
            <pc:sldMk cId="1754260458" sldId="304"/>
            <ac:spMk id="23" creationId="{45D05FC8-D3CA-B0AE-770C-E19FB59277AA}"/>
          </ac:spMkLst>
        </pc:spChg>
        <pc:spChg chg="add mod">
          <ac:chgData name="Michael Whitehouse" userId="0ecba9273f6ad366" providerId="LiveId" clId="{F36E82C0-65ED-4BE7-8730-0F102FB388DD}" dt="2026-06-11T12:46:25.504" v="8449" actId="27636"/>
          <ac:spMkLst>
            <pc:docMk/>
            <pc:sldMk cId="1754260458" sldId="304"/>
            <ac:spMk id="24" creationId="{F0DFEAF4-8729-428A-A1C3-2A57374EE27C}"/>
          </ac:spMkLst>
        </pc:spChg>
        <pc:spChg chg="add mod">
          <ac:chgData name="Michael Whitehouse" userId="0ecba9273f6ad366" providerId="LiveId" clId="{F36E82C0-65ED-4BE7-8730-0F102FB388DD}" dt="2026-06-09T17:46:15.909" v="2865" actId="208"/>
          <ac:spMkLst>
            <pc:docMk/>
            <pc:sldMk cId="1754260458" sldId="304"/>
            <ac:spMk id="25" creationId="{F44F245F-41E6-0D50-8312-ABF550B52004}"/>
          </ac:spMkLst>
        </pc:spChg>
        <pc:spChg chg="add mod">
          <ac:chgData name="Michael Whitehouse" userId="0ecba9273f6ad366" providerId="LiveId" clId="{F36E82C0-65ED-4BE7-8730-0F102FB388DD}" dt="2026-06-11T12:46:25.502" v="8444" actId="27636"/>
          <ac:spMkLst>
            <pc:docMk/>
            <pc:sldMk cId="1754260458" sldId="304"/>
            <ac:spMk id="26" creationId="{2B3EAE25-0D64-17A4-E05E-C958AB0801DB}"/>
          </ac:spMkLst>
        </pc:spChg>
        <pc:spChg chg="add mod">
          <ac:chgData name="Michael Whitehouse" userId="0ecba9273f6ad366" providerId="LiveId" clId="{F36E82C0-65ED-4BE7-8730-0F102FB388DD}" dt="2026-06-09T17:46:16.159" v="2887" actId="139"/>
          <ac:spMkLst>
            <pc:docMk/>
            <pc:sldMk cId="1754260458" sldId="304"/>
            <ac:spMk id="27" creationId="{CDB030EA-4C32-E966-72A8-1F70C6C515C5}"/>
          </ac:spMkLst>
        </pc:spChg>
        <pc:spChg chg="add mod">
          <ac:chgData name="Michael Whitehouse" userId="0ecba9273f6ad366" providerId="LiveId" clId="{F36E82C0-65ED-4BE7-8730-0F102FB388DD}" dt="2026-06-11T12:46:25.503" v="8448" actId="27636"/>
          <ac:spMkLst>
            <pc:docMk/>
            <pc:sldMk cId="1754260458" sldId="304"/>
            <ac:spMk id="28" creationId="{ACC1C29E-D57D-283A-6535-AC8383201F2A}"/>
          </ac:spMkLst>
        </pc:spChg>
        <pc:spChg chg="add mod">
          <ac:chgData name="Michael Whitehouse" userId="0ecba9273f6ad366" providerId="LiveId" clId="{F36E82C0-65ED-4BE7-8730-0F102FB388DD}" dt="2026-06-09T17:46:16.391" v="2907"/>
          <ac:spMkLst>
            <pc:docMk/>
            <pc:sldMk cId="1754260458" sldId="304"/>
            <ac:spMk id="29" creationId="{60D5A51C-2645-C0F0-6575-106946BAC791}"/>
          </ac:spMkLst>
        </pc:spChg>
        <pc:spChg chg="add mod">
          <ac:chgData name="Michael Whitehouse" userId="0ecba9273f6ad366" providerId="LiveId" clId="{F36E82C0-65ED-4BE7-8730-0F102FB388DD}" dt="2026-06-09T17:46:16.407" v="2917" actId="207"/>
          <ac:spMkLst>
            <pc:docMk/>
            <pc:sldMk cId="1754260458" sldId="304"/>
            <ac:spMk id="30" creationId="{A133303E-8A03-5176-EA68-3A8C780D2BCA}"/>
          </ac:spMkLst>
        </pc:spChg>
        <pc:spChg chg="add mod">
          <ac:chgData name="Michael Whitehouse" userId="0ecba9273f6ad366" providerId="LiveId" clId="{F36E82C0-65ED-4BE7-8730-0F102FB388DD}" dt="2026-06-09T17:46:16.422" v="2927" actId="207"/>
          <ac:spMkLst>
            <pc:docMk/>
            <pc:sldMk cId="1754260458" sldId="304"/>
            <ac:spMk id="31" creationId="{A2A5B88F-F427-5311-682A-11AF5D611B04}"/>
          </ac:spMkLst>
        </pc:spChg>
      </pc:sldChg>
      <pc:sldChg chg="addSp delSp modSp add mod modClrScheme chgLayout">
        <pc:chgData name="Michael Whitehouse" userId="0ecba9273f6ad366" providerId="LiveId" clId="{F36E82C0-65ED-4BE7-8730-0F102FB388DD}" dt="2026-06-11T12:53:56.493" v="8486" actId="26606"/>
        <pc:sldMkLst>
          <pc:docMk/>
          <pc:sldMk cId="4147376774" sldId="305"/>
        </pc:sldMkLst>
        <pc:spChg chg="mod ord">
          <ac:chgData name="Michael Whitehouse" userId="0ecba9273f6ad366" providerId="LiveId" clId="{F36E82C0-65ED-4BE7-8730-0F102FB388DD}" dt="2026-06-11T12:46:25.430" v="8421" actId="700"/>
          <ac:spMkLst>
            <pc:docMk/>
            <pc:sldMk cId="4147376774" sldId="305"/>
            <ac:spMk id="2" creationId="{6CEEEF91-E7FC-AEE6-24AC-F63DD94A2F6A}"/>
          </ac:spMkLst>
        </pc:spChg>
        <pc:spChg chg="add mod">
          <ac:chgData name="Michael Whitehouse" userId="0ecba9273f6ad366" providerId="LiveId" clId="{F36E82C0-65ED-4BE7-8730-0F102FB388DD}" dt="2026-06-09T17:46:17.145" v="2940"/>
          <ac:spMkLst>
            <pc:docMk/>
            <pc:sldMk cId="4147376774" sldId="305"/>
            <ac:spMk id="3" creationId="{BDA0EDE1-3A55-1D7D-5D98-9837EB169259}"/>
          </ac:spMkLst>
        </pc:spChg>
        <pc:spChg chg="add mod">
          <ac:chgData name="Michael Whitehouse" userId="0ecba9273f6ad366" providerId="LiveId" clId="{F36E82C0-65ED-4BE7-8730-0F102FB388DD}" dt="2026-06-09T17:46:17.381" v="2962" actId="208"/>
          <ac:spMkLst>
            <pc:docMk/>
            <pc:sldMk cId="4147376774" sldId="305"/>
            <ac:spMk id="5" creationId="{CC33C6AE-F164-D2D4-D2A2-CCBC3148724A}"/>
          </ac:spMkLst>
        </pc:spChg>
        <pc:spChg chg="add mod">
          <ac:chgData name="Michael Whitehouse" userId="0ecba9273f6ad366" providerId="LiveId" clId="{F36E82C0-65ED-4BE7-8730-0F102FB388DD}" dt="2026-06-09T17:46:17.491" v="2973" actId="139"/>
          <ac:spMkLst>
            <pc:docMk/>
            <pc:sldMk cId="4147376774" sldId="305"/>
            <ac:spMk id="6" creationId="{F8673EAA-7B1E-A778-2510-E7B83A820399}"/>
          </ac:spMkLst>
        </pc:spChg>
        <pc:spChg chg="add mod">
          <ac:chgData name="Michael Whitehouse" userId="0ecba9273f6ad366" providerId="LiveId" clId="{F36E82C0-65ED-4BE7-8730-0F102FB388DD}" dt="2026-06-09T17:46:17.600" v="2984" actId="208"/>
          <ac:spMkLst>
            <pc:docMk/>
            <pc:sldMk cId="4147376774" sldId="305"/>
            <ac:spMk id="7" creationId="{83B061F9-C9C9-621B-9F88-C7C6561DD8BB}"/>
          </ac:spMkLst>
        </pc:spChg>
        <pc:spChg chg="add mod">
          <ac:chgData name="Michael Whitehouse" userId="0ecba9273f6ad366" providerId="LiveId" clId="{F36E82C0-65ED-4BE7-8730-0F102FB388DD}" dt="2026-06-09T17:46:17.725" v="2995" actId="139"/>
          <ac:spMkLst>
            <pc:docMk/>
            <pc:sldMk cId="4147376774" sldId="305"/>
            <ac:spMk id="8" creationId="{A783123E-9D42-148F-9CAC-4E85ADD195B9}"/>
          </ac:spMkLst>
        </pc:spChg>
        <pc:spChg chg="add mod">
          <ac:chgData name="Michael Whitehouse" userId="0ecba9273f6ad366" providerId="LiveId" clId="{F36E82C0-65ED-4BE7-8730-0F102FB388DD}" dt="2026-06-09T17:46:17.849" v="3006" actId="208"/>
          <ac:spMkLst>
            <pc:docMk/>
            <pc:sldMk cId="4147376774" sldId="305"/>
            <ac:spMk id="9" creationId="{88AB28D0-6B9F-A57B-565B-AB3C013309CF}"/>
          </ac:spMkLst>
        </pc:spChg>
        <pc:spChg chg="add mod">
          <ac:chgData name="Michael Whitehouse" userId="0ecba9273f6ad366" providerId="LiveId" clId="{F36E82C0-65ED-4BE7-8730-0F102FB388DD}" dt="2026-06-09T17:46:17.960" v="3017" actId="139"/>
          <ac:spMkLst>
            <pc:docMk/>
            <pc:sldMk cId="4147376774" sldId="305"/>
            <ac:spMk id="10" creationId="{046EBD3D-E5E8-9BC5-C0E6-564CF993F775}"/>
          </ac:spMkLst>
        </pc:spChg>
        <pc:spChg chg="add mod">
          <ac:chgData name="Michael Whitehouse" userId="0ecba9273f6ad366" providerId="LiveId" clId="{F36E82C0-65ED-4BE7-8730-0F102FB388DD}" dt="2026-06-09T17:46:18.083" v="3028" actId="208"/>
          <ac:spMkLst>
            <pc:docMk/>
            <pc:sldMk cId="4147376774" sldId="305"/>
            <ac:spMk id="11" creationId="{2BE85603-C5F4-BC16-4481-6BF772523958}"/>
          </ac:spMkLst>
        </pc:spChg>
        <pc:spChg chg="add mod">
          <ac:chgData name="Michael Whitehouse" userId="0ecba9273f6ad366" providerId="LiveId" clId="{F36E82C0-65ED-4BE7-8730-0F102FB388DD}" dt="2026-06-09T17:46:18.194" v="3039" actId="139"/>
          <ac:spMkLst>
            <pc:docMk/>
            <pc:sldMk cId="4147376774" sldId="305"/>
            <ac:spMk id="12" creationId="{528542F5-A3DA-7669-0F79-059D7899473D}"/>
          </ac:spMkLst>
        </pc:spChg>
        <pc:spChg chg="add mod">
          <ac:chgData name="Michael Whitehouse" userId="0ecba9273f6ad366" providerId="LiveId" clId="{F36E82C0-65ED-4BE7-8730-0F102FB388DD}" dt="2026-06-09T17:46:18.317" v="3050" actId="208"/>
          <ac:spMkLst>
            <pc:docMk/>
            <pc:sldMk cId="4147376774" sldId="305"/>
            <ac:spMk id="13" creationId="{D336273C-7374-49D3-FD22-E50F0B637233}"/>
          </ac:spMkLst>
        </pc:spChg>
        <pc:spChg chg="add mod">
          <ac:chgData name="Michael Whitehouse" userId="0ecba9273f6ad366" providerId="LiveId" clId="{F36E82C0-65ED-4BE7-8730-0F102FB388DD}" dt="2026-06-09T17:46:18.429" v="3061" actId="139"/>
          <ac:spMkLst>
            <pc:docMk/>
            <pc:sldMk cId="4147376774" sldId="305"/>
            <ac:spMk id="14" creationId="{26B8B8A1-8F83-5186-1B40-5F7ED9BE297E}"/>
          </ac:spMkLst>
        </pc:spChg>
        <pc:spChg chg="add mod">
          <ac:chgData name="Michael Whitehouse" userId="0ecba9273f6ad366" providerId="LiveId" clId="{F36E82C0-65ED-4BE7-8730-0F102FB388DD}" dt="2026-06-09T17:46:18.553" v="3072" actId="208"/>
          <ac:spMkLst>
            <pc:docMk/>
            <pc:sldMk cId="4147376774" sldId="305"/>
            <ac:spMk id="15" creationId="{B43CAC82-3D78-079E-9439-65B7E2EEB59B}"/>
          </ac:spMkLst>
        </pc:spChg>
        <pc:spChg chg="add mod">
          <ac:chgData name="Michael Whitehouse" userId="0ecba9273f6ad366" providerId="LiveId" clId="{F36E82C0-65ED-4BE7-8730-0F102FB388DD}" dt="2026-06-09T17:46:18.675" v="3081"/>
          <ac:spMkLst>
            <pc:docMk/>
            <pc:sldMk cId="4147376774" sldId="305"/>
            <ac:spMk id="16" creationId="{2563737D-F718-4262-49C0-7E9E8D48806D}"/>
          </ac:spMkLst>
        </pc:spChg>
        <pc:spChg chg="add mod">
          <ac:chgData name="Michael Whitehouse" userId="0ecba9273f6ad366" providerId="LiveId" clId="{F36E82C0-65ED-4BE7-8730-0F102FB388DD}" dt="2026-06-09T17:46:18.690" v="3091" actId="207"/>
          <ac:spMkLst>
            <pc:docMk/>
            <pc:sldMk cId="4147376774" sldId="305"/>
            <ac:spMk id="17" creationId="{DA333556-F844-43EB-489C-85448779C97F}"/>
          </ac:spMkLst>
        </pc:spChg>
        <pc:spChg chg="add mod">
          <ac:chgData name="Michael Whitehouse" userId="0ecba9273f6ad366" providerId="LiveId" clId="{F36E82C0-65ED-4BE7-8730-0F102FB388DD}" dt="2026-06-09T17:46:18.704" v="3101" actId="207"/>
          <ac:spMkLst>
            <pc:docMk/>
            <pc:sldMk cId="4147376774" sldId="305"/>
            <ac:spMk id="18" creationId="{FDF67DB3-D0E5-6087-681A-B00D6E22C0AA}"/>
          </ac:spMkLst>
        </pc:spChg>
      </pc:sldChg>
      <pc:sldChg chg="addSp delSp modSp add mod modClrScheme chgLayout">
        <pc:chgData name="Michael Whitehouse" userId="0ecba9273f6ad366" providerId="LiveId" clId="{F36E82C0-65ED-4BE7-8730-0F102FB388DD}" dt="2026-06-11T12:53:56.493" v="8486" actId="26606"/>
        <pc:sldMkLst>
          <pc:docMk/>
          <pc:sldMk cId="143099914" sldId="306"/>
        </pc:sldMkLst>
        <pc:spChg chg="mod ord">
          <ac:chgData name="Michael Whitehouse" userId="0ecba9273f6ad366" providerId="LiveId" clId="{F36E82C0-65ED-4BE7-8730-0F102FB388DD}" dt="2026-06-11T12:46:25.430" v="8421" actId="700"/>
          <ac:spMkLst>
            <pc:docMk/>
            <pc:sldMk cId="143099914" sldId="306"/>
            <ac:spMk id="2" creationId="{94D12D8E-4D25-2486-1398-4291B1A798CE}"/>
          </ac:spMkLst>
        </pc:spChg>
        <pc:spChg chg="add mod">
          <ac:chgData name="Michael Whitehouse" userId="0ecba9273f6ad366" providerId="LiveId" clId="{F36E82C0-65ED-4BE7-8730-0F102FB388DD}" dt="2026-06-09T17:46:19.395" v="3114"/>
          <ac:spMkLst>
            <pc:docMk/>
            <pc:sldMk cId="143099914" sldId="306"/>
            <ac:spMk id="3" creationId="{C52D4899-44CE-0BA2-9678-9307FE1D3B7C}"/>
          </ac:spMkLst>
        </pc:spChg>
        <pc:spChg chg="add mod">
          <ac:chgData name="Michael Whitehouse" userId="0ecba9273f6ad366" providerId="LiveId" clId="{F36E82C0-65ED-4BE7-8730-0F102FB388DD}" dt="2026-06-09T17:46:19.620" v="3136" actId="208"/>
          <ac:spMkLst>
            <pc:docMk/>
            <pc:sldMk cId="143099914" sldId="306"/>
            <ac:spMk id="5" creationId="{B02E12D0-D867-A65D-5F7A-A6C768371193}"/>
          </ac:spMkLst>
        </pc:spChg>
        <pc:spChg chg="add mod">
          <ac:chgData name="Michael Whitehouse" userId="0ecba9273f6ad366" providerId="LiveId" clId="{F36E82C0-65ED-4BE7-8730-0F102FB388DD}" dt="2026-06-09T17:46:19.746" v="3147" actId="139"/>
          <ac:spMkLst>
            <pc:docMk/>
            <pc:sldMk cId="143099914" sldId="306"/>
            <ac:spMk id="6" creationId="{3937FAAB-1B73-48C8-876D-B15DE81DC92A}"/>
          </ac:spMkLst>
        </pc:spChg>
        <pc:spChg chg="add mod">
          <ac:chgData name="Michael Whitehouse" userId="0ecba9273f6ad366" providerId="LiveId" clId="{F36E82C0-65ED-4BE7-8730-0F102FB388DD}" dt="2026-06-09T17:46:19.872" v="3158" actId="208"/>
          <ac:spMkLst>
            <pc:docMk/>
            <pc:sldMk cId="143099914" sldId="306"/>
            <ac:spMk id="7" creationId="{92A6BE65-79ED-4D79-243F-93435784BA0E}"/>
          </ac:spMkLst>
        </pc:spChg>
        <pc:spChg chg="add mod">
          <ac:chgData name="Michael Whitehouse" userId="0ecba9273f6ad366" providerId="LiveId" clId="{F36E82C0-65ED-4BE7-8730-0F102FB388DD}" dt="2026-06-09T17:46:19.998" v="3169" actId="139"/>
          <ac:spMkLst>
            <pc:docMk/>
            <pc:sldMk cId="143099914" sldId="306"/>
            <ac:spMk id="8" creationId="{2CE88B21-3E80-FB1C-AE90-522812B29988}"/>
          </ac:spMkLst>
        </pc:spChg>
        <pc:spChg chg="add mod">
          <ac:chgData name="Michael Whitehouse" userId="0ecba9273f6ad366" providerId="LiveId" clId="{F36E82C0-65ED-4BE7-8730-0F102FB388DD}" dt="2026-06-09T17:46:20.122" v="3180" actId="208"/>
          <ac:spMkLst>
            <pc:docMk/>
            <pc:sldMk cId="143099914" sldId="306"/>
            <ac:spMk id="9" creationId="{71435375-EA90-DC7B-758D-8977AE879715}"/>
          </ac:spMkLst>
        </pc:spChg>
        <pc:spChg chg="add mod">
          <ac:chgData name="Michael Whitehouse" userId="0ecba9273f6ad366" providerId="LiveId" clId="{F36E82C0-65ED-4BE7-8730-0F102FB388DD}" dt="2026-06-09T17:46:20.248" v="3191" actId="139"/>
          <ac:spMkLst>
            <pc:docMk/>
            <pc:sldMk cId="143099914" sldId="306"/>
            <ac:spMk id="10" creationId="{D6087846-C83C-FDFA-F864-2E25661DDD25}"/>
          </ac:spMkLst>
        </pc:spChg>
        <pc:spChg chg="add mod">
          <ac:chgData name="Michael Whitehouse" userId="0ecba9273f6ad366" providerId="LiveId" clId="{F36E82C0-65ED-4BE7-8730-0F102FB388DD}" dt="2026-06-09T17:46:20.373" v="3202" actId="208"/>
          <ac:spMkLst>
            <pc:docMk/>
            <pc:sldMk cId="143099914" sldId="306"/>
            <ac:spMk id="11" creationId="{5F7AE994-C368-8F44-E39D-C8CA03679335}"/>
          </ac:spMkLst>
        </pc:spChg>
        <pc:spChg chg="add mod">
          <ac:chgData name="Michael Whitehouse" userId="0ecba9273f6ad366" providerId="LiveId" clId="{F36E82C0-65ED-4BE7-8730-0F102FB388DD}" dt="2026-06-09T17:46:20.498" v="3213" actId="139"/>
          <ac:spMkLst>
            <pc:docMk/>
            <pc:sldMk cId="143099914" sldId="306"/>
            <ac:spMk id="12" creationId="{187B857E-4CD3-9A3B-D6FA-6A55C6AF75E8}"/>
          </ac:spMkLst>
        </pc:spChg>
        <pc:spChg chg="add mod">
          <ac:chgData name="Michael Whitehouse" userId="0ecba9273f6ad366" providerId="LiveId" clId="{F36E82C0-65ED-4BE7-8730-0F102FB388DD}" dt="2026-06-09T17:46:20.622" v="3224" actId="208"/>
          <ac:spMkLst>
            <pc:docMk/>
            <pc:sldMk cId="143099914" sldId="306"/>
            <ac:spMk id="13" creationId="{E01743FE-0994-38F4-28D2-4A982E3A5B17}"/>
          </ac:spMkLst>
        </pc:spChg>
        <pc:spChg chg="add mod">
          <ac:chgData name="Michael Whitehouse" userId="0ecba9273f6ad366" providerId="LiveId" clId="{F36E82C0-65ED-4BE7-8730-0F102FB388DD}" dt="2026-06-09T17:46:20.749" v="3235" actId="139"/>
          <ac:spMkLst>
            <pc:docMk/>
            <pc:sldMk cId="143099914" sldId="306"/>
            <ac:spMk id="14" creationId="{D51F4EF6-A002-D0AB-8897-DE5B56F07076}"/>
          </ac:spMkLst>
        </pc:spChg>
        <pc:spChg chg="add mod">
          <ac:chgData name="Michael Whitehouse" userId="0ecba9273f6ad366" providerId="LiveId" clId="{F36E82C0-65ED-4BE7-8730-0F102FB388DD}" dt="2026-06-09T17:46:20.872" v="3246" actId="208"/>
          <ac:spMkLst>
            <pc:docMk/>
            <pc:sldMk cId="143099914" sldId="306"/>
            <ac:spMk id="15" creationId="{4C185162-D929-1B1B-28C8-982F20A665C1}"/>
          </ac:spMkLst>
        </pc:spChg>
        <pc:spChg chg="add mod">
          <ac:chgData name="Michael Whitehouse" userId="0ecba9273f6ad366" providerId="LiveId" clId="{F36E82C0-65ED-4BE7-8730-0F102FB388DD}" dt="2026-06-09T17:46:20.995" v="3255"/>
          <ac:spMkLst>
            <pc:docMk/>
            <pc:sldMk cId="143099914" sldId="306"/>
            <ac:spMk id="16" creationId="{66E142C9-6720-D840-9352-16D534EF8444}"/>
          </ac:spMkLst>
        </pc:spChg>
        <pc:spChg chg="add mod">
          <ac:chgData name="Michael Whitehouse" userId="0ecba9273f6ad366" providerId="LiveId" clId="{F36E82C0-65ED-4BE7-8730-0F102FB388DD}" dt="2026-06-09T17:46:21.010" v="3265" actId="207"/>
          <ac:spMkLst>
            <pc:docMk/>
            <pc:sldMk cId="143099914" sldId="306"/>
            <ac:spMk id="17" creationId="{DB3057EE-0737-07B2-21C7-157DDD76AF55}"/>
          </ac:spMkLst>
        </pc:spChg>
        <pc:spChg chg="add mod">
          <ac:chgData name="Michael Whitehouse" userId="0ecba9273f6ad366" providerId="LiveId" clId="{F36E82C0-65ED-4BE7-8730-0F102FB388DD}" dt="2026-06-09T17:46:21.024" v="3275" actId="207"/>
          <ac:spMkLst>
            <pc:docMk/>
            <pc:sldMk cId="143099914" sldId="306"/>
            <ac:spMk id="18" creationId="{1CE793FE-3608-447E-B806-7AA7C32C92FC}"/>
          </ac:spMkLst>
        </pc:spChg>
      </pc:sldChg>
      <pc:sldChg chg="addSp delSp modSp add mod modClrScheme chgLayout">
        <pc:chgData name="Michael Whitehouse" userId="0ecba9273f6ad366" providerId="LiveId" clId="{F36E82C0-65ED-4BE7-8730-0F102FB388DD}" dt="2026-06-11T12:53:56.493" v="8486" actId="26606"/>
        <pc:sldMkLst>
          <pc:docMk/>
          <pc:sldMk cId="3429862078" sldId="307"/>
        </pc:sldMkLst>
        <pc:spChg chg="mod ord">
          <ac:chgData name="Michael Whitehouse" userId="0ecba9273f6ad366" providerId="LiveId" clId="{F36E82C0-65ED-4BE7-8730-0F102FB388DD}" dt="2026-06-11T12:46:25.430" v="8421" actId="700"/>
          <ac:spMkLst>
            <pc:docMk/>
            <pc:sldMk cId="3429862078" sldId="307"/>
            <ac:spMk id="2" creationId="{1275B7A6-3407-7B99-4776-9D1B0C1C7866}"/>
          </ac:spMkLst>
        </pc:spChg>
        <pc:spChg chg="add mod">
          <ac:chgData name="Michael Whitehouse" userId="0ecba9273f6ad366" providerId="LiveId" clId="{F36E82C0-65ED-4BE7-8730-0F102FB388DD}" dt="2026-06-09T17:46:22.715" v="3288"/>
          <ac:spMkLst>
            <pc:docMk/>
            <pc:sldMk cId="3429862078" sldId="307"/>
            <ac:spMk id="3" creationId="{7FD2F594-A2D7-1B8A-0575-675E87A1F6F2}"/>
          </ac:spMkLst>
        </pc:spChg>
        <pc:spChg chg="add mod">
          <ac:chgData name="Michael Whitehouse" userId="0ecba9273f6ad366" providerId="LiveId" clId="{F36E82C0-65ED-4BE7-8730-0F102FB388DD}" dt="2026-06-09T17:46:22.966" v="3309" actId="207"/>
          <ac:spMkLst>
            <pc:docMk/>
            <pc:sldMk cId="3429862078" sldId="307"/>
            <ac:spMk id="5" creationId="{8916D8DB-AD2F-BEF4-2F70-78DF81CB3721}"/>
          </ac:spMkLst>
        </pc:spChg>
        <pc:spChg chg="add mod">
          <ac:chgData name="Michael Whitehouse" userId="0ecba9273f6ad366" providerId="LiveId" clId="{F36E82C0-65ED-4BE7-8730-0F102FB388DD}" dt="2026-06-11T12:46:25.511" v="8454" actId="27636"/>
          <ac:spMkLst>
            <pc:docMk/>
            <pc:sldMk cId="3429862078" sldId="307"/>
            <ac:spMk id="6" creationId="{D6FEA953-68EB-6C31-E743-9AA8C84772D9}"/>
          </ac:spMkLst>
        </pc:spChg>
        <pc:spChg chg="add mod">
          <ac:chgData name="Michael Whitehouse" userId="0ecba9273f6ad366" providerId="LiveId" clId="{F36E82C0-65ED-4BE7-8730-0F102FB388DD}" dt="2026-06-09T17:46:23.212" v="3330" actId="207"/>
          <ac:spMkLst>
            <pc:docMk/>
            <pc:sldMk cId="3429862078" sldId="307"/>
            <ac:spMk id="7" creationId="{A331B6D0-227A-F5F5-EE03-0E7499856184}"/>
          </ac:spMkLst>
        </pc:spChg>
        <pc:spChg chg="add mod">
          <ac:chgData name="Michael Whitehouse" userId="0ecba9273f6ad366" providerId="LiveId" clId="{F36E82C0-65ED-4BE7-8730-0F102FB388DD}" dt="2026-06-11T12:46:25.509" v="8452" actId="27636"/>
          <ac:spMkLst>
            <pc:docMk/>
            <pc:sldMk cId="3429862078" sldId="307"/>
            <ac:spMk id="8" creationId="{EB8AF5F5-2685-F5C8-CD3F-736C6098DD22}"/>
          </ac:spMkLst>
        </pc:spChg>
        <pc:spChg chg="add mod">
          <ac:chgData name="Michael Whitehouse" userId="0ecba9273f6ad366" providerId="LiveId" clId="{F36E82C0-65ED-4BE7-8730-0F102FB388DD}" dt="2026-06-09T17:46:23.445" v="3351" actId="207"/>
          <ac:spMkLst>
            <pc:docMk/>
            <pc:sldMk cId="3429862078" sldId="307"/>
            <ac:spMk id="9" creationId="{E9F08BF6-DFB3-8E81-17D8-F154B624AC88}"/>
          </ac:spMkLst>
        </pc:spChg>
        <pc:spChg chg="add mod">
          <ac:chgData name="Michael Whitehouse" userId="0ecba9273f6ad366" providerId="LiveId" clId="{F36E82C0-65ED-4BE7-8730-0F102FB388DD}" dt="2026-06-11T12:46:25.509" v="8453" actId="27636"/>
          <ac:spMkLst>
            <pc:docMk/>
            <pc:sldMk cId="3429862078" sldId="307"/>
            <ac:spMk id="10" creationId="{821EDBF4-0D9C-D0A7-9318-933032AD596B}"/>
          </ac:spMkLst>
        </pc:spChg>
        <pc:spChg chg="add mod">
          <ac:chgData name="Michael Whitehouse" userId="0ecba9273f6ad366" providerId="LiveId" clId="{F36E82C0-65ED-4BE7-8730-0F102FB388DD}" dt="2026-06-09T17:46:23.677" v="3371"/>
          <ac:spMkLst>
            <pc:docMk/>
            <pc:sldMk cId="3429862078" sldId="307"/>
            <ac:spMk id="11" creationId="{F3CAB186-7448-210A-60D9-E5691241BC12}"/>
          </ac:spMkLst>
        </pc:spChg>
        <pc:spChg chg="add mod">
          <ac:chgData name="Michael Whitehouse" userId="0ecba9273f6ad366" providerId="LiveId" clId="{F36E82C0-65ED-4BE7-8730-0F102FB388DD}" dt="2026-06-09T17:46:23.803" v="3382" actId="139"/>
          <ac:spMkLst>
            <pc:docMk/>
            <pc:sldMk cId="3429862078" sldId="307"/>
            <ac:spMk id="12" creationId="{AA9832D3-6045-B8B4-6192-DF0772585B65}"/>
          </ac:spMkLst>
        </pc:spChg>
        <pc:spChg chg="add mod">
          <ac:chgData name="Michael Whitehouse" userId="0ecba9273f6ad366" providerId="LiveId" clId="{F36E82C0-65ED-4BE7-8730-0F102FB388DD}" dt="2026-06-09T17:46:23.924" v="3391"/>
          <ac:spMkLst>
            <pc:docMk/>
            <pc:sldMk cId="3429862078" sldId="307"/>
            <ac:spMk id="13" creationId="{7E0FE7D3-C4FA-0BB8-BCA2-447BD9BD8EAD}"/>
          </ac:spMkLst>
        </pc:spChg>
        <pc:spChg chg="add mod">
          <ac:chgData name="Michael Whitehouse" userId="0ecba9273f6ad366" providerId="LiveId" clId="{F36E82C0-65ED-4BE7-8730-0F102FB388DD}" dt="2026-06-09T17:46:24.039" v="3402" actId="139"/>
          <ac:spMkLst>
            <pc:docMk/>
            <pc:sldMk cId="3429862078" sldId="307"/>
            <ac:spMk id="14" creationId="{C0860A76-1053-071B-D7B6-555EB2BADCB6}"/>
          </ac:spMkLst>
        </pc:spChg>
        <pc:spChg chg="add mod">
          <ac:chgData name="Michael Whitehouse" userId="0ecba9273f6ad366" providerId="LiveId" clId="{F36E82C0-65ED-4BE7-8730-0F102FB388DD}" dt="2026-06-09T17:46:24.145" v="3411"/>
          <ac:spMkLst>
            <pc:docMk/>
            <pc:sldMk cId="3429862078" sldId="307"/>
            <ac:spMk id="15" creationId="{6F775D5D-5E09-0C48-4926-707BF27E79E3}"/>
          </ac:spMkLst>
        </pc:spChg>
        <pc:spChg chg="add mod">
          <ac:chgData name="Michael Whitehouse" userId="0ecba9273f6ad366" providerId="LiveId" clId="{F36E82C0-65ED-4BE7-8730-0F102FB388DD}" dt="2026-06-09T17:46:24.262" v="3422" actId="139"/>
          <ac:spMkLst>
            <pc:docMk/>
            <pc:sldMk cId="3429862078" sldId="307"/>
            <ac:spMk id="16" creationId="{0384170C-F2E3-C11A-CC2B-009A0AB2369D}"/>
          </ac:spMkLst>
        </pc:spChg>
        <pc:spChg chg="add mod">
          <ac:chgData name="Michael Whitehouse" userId="0ecba9273f6ad366" providerId="LiveId" clId="{F36E82C0-65ED-4BE7-8730-0F102FB388DD}" dt="2026-06-09T17:46:24.379" v="3431"/>
          <ac:spMkLst>
            <pc:docMk/>
            <pc:sldMk cId="3429862078" sldId="307"/>
            <ac:spMk id="17" creationId="{25FE25EA-02F9-F47B-822C-77B9D3E67679}"/>
          </ac:spMkLst>
        </pc:spChg>
        <pc:spChg chg="add mod">
          <ac:chgData name="Michael Whitehouse" userId="0ecba9273f6ad366" providerId="LiveId" clId="{F36E82C0-65ED-4BE7-8730-0F102FB388DD}" dt="2026-06-09T17:46:24.494" v="3442" actId="139"/>
          <ac:spMkLst>
            <pc:docMk/>
            <pc:sldMk cId="3429862078" sldId="307"/>
            <ac:spMk id="18" creationId="{2E8395E8-9945-3E2F-DAF3-C3BC3AF3ECA3}"/>
          </ac:spMkLst>
        </pc:spChg>
        <pc:spChg chg="add mod">
          <ac:chgData name="Michael Whitehouse" userId="0ecba9273f6ad366" providerId="LiveId" clId="{F36E82C0-65ED-4BE7-8730-0F102FB388DD}" dt="2026-06-09T17:46:24.601" v="3451"/>
          <ac:spMkLst>
            <pc:docMk/>
            <pc:sldMk cId="3429862078" sldId="307"/>
            <ac:spMk id="19" creationId="{14D6B7A5-B324-0832-059A-99643D6AD0B9}"/>
          </ac:spMkLst>
        </pc:spChg>
        <pc:spChg chg="add mod">
          <ac:chgData name="Michael Whitehouse" userId="0ecba9273f6ad366" providerId="LiveId" clId="{F36E82C0-65ED-4BE7-8730-0F102FB388DD}" dt="2026-06-09T17:46:24.715" v="3462" actId="139"/>
          <ac:spMkLst>
            <pc:docMk/>
            <pc:sldMk cId="3429862078" sldId="307"/>
            <ac:spMk id="20" creationId="{BF38F94C-D8F7-C05F-0A6B-3EE02980DD36}"/>
          </ac:spMkLst>
        </pc:spChg>
        <pc:spChg chg="add mod">
          <ac:chgData name="Michael Whitehouse" userId="0ecba9273f6ad366" providerId="LiveId" clId="{F36E82C0-65ED-4BE7-8730-0F102FB388DD}" dt="2026-06-09T17:46:24.835" v="3471"/>
          <ac:spMkLst>
            <pc:docMk/>
            <pc:sldMk cId="3429862078" sldId="307"/>
            <ac:spMk id="21" creationId="{370DA8A5-1BF6-2D3A-96E1-7ED5ED5E1556}"/>
          </ac:spMkLst>
        </pc:spChg>
        <pc:spChg chg="add mod">
          <ac:chgData name="Michael Whitehouse" userId="0ecba9273f6ad366" providerId="LiveId" clId="{F36E82C0-65ED-4BE7-8730-0F102FB388DD}" dt="2026-06-09T17:46:24.948" v="3482" actId="139"/>
          <ac:spMkLst>
            <pc:docMk/>
            <pc:sldMk cId="3429862078" sldId="307"/>
            <ac:spMk id="22" creationId="{922E3CE9-6090-8653-BFD5-E2828914411A}"/>
          </ac:spMkLst>
        </pc:spChg>
        <pc:spChg chg="add mod">
          <ac:chgData name="Michael Whitehouse" userId="0ecba9273f6ad366" providerId="LiveId" clId="{F36E82C0-65ED-4BE7-8730-0F102FB388DD}" dt="2026-06-09T17:46:25.053" v="3491"/>
          <ac:spMkLst>
            <pc:docMk/>
            <pc:sldMk cId="3429862078" sldId="307"/>
            <ac:spMk id="23" creationId="{73DA0162-6D7F-089A-F29A-A597BBE016F8}"/>
          </ac:spMkLst>
        </pc:spChg>
        <pc:spChg chg="add mod">
          <ac:chgData name="Michael Whitehouse" userId="0ecba9273f6ad366" providerId="LiveId" clId="{F36E82C0-65ED-4BE7-8730-0F102FB388DD}" dt="2026-06-09T17:46:25.168" v="3502" actId="139"/>
          <ac:spMkLst>
            <pc:docMk/>
            <pc:sldMk cId="3429862078" sldId="307"/>
            <ac:spMk id="24" creationId="{0ED15026-41FC-2303-24B8-603639D610F3}"/>
          </ac:spMkLst>
        </pc:spChg>
        <pc:spChg chg="add mod">
          <ac:chgData name="Michael Whitehouse" userId="0ecba9273f6ad366" providerId="LiveId" clId="{F36E82C0-65ED-4BE7-8730-0F102FB388DD}" dt="2026-06-09T17:46:25.286" v="3511"/>
          <ac:spMkLst>
            <pc:docMk/>
            <pc:sldMk cId="3429862078" sldId="307"/>
            <ac:spMk id="25" creationId="{9F922A0F-B6A1-118A-9626-986A34020FB1}"/>
          </ac:spMkLst>
        </pc:spChg>
        <pc:spChg chg="add mod">
          <ac:chgData name="Michael Whitehouse" userId="0ecba9273f6ad366" providerId="LiveId" clId="{F36E82C0-65ED-4BE7-8730-0F102FB388DD}" dt="2026-06-09T17:46:25.400" v="3522" actId="139"/>
          <ac:spMkLst>
            <pc:docMk/>
            <pc:sldMk cId="3429862078" sldId="307"/>
            <ac:spMk id="26" creationId="{00ADCAD7-E4EE-4194-41A6-AFA80E4FBEDF}"/>
          </ac:spMkLst>
        </pc:spChg>
        <pc:spChg chg="add mod">
          <ac:chgData name="Michael Whitehouse" userId="0ecba9273f6ad366" providerId="LiveId" clId="{F36E82C0-65ED-4BE7-8730-0F102FB388DD}" dt="2026-06-09T17:46:25.506" v="3531"/>
          <ac:spMkLst>
            <pc:docMk/>
            <pc:sldMk cId="3429862078" sldId="307"/>
            <ac:spMk id="27" creationId="{599DCEF4-3F72-5FF4-39D3-1B802464BF65}"/>
          </ac:spMkLst>
        </pc:spChg>
        <pc:spChg chg="add mod">
          <ac:chgData name="Michael Whitehouse" userId="0ecba9273f6ad366" providerId="LiveId" clId="{F36E82C0-65ED-4BE7-8730-0F102FB388DD}" dt="2026-06-09T17:46:25.621" v="3542" actId="139"/>
          <ac:spMkLst>
            <pc:docMk/>
            <pc:sldMk cId="3429862078" sldId="307"/>
            <ac:spMk id="28" creationId="{FFC3DC0B-8E04-DADE-580E-E9CAAE7AC257}"/>
          </ac:spMkLst>
        </pc:spChg>
        <pc:spChg chg="add mod">
          <ac:chgData name="Michael Whitehouse" userId="0ecba9273f6ad366" providerId="LiveId" clId="{F36E82C0-65ED-4BE7-8730-0F102FB388DD}" dt="2026-06-09T17:46:25.741" v="3551"/>
          <ac:spMkLst>
            <pc:docMk/>
            <pc:sldMk cId="3429862078" sldId="307"/>
            <ac:spMk id="29" creationId="{B0345117-58EB-B34D-2F3E-D9E93912BE6B}"/>
          </ac:spMkLst>
        </pc:spChg>
        <pc:spChg chg="add mod">
          <ac:chgData name="Michael Whitehouse" userId="0ecba9273f6ad366" providerId="LiveId" clId="{F36E82C0-65ED-4BE7-8730-0F102FB388DD}" dt="2026-06-09T17:46:25.855" v="3562" actId="139"/>
          <ac:spMkLst>
            <pc:docMk/>
            <pc:sldMk cId="3429862078" sldId="307"/>
            <ac:spMk id="30" creationId="{19CA9003-16C5-5000-8F13-721AB3F7DAF2}"/>
          </ac:spMkLst>
        </pc:spChg>
        <pc:spChg chg="add mod">
          <ac:chgData name="Michael Whitehouse" userId="0ecba9273f6ad366" providerId="LiveId" clId="{F36E82C0-65ED-4BE7-8730-0F102FB388DD}" dt="2026-06-09T17:46:25.974" v="3571"/>
          <ac:spMkLst>
            <pc:docMk/>
            <pc:sldMk cId="3429862078" sldId="307"/>
            <ac:spMk id="31" creationId="{09FF7F2C-E89E-BF1D-F190-900F17DCE1D2}"/>
          </ac:spMkLst>
        </pc:spChg>
        <pc:spChg chg="add mod">
          <ac:chgData name="Michael Whitehouse" userId="0ecba9273f6ad366" providerId="LiveId" clId="{F36E82C0-65ED-4BE7-8730-0F102FB388DD}" dt="2026-06-09T17:46:26.088" v="3582" actId="139"/>
          <ac:spMkLst>
            <pc:docMk/>
            <pc:sldMk cId="3429862078" sldId="307"/>
            <ac:spMk id="32" creationId="{D61C16EA-13FE-8214-0FF0-B0D2431287EC}"/>
          </ac:spMkLst>
        </pc:spChg>
        <pc:spChg chg="add mod">
          <ac:chgData name="Michael Whitehouse" userId="0ecba9273f6ad366" providerId="LiveId" clId="{F36E82C0-65ED-4BE7-8730-0F102FB388DD}" dt="2026-06-09T17:46:26.209" v="3591"/>
          <ac:spMkLst>
            <pc:docMk/>
            <pc:sldMk cId="3429862078" sldId="307"/>
            <ac:spMk id="33" creationId="{57FA111C-8275-8ED3-6599-48EFD68A7E4C}"/>
          </ac:spMkLst>
        </pc:spChg>
        <pc:spChg chg="add mod">
          <ac:chgData name="Michael Whitehouse" userId="0ecba9273f6ad366" providerId="LiveId" clId="{F36E82C0-65ED-4BE7-8730-0F102FB388DD}" dt="2026-06-09T17:46:26.324" v="3602" actId="139"/>
          <ac:spMkLst>
            <pc:docMk/>
            <pc:sldMk cId="3429862078" sldId="307"/>
            <ac:spMk id="34" creationId="{9C094FD9-1720-2288-9B6F-CA5DF4DD541A}"/>
          </ac:spMkLst>
        </pc:spChg>
        <pc:spChg chg="add mod">
          <ac:chgData name="Michael Whitehouse" userId="0ecba9273f6ad366" providerId="LiveId" clId="{F36E82C0-65ED-4BE7-8730-0F102FB388DD}" dt="2026-06-09T17:46:26.442" v="3611"/>
          <ac:spMkLst>
            <pc:docMk/>
            <pc:sldMk cId="3429862078" sldId="307"/>
            <ac:spMk id="35" creationId="{5509AD29-553D-E015-6695-666585F6A249}"/>
          </ac:spMkLst>
        </pc:spChg>
        <pc:spChg chg="add mod">
          <ac:chgData name="Michael Whitehouse" userId="0ecba9273f6ad366" providerId="LiveId" clId="{F36E82C0-65ED-4BE7-8730-0F102FB388DD}" dt="2026-06-09T17:46:26.551" v="3620"/>
          <ac:spMkLst>
            <pc:docMk/>
            <pc:sldMk cId="3429862078" sldId="307"/>
            <ac:spMk id="36" creationId="{F5E19A93-76BC-E7FB-9793-D5BE47CA6809}"/>
          </ac:spMkLst>
        </pc:spChg>
        <pc:spChg chg="add mod">
          <ac:chgData name="Michael Whitehouse" userId="0ecba9273f6ad366" providerId="LiveId" clId="{F36E82C0-65ED-4BE7-8730-0F102FB388DD}" dt="2026-06-09T17:46:26.659" v="3629"/>
          <ac:spMkLst>
            <pc:docMk/>
            <pc:sldMk cId="3429862078" sldId="307"/>
            <ac:spMk id="37" creationId="{A7C9C9E2-A6A5-4F29-5889-B32DFFB640A1}"/>
          </ac:spMkLst>
        </pc:spChg>
        <pc:spChg chg="add mod">
          <ac:chgData name="Michael Whitehouse" userId="0ecba9273f6ad366" providerId="LiveId" clId="{F36E82C0-65ED-4BE7-8730-0F102FB388DD}" dt="2026-06-09T17:46:26.767" v="3638"/>
          <ac:spMkLst>
            <pc:docMk/>
            <pc:sldMk cId="3429862078" sldId="307"/>
            <ac:spMk id="38" creationId="{1B484EF9-20F8-9D39-B97C-ECF251FD166E}"/>
          </ac:spMkLst>
        </pc:spChg>
        <pc:spChg chg="add mod">
          <ac:chgData name="Michael Whitehouse" userId="0ecba9273f6ad366" providerId="LiveId" clId="{F36E82C0-65ED-4BE7-8730-0F102FB388DD}" dt="2026-06-09T17:46:26.878" v="3647"/>
          <ac:spMkLst>
            <pc:docMk/>
            <pc:sldMk cId="3429862078" sldId="307"/>
            <ac:spMk id="39" creationId="{661E273A-8C05-195F-2A74-47C762763083}"/>
          </ac:spMkLst>
        </pc:spChg>
        <pc:spChg chg="add mod">
          <ac:chgData name="Michael Whitehouse" userId="0ecba9273f6ad366" providerId="LiveId" clId="{F36E82C0-65ED-4BE7-8730-0F102FB388DD}" dt="2026-06-09T17:46:26.987" v="3656"/>
          <ac:spMkLst>
            <pc:docMk/>
            <pc:sldMk cId="3429862078" sldId="307"/>
            <ac:spMk id="40" creationId="{4D81B13A-797C-78E4-0064-A9554CE1D146}"/>
          </ac:spMkLst>
        </pc:spChg>
        <pc:spChg chg="add mod">
          <ac:chgData name="Michael Whitehouse" userId="0ecba9273f6ad366" providerId="LiveId" clId="{F36E82C0-65ED-4BE7-8730-0F102FB388DD}" dt="2026-06-09T17:46:27.002" v="3666" actId="207"/>
          <ac:spMkLst>
            <pc:docMk/>
            <pc:sldMk cId="3429862078" sldId="307"/>
            <ac:spMk id="41" creationId="{0607E318-F2E2-3393-7359-FDAD204ACA0F}"/>
          </ac:spMkLst>
        </pc:spChg>
        <pc:spChg chg="add mod">
          <ac:chgData name="Michael Whitehouse" userId="0ecba9273f6ad366" providerId="LiveId" clId="{F36E82C0-65ED-4BE7-8730-0F102FB388DD}" dt="2026-06-09T17:46:27.016" v="3676" actId="207"/>
          <ac:spMkLst>
            <pc:docMk/>
            <pc:sldMk cId="3429862078" sldId="307"/>
            <ac:spMk id="42" creationId="{513D3004-E6B2-07AC-71BC-8AD5CE4A82D5}"/>
          </ac:spMkLst>
        </pc:spChg>
      </pc:sldChg>
      <pc:sldChg chg="addSp delSp modSp add mod chgLayout">
        <pc:chgData name="Michael Whitehouse" userId="0ecba9273f6ad366" providerId="LiveId" clId="{F36E82C0-65ED-4BE7-8730-0F102FB388DD}" dt="2026-06-11T12:53:56.493" v="8486" actId="26606"/>
        <pc:sldMkLst>
          <pc:docMk/>
          <pc:sldMk cId="2484312480" sldId="308"/>
        </pc:sldMkLst>
        <pc:spChg chg="mod ord">
          <ac:chgData name="Michael Whitehouse" userId="0ecba9273f6ad366" providerId="LiveId" clId="{F36E82C0-65ED-4BE7-8730-0F102FB388DD}" dt="2026-06-11T12:53:56.493" v="8486" actId="26606"/>
          <ac:spMkLst>
            <pc:docMk/>
            <pc:sldMk cId="2484312480" sldId="308"/>
            <ac:spMk id="2" creationId="{13FF0CCA-3B3F-659E-3FE0-2485ED0EEC36}"/>
          </ac:spMkLst>
        </pc:spChg>
        <pc:spChg chg="add mod">
          <ac:chgData name="Michael Whitehouse" userId="0ecba9273f6ad366" providerId="LiveId" clId="{F36E82C0-65ED-4BE7-8730-0F102FB388DD}" dt="2026-06-09T17:46:27.751" v="3695"/>
          <ac:spMkLst>
            <pc:docMk/>
            <pc:sldMk cId="2484312480" sldId="308"/>
            <ac:spMk id="6" creationId="{6B59FE2B-D430-6622-F391-8EAB1862B636}"/>
          </ac:spMkLst>
        </pc:spChg>
        <pc:spChg chg="add mod">
          <ac:chgData name="Michael Whitehouse" userId="0ecba9273f6ad366" providerId="LiveId" clId="{F36E82C0-65ED-4BE7-8730-0F102FB388DD}" dt="2026-06-09T17:46:27.990" v="3717" actId="208"/>
          <ac:spMkLst>
            <pc:docMk/>
            <pc:sldMk cId="2484312480" sldId="308"/>
            <ac:spMk id="8" creationId="{E9C7F264-5403-7AE0-CC44-B7E5B23113D7}"/>
          </ac:spMkLst>
        </pc:spChg>
        <pc:spChg chg="add mod">
          <ac:chgData name="Michael Whitehouse" userId="0ecba9273f6ad366" providerId="LiveId" clId="{F36E82C0-65ED-4BE7-8730-0F102FB388DD}" dt="2026-06-09T17:46:28.114" v="3728" actId="139"/>
          <ac:spMkLst>
            <pc:docMk/>
            <pc:sldMk cId="2484312480" sldId="308"/>
            <ac:spMk id="9" creationId="{BD0D8351-2C9E-A628-5844-EBF7666849C0}"/>
          </ac:spMkLst>
        </pc:spChg>
        <pc:spChg chg="add mod">
          <ac:chgData name="Michael Whitehouse" userId="0ecba9273f6ad366" providerId="LiveId" clId="{F36E82C0-65ED-4BE7-8730-0F102FB388DD}" dt="2026-06-09T17:46:28.239" v="3739" actId="208"/>
          <ac:spMkLst>
            <pc:docMk/>
            <pc:sldMk cId="2484312480" sldId="308"/>
            <ac:spMk id="10" creationId="{A2979855-A998-FA52-0746-0622CB8D2A9A}"/>
          </ac:spMkLst>
        </pc:spChg>
        <pc:spChg chg="add mod">
          <ac:chgData name="Michael Whitehouse" userId="0ecba9273f6ad366" providerId="LiveId" clId="{F36E82C0-65ED-4BE7-8730-0F102FB388DD}" dt="2026-06-09T17:46:28.351" v="3750" actId="139"/>
          <ac:spMkLst>
            <pc:docMk/>
            <pc:sldMk cId="2484312480" sldId="308"/>
            <ac:spMk id="11" creationId="{5C32A2F7-40AF-16B7-B991-690EF906EB80}"/>
          </ac:spMkLst>
        </pc:spChg>
        <pc:spChg chg="add mod">
          <ac:chgData name="Michael Whitehouse" userId="0ecba9273f6ad366" providerId="LiveId" clId="{F36E82C0-65ED-4BE7-8730-0F102FB388DD}" dt="2026-06-09T17:46:28.460" v="3761" actId="208"/>
          <ac:spMkLst>
            <pc:docMk/>
            <pc:sldMk cId="2484312480" sldId="308"/>
            <ac:spMk id="12" creationId="{233DC826-8BD2-4327-63C8-4135BEBD29FB}"/>
          </ac:spMkLst>
        </pc:spChg>
        <pc:spChg chg="add mod">
          <ac:chgData name="Michael Whitehouse" userId="0ecba9273f6ad366" providerId="LiveId" clId="{F36E82C0-65ED-4BE7-8730-0F102FB388DD}" dt="2026-06-09T17:46:28.573" v="3772" actId="139"/>
          <ac:spMkLst>
            <pc:docMk/>
            <pc:sldMk cId="2484312480" sldId="308"/>
            <ac:spMk id="13" creationId="{1CB6B012-C8F5-8B46-17EB-B05EB4084A22}"/>
          </ac:spMkLst>
        </pc:spChg>
        <pc:spChg chg="add mod">
          <ac:chgData name="Michael Whitehouse" userId="0ecba9273f6ad366" providerId="LiveId" clId="{F36E82C0-65ED-4BE7-8730-0F102FB388DD}" dt="2026-06-09T17:46:28.695" v="3783" actId="208"/>
          <ac:spMkLst>
            <pc:docMk/>
            <pc:sldMk cId="2484312480" sldId="308"/>
            <ac:spMk id="14" creationId="{936BCE51-9C2B-8BDD-DE45-4FCEFB07B8A8}"/>
          </ac:spMkLst>
        </pc:spChg>
        <pc:spChg chg="add mod">
          <ac:chgData name="Michael Whitehouse" userId="0ecba9273f6ad366" providerId="LiveId" clId="{F36E82C0-65ED-4BE7-8730-0F102FB388DD}" dt="2026-06-09T17:46:28.821" v="3794" actId="139"/>
          <ac:spMkLst>
            <pc:docMk/>
            <pc:sldMk cId="2484312480" sldId="308"/>
            <ac:spMk id="15" creationId="{BDCFE618-FC21-CFEE-D58E-9DC171B95A4A}"/>
          </ac:spMkLst>
        </pc:spChg>
        <pc:spChg chg="add mod">
          <ac:chgData name="Michael Whitehouse" userId="0ecba9273f6ad366" providerId="LiveId" clId="{F36E82C0-65ED-4BE7-8730-0F102FB388DD}" dt="2026-06-09T17:46:28.931" v="3805" actId="208"/>
          <ac:spMkLst>
            <pc:docMk/>
            <pc:sldMk cId="2484312480" sldId="308"/>
            <ac:spMk id="16" creationId="{EF6963C7-A510-ACD5-6687-F17A60AED6FE}"/>
          </ac:spMkLst>
        </pc:spChg>
        <pc:spChg chg="add mod">
          <ac:chgData name="Michael Whitehouse" userId="0ecba9273f6ad366" providerId="LiveId" clId="{F36E82C0-65ED-4BE7-8730-0F102FB388DD}" dt="2026-06-09T17:46:29.052" v="3814"/>
          <ac:spMkLst>
            <pc:docMk/>
            <pc:sldMk cId="2484312480" sldId="308"/>
            <ac:spMk id="17" creationId="{C6E24C36-3017-5938-35B3-00382D543408}"/>
          </ac:spMkLst>
        </pc:spChg>
        <pc:spChg chg="add mod">
          <ac:chgData name="Michael Whitehouse" userId="0ecba9273f6ad366" providerId="LiveId" clId="{F36E82C0-65ED-4BE7-8730-0F102FB388DD}" dt="2026-06-09T17:46:29.166" v="3825" actId="208"/>
          <ac:spMkLst>
            <pc:docMk/>
            <pc:sldMk cId="2484312480" sldId="308"/>
            <ac:spMk id="18" creationId="{169F43F2-6310-0A87-E7B6-E5A932CB5D02}"/>
          </ac:spMkLst>
        </pc:spChg>
        <pc:spChg chg="add mod">
          <ac:chgData name="Michael Whitehouse" userId="0ecba9273f6ad366" providerId="LiveId" clId="{F36E82C0-65ED-4BE7-8730-0F102FB388DD}" dt="2026-06-09T17:46:29.290" v="3834"/>
          <ac:spMkLst>
            <pc:docMk/>
            <pc:sldMk cId="2484312480" sldId="308"/>
            <ac:spMk id="19" creationId="{F443005F-44DC-E43F-1F8C-FB058F8F3706}"/>
          </ac:spMkLst>
        </pc:spChg>
        <pc:spChg chg="add mod">
          <ac:chgData name="Michael Whitehouse" userId="0ecba9273f6ad366" providerId="LiveId" clId="{F36E82C0-65ED-4BE7-8730-0F102FB388DD}" dt="2026-06-09T17:46:29.305" v="3844" actId="207"/>
          <ac:spMkLst>
            <pc:docMk/>
            <pc:sldMk cId="2484312480" sldId="308"/>
            <ac:spMk id="20" creationId="{E5E1D471-A1FC-EAA6-6810-F13418D35194}"/>
          </ac:spMkLst>
        </pc:spChg>
        <pc:spChg chg="add mod">
          <ac:chgData name="Michael Whitehouse" userId="0ecba9273f6ad366" providerId="LiveId" clId="{F36E82C0-65ED-4BE7-8730-0F102FB388DD}" dt="2026-06-09T17:46:29.319" v="3854" actId="207"/>
          <ac:spMkLst>
            <pc:docMk/>
            <pc:sldMk cId="2484312480" sldId="308"/>
            <ac:spMk id="21" creationId="{E48D1FF7-9139-3245-BCA1-DCA1BB3DA9CD}"/>
          </ac:spMkLst>
        </pc:spChg>
      </pc:sldChg>
      <pc:sldChg chg="addSp delSp modSp add mod chgLayout">
        <pc:chgData name="Michael Whitehouse" userId="0ecba9273f6ad366" providerId="LiveId" clId="{F36E82C0-65ED-4BE7-8730-0F102FB388DD}" dt="2026-06-11T12:53:56.493" v="8486" actId="26606"/>
        <pc:sldMkLst>
          <pc:docMk/>
          <pc:sldMk cId="2789776648" sldId="309"/>
        </pc:sldMkLst>
        <pc:spChg chg="mod ord">
          <ac:chgData name="Michael Whitehouse" userId="0ecba9273f6ad366" providerId="LiveId" clId="{F36E82C0-65ED-4BE7-8730-0F102FB388DD}" dt="2026-06-11T12:46:25.430" v="8421" actId="700"/>
          <ac:spMkLst>
            <pc:docMk/>
            <pc:sldMk cId="2789776648" sldId="309"/>
            <ac:spMk id="2" creationId="{235CA6F3-7A96-4D0D-06F8-36C6D16ECFFF}"/>
          </ac:spMkLst>
        </pc:spChg>
        <pc:spChg chg="add mod">
          <ac:chgData name="Michael Whitehouse" userId="0ecba9273f6ad366" providerId="LiveId" clId="{F36E82C0-65ED-4BE7-8730-0F102FB388DD}" dt="2026-06-09T17:46:30.031" v="3875"/>
          <ac:spMkLst>
            <pc:docMk/>
            <pc:sldMk cId="2789776648" sldId="309"/>
            <ac:spMk id="7" creationId="{F241FAF2-C235-7E00-7A48-9A564C9CAAFA}"/>
          </ac:spMkLst>
        </pc:spChg>
        <pc:spChg chg="add mod">
          <ac:chgData name="Michael Whitehouse" userId="0ecba9273f6ad366" providerId="LiveId" clId="{F36E82C0-65ED-4BE7-8730-0F102FB388DD}" dt="2026-06-09T17:46:30.257" v="3897" actId="208"/>
          <ac:spMkLst>
            <pc:docMk/>
            <pc:sldMk cId="2789776648" sldId="309"/>
            <ac:spMk id="9" creationId="{ACB21644-7F5F-B78B-49A8-A6E52C91FFF6}"/>
          </ac:spMkLst>
        </pc:spChg>
        <pc:spChg chg="add mod">
          <ac:chgData name="Michael Whitehouse" userId="0ecba9273f6ad366" providerId="LiveId" clId="{F36E82C0-65ED-4BE7-8730-0F102FB388DD}" dt="2026-06-09T17:46:30.384" v="3908" actId="139"/>
          <ac:spMkLst>
            <pc:docMk/>
            <pc:sldMk cId="2789776648" sldId="309"/>
            <ac:spMk id="10" creationId="{B9139A2F-F7CF-CC38-A586-1317402181E4}"/>
          </ac:spMkLst>
        </pc:spChg>
        <pc:spChg chg="add mod">
          <ac:chgData name="Michael Whitehouse" userId="0ecba9273f6ad366" providerId="LiveId" clId="{F36E82C0-65ED-4BE7-8730-0F102FB388DD}" dt="2026-06-09T17:46:30.493" v="3919" actId="208"/>
          <ac:spMkLst>
            <pc:docMk/>
            <pc:sldMk cId="2789776648" sldId="309"/>
            <ac:spMk id="11" creationId="{0B33FC85-E3B7-B44D-807C-933BEAC3BCA5}"/>
          </ac:spMkLst>
        </pc:spChg>
        <pc:spChg chg="add mod">
          <ac:chgData name="Michael Whitehouse" userId="0ecba9273f6ad366" providerId="LiveId" clId="{F36E82C0-65ED-4BE7-8730-0F102FB388DD}" dt="2026-06-09T17:46:30.619" v="3930" actId="139"/>
          <ac:spMkLst>
            <pc:docMk/>
            <pc:sldMk cId="2789776648" sldId="309"/>
            <ac:spMk id="12" creationId="{9F00C420-2A9C-F81D-D81A-45F89A2818F2}"/>
          </ac:spMkLst>
        </pc:spChg>
        <pc:spChg chg="add mod">
          <ac:chgData name="Michael Whitehouse" userId="0ecba9273f6ad366" providerId="LiveId" clId="{F36E82C0-65ED-4BE7-8730-0F102FB388DD}" dt="2026-06-09T17:46:30.728" v="3941" actId="208"/>
          <ac:spMkLst>
            <pc:docMk/>
            <pc:sldMk cId="2789776648" sldId="309"/>
            <ac:spMk id="13" creationId="{DFAE02CB-9F6B-22D1-CCAF-8DE51FA1DF6C}"/>
          </ac:spMkLst>
        </pc:spChg>
        <pc:spChg chg="add mod">
          <ac:chgData name="Michael Whitehouse" userId="0ecba9273f6ad366" providerId="LiveId" clId="{F36E82C0-65ED-4BE7-8730-0F102FB388DD}" dt="2026-06-09T17:46:30.857" v="3952" actId="139"/>
          <ac:spMkLst>
            <pc:docMk/>
            <pc:sldMk cId="2789776648" sldId="309"/>
            <ac:spMk id="14" creationId="{F0A307C5-ACEE-DECB-FBF9-2E2E50134AAF}"/>
          </ac:spMkLst>
        </pc:spChg>
        <pc:spChg chg="add mod">
          <ac:chgData name="Michael Whitehouse" userId="0ecba9273f6ad366" providerId="LiveId" clId="{F36E82C0-65ED-4BE7-8730-0F102FB388DD}" dt="2026-06-09T17:46:30.984" v="3963" actId="208"/>
          <ac:spMkLst>
            <pc:docMk/>
            <pc:sldMk cId="2789776648" sldId="309"/>
            <ac:spMk id="15" creationId="{774BF5AC-C731-72B6-0991-2BA9AAA2BE09}"/>
          </ac:spMkLst>
        </pc:spChg>
        <pc:spChg chg="add mod">
          <ac:chgData name="Michael Whitehouse" userId="0ecba9273f6ad366" providerId="LiveId" clId="{F36E82C0-65ED-4BE7-8730-0F102FB388DD}" dt="2026-06-09T17:46:31.107" v="3974" actId="139"/>
          <ac:spMkLst>
            <pc:docMk/>
            <pc:sldMk cId="2789776648" sldId="309"/>
            <ac:spMk id="16" creationId="{EE316A7A-D8F5-7037-AD36-8F5FC6C94EA3}"/>
          </ac:spMkLst>
        </pc:spChg>
        <pc:spChg chg="add mod">
          <ac:chgData name="Michael Whitehouse" userId="0ecba9273f6ad366" providerId="LiveId" clId="{F36E82C0-65ED-4BE7-8730-0F102FB388DD}" dt="2026-06-09T17:46:31.232" v="3985" actId="208"/>
          <ac:spMkLst>
            <pc:docMk/>
            <pc:sldMk cId="2789776648" sldId="309"/>
            <ac:spMk id="17" creationId="{26738062-DE11-E1BC-B564-1DFD162155A1}"/>
          </ac:spMkLst>
        </pc:spChg>
        <pc:spChg chg="add mod">
          <ac:chgData name="Michael Whitehouse" userId="0ecba9273f6ad366" providerId="LiveId" clId="{F36E82C0-65ED-4BE7-8730-0F102FB388DD}" dt="2026-06-09T17:46:31.358" v="3996" actId="139"/>
          <ac:spMkLst>
            <pc:docMk/>
            <pc:sldMk cId="2789776648" sldId="309"/>
            <ac:spMk id="18" creationId="{4090AFE8-5203-F31F-5D26-FEDFC8B2A2B3}"/>
          </ac:spMkLst>
        </pc:spChg>
        <pc:spChg chg="add mod">
          <ac:chgData name="Michael Whitehouse" userId="0ecba9273f6ad366" providerId="LiveId" clId="{F36E82C0-65ED-4BE7-8730-0F102FB388DD}" dt="2026-06-09T17:46:31.482" v="4007" actId="208"/>
          <ac:spMkLst>
            <pc:docMk/>
            <pc:sldMk cId="2789776648" sldId="309"/>
            <ac:spMk id="19" creationId="{530D2A5E-C6B6-9649-D4B9-1D0125529514}"/>
          </ac:spMkLst>
        </pc:spChg>
        <pc:spChg chg="add mod">
          <ac:chgData name="Michael Whitehouse" userId="0ecba9273f6ad366" providerId="LiveId" clId="{F36E82C0-65ED-4BE7-8730-0F102FB388DD}" dt="2026-06-09T17:46:31.606" v="4016"/>
          <ac:spMkLst>
            <pc:docMk/>
            <pc:sldMk cId="2789776648" sldId="309"/>
            <ac:spMk id="20" creationId="{43FA4239-B84A-6AAB-2120-D1E4DD1F19AA}"/>
          </ac:spMkLst>
        </pc:spChg>
        <pc:spChg chg="add mod">
          <ac:chgData name="Michael Whitehouse" userId="0ecba9273f6ad366" providerId="LiveId" clId="{F36E82C0-65ED-4BE7-8730-0F102FB388DD}" dt="2026-06-09T17:46:31.623" v="4026" actId="207"/>
          <ac:spMkLst>
            <pc:docMk/>
            <pc:sldMk cId="2789776648" sldId="309"/>
            <ac:spMk id="21" creationId="{0F7642D0-846C-462F-0D02-54E61B7036FB}"/>
          </ac:spMkLst>
        </pc:spChg>
        <pc:spChg chg="add mod">
          <ac:chgData name="Michael Whitehouse" userId="0ecba9273f6ad366" providerId="LiveId" clId="{F36E82C0-65ED-4BE7-8730-0F102FB388DD}" dt="2026-06-09T17:46:31.638" v="4036" actId="207"/>
          <ac:spMkLst>
            <pc:docMk/>
            <pc:sldMk cId="2789776648" sldId="309"/>
            <ac:spMk id="22" creationId="{EA308941-81A2-89B6-6E3C-33D67E4B1791}"/>
          </ac:spMkLst>
        </pc:spChg>
      </pc:sldChg>
      <pc:sldChg chg="addSp delSp modSp add mod modClrScheme chgLayout">
        <pc:chgData name="Michael Whitehouse" userId="0ecba9273f6ad366" providerId="LiveId" clId="{F36E82C0-65ED-4BE7-8730-0F102FB388DD}" dt="2026-06-11T12:53:56.493" v="8486" actId="26606"/>
        <pc:sldMkLst>
          <pc:docMk/>
          <pc:sldMk cId="1279860545" sldId="310"/>
        </pc:sldMkLst>
        <pc:spChg chg="mod ord">
          <ac:chgData name="Michael Whitehouse" userId="0ecba9273f6ad366" providerId="LiveId" clId="{F36E82C0-65ED-4BE7-8730-0F102FB388DD}" dt="2026-06-11T12:46:25.430" v="8421" actId="700"/>
          <ac:spMkLst>
            <pc:docMk/>
            <pc:sldMk cId="1279860545" sldId="310"/>
            <ac:spMk id="2" creationId="{8CB5EDB1-0C6A-96E9-A07B-8BCED36707BB}"/>
          </ac:spMkLst>
        </pc:spChg>
        <pc:spChg chg="add mod">
          <ac:chgData name="Michael Whitehouse" userId="0ecba9273f6ad366" providerId="LiveId" clId="{F36E82C0-65ED-4BE7-8730-0F102FB388DD}" dt="2026-06-09T17:46:32.346" v="4049"/>
          <ac:spMkLst>
            <pc:docMk/>
            <pc:sldMk cId="1279860545" sldId="310"/>
            <ac:spMk id="3" creationId="{7DA68F96-3E9D-F93D-6A8D-3EEE0CABAE83}"/>
          </ac:spMkLst>
        </pc:spChg>
        <pc:spChg chg="add mod">
          <ac:chgData name="Michael Whitehouse" userId="0ecba9273f6ad366" providerId="LiveId" clId="{F36E82C0-65ED-4BE7-8730-0F102FB388DD}" dt="2026-06-09T17:46:32.585" v="4071" actId="208"/>
          <ac:spMkLst>
            <pc:docMk/>
            <pc:sldMk cId="1279860545" sldId="310"/>
            <ac:spMk id="5" creationId="{0D7C59C3-94E0-662E-D9FF-01B0A81839C7}"/>
          </ac:spMkLst>
        </pc:spChg>
        <pc:spChg chg="add mod">
          <ac:chgData name="Michael Whitehouse" userId="0ecba9273f6ad366" providerId="LiveId" clId="{F36E82C0-65ED-4BE7-8730-0F102FB388DD}" dt="2026-06-09T17:46:32.710" v="4082" actId="139"/>
          <ac:spMkLst>
            <pc:docMk/>
            <pc:sldMk cId="1279860545" sldId="310"/>
            <ac:spMk id="6" creationId="{64B41424-8797-DA95-FB22-F6773814E59B}"/>
          </ac:spMkLst>
        </pc:spChg>
        <pc:spChg chg="add mod">
          <ac:chgData name="Michael Whitehouse" userId="0ecba9273f6ad366" providerId="LiveId" clId="{F36E82C0-65ED-4BE7-8730-0F102FB388DD}" dt="2026-06-09T17:46:32.833" v="4093" actId="208"/>
          <ac:spMkLst>
            <pc:docMk/>
            <pc:sldMk cId="1279860545" sldId="310"/>
            <ac:spMk id="7" creationId="{4324F844-6C0A-761B-664F-8370E48B276A}"/>
          </ac:spMkLst>
        </pc:spChg>
        <pc:spChg chg="add mod">
          <ac:chgData name="Michael Whitehouse" userId="0ecba9273f6ad366" providerId="LiveId" clId="{F36E82C0-65ED-4BE7-8730-0F102FB388DD}" dt="2026-06-09T17:46:32.958" v="4104" actId="139"/>
          <ac:spMkLst>
            <pc:docMk/>
            <pc:sldMk cId="1279860545" sldId="310"/>
            <ac:spMk id="8" creationId="{6F4B0892-FAB4-06B4-AB60-689FBCCF8276}"/>
          </ac:spMkLst>
        </pc:spChg>
        <pc:spChg chg="add mod">
          <ac:chgData name="Michael Whitehouse" userId="0ecba9273f6ad366" providerId="LiveId" clId="{F36E82C0-65ED-4BE7-8730-0F102FB388DD}" dt="2026-06-09T17:46:33.082" v="4115" actId="208"/>
          <ac:spMkLst>
            <pc:docMk/>
            <pc:sldMk cId="1279860545" sldId="310"/>
            <ac:spMk id="9" creationId="{A1031AA0-6DCD-6EAD-6B5A-1F72E9DDB991}"/>
          </ac:spMkLst>
        </pc:spChg>
        <pc:spChg chg="add mod">
          <ac:chgData name="Michael Whitehouse" userId="0ecba9273f6ad366" providerId="LiveId" clId="{F36E82C0-65ED-4BE7-8730-0F102FB388DD}" dt="2026-06-09T17:46:33.208" v="4126" actId="139"/>
          <ac:spMkLst>
            <pc:docMk/>
            <pc:sldMk cId="1279860545" sldId="310"/>
            <ac:spMk id="10" creationId="{0245A927-89FB-7B24-78BF-B081EDBC1549}"/>
          </ac:spMkLst>
        </pc:spChg>
        <pc:spChg chg="add mod">
          <ac:chgData name="Michael Whitehouse" userId="0ecba9273f6ad366" providerId="LiveId" clId="{F36E82C0-65ED-4BE7-8730-0F102FB388DD}" dt="2026-06-09T17:46:33.330" v="4137" actId="208"/>
          <ac:spMkLst>
            <pc:docMk/>
            <pc:sldMk cId="1279860545" sldId="310"/>
            <ac:spMk id="11" creationId="{1ABFF689-548F-D848-4520-22D3AEDB412D}"/>
          </ac:spMkLst>
        </pc:spChg>
        <pc:spChg chg="add mod">
          <ac:chgData name="Michael Whitehouse" userId="0ecba9273f6ad366" providerId="LiveId" clId="{F36E82C0-65ED-4BE7-8730-0F102FB388DD}" dt="2026-06-09T17:46:33.457" v="4148" actId="139"/>
          <ac:spMkLst>
            <pc:docMk/>
            <pc:sldMk cId="1279860545" sldId="310"/>
            <ac:spMk id="12" creationId="{53517F09-03EE-2CB9-9B2F-5482BA565EEE}"/>
          </ac:spMkLst>
        </pc:spChg>
        <pc:spChg chg="add mod">
          <ac:chgData name="Michael Whitehouse" userId="0ecba9273f6ad366" providerId="LiveId" clId="{F36E82C0-65ED-4BE7-8730-0F102FB388DD}" dt="2026-06-09T17:46:33.580" v="4159" actId="208"/>
          <ac:spMkLst>
            <pc:docMk/>
            <pc:sldMk cId="1279860545" sldId="310"/>
            <ac:spMk id="13" creationId="{BC2C9155-B684-C604-B4AB-DF7C41EFABDF}"/>
          </ac:spMkLst>
        </pc:spChg>
        <pc:spChg chg="add mod">
          <ac:chgData name="Michael Whitehouse" userId="0ecba9273f6ad366" providerId="LiveId" clId="{F36E82C0-65ED-4BE7-8730-0F102FB388DD}" dt="2026-06-09T17:46:33.700" v="4168"/>
          <ac:spMkLst>
            <pc:docMk/>
            <pc:sldMk cId="1279860545" sldId="310"/>
            <ac:spMk id="14" creationId="{4AD630A6-81A4-89E2-4EDA-68D904EEF27C}"/>
          </ac:spMkLst>
        </pc:spChg>
        <pc:spChg chg="add mod">
          <ac:chgData name="Michael Whitehouse" userId="0ecba9273f6ad366" providerId="LiveId" clId="{F36E82C0-65ED-4BE7-8730-0F102FB388DD}" dt="2026-06-09T17:46:33.828" v="4179" actId="208"/>
          <ac:spMkLst>
            <pc:docMk/>
            <pc:sldMk cId="1279860545" sldId="310"/>
            <ac:spMk id="15" creationId="{EEE61847-B004-76BC-80A9-A74D7312D766}"/>
          </ac:spMkLst>
        </pc:spChg>
        <pc:spChg chg="add mod">
          <ac:chgData name="Michael Whitehouse" userId="0ecba9273f6ad366" providerId="LiveId" clId="{F36E82C0-65ED-4BE7-8730-0F102FB388DD}" dt="2026-06-09T17:46:33.948" v="4188"/>
          <ac:spMkLst>
            <pc:docMk/>
            <pc:sldMk cId="1279860545" sldId="310"/>
            <ac:spMk id="16" creationId="{C77A13DB-6C4D-54AD-E436-624EDDB3DE95}"/>
          </ac:spMkLst>
        </pc:spChg>
        <pc:spChg chg="add mod">
          <ac:chgData name="Michael Whitehouse" userId="0ecba9273f6ad366" providerId="LiveId" clId="{F36E82C0-65ED-4BE7-8730-0F102FB388DD}" dt="2026-06-09T17:46:33.965" v="4198" actId="207"/>
          <ac:spMkLst>
            <pc:docMk/>
            <pc:sldMk cId="1279860545" sldId="310"/>
            <ac:spMk id="17" creationId="{FC17198C-ACA7-721D-8B1D-DEA0127710CD}"/>
          </ac:spMkLst>
        </pc:spChg>
        <pc:spChg chg="add mod">
          <ac:chgData name="Michael Whitehouse" userId="0ecba9273f6ad366" providerId="LiveId" clId="{F36E82C0-65ED-4BE7-8730-0F102FB388DD}" dt="2026-06-09T17:46:33.980" v="4208" actId="207"/>
          <ac:spMkLst>
            <pc:docMk/>
            <pc:sldMk cId="1279860545" sldId="310"/>
            <ac:spMk id="18" creationId="{629827F4-BF91-FDED-ACE9-F40DC00095C9}"/>
          </ac:spMkLst>
        </pc:spChg>
      </pc:sldChg>
      <pc:sldChg chg="addSp delSp modSp add mod modClrScheme chgLayout">
        <pc:chgData name="Michael Whitehouse" userId="0ecba9273f6ad366" providerId="LiveId" clId="{F36E82C0-65ED-4BE7-8730-0F102FB388DD}" dt="2026-06-11T12:53:56.493" v="8486" actId="26606"/>
        <pc:sldMkLst>
          <pc:docMk/>
          <pc:sldMk cId="954014110" sldId="311"/>
        </pc:sldMkLst>
        <pc:spChg chg="mod ord">
          <ac:chgData name="Michael Whitehouse" userId="0ecba9273f6ad366" providerId="LiveId" clId="{F36E82C0-65ED-4BE7-8730-0F102FB388DD}" dt="2026-06-11T12:46:25.430" v="8421" actId="700"/>
          <ac:spMkLst>
            <pc:docMk/>
            <pc:sldMk cId="954014110" sldId="311"/>
            <ac:spMk id="2" creationId="{0FAB4668-0657-A115-19E4-324FF8D555B6}"/>
          </ac:spMkLst>
        </pc:spChg>
        <pc:spChg chg="add mod">
          <ac:chgData name="Michael Whitehouse" userId="0ecba9273f6ad366" providerId="LiveId" clId="{F36E82C0-65ED-4BE7-8730-0F102FB388DD}" dt="2026-06-09T17:46:35.305" v="4221"/>
          <ac:spMkLst>
            <pc:docMk/>
            <pc:sldMk cId="954014110" sldId="311"/>
            <ac:spMk id="3" creationId="{F266772C-90D4-7435-4866-66DE31953002}"/>
          </ac:spMkLst>
        </pc:spChg>
        <pc:spChg chg="add mod">
          <ac:chgData name="Michael Whitehouse" userId="0ecba9273f6ad366" providerId="LiveId" clId="{F36E82C0-65ED-4BE7-8730-0F102FB388DD}" dt="2026-06-09T17:46:35.561" v="4243" actId="208"/>
          <ac:spMkLst>
            <pc:docMk/>
            <pc:sldMk cId="954014110" sldId="311"/>
            <ac:spMk id="5" creationId="{D2722781-1FB6-278E-43E3-7BE787DC20A4}"/>
          </ac:spMkLst>
        </pc:spChg>
        <pc:spChg chg="add mod">
          <ac:chgData name="Michael Whitehouse" userId="0ecba9273f6ad366" providerId="LiveId" clId="{F36E82C0-65ED-4BE7-8730-0F102FB388DD}" dt="2026-06-11T12:46:25.515" v="8457" actId="27636"/>
          <ac:spMkLst>
            <pc:docMk/>
            <pc:sldMk cId="954014110" sldId="311"/>
            <ac:spMk id="6" creationId="{947D56F3-F89A-95F9-24E8-F5EAAE10A3AD}"/>
          </ac:spMkLst>
        </pc:spChg>
        <pc:spChg chg="add mod">
          <ac:chgData name="Michael Whitehouse" userId="0ecba9273f6ad366" providerId="LiveId" clId="{F36E82C0-65ED-4BE7-8730-0F102FB388DD}" dt="2026-06-09T17:46:35.809" v="4265" actId="139"/>
          <ac:spMkLst>
            <pc:docMk/>
            <pc:sldMk cId="954014110" sldId="311"/>
            <ac:spMk id="7" creationId="{AA575A34-C6F3-6B7B-3693-89CBC4A50793}"/>
          </ac:spMkLst>
        </pc:spChg>
        <pc:spChg chg="add mod">
          <ac:chgData name="Michael Whitehouse" userId="0ecba9273f6ad366" providerId="LiveId" clId="{F36E82C0-65ED-4BE7-8730-0F102FB388DD}" dt="2026-06-11T12:46:25.518" v="8461" actId="27636"/>
          <ac:spMkLst>
            <pc:docMk/>
            <pc:sldMk cId="954014110" sldId="311"/>
            <ac:spMk id="8" creationId="{8E396BE4-92B4-43EB-EF3D-3EFF898899D8}"/>
          </ac:spMkLst>
        </pc:spChg>
        <pc:spChg chg="add mod">
          <ac:chgData name="Michael Whitehouse" userId="0ecba9273f6ad366" providerId="LiveId" clId="{F36E82C0-65ED-4BE7-8730-0F102FB388DD}" dt="2026-06-09T17:46:36.054" v="4285"/>
          <ac:spMkLst>
            <pc:docMk/>
            <pc:sldMk cId="954014110" sldId="311"/>
            <ac:spMk id="9" creationId="{E2CC608A-407C-D876-F887-F251B82F9A77}"/>
          </ac:spMkLst>
        </pc:spChg>
        <pc:spChg chg="add mod">
          <ac:chgData name="Michael Whitehouse" userId="0ecba9273f6ad366" providerId="LiveId" clId="{F36E82C0-65ED-4BE7-8730-0F102FB388DD}" dt="2026-06-11T12:46:25.517" v="8460" actId="27636"/>
          <ac:spMkLst>
            <pc:docMk/>
            <pc:sldMk cId="954014110" sldId="311"/>
            <ac:spMk id="10" creationId="{AEA41168-02F4-BF54-9452-6E42861547F5}"/>
          </ac:spMkLst>
        </pc:spChg>
        <pc:spChg chg="add mod">
          <ac:chgData name="Michael Whitehouse" userId="0ecba9273f6ad366" providerId="LiveId" clId="{F36E82C0-65ED-4BE7-8730-0F102FB388DD}" dt="2026-06-09T17:46:36.306" v="4307" actId="139"/>
          <ac:spMkLst>
            <pc:docMk/>
            <pc:sldMk cId="954014110" sldId="311"/>
            <ac:spMk id="11" creationId="{428257A4-4D31-B165-2C57-A20CC0F95B1A}"/>
          </ac:spMkLst>
        </pc:spChg>
        <pc:spChg chg="add mod">
          <ac:chgData name="Michael Whitehouse" userId="0ecba9273f6ad366" providerId="LiveId" clId="{F36E82C0-65ED-4BE7-8730-0F102FB388DD}" dt="2026-06-11T12:46:25.516" v="8459" actId="27636"/>
          <ac:spMkLst>
            <pc:docMk/>
            <pc:sldMk cId="954014110" sldId="311"/>
            <ac:spMk id="12" creationId="{C65AB75C-38A0-90C1-0096-7D1EA8647BF1}"/>
          </ac:spMkLst>
        </pc:spChg>
        <pc:spChg chg="add mod">
          <ac:chgData name="Michael Whitehouse" userId="0ecba9273f6ad366" providerId="LiveId" clId="{F36E82C0-65ED-4BE7-8730-0F102FB388DD}" dt="2026-06-09T17:46:36.556" v="4329" actId="208"/>
          <ac:spMkLst>
            <pc:docMk/>
            <pc:sldMk cId="954014110" sldId="311"/>
            <ac:spMk id="13" creationId="{D4CE5C3B-DB63-0D6C-3718-392D29E7257F}"/>
          </ac:spMkLst>
        </pc:spChg>
        <pc:spChg chg="add mod">
          <ac:chgData name="Michael Whitehouse" userId="0ecba9273f6ad366" providerId="LiveId" clId="{F36E82C0-65ED-4BE7-8730-0F102FB388DD}" dt="2026-06-11T12:46:25.518" v="8462" actId="27636"/>
          <ac:spMkLst>
            <pc:docMk/>
            <pc:sldMk cId="954014110" sldId="311"/>
            <ac:spMk id="14" creationId="{9647C05A-AC3E-576F-CE13-2FEFF38F3EF7}"/>
          </ac:spMkLst>
        </pc:spChg>
        <pc:spChg chg="add mod">
          <ac:chgData name="Michael Whitehouse" userId="0ecba9273f6ad366" providerId="LiveId" clId="{F36E82C0-65ED-4BE7-8730-0F102FB388DD}" dt="2026-06-09T17:46:36.790" v="4351" actId="139"/>
          <ac:spMkLst>
            <pc:docMk/>
            <pc:sldMk cId="954014110" sldId="311"/>
            <ac:spMk id="15" creationId="{9C3F5209-2D81-58FB-3C4B-965915A968C0}"/>
          </ac:spMkLst>
        </pc:spChg>
        <pc:spChg chg="add mod">
          <ac:chgData name="Michael Whitehouse" userId="0ecba9273f6ad366" providerId="LiveId" clId="{F36E82C0-65ED-4BE7-8730-0F102FB388DD}" dt="2026-06-11T12:46:25.521" v="8466" actId="27636"/>
          <ac:spMkLst>
            <pc:docMk/>
            <pc:sldMk cId="954014110" sldId="311"/>
            <ac:spMk id="16" creationId="{9ACC6923-809F-51D3-6566-11FCC953752F}"/>
          </ac:spMkLst>
        </pc:spChg>
        <pc:spChg chg="add mod">
          <ac:chgData name="Michael Whitehouse" userId="0ecba9273f6ad366" providerId="LiveId" clId="{F36E82C0-65ED-4BE7-8730-0F102FB388DD}" dt="2026-06-09T17:46:37.021" v="4371"/>
          <ac:spMkLst>
            <pc:docMk/>
            <pc:sldMk cId="954014110" sldId="311"/>
            <ac:spMk id="17" creationId="{ACDA7006-597D-915D-9C94-7B22803BCAF2}"/>
          </ac:spMkLst>
        </pc:spChg>
        <pc:spChg chg="add mod">
          <ac:chgData name="Michael Whitehouse" userId="0ecba9273f6ad366" providerId="LiveId" clId="{F36E82C0-65ED-4BE7-8730-0F102FB388DD}" dt="2026-06-11T12:46:25.519" v="8463" actId="27636"/>
          <ac:spMkLst>
            <pc:docMk/>
            <pc:sldMk cId="954014110" sldId="311"/>
            <ac:spMk id="18" creationId="{B6C5B1CE-6F4E-3234-E04E-C7DC5FB5EF80}"/>
          </ac:spMkLst>
        </pc:spChg>
        <pc:spChg chg="add mod">
          <ac:chgData name="Michael Whitehouse" userId="0ecba9273f6ad366" providerId="LiveId" clId="{F36E82C0-65ED-4BE7-8730-0F102FB388DD}" dt="2026-06-09T17:46:37.262" v="4393" actId="139"/>
          <ac:spMkLst>
            <pc:docMk/>
            <pc:sldMk cId="954014110" sldId="311"/>
            <ac:spMk id="19" creationId="{0CAA1CED-E014-D72E-29F0-F40B2AD64F42}"/>
          </ac:spMkLst>
        </pc:spChg>
        <pc:spChg chg="add mod">
          <ac:chgData name="Michael Whitehouse" userId="0ecba9273f6ad366" providerId="LiveId" clId="{F36E82C0-65ED-4BE7-8730-0F102FB388DD}" dt="2026-06-11T12:46:25.515" v="8458" actId="27636"/>
          <ac:spMkLst>
            <pc:docMk/>
            <pc:sldMk cId="954014110" sldId="311"/>
            <ac:spMk id="20" creationId="{D52629D8-55B6-C2B9-EF5E-0CED3B81897E}"/>
          </ac:spMkLst>
        </pc:spChg>
        <pc:spChg chg="add mod">
          <ac:chgData name="Michael Whitehouse" userId="0ecba9273f6ad366" providerId="LiveId" clId="{F36E82C0-65ED-4BE7-8730-0F102FB388DD}" dt="2026-06-09T17:46:37.506" v="4413"/>
          <ac:spMkLst>
            <pc:docMk/>
            <pc:sldMk cId="954014110" sldId="311"/>
            <ac:spMk id="21" creationId="{FA782F79-3AC3-D0CD-5097-35FCCC4C29C5}"/>
          </ac:spMkLst>
        </pc:spChg>
        <pc:spChg chg="add mod">
          <ac:chgData name="Michael Whitehouse" userId="0ecba9273f6ad366" providerId="LiveId" clId="{F36E82C0-65ED-4BE7-8730-0F102FB388DD}" dt="2026-06-11T12:46:25.519" v="8464" actId="27636"/>
          <ac:spMkLst>
            <pc:docMk/>
            <pc:sldMk cId="954014110" sldId="311"/>
            <ac:spMk id="22" creationId="{3C2CF56D-FC23-30B8-3940-C2D701746805}"/>
          </ac:spMkLst>
        </pc:spChg>
        <pc:spChg chg="add mod">
          <ac:chgData name="Michael Whitehouse" userId="0ecba9273f6ad366" providerId="LiveId" clId="{F36E82C0-65ED-4BE7-8730-0F102FB388DD}" dt="2026-06-09T17:46:37.760" v="4435" actId="139"/>
          <ac:spMkLst>
            <pc:docMk/>
            <pc:sldMk cId="954014110" sldId="311"/>
            <ac:spMk id="23" creationId="{7F8F7058-3CC2-31C0-A0B3-7C59CE246B56}"/>
          </ac:spMkLst>
        </pc:spChg>
        <pc:spChg chg="add mod">
          <ac:chgData name="Michael Whitehouse" userId="0ecba9273f6ad366" providerId="LiveId" clId="{F36E82C0-65ED-4BE7-8730-0F102FB388DD}" dt="2026-06-11T12:46:25.513" v="8455" actId="27636"/>
          <ac:spMkLst>
            <pc:docMk/>
            <pc:sldMk cId="954014110" sldId="311"/>
            <ac:spMk id="24" creationId="{B7898E88-70FB-0289-5E01-9F8B3BEE3E56}"/>
          </ac:spMkLst>
        </pc:spChg>
        <pc:spChg chg="add mod">
          <ac:chgData name="Michael Whitehouse" userId="0ecba9273f6ad366" providerId="LiveId" clId="{F36E82C0-65ED-4BE7-8730-0F102FB388DD}" dt="2026-06-09T17:46:37.995" v="4457" actId="208"/>
          <ac:spMkLst>
            <pc:docMk/>
            <pc:sldMk cId="954014110" sldId="311"/>
            <ac:spMk id="25" creationId="{BE0E7231-F274-8341-8C6D-15F546A324BB}"/>
          </ac:spMkLst>
        </pc:spChg>
        <pc:spChg chg="add mod">
          <ac:chgData name="Michael Whitehouse" userId="0ecba9273f6ad366" providerId="LiveId" clId="{F36E82C0-65ED-4BE7-8730-0F102FB388DD}" dt="2026-06-11T12:46:25.520" v="8465" actId="27636"/>
          <ac:spMkLst>
            <pc:docMk/>
            <pc:sldMk cId="954014110" sldId="311"/>
            <ac:spMk id="26" creationId="{B96527D0-EC35-BBB8-B00F-101D875792FA}"/>
          </ac:spMkLst>
        </pc:spChg>
        <pc:spChg chg="add mod">
          <ac:chgData name="Michael Whitehouse" userId="0ecba9273f6ad366" providerId="LiveId" clId="{F36E82C0-65ED-4BE7-8730-0F102FB388DD}" dt="2026-06-09T17:46:38.245" v="4479" actId="139"/>
          <ac:spMkLst>
            <pc:docMk/>
            <pc:sldMk cId="954014110" sldId="311"/>
            <ac:spMk id="27" creationId="{998B6136-16F3-A07D-F7E1-ABABC27EA1E5}"/>
          </ac:spMkLst>
        </pc:spChg>
        <pc:spChg chg="add mod">
          <ac:chgData name="Michael Whitehouse" userId="0ecba9273f6ad366" providerId="LiveId" clId="{F36E82C0-65ED-4BE7-8730-0F102FB388DD}" dt="2026-06-11T12:46:25.514" v="8456" actId="27636"/>
          <ac:spMkLst>
            <pc:docMk/>
            <pc:sldMk cId="954014110" sldId="311"/>
            <ac:spMk id="28" creationId="{871DA02B-9029-05BF-16B4-FB5BCBE41266}"/>
          </ac:spMkLst>
        </pc:spChg>
        <pc:spChg chg="add mod">
          <ac:chgData name="Michael Whitehouse" userId="0ecba9273f6ad366" providerId="LiveId" clId="{F36E82C0-65ED-4BE7-8730-0F102FB388DD}" dt="2026-06-09T17:46:38.475" v="4499"/>
          <ac:spMkLst>
            <pc:docMk/>
            <pc:sldMk cId="954014110" sldId="311"/>
            <ac:spMk id="29" creationId="{F217D460-372C-5C5D-A45E-21F0F7513448}"/>
          </ac:spMkLst>
        </pc:spChg>
        <pc:spChg chg="add mod">
          <ac:chgData name="Michael Whitehouse" userId="0ecba9273f6ad366" providerId="LiveId" clId="{F36E82C0-65ED-4BE7-8730-0F102FB388DD}" dt="2026-06-09T17:46:38.491" v="4509" actId="207"/>
          <ac:spMkLst>
            <pc:docMk/>
            <pc:sldMk cId="954014110" sldId="311"/>
            <ac:spMk id="30" creationId="{7CC358B7-D7F8-6514-D6E8-944B2C24DFC5}"/>
          </ac:spMkLst>
        </pc:spChg>
        <pc:spChg chg="add mod">
          <ac:chgData name="Michael Whitehouse" userId="0ecba9273f6ad366" providerId="LiveId" clId="{F36E82C0-65ED-4BE7-8730-0F102FB388DD}" dt="2026-06-09T17:46:38.506" v="4519" actId="207"/>
          <ac:spMkLst>
            <pc:docMk/>
            <pc:sldMk cId="954014110" sldId="311"/>
            <ac:spMk id="31" creationId="{61D8CC6D-DE9A-6DF2-80BB-FA145C237AA0}"/>
          </ac:spMkLst>
        </pc:spChg>
      </pc:sldChg>
      <pc:sldChg chg="addSp delSp modSp add mod modClrScheme chgLayout">
        <pc:chgData name="Michael Whitehouse" userId="0ecba9273f6ad366" providerId="LiveId" clId="{F36E82C0-65ED-4BE7-8730-0F102FB388DD}" dt="2026-06-11T12:53:56.493" v="8486" actId="26606"/>
        <pc:sldMkLst>
          <pc:docMk/>
          <pc:sldMk cId="1524131187" sldId="312"/>
        </pc:sldMkLst>
        <pc:spChg chg="mod ord">
          <ac:chgData name="Michael Whitehouse" userId="0ecba9273f6ad366" providerId="LiveId" clId="{F36E82C0-65ED-4BE7-8730-0F102FB388DD}" dt="2026-06-11T12:46:25.430" v="8421" actId="700"/>
          <ac:spMkLst>
            <pc:docMk/>
            <pc:sldMk cId="1524131187" sldId="312"/>
            <ac:spMk id="2" creationId="{689E649C-16EE-25AC-5FA0-16290FB73798}"/>
          </ac:spMkLst>
        </pc:spChg>
        <pc:spChg chg="add mod">
          <ac:chgData name="Michael Whitehouse" userId="0ecba9273f6ad366" providerId="LiveId" clId="{F36E82C0-65ED-4BE7-8730-0F102FB388DD}" dt="2026-06-09T17:46:40.262" v="4532"/>
          <ac:spMkLst>
            <pc:docMk/>
            <pc:sldMk cId="1524131187" sldId="312"/>
            <ac:spMk id="3" creationId="{472DE922-3552-BCF4-8524-BB2348CBEFC6}"/>
          </ac:spMkLst>
        </pc:spChg>
        <pc:spChg chg="add mod">
          <ac:chgData name="Michael Whitehouse" userId="0ecba9273f6ad366" providerId="LiveId" clId="{F36E82C0-65ED-4BE7-8730-0F102FB388DD}" dt="2026-06-09T17:46:40.511" v="4553" actId="207"/>
          <ac:spMkLst>
            <pc:docMk/>
            <pc:sldMk cId="1524131187" sldId="312"/>
            <ac:spMk id="5" creationId="{DCCD2B0A-26EE-BDBF-B127-B8C3DEC1E0D5}"/>
          </ac:spMkLst>
        </pc:spChg>
        <pc:spChg chg="add mod">
          <ac:chgData name="Michael Whitehouse" userId="0ecba9273f6ad366" providerId="LiveId" clId="{F36E82C0-65ED-4BE7-8730-0F102FB388DD}" dt="2026-06-11T12:46:25.524" v="8468" actId="27636"/>
          <ac:spMkLst>
            <pc:docMk/>
            <pc:sldMk cId="1524131187" sldId="312"/>
            <ac:spMk id="6" creationId="{A3FE9702-CAC8-F1F2-B57F-DEAE82327CDB}"/>
          </ac:spMkLst>
        </pc:spChg>
        <pc:spChg chg="add mod">
          <ac:chgData name="Michael Whitehouse" userId="0ecba9273f6ad366" providerId="LiveId" clId="{F36E82C0-65ED-4BE7-8730-0F102FB388DD}" dt="2026-06-09T17:46:40.761" v="4574" actId="207"/>
          <ac:spMkLst>
            <pc:docMk/>
            <pc:sldMk cId="1524131187" sldId="312"/>
            <ac:spMk id="7" creationId="{08EC63D8-1FE7-28EE-4717-A6310CF9A945}"/>
          </ac:spMkLst>
        </pc:spChg>
        <pc:spChg chg="add mod">
          <ac:chgData name="Michael Whitehouse" userId="0ecba9273f6ad366" providerId="LiveId" clId="{F36E82C0-65ED-4BE7-8730-0F102FB388DD}" dt="2026-06-11T12:46:25.525" v="8469" actId="27636"/>
          <ac:spMkLst>
            <pc:docMk/>
            <pc:sldMk cId="1524131187" sldId="312"/>
            <ac:spMk id="8" creationId="{7A568676-2BDA-F105-4A1D-ACD55586F9FE}"/>
          </ac:spMkLst>
        </pc:spChg>
        <pc:spChg chg="add mod">
          <ac:chgData name="Michael Whitehouse" userId="0ecba9273f6ad366" providerId="LiveId" clId="{F36E82C0-65ED-4BE7-8730-0F102FB388DD}" dt="2026-06-09T17:46:41.015" v="4595" actId="207"/>
          <ac:spMkLst>
            <pc:docMk/>
            <pc:sldMk cId="1524131187" sldId="312"/>
            <ac:spMk id="9" creationId="{A217EE02-AC1E-DC07-AFCE-51E6C3DF6A0F}"/>
          </ac:spMkLst>
        </pc:spChg>
        <pc:spChg chg="add mod">
          <ac:chgData name="Michael Whitehouse" userId="0ecba9273f6ad366" providerId="LiveId" clId="{F36E82C0-65ED-4BE7-8730-0F102FB388DD}" dt="2026-06-11T12:46:25.523" v="8467" actId="27636"/>
          <ac:spMkLst>
            <pc:docMk/>
            <pc:sldMk cId="1524131187" sldId="312"/>
            <ac:spMk id="10" creationId="{1EECF445-C4B2-3EEB-6225-B3A3869184F4}"/>
          </ac:spMkLst>
        </pc:spChg>
        <pc:spChg chg="add mod">
          <ac:chgData name="Michael Whitehouse" userId="0ecba9273f6ad366" providerId="LiveId" clId="{F36E82C0-65ED-4BE7-8730-0F102FB388DD}" dt="2026-06-09T17:46:41.264" v="4615"/>
          <ac:spMkLst>
            <pc:docMk/>
            <pc:sldMk cId="1524131187" sldId="312"/>
            <ac:spMk id="11" creationId="{33EC31C2-70FB-837C-EE91-F103A67D8E1C}"/>
          </ac:spMkLst>
        </pc:spChg>
        <pc:spChg chg="add mod">
          <ac:chgData name="Michael Whitehouse" userId="0ecba9273f6ad366" providerId="LiveId" clId="{F36E82C0-65ED-4BE7-8730-0F102FB388DD}" dt="2026-06-09T17:46:41.391" v="4626" actId="139"/>
          <ac:spMkLst>
            <pc:docMk/>
            <pc:sldMk cId="1524131187" sldId="312"/>
            <ac:spMk id="12" creationId="{22A014C3-6999-60A2-531E-0AE567628014}"/>
          </ac:spMkLst>
        </pc:spChg>
        <pc:spChg chg="add mod">
          <ac:chgData name="Michael Whitehouse" userId="0ecba9273f6ad366" providerId="LiveId" clId="{F36E82C0-65ED-4BE7-8730-0F102FB388DD}" dt="2026-06-09T17:46:41.515" v="4635"/>
          <ac:spMkLst>
            <pc:docMk/>
            <pc:sldMk cId="1524131187" sldId="312"/>
            <ac:spMk id="13" creationId="{595D07D8-56A9-E3D3-F746-C9CB5CD75391}"/>
          </ac:spMkLst>
        </pc:spChg>
        <pc:spChg chg="add mod">
          <ac:chgData name="Michael Whitehouse" userId="0ecba9273f6ad366" providerId="LiveId" clId="{F36E82C0-65ED-4BE7-8730-0F102FB388DD}" dt="2026-06-09T17:46:41.644" v="4646" actId="139"/>
          <ac:spMkLst>
            <pc:docMk/>
            <pc:sldMk cId="1524131187" sldId="312"/>
            <ac:spMk id="14" creationId="{0ED75B1C-A8E4-D104-6EE2-BECF2F8455B4}"/>
          </ac:spMkLst>
        </pc:spChg>
        <pc:spChg chg="add mod">
          <ac:chgData name="Michael Whitehouse" userId="0ecba9273f6ad366" providerId="LiveId" clId="{F36E82C0-65ED-4BE7-8730-0F102FB388DD}" dt="2026-06-09T17:46:41.763" v="4655"/>
          <ac:spMkLst>
            <pc:docMk/>
            <pc:sldMk cId="1524131187" sldId="312"/>
            <ac:spMk id="15" creationId="{77A985E1-7110-810D-ACA3-10DD9A604419}"/>
          </ac:spMkLst>
        </pc:spChg>
        <pc:spChg chg="add mod">
          <ac:chgData name="Michael Whitehouse" userId="0ecba9273f6ad366" providerId="LiveId" clId="{F36E82C0-65ED-4BE7-8730-0F102FB388DD}" dt="2026-06-09T17:46:41.894" v="4666" actId="139"/>
          <ac:spMkLst>
            <pc:docMk/>
            <pc:sldMk cId="1524131187" sldId="312"/>
            <ac:spMk id="16" creationId="{47318906-C2D8-7857-7672-E26EF3C0AA3D}"/>
          </ac:spMkLst>
        </pc:spChg>
        <pc:spChg chg="add mod">
          <ac:chgData name="Michael Whitehouse" userId="0ecba9273f6ad366" providerId="LiveId" clId="{F36E82C0-65ED-4BE7-8730-0F102FB388DD}" dt="2026-06-09T17:46:42.014" v="4675"/>
          <ac:spMkLst>
            <pc:docMk/>
            <pc:sldMk cId="1524131187" sldId="312"/>
            <ac:spMk id="17" creationId="{D549FCBE-579C-3369-9FA1-ECFF204883C5}"/>
          </ac:spMkLst>
        </pc:spChg>
        <pc:spChg chg="add mod">
          <ac:chgData name="Michael Whitehouse" userId="0ecba9273f6ad366" providerId="LiveId" clId="{F36E82C0-65ED-4BE7-8730-0F102FB388DD}" dt="2026-06-09T17:46:42.142" v="4686" actId="139"/>
          <ac:spMkLst>
            <pc:docMk/>
            <pc:sldMk cId="1524131187" sldId="312"/>
            <ac:spMk id="18" creationId="{CA4B15B6-CEF0-44E7-DC34-3E52085D7C94}"/>
          </ac:spMkLst>
        </pc:spChg>
        <pc:spChg chg="add mod">
          <ac:chgData name="Michael Whitehouse" userId="0ecba9273f6ad366" providerId="LiveId" clId="{F36E82C0-65ED-4BE7-8730-0F102FB388DD}" dt="2026-06-09T17:46:42.260" v="4695"/>
          <ac:spMkLst>
            <pc:docMk/>
            <pc:sldMk cId="1524131187" sldId="312"/>
            <ac:spMk id="19" creationId="{8EA6071C-10D0-C5F4-7C79-97A023E1524E}"/>
          </ac:spMkLst>
        </pc:spChg>
        <pc:spChg chg="add mod">
          <ac:chgData name="Michael Whitehouse" userId="0ecba9273f6ad366" providerId="LiveId" clId="{F36E82C0-65ED-4BE7-8730-0F102FB388DD}" dt="2026-06-09T17:46:42.390" v="4706" actId="139"/>
          <ac:spMkLst>
            <pc:docMk/>
            <pc:sldMk cId="1524131187" sldId="312"/>
            <ac:spMk id="20" creationId="{83332A27-D4EB-4A52-619C-7DED831B2EC5}"/>
          </ac:spMkLst>
        </pc:spChg>
        <pc:spChg chg="add mod">
          <ac:chgData name="Michael Whitehouse" userId="0ecba9273f6ad366" providerId="LiveId" clId="{F36E82C0-65ED-4BE7-8730-0F102FB388DD}" dt="2026-06-09T17:46:42.509" v="4715"/>
          <ac:spMkLst>
            <pc:docMk/>
            <pc:sldMk cId="1524131187" sldId="312"/>
            <ac:spMk id="21" creationId="{C75D8837-1A98-8310-CAAC-DE03475471DE}"/>
          </ac:spMkLst>
        </pc:spChg>
        <pc:spChg chg="add mod">
          <ac:chgData name="Michael Whitehouse" userId="0ecba9273f6ad366" providerId="LiveId" clId="{F36E82C0-65ED-4BE7-8730-0F102FB388DD}" dt="2026-06-09T17:46:42.639" v="4726" actId="139"/>
          <ac:spMkLst>
            <pc:docMk/>
            <pc:sldMk cId="1524131187" sldId="312"/>
            <ac:spMk id="22" creationId="{81D2A913-3FC4-6887-59B3-98A4B3C59423}"/>
          </ac:spMkLst>
        </pc:spChg>
        <pc:spChg chg="add mod">
          <ac:chgData name="Michael Whitehouse" userId="0ecba9273f6ad366" providerId="LiveId" clId="{F36E82C0-65ED-4BE7-8730-0F102FB388DD}" dt="2026-06-09T17:46:42.759" v="4735"/>
          <ac:spMkLst>
            <pc:docMk/>
            <pc:sldMk cId="1524131187" sldId="312"/>
            <ac:spMk id="23" creationId="{694EAED8-01C1-7AC6-026F-90AFDAB259A8}"/>
          </ac:spMkLst>
        </pc:spChg>
        <pc:spChg chg="add mod">
          <ac:chgData name="Michael Whitehouse" userId="0ecba9273f6ad366" providerId="LiveId" clId="{F36E82C0-65ED-4BE7-8730-0F102FB388DD}" dt="2026-06-09T17:46:42.890" v="4746" actId="139"/>
          <ac:spMkLst>
            <pc:docMk/>
            <pc:sldMk cId="1524131187" sldId="312"/>
            <ac:spMk id="24" creationId="{676B0AC8-C052-AC86-671E-EBE17493B0C3}"/>
          </ac:spMkLst>
        </pc:spChg>
        <pc:spChg chg="add mod">
          <ac:chgData name="Michael Whitehouse" userId="0ecba9273f6ad366" providerId="LiveId" clId="{F36E82C0-65ED-4BE7-8730-0F102FB388DD}" dt="2026-06-09T17:46:43.007" v="4755"/>
          <ac:spMkLst>
            <pc:docMk/>
            <pc:sldMk cId="1524131187" sldId="312"/>
            <ac:spMk id="25" creationId="{FB3340BC-9946-D15D-022F-550DEB36FBAC}"/>
          </ac:spMkLst>
        </pc:spChg>
        <pc:spChg chg="add mod">
          <ac:chgData name="Michael Whitehouse" userId="0ecba9273f6ad366" providerId="LiveId" clId="{F36E82C0-65ED-4BE7-8730-0F102FB388DD}" dt="2026-06-09T17:46:43.121" v="4766" actId="139"/>
          <ac:spMkLst>
            <pc:docMk/>
            <pc:sldMk cId="1524131187" sldId="312"/>
            <ac:spMk id="26" creationId="{EC0B9199-8EEA-5B26-1386-BFA65B96DBA1}"/>
          </ac:spMkLst>
        </pc:spChg>
        <pc:spChg chg="add mod">
          <ac:chgData name="Michael Whitehouse" userId="0ecba9273f6ad366" providerId="LiveId" clId="{F36E82C0-65ED-4BE7-8730-0F102FB388DD}" dt="2026-06-09T17:46:43.242" v="4775"/>
          <ac:spMkLst>
            <pc:docMk/>
            <pc:sldMk cId="1524131187" sldId="312"/>
            <ac:spMk id="27" creationId="{9DE8A874-C3CF-14AA-88D5-22864CC372BC}"/>
          </ac:spMkLst>
        </pc:spChg>
        <pc:spChg chg="add mod">
          <ac:chgData name="Michael Whitehouse" userId="0ecba9273f6ad366" providerId="LiveId" clId="{F36E82C0-65ED-4BE7-8730-0F102FB388DD}" dt="2026-06-09T17:46:43.373" v="4786" actId="139"/>
          <ac:spMkLst>
            <pc:docMk/>
            <pc:sldMk cId="1524131187" sldId="312"/>
            <ac:spMk id="28" creationId="{7C1A4241-1D3D-CC31-30DE-5E5D4968B807}"/>
          </ac:spMkLst>
        </pc:spChg>
        <pc:spChg chg="add mod">
          <ac:chgData name="Michael Whitehouse" userId="0ecba9273f6ad366" providerId="LiveId" clId="{F36E82C0-65ED-4BE7-8730-0F102FB388DD}" dt="2026-06-09T17:46:43.492" v="4795"/>
          <ac:spMkLst>
            <pc:docMk/>
            <pc:sldMk cId="1524131187" sldId="312"/>
            <ac:spMk id="29" creationId="{3F11D2CF-90A0-41C2-FF76-0B4926EC4719}"/>
          </ac:spMkLst>
        </pc:spChg>
        <pc:spChg chg="add mod">
          <ac:chgData name="Michael Whitehouse" userId="0ecba9273f6ad366" providerId="LiveId" clId="{F36E82C0-65ED-4BE7-8730-0F102FB388DD}" dt="2026-06-09T17:46:43.607" v="4806" actId="139"/>
          <ac:spMkLst>
            <pc:docMk/>
            <pc:sldMk cId="1524131187" sldId="312"/>
            <ac:spMk id="30" creationId="{35A48089-8862-A01F-ADDE-B69EA99D6712}"/>
          </ac:spMkLst>
        </pc:spChg>
        <pc:spChg chg="add mod">
          <ac:chgData name="Michael Whitehouse" userId="0ecba9273f6ad366" providerId="LiveId" clId="{F36E82C0-65ED-4BE7-8730-0F102FB388DD}" dt="2026-06-09T17:46:43.728" v="4815"/>
          <ac:spMkLst>
            <pc:docMk/>
            <pc:sldMk cId="1524131187" sldId="312"/>
            <ac:spMk id="31" creationId="{B7ED6DFC-3145-35D8-841C-F9F5F8BE5F75}"/>
          </ac:spMkLst>
        </pc:spChg>
        <pc:spChg chg="add mod">
          <ac:chgData name="Michael Whitehouse" userId="0ecba9273f6ad366" providerId="LiveId" clId="{F36E82C0-65ED-4BE7-8730-0F102FB388DD}" dt="2026-06-09T17:46:43.856" v="4826" actId="139"/>
          <ac:spMkLst>
            <pc:docMk/>
            <pc:sldMk cId="1524131187" sldId="312"/>
            <ac:spMk id="32" creationId="{1541532F-5611-9675-0767-983C660384F1}"/>
          </ac:spMkLst>
        </pc:spChg>
        <pc:spChg chg="add mod">
          <ac:chgData name="Michael Whitehouse" userId="0ecba9273f6ad366" providerId="LiveId" clId="{F36E82C0-65ED-4BE7-8730-0F102FB388DD}" dt="2026-06-09T17:46:43.977" v="4835"/>
          <ac:spMkLst>
            <pc:docMk/>
            <pc:sldMk cId="1524131187" sldId="312"/>
            <ac:spMk id="33" creationId="{97E95786-70A2-A337-6F42-912FA79DA544}"/>
          </ac:spMkLst>
        </pc:spChg>
        <pc:spChg chg="add mod">
          <ac:chgData name="Michael Whitehouse" userId="0ecba9273f6ad366" providerId="LiveId" clId="{F36E82C0-65ED-4BE7-8730-0F102FB388DD}" dt="2026-06-09T17:46:44.106" v="4846" actId="139"/>
          <ac:spMkLst>
            <pc:docMk/>
            <pc:sldMk cId="1524131187" sldId="312"/>
            <ac:spMk id="34" creationId="{5950B083-FADB-C228-B6F1-4889FE2A7BDB}"/>
          </ac:spMkLst>
        </pc:spChg>
        <pc:spChg chg="add mod">
          <ac:chgData name="Michael Whitehouse" userId="0ecba9273f6ad366" providerId="LiveId" clId="{F36E82C0-65ED-4BE7-8730-0F102FB388DD}" dt="2026-06-09T17:46:44.225" v="4855"/>
          <ac:spMkLst>
            <pc:docMk/>
            <pc:sldMk cId="1524131187" sldId="312"/>
            <ac:spMk id="35" creationId="{A8C415CB-1D26-31D7-C888-C1BE02338D9E}"/>
          </ac:spMkLst>
        </pc:spChg>
        <pc:spChg chg="add mod">
          <ac:chgData name="Michael Whitehouse" userId="0ecba9273f6ad366" providerId="LiveId" clId="{F36E82C0-65ED-4BE7-8730-0F102FB388DD}" dt="2026-06-09T17:46:44.339" v="4866" actId="139"/>
          <ac:spMkLst>
            <pc:docMk/>
            <pc:sldMk cId="1524131187" sldId="312"/>
            <ac:spMk id="36" creationId="{54A1F0D5-A04D-484E-BCFD-4991CD549464}"/>
          </ac:spMkLst>
        </pc:spChg>
        <pc:spChg chg="add mod">
          <ac:chgData name="Michael Whitehouse" userId="0ecba9273f6ad366" providerId="LiveId" clId="{F36E82C0-65ED-4BE7-8730-0F102FB388DD}" dt="2026-06-09T17:46:44.461" v="4875"/>
          <ac:spMkLst>
            <pc:docMk/>
            <pc:sldMk cId="1524131187" sldId="312"/>
            <ac:spMk id="37" creationId="{6BE0387F-6766-4C3E-D68F-C5777913FC47}"/>
          </ac:spMkLst>
        </pc:spChg>
        <pc:spChg chg="add mod">
          <ac:chgData name="Michael Whitehouse" userId="0ecba9273f6ad366" providerId="LiveId" clId="{F36E82C0-65ED-4BE7-8730-0F102FB388DD}" dt="2026-06-09T17:46:44.575" v="4886" actId="139"/>
          <ac:spMkLst>
            <pc:docMk/>
            <pc:sldMk cId="1524131187" sldId="312"/>
            <ac:spMk id="38" creationId="{EC7BC8FA-ABC5-C97F-B480-A3927CCC22A1}"/>
          </ac:spMkLst>
        </pc:spChg>
        <pc:spChg chg="add mod">
          <ac:chgData name="Michael Whitehouse" userId="0ecba9273f6ad366" providerId="LiveId" clId="{F36E82C0-65ED-4BE7-8730-0F102FB388DD}" dt="2026-06-09T17:46:44.694" v="4895"/>
          <ac:spMkLst>
            <pc:docMk/>
            <pc:sldMk cId="1524131187" sldId="312"/>
            <ac:spMk id="39" creationId="{C1C0206B-8F58-A569-C6DF-47BF7969D350}"/>
          </ac:spMkLst>
        </pc:spChg>
        <pc:spChg chg="add mod">
          <ac:chgData name="Michael Whitehouse" userId="0ecba9273f6ad366" providerId="LiveId" clId="{F36E82C0-65ED-4BE7-8730-0F102FB388DD}" dt="2026-06-09T17:46:44.823" v="4906" actId="139"/>
          <ac:spMkLst>
            <pc:docMk/>
            <pc:sldMk cId="1524131187" sldId="312"/>
            <ac:spMk id="40" creationId="{38D3D0C3-8A1E-6396-10F7-D3FA74286560}"/>
          </ac:spMkLst>
        </pc:spChg>
        <pc:spChg chg="add mod">
          <ac:chgData name="Michael Whitehouse" userId="0ecba9273f6ad366" providerId="LiveId" clId="{F36E82C0-65ED-4BE7-8730-0F102FB388DD}" dt="2026-06-09T17:46:44.838" v="4916" actId="207"/>
          <ac:spMkLst>
            <pc:docMk/>
            <pc:sldMk cId="1524131187" sldId="312"/>
            <ac:spMk id="41" creationId="{B7C1707B-465B-D44C-61B7-43706D73CB82}"/>
          </ac:spMkLst>
        </pc:spChg>
        <pc:spChg chg="add mod">
          <ac:chgData name="Michael Whitehouse" userId="0ecba9273f6ad366" providerId="LiveId" clId="{F36E82C0-65ED-4BE7-8730-0F102FB388DD}" dt="2026-06-09T17:46:44.852" v="4926" actId="207"/>
          <ac:spMkLst>
            <pc:docMk/>
            <pc:sldMk cId="1524131187" sldId="312"/>
            <ac:spMk id="42" creationId="{42599036-A9B7-D9D2-0E6B-7BFD5BA00414}"/>
          </ac:spMkLst>
        </pc:spChg>
      </pc:sldChg>
      <pc:sldChg chg="addSp delSp modSp add mod modClrScheme chgLayout">
        <pc:chgData name="Michael Whitehouse" userId="0ecba9273f6ad366" providerId="LiveId" clId="{F36E82C0-65ED-4BE7-8730-0F102FB388DD}" dt="2026-06-11T12:53:56.493" v="8486" actId="26606"/>
        <pc:sldMkLst>
          <pc:docMk/>
          <pc:sldMk cId="2789624221" sldId="313"/>
        </pc:sldMkLst>
        <pc:spChg chg="mod ord">
          <ac:chgData name="Michael Whitehouse" userId="0ecba9273f6ad366" providerId="LiveId" clId="{F36E82C0-65ED-4BE7-8730-0F102FB388DD}" dt="2026-06-11T12:46:25.430" v="8421" actId="700"/>
          <ac:spMkLst>
            <pc:docMk/>
            <pc:sldMk cId="2789624221" sldId="313"/>
            <ac:spMk id="2" creationId="{521608F3-9794-B464-2D53-53392E67801D}"/>
          </ac:spMkLst>
        </pc:spChg>
        <pc:spChg chg="add mod">
          <ac:chgData name="Michael Whitehouse" userId="0ecba9273f6ad366" providerId="LiveId" clId="{F36E82C0-65ED-4BE7-8730-0F102FB388DD}" dt="2026-06-09T17:46:46.665" v="4939"/>
          <ac:spMkLst>
            <pc:docMk/>
            <pc:sldMk cId="2789624221" sldId="313"/>
            <ac:spMk id="3" creationId="{DC9CFB65-CAB4-FC82-9930-6B07948F00FF}"/>
          </ac:spMkLst>
        </pc:spChg>
        <pc:spChg chg="add mod">
          <ac:chgData name="Michael Whitehouse" userId="0ecba9273f6ad366" providerId="LiveId" clId="{F36E82C0-65ED-4BE7-8730-0F102FB388DD}" dt="2026-06-09T17:46:46.916" v="4960" actId="207"/>
          <ac:spMkLst>
            <pc:docMk/>
            <pc:sldMk cId="2789624221" sldId="313"/>
            <ac:spMk id="5" creationId="{324B37AD-ACD0-0856-2E02-F7647E13B12A}"/>
          </ac:spMkLst>
        </pc:spChg>
        <pc:spChg chg="add mod">
          <ac:chgData name="Michael Whitehouse" userId="0ecba9273f6ad366" providerId="LiveId" clId="{F36E82C0-65ED-4BE7-8730-0F102FB388DD}" dt="2026-06-11T12:46:25.529" v="8472" actId="27636"/>
          <ac:spMkLst>
            <pc:docMk/>
            <pc:sldMk cId="2789624221" sldId="313"/>
            <ac:spMk id="6" creationId="{D05DF0FE-ACF4-A77A-625A-628EF7AA8C54}"/>
          </ac:spMkLst>
        </pc:spChg>
        <pc:spChg chg="add mod">
          <ac:chgData name="Michael Whitehouse" userId="0ecba9273f6ad366" providerId="LiveId" clId="{F36E82C0-65ED-4BE7-8730-0F102FB388DD}" dt="2026-06-09T17:46:47.164" v="4981" actId="207"/>
          <ac:spMkLst>
            <pc:docMk/>
            <pc:sldMk cId="2789624221" sldId="313"/>
            <ac:spMk id="7" creationId="{507719AD-228F-C2F4-1BD6-9B887F009B7C}"/>
          </ac:spMkLst>
        </pc:spChg>
        <pc:spChg chg="add mod">
          <ac:chgData name="Michael Whitehouse" userId="0ecba9273f6ad366" providerId="LiveId" clId="{F36E82C0-65ED-4BE7-8730-0F102FB388DD}" dt="2026-06-11T12:46:25.528" v="8470" actId="27636"/>
          <ac:spMkLst>
            <pc:docMk/>
            <pc:sldMk cId="2789624221" sldId="313"/>
            <ac:spMk id="8" creationId="{DA537687-D48E-3787-F634-F881E557F0E5}"/>
          </ac:spMkLst>
        </pc:spChg>
        <pc:spChg chg="add mod">
          <ac:chgData name="Michael Whitehouse" userId="0ecba9273f6ad366" providerId="LiveId" clId="{F36E82C0-65ED-4BE7-8730-0F102FB388DD}" dt="2026-06-09T17:46:47.402" v="5002" actId="207"/>
          <ac:spMkLst>
            <pc:docMk/>
            <pc:sldMk cId="2789624221" sldId="313"/>
            <ac:spMk id="9" creationId="{C2509A92-BFC0-A4B6-D15F-B2C8330B625C}"/>
          </ac:spMkLst>
        </pc:spChg>
        <pc:spChg chg="add mod">
          <ac:chgData name="Michael Whitehouse" userId="0ecba9273f6ad366" providerId="LiveId" clId="{F36E82C0-65ED-4BE7-8730-0F102FB388DD}" dt="2026-06-11T12:46:25.528" v="8471" actId="27636"/>
          <ac:spMkLst>
            <pc:docMk/>
            <pc:sldMk cId="2789624221" sldId="313"/>
            <ac:spMk id="10" creationId="{64E430F6-5810-4C8F-736D-F1F92E6F50C5}"/>
          </ac:spMkLst>
        </pc:spChg>
        <pc:spChg chg="add mod">
          <ac:chgData name="Michael Whitehouse" userId="0ecba9273f6ad366" providerId="LiveId" clId="{F36E82C0-65ED-4BE7-8730-0F102FB388DD}" dt="2026-06-09T17:46:47.648" v="5022"/>
          <ac:spMkLst>
            <pc:docMk/>
            <pc:sldMk cId="2789624221" sldId="313"/>
            <ac:spMk id="11" creationId="{B1F9C88A-59EA-8749-5FEA-EF729930394F}"/>
          </ac:spMkLst>
        </pc:spChg>
        <pc:spChg chg="add mod">
          <ac:chgData name="Michael Whitehouse" userId="0ecba9273f6ad366" providerId="LiveId" clId="{F36E82C0-65ED-4BE7-8730-0F102FB388DD}" dt="2026-06-09T17:46:47.777" v="5033" actId="139"/>
          <ac:spMkLst>
            <pc:docMk/>
            <pc:sldMk cId="2789624221" sldId="313"/>
            <ac:spMk id="12" creationId="{718AE139-87EA-19D5-CC6B-CD7E581B846F}"/>
          </ac:spMkLst>
        </pc:spChg>
        <pc:spChg chg="add mod">
          <ac:chgData name="Michael Whitehouse" userId="0ecba9273f6ad366" providerId="LiveId" clId="{F36E82C0-65ED-4BE7-8730-0F102FB388DD}" dt="2026-06-09T17:46:47.895" v="5042"/>
          <ac:spMkLst>
            <pc:docMk/>
            <pc:sldMk cId="2789624221" sldId="313"/>
            <ac:spMk id="13" creationId="{D1B57E8B-1780-CC10-C888-3F16A3436B14}"/>
          </ac:spMkLst>
        </pc:spChg>
        <pc:spChg chg="add mod">
          <ac:chgData name="Michael Whitehouse" userId="0ecba9273f6ad366" providerId="LiveId" clId="{F36E82C0-65ED-4BE7-8730-0F102FB388DD}" dt="2026-06-09T17:46:48.011" v="5053" actId="139"/>
          <ac:spMkLst>
            <pc:docMk/>
            <pc:sldMk cId="2789624221" sldId="313"/>
            <ac:spMk id="14" creationId="{2C7EE4C1-1389-9EF9-8F4F-4B5177CCD0EF}"/>
          </ac:spMkLst>
        </pc:spChg>
        <pc:spChg chg="add mod">
          <ac:chgData name="Michael Whitehouse" userId="0ecba9273f6ad366" providerId="LiveId" clId="{F36E82C0-65ED-4BE7-8730-0F102FB388DD}" dt="2026-06-09T17:46:48.131" v="5062"/>
          <ac:spMkLst>
            <pc:docMk/>
            <pc:sldMk cId="2789624221" sldId="313"/>
            <ac:spMk id="15" creationId="{F02BEB8F-E550-33BC-ACCA-6F70B415952C}"/>
          </ac:spMkLst>
        </pc:spChg>
        <pc:spChg chg="add mod">
          <ac:chgData name="Michael Whitehouse" userId="0ecba9273f6ad366" providerId="LiveId" clId="{F36E82C0-65ED-4BE7-8730-0F102FB388DD}" dt="2026-06-09T17:46:48.247" v="5073" actId="139"/>
          <ac:spMkLst>
            <pc:docMk/>
            <pc:sldMk cId="2789624221" sldId="313"/>
            <ac:spMk id="16" creationId="{0DECBF39-F6C4-6059-A8CC-08A3269D1DDE}"/>
          </ac:spMkLst>
        </pc:spChg>
        <pc:spChg chg="add mod">
          <ac:chgData name="Michael Whitehouse" userId="0ecba9273f6ad366" providerId="LiveId" clId="{F36E82C0-65ED-4BE7-8730-0F102FB388DD}" dt="2026-06-09T17:46:48.368" v="5082"/>
          <ac:spMkLst>
            <pc:docMk/>
            <pc:sldMk cId="2789624221" sldId="313"/>
            <ac:spMk id="17" creationId="{CFC16CF5-6D38-C1D4-C833-E4E2F9404424}"/>
          </ac:spMkLst>
        </pc:spChg>
        <pc:spChg chg="add mod">
          <ac:chgData name="Michael Whitehouse" userId="0ecba9273f6ad366" providerId="LiveId" clId="{F36E82C0-65ED-4BE7-8730-0F102FB388DD}" dt="2026-06-09T17:46:48.498" v="5093" actId="139"/>
          <ac:spMkLst>
            <pc:docMk/>
            <pc:sldMk cId="2789624221" sldId="313"/>
            <ac:spMk id="18" creationId="{F66C516A-F6A8-2CE4-C468-5CE5FC3DDE04}"/>
          </ac:spMkLst>
        </pc:spChg>
        <pc:spChg chg="add mod">
          <ac:chgData name="Michael Whitehouse" userId="0ecba9273f6ad366" providerId="LiveId" clId="{F36E82C0-65ED-4BE7-8730-0F102FB388DD}" dt="2026-06-09T17:46:48.616" v="5102"/>
          <ac:spMkLst>
            <pc:docMk/>
            <pc:sldMk cId="2789624221" sldId="313"/>
            <ac:spMk id="19" creationId="{6323F9DD-B321-B7DC-40BD-957C1F784AEC}"/>
          </ac:spMkLst>
        </pc:spChg>
        <pc:spChg chg="add mod">
          <ac:chgData name="Michael Whitehouse" userId="0ecba9273f6ad366" providerId="LiveId" clId="{F36E82C0-65ED-4BE7-8730-0F102FB388DD}" dt="2026-06-09T17:46:48.731" v="5113" actId="139"/>
          <ac:spMkLst>
            <pc:docMk/>
            <pc:sldMk cId="2789624221" sldId="313"/>
            <ac:spMk id="20" creationId="{7F12922B-7053-B8EC-6952-0AD9BB8DCDB3}"/>
          </ac:spMkLst>
        </pc:spChg>
        <pc:spChg chg="add mod">
          <ac:chgData name="Michael Whitehouse" userId="0ecba9273f6ad366" providerId="LiveId" clId="{F36E82C0-65ED-4BE7-8730-0F102FB388DD}" dt="2026-06-09T17:46:48.855" v="5122"/>
          <ac:spMkLst>
            <pc:docMk/>
            <pc:sldMk cId="2789624221" sldId="313"/>
            <ac:spMk id="21" creationId="{124FB9B7-9FA6-D69A-B27E-63E0E21DF6EE}"/>
          </ac:spMkLst>
        </pc:spChg>
        <pc:spChg chg="add mod">
          <ac:chgData name="Michael Whitehouse" userId="0ecba9273f6ad366" providerId="LiveId" clId="{F36E82C0-65ED-4BE7-8730-0F102FB388DD}" dt="2026-06-09T17:46:48.987" v="5133" actId="139"/>
          <ac:spMkLst>
            <pc:docMk/>
            <pc:sldMk cId="2789624221" sldId="313"/>
            <ac:spMk id="22" creationId="{14AE8CF3-0C7B-890F-255A-536B0D36D993}"/>
          </ac:spMkLst>
        </pc:spChg>
        <pc:spChg chg="add mod">
          <ac:chgData name="Michael Whitehouse" userId="0ecba9273f6ad366" providerId="LiveId" clId="{F36E82C0-65ED-4BE7-8730-0F102FB388DD}" dt="2026-06-09T17:46:49.105" v="5142"/>
          <ac:spMkLst>
            <pc:docMk/>
            <pc:sldMk cId="2789624221" sldId="313"/>
            <ac:spMk id="23" creationId="{BA16ACF3-87C2-DDBF-C007-825077C38C68}"/>
          </ac:spMkLst>
        </pc:spChg>
        <pc:spChg chg="add mod">
          <ac:chgData name="Michael Whitehouse" userId="0ecba9273f6ad366" providerId="LiveId" clId="{F36E82C0-65ED-4BE7-8730-0F102FB388DD}" dt="2026-06-09T17:46:49.234" v="5153" actId="139"/>
          <ac:spMkLst>
            <pc:docMk/>
            <pc:sldMk cId="2789624221" sldId="313"/>
            <ac:spMk id="24" creationId="{8E29CE68-9858-B2DA-4C36-8EB0DF26F2D0}"/>
          </ac:spMkLst>
        </pc:spChg>
        <pc:spChg chg="add mod">
          <ac:chgData name="Michael Whitehouse" userId="0ecba9273f6ad366" providerId="LiveId" clId="{F36E82C0-65ED-4BE7-8730-0F102FB388DD}" dt="2026-06-09T17:46:49.354" v="5162"/>
          <ac:spMkLst>
            <pc:docMk/>
            <pc:sldMk cId="2789624221" sldId="313"/>
            <ac:spMk id="25" creationId="{AA0C02FD-01F3-2ADA-6C2B-4DE33B71BD6D}"/>
          </ac:spMkLst>
        </pc:spChg>
        <pc:spChg chg="add mod">
          <ac:chgData name="Michael Whitehouse" userId="0ecba9273f6ad366" providerId="LiveId" clId="{F36E82C0-65ED-4BE7-8730-0F102FB388DD}" dt="2026-06-09T17:46:49.484" v="5173" actId="139"/>
          <ac:spMkLst>
            <pc:docMk/>
            <pc:sldMk cId="2789624221" sldId="313"/>
            <ac:spMk id="26" creationId="{0F510794-31A6-4197-E80A-FEDBDFC80C03}"/>
          </ac:spMkLst>
        </pc:spChg>
        <pc:spChg chg="add mod">
          <ac:chgData name="Michael Whitehouse" userId="0ecba9273f6ad366" providerId="LiveId" clId="{F36E82C0-65ED-4BE7-8730-0F102FB388DD}" dt="2026-06-09T17:46:49.603" v="5182"/>
          <ac:spMkLst>
            <pc:docMk/>
            <pc:sldMk cId="2789624221" sldId="313"/>
            <ac:spMk id="27" creationId="{8F88E498-DF6B-2FF9-3E6C-5B20AEBD7D0F}"/>
          </ac:spMkLst>
        </pc:spChg>
        <pc:spChg chg="add mod">
          <ac:chgData name="Michael Whitehouse" userId="0ecba9273f6ad366" providerId="LiveId" clId="{F36E82C0-65ED-4BE7-8730-0F102FB388DD}" dt="2026-06-09T17:46:49.730" v="5193" actId="139"/>
          <ac:spMkLst>
            <pc:docMk/>
            <pc:sldMk cId="2789624221" sldId="313"/>
            <ac:spMk id="28" creationId="{039830CE-3A67-7577-17ED-4F81E3A3BEB6}"/>
          </ac:spMkLst>
        </pc:spChg>
        <pc:spChg chg="add mod">
          <ac:chgData name="Michael Whitehouse" userId="0ecba9273f6ad366" providerId="LiveId" clId="{F36E82C0-65ED-4BE7-8730-0F102FB388DD}" dt="2026-06-09T17:46:49.850" v="5202"/>
          <ac:spMkLst>
            <pc:docMk/>
            <pc:sldMk cId="2789624221" sldId="313"/>
            <ac:spMk id="29" creationId="{4B52669D-1759-4293-E96B-4700290B1E24}"/>
          </ac:spMkLst>
        </pc:spChg>
        <pc:spChg chg="add mod">
          <ac:chgData name="Michael Whitehouse" userId="0ecba9273f6ad366" providerId="LiveId" clId="{F36E82C0-65ED-4BE7-8730-0F102FB388DD}" dt="2026-06-09T17:46:49.966" v="5213" actId="139"/>
          <ac:spMkLst>
            <pc:docMk/>
            <pc:sldMk cId="2789624221" sldId="313"/>
            <ac:spMk id="30" creationId="{261FE502-CA4F-5EAD-A82D-DED310558F84}"/>
          </ac:spMkLst>
        </pc:spChg>
        <pc:spChg chg="add mod">
          <ac:chgData name="Michael Whitehouse" userId="0ecba9273f6ad366" providerId="LiveId" clId="{F36E82C0-65ED-4BE7-8730-0F102FB388DD}" dt="2026-06-09T17:46:50.085" v="5222"/>
          <ac:spMkLst>
            <pc:docMk/>
            <pc:sldMk cId="2789624221" sldId="313"/>
            <ac:spMk id="31" creationId="{D54FC94E-E97C-DA26-5598-B8CA251EF490}"/>
          </ac:spMkLst>
        </pc:spChg>
        <pc:spChg chg="add mod">
          <ac:chgData name="Michael Whitehouse" userId="0ecba9273f6ad366" providerId="LiveId" clId="{F36E82C0-65ED-4BE7-8730-0F102FB388DD}" dt="2026-06-09T17:46:50.213" v="5233" actId="139"/>
          <ac:spMkLst>
            <pc:docMk/>
            <pc:sldMk cId="2789624221" sldId="313"/>
            <ac:spMk id="32" creationId="{E953414C-81B0-F756-6980-B5EEDA6F5419}"/>
          </ac:spMkLst>
        </pc:spChg>
        <pc:spChg chg="add mod">
          <ac:chgData name="Michael Whitehouse" userId="0ecba9273f6ad366" providerId="LiveId" clId="{F36E82C0-65ED-4BE7-8730-0F102FB388DD}" dt="2026-06-09T17:46:50.332" v="5242"/>
          <ac:spMkLst>
            <pc:docMk/>
            <pc:sldMk cId="2789624221" sldId="313"/>
            <ac:spMk id="33" creationId="{72A86728-10A7-555A-A9A4-81274564A06B}"/>
          </ac:spMkLst>
        </pc:spChg>
        <pc:spChg chg="add mod">
          <ac:chgData name="Michael Whitehouse" userId="0ecba9273f6ad366" providerId="LiveId" clId="{F36E82C0-65ED-4BE7-8730-0F102FB388DD}" dt="2026-06-09T17:46:50.460" v="5253" actId="139"/>
          <ac:spMkLst>
            <pc:docMk/>
            <pc:sldMk cId="2789624221" sldId="313"/>
            <ac:spMk id="34" creationId="{27292259-E131-4508-5DB0-8F05BB239553}"/>
          </ac:spMkLst>
        </pc:spChg>
        <pc:spChg chg="add mod">
          <ac:chgData name="Michael Whitehouse" userId="0ecba9273f6ad366" providerId="LiveId" clId="{F36E82C0-65ED-4BE7-8730-0F102FB388DD}" dt="2026-06-09T17:46:50.581" v="5262"/>
          <ac:spMkLst>
            <pc:docMk/>
            <pc:sldMk cId="2789624221" sldId="313"/>
            <ac:spMk id="35" creationId="{A30FB3D5-B22D-3636-3743-73998EFB51BA}"/>
          </ac:spMkLst>
        </pc:spChg>
        <pc:spChg chg="add mod">
          <ac:chgData name="Michael Whitehouse" userId="0ecba9273f6ad366" providerId="LiveId" clId="{F36E82C0-65ED-4BE7-8730-0F102FB388DD}" dt="2026-06-09T17:46:50.690" v="5271"/>
          <ac:spMkLst>
            <pc:docMk/>
            <pc:sldMk cId="2789624221" sldId="313"/>
            <ac:spMk id="36" creationId="{5CD7B445-F8E6-09CF-E959-EAD7895597E6}"/>
          </ac:spMkLst>
        </pc:spChg>
        <pc:spChg chg="add mod">
          <ac:chgData name="Michael Whitehouse" userId="0ecba9273f6ad366" providerId="LiveId" clId="{F36E82C0-65ED-4BE7-8730-0F102FB388DD}" dt="2026-06-09T17:46:50.800" v="5280"/>
          <ac:spMkLst>
            <pc:docMk/>
            <pc:sldMk cId="2789624221" sldId="313"/>
            <ac:spMk id="37" creationId="{3D7BF30F-6655-832D-9910-0550B071BD9C}"/>
          </ac:spMkLst>
        </pc:spChg>
        <pc:spChg chg="add mod">
          <ac:chgData name="Michael Whitehouse" userId="0ecba9273f6ad366" providerId="LiveId" clId="{F36E82C0-65ED-4BE7-8730-0F102FB388DD}" dt="2026-06-09T17:46:50.923" v="5289"/>
          <ac:spMkLst>
            <pc:docMk/>
            <pc:sldMk cId="2789624221" sldId="313"/>
            <ac:spMk id="38" creationId="{1A3A3594-6DC0-003B-F894-535413800219}"/>
          </ac:spMkLst>
        </pc:spChg>
        <pc:spChg chg="add mod">
          <ac:chgData name="Michael Whitehouse" userId="0ecba9273f6ad366" providerId="LiveId" clId="{F36E82C0-65ED-4BE7-8730-0F102FB388DD}" dt="2026-06-09T17:46:51.033" v="5298"/>
          <ac:spMkLst>
            <pc:docMk/>
            <pc:sldMk cId="2789624221" sldId="313"/>
            <ac:spMk id="39" creationId="{8221024F-DB2B-3ED5-2280-BE3355228DD7}"/>
          </ac:spMkLst>
        </pc:spChg>
        <pc:spChg chg="add mod">
          <ac:chgData name="Michael Whitehouse" userId="0ecba9273f6ad366" providerId="LiveId" clId="{F36E82C0-65ED-4BE7-8730-0F102FB388DD}" dt="2026-06-09T17:46:51.157" v="5307"/>
          <ac:spMkLst>
            <pc:docMk/>
            <pc:sldMk cId="2789624221" sldId="313"/>
            <ac:spMk id="40" creationId="{B87A7F9A-2D82-47B7-3BCD-00A0EC95296C}"/>
          </ac:spMkLst>
        </pc:spChg>
        <pc:spChg chg="add mod">
          <ac:chgData name="Michael Whitehouse" userId="0ecba9273f6ad366" providerId="LiveId" clId="{F36E82C0-65ED-4BE7-8730-0F102FB388DD}" dt="2026-06-09T17:46:51.174" v="5317" actId="207"/>
          <ac:spMkLst>
            <pc:docMk/>
            <pc:sldMk cId="2789624221" sldId="313"/>
            <ac:spMk id="41" creationId="{4F3887C7-AC13-A0CC-EC39-F3B4462711CC}"/>
          </ac:spMkLst>
        </pc:spChg>
        <pc:spChg chg="add mod">
          <ac:chgData name="Michael Whitehouse" userId="0ecba9273f6ad366" providerId="LiveId" clId="{F36E82C0-65ED-4BE7-8730-0F102FB388DD}" dt="2026-06-09T17:46:51.189" v="5327" actId="207"/>
          <ac:spMkLst>
            <pc:docMk/>
            <pc:sldMk cId="2789624221" sldId="313"/>
            <ac:spMk id="42" creationId="{56560C74-35D6-345A-134B-B3A7772DDF18}"/>
          </ac:spMkLst>
        </pc:spChg>
      </pc:sldChg>
      <pc:sldChg chg="addSp delSp modSp add mod chgLayout">
        <pc:chgData name="Michael Whitehouse" userId="0ecba9273f6ad366" providerId="LiveId" clId="{F36E82C0-65ED-4BE7-8730-0F102FB388DD}" dt="2026-06-11T12:53:56.493" v="8486" actId="26606"/>
        <pc:sldMkLst>
          <pc:docMk/>
          <pc:sldMk cId="1167180939" sldId="314"/>
        </pc:sldMkLst>
        <pc:spChg chg="mod ord">
          <ac:chgData name="Michael Whitehouse" userId="0ecba9273f6ad366" providerId="LiveId" clId="{F36E82C0-65ED-4BE7-8730-0F102FB388DD}" dt="2026-06-11T12:53:56.493" v="8486" actId="26606"/>
          <ac:spMkLst>
            <pc:docMk/>
            <pc:sldMk cId="1167180939" sldId="314"/>
            <ac:spMk id="2" creationId="{1390DC92-3233-BB82-BC07-B1F2243FE1EA}"/>
          </ac:spMkLst>
        </pc:spChg>
        <pc:spChg chg="add mod">
          <ac:chgData name="Michael Whitehouse" userId="0ecba9273f6ad366" providerId="LiveId" clId="{F36E82C0-65ED-4BE7-8730-0F102FB388DD}" dt="2026-06-09T17:46:51.905" v="5344"/>
          <ac:spMkLst>
            <pc:docMk/>
            <pc:sldMk cId="1167180939" sldId="314"/>
            <ac:spMk id="5" creationId="{8D9D154B-07A7-022A-F8F2-FD0E85044E6E}"/>
          </ac:spMkLst>
        </pc:spChg>
        <pc:spChg chg="add mod">
          <ac:chgData name="Michael Whitehouse" userId="0ecba9273f6ad366" providerId="LiveId" clId="{F36E82C0-65ED-4BE7-8730-0F102FB388DD}" dt="2026-06-09T17:46:52.141" v="5364"/>
          <ac:spMkLst>
            <pc:docMk/>
            <pc:sldMk cId="1167180939" sldId="314"/>
            <ac:spMk id="7" creationId="{AC327FF8-D4F6-91D0-0A44-8A710F852348}"/>
          </ac:spMkLst>
        </pc:spChg>
        <pc:spChg chg="add mod">
          <ac:chgData name="Michael Whitehouse" userId="0ecba9273f6ad366" providerId="LiveId" clId="{F36E82C0-65ED-4BE7-8730-0F102FB388DD}" dt="2026-06-09T17:46:52.271" v="5375" actId="139"/>
          <ac:spMkLst>
            <pc:docMk/>
            <pc:sldMk cId="1167180939" sldId="314"/>
            <ac:spMk id="8" creationId="{ADA1E72F-D89A-AF27-9212-BD984FD187AA}"/>
          </ac:spMkLst>
        </pc:spChg>
        <pc:spChg chg="add mod">
          <ac:chgData name="Michael Whitehouse" userId="0ecba9273f6ad366" providerId="LiveId" clId="{F36E82C0-65ED-4BE7-8730-0F102FB388DD}" dt="2026-06-09T17:46:52.394" v="5386" actId="208"/>
          <ac:spMkLst>
            <pc:docMk/>
            <pc:sldMk cId="1167180939" sldId="314"/>
            <ac:spMk id="9" creationId="{BB466F74-7467-9DFC-8DC6-C2A42FE516C6}"/>
          </ac:spMkLst>
        </pc:spChg>
        <pc:spChg chg="add mod">
          <ac:chgData name="Michael Whitehouse" userId="0ecba9273f6ad366" providerId="LiveId" clId="{F36E82C0-65ED-4BE7-8730-0F102FB388DD}" dt="2026-06-09T17:46:52.519" v="5397" actId="139"/>
          <ac:spMkLst>
            <pc:docMk/>
            <pc:sldMk cId="1167180939" sldId="314"/>
            <ac:spMk id="10" creationId="{C589B924-1D4C-DEA9-275D-E850A48C73A7}"/>
          </ac:spMkLst>
        </pc:spChg>
        <pc:spChg chg="add mod">
          <ac:chgData name="Michael Whitehouse" userId="0ecba9273f6ad366" providerId="LiveId" clId="{F36E82C0-65ED-4BE7-8730-0F102FB388DD}" dt="2026-06-09T17:46:52.643" v="5408" actId="208"/>
          <ac:spMkLst>
            <pc:docMk/>
            <pc:sldMk cId="1167180939" sldId="314"/>
            <ac:spMk id="11" creationId="{A6D4045C-EED5-10E8-DDF0-496F075DFFC8}"/>
          </ac:spMkLst>
        </pc:spChg>
        <pc:spChg chg="add mod">
          <ac:chgData name="Michael Whitehouse" userId="0ecba9273f6ad366" providerId="LiveId" clId="{F36E82C0-65ED-4BE7-8730-0F102FB388DD}" dt="2026-06-09T17:46:52.769" v="5419" actId="139"/>
          <ac:spMkLst>
            <pc:docMk/>
            <pc:sldMk cId="1167180939" sldId="314"/>
            <ac:spMk id="12" creationId="{2C4A9A05-C6B2-2173-BB93-368AD2F56094}"/>
          </ac:spMkLst>
        </pc:spChg>
        <pc:spChg chg="add mod">
          <ac:chgData name="Michael Whitehouse" userId="0ecba9273f6ad366" providerId="LiveId" clId="{F36E82C0-65ED-4BE7-8730-0F102FB388DD}" dt="2026-06-09T17:46:52.896" v="5430" actId="208"/>
          <ac:spMkLst>
            <pc:docMk/>
            <pc:sldMk cId="1167180939" sldId="314"/>
            <ac:spMk id="13" creationId="{AB1F61F8-0985-4AF5-2D68-A90FA632FCF6}"/>
          </ac:spMkLst>
        </pc:spChg>
        <pc:spChg chg="add mod">
          <ac:chgData name="Michael Whitehouse" userId="0ecba9273f6ad366" providerId="LiveId" clId="{F36E82C0-65ED-4BE7-8730-0F102FB388DD}" dt="2026-06-09T17:46:53.021" v="5441" actId="139"/>
          <ac:spMkLst>
            <pc:docMk/>
            <pc:sldMk cId="1167180939" sldId="314"/>
            <ac:spMk id="14" creationId="{FCBE0674-F5D1-9669-BDE2-5A7BC2110AD8}"/>
          </ac:spMkLst>
        </pc:spChg>
        <pc:spChg chg="add mod">
          <ac:chgData name="Michael Whitehouse" userId="0ecba9273f6ad366" providerId="LiveId" clId="{F36E82C0-65ED-4BE7-8730-0F102FB388DD}" dt="2026-06-09T17:46:53.146" v="5452" actId="208"/>
          <ac:spMkLst>
            <pc:docMk/>
            <pc:sldMk cId="1167180939" sldId="314"/>
            <ac:spMk id="15" creationId="{790C4987-1258-F3EE-E1DD-B859F86FCB0C}"/>
          </ac:spMkLst>
        </pc:spChg>
        <pc:spChg chg="add mod">
          <ac:chgData name="Michael Whitehouse" userId="0ecba9273f6ad366" providerId="LiveId" clId="{F36E82C0-65ED-4BE7-8730-0F102FB388DD}" dt="2026-06-09T17:46:53.272" v="5463" actId="139"/>
          <ac:spMkLst>
            <pc:docMk/>
            <pc:sldMk cId="1167180939" sldId="314"/>
            <ac:spMk id="16" creationId="{A5154A69-158E-AFB4-F8D9-9E109148010F}"/>
          </ac:spMkLst>
        </pc:spChg>
        <pc:spChg chg="add mod">
          <ac:chgData name="Michael Whitehouse" userId="0ecba9273f6ad366" providerId="LiveId" clId="{F36E82C0-65ED-4BE7-8730-0F102FB388DD}" dt="2026-06-09T17:46:53.396" v="5474" actId="208"/>
          <ac:spMkLst>
            <pc:docMk/>
            <pc:sldMk cId="1167180939" sldId="314"/>
            <ac:spMk id="17" creationId="{A36095B8-1040-B0EA-8FAE-6138874E3DB0}"/>
          </ac:spMkLst>
        </pc:spChg>
        <pc:spChg chg="add mod">
          <ac:chgData name="Michael Whitehouse" userId="0ecba9273f6ad366" providerId="LiveId" clId="{F36E82C0-65ED-4BE7-8730-0F102FB388DD}" dt="2026-06-09T17:46:53.520" v="5485" actId="139"/>
          <ac:spMkLst>
            <pc:docMk/>
            <pc:sldMk cId="1167180939" sldId="314"/>
            <ac:spMk id="18" creationId="{AE5051A6-0BCB-B399-8371-8D64EA43C00D}"/>
          </ac:spMkLst>
        </pc:spChg>
        <pc:spChg chg="add mod">
          <ac:chgData name="Michael Whitehouse" userId="0ecba9273f6ad366" providerId="LiveId" clId="{F36E82C0-65ED-4BE7-8730-0F102FB388DD}" dt="2026-06-09T17:46:53.535" v="5495" actId="207"/>
          <ac:spMkLst>
            <pc:docMk/>
            <pc:sldMk cId="1167180939" sldId="314"/>
            <ac:spMk id="19" creationId="{40D5CAF7-AE36-862A-6A17-E0C23F24EA7E}"/>
          </ac:spMkLst>
        </pc:spChg>
        <pc:spChg chg="add mod">
          <ac:chgData name="Michael Whitehouse" userId="0ecba9273f6ad366" providerId="LiveId" clId="{F36E82C0-65ED-4BE7-8730-0F102FB388DD}" dt="2026-06-09T17:46:53.549" v="5505" actId="207"/>
          <ac:spMkLst>
            <pc:docMk/>
            <pc:sldMk cId="1167180939" sldId="314"/>
            <ac:spMk id="20" creationId="{13CC124F-2A24-7969-D296-5224A9BDD433}"/>
          </ac:spMkLst>
        </pc:spChg>
      </pc:sldChg>
      <pc:sldChg chg="addSp delSp modSp add mod chgLayout">
        <pc:chgData name="Michael Whitehouse" userId="0ecba9273f6ad366" providerId="LiveId" clId="{F36E82C0-65ED-4BE7-8730-0F102FB388DD}" dt="2026-06-11T12:53:56.493" v="8486" actId="26606"/>
        <pc:sldMkLst>
          <pc:docMk/>
          <pc:sldMk cId="824216503" sldId="315"/>
        </pc:sldMkLst>
        <pc:spChg chg="mod ord">
          <ac:chgData name="Michael Whitehouse" userId="0ecba9273f6ad366" providerId="LiveId" clId="{F36E82C0-65ED-4BE7-8730-0F102FB388DD}" dt="2026-06-11T12:53:56.493" v="8486" actId="26606"/>
          <ac:spMkLst>
            <pc:docMk/>
            <pc:sldMk cId="824216503" sldId="315"/>
            <ac:spMk id="2" creationId="{C14FDAE2-BB2B-F435-2FCA-11AFDDBF5862}"/>
          </ac:spMkLst>
        </pc:spChg>
        <pc:spChg chg="add mod">
          <ac:chgData name="Michael Whitehouse" userId="0ecba9273f6ad366" providerId="LiveId" clId="{F36E82C0-65ED-4BE7-8730-0F102FB388DD}" dt="2026-06-09T17:46:54.288" v="5524"/>
          <ac:spMkLst>
            <pc:docMk/>
            <pc:sldMk cId="824216503" sldId="315"/>
            <ac:spMk id="6" creationId="{9F28CF52-C8DD-E778-0245-09674D9F0E07}"/>
          </ac:spMkLst>
        </pc:spChg>
        <pc:spChg chg="add mod">
          <ac:chgData name="Michael Whitehouse" userId="0ecba9273f6ad366" providerId="LiveId" clId="{F36E82C0-65ED-4BE7-8730-0F102FB388DD}" dt="2026-06-09T17:46:54.523" v="5544"/>
          <ac:spMkLst>
            <pc:docMk/>
            <pc:sldMk cId="824216503" sldId="315"/>
            <ac:spMk id="8" creationId="{CC1F283C-9A0B-8C82-938F-F1D71B39FAF2}"/>
          </ac:spMkLst>
        </pc:spChg>
        <pc:spChg chg="add mod">
          <ac:chgData name="Michael Whitehouse" userId="0ecba9273f6ad366" providerId="LiveId" clId="{F36E82C0-65ED-4BE7-8730-0F102FB388DD}" dt="2026-06-09T17:46:54.654" v="5555" actId="139"/>
          <ac:spMkLst>
            <pc:docMk/>
            <pc:sldMk cId="824216503" sldId="315"/>
            <ac:spMk id="9" creationId="{0967E06A-F8AF-40B1-4C19-FC8762E01588}"/>
          </ac:spMkLst>
        </pc:spChg>
        <pc:spChg chg="add mod">
          <ac:chgData name="Michael Whitehouse" userId="0ecba9273f6ad366" providerId="LiveId" clId="{F36E82C0-65ED-4BE7-8730-0F102FB388DD}" dt="2026-06-09T17:46:54.778" v="5566" actId="208"/>
          <ac:spMkLst>
            <pc:docMk/>
            <pc:sldMk cId="824216503" sldId="315"/>
            <ac:spMk id="10" creationId="{12A067B5-8806-7864-C8BB-DC6BF5F9D654}"/>
          </ac:spMkLst>
        </pc:spChg>
        <pc:spChg chg="add mod">
          <ac:chgData name="Michael Whitehouse" userId="0ecba9273f6ad366" providerId="LiveId" clId="{F36E82C0-65ED-4BE7-8730-0F102FB388DD}" dt="2026-06-11T12:46:25.535" v="8477" actId="27636"/>
          <ac:spMkLst>
            <pc:docMk/>
            <pc:sldMk cId="824216503" sldId="315"/>
            <ac:spMk id="11" creationId="{E6B111A9-6123-767C-212D-01B2C71B84F3}"/>
          </ac:spMkLst>
        </pc:spChg>
        <pc:spChg chg="add mod">
          <ac:chgData name="Michael Whitehouse" userId="0ecba9273f6ad366" providerId="LiveId" clId="{F36E82C0-65ED-4BE7-8730-0F102FB388DD}" dt="2026-06-09T17:46:55.029" v="5588" actId="208"/>
          <ac:spMkLst>
            <pc:docMk/>
            <pc:sldMk cId="824216503" sldId="315"/>
            <ac:spMk id="12" creationId="{3774B821-65DF-98E1-5F5A-2A1EF195040D}"/>
          </ac:spMkLst>
        </pc:spChg>
        <pc:spChg chg="add mod">
          <ac:chgData name="Michael Whitehouse" userId="0ecba9273f6ad366" providerId="LiveId" clId="{F36E82C0-65ED-4BE7-8730-0F102FB388DD}" dt="2026-06-11T12:46:25.535" v="8476" actId="27636"/>
          <ac:spMkLst>
            <pc:docMk/>
            <pc:sldMk cId="824216503" sldId="315"/>
            <ac:spMk id="13" creationId="{5CF28B49-354E-B8F5-EE7C-F258FFD7354A}"/>
          </ac:spMkLst>
        </pc:spChg>
        <pc:spChg chg="add mod">
          <ac:chgData name="Michael Whitehouse" userId="0ecba9273f6ad366" providerId="LiveId" clId="{F36E82C0-65ED-4BE7-8730-0F102FB388DD}" dt="2026-06-09T17:46:55.277" v="5610" actId="208"/>
          <ac:spMkLst>
            <pc:docMk/>
            <pc:sldMk cId="824216503" sldId="315"/>
            <ac:spMk id="14" creationId="{1F29F8D3-E049-CF75-DC73-C7709FA96E8A}"/>
          </ac:spMkLst>
        </pc:spChg>
        <pc:spChg chg="add mod">
          <ac:chgData name="Michael Whitehouse" userId="0ecba9273f6ad366" providerId="LiveId" clId="{F36E82C0-65ED-4BE7-8730-0F102FB388DD}" dt="2026-06-11T12:46:25.532" v="8473" actId="27636"/>
          <ac:spMkLst>
            <pc:docMk/>
            <pc:sldMk cId="824216503" sldId="315"/>
            <ac:spMk id="15" creationId="{8E2AE491-6312-78AB-E140-C1C08FF3F03B}"/>
          </ac:spMkLst>
        </pc:spChg>
        <pc:spChg chg="add mod">
          <ac:chgData name="Michael Whitehouse" userId="0ecba9273f6ad366" providerId="LiveId" clId="{F36E82C0-65ED-4BE7-8730-0F102FB388DD}" dt="2026-06-09T17:46:55.528" v="5632" actId="208"/>
          <ac:spMkLst>
            <pc:docMk/>
            <pc:sldMk cId="824216503" sldId="315"/>
            <ac:spMk id="16" creationId="{0875357A-085F-8F5E-7515-DD59C4722DFA}"/>
          </ac:spMkLst>
        </pc:spChg>
        <pc:spChg chg="add mod">
          <ac:chgData name="Michael Whitehouse" userId="0ecba9273f6ad366" providerId="LiveId" clId="{F36E82C0-65ED-4BE7-8730-0F102FB388DD}" dt="2026-06-11T12:46:25.533" v="8475" actId="27636"/>
          <ac:spMkLst>
            <pc:docMk/>
            <pc:sldMk cId="824216503" sldId="315"/>
            <ac:spMk id="17" creationId="{D023D94E-A32D-B87D-174E-21E521801EBB}"/>
          </ac:spMkLst>
        </pc:spChg>
        <pc:spChg chg="add mod">
          <ac:chgData name="Michael Whitehouse" userId="0ecba9273f6ad366" providerId="LiveId" clId="{F36E82C0-65ED-4BE7-8730-0F102FB388DD}" dt="2026-06-09T17:46:55.778" v="5654" actId="208"/>
          <ac:spMkLst>
            <pc:docMk/>
            <pc:sldMk cId="824216503" sldId="315"/>
            <ac:spMk id="18" creationId="{1616D95B-F5AE-0124-EECD-851E6432057C}"/>
          </ac:spMkLst>
        </pc:spChg>
        <pc:spChg chg="add mod">
          <ac:chgData name="Michael Whitehouse" userId="0ecba9273f6ad366" providerId="LiveId" clId="{F36E82C0-65ED-4BE7-8730-0F102FB388DD}" dt="2026-06-11T12:46:25.533" v="8474" actId="27636"/>
          <ac:spMkLst>
            <pc:docMk/>
            <pc:sldMk cId="824216503" sldId="315"/>
            <ac:spMk id="19" creationId="{454011EC-0D39-A2E0-5E86-11F60EF411E7}"/>
          </ac:spMkLst>
        </pc:spChg>
        <pc:spChg chg="add mod">
          <ac:chgData name="Michael Whitehouse" userId="0ecba9273f6ad366" providerId="LiveId" clId="{F36E82C0-65ED-4BE7-8730-0F102FB388DD}" dt="2026-06-09T17:46:55.917" v="5675" actId="207"/>
          <ac:spMkLst>
            <pc:docMk/>
            <pc:sldMk cId="824216503" sldId="315"/>
            <ac:spMk id="20" creationId="{86CCB494-A6A5-0209-B349-F24A340D3669}"/>
          </ac:spMkLst>
        </pc:spChg>
        <pc:spChg chg="add mod">
          <ac:chgData name="Michael Whitehouse" userId="0ecba9273f6ad366" providerId="LiveId" clId="{F36E82C0-65ED-4BE7-8730-0F102FB388DD}" dt="2026-06-09T17:46:55.935" v="5685" actId="207"/>
          <ac:spMkLst>
            <pc:docMk/>
            <pc:sldMk cId="824216503" sldId="315"/>
            <ac:spMk id="21" creationId="{E5BF52A1-93F3-2181-D5CA-08DDEE6AD466}"/>
          </ac:spMkLst>
        </pc:spChg>
      </pc:sldChg>
      <pc:sldChg chg="addSp delSp modSp add mod chgLayout">
        <pc:chgData name="Michael Whitehouse" userId="0ecba9273f6ad366" providerId="LiveId" clId="{F36E82C0-65ED-4BE7-8730-0F102FB388DD}" dt="2026-06-11T12:53:56.493" v="8486" actId="26606"/>
        <pc:sldMkLst>
          <pc:docMk/>
          <pc:sldMk cId="4236008148" sldId="316"/>
        </pc:sldMkLst>
        <pc:spChg chg="mod ord">
          <ac:chgData name="Michael Whitehouse" userId="0ecba9273f6ad366" providerId="LiveId" clId="{F36E82C0-65ED-4BE7-8730-0F102FB388DD}" dt="2026-06-11T12:53:56.493" v="8486" actId="26606"/>
          <ac:spMkLst>
            <pc:docMk/>
            <pc:sldMk cId="4236008148" sldId="316"/>
            <ac:spMk id="2" creationId="{B9782B93-0570-CB56-B30D-E2BED6070AC5}"/>
          </ac:spMkLst>
        </pc:spChg>
        <pc:spChg chg="add mod">
          <ac:chgData name="Michael Whitehouse" userId="0ecba9273f6ad366" providerId="LiveId" clId="{F36E82C0-65ED-4BE7-8730-0F102FB388DD}" dt="2026-06-09T17:46:56.706" v="5702"/>
          <ac:spMkLst>
            <pc:docMk/>
            <pc:sldMk cId="4236008148" sldId="316"/>
            <ac:spMk id="5" creationId="{496B4B98-8639-4B19-ED00-6DAA39C50A57}"/>
          </ac:spMkLst>
        </pc:spChg>
        <pc:spChg chg="add mod">
          <ac:chgData name="Michael Whitehouse" userId="0ecba9273f6ad366" providerId="LiveId" clId="{F36E82C0-65ED-4BE7-8730-0F102FB388DD}" dt="2026-06-09T17:46:56.941" v="5722"/>
          <ac:spMkLst>
            <pc:docMk/>
            <pc:sldMk cId="4236008148" sldId="316"/>
            <ac:spMk id="7" creationId="{B7FFB4A4-C6A6-2D93-8049-EBC8C2893A5F}"/>
          </ac:spMkLst>
        </pc:spChg>
        <pc:spChg chg="add mod">
          <ac:chgData name="Michael Whitehouse" userId="0ecba9273f6ad366" providerId="LiveId" clId="{F36E82C0-65ED-4BE7-8730-0F102FB388DD}" dt="2026-06-09T17:46:57.056" v="5733" actId="139"/>
          <ac:spMkLst>
            <pc:docMk/>
            <pc:sldMk cId="4236008148" sldId="316"/>
            <ac:spMk id="8" creationId="{8C1E479D-EB63-5DFE-2317-8440A872C110}"/>
          </ac:spMkLst>
        </pc:spChg>
        <pc:spChg chg="add mod">
          <ac:chgData name="Michael Whitehouse" userId="0ecba9273f6ad366" providerId="LiveId" clId="{F36E82C0-65ED-4BE7-8730-0F102FB388DD}" dt="2026-06-09T17:46:57.179" v="5744" actId="208"/>
          <ac:spMkLst>
            <pc:docMk/>
            <pc:sldMk cId="4236008148" sldId="316"/>
            <ac:spMk id="9" creationId="{EF28267B-5F95-B569-6094-52887F8D6B20}"/>
          </ac:spMkLst>
        </pc:spChg>
        <pc:spChg chg="add mod">
          <ac:chgData name="Michael Whitehouse" userId="0ecba9273f6ad366" providerId="LiveId" clId="{F36E82C0-65ED-4BE7-8730-0F102FB388DD}" dt="2026-06-09T17:46:57.303" v="5755" actId="139"/>
          <ac:spMkLst>
            <pc:docMk/>
            <pc:sldMk cId="4236008148" sldId="316"/>
            <ac:spMk id="10" creationId="{4FD4DD2B-C97C-08FD-71C8-D2D9BEB7E83D}"/>
          </ac:spMkLst>
        </pc:spChg>
        <pc:spChg chg="add mod">
          <ac:chgData name="Michael Whitehouse" userId="0ecba9273f6ad366" providerId="LiveId" clId="{F36E82C0-65ED-4BE7-8730-0F102FB388DD}" dt="2026-06-09T17:46:57.415" v="5766" actId="208"/>
          <ac:spMkLst>
            <pc:docMk/>
            <pc:sldMk cId="4236008148" sldId="316"/>
            <ac:spMk id="11" creationId="{0E8B212F-E3B5-FC2D-3C79-88D9BD704C44}"/>
          </ac:spMkLst>
        </pc:spChg>
        <pc:spChg chg="add mod">
          <ac:chgData name="Michael Whitehouse" userId="0ecba9273f6ad366" providerId="LiveId" clId="{F36E82C0-65ED-4BE7-8730-0F102FB388DD}" dt="2026-06-09T17:46:57.537" v="5777" actId="139"/>
          <ac:spMkLst>
            <pc:docMk/>
            <pc:sldMk cId="4236008148" sldId="316"/>
            <ac:spMk id="12" creationId="{430FF187-910B-A266-34FE-0365C3B1AB3D}"/>
          </ac:spMkLst>
        </pc:spChg>
        <pc:spChg chg="add mod">
          <ac:chgData name="Michael Whitehouse" userId="0ecba9273f6ad366" providerId="LiveId" clId="{F36E82C0-65ED-4BE7-8730-0F102FB388DD}" dt="2026-06-09T17:46:57.663" v="5788" actId="208"/>
          <ac:spMkLst>
            <pc:docMk/>
            <pc:sldMk cId="4236008148" sldId="316"/>
            <ac:spMk id="13" creationId="{20D190DD-899C-10BE-F685-4C5538578DB8}"/>
          </ac:spMkLst>
        </pc:spChg>
        <pc:spChg chg="add mod">
          <ac:chgData name="Michael Whitehouse" userId="0ecba9273f6ad366" providerId="LiveId" clId="{F36E82C0-65ED-4BE7-8730-0F102FB388DD}" dt="2026-06-09T17:46:57.787" v="5799" actId="139"/>
          <ac:spMkLst>
            <pc:docMk/>
            <pc:sldMk cId="4236008148" sldId="316"/>
            <ac:spMk id="14" creationId="{139E7833-C1C3-F590-5A85-55B0A2B5B967}"/>
          </ac:spMkLst>
        </pc:spChg>
        <pc:spChg chg="add mod">
          <ac:chgData name="Michael Whitehouse" userId="0ecba9273f6ad366" providerId="LiveId" clId="{F36E82C0-65ED-4BE7-8730-0F102FB388DD}" dt="2026-06-09T17:46:57.911" v="5810" actId="208"/>
          <ac:spMkLst>
            <pc:docMk/>
            <pc:sldMk cId="4236008148" sldId="316"/>
            <ac:spMk id="15" creationId="{A2664FAB-0D13-D0BB-71BA-518B6A70B903}"/>
          </ac:spMkLst>
        </pc:spChg>
        <pc:spChg chg="add mod">
          <ac:chgData name="Michael Whitehouse" userId="0ecba9273f6ad366" providerId="LiveId" clId="{F36E82C0-65ED-4BE7-8730-0F102FB388DD}" dt="2026-06-09T17:46:58.415" v="5821" actId="139"/>
          <ac:spMkLst>
            <pc:docMk/>
            <pc:sldMk cId="4236008148" sldId="316"/>
            <ac:spMk id="16" creationId="{647EA6F9-FEEA-1D63-493C-6E712190B01D}"/>
          </ac:spMkLst>
        </pc:spChg>
        <pc:spChg chg="add mod">
          <ac:chgData name="Michael Whitehouse" userId="0ecba9273f6ad366" providerId="LiveId" clId="{F36E82C0-65ED-4BE7-8730-0F102FB388DD}" dt="2026-06-09T17:46:58.536" v="5832" actId="208"/>
          <ac:spMkLst>
            <pc:docMk/>
            <pc:sldMk cId="4236008148" sldId="316"/>
            <ac:spMk id="17" creationId="{1A8AFBDB-FEC9-527B-C0CE-746BD60A71FD}"/>
          </ac:spMkLst>
        </pc:spChg>
        <pc:spChg chg="add mod">
          <ac:chgData name="Michael Whitehouse" userId="0ecba9273f6ad366" providerId="LiveId" clId="{F36E82C0-65ED-4BE7-8730-0F102FB388DD}" dt="2026-06-09T17:46:58.659" v="5843" actId="139"/>
          <ac:spMkLst>
            <pc:docMk/>
            <pc:sldMk cId="4236008148" sldId="316"/>
            <ac:spMk id="18" creationId="{BCFEDD46-618E-5F2E-40B4-699DCE72D1BB}"/>
          </ac:spMkLst>
        </pc:spChg>
        <pc:spChg chg="add mod">
          <ac:chgData name="Michael Whitehouse" userId="0ecba9273f6ad366" providerId="LiveId" clId="{F36E82C0-65ED-4BE7-8730-0F102FB388DD}" dt="2026-06-09T17:46:58.673" v="5853" actId="207"/>
          <ac:spMkLst>
            <pc:docMk/>
            <pc:sldMk cId="4236008148" sldId="316"/>
            <ac:spMk id="19" creationId="{BA88B65F-9522-7E15-53BA-3CEE5B37E09A}"/>
          </ac:spMkLst>
        </pc:spChg>
        <pc:spChg chg="add mod">
          <ac:chgData name="Michael Whitehouse" userId="0ecba9273f6ad366" providerId="LiveId" clId="{F36E82C0-65ED-4BE7-8730-0F102FB388DD}" dt="2026-06-09T17:46:58.688" v="5863" actId="207"/>
          <ac:spMkLst>
            <pc:docMk/>
            <pc:sldMk cId="4236008148" sldId="316"/>
            <ac:spMk id="20" creationId="{2B81D477-CA84-45D4-4BB2-C15E12B89689}"/>
          </ac:spMkLst>
        </pc:spChg>
      </pc:sldChg>
      <pc:sldChg chg="addSp delSp modSp add mod modClrScheme chgLayout">
        <pc:chgData name="Michael Whitehouse" userId="0ecba9273f6ad366" providerId="LiveId" clId="{F36E82C0-65ED-4BE7-8730-0F102FB388DD}" dt="2026-06-11T12:53:56.493" v="8486" actId="26606"/>
        <pc:sldMkLst>
          <pc:docMk/>
          <pc:sldMk cId="2985518953" sldId="317"/>
        </pc:sldMkLst>
        <pc:spChg chg="mod ord">
          <ac:chgData name="Michael Whitehouse" userId="0ecba9273f6ad366" providerId="LiveId" clId="{F36E82C0-65ED-4BE7-8730-0F102FB388DD}" dt="2026-06-11T12:46:25.430" v="8421" actId="700"/>
          <ac:spMkLst>
            <pc:docMk/>
            <pc:sldMk cId="2985518953" sldId="317"/>
            <ac:spMk id="2" creationId="{FA2A9B93-E139-AA08-287B-293BE1789438}"/>
          </ac:spMkLst>
        </pc:spChg>
        <pc:spChg chg="add mod">
          <ac:chgData name="Michael Whitehouse" userId="0ecba9273f6ad366" providerId="LiveId" clId="{F36E82C0-65ED-4BE7-8730-0F102FB388DD}" dt="2026-06-09T17:46:59.426" v="5876"/>
          <ac:spMkLst>
            <pc:docMk/>
            <pc:sldMk cId="2985518953" sldId="317"/>
            <ac:spMk id="3" creationId="{F547CBD3-D4F5-159A-25BA-A8EF9208B2E4}"/>
          </ac:spMkLst>
        </pc:spChg>
        <pc:spChg chg="add mod">
          <ac:chgData name="Michael Whitehouse" userId="0ecba9273f6ad366" providerId="LiveId" clId="{F36E82C0-65ED-4BE7-8730-0F102FB388DD}" dt="2026-06-09T17:46:59.660" v="5896"/>
          <ac:spMkLst>
            <pc:docMk/>
            <pc:sldMk cId="2985518953" sldId="317"/>
            <ac:spMk id="5" creationId="{5FD4064B-5404-A596-A5A2-7CFA0DE489CD}"/>
          </ac:spMkLst>
        </pc:spChg>
        <pc:spChg chg="add mod">
          <ac:chgData name="Michael Whitehouse" userId="0ecba9273f6ad366" providerId="LiveId" clId="{F36E82C0-65ED-4BE7-8730-0F102FB388DD}" dt="2026-06-09T17:46:59.776" v="5907" actId="139"/>
          <ac:spMkLst>
            <pc:docMk/>
            <pc:sldMk cId="2985518953" sldId="317"/>
            <ac:spMk id="6" creationId="{3910060F-797A-69A1-CCFB-862AD06367D9}"/>
          </ac:spMkLst>
        </pc:spChg>
        <pc:spChg chg="add mod">
          <ac:chgData name="Michael Whitehouse" userId="0ecba9273f6ad366" providerId="LiveId" clId="{F36E82C0-65ED-4BE7-8730-0F102FB388DD}" dt="2026-06-09T17:46:59.897" v="5918" actId="208"/>
          <ac:spMkLst>
            <pc:docMk/>
            <pc:sldMk cId="2985518953" sldId="317"/>
            <ac:spMk id="7" creationId="{5F577EBE-0278-48BD-2329-C3128E1E7ACA}"/>
          </ac:spMkLst>
        </pc:spChg>
        <pc:spChg chg="add mod">
          <ac:chgData name="Michael Whitehouse" userId="0ecba9273f6ad366" providerId="LiveId" clId="{F36E82C0-65ED-4BE7-8730-0F102FB388DD}" dt="2026-06-11T12:46:25.539" v="8480" actId="27636"/>
          <ac:spMkLst>
            <pc:docMk/>
            <pc:sldMk cId="2985518953" sldId="317"/>
            <ac:spMk id="8" creationId="{646A56D5-E02C-587A-3431-2CDCC17DC65E}"/>
          </ac:spMkLst>
        </pc:spChg>
        <pc:spChg chg="add mod">
          <ac:chgData name="Michael Whitehouse" userId="0ecba9273f6ad366" providerId="LiveId" clId="{F36E82C0-65ED-4BE7-8730-0F102FB388DD}" dt="2026-06-09T17:47:00.135" v="5940" actId="208"/>
          <ac:spMkLst>
            <pc:docMk/>
            <pc:sldMk cId="2985518953" sldId="317"/>
            <ac:spMk id="9" creationId="{076F1206-BCD1-685A-0642-B4DE06ECD6CB}"/>
          </ac:spMkLst>
        </pc:spChg>
        <pc:spChg chg="add mod">
          <ac:chgData name="Michael Whitehouse" userId="0ecba9273f6ad366" providerId="LiveId" clId="{F36E82C0-65ED-4BE7-8730-0F102FB388DD}" dt="2026-06-11T12:46:25.540" v="8481" actId="27636"/>
          <ac:spMkLst>
            <pc:docMk/>
            <pc:sldMk cId="2985518953" sldId="317"/>
            <ac:spMk id="10" creationId="{79A0D15D-CFA1-A28B-035A-3A5F9CB41649}"/>
          </ac:spMkLst>
        </pc:spChg>
        <pc:spChg chg="add mod">
          <ac:chgData name="Michael Whitehouse" userId="0ecba9273f6ad366" providerId="LiveId" clId="{F36E82C0-65ED-4BE7-8730-0F102FB388DD}" dt="2026-06-09T17:47:00.371" v="5962" actId="208"/>
          <ac:spMkLst>
            <pc:docMk/>
            <pc:sldMk cId="2985518953" sldId="317"/>
            <ac:spMk id="11" creationId="{8328994F-6E85-64CB-C8C7-4AB882210F4E}"/>
          </ac:spMkLst>
        </pc:spChg>
        <pc:spChg chg="add mod">
          <ac:chgData name="Michael Whitehouse" userId="0ecba9273f6ad366" providerId="LiveId" clId="{F36E82C0-65ED-4BE7-8730-0F102FB388DD}" dt="2026-06-11T12:46:25.539" v="8479" actId="27636"/>
          <ac:spMkLst>
            <pc:docMk/>
            <pc:sldMk cId="2985518953" sldId="317"/>
            <ac:spMk id="12" creationId="{5A0DE263-BDCB-200E-1CC1-BDBA67B65F73}"/>
          </ac:spMkLst>
        </pc:spChg>
        <pc:spChg chg="add mod">
          <ac:chgData name="Michael Whitehouse" userId="0ecba9273f6ad366" providerId="LiveId" clId="{F36E82C0-65ED-4BE7-8730-0F102FB388DD}" dt="2026-06-09T17:47:00.620" v="5984" actId="208"/>
          <ac:spMkLst>
            <pc:docMk/>
            <pc:sldMk cId="2985518953" sldId="317"/>
            <ac:spMk id="13" creationId="{E9BE723E-0A9C-8437-6B72-3875BF0D15D6}"/>
          </ac:spMkLst>
        </pc:spChg>
        <pc:spChg chg="add mod">
          <ac:chgData name="Michael Whitehouse" userId="0ecba9273f6ad366" providerId="LiveId" clId="{F36E82C0-65ED-4BE7-8730-0F102FB388DD}" dt="2026-06-11T12:46:25.540" v="8482" actId="27636"/>
          <ac:spMkLst>
            <pc:docMk/>
            <pc:sldMk cId="2985518953" sldId="317"/>
            <ac:spMk id="14" creationId="{EE4EDD61-28AF-7CF3-E41B-07DD3B47FDD3}"/>
          </ac:spMkLst>
        </pc:spChg>
        <pc:spChg chg="add mod">
          <ac:chgData name="Michael Whitehouse" userId="0ecba9273f6ad366" providerId="LiveId" clId="{F36E82C0-65ED-4BE7-8730-0F102FB388DD}" dt="2026-06-09T17:47:00.869" v="6006" actId="208"/>
          <ac:spMkLst>
            <pc:docMk/>
            <pc:sldMk cId="2985518953" sldId="317"/>
            <ac:spMk id="15" creationId="{840E177D-0F3A-AAB0-93E9-F55AE3C27B89}"/>
          </ac:spMkLst>
        </pc:spChg>
        <pc:spChg chg="add mod">
          <ac:chgData name="Michael Whitehouse" userId="0ecba9273f6ad366" providerId="LiveId" clId="{F36E82C0-65ED-4BE7-8730-0F102FB388DD}" dt="2026-06-11T12:46:25.538" v="8478" actId="27636"/>
          <ac:spMkLst>
            <pc:docMk/>
            <pc:sldMk cId="2985518953" sldId="317"/>
            <ac:spMk id="16" creationId="{2949EB9F-8320-6FDB-EB41-C3ADE4CB8C5B}"/>
          </ac:spMkLst>
        </pc:spChg>
        <pc:spChg chg="add mod">
          <ac:chgData name="Michael Whitehouse" userId="0ecba9273f6ad366" providerId="LiveId" clId="{F36E82C0-65ED-4BE7-8730-0F102FB388DD}" dt="2026-06-09T17:47:01.012" v="6027" actId="207"/>
          <ac:spMkLst>
            <pc:docMk/>
            <pc:sldMk cId="2985518953" sldId="317"/>
            <ac:spMk id="17" creationId="{A658CF57-6083-9F49-FCCB-96CCA9873E45}"/>
          </ac:spMkLst>
        </pc:spChg>
        <pc:spChg chg="add mod">
          <ac:chgData name="Michael Whitehouse" userId="0ecba9273f6ad366" providerId="LiveId" clId="{F36E82C0-65ED-4BE7-8730-0F102FB388DD}" dt="2026-06-09T17:47:01.026" v="6037" actId="207"/>
          <ac:spMkLst>
            <pc:docMk/>
            <pc:sldMk cId="2985518953" sldId="317"/>
            <ac:spMk id="18" creationId="{068A36B0-467C-A0A3-42EA-32FABB7053CB}"/>
          </ac:spMkLst>
        </pc:spChg>
      </pc:sldChg>
      <pc:sldChg chg="addSp delSp modSp add mod modClrScheme chgLayout">
        <pc:chgData name="Michael Whitehouse" userId="0ecba9273f6ad366" providerId="LiveId" clId="{F36E82C0-65ED-4BE7-8730-0F102FB388DD}" dt="2026-06-11T12:53:56.493" v="8486" actId="26606"/>
        <pc:sldMkLst>
          <pc:docMk/>
          <pc:sldMk cId="3961130247" sldId="318"/>
        </pc:sldMkLst>
        <pc:spChg chg="mod ord">
          <ac:chgData name="Michael Whitehouse" userId="0ecba9273f6ad366" providerId="LiveId" clId="{F36E82C0-65ED-4BE7-8730-0F102FB388DD}" dt="2026-06-11T12:46:25.430" v="8421" actId="700"/>
          <ac:spMkLst>
            <pc:docMk/>
            <pc:sldMk cId="3961130247" sldId="318"/>
            <ac:spMk id="2" creationId="{D431C0D9-070E-DEED-2351-B42AB56E53E1}"/>
          </ac:spMkLst>
        </pc:spChg>
        <pc:spChg chg="add mod">
          <ac:chgData name="Michael Whitehouse" userId="0ecba9273f6ad366" providerId="LiveId" clId="{F36E82C0-65ED-4BE7-8730-0F102FB388DD}" dt="2026-06-09T17:47:02.756" v="6050"/>
          <ac:spMkLst>
            <pc:docMk/>
            <pc:sldMk cId="3961130247" sldId="318"/>
            <ac:spMk id="3" creationId="{1343FFC2-53EA-2C37-7648-3D013FF0EB1C}"/>
          </ac:spMkLst>
        </pc:spChg>
        <pc:spChg chg="add mod">
          <ac:chgData name="Michael Whitehouse" userId="0ecba9273f6ad366" providerId="LiveId" clId="{F36E82C0-65ED-4BE7-8730-0F102FB388DD}" dt="2026-06-09T17:47:03.001" v="6071" actId="207"/>
          <ac:spMkLst>
            <pc:docMk/>
            <pc:sldMk cId="3961130247" sldId="318"/>
            <ac:spMk id="5" creationId="{A15D6989-1824-DA40-D176-BEDC740266A6}"/>
          </ac:spMkLst>
        </pc:spChg>
        <pc:spChg chg="add mod">
          <ac:chgData name="Michael Whitehouse" userId="0ecba9273f6ad366" providerId="LiveId" clId="{F36E82C0-65ED-4BE7-8730-0F102FB388DD}" dt="2026-06-11T12:46:25.542" v="8483" actId="27636"/>
          <ac:spMkLst>
            <pc:docMk/>
            <pc:sldMk cId="3961130247" sldId="318"/>
            <ac:spMk id="6" creationId="{145A40D7-D634-B42F-DCDE-7027B86AEAD4}"/>
          </ac:spMkLst>
        </pc:spChg>
        <pc:spChg chg="add mod">
          <ac:chgData name="Michael Whitehouse" userId="0ecba9273f6ad366" providerId="LiveId" clId="{F36E82C0-65ED-4BE7-8730-0F102FB388DD}" dt="2026-06-09T17:47:03.252" v="6092" actId="207"/>
          <ac:spMkLst>
            <pc:docMk/>
            <pc:sldMk cId="3961130247" sldId="318"/>
            <ac:spMk id="7" creationId="{20C673D9-F1EB-D5D3-9AA9-1F52F72A9A55}"/>
          </ac:spMkLst>
        </pc:spChg>
        <pc:spChg chg="add mod">
          <ac:chgData name="Michael Whitehouse" userId="0ecba9273f6ad366" providerId="LiveId" clId="{F36E82C0-65ED-4BE7-8730-0F102FB388DD}" dt="2026-06-11T12:46:25.544" v="8485" actId="27636"/>
          <ac:spMkLst>
            <pc:docMk/>
            <pc:sldMk cId="3961130247" sldId="318"/>
            <ac:spMk id="8" creationId="{EF62C6BB-D3C8-07B5-314E-5035BE292CC5}"/>
          </ac:spMkLst>
        </pc:spChg>
        <pc:spChg chg="add mod">
          <ac:chgData name="Michael Whitehouse" userId="0ecba9273f6ad366" providerId="LiveId" clId="{F36E82C0-65ED-4BE7-8730-0F102FB388DD}" dt="2026-06-09T17:47:03.502" v="6113" actId="207"/>
          <ac:spMkLst>
            <pc:docMk/>
            <pc:sldMk cId="3961130247" sldId="318"/>
            <ac:spMk id="9" creationId="{9787B096-8B7F-BB08-54B9-46A40C275CB5}"/>
          </ac:spMkLst>
        </pc:spChg>
        <pc:spChg chg="add mod">
          <ac:chgData name="Michael Whitehouse" userId="0ecba9273f6ad366" providerId="LiveId" clId="{F36E82C0-65ED-4BE7-8730-0F102FB388DD}" dt="2026-06-11T12:46:25.543" v="8484" actId="27636"/>
          <ac:spMkLst>
            <pc:docMk/>
            <pc:sldMk cId="3961130247" sldId="318"/>
            <ac:spMk id="10" creationId="{4C613E91-9FC5-762C-8F15-FB0996CC9258}"/>
          </ac:spMkLst>
        </pc:spChg>
        <pc:spChg chg="add mod">
          <ac:chgData name="Michael Whitehouse" userId="0ecba9273f6ad366" providerId="LiveId" clId="{F36E82C0-65ED-4BE7-8730-0F102FB388DD}" dt="2026-06-09T17:47:03.735" v="6133"/>
          <ac:spMkLst>
            <pc:docMk/>
            <pc:sldMk cId="3961130247" sldId="318"/>
            <ac:spMk id="11" creationId="{E062517C-E1A7-1A1D-429D-2459040DA001}"/>
          </ac:spMkLst>
        </pc:spChg>
        <pc:spChg chg="add mod">
          <ac:chgData name="Michael Whitehouse" userId="0ecba9273f6ad366" providerId="LiveId" clId="{F36E82C0-65ED-4BE7-8730-0F102FB388DD}" dt="2026-06-09T17:47:03.850" v="6144" actId="139"/>
          <ac:spMkLst>
            <pc:docMk/>
            <pc:sldMk cId="3961130247" sldId="318"/>
            <ac:spMk id="12" creationId="{E4ADE3C9-F0C1-DA02-69CC-9B899D5F9DF8}"/>
          </ac:spMkLst>
        </pc:spChg>
        <pc:spChg chg="add mod">
          <ac:chgData name="Michael Whitehouse" userId="0ecba9273f6ad366" providerId="LiveId" clId="{F36E82C0-65ED-4BE7-8730-0F102FB388DD}" dt="2026-06-09T17:47:03.970" v="6153"/>
          <ac:spMkLst>
            <pc:docMk/>
            <pc:sldMk cId="3961130247" sldId="318"/>
            <ac:spMk id="13" creationId="{6E6106C9-1E9F-C7CD-D39D-6729F3842373}"/>
          </ac:spMkLst>
        </pc:spChg>
        <pc:spChg chg="add mod">
          <ac:chgData name="Michael Whitehouse" userId="0ecba9273f6ad366" providerId="LiveId" clId="{F36E82C0-65ED-4BE7-8730-0F102FB388DD}" dt="2026-06-09T17:47:04.098" v="6164" actId="139"/>
          <ac:spMkLst>
            <pc:docMk/>
            <pc:sldMk cId="3961130247" sldId="318"/>
            <ac:spMk id="14" creationId="{A6D8CE89-F4F6-8D1D-37A6-ED10C13F12A6}"/>
          </ac:spMkLst>
        </pc:spChg>
        <pc:spChg chg="add mod">
          <ac:chgData name="Michael Whitehouse" userId="0ecba9273f6ad366" providerId="LiveId" clId="{F36E82C0-65ED-4BE7-8730-0F102FB388DD}" dt="2026-06-09T17:47:04.205" v="6173"/>
          <ac:spMkLst>
            <pc:docMk/>
            <pc:sldMk cId="3961130247" sldId="318"/>
            <ac:spMk id="15" creationId="{B4CBF6F4-A5A2-6D67-FB51-AB13B0EFC613}"/>
          </ac:spMkLst>
        </pc:spChg>
        <pc:spChg chg="add mod">
          <ac:chgData name="Michael Whitehouse" userId="0ecba9273f6ad366" providerId="LiveId" clId="{F36E82C0-65ED-4BE7-8730-0F102FB388DD}" dt="2026-06-09T17:47:04.332" v="6184" actId="139"/>
          <ac:spMkLst>
            <pc:docMk/>
            <pc:sldMk cId="3961130247" sldId="318"/>
            <ac:spMk id="16" creationId="{28DFD7EF-3A82-6C73-786A-4C72B909CF30}"/>
          </ac:spMkLst>
        </pc:spChg>
        <pc:spChg chg="add mod">
          <ac:chgData name="Michael Whitehouse" userId="0ecba9273f6ad366" providerId="LiveId" clId="{F36E82C0-65ED-4BE7-8730-0F102FB388DD}" dt="2026-06-09T17:47:04.452" v="6193"/>
          <ac:spMkLst>
            <pc:docMk/>
            <pc:sldMk cId="3961130247" sldId="318"/>
            <ac:spMk id="17" creationId="{C58D9BB1-C435-CAD8-694F-7FD0258D7DA5}"/>
          </ac:spMkLst>
        </pc:spChg>
        <pc:spChg chg="add mod">
          <ac:chgData name="Michael Whitehouse" userId="0ecba9273f6ad366" providerId="LiveId" clId="{F36E82C0-65ED-4BE7-8730-0F102FB388DD}" dt="2026-06-09T17:47:04.581" v="6204" actId="139"/>
          <ac:spMkLst>
            <pc:docMk/>
            <pc:sldMk cId="3961130247" sldId="318"/>
            <ac:spMk id="18" creationId="{4B5E8695-4AED-B9B1-5340-646EABE88AD9}"/>
          </ac:spMkLst>
        </pc:spChg>
        <pc:spChg chg="add mod">
          <ac:chgData name="Michael Whitehouse" userId="0ecba9273f6ad366" providerId="LiveId" clId="{F36E82C0-65ED-4BE7-8730-0F102FB388DD}" dt="2026-06-09T17:47:04.702" v="6213"/>
          <ac:spMkLst>
            <pc:docMk/>
            <pc:sldMk cId="3961130247" sldId="318"/>
            <ac:spMk id="19" creationId="{0988135E-60B3-890D-67EF-E1BB49D6D49E}"/>
          </ac:spMkLst>
        </pc:spChg>
        <pc:spChg chg="add mod">
          <ac:chgData name="Michael Whitehouse" userId="0ecba9273f6ad366" providerId="LiveId" clId="{F36E82C0-65ED-4BE7-8730-0F102FB388DD}" dt="2026-06-09T17:47:04.831" v="6224" actId="139"/>
          <ac:spMkLst>
            <pc:docMk/>
            <pc:sldMk cId="3961130247" sldId="318"/>
            <ac:spMk id="20" creationId="{DA562CC1-8C63-DCC5-DA44-EE7246ABF02D}"/>
          </ac:spMkLst>
        </pc:spChg>
        <pc:spChg chg="add mod">
          <ac:chgData name="Michael Whitehouse" userId="0ecba9273f6ad366" providerId="LiveId" clId="{F36E82C0-65ED-4BE7-8730-0F102FB388DD}" dt="2026-06-09T17:47:04.951" v="6233"/>
          <ac:spMkLst>
            <pc:docMk/>
            <pc:sldMk cId="3961130247" sldId="318"/>
            <ac:spMk id="21" creationId="{57D93647-3DD5-61C5-3A7B-FC36B47736FE}"/>
          </ac:spMkLst>
        </pc:spChg>
        <pc:spChg chg="add mod">
          <ac:chgData name="Michael Whitehouse" userId="0ecba9273f6ad366" providerId="LiveId" clId="{F36E82C0-65ED-4BE7-8730-0F102FB388DD}" dt="2026-06-09T17:47:05.080" v="6244" actId="139"/>
          <ac:spMkLst>
            <pc:docMk/>
            <pc:sldMk cId="3961130247" sldId="318"/>
            <ac:spMk id="22" creationId="{842192C3-EE78-1DA1-0887-0003C29D42F6}"/>
          </ac:spMkLst>
        </pc:spChg>
        <pc:spChg chg="add mod">
          <ac:chgData name="Michael Whitehouse" userId="0ecba9273f6ad366" providerId="LiveId" clId="{F36E82C0-65ED-4BE7-8730-0F102FB388DD}" dt="2026-06-09T17:47:05.200" v="6253"/>
          <ac:spMkLst>
            <pc:docMk/>
            <pc:sldMk cId="3961130247" sldId="318"/>
            <ac:spMk id="23" creationId="{B967E245-44EF-36D0-90F7-CC5BD4E26082}"/>
          </ac:spMkLst>
        </pc:spChg>
        <pc:spChg chg="add mod">
          <ac:chgData name="Michael Whitehouse" userId="0ecba9273f6ad366" providerId="LiveId" clId="{F36E82C0-65ED-4BE7-8730-0F102FB388DD}" dt="2026-06-09T17:47:05.333" v="6264" actId="139"/>
          <ac:spMkLst>
            <pc:docMk/>
            <pc:sldMk cId="3961130247" sldId="318"/>
            <ac:spMk id="24" creationId="{3B7D0D5C-AD3B-237B-A26C-5E08FE71CA8C}"/>
          </ac:spMkLst>
        </pc:spChg>
        <pc:spChg chg="add mod">
          <ac:chgData name="Michael Whitehouse" userId="0ecba9273f6ad366" providerId="LiveId" clId="{F36E82C0-65ED-4BE7-8730-0F102FB388DD}" dt="2026-06-09T17:47:05.451" v="6273"/>
          <ac:spMkLst>
            <pc:docMk/>
            <pc:sldMk cId="3961130247" sldId="318"/>
            <ac:spMk id="25" creationId="{29C4F207-C177-9984-4116-E3CBE68D04E8}"/>
          </ac:spMkLst>
        </pc:spChg>
        <pc:spChg chg="add mod">
          <ac:chgData name="Michael Whitehouse" userId="0ecba9273f6ad366" providerId="LiveId" clId="{F36E82C0-65ED-4BE7-8730-0F102FB388DD}" dt="2026-06-09T17:47:05.578" v="6284" actId="139"/>
          <ac:spMkLst>
            <pc:docMk/>
            <pc:sldMk cId="3961130247" sldId="318"/>
            <ac:spMk id="26" creationId="{ABCEAB88-576D-DD88-1E81-BA50C7DB54F0}"/>
          </ac:spMkLst>
        </pc:spChg>
        <pc:spChg chg="add mod">
          <ac:chgData name="Michael Whitehouse" userId="0ecba9273f6ad366" providerId="LiveId" clId="{F36E82C0-65ED-4BE7-8730-0F102FB388DD}" dt="2026-06-09T17:47:05.698" v="6293"/>
          <ac:spMkLst>
            <pc:docMk/>
            <pc:sldMk cId="3961130247" sldId="318"/>
            <ac:spMk id="27" creationId="{C765B85C-F3AA-65C5-A4C0-6A390C19FE72}"/>
          </ac:spMkLst>
        </pc:spChg>
        <pc:spChg chg="add mod">
          <ac:chgData name="Michael Whitehouse" userId="0ecba9273f6ad366" providerId="LiveId" clId="{F36E82C0-65ED-4BE7-8730-0F102FB388DD}" dt="2026-06-09T17:47:05.829" v="6304" actId="139"/>
          <ac:spMkLst>
            <pc:docMk/>
            <pc:sldMk cId="3961130247" sldId="318"/>
            <ac:spMk id="28" creationId="{14B1745F-5D16-DCDD-683A-373C76215E52}"/>
          </ac:spMkLst>
        </pc:spChg>
        <pc:spChg chg="add mod">
          <ac:chgData name="Michael Whitehouse" userId="0ecba9273f6ad366" providerId="LiveId" clId="{F36E82C0-65ED-4BE7-8730-0F102FB388DD}" dt="2026-06-09T17:47:05.946" v="6313"/>
          <ac:spMkLst>
            <pc:docMk/>
            <pc:sldMk cId="3961130247" sldId="318"/>
            <ac:spMk id="29" creationId="{D2024F68-9AE2-F9CC-AA55-BB6C512CD803}"/>
          </ac:spMkLst>
        </pc:spChg>
        <pc:spChg chg="add mod">
          <ac:chgData name="Michael Whitehouse" userId="0ecba9273f6ad366" providerId="LiveId" clId="{F36E82C0-65ED-4BE7-8730-0F102FB388DD}" dt="2026-06-09T17:47:06.074" v="6324" actId="139"/>
          <ac:spMkLst>
            <pc:docMk/>
            <pc:sldMk cId="3961130247" sldId="318"/>
            <ac:spMk id="30" creationId="{CF254FA2-2FF7-C923-2BBA-44977366D4B3}"/>
          </ac:spMkLst>
        </pc:spChg>
        <pc:spChg chg="add mod">
          <ac:chgData name="Michael Whitehouse" userId="0ecba9273f6ad366" providerId="LiveId" clId="{F36E82C0-65ED-4BE7-8730-0F102FB388DD}" dt="2026-06-09T17:47:06.196" v="6333"/>
          <ac:spMkLst>
            <pc:docMk/>
            <pc:sldMk cId="3961130247" sldId="318"/>
            <ac:spMk id="31" creationId="{F1424A0D-BC34-9317-E836-95A0B9BB8CF7}"/>
          </ac:spMkLst>
        </pc:spChg>
        <pc:spChg chg="add mod">
          <ac:chgData name="Michael Whitehouse" userId="0ecba9273f6ad366" providerId="LiveId" clId="{F36E82C0-65ED-4BE7-8730-0F102FB388DD}" dt="2026-06-09T17:47:06.324" v="6344" actId="139"/>
          <ac:spMkLst>
            <pc:docMk/>
            <pc:sldMk cId="3961130247" sldId="318"/>
            <ac:spMk id="32" creationId="{AA7CC54E-9EC7-C538-701D-8C6E4435D80A}"/>
          </ac:spMkLst>
        </pc:spChg>
        <pc:spChg chg="add mod">
          <ac:chgData name="Michael Whitehouse" userId="0ecba9273f6ad366" providerId="LiveId" clId="{F36E82C0-65ED-4BE7-8730-0F102FB388DD}" dt="2026-06-09T17:47:06.441" v="6353"/>
          <ac:spMkLst>
            <pc:docMk/>
            <pc:sldMk cId="3961130247" sldId="318"/>
            <ac:spMk id="33" creationId="{D151CD09-6E6E-D263-02DD-1CBB1D601087}"/>
          </ac:spMkLst>
        </pc:spChg>
        <pc:spChg chg="add mod">
          <ac:chgData name="Michael Whitehouse" userId="0ecba9273f6ad366" providerId="LiveId" clId="{F36E82C0-65ED-4BE7-8730-0F102FB388DD}" dt="2026-06-09T17:47:06.555" v="6364" actId="139"/>
          <ac:spMkLst>
            <pc:docMk/>
            <pc:sldMk cId="3961130247" sldId="318"/>
            <ac:spMk id="34" creationId="{909BF721-C4CF-F1C1-5169-F9A4E6CFCB94}"/>
          </ac:spMkLst>
        </pc:spChg>
        <pc:spChg chg="add mod">
          <ac:chgData name="Michael Whitehouse" userId="0ecba9273f6ad366" providerId="LiveId" clId="{F36E82C0-65ED-4BE7-8730-0F102FB388DD}" dt="2026-06-09T17:47:06.662" v="6373"/>
          <ac:spMkLst>
            <pc:docMk/>
            <pc:sldMk cId="3961130247" sldId="318"/>
            <ac:spMk id="35" creationId="{09E4F409-C6E2-9F8B-ECAE-53B8A76C1470}"/>
          </ac:spMkLst>
        </pc:spChg>
        <pc:spChg chg="add mod">
          <ac:chgData name="Michael Whitehouse" userId="0ecba9273f6ad366" providerId="LiveId" clId="{F36E82C0-65ED-4BE7-8730-0F102FB388DD}" dt="2026-06-09T17:47:06.775" v="6384" actId="139"/>
          <ac:spMkLst>
            <pc:docMk/>
            <pc:sldMk cId="3961130247" sldId="318"/>
            <ac:spMk id="36" creationId="{7ADEA103-C125-0816-95C8-6EE662CA511D}"/>
          </ac:spMkLst>
        </pc:spChg>
        <pc:spChg chg="add mod">
          <ac:chgData name="Michael Whitehouse" userId="0ecba9273f6ad366" providerId="LiveId" clId="{F36E82C0-65ED-4BE7-8730-0F102FB388DD}" dt="2026-06-09T17:47:06.897" v="6393"/>
          <ac:spMkLst>
            <pc:docMk/>
            <pc:sldMk cId="3961130247" sldId="318"/>
            <ac:spMk id="37" creationId="{6CE15BB3-B126-FCCF-2921-BE08F0C929B8}"/>
          </ac:spMkLst>
        </pc:spChg>
        <pc:spChg chg="add mod">
          <ac:chgData name="Michael Whitehouse" userId="0ecba9273f6ad366" providerId="LiveId" clId="{F36E82C0-65ED-4BE7-8730-0F102FB388DD}" dt="2026-06-09T17:47:07.024" v="6404" actId="139"/>
          <ac:spMkLst>
            <pc:docMk/>
            <pc:sldMk cId="3961130247" sldId="318"/>
            <ac:spMk id="38" creationId="{2B061C0E-9A8B-0EE2-055E-2E0D9FB026D4}"/>
          </ac:spMkLst>
        </pc:spChg>
        <pc:spChg chg="add mod">
          <ac:chgData name="Michael Whitehouse" userId="0ecba9273f6ad366" providerId="LiveId" clId="{F36E82C0-65ED-4BE7-8730-0F102FB388DD}" dt="2026-06-09T17:47:07.146" v="6413"/>
          <ac:spMkLst>
            <pc:docMk/>
            <pc:sldMk cId="3961130247" sldId="318"/>
            <ac:spMk id="39" creationId="{DF03E2CB-C736-7702-D9F0-A39E13A52884}"/>
          </ac:spMkLst>
        </pc:spChg>
        <pc:spChg chg="add mod">
          <ac:chgData name="Michael Whitehouse" userId="0ecba9273f6ad366" providerId="LiveId" clId="{F36E82C0-65ED-4BE7-8730-0F102FB388DD}" dt="2026-06-09T17:47:07.260" v="6424" actId="139"/>
          <ac:spMkLst>
            <pc:docMk/>
            <pc:sldMk cId="3961130247" sldId="318"/>
            <ac:spMk id="40" creationId="{6EA0A220-5A88-0DFE-CB72-EDD0527D5B64}"/>
          </ac:spMkLst>
        </pc:spChg>
        <pc:spChg chg="add mod">
          <ac:chgData name="Michael Whitehouse" userId="0ecba9273f6ad366" providerId="LiveId" clId="{F36E82C0-65ED-4BE7-8730-0F102FB388DD}" dt="2026-06-09T17:47:07.273" v="6434" actId="207"/>
          <ac:spMkLst>
            <pc:docMk/>
            <pc:sldMk cId="3961130247" sldId="318"/>
            <ac:spMk id="41" creationId="{C0CCE262-2B6E-D079-5A87-F7A266AC4824}"/>
          </ac:spMkLst>
        </pc:spChg>
        <pc:spChg chg="add mod">
          <ac:chgData name="Michael Whitehouse" userId="0ecba9273f6ad366" providerId="LiveId" clId="{F36E82C0-65ED-4BE7-8730-0F102FB388DD}" dt="2026-06-09T17:47:07.287" v="6444" actId="207"/>
          <ac:spMkLst>
            <pc:docMk/>
            <pc:sldMk cId="3961130247" sldId="318"/>
            <ac:spMk id="42" creationId="{29FF9737-1F02-98EC-90C2-AC576D743671}"/>
          </ac:spMkLst>
        </pc:spChg>
      </pc:sldChg>
      <pc:sldChg chg="addSp delSp modSp add mod modClrScheme chgLayout">
        <pc:chgData name="Michael Whitehouse" userId="0ecba9273f6ad366" providerId="LiveId" clId="{F36E82C0-65ED-4BE7-8730-0F102FB388DD}" dt="2026-06-11T12:53:56.493" v="8486" actId="26606"/>
        <pc:sldMkLst>
          <pc:docMk/>
          <pc:sldMk cId="4161203410" sldId="319"/>
        </pc:sldMkLst>
        <pc:spChg chg="mod ord">
          <ac:chgData name="Michael Whitehouse" userId="0ecba9273f6ad366" providerId="LiveId" clId="{F36E82C0-65ED-4BE7-8730-0F102FB388DD}" dt="2026-06-11T12:46:25.430" v="8421" actId="700"/>
          <ac:spMkLst>
            <pc:docMk/>
            <pc:sldMk cId="4161203410" sldId="319"/>
            <ac:spMk id="2" creationId="{7E573FC9-2876-0481-E99C-6B09CCC9D382}"/>
          </ac:spMkLst>
        </pc:spChg>
        <pc:spChg chg="add mod">
          <ac:chgData name="Michael Whitehouse" userId="0ecba9273f6ad366" providerId="LiveId" clId="{F36E82C0-65ED-4BE7-8730-0F102FB388DD}" dt="2026-06-09T17:47:08.002" v="6461"/>
          <ac:spMkLst>
            <pc:docMk/>
            <pc:sldMk cId="4161203410" sldId="319"/>
            <ac:spMk id="5" creationId="{581B08A6-D907-749B-98E9-B90D0A7F3556}"/>
          </ac:spMkLst>
        </pc:spChg>
        <pc:spChg chg="add mod">
          <ac:chgData name="Michael Whitehouse" userId="0ecba9273f6ad366" providerId="LiveId" clId="{F36E82C0-65ED-4BE7-8730-0F102FB388DD}" dt="2026-06-09T17:47:08.240" v="6483" actId="208"/>
          <ac:spMkLst>
            <pc:docMk/>
            <pc:sldMk cId="4161203410" sldId="319"/>
            <ac:spMk id="7" creationId="{94B6A87E-C502-0FA3-881A-A006407B35CF}"/>
          </ac:spMkLst>
        </pc:spChg>
        <pc:spChg chg="add mod">
          <ac:chgData name="Michael Whitehouse" userId="0ecba9273f6ad366" providerId="LiveId" clId="{F36E82C0-65ED-4BE7-8730-0F102FB388DD}" dt="2026-06-09T17:47:08.364" v="6494" actId="139"/>
          <ac:spMkLst>
            <pc:docMk/>
            <pc:sldMk cId="4161203410" sldId="319"/>
            <ac:spMk id="8" creationId="{A19B0387-BC3D-9A82-0990-6E6B69793C94}"/>
          </ac:spMkLst>
        </pc:spChg>
        <pc:spChg chg="add mod">
          <ac:chgData name="Michael Whitehouse" userId="0ecba9273f6ad366" providerId="LiveId" clId="{F36E82C0-65ED-4BE7-8730-0F102FB388DD}" dt="2026-06-09T17:47:08.475" v="6505" actId="208"/>
          <ac:spMkLst>
            <pc:docMk/>
            <pc:sldMk cId="4161203410" sldId="319"/>
            <ac:spMk id="9" creationId="{8AD87914-DF48-AD48-28F1-3038D47601FC}"/>
          </ac:spMkLst>
        </pc:spChg>
        <pc:spChg chg="add mod">
          <ac:chgData name="Michael Whitehouse" userId="0ecba9273f6ad366" providerId="LiveId" clId="{F36E82C0-65ED-4BE7-8730-0F102FB388DD}" dt="2026-06-09T17:47:08.600" v="6516" actId="139"/>
          <ac:spMkLst>
            <pc:docMk/>
            <pc:sldMk cId="4161203410" sldId="319"/>
            <ac:spMk id="10" creationId="{CF225EF3-A035-3D04-EE28-1AC3E8C5C208}"/>
          </ac:spMkLst>
        </pc:spChg>
        <pc:spChg chg="add mod">
          <ac:chgData name="Michael Whitehouse" userId="0ecba9273f6ad366" providerId="LiveId" clId="{F36E82C0-65ED-4BE7-8730-0F102FB388DD}" dt="2026-06-09T17:47:08.724" v="6527" actId="208"/>
          <ac:spMkLst>
            <pc:docMk/>
            <pc:sldMk cId="4161203410" sldId="319"/>
            <ac:spMk id="11" creationId="{5CA2B146-77D6-196D-8726-3A29635EE8FE}"/>
          </ac:spMkLst>
        </pc:spChg>
        <pc:spChg chg="add mod">
          <ac:chgData name="Michael Whitehouse" userId="0ecba9273f6ad366" providerId="LiveId" clId="{F36E82C0-65ED-4BE7-8730-0F102FB388DD}" dt="2026-06-09T17:47:08.848" v="6538" actId="139"/>
          <ac:spMkLst>
            <pc:docMk/>
            <pc:sldMk cId="4161203410" sldId="319"/>
            <ac:spMk id="12" creationId="{8144E536-C2DC-3DFF-63C0-1E7619C6A8EC}"/>
          </ac:spMkLst>
        </pc:spChg>
        <pc:spChg chg="add mod">
          <ac:chgData name="Michael Whitehouse" userId="0ecba9273f6ad366" providerId="LiveId" clId="{F36E82C0-65ED-4BE7-8730-0F102FB388DD}" dt="2026-06-09T17:47:08.971" v="6549" actId="208"/>
          <ac:spMkLst>
            <pc:docMk/>
            <pc:sldMk cId="4161203410" sldId="319"/>
            <ac:spMk id="13" creationId="{3B532C25-BC0E-C260-FDE7-AC4C36A28D87}"/>
          </ac:spMkLst>
        </pc:spChg>
        <pc:spChg chg="add mod">
          <ac:chgData name="Michael Whitehouse" userId="0ecba9273f6ad366" providerId="LiveId" clId="{F36E82C0-65ED-4BE7-8730-0F102FB388DD}" dt="2026-06-09T17:47:09.095" v="6560" actId="139"/>
          <ac:spMkLst>
            <pc:docMk/>
            <pc:sldMk cId="4161203410" sldId="319"/>
            <ac:spMk id="14" creationId="{7F646D9B-B10A-4F04-C1B7-361FE107E4F2}"/>
          </ac:spMkLst>
        </pc:spChg>
        <pc:spChg chg="add mod">
          <ac:chgData name="Michael Whitehouse" userId="0ecba9273f6ad366" providerId="LiveId" clId="{F36E82C0-65ED-4BE7-8730-0F102FB388DD}" dt="2026-06-09T17:47:09.219" v="6571" actId="208"/>
          <ac:spMkLst>
            <pc:docMk/>
            <pc:sldMk cId="4161203410" sldId="319"/>
            <ac:spMk id="15" creationId="{7AFFA101-470C-F266-9FCE-FA8BF0347D0A}"/>
          </ac:spMkLst>
        </pc:spChg>
        <pc:spChg chg="add mod">
          <ac:chgData name="Michael Whitehouse" userId="0ecba9273f6ad366" providerId="LiveId" clId="{F36E82C0-65ED-4BE7-8730-0F102FB388DD}" dt="2026-06-09T17:47:09.345" v="6582" actId="139"/>
          <ac:spMkLst>
            <pc:docMk/>
            <pc:sldMk cId="4161203410" sldId="319"/>
            <ac:spMk id="16" creationId="{7B0AD37A-8F39-A438-5E58-4A7DAB3DE4A3}"/>
          </ac:spMkLst>
        </pc:spChg>
        <pc:spChg chg="add mod">
          <ac:chgData name="Michael Whitehouse" userId="0ecba9273f6ad366" providerId="LiveId" clId="{F36E82C0-65ED-4BE7-8730-0F102FB388DD}" dt="2026-06-09T17:47:09.471" v="6593" actId="208"/>
          <ac:spMkLst>
            <pc:docMk/>
            <pc:sldMk cId="4161203410" sldId="319"/>
            <ac:spMk id="17" creationId="{B19C0A4B-96F8-9DAE-16BA-BC51D7C4DD99}"/>
          </ac:spMkLst>
        </pc:spChg>
        <pc:spChg chg="add mod">
          <ac:chgData name="Michael Whitehouse" userId="0ecba9273f6ad366" providerId="LiveId" clId="{F36E82C0-65ED-4BE7-8730-0F102FB388DD}" dt="2026-06-09T17:47:09.590" v="6602"/>
          <ac:spMkLst>
            <pc:docMk/>
            <pc:sldMk cId="4161203410" sldId="319"/>
            <ac:spMk id="18" creationId="{3B63C488-9C99-FAC4-EB3C-46D90ACC8B02}"/>
          </ac:spMkLst>
        </pc:spChg>
        <pc:spChg chg="add mod">
          <ac:chgData name="Michael Whitehouse" userId="0ecba9273f6ad366" providerId="LiveId" clId="{F36E82C0-65ED-4BE7-8730-0F102FB388DD}" dt="2026-06-09T17:47:09.606" v="6612" actId="207"/>
          <ac:spMkLst>
            <pc:docMk/>
            <pc:sldMk cId="4161203410" sldId="319"/>
            <ac:spMk id="19" creationId="{41FCDA38-EEA5-1662-A6B4-40561E240EB7}"/>
          </ac:spMkLst>
        </pc:spChg>
        <pc:spChg chg="add mod">
          <ac:chgData name="Michael Whitehouse" userId="0ecba9273f6ad366" providerId="LiveId" clId="{F36E82C0-65ED-4BE7-8730-0F102FB388DD}" dt="2026-06-09T17:47:09.619" v="6622" actId="207"/>
          <ac:spMkLst>
            <pc:docMk/>
            <pc:sldMk cId="4161203410" sldId="319"/>
            <ac:spMk id="20" creationId="{2D075392-513D-169D-E1B1-304A881693DC}"/>
          </ac:spMkLst>
        </pc:spChg>
      </pc:sldChg>
      <pc:sldChg chg="addSp delSp modSp add mod modClrScheme chgLayout">
        <pc:chgData name="Michael Whitehouse" userId="0ecba9273f6ad366" providerId="LiveId" clId="{F36E82C0-65ED-4BE7-8730-0F102FB388DD}" dt="2026-06-11T12:53:56.493" v="8486" actId="26606"/>
        <pc:sldMkLst>
          <pc:docMk/>
          <pc:sldMk cId="4195892460" sldId="320"/>
        </pc:sldMkLst>
        <pc:spChg chg="mod ord">
          <ac:chgData name="Michael Whitehouse" userId="0ecba9273f6ad366" providerId="LiveId" clId="{F36E82C0-65ED-4BE7-8730-0F102FB388DD}" dt="2026-06-11T12:46:25.430" v="8421" actId="700"/>
          <ac:spMkLst>
            <pc:docMk/>
            <pc:sldMk cId="4195892460" sldId="320"/>
            <ac:spMk id="2" creationId="{807BC586-952B-6AB2-4088-F6DD48E70D04}"/>
          </ac:spMkLst>
        </pc:spChg>
        <pc:spChg chg="add mod">
          <ac:chgData name="Michael Whitehouse" userId="0ecba9273f6ad366" providerId="LiveId" clId="{F36E82C0-65ED-4BE7-8730-0F102FB388DD}" dt="2026-06-09T17:47:10.325" v="6635"/>
          <ac:spMkLst>
            <pc:docMk/>
            <pc:sldMk cId="4195892460" sldId="320"/>
            <ac:spMk id="3" creationId="{7AE85747-B937-2A40-8491-CE4AE17539DC}"/>
          </ac:spMkLst>
        </pc:spChg>
        <pc:spChg chg="add mod">
          <ac:chgData name="Michael Whitehouse" userId="0ecba9273f6ad366" providerId="LiveId" clId="{F36E82C0-65ED-4BE7-8730-0F102FB388DD}" dt="2026-06-09T17:47:10.578" v="6657" actId="208"/>
          <ac:spMkLst>
            <pc:docMk/>
            <pc:sldMk cId="4195892460" sldId="320"/>
            <ac:spMk id="5" creationId="{25EE80E4-679E-49A6-298D-41BD10AEE69F}"/>
          </ac:spMkLst>
        </pc:spChg>
        <pc:spChg chg="add mod">
          <ac:chgData name="Michael Whitehouse" userId="0ecba9273f6ad366" providerId="LiveId" clId="{F36E82C0-65ED-4BE7-8730-0F102FB388DD}" dt="2026-06-09T17:47:10.701" v="6668" actId="139"/>
          <ac:spMkLst>
            <pc:docMk/>
            <pc:sldMk cId="4195892460" sldId="320"/>
            <ac:spMk id="6" creationId="{4B288E88-0BBA-539D-C7CE-873A768FC068}"/>
          </ac:spMkLst>
        </pc:spChg>
        <pc:spChg chg="add mod">
          <ac:chgData name="Michael Whitehouse" userId="0ecba9273f6ad366" providerId="LiveId" clId="{F36E82C0-65ED-4BE7-8730-0F102FB388DD}" dt="2026-06-09T17:47:10.822" v="6679" actId="208"/>
          <ac:spMkLst>
            <pc:docMk/>
            <pc:sldMk cId="4195892460" sldId="320"/>
            <ac:spMk id="7" creationId="{0D7FE91B-E171-9B18-AA9B-04F494518472}"/>
          </ac:spMkLst>
        </pc:spChg>
        <pc:spChg chg="add mod">
          <ac:chgData name="Michael Whitehouse" userId="0ecba9273f6ad366" providerId="LiveId" clId="{F36E82C0-65ED-4BE7-8730-0F102FB388DD}" dt="2026-06-09T17:47:10.950" v="6690" actId="139"/>
          <ac:spMkLst>
            <pc:docMk/>
            <pc:sldMk cId="4195892460" sldId="320"/>
            <ac:spMk id="8" creationId="{133B00CC-A200-8D82-2A8F-B9828D6E9733}"/>
          </ac:spMkLst>
        </pc:spChg>
        <pc:spChg chg="add mod">
          <ac:chgData name="Michael Whitehouse" userId="0ecba9273f6ad366" providerId="LiveId" clId="{F36E82C0-65ED-4BE7-8730-0F102FB388DD}" dt="2026-06-09T17:47:11.073" v="6701" actId="208"/>
          <ac:spMkLst>
            <pc:docMk/>
            <pc:sldMk cId="4195892460" sldId="320"/>
            <ac:spMk id="9" creationId="{8E290AD8-82EC-8D53-6CCA-730A9FC3F150}"/>
          </ac:spMkLst>
        </pc:spChg>
        <pc:spChg chg="add mod">
          <ac:chgData name="Michael Whitehouse" userId="0ecba9273f6ad366" providerId="LiveId" clId="{F36E82C0-65ED-4BE7-8730-0F102FB388DD}" dt="2026-06-09T17:47:11.197" v="6712" actId="139"/>
          <ac:spMkLst>
            <pc:docMk/>
            <pc:sldMk cId="4195892460" sldId="320"/>
            <ac:spMk id="10" creationId="{93544C42-CE38-A2B9-1C74-133836C955EB}"/>
          </ac:spMkLst>
        </pc:spChg>
        <pc:spChg chg="add mod">
          <ac:chgData name="Michael Whitehouse" userId="0ecba9273f6ad366" providerId="LiveId" clId="{F36E82C0-65ED-4BE7-8730-0F102FB388DD}" dt="2026-06-09T17:47:11.320" v="6723" actId="208"/>
          <ac:spMkLst>
            <pc:docMk/>
            <pc:sldMk cId="4195892460" sldId="320"/>
            <ac:spMk id="11" creationId="{02AE1C07-1E03-6585-3DC4-192A7603A3BD}"/>
          </ac:spMkLst>
        </pc:spChg>
        <pc:spChg chg="add mod">
          <ac:chgData name="Michael Whitehouse" userId="0ecba9273f6ad366" providerId="LiveId" clId="{F36E82C0-65ED-4BE7-8730-0F102FB388DD}" dt="2026-06-09T17:47:11.447" v="6734" actId="139"/>
          <ac:spMkLst>
            <pc:docMk/>
            <pc:sldMk cId="4195892460" sldId="320"/>
            <ac:spMk id="12" creationId="{6D963154-1E17-B038-8DF3-1D3A54BB4F42}"/>
          </ac:spMkLst>
        </pc:spChg>
        <pc:spChg chg="add mod">
          <ac:chgData name="Michael Whitehouse" userId="0ecba9273f6ad366" providerId="LiveId" clId="{F36E82C0-65ED-4BE7-8730-0F102FB388DD}" dt="2026-06-09T17:47:11.571" v="6745" actId="208"/>
          <ac:spMkLst>
            <pc:docMk/>
            <pc:sldMk cId="4195892460" sldId="320"/>
            <ac:spMk id="13" creationId="{3362B88A-1070-8ED7-DA36-EAF3D0DACA45}"/>
          </ac:spMkLst>
        </pc:spChg>
        <pc:spChg chg="add mod">
          <ac:chgData name="Michael Whitehouse" userId="0ecba9273f6ad366" providerId="LiveId" clId="{F36E82C0-65ED-4BE7-8730-0F102FB388DD}" dt="2026-06-09T17:47:11.695" v="6756" actId="139"/>
          <ac:spMkLst>
            <pc:docMk/>
            <pc:sldMk cId="4195892460" sldId="320"/>
            <ac:spMk id="14" creationId="{7E782D74-4C19-B7F6-89A9-35F61147AE74}"/>
          </ac:spMkLst>
        </pc:spChg>
        <pc:spChg chg="add mod">
          <ac:chgData name="Michael Whitehouse" userId="0ecba9273f6ad366" providerId="LiveId" clId="{F36E82C0-65ED-4BE7-8730-0F102FB388DD}" dt="2026-06-09T17:47:11.806" v="6767" actId="208"/>
          <ac:spMkLst>
            <pc:docMk/>
            <pc:sldMk cId="4195892460" sldId="320"/>
            <ac:spMk id="15" creationId="{D3948B5F-7BEA-AAD2-554C-825F0B061794}"/>
          </ac:spMkLst>
        </pc:spChg>
        <pc:spChg chg="add mod">
          <ac:chgData name="Michael Whitehouse" userId="0ecba9273f6ad366" providerId="LiveId" clId="{F36E82C0-65ED-4BE7-8730-0F102FB388DD}" dt="2026-06-09T17:47:11.926" v="6776"/>
          <ac:spMkLst>
            <pc:docMk/>
            <pc:sldMk cId="4195892460" sldId="320"/>
            <ac:spMk id="16" creationId="{D883A829-D69B-A404-BC77-247127C249D9}"/>
          </ac:spMkLst>
        </pc:spChg>
        <pc:spChg chg="add mod">
          <ac:chgData name="Michael Whitehouse" userId="0ecba9273f6ad366" providerId="LiveId" clId="{F36E82C0-65ED-4BE7-8730-0F102FB388DD}" dt="2026-06-09T17:47:11.942" v="6786" actId="207"/>
          <ac:spMkLst>
            <pc:docMk/>
            <pc:sldMk cId="4195892460" sldId="320"/>
            <ac:spMk id="17" creationId="{B4215620-DE6C-E391-B94F-D26638881B97}"/>
          </ac:spMkLst>
        </pc:spChg>
        <pc:spChg chg="add mod">
          <ac:chgData name="Michael Whitehouse" userId="0ecba9273f6ad366" providerId="LiveId" clId="{F36E82C0-65ED-4BE7-8730-0F102FB388DD}" dt="2026-06-09T17:47:11.957" v="6796" actId="207"/>
          <ac:spMkLst>
            <pc:docMk/>
            <pc:sldMk cId="4195892460" sldId="320"/>
            <ac:spMk id="18" creationId="{A820F77D-CCB8-838A-8F9E-6DCFDD937EE3}"/>
          </ac:spMkLst>
        </pc:spChg>
      </pc:sldChg>
      <pc:sldChg chg="addSp delSp modSp add mod modClrScheme chgLayout">
        <pc:chgData name="Michael Whitehouse" userId="0ecba9273f6ad366" providerId="LiveId" clId="{F36E82C0-65ED-4BE7-8730-0F102FB388DD}" dt="2026-06-11T12:53:56.493" v="8486" actId="26606"/>
        <pc:sldMkLst>
          <pc:docMk/>
          <pc:sldMk cId="1373121870" sldId="321"/>
        </pc:sldMkLst>
        <pc:spChg chg="mod ord">
          <ac:chgData name="Michael Whitehouse" userId="0ecba9273f6ad366" providerId="LiveId" clId="{F36E82C0-65ED-4BE7-8730-0F102FB388DD}" dt="2026-06-11T12:46:25.430" v="8421" actId="700"/>
          <ac:spMkLst>
            <pc:docMk/>
            <pc:sldMk cId="1373121870" sldId="321"/>
            <ac:spMk id="2" creationId="{7F8F2611-6B08-2CEA-9926-C64C47F9252F}"/>
          </ac:spMkLst>
        </pc:spChg>
        <pc:spChg chg="add mod">
          <ac:chgData name="Michael Whitehouse" userId="0ecba9273f6ad366" providerId="LiveId" clId="{F36E82C0-65ED-4BE7-8730-0F102FB388DD}" dt="2026-06-09T17:47:12.691" v="6809"/>
          <ac:spMkLst>
            <pc:docMk/>
            <pc:sldMk cId="1373121870" sldId="321"/>
            <ac:spMk id="3" creationId="{89620AB9-949C-3874-4309-206B79E326F2}"/>
          </ac:spMkLst>
        </pc:spChg>
        <pc:spChg chg="add mod">
          <ac:chgData name="Michael Whitehouse" userId="0ecba9273f6ad366" providerId="LiveId" clId="{F36E82C0-65ED-4BE7-8730-0F102FB388DD}" dt="2026-06-09T17:47:12.939" v="6831" actId="208"/>
          <ac:spMkLst>
            <pc:docMk/>
            <pc:sldMk cId="1373121870" sldId="321"/>
            <ac:spMk id="5" creationId="{7D863A2C-CD3D-6F8B-4959-4912133EEAB0}"/>
          </ac:spMkLst>
        </pc:spChg>
        <pc:spChg chg="add mod">
          <ac:chgData name="Michael Whitehouse" userId="0ecba9273f6ad366" providerId="LiveId" clId="{F36E82C0-65ED-4BE7-8730-0F102FB388DD}" dt="2026-06-09T17:47:13.066" v="6842" actId="139"/>
          <ac:spMkLst>
            <pc:docMk/>
            <pc:sldMk cId="1373121870" sldId="321"/>
            <ac:spMk id="6" creationId="{474231EC-3CD1-4FF5-9DEE-C139438FBFDD}"/>
          </ac:spMkLst>
        </pc:spChg>
        <pc:spChg chg="add mod">
          <ac:chgData name="Michael Whitehouse" userId="0ecba9273f6ad366" providerId="LiveId" clId="{F36E82C0-65ED-4BE7-8730-0F102FB388DD}" dt="2026-06-09T17:47:13.190" v="6853" actId="208"/>
          <ac:spMkLst>
            <pc:docMk/>
            <pc:sldMk cId="1373121870" sldId="321"/>
            <ac:spMk id="7" creationId="{D7EB2532-2442-C1F1-BBE0-450CC38A6661}"/>
          </ac:spMkLst>
        </pc:spChg>
        <pc:spChg chg="add mod">
          <ac:chgData name="Michael Whitehouse" userId="0ecba9273f6ad366" providerId="LiveId" clId="{F36E82C0-65ED-4BE7-8730-0F102FB388DD}" dt="2026-06-09T17:47:13.314" v="6864" actId="139"/>
          <ac:spMkLst>
            <pc:docMk/>
            <pc:sldMk cId="1373121870" sldId="321"/>
            <ac:spMk id="8" creationId="{D500445A-A5D8-6765-B1B8-4D55CEF9B282}"/>
          </ac:spMkLst>
        </pc:spChg>
        <pc:spChg chg="add mod">
          <ac:chgData name="Michael Whitehouse" userId="0ecba9273f6ad366" providerId="LiveId" clId="{F36E82C0-65ED-4BE7-8730-0F102FB388DD}" dt="2026-06-09T17:47:13.436" v="6875" actId="208"/>
          <ac:spMkLst>
            <pc:docMk/>
            <pc:sldMk cId="1373121870" sldId="321"/>
            <ac:spMk id="9" creationId="{DA1CB3E0-5475-5D44-85C3-B9D0B061B15B}"/>
          </ac:spMkLst>
        </pc:spChg>
        <pc:spChg chg="add mod">
          <ac:chgData name="Michael Whitehouse" userId="0ecba9273f6ad366" providerId="LiveId" clId="{F36E82C0-65ED-4BE7-8730-0F102FB388DD}" dt="2026-06-09T17:47:13.563" v="6886" actId="139"/>
          <ac:spMkLst>
            <pc:docMk/>
            <pc:sldMk cId="1373121870" sldId="321"/>
            <ac:spMk id="10" creationId="{743B2425-35E1-956D-43F5-75BB0988786C}"/>
          </ac:spMkLst>
        </pc:spChg>
        <pc:spChg chg="add mod">
          <ac:chgData name="Michael Whitehouse" userId="0ecba9273f6ad366" providerId="LiveId" clId="{F36E82C0-65ED-4BE7-8730-0F102FB388DD}" dt="2026-06-09T17:47:13.688" v="6897" actId="208"/>
          <ac:spMkLst>
            <pc:docMk/>
            <pc:sldMk cId="1373121870" sldId="321"/>
            <ac:spMk id="11" creationId="{8E1852E5-9911-B8DE-5E2C-B37D7B3D8854}"/>
          </ac:spMkLst>
        </pc:spChg>
        <pc:spChg chg="add mod">
          <ac:chgData name="Michael Whitehouse" userId="0ecba9273f6ad366" providerId="LiveId" clId="{F36E82C0-65ED-4BE7-8730-0F102FB388DD}" dt="2026-06-09T17:47:13.813" v="6908" actId="139"/>
          <ac:spMkLst>
            <pc:docMk/>
            <pc:sldMk cId="1373121870" sldId="321"/>
            <ac:spMk id="12" creationId="{742F43DC-FDCA-B699-702A-871DFC1A33BC}"/>
          </ac:spMkLst>
        </pc:spChg>
        <pc:spChg chg="add mod">
          <ac:chgData name="Michael Whitehouse" userId="0ecba9273f6ad366" providerId="LiveId" clId="{F36E82C0-65ED-4BE7-8730-0F102FB388DD}" dt="2026-06-09T17:47:13.934" v="6919" actId="208"/>
          <ac:spMkLst>
            <pc:docMk/>
            <pc:sldMk cId="1373121870" sldId="321"/>
            <ac:spMk id="13" creationId="{34AF1B5C-7D9C-F5E7-A072-FD76F7C450AC}"/>
          </ac:spMkLst>
        </pc:spChg>
        <pc:spChg chg="add mod">
          <ac:chgData name="Michael Whitehouse" userId="0ecba9273f6ad366" providerId="LiveId" clId="{F36E82C0-65ED-4BE7-8730-0F102FB388DD}" dt="2026-06-09T17:47:14.060" v="6930" actId="139"/>
          <ac:spMkLst>
            <pc:docMk/>
            <pc:sldMk cId="1373121870" sldId="321"/>
            <ac:spMk id="14" creationId="{B443F6B8-A533-BA46-1A8A-9B5A3A27B5A3}"/>
          </ac:spMkLst>
        </pc:spChg>
        <pc:spChg chg="add mod">
          <ac:chgData name="Michael Whitehouse" userId="0ecba9273f6ad366" providerId="LiveId" clId="{F36E82C0-65ED-4BE7-8730-0F102FB388DD}" dt="2026-06-09T17:47:14.182" v="6941" actId="208"/>
          <ac:spMkLst>
            <pc:docMk/>
            <pc:sldMk cId="1373121870" sldId="321"/>
            <ac:spMk id="15" creationId="{E7C3B399-67AC-4F4C-F9B0-F76ACD4ACACA}"/>
          </ac:spMkLst>
        </pc:spChg>
        <pc:spChg chg="add mod">
          <ac:chgData name="Michael Whitehouse" userId="0ecba9273f6ad366" providerId="LiveId" clId="{F36E82C0-65ED-4BE7-8730-0F102FB388DD}" dt="2026-06-09T17:47:14.288" v="6950"/>
          <ac:spMkLst>
            <pc:docMk/>
            <pc:sldMk cId="1373121870" sldId="321"/>
            <ac:spMk id="16" creationId="{AEA7F1ED-AB01-78CF-D1DE-9EEB5946E17A}"/>
          </ac:spMkLst>
        </pc:spChg>
        <pc:spChg chg="add mod">
          <ac:chgData name="Michael Whitehouse" userId="0ecba9273f6ad366" providerId="LiveId" clId="{F36E82C0-65ED-4BE7-8730-0F102FB388DD}" dt="2026-06-09T17:47:14.303" v="6960" actId="207"/>
          <ac:spMkLst>
            <pc:docMk/>
            <pc:sldMk cId="1373121870" sldId="321"/>
            <ac:spMk id="17" creationId="{824985FA-E176-1C76-660B-9641D47DA66B}"/>
          </ac:spMkLst>
        </pc:spChg>
        <pc:spChg chg="add mod">
          <ac:chgData name="Michael Whitehouse" userId="0ecba9273f6ad366" providerId="LiveId" clId="{F36E82C0-65ED-4BE7-8730-0F102FB388DD}" dt="2026-06-09T17:47:14.317" v="6970" actId="207"/>
          <ac:spMkLst>
            <pc:docMk/>
            <pc:sldMk cId="1373121870" sldId="321"/>
            <ac:spMk id="18" creationId="{563E1A76-8ECB-F6AA-E064-036D0F0F104B}"/>
          </ac:spMkLst>
        </pc:spChg>
      </pc:sldChg>
      <pc:sldChg chg="addSp delSp modSp add mod modClrScheme chgLayout">
        <pc:chgData name="Michael Whitehouse" userId="0ecba9273f6ad366" providerId="LiveId" clId="{F36E82C0-65ED-4BE7-8730-0F102FB388DD}" dt="2026-06-11T12:53:56.493" v="8486" actId="26606"/>
        <pc:sldMkLst>
          <pc:docMk/>
          <pc:sldMk cId="4220976772" sldId="322"/>
        </pc:sldMkLst>
        <pc:spChg chg="mod ord">
          <ac:chgData name="Michael Whitehouse" userId="0ecba9273f6ad366" providerId="LiveId" clId="{F36E82C0-65ED-4BE7-8730-0F102FB388DD}" dt="2026-06-11T12:46:25.430" v="8421" actId="700"/>
          <ac:spMkLst>
            <pc:docMk/>
            <pc:sldMk cId="4220976772" sldId="322"/>
            <ac:spMk id="2" creationId="{495DD6FD-5C63-3CF5-E373-79784DE50E55}"/>
          </ac:spMkLst>
        </pc:spChg>
        <pc:spChg chg="add mod">
          <ac:chgData name="Michael Whitehouse" userId="0ecba9273f6ad366" providerId="LiveId" clId="{F36E82C0-65ED-4BE7-8730-0F102FB388DD}" dt="2026-06-09T17:47:15.100" v="6987"/>
          <ac:spMkLst>
            <pc:docMk/>
            <pc:sldMk cId="4220976772" sldId="322"/>
            <ac:spMk id="5" creationId="{E59A5B05-46AB-4216-3A3D-90C379538F5E}"/>
          </ac:spMkLst>
        </pc:spChg>
        <pc:spChg chg="add mod">
          <ac:chgData name="Michael Whitehouse" userId="0ecba9273f6ad366" providerId="LiveId" clId="{F36E82C0-65ED-4BE7-8730-0F102FB388DD}" dt="2026-06-09T17:47:15.336" v="7009" actId="208"/>
          <ac:spMkLst>
            <pc:docMk/>
            <pc:sldMk cId="4220976772" sldId="322"/>
            <ac:spMk id="7" creationId="{660BED53-7C1F-AD98-7A40-8103419583C9}"/>
          </ac:spMkLst>
        </pc:spChg>
        <pc:spChg chg="add mod">
          <ac:chgData name="Michael Whitehouse" userId="0ecba9273f6ad366" providerId="LiveId" clId="{F36E82C0-65ED-4BE7-8730-0F102FB388DD}" dt="2026-06-09T17:47:15.462" v="7020" actId="139"/>
          <ac:spMkLst>
            <pc:docMk/>
            <pc:sldMk cId="4220976772" sldId="322"/>
            <ac:spMk id="8" creationId="{9BE4FADF-C96D-CA02-607C-A59B4DE9A935}"/>
          </ac:spMkLst>
        </pc:spChg>
        <pc:spChg chg="add mod">
          <ac:chgData name="Michael Whitehouse" userId="0ecba9273f6ad366" providerId="LiveId" clId="{F36E82C0-65ED-4BE7-8730-0F102FB388DD}" dt="2026-06-09T17:47:15.585" v="7031" actId="208"/>
          <ac:spMkLst>
            <pc:docMk/>
            <pc:sldMk cId="4220976772" sldId="322"/>
            <ac:spMk id="9" creationId="{A86C8B82-90CA-A7A1-D46B-A57C73F7B742}"/>
          </ac:spMkLst>
        </pc:spChg>
        <pc:spChg chg="add mod">
          <ac:chgData name="Michael Whitehouse" userId="0ecba9273f6ad366" providerId="LiveId" clId="{F36E82C0-65ED-4BE7-8730-0F102FB388DD}" dt="2026-06-09T17:47:15.697" v="7042" actId="139"/>
          <ac:spMkLst>
            <pc:docMk/>
            <pc:sldMk cId="4220976772" sldId="322"/>
            <ac:spMk id="10" creationId="{18864686-99AA-FD57-04C0-6036F5FB66D3}"/>
          </ac:spMkLst>
        </pc:spChg>
        <pc:spChg chg="add mod">
          <ac:chgData name="Michael Whitehouse" userId="0ecba9273f6ad366" providerId="LiveId" clId="{F36E82C0-65ED-4BE7-8730-0F102FB388DD}" dt="2026-06-09T17:47:15.820" v="7053" actId="208"/>
          <ac:spMkLst>
            <pc:docMk/>
            <pc:sldMk cId="4220976772" sldId="322"/>
            <ac:spMk id="11" creationId="{441DA8D1-1E95-58C5-C096-1755947C22F8}"/>
          </ac:spMkLst>
        </pc:spChg>
        <pc:spChg chg="add mod">
          <ac:chgData name="Michael Whitehouse" userId="0ecba9273f6ad366" providerId="LiveId" clId="{F36E82C0-65ED-4BE7-8730-0F102FB388DD}" dt="2026-06-09T17:47:15.944" v="7064" actId="139"/>
          <ac:spMkLst>
            <pc:docMk/>
            <pc:sldMk cId="4220976772" sldId="322"/>
            <ac:spMk id="12" creationId="{C3A95D73-E952-7BC0-0194-EACA1212C79A}"/>
          </ac:spMkLst>
        </pc:spChg>
        <pc:spChg chg="add mod">
          <ac:chgData name="Michael Whitehouse" userId="0ecba9273f6ad366" providerId="LiveId" clId="{F36E82C0-65ED-4BE7-8730-0F102FB388DD}" dt="2026-06-09T17:47:16.066" v="7075" actId="208"/>
          <ac:spMkLst>
            <pc:docMk/>
            <pc:sldMk cId="4220976772" sldId="322"/>
            <ac:spMk id="13" creationId="{C46F7A98-1C28-13FF-AC2B-7EADBCA51273}"/>
          </ac:spMkLst>
        </pc:spChg>
        <pc:spChg chg="add mod">
          <ac:chgData name="Michael Whitehouse" userId="0ecba9273f6ad366" providerId="LiveId" clId="{F36E82C0-65ED-4BE7-8730-0F102FB388DD}" dt="2026-06-09T17:47:16.177" v="7086" actId="139"/>
          <ac:spMkLst>
            <pc:docMk/>
            <pc:sldMk cId="4220976772" sldId="322"/>
            <ac:spMk id="14" creationId="{65D22B72-EE10-1016-36F0-F0CE514492ED}"/>
          </ac:spMkLst>
        </pc:spChg>
        <pc:spChg chg="add mod">
          <ac:chgData name="Michael Whitehouse" userId="0ecba9273f6ad366" providerId="LiveId" clId="{F36E82C0-65ED-4BE7-8730-0F102FB388DD}" dt="2026-06-09T17:47:16.302" v="7097" actId="208"/>
          <ac:spMkLst>
            <pc:docMk/>
            <pc:sldMk cId="4220976772" sldId="322"/>
            <ac:spMk id="15" creationId="{C3A43250-264E-E52D-AA93-EE81EF755ACD}"/>
          </ac:spMkLst>
        </pc:spChg>
        <pc:spChg chg="add mod">
          <ac:chgData name="Michael Whitehouse" userId="0ecba9273f6ad366" providerId="LiveId" clId="{F36E82C0-65ED-4BE7-8730-0F102FB388DD}" dt="2026-06-09T17:47:16.426" v="7108" actId="139"/>
          <ac:spMkLst>
            <pc:docMk/>
            <pc:sldMk cId="4220976772" sldId="322"/>
            <ac:spMk id="16" creationId="{8E756AB1-DF83-A0E6-8F24-806F775EE9A6}"/>
          </ac:spMkLst>
        </pc:spChg>
        <pc:spChg chg="add mod">
          <ac:chgData name="Michael Whitehouse" userId="0ecba9273f6ad366" providerId="LiveId" clId="{F36E82C0-65ED-4BE7-8730-0F102FB388DD}" dt="2026-06-09T17:47:16.550" v="7119" actId="208"/>
          <ac:spMkLst>
            <pc:docMk/>
            <pc:sldMk cId="4220976772" sldId="322"/>
            <ac:spMk id="17" creationId="{5DFC5FD9-2440-5A1D-A786-74A367791F4E}"/>
          </ac:spMkLst>
        </pc:spChg>
        <pc:spChg chg="add mod">
          <ac:chgData name="Michael Whitehouse" userId="0ecba9273f6ad366" providerId="LiveId" clId="{F36E82C0-65ED-4BE7-8730-0F102FB388DD}" dt="2026-06-09T17:47:16.673" v="7128"/>
          <ac:spMkLst>
            <pc:docMk/>
            <pc:sldMk cId="4220976772" sldId="322"/>
            <ac:spMk id="18" creationId="{570D5729-67BA-238D-0F6C-ABDCFC167411}"/>
          </ac:spMkLst>
        </pc:spChg>
        <pc:spChg chg="add mod">
          <ac:chgData name="Michael Whitehouse" userId="0ecba9273f6ad366" providerId="LiveId" clId="{F36E82C0-65ED-4BE7-8730-0F102FB388DD}" dt="2026-06-09T17:47:16.688" v="7138" actId="207"/>
          <ac:spMkLst>
            <pc:docMk/>
            <pc:sldMk cId="4220976772" sldId="322"/>
            <ac:spMk id="19" creationId="{D90F2942-0CD3-C2A6-2517-49B4F3427675}"/>
          </ac:spMkLst>
        </pc:spChg>
        <pc:spChg chg="add mod">
          <ac:chgData name="Michael Whitehouse" userId="0ecba9273f6ad366" providerId="LiveId" clId="{F36E82C0-65ED-4BE7-8730-0F102FB388DD}" dt="2026-06-09T17:47:16.702" v="7148" actId="207"/>
          <ac:spMkLst>
            <pc:docMk/>
            <pc:sldMk cId="4220976772" sldId="322"/>
            <ac:spMk id="20" creationId="{DB0D45FF-5F0F-90BB-43C6-9028A94AD785}"/>
          </ac:spMkLst>
        </pc:spChg>
      </pc:sldChg>
      <pc:sldChg chg="addSp delSp modSp add mod modClrScheme chgLayout">
        <pc:chgData name="Michael Whitehouse" userId="0ecba9273f6ad366" providerId="LiveId" clId="{F36E82C0-65ED-4BE7-8730-0F102FB388DD}" dt="2026-06-11T12:53:56.493" v="8486" actId="26606"/>
        <pc:sldMkLst>
          <pc:docMk/>
          <pc:sldMk cId="146541961" sldId="323"/>
        </pc:sldMkLst>
        <pc:spChg chg="mod ord">
          <ac:chgData name="Michael Whitehouse" userId="0ecba9273f6ad366" providerId="LiveId" clId="{F36E82C0-65ED-4BE7-8730-0F102FB388DD}" dt="2026-06-11T12:46:25.430" v="8421" actId="700"/>
          <ac:spMkLst>
            <pc:docMk/>
            <pc:sldMk cId="146541961" sldId="323"/>
            <ac:spMk id="2" creationId="{301A696C-1F72-9453-A55E-857CFD9B879E}"/>
          </ac:spMkLst>
        </pc:spChg>
        <pc:spChg chg="add mod">
          <ac:chgData name="Michael Whitehouse" userId="0ecba9273f6ad366" providerId="LiveId" clId="{F36E82C0-65ED-4BE7-8730-0F102FB388DD}" dt="2026-06-09T17:47:17.456" v="7165"/>
          <ac:spMkLst>
            <pc:docMk/>
            <pc:sldMk cId="146541961" sldId="323"/>
            <ac:spMk id="5" creationId="{DD2B3434-149F-09F2-6C81-72B96356CC7B}"/>
          </ac:spMkLst>
        </pc:spChg>
        <pc:spChg chg="add mod">
          <ac:chgData name="Michael Whitehouse" userId="0ecba9273f6ad366" providerId="LiveId" clId="{F36E82C0-65ED-4BE7-8730-0F102FB388DD}" dt="2026-06-09T17:47:17.702" v="7185"/>
          <ac:spMkLst>
            <pc:docMk/>
            <pc:sldMk cId="146541961" sldId="323"/>
            <ac:spMk id="7" creationId="{A55D9D51-FCDE-321D-2CF6-EF516DEDEE41}"/>
          </ac:spMkLst>
        </pc:spChg>
        <pc:spChg chg="add mod">
          <ac:chgData name="Michael Whitehouse" userId="0ecba9273f6ad366" providerId="LiveId" clId="{F36E82C0-65ED-4BE7-8730-0F102FB388DD}" dt="2026-06-09T17:47:17.833" v="7196" actId="139"/>
          <ac:spMkLst>
            <pc:docMk/>
            <pc:sldMk cId="146541961" sldId="323"/>
            <ac:spMk id="8" creationId="{5C1D6C5A-C25A-B08A-8C6B-28BFFDF5162D}"/>
          </ac:spMkLst>
        </pc:spChg>
        <pc:spChg chg="add mod">
          <ac:chgData name="Michael Whitehouse" userId="0ecba9273f6ad366" providerId="LiveId" clId="{F36E82C0-65ED-4BE7-8730-0F102FB388DD}" dt="2026-06-09T17:47:17.955" v="7207" actId="208"/>
          <ac:spMkLst>
            <pc:docMk/>
            <pc:sldMk cId="146541961" sldId="323"/>
            <ac:spMk id="9" creationId="{3DFCD63D-D6BF-5171-C457-B3AAB3B04F1E}"/>
          </ac:spMkLst>
        </pc:spChg>
        <pc:spChg chg="add mod">
          <ac:chgData name="Michael Whitehouse" userId="0ecba9273f6ad366" providerId="LiveId" clId="{F36E82C0-65ED-4BE7-8730-0F102FB388DD}" dt="2026-06-09T17:47:18.080" v="7218" actId="139"/>
          <ac:spMkLst>
            <pc:docMk/>
            <pc:sldMk cId="146541961" sldId="323"/>
            <ac:spMk id="10" creationId="{3CE69094-647C-7D14-4335-F46617F0DE2E}"/>
          </ac:spMkLst>
        </pc:spChg>
        <pc:spChg chg="add mod">
          <ac:chgData name="Michael Whitehouse" userId="0ecba9273f6ad366" providerId="LiveId" clId="{F36E82C0-65ED-4BE7-8730-0F102FB388DD}" dt="2026-06-09T17:47:18.204" v="7229" actId="208"/>
          <ac:spMkLst>
            <pc:docMk/>
            <pc:sldMk cId="146541961" sldId="323"/>
            <ac:spMk id="11" creationId="{EEAE30DD-D8AB-8180-5708-A317902F3A24}"/>
          </ac:spMkLst>
        </pc:spChg>
        <pc:spChg chg="add mod">
          <ac:chgData name="Michael Whitehouse" userId="0ecba9273f6ad366" providerId="LiveId" clId="{F36E82C0-65ED-4BE7-8730-0F102FB388DD}" dt="2026-06-09T17:47:18.330" v="7240" actId="139"/>
          <ac:spMkLst>
            <pc:docMk/>
            <pc:sldMk cId="146541961" sldId="323"/>
            <ac:spMk id="12" creationId="{1430B900-9129-4E44-4C96-01B41E2712B3}"/>
          </ac:spMkLst>
        </pc:spChg>
        <pc:spChg chg="add mod">
          <ac:chgData name="Michael Whitehouse" userId="0ecba9273f6ad366" providerId="LiveId" clId="{F36E82C0-65ED-4BE7-8730-0F102FB388DD}" dt="2026-06-09T17:47:18.454" v="7251" actId="208"/>
          <ac:spMkLst>
            <pc:docMk/>
            <pc:sldMk cId="146541961" sldId="323"/>
            <ac:spMk id="13" creationId="{9D1E7A85-3C47-A1E1-D5D1-9FF053CB9E10}"/>
          </ac:spMkLst>
        </pc:spChg>
        <pc:spChg chg="add mod">
          <ac:chgData name="Michael Whitehouse" userId="0ecba9273f6ad366" providerId="LiveId" clId="{F36E82C0-65ED-4BE7-8730-0F102FB388DD}" dt="2026-06-09T17:47:18.583" v="7262" actId="139"/>
          <ac:spMkLst>
            <pc:docMk/>
            <pc:sldMk cId="146541961" sldId="323"/>
            <ac:spMk id="14" creationId="{0318F878-F2C7-97AD-F2FD-6953B85E8D35}"/>
          </ac:spMkLst>
        </pc:spChg>
        <pc:spChg chg="add mod">
          <ac:chgData name="Michael Whitehouse" userId="0ecba9273f6ad366" providerId="LiveId" clId="{F36E82C0-65ED-4BE7-8730-0F102FB388DD}" dt="2026-06-09T17:47:18.707" v="7273" actId="208"/>
          <ac:spMkLst>
            <pc:docMk/>
            <pc:sldMk cId="146541961" sldId="323"/>
            <ac:spMk id="15" creationId="{1D0D8647-CB27-EFC8-B1BF-8C8A4A1FD95A}"/>
          </ac:spMkLst>
        </pc:spChg>
        <pc:spChg chg="add mod">
          <ac:chgData name="Michael Whitehouse" userId="0ecba9273f6ad366" providerId="LiveId" clId="{F36E82C0-65ED-4BE7-8730-0F102FB388DD}" dt="2026-06-09T17:47:18.832" v="7284" actId="139"/>
          <ac:spMkLst>
            <pc:docMk/>
            <pc:sldMk cId="146541961" sldId="323"/>
            <ac:spMk id="16" creationId="{4FE0A281-B798-3218-B91A-19C1066966FD}"/>
          </ac:spMkLst>
        </pc:spChg>
        <pc:spChg chg="add mod">
          <ac:chgData name="Michael Whitehouse" userId="0ecba9273f6ad366" providerId="LiveId" clId="{F36E82C0-65ED-4BE7-8730-0F102FB388DD}" dt="2026-06-09T17:47:18.952" v="7295" actId="208"/>
          <ac:spMkLst>
            <pc:docMk/>
            <pc:sldMk cId="146541961" sldId="323"/>
            <ac:spMk id="17" creationId="{556D8C89-9A72-1533-E7EF-A405633A17A2}"/>
          </ac:spMkLst>
        </pc:spChg>
        <pc:spChg chg="add mod">
          <ac:chgData name="Michael Whitehouse" userId="0ecba9273f6ad366" providerId="LiveId" clId="{F36E82C0-65ED-4BE7-8730-0F102FB388DD}" dt="2026-06-09T17:47:19.079" v="7306" actId="139"/>
          <ac:spMkLst>
            <pc:docMk/>
            <pc:sldMk cId="146541961" sldId="323"/>
            <ac:spMk id="18" creationId="{6BAF0610-14CE-F429-2BC3-44AE7DEB3BCB}"/>
          </ac:spMkLst>
        </pc:spChg>
        <pc:spChg chg="add mod">
          <ac:chgData name="Michael Whitehouse" userId="0ecba9273f6ad366" providerId="LiveId" clId="{F36E82C0-65ED-4BE7-8730-0F102FB388DD}" dt="2026-06-09T17:47:19.092" v="7316" actId="207"/>
          <ac:spMkLst>
            <pc:docMk/>
            <pc:sldMk cId="146541961" sldId="323"/>
            <ac:spMk id="19" creationId="{D483B9D4-826D-A074-669B-1BD8C4FA19C4}"/>
          </ac:spMkLst>
        </pc:spChg>
        <pc:spChg chg="add mod">
          <ac:chgData name="Michael Whitehouse" userId="0ecba9273f6ad366" providerId="LiveId" clId="{F36E82C0-65ED-4BE7-8730-0F102FB388DD}" dt="2026-06-09T17:47:19.107" v="7326" actId="207"/>
          <ac:spMkLst>
            <pc:docMk/>
            <pc:sldMk cId="146541961" sldId="323"/>
            <ac:spMk id="20" creationId="{1E2DA635-D0A2-8BD4-FE4A-7B4FCB05B786}"/>
          </ac:spMkLst>
        </pc:spChg>
      </pc:sldChg>
      <pc:sldChg chg="addSp delSp modSp add mod modClrScheme chgLayout">
        <pc:chgData name="Michael Whitehouse" userId="0ecba9273f6ad366" providerId="LiveId" clId="{F36E82C0-65ED-4BE7-8730-0F102FB388DD}" dt="2026-06-11T12:53:56.493" v="8486" actId="26606"/>
        <pc:sldMkLst>
          <pc:docMk/>
          <pc:sldMk cId="3741506965" sldId="324"/>
        </pc:sldMkLst>
        <pc:spChg chg="mod ord">
          <ac:chgData name="Michael Whitehouse" userId="0ecba9273f6ad366" providerId="LiveId" clId="{F36E82C0-65ED-4BE7-8730-0F102FB388DD}" dt="2026-06-11T12:46:25.430" v="8421" actId="700"/>
          <ac:spMkLst>
            <pc:docMk/>
            <pc:sldMk cId="3741506965" sldId="324"/>
            <ac:spMk id="2" creationId="{2C2D2E5E-A4F4-6B60-C762-F5547611D35D}"/>
          </ac:spMkLst>
        </pc:spChg>
        <pc:spChg chg="add mod">
          <ac:chgData name="Michael Whitehouse" userId="0ecba9273f6ad366" providerId="LiveId" clId="{F36E82C0-65ED-4BE7-8730-0F102FB388DD}" dt="2026-06-09T17:47:20.865" v="7343"/>
          <ac:spMkLst>
            <pc:docMk/>
            <pc:sldMk cId="3741506965" sldId="324"/>
            <ac:spMk id="5" creationId="{3F1F0045-A7AD-344E-0766-422DBFA87949}"/>
          </ac:spMkLst>
        </pc:spChg>
        <pc:spChg chg="add mod">
          <ac:chgData name="Michael Whitehouse" userId="0ecba9273f6ad366" providerId="LiveId" clId="{F36E82C0-65ED-4BE7-8730-0F102FB388DD}" dt="2026-06-09T17:47:21.113" v="7364" actId="207"/>
          <ac:spMkLst>
            <pc:docMk/>
            <pc:sldMk cId="3741506965" sldId="324"/>
            <ac:spMk id="7" creationId="{66F8F1F6-32EA-2EFB-1694-E8F002E84F2D}"/>
          </ac:spMkLst>
        </pc:spChg>
        <pc:spChg chg="add mod">
          <ac:chgData name="Michael Whitehouse" userId="0ecba9273f6ad366" providerId="LiveId" clId="{F36E82C0-65ED-4BE7-8730-0F102FB388DD}" dt="2026-06-11T12:46:25.478" v="8423" actId="27636"/>
          <ac:spMkLst>
            <pc:docMk/>
            <pc:sldMk cId="3741506965" sldId="324"/>
            <ac:spMk id="8" creationId="{1191631A-0AE2-76DF-9B79-5415A83050EA}"/>
          </ac:spMkLst>
        </pc:spChg>
        <pc:spChg chg="add mod">
          <ac:chgData name="Michael Whitehouse" userId="0ecba9273f6ad366" providerId="LiveId" clId="{F36E82C0-65ED-4BE7-8730-0F102FB388DD}" dt="2026-06-09T17:47:21.333" v="7385" actId="207"/>
          <ac:spMkLst>
            <pc:docMk/>
            <pc:sldMk cId="3741506965" sldId="324"/>
            <ac:spMk id="9" creationId="{72AA228F-5E0D-160B-3C7D-7A858E2ED495}"/>
          </ac:spMkLst>
        </pc:spChg>
        <pc:spChg chg="add mod">
          <ac:chgData name="Michael Whitehouse" userId="0ecba9273f6ad366" providerId="LiveId" clId="{F36E82C0-65ED-4BE7-8730-0F102FB388DD}" dt="2026-06-11T12:46:25.477" v="8422" actId="27636"/>
          <ac:spMkLst>
            <pc:docMk/>
            <pc:sldMk cId="3741506965" sldId="324"/>
            <ac:spMk id="10" creationId="{070F8A26-B73B-72F1-639B-44283C489D6A}"/>
          </ac:spMkLst>
        </pc:spChg>
        <pc:spChg chg="add mod">
          <ac:chgData name="Michael Whitehouse" userId="0ecba9273f6ad366" providerId="LiveId" clId="{F36E82C0-65ED-4BE7-8730-0F102FB388DD}" dt="2026-06-09T17:47:21.569" v="7406" actId="207"/>
          <ac:spMkLst>
            <pc:docMk/>
            <pc:sldMk cId="3741506965" sldId="324"/>
            <ac:spMk id="11" creationId="{4EB19DD7-4D19-249F-E936-19D3B269F7AA}"/>
          </ac:spMkLst>
        </pc:spChg>
        <pc:spChg chg="add mod">
          <ac:chgData name="Michael Whitehouse" userId="0ecba9273f6ad366" providerId="LiveId" clId="{F36E82C0-65ED-4BE7-8730-0F102FB388DD}" dt="2026-06-11T12:46:25.479" v="8424" actId="27636"/>
          <ac:spMkLst>
            <pc:docMk/>
            <pc:sldMk cId="3741506965" sldId="324"/>
            <ac:spMk id="12" creationId="{41D12315-0993-327D-2974-9B3B84338BCC}"/>
          </ac:spMkLst>
        </pc:spChg>
        <pc:spChg chg="add mod">
          <ac:chgData name="Michael Whitehouse" userId="0ecba9273f6ad366" providerId="LiveId" clId="{F36E82C0-65ED-4BE7-8730-0F102FB388DD}" dt="2026-06-09T17:47:21.802" v="7426"/>
          <ac:spMkLst>
            <pc:docMk/>
            <pc:sldMk cId="3741506965" sldId="324"/>
            <ac:spMk id="13" creationId="{C6C27DAA-3C16-7E42-DF5A-8950F946A9C2}"/>
          </ac:spMkLst>
        </pc:spChg>
        <pc:spChg chg="add mod">
          <ac:chgData name="Michael Whitehouse" userId="0ecba9273f6ad366" providerId="LiveId" clId="{F36E82C0-65ED-4BE7-8730-0F102FB388DD}" dt="2026-06-09T17:47:21.929" v="7437" actId="139"/>
          <ac:spMkLst>
            <pc:docMk/>
            <pc:sldMk cId="3741506965" sldId="324"/>
            <ac:spMk id="14" creationId="{AC66B9E0-36D4-7628-1FA5-84BDDFE8FEA3}"/>
          </ac:spMkLst>
        </pc:spChg>
        <pc:spChg chg="add mod">
          <ac:chgData name="Michael Whitehouse" userId="0ecba9273f6ad366" providerId="LiveId" clId="{F36E82C0-65ED-4BE7-8730-0F102FB388DD}" dt="2026-06-09T17:47:22.050" v="7446"/>
          <ac:spMkLst>
            <pc:docMk/>
            <pc:sldMk cId="3741506965" sldId="324"/>
            <ac:spMk id="15" creationId="{2D0EE055-7886-C976-A42A-458C901472B6}"/>
          </ac:spMkLst>
        </pc:spChg>
        <pc:spChg chg="add mod">
          <ac:chgData name="Michael Whitehouse" userId="0ecba9273f6ad366" providerId="LiveId" clId="{F36E82C0-65ED-4BE7-8730-0F102FB388DD}" dt="2026-06-09T17:47:22.176" v="7457" actId="139"/>
          <ac:spMkLst>
            <pc:docMk/>
            <pc:sldMk cId="3741506965" sldId="324"/>
            <ac:spMk id="16" creationId="{AFAB7ED0-53E2-56D1-CE66-49B34FEABE6C}"/>
          </ac:spMkLst>
        </pc:spChg>
        <pc:spChg chg="add mod">
          <ac:chgData name="Michael Whitehouse" userId="0ecba9273f6ad366" providerId="LiveId" clId="{F36E82C0-65ED-4BE7-8730-0F102FB388DD}" dt="2026-06-09T17:47:22.297" v="7466"/>
          <ac:spMkLst>
            <pc:docMk/>
            <pc:sldMk cId="3741506965" sldId="324"/>
            <ac:spMk id="17" creationId="{B58D7132-992A-CFC2-3F26-CE7A8296D9A1}"/>
          </ac:spMkLst>
        </pc:spChg>
        <pc:spChg chg="add mod">
          <ac:chgData name="Michael Whitehouse" userId="0ecba9273f6ad366" providerId="LiveId" clId="{F36E82C0-65ED-4BE7-8730-0F102FB388DD}" dt="2026-06-09T17:47:22.426" v="7477" actId="139"/>
          <ac:spMkLst>
            <pc:docMk/>
            <pc:sldMk cId="3741506965" sldId="324"/>
            <ac:spMk id="18" creationId="{1B62A660-BB9E-5889-5E58-FAB35A89D9F1}"/>
          </ac:spMkLst>
        </pc:spChg>
        <pc:spChg chg="add mod">
          <ac:chgData name="Michael Whitehouse" userId="0ecba9273f6ad366" providerId="LiveId" clId="{F36E82C0-65ED-4BE7-8730-0F102FB388DD}" dt="2026-06-09T17:47:22.549" v="7486"/>
          <ac:spMkLst>
            <pc:docMk/>
            <pc:sldMk cId="3741506965" sldId="324"/>
            <ac:spMk id="19" creationId="{B4726E2A-7342-480A-1715-2FC4758E2956}"/>
          </ac:spMkLst>
        </pc:spChg>
        <pc:spChg chg="add mod">
          <ac:chgData name="Michael Whitehouse" userId="0ecba9273f6ad366" providerId="LiveId" clId="{F36E82C0-65ED-4BE7-8730-0F102FB388DD}" dt="2026-06-09T17:47:22.676" v="7497" actId="139"/>
          <ac:spMkLst>
            <pc:docMk/>
            <pc:sldMk cId="3741506965" sldId="324"/>
            <ac:spMk id="20" creationId="{1945C59B-FF76-0744-23D9-843DA339C492}"/>
          </ac:spMkLst>
        </pc:spChg>
        <pc:spChg chg="add mod">
          <ac:chgData name="Michael Whitehouse" userId="0ecba9273f6ad366" providerId="LiveId" clId="{F36E82C0-65ED-4BE7-8730-0F102FB388DD}" dt="2026-06-09T17:47:22.782" v="7506"/>
          <ac:spMkLst>
            <pc:docMk/>
            <pc:sldMk cId="3741506965" sldId="324"/>
            <ac:spMk id="21" creationId="{0925C287-6E18-1491-D9F3-CE1E804DED4C}"/>
          </ac:spMkLst>
        </pc:spChg>
        <pc:spChg chg="add mod">
          <ac:chgData name="Michael Whitehouse" userId="0ecba9273f6ad366" providerId="LiveId" clId="{F36E82C0-65ED-4BE7-8730-0F102FB388DD}" dt="2026-06-09T17:47:22.909" v="7517" actId="139"/>
          <ac:spMkLst>
            <pc:docMk/>
            <pc:sldMk cId="3741506965" sldId="324"/>
            <ac:spMk id="22" creationId="{F342D774-1380-0088-434B-468893AAB8EA}"/>
          </ac:spMkLst>
        </pc:spChg>
        <pc:spChg chg="add mod">
          <ac:chgData name="Michael Whitehouse" userId="0ecba9273f6ad366" providerId="LiveId" clId="{F36E82C0-65ED-4BE7-8730-0F102FB388DD}" dt="2026-06-09T17:47:23.029" v="7526"/>
          <ac:spMkLst>
            <pc:docMk/>
            <pc:sldMk cId="3741506965" sldId="324"/>
            <ac:spMk id="23" creationId="{4D7D7329-3957-4948-5F75-51A4982F3180}"/>
          </ac:spMkLst>
        </pc:spChg>
        <pc:spChg chg="add mod">
          <ac:chgData name="Michael Whitehouse" userId="0ecba9273f6ad366" providerId="LiveId" clId="{F36E82C0-65ED-4BE7-8730-0F102FB388DD}" dt="2026-06-09T17:47:23.157" v="7537" actId="139"/>
          <ac:spMkLst>
            <pc:docMk/>
            <pc:sldMk cId="3741506965" sldId="324"/>
            <ac:spMk id="24" creationId="{B45CDF14-CFDA-8CE9-A5F0-AA207A1AC517}"/>
          </ac:spMkLst>
        </pc:spChg>
        <pc:spChg chg="add mod">
          <ac:chgData name="Michael Whitehouse" userId="0ecba9273f6ad366" providerId="LiveId" clId="{F36E82C0-65ED-4BE7-8730-0F102FB388DD}" dt="2026-06-09T17:47:23.277" v="7546"/>
          <ac:spMkLst>
            <pc:docMk/>
            <pc:sldMk cId="3741506965" sldId="324"/>
            <ac:spMk id="25" creationId="{9F008D7F-E702-D407-E400-82D4BBEEBE75}"/>
          </ac:spMkLst>
        </pc:spChg>
        <pc:spChg chg="add mod">
          <ac:chgData name="Michael Whitehouse" userId="0ecba9273f6ad366" providerId="LiveId" clId="{F36E82C0-65ED-4BE7-8730-0F102FB388DD}" dt="2026-06-09T17:47:23.404" v="7557" actId="139"/>
          <ac:spMkLst>
            <pc:docMk/>
            <pc:sldMk cId="3741506965" sldId="324"/>
            <ac:spMk id="26" creationId="{DCFC6ECC-EEF1-0A17-693E-0010959C9272}"/>
          </ac:spMkLst>
        </pc:spChg>
        <pc:spChg chg="add mod">
          <ac:chgData name="Michael Whitehouse" userId="0ecba9273f6ad366" providerId="LiveId" clId="{F36E82C0-65ED-4BE7-8730-0F102FB388DD}" dt="2026-06-09T17:47:23.524" v="7566"/>
          <ac:spMkLst>
            <pc:docMk/>
            <pc:sldMk cId="3741506965" sldId="324"/>
            <ac:spMk id="27" creationId="{4D23C0A3-9932-BF9A-9DB1-C72B8D82C523}"/>
          </ac:spMkLst>
        </pc:spChg>
        <pc:spChg chg="add mod">
          <ac:chgData name="Michael Whitehouse" userId="0ecba9273f6ad366" providerId="LiveId" clId="{F36E82C0-65ED-4BE7-8730-0F102FB388DD}" dt="2026-06-09T17:47:23.653" v="7577" actId="139"/>
          <ac:spMkLst>
            <pc:docMk/>
            <pc:sldMk cId="3741506965" sldId="324"/>
            <ac:spMk id="28" creationId="{316B41D4-15C9-53EB-151D-42904AA633A6}"/>
          </ac:spMkLst>
        </pc:spChg>
        <pc:spChg chg="add mod">
          <ac:chgData name="Michael Whitehouse" userId="0ecba9273f6ad366" providerId="LiveId" clId="{F36E82C0-65ED-4BE7-8730-0F102FB388DD}" dt="2026-06-09T17:47:23.773" v="7586"/>
          <ac:spMkLst>
            <pc:docMk/>
            <pc:sldMk cId="3741506965" sldId="324"/>
            <ac:spMk id="29" creationId="{E6D38E4B-8976-2968-28CC-48623CD83C13}"/>
          </ac:spMkLst>
        </pc:spChg>
        <pc:spChg chg="add mod">
          <ac:chgData name="Michael Whitehouse" userId="0ecba9273f6ad366" providerId="LiveId" clId="{F36E82C0-65ED-4BE7-8730-0F102FB388DD}" dt="2026-06-09T17:47:23.903" v="7597" actId="139"/>
          <ac:spMkLst>
            <pc:docMk/>
            <pc:sldMk cId="3741506965" sldId="324"/>
            <ac:spMk id="30" creationId="{9CC39C0F-0939-C714-92DD-93E9C6385FD7}"/>
          </ac:spMkLst>
        </pc:spChg>
        <pc:spChg chg="add mod">
          <ac:chgData name="Michael Whitehouse" userId="0ecba9273f6ad366" providerId="LiveId" clId="{F36E82C0-65ED-4BE7-8730-0F102FB388DD}" dt="2026-06-09T17:47:24.020" v="7606"/>
          <ac:spMkLst>
            <pc:docMk/>
            <pc:sldMk cId="3741506965" sldId="324"/>
            <ac:spMk id="31" creationId="{B0B116D7-E927-FF66-5877-80DC51E004E5}"/>
          </ac:spMkLst>
        </pc:spChg>
        <pc:spChg chg="add mod">
          <ac:chgData name="Michael Whitehouse" userId="0ecba9273f6ad366" providerId="LiveId" clId="{F36E82C0-65ED-4BE7-8730-0F102FB388DD}" dt="2026-06-09T17:47:24.134" v="7617" actId="139"/>
          <ac:spMkLst>
            <pc:docMk/>
            <pc:sldMk cId="3741506965" sldId="324"/>
            <ac:spMk id="32" creationId="{7C600443-D0BB-0845-381B-96BC38A38B54}"/>
          </ac:spMkLst>
        </pc:spChg>
        <pc:spChg chg="add mod">
          <ac:chgData name="Michael Whitehouse" userId="0ecba9273f6ad366" providerId="LiveId" clId="{F36E82C0-65ED-4BE7-8730-0F102FB388DD}" dt="2026-06-09T17:47:24.252" v="7626"/>
          <ac:spMkLst>
            <pc:docMk/>
            <pc:sldMk cId="3741506965" sldId="324"/>
            <ac:spMk id="33" creationId="{ECDAC184-1C95-F2EE-97A8-B05133722346}"/>
          </ac:spMkLst>
        </pc:spChg>
        <pc:spChg chg="add mod">
          <ac:chgData name="Michael Whitehouse" userId="0ecba9273f6ad366" providerId="LiveId" clId="{F36E82C0-65ED-4BE7-8730-0F102FB388DD}" dt="2026-06-09T17:47:24.364" v="7637" actId="139"/>
          <ac:spMkLst>
            <pc:docMk/>
            <pc:sldMk cId="3741506965" sldId="324"/>
            <ac:spMk id="34" creationId="{BB431981-F36C-829A-AAA4-D44D348D8A31}"/>
          </ac:spMkLst>
        </pc:spChg>
        <pc:spChg chg="add mod">
          <ac:chgData name="Michael Whitehouse" userId="0ecba9273f6ad366" providerId="LiveId" clId="{F36E82C0-65ED-4BE7-8730-0F102FB388DD}" dt="2026-06-09T17:47:24.471" v="7646"/>
          <ac:spMkLst>
            <pc:docMk/>
            <pc:sldMk cId="3741506965" sldId="324"/>
            <ac:spMk id="35" creationId="{7926AB05-568C-3817-E7BD-AB1CE678F381}"/>
          </ac:spMkLst>
        </pc:spChg>
        <pc:spChg chg="add mod">
          <ac:chgData name="Michael Whitehouse" userId="0ecba9273f6ad366" providerId="LiveId" clId="{F36E82C0-65ED-4BE7-8730-0F102FB388DD}" dt="2026-06-09T17:47:24.586" v="7657" actId="139"/>
          <ac:spMkLst>
            <pc:docMk/>
            <pc:sldMk cId="3741506965" sldId="324"/>
            <ac:spMk id="36" creationId="{BE24CD41-3F8F-822E-A52F-EE3A1C694B15}"/>
          </ac:spMkLst>
        </pc:spChg>
        <pc:spChg chg="add mod">
          <ac:chgData name="Michael Whitehouse" userId="0ecba9273f6ad366" providerId="LiveId" clId="{F36E82C0-65ED-4BE7-8730-0F102FB388DD}" dt="2026-06-09T17:47:24.707" v="7666"/>
          <ac:spMkLst>
            <pc:docMk/>
            <pc:sldMk cId="3741506965" sldId="324"/>
            <ac:spMk id="37" creationId="{56D63D83-0079-6EAA-8C6D-DB202F6755DE}"/>
          </ac:spMkLst>
        </pc:spChg>
        <pc:spChg chg="add mod">
          <ac:chgData name="Michael Whitehouse" userId="0ecba9273f6ad366" providerId="LiveId" clId="{F36E82C0-65ED-4BE7-8730-0F102FB388DD}" dt="2026-06-09T17:47:24.815" v="7675"/>
          <ac:spMkLst>
            <pc:docMk/>
            <pc:sldMk cId="3741506965" sldId="324"/>
            <ac:spMk id="38" creationId="{20A71616-DA0F-503A-4E34-A27E61A9F1F4}"/>
          </ac:spMkLst>
        </pc:spChg>
        <pc:spChg chg="add mod">
          <ac:chgData name="Michael Whitehouse" userId="0ecba9273f6ad366" providerId="LiveId" clId="{F36E82C0-65ED-4BE7-8730-0F102FB388DD}" dt="2026-06-09T17:47:24.927" v="7684"/>
          <ac:spMkLst>
            <pc:docMk/>
            <pc:sldMk cId="3741506965" sldId="324"/>
            <ac:spMk id="39" creationId="{62A1DE8B-E377-75EE-6C5B-5EE63798683F}"/>
          </ac:spMkLst>
        </pc:spChg>
        <pc:spChg chg="add mod">
          <ac:chgData name="Michael Whitehouse" userId="0ecba9273f6ad366" providerId="LiveId" clId="{F36E82C0-65ED-4BE7-8730-0F102FB388DD}" dt="2026-06-09T17:47:25.036" v="7693"/>
          <ac:spMkLst>
            <pc:docMk/>
            <pc:sldMk cId="3741506965" sldId="324"/>
            <ac:spMk id="40" creationId="{28703B16-43E1-182D-A6EE-5AE8458CBDF0}"/>
          </ac:spMkLst>
        </pc:spChg>
        <pc:spChg chg="add mod">
          <ac:chgData name="Michael Whitehouse" userId="0ecba9273f6ad366" providerId="LiveId" clId="{F36E82C0-65ED-4BE7-8730-0F102FB388DD}" dt="2026-06-09T17:47:25.146" v="7702"/>
          <ac:spMkLst>
            <pc:docMk/>
            <pc:sldMk cId="3741506965" sldId="324"/>
            <ac:spMk id="41" creationId="{5B0DD578-AB86-2923-5D91-C7B65E06CC47}"/>
          </ac:spMkLst>
        </pc:spChg>
        <pc:spChg chg="add mod">
          <ac:chgData name="Michael Whitehouse" userId="0ecba9273f6ad366" providerId="LiveId" clId="{F36E82C0-65ED-4BE7-8730-0F102FB388DD}" dt="2026-06-09T17:47:25.272" v="7711"/>
          <ac:spMkLst>
            <pc:docMk/>
            <pc:sldMk cId="3741506965" sldId="324"/>
            <ac:spMk id="42" creationId="{3E6578AA-22DC-C17B-5A8E-2B888561C698}"/>
          </ac:spMkLst>
        </pc:spChg>
        <pc:spChg chg="add mod">
          <ac:chgData name="Michael Whitehouse" userId="0ecba9273f6ad366" providerId="LiveId" clId="{F36E82C0-65ED-4BE7-8730-0F102FB388DD}" dt="2026-06-09T17:47:25.289" v="7721" actId="207"/>
          <ac:spMkLst>
            <pc:docMk/>
            <pc:sldMk cId="3741506965" sldId="324"/>
            <ac:spMk id="43" creationId="{23EE322C-06FA-6E19-1C6D-5C4783A212D2}"/>
          </ac:spMkLst>
        </pc:spChg>
        <pc:spChg chg="add mod">
          <ac:chgData name="Michael Whitehouse" userId="0ecba9273f6ad366" providerId="LiveId" clId="{F36E82C0-65ED-4BE7-8730-0F102FB388DD}" dt="2026-06-09T17:47:25.304" v="7731" actId="207"/>
          <ac:spMkLst>
            <pc:docMk/>
            <pc:sldMk cId="3741506965" sldId="324"/>
            <ac:spMk id="44" creationId="{62217C84-FFCA-D6B5-F83E-E59941A37F4B}"/>
          </ac:spMkLst>
        </pc:spChg>
      </pc:sldChg>
      <pc:sldChg chg="addSp delSp modSp add mod modClrScheme chgLayout">
        <pc:chgData name="Michael Whitehouse" userId="0ecba9273f6ad366" providerId="LiveId" clId="{F36E82C0-65ED-4BE7-8730-0F102FB388DD}" dt="2026-06-11T12:53:56.493" v="8486" actId="26606"/>
        <pc:sldMkLst>
          <pc:docMk/>
          <pc:sldMk cId="2661827394" sldId="325"/>
        </pc:sldMkLst>
        <pc:spChg chg="mod ord">
          <ac:chgData name="Michael Whitehouse" userId="0ecba9273f6ad366" providerId="LiveId" clId="{F36E82C0-65ED-4BE7-8730-0F102FB388DD}" dt="2026-06-11T12:46:25.430" v="8421" actId="700"/>
          <ac:spMkLst>
            <pc:docMk/>
            <pc:sldMk cId="2661827394" sldId="325"/>
            <ac:spMk id="2" creationId="{12BDBA6B-2028-0905-D070-11751E9ED902}"/>
          </ac:spMkLst>
        </pc:spChg>
        <pc:spChg chg="add mod">
          <ac:chgData name="Michael Whitehouse" userId="0ecba9273f6ad366" providerId="LiveId" clId="{F36E82C0-65ED-4BE7-8730-0F102FB388DD}" dt="2026-06-09T17:47:27.071" v="7744"/>
          <ac:spMkLst>
            <pc:docMk/>
            <pc:sldMk cId="2661827394" sldId="325"/>
            <ac:spMk id="3" creationId="{EB6BE457-E035-C95D-B405-5912B851F2A1}"/>
          </ac:spMkLst>
        </pc:spChg>
        <pc:spChg chg="add mod">
          <ac:chgData name="Michael Whitehouse" userId="0ecba9273f6ad366" providerId="LiveId" clId="{F36E82C0-65ED-4BE7-8730-0F102FB388DD}" dt="2026-06-09T17:47:27.325" v="7766" actId="207"/>
          <ac:spMkLst>
            <pc:docMk/>
            <pc:sldMk cId="2661827394" sldId="325"/>
            <ac:spMk id="5" creationId="{7B8FE8CD-B6BD-9697-0018-50E9F82B1EF6}"/>
          </ac:spMkLst>
        </pc:spChg>
        <pc:spChg chg="add mod">
          <ac:chgData name="Michael Whitehouse" userId="0ecba9273f6ad366" providerId="LiveId" clId="{F36E82C0-65ED-4BE7-8730-0F102FB388DD}" dt="2026-06-11T12:46:25.482" v="8427" actId="27636"/>
          <ac:spMkLst>
            <pc:docMk/>
            <pc:sldMk cId="2661827394" sldId="325"/>
            <ac:spMk id="6" creationId="{03CE6AFA-495B-FE47-D66A-28AE504DDF64}"/>
          </ac:spMkLst>
        </pc:spChg>
        <pc:spChg chg="add mod">
          <ac:chgData name="Michael Whitehouse" userId="0ecba9273f6ad366" providerId="LiveId" clId="{F36E82C0-65ED-4BE7-8730-0F102FB388DD}" dt="2026-06-09T17:47:27.570" v="7788" actId="207"/>
          <ac:spMkLst>
            <pc:docMk/>
            <pc:sldMk cId="2661827394" sldId="325"/>
            <ac:spMk id="7" creationId="{EF5F255D-8D45-14E4-FEF0-5653D15BC58A}"/>
          </ac:spMkLst>
        </pc:spChg>
        <pc:spChg chg="add mod">
          <ac:chgData name="Michael Whitehouse" userId="0ecba9273f6ad366" providerId="LiveId" clId="{F36E82C0-65ED-4BE7-8730-0F102FB388DD}" dt="2026-06-11T12:46:25.480" v="8425" actId="27636"/>
          <ac:spMkLst>
            <pc:docMk/>
            <pc:sldMk cId="2661827394" sldId="325"/>
            <ac:spMk id="8" creationId="{E74611BF-EAFC-C0D5-1288-04BC45458998}"/>
          </ac:spMkLst>
        </pc:spChg>
        <pc:spChg chg="add mod">
          <ac:chgData name="Michael Whitehouse" userId="0ecba9273f6ad366" providerId="LiveId" clId="{F36E82C0-65ED-4BE7-8730-0F102FB388DD}" dt="2026-06-09T17:47:27.804" v="7810" actId="207"/>
          <ac:spMkLst>
            <pc:docMk/>
            <pc:sldMk cId="2661827394" sldId="325"/>
            <ac:spMk id="9" creationId="{0C892B66-FAB5-39D6-A503-FCF167A7453A}"/>
          </ac:spMkLst>
        </pc:spChg>
        <pc:spChg chg="add mod">
          <ac:chgData name="Michael Whitehouse" userId="0ecba9273f6ad366" providerId="LiveId" clId="{F36E82C0-65ED-4BE7-8730-0F102FB388DD}" dt="2026-06-11T12:46:25.482" v="8426" actId="27636"/>
          <ac:spMkLst>
            <pc:docMk/>
            <pc:sldMk cId="2661827394" sldId="325"/>
            <ac:spMk id="10" creationId="{9955CA2A-5DD8-F7E1-DE75-8775FF2F2DE6}"/>
          </ac:spMkLst>
        </pc:spChg>
        <pc:spChg chg="add mod">
          <ac:chgData name="Michael Whitehouse" userId="0ecba9273f6ad366" providerId="LiveId" clId="{F36E82C0-65ED-4BE7-8730-0F102FB388DD}" dt="2026-06-09T17:47:28.049" v="7831"/>
          <ac:spMkLst>
            <pc:docMk/>
            <pc:sldMk cId="2661827394" sldId="325"/>
            <ac:spMk id="11" creationId="{8AB12624-8650-0E4D-86AA-3A4DA73542B8}"/>
          </ac:spMkLst>
        </pc:spChg>
        <pc:spChg chg="add mod">
          <ac:chgData name="Michael Whitehouse" userId="0ecba9273f6ad366" providerId="LiveId" clId="{F36E82C0-65ED-4BE7-8730-0F102FB388DD}" dt="2026-06-09T17:47:28.179" v="7843" actId="207"/>
          <ac:spMkLst>
            <pc:docMk/>
            <pc:sldMk cId="2661827394" sldId="325"/>
            <ac:spMk id="12" creationId="{D369ED0A-6C57-4FE5-772F-4FD75E8A2BC6}"/>
          </ac:spMkLst>
        </pc:spChg>
        <pc:spChg chg="add mod">
          <ac:chgData name="Michael Whitehouse" userId="0ecba9273f6ad366" providerId="LiveId" clId="{F36E82C0-65ED-4BE7-8730-0F102FB388DD}" dt="2026-06-09T17:47:28.297" v="7852"/>
          <ac:spMkLst>
            <pc:docMk/>
            <pc:sldMk cId="2661827394" sldId="325"/>
            <ac:spMk id="13" creationId="{C9D19468-5395-2618-2022-3C626B561FA8}"/>
          </ac:spMkLst>
        </pc:spChg>
        <pc:spChg chg="add mod">
          <ac:chgData name="Michael Whitehouse" userId="0ecba9273f6ad366" providerId="LiveId" clId="{F36E82C0-65ED-4BE7-8730-0F102FB388DD}" dt="2026-06-09T17:47:28.416" v="7864" actId="207"/>
          <ac:spMkLst>
            <pc:docMk/>
            <pc:sldMk cId="2661827394" sldId="325"/>
            <ac:spMk id="14" creationId="{86684E16-723D-9D23-CF09-E9904736FF68}"/>
          </ac:spMkLst>
        </pc:spChg>
        <pc:spChg chg="add mod">
          <ac:chgData name="Michael Whitehouse" userId="0ecba9273f6ad366" providerId="LiveId" clId="{F36E82C0-65ED-4BE7-8730-0F102FB388DD}" dt="2026-06-09T17:47:28.535" v="7873"/>
          <ac:spMkLst>
            <pc:docMk/>
            <pc:sldMk cId="2661827394" sldId="325"/>
            <ac:spMk id="15" creationId="{3CFFE4F3-8F88-BD9C-786E-0B57105ACBC7}"/>
          </ac:spMkLst>
        </pc:spChg>
        <pc:spChg chg="add mod">
          <ac:chgData name="Michael Whitehouse" userId="0ecba9273f6ad366" providerId="LiveId" clId="{F36E82C0-65ED-4BE7-8730-0F102FB388DD}" dt="2026-06-09T17:47:28.664" v="7885" actId="207"/>
          <ac:spMkLst>
            <pc:docMk/>
            <pc:sldMk cId="2661827394" sldId="325"/>
            <ac:spMk id="16" creationId="{E73EAEED-6234-A546-D877-54876D817070}"/>
          </ac:spMkLst>
        </pc:spChg>
        <pc:spChg chg="add mod">
          <ac:chgData name="Michael Whitehouse" userId="0ecba9273f6ad366" providerId="LiveId" clId="{F36E82C0-65ED-4BE7-8730-0F102FB388DD}" dt="2026-06-09T17:47:28.782" v="7894"/>
          <ac:spMkLst>
            <pc:docMk/>
            <pc:sldMk cId="2661827394" sldId="325"/>
            <ac:spMk id="17" creationId="{EB4BE478-6F16-72E9-D0FF-389AE4EF4BAC}"/>
          </ac:spMkLst>
        </pc:spChg>
        <pc:spChg chg="add mod">
          <ac:chgData name="Michael Whitehouse" userId="0ecba9273f6ad366" providerId="LiveId" clId="{F36E82C0-65ED-4BE7-8730-0F102FB388DD}" dt="2026-06-09T17:47:28.901" v="7906" actId="207"/>
          <ac:spMkLst>
            <pc:docMk/>
            <pc:sldMk cId="2661827394" sldId="325"/>
            <ac:spMk id="18" creationId="{68D31899-A78C-AA07-A0EC-F7942858240E}"/>
          </ac:spMkLst>
        </pc:spChg>
        <pc:spChg chg="add mod">
          <ac:chgData name="Michael Whitehouse" userId="0ecba9273f6ad366" providerId="LiveId" clId="{F36E82C0-65ED-4BE7-8730-0F102FB388DD}" dt="2026-06-09T17:47:29.020" v="7915"/>
          <ac:spMkLst>
            <pc:docMk/>
            <pc:sldMk cId="2661827394" sldId="325"/>
            <ac:spMk id="19" creationId="{2F5DC7FE-455D-04EC-23F2-05509F73F62C}"/>
          </ac:spMkLst>
        </pc:spChg>
        <pc:spChg chg="add mod">
          <ac:chgData name="Michael Whitehouse" userId="0ecba9273f6ad366" providerId="LiveId" clId="{F36E82C0-65ED-4BE7-8730-0F102FB388DD}" dt="2026-06-09T17:47:29.150" v="7927" actId="207"/>
          <ac:spMkLst>
            <pc:docMk/>
            <pc:sldMk cId="2661827394" sldId="325"/>
            <ac:spMk id="20" creationId="{7D330C50-B765-2F6A-1055-EC66B63C9679}"/>
          </ac:spMkLst>
        </pc:spChg>
        <pc:spChg chg="add mod">
          <ac:chgData name="Michael Whitehouse" userId="0ecba9273f6ad366" providerId="LiveId" clId="{F36E82C0-65ED-4BE7-8730-0F102FB388DD}" dt="2026-06-09T17:47:29.266" v="7936"/>
          <ac:spMkLst>
            <pc:docMk/>
            <pc:sldMk cId="2661827394" sldId="325"/>
            <ac:spMk id="21" creationId="{D70A2F29-7995-A19C-22FB-E9029F4B0B9A}"/>
          </ac:spMkLst>
        </pc:spChg>
        <pc:spChg chg="add mod">
          <ac:chgData name="Michael Whitehouse" userId="0ecba9273f6ad366" providerId="LiveId" clId="{F36E82C0-65ED-4BE7-8730-0F102FB388DD}" dt="2026-06-09T17:47:29.397" v="7948" actId="207"/>
          <ac:spMkLst>
            <pc:docMk/>
            <pc:sldMk cId="2661827394" sldId="325"/>
            <ac:spMk id="22" creationId="{2C09E065-F7DC-DF39-7A75-20BA6104C8F6}"/>
          </ac:spMkLst>
        </pc:spChg>
        <pc:spChg chg="add mod">
          <ac:chgData name="Michael Whitehouse" userId="0ecba9273f6ad366" providerId="LiveId" clId="{F36E82C0-65ED-4BE7-8730-0F102FB388DD}" dt="2026-06-09T17:47:29.510" v="7957"/>
          <ac:spMkLst>
            <pc:docMk/>
            <pc:sldMk cId="2661827394" sldId="325"/>
            <ac:spMk id="23" creationId="{CE8E31E3-69EB-B54C-A949-A20CCFC0BF27}"/>
          </ac:spMkLst>
        </pc:spChg>
        <pc:spChg chg="add mod">
          <ac:chgData name="Michael Whitehouse" userId="0ecba9273f6ad366" providerId="LiveId" clId="{F36E82C0-65ED-4BE7-8730-0F102FB388DD}" dt="2026-06-09T17:47:29.642" v="7969" actId="207"/>
          <ac:spMkLst>
            <pc:docMk/>
            <pc:sldMk cId="2661827394" sldId="325"/>
            <ac:spMk id="24" creationId="{E5B49DB8-773B-FFB6-3764-C2AD32F84D90}"/>
          </ac:spMkLst>
        </pc:spChg>
        <pc:spChg chg="add mod">
          <ac:chgData name="Michael Whitehouse" userId="0ecba9273f6ad366" providerId="LiveId" clId="{F36E82C0-65ED-4BE7-8730-0F102FB388DD}" dt="2026-06-09T17:47:29.761" v="7978"/>
          <ac:spMkLst>
            <pc:docMk/>
            <pc:sldMk cId="2661827394" sldId="325"/>
            <ac:spMk id="25" creationId="{C1509E33-5336-C5BD-6BA3-17F3E225E1B1}"/>
          </ac:spMkLst>
        </pc:spChg>
        <pc:spChg chg="add mod">
          <ac:chgData name="Michael Whitehouse" userId="0ecba9273f6ad366" providerId="LiveId" clId="{F36E82C0-65ED-4BE7-8730-0F102FB388DD}" dt="2026-06-09T17:47:29.893" v="7990" actId="207"/>
          <ac:spMkLst>
            <pc:docMk/>
            <pc:sldMk cId="2661827394" sldId="325"/>
            <ac:spMk id="26" creationId="{401650FE-54ED-8E0A-234B-F1433110AFEE}"/>
          </ac:spMkLst>
        </pc:spChg>
        <pc:spChg chg="add mod">
          <ac:chgData name="Michael Whitehouse" userId="0ecba9273f6ad366" providerId="LiveId" clId="{F36E82C0-65ED-4BE7-8730-0F102FB388DD}" dt="2026-06-09T17:47:30.011" v="7999"/>
          <ac:spMkLst>
            <pc:docMk/>
            <pc:sldMk cId="2661827394" sldId="325"/>
            <ac:spMk id="27" creationId="{474695FE-6CDA-9143-7BF9-8F6073D5FEAC}"/>
          </ac:spMkLst>
        </pc:spChg>
        <pc:spChg chg="add mod">
          <ac:chgData name="Michael Whitehouse" userId="0ecba9273f6ad366" providerId="LiveId" clId="{F36E82C0-65ED-4BE7-8730-0F102FB388DD}" dt="2026-06-09T17:47:30.143" v="8011" actId="207"/>
          <ac:spMkLst>
            <pc:docMk/>
            <pc:sldMk cId="2661827394" sldId="325"/>
            <ac:spMk id="28" creationId="{04778C2E-3EBD-8166-95FB-27A9F4DFF8C6}"/>
          </ac:spMkLst>
        </pc:spChg>
        <pc:spChg chg="add mod">
          <ac:chgData name="Michael Whitehouse" userId="0ecba9273f6ad366" providerId="LiveId" clId="{F36E82C0-65ED-4BE7-8730-0F102FB388DD}" dt="2026-06-09T17:47:30.262" v="8020"/>
          <ac:spMkLst>
            <pc:docMk/>
            <pc:sldMk cId="2661827394" sldId="325"/>
            <ac:spMk id="29" creationId="{3153A0F8-08C5-D0AB-2A90-46E981EC8FAE}"/>
          </ac:spMkLst>
        </pc:spChg>
        <pc:spChg chg="add mod">
          <ac:chgData name="Michael Whitehouse" userId="0ecba9273f6ad366" providerId="LiveId" clId="{F36E82C0-65ED-4BE7-8730-0F102FB388DD}" dt="2026-06-09T17:47:30.392" v="8032" actId="207"/>
          <ac:spMkLst>
            <pc:docMk/>
            <pc:sldMk cId="2661827394" sldId="325"/>
            <ac:spMk id="30" creationId="{A7DEF7FE-F8C5-CF8F-D671-83857EB79789}"/>
          </ac:spMkLst>
        </pc:spChg>
        <pc:spChg chg="add mod">
          <ac:chgData name="Michael Whitehouse" userId="0ecba9273f6ad366" providerId="LiveId" clId="{F36E82C0-65ED-4BE7-8730-0F102FB388DD}" dt="2026-06-09T17:47:30.510" v="8041"/>
          <ac:spMkLst>
            <pc:docMk/>
            <pc:sldMk cId="2661827394" sldId="325"/>
            <ac:spMk id="31" creationId="{9AF3FA8B-3600-4A52-53E5-65843B5DC902}"/>
          </ac:spMkLst>
        </pc:spChg>
        <pc:spChg chg="add mod">
          <ac:chgData name="Michael Whitehouse" userId="0ecba9273f6ad366" providerId="LiveId" clId="{F36E82C0-65ED-4BE7-8730-0F102FB388DD}" dt="2026-06-09T17:47:30.646" v="8053" actId="207"/>
          <ac:spMkLst>
            <pc:docMk/>
            <pc:sldMk cId="2661827394" sldId="325"/>
            <ac:spMk id="32" creationId="{33C77CF2-07FD-4281-3D36-B04B78E59437}"/>
          </ac:spMkLst>
        </pc:spChg>
        <pc:spChg chg="add mod">
          <ac:chgData name="Michael Whitehouse" userId="0ecba9273f6ad366" providerId="LiveId" clId="{F36E82C0-65ED-4BE7-8730-0F102FB388DD}" dt="2026-06-09T17:47:30.762" v="8062"/>
          <ac:spMkLst>
            <pc:docMk/>
            <pc:sldMk cId="2661827394" sldId="325"/>
            <ac:spMk id="33" creationId="{F8091E60-6E1F-F6AC-6615-8EC41DF95EA5}"/>
          </ac:spMkLst>
        </pc:spChg>
        <pc:spChg chg="add mod">
          <ac:chgData name="Michael Whitehouse" userId="0ecba9273f6ad366" providerId="LiveId" clId="{F36E82C0-65ED-4BE7-8730-0F102FB388DD}" dt="2026-06-09T17:47:30.892" v="8074" actId="207"/>
          <ac:spMkLst>
            <pc:docMk/>
            <pc:sldMk cId="2661827394" sldId="325"/>
            <ac:spMk id="34" creationId="{EBAE507E-A8FF-5690-4800-9C308F59CB7C}"/>
          </ac:spMkLst>
        </pc:spChg>
        <pc:spChg chg="add mod">
          <ac:chgData name="Michael Whitehouse" userId="0ecba9273f6ad366" providerId="LiveId" clId="{F36E82C0-65ED-4BE7-8730-0F102FB388DD}" dt="2026-06-09T17:47:31.012" v="8083"/>
          <ac:spMkLst>
            <pc:docMk/>
            <pc:sldMk cId="2661827394" sldId="325"/>
            <ac:spMk id="35" creationId="{81D5B6C0-2A80-801A-DB5C-BCCBC0D62512}"/>
          </ac:spMkLst>
        </pc:spChg>
        <pc:spChg chg="add mod">
          <ac:chgData name="Michael Whitehouse" userId="0ecba9273f6ad366" providerId="LiveId" clId="{F36E82C0-65ED-4BE7-8730-0F102FB388DD}" dt="2026-06-09T17:47:31.146" v="8095" actId="207"/>
          <ac:spMkLst>
            <pc:docMk/>
            <pc:sldMk cId="2661827394" sldId="325"/>
            <ac:spMk id="36" creationId="{3AD63908-0532-8B5B-AB2E-05144E3E5477}"/>
          </ac:spMkLst>
        </pc:spChg>
        <pc:spChg chg="add mod">
          <ac:chgData name="Michael Whitehouse" userId="0ecba9273f6ad366" providerId="LiveId" clId="{F36E82C0-65ED-4BE7-8730-0F102FB388DD}" dt="2026-06-09T17:47:31.266" v="8104"/>
          <ac:spMkLst>
            <pc:docMk/>
            <pc:sldMk cId="2661827394" sldId="325"/>
            <ac:spMk id="37" creationId="{E9CE9D86-6839-BE98-6C53-028F99D69D88}"/>
          </ac:spMkLst>
        </pc:spChg>
        <pc:spChg chg="add mod">
          <ac:chgData name="Michael Whitehouse" userId="0ecba9273f6ad366" providerId="LiveId" clId="{F36E82C0-65ED-4BE7-8730-0F102FB388DD}" dt="2026-06-09T17:47:31.398" v="8116" actId="207"/>
          <ac:spMkLst>
            <pc:docMk/>
            <pc:sldMk cId="2661827394" sldId="325"/>
            <ac:spMk id="38" creationId="{A9DD5BA7-5774-1566-A137-0E89066A78E8}"/>
          </ac:spMkLst>
        </pc:spChg>
        <pc:spChg chg="add mod">
          <ac:chgData name="Michael Whitehouse" userId="0ecba9273f6ad366" providerId="LiveId" clId="{F36E82C0-65ED-4BE7-8730-0F102FB388DD}" dt="2026-06-09T17:47:31.514" v="8125"/>
          <ac:spMkLst>
            <pc:docMk/>
            <pc:sldMk cId="2661827394" sldId="325"/>
            <ac:spMk id="39" creationId="{A4AEB2D5-5B50-557A-889B-FF352055808D}"/>
          </ac:spMkLst>
        </pc:spChg>
        <pc:spChg chg="add mod">
          <ac:chgData name="Michael Whitehouse" userId="0ecba9273f6ad366" providerId="LiveId" clId="{F36E82C0-65ED-4BE7-8730-0F102FB388DD}" dt="2026-06-09T17:47:31.644" v="8137" actId="207"/>
          <ac:spMkLst>
            <pc:docMk/>
            <pc:sldMk cId="2661827394" sldId="325"/>
            <ac:spMk id="40" creationId="{1E956EE7-FE7D-D2F8-B433-A6170828874E}"/>
          </ac:spMkLst>
        </pc:spChg>
        <pc:spChg chg="add mod">
          <ac:chgData name="Michael Whitehouse" userId="0ecba9273f6ad366" providerId="LiveId" clId="{F36E82C0-65ED-4BE7-8730-0F102FB388DD}" dt="2026-06-09T17:47:31.658" v="8147" actId="207"/>
          <ac:spMkLst>
            <pc:docMk/>
            <pc:sldMk cId="2661827394" sldId="325"/>
            <ac:spMk id="41" creationId="{65A8BCDA-DB6A-4318-944F-4628AD7E7C3E}"/>
          </ac:spMkLst>
        </pc:spChg>
        <pc:spChg chg="add mod">
          <ac:chgData name="Michael Whitehouse" userId="0ecba9273f6ad366" providerId="LiveId" clId="{F36E82C0-65ED-4BE7-8730-0F102FB388DD}" dt="2026-06-09T17:47:31.672" v="8157" actId="207"/>
          <ac:spMkLst>
            <pc:docMk/>
            <pc:sldMk cId="2661827394" sldId="325"/>
            <ac:spMk id="42" creationId="{CEA1B07C-065D-3A6C-41AD-008B0B4F1EA7}"/>
          </ac:spMkLst>
        </pc:spChg>
      </pc:sldChg>
      <pc:sldChg chg="addSp modSp add mod modClrScheme chgLayout">
        <pc:chgData name="Michael Whitehouse" userId="0ecba9273f6ad366" providerId="LiveId" clId="{F36E82C0-65ED-4BE7-8730-0F102FB388DD}" dt="2026-06-11T12:46:25.430" v="8421" actId="700"/>
        <pc:sldMkLst>
          <pc:docMk/>
          <pc:sldMk cId="3995415487" sldId="326"/>
        </pc:sldMkLst>
        <pc:spChg chg="mod ord">
          <ac:chgData name="Michael Whitehouse" userId="0ecba9273f6ad366" providerId="LiveId" clId="{F36E82C0-65ED-4BE7-8730-0F102FB388DD}" dt="2026-06-11T12:46:25.430" v="8421" actId="700"/>
          <ac:spMkLst>
            <pc:docMk/>
            <pc:sldMk cId="3995415487" sldId="326"/>
            <ac:spMk id="2" creationId="{E1EAA1EA-AF9D-F2FE-F6A0-939E55B2E33B}"/>
          </ac:spMkLst>
        </pc:spChg>
        <pc:spChg chg="mod ord">
          <ac:chgData name="Michael Whitehouse" userId="0ecba9273f6ad366" providerId="LiveId" clId="{F36E82C0-65ED-4BE7-8730-0F102FB388DD}" dt="2026-06-11T12:46:25.430" v="8421" actId="700"/>
          <ac:spMkLst>
            <pc:docMk/>
            <pc:sldMk cId="3995415487" sldId="326"/>
            <ac:spMk id="3" creationId="{01A5C42C-9360-D246-076E-11645FD941DB}"/>
          </ac:spMkLst>
        </pc:spChg>
        <pc:spChg chg="mod ord">
          <ac:chgData name="Michael Whitehouse" userId="0ecba9273f6ad366" providerId="LiveId" clId="{F36E82C0-65ED-4BE7-8730-0F102FB388DD}" dt="2026-06-11T12:46:25.430" v="8421" actId="700"/>
          <ac:spMkLst>
            <pc:docMk/>
            <pc:sldMk cId="3995415487" sldId="326"/>
            <ac:spMk id="4" creationId="{BE5A4E3E-7564-4B34-12C7-EFD3B3478C35}"/>
          </ac:spMkLst>
        </pc:spChg>
        <pc:spChg chg="mod ord">
          <ac:chgData name="Michael Whitehouse" userId="0ecba9273f6ad366" providerId="LiveId" clId="{F36E82C0-65ED-4BE7-8730-0F102FB388DD}" dt="2026-06-11T12:46:25.430" v="8421" actId="700"/>
          <ac:spMkLst>
            <pc:docMk/>
            <pc:sldMk cId="3995415487" sldId="326"/>
            <ac:spMk id="5" creationId="{39836C40-2992-AE51-C2BE-519EB6628752}"/>
          </ac:spMkLst>
        </pc:spChg>
        <pc:spChg chg="mod ord">
          <ac:chgData name="Michael Whitehouse" userId="0ecba9273f6ad366" providerId="LiveId" clId="{F36E82C0-65ED-4BE7-8730-0F102FB388DD}" dt="2026-06-11T12:46:25.430" v="8421" actId="700"/>
          <ac:spMkLst>
            <pc:docMk/>
            <pc:sldMk cId="3995415487" sldId="326"/>
            <ac:spMk id="6" creationId="{2C46DDA5-2CC2-BCFE-500F-60D60293C3D3}"/>
          </ac:spMkLst>
        </pc:spChg>
        <pc:spChg chg="mod ord">
          <ac:chgData name="Michael Whitehouse" userId="0ecba9273f6ad366" providerId="LiveId" clId="{F36E82C0-65ED-4BE7-8730-0F102FB388DD}" dt="2026-06-11T12:46:25.430" v="8421" actId="700"/>
          <ac:spMkLst>
            <pc:docMk/>
            <pc:sldMk cId="3995415487" sldId="326"/>
            <ac:spMk id="7" creationId="{952B7743-4D6E-C2E9-7753-BF23280732FF}"/>
          </ac:spMkLst>
        </pc:spChg>
        <pc:spChg chg="add mod">
          <ac:chgData name="Michael Whitehouse" userId="0ecba9273f6ad366" providerId="LiveId" clId="{F36E82C0-65ED-4BE7-8730-0F102FB388DD}" dt="2026-06-09T17:47:31.851" v="8196" actId="207"/>
          <ac:spMkLst>
            <pc:docMk/>
            <pc:sldMk cId="3995415487" sldId="326"/>
            <ac:spMk id="8" creationId="{0455CFB2-8178-7D1D-4EC4-7AAF9D71C049}"/>
          </ac:spMkLst>
        </pc:spChg>
        <pc:spChg chg="add mod">
          <ac:chgData name="Michael Whitehouse" userId="0ecba9273f6ad366" providerId="LiveId" clId="{F36E82C0-65ED-4BE7-8730-0F102FB388DD}" dt="2026-06-09T17:47:31.865" v="8206" actId="207"/>
          <ac:spMkLst>
            <pc:docMk/>
            <pc:sldMk cId="3995415487" sldId="326"/>
            <ac:spMk id="9" creationId="{2CC19737-3F34-C79F-29D9-DAB0EAA57A21}"/>
          </ac:spMkLst>
        </pc:spChg>
      </pc:sldChg>
      <pc:sldChg chg="addSp delSp modSp add mod modClrScheme chgLayout">
        <pc:chgData name="Michael Whitehouse" userId="0ecba9273f6ad366" providerId="LiveId" clId="{F36E82C0-65ED-4BE7-8730-0F102FB388DD}" dt="2026-06-11T12:53:56.493" v="8486" actId="26606"/>
        <pc:sldMkLst>
          <pc:docMk/>
          <pc:sldMk cId="4168563098" sldId="327"/>
        </pc:sldMkLst>
        <pc:spChg chg="mod ord">
          <ac:chgData name="Michael Whitehouse" userId="0ecba9273f6ad366" providerId="LiveId" clId="{F36E82C0-65ED-4BE7-8730-0F102FB388DD}" dt="2026-06-11T12:46:25.430" v="8421" actId="700"/>
          <ac:spMkLst>
            <pc:docMk/>
            <pc:sldMk cId="4168563098" sldId="327"/>
            <ac:spMk id="2" creationId="{57AE60EB-DA8B-72EF-0030-6FEB63CEFA4A}"/>
          </ac:spMkLst>
        </pc:spChg>
        <pc:spChg chg="add mod">
          <ac:chgData name="Michael Whitehouse" userId="0ecba9273f6ad366" providerId="LiveId" clId="{F36E82C0-65ED-4BE7-8730-0F102FB388DD}" dt="2026-06-09T17:47:32.636" v="8231"/>
          <ac:spMkLst>
            <pc:docMk/>
            <pc:sldMk cId="4168563098" sldId="327"/>
            <ac:spMk id="9" creationId="{18DCE0D0-7789-5D7A-BDF0-B677B466E7D6}"/>
          </ac:spMkLst>
        </pc:spChg>
        <pc:spChg chg="add mod">
          <ac:chgData name="Michael Whitehouse" userId="0ecba9273f6ad366" providerId="LiveId" clId="{F36E82C0-65ED-4BE7-8730-0F102FB388DD}" dt="2026-06-09T17:47:32.887" v="8253" actId="208"/>
          <ac:spMkLst>
            <pc:docMk/>
            <pc:sldMk cId="4168563098" sldId="327"/>
            <ac:spMk id="11" creationId="{AF823322-6F52-E967-A55C-3FB278A5A396}"/>
          </ac:spMkLst>
        </pc:spChg>
        <pc:spChg chg="add mod">
          <ac:chgData name="Michael Whitehouse" userId="0ecba9273f6ad366" providerId="LiveId" clId="{F36E82C0-65ED-4BE7-8730-0F102FB388DD}" dt="2026-06-09T17:47:33.015" v="8264" actId="139"/>
          <ac:spMkLst>
            <pc:docMk/>
            <pc:sldMk cId="4168563098" sldId="327"/>
            <ac:spMk id="12" creationId="{85D4D6A3-AD5E-8026-576B-368EBD45F87A}"/>
          </ac:spMkLst>
        </pc:spChg>
        <pc:spChg chg="add mod">
          <ac:chgData name="Michael Whitehouse" userId="0ecba9273f6ad366" providerId="LiveId" clId="{F36E82C0-65ED-4BE7-8730-0F102FB388DD}" dt="2026-06-09T17:47:33.139" v="8275" actId="208"/>
          <ac:spMkLst>
            <pc:docMk/>
            <pc:sldMk cId="4168563098" sldId="327"/>
            <ac:spMk id="13" creationId="{0A624C5C-A86A-C250-FC0B-B2396B71F590}"/>
          </ac:spMkLst>
        </pc:spChg>
        <pc:spChg chg="add mod">
          <ac:chgData name="Michael Whitehouse" userId="0ecba9273f6ad366" providerId="LiveId" clId="{F36E82C0-65ED-4BE7-8730-0F102FB388DD}" dt="2026-06-09T17:47:33.264" v="8286" actId="139"/>
          <ac:spMkLst>
            <pc:docMk/>
            <pc:sldMk cId="4168563098" sldId="327"/>
            <ac:spMk id="14" creationId="{8ABBF129-2EA2-496A-F532-F59689AC36A2}"/>
          </ac:spMkLst>
        </pc:spChg>
        <pc:spChg chg="add mod">
          <ac:chgData name="Michael Whitehouse" userId="0ecba9273f6ad366" providerId="LiveId" clId="{F36E82C0-65ED-4BE7-8730-0F102FB388DD}" dt="2026-06-09T17:47:33.390" v="8297" actId="208"/>
          <ac:spMkLst>
            <pc:docMk/>
            <pc:sldMk cId="4168563098" sldId="327"/>
            <ac:spMk id="15" creationId="{39958783-9C17-A271-E6D0-7BA247A2BBAC}"/>
          </ac:spMkLst>
        </pc:spChg>
        <pc:spChg chg="add mod">
          <ac:chgData name="Michael Whitehouse" userId="0ecba9273f6ad366" providerId="LiveId" clId="{F36E82C0-65ED-4BE7-8730-0F102FB388DD}" dt="2026-06-09T17:47:33.518" v="8308" actId="139"/>
          <ac:spMkLst>
            <pc:docMk/>
            <pc:sldMk cId="4168563098" sldId="327"/>
            <ac:spMk id="16" creationId="{E6497D72-7A42-CFB6-A1E5-239A854B7A0F}"/>
          </ac:spMkLst>
        </pc:spChg>
        <pc:spChg chg="add mod">
          <ac:chgData name="Michael Whitehouse" userId="0ecba9273f6ad366" providerId="LiveId" clId="{F36E82C0-65ED-4BE7-8730-0F102FB388DD}" dt="2026-06-09T17:47:33.639" v="8319" actId="208"/>
          <ac:spMkLst>
            <pc:docMk/>
            <pc:sldMk cId="4168563098" sldId="327"/>
            <ac:spMk id="17" creationId="{43F6311B-497B-076C-9F82-8D05A60AD4D1}"/>
          </ac:spMkLst>
        </pc:spChg>
        <pc:spChg chg="add mod">
          <ac:chgData name="Michael Whitehouse" userId="0ecba9273f6ad366" providerId="LiveId" clId="{F36E82C0-65ED-4BE7-8730-0F102FB388DD}" dt="2026-06-09T17:47:33.767" v="8330" actId="139"/>
          <ac:spMkLst>
            <pc:docMk/>
            <pc:sldMk cId="4168563098" sldId="327"/>
            <ac:spMk id="18" creationId="{569DBE5C-EFD0-6045-4088-25A2881BB064}"/>
          </ac:spMkLst>
        </pc:spChg>
        <pc:spChg chg="add mod">
          <ac:chgData name="Michael Whitehouse" userId="0ecba9273f6ad366" providerId="LiveId" clId="{F36E82C0-65ED-4BE7-8730-0F102FB388DD}" dt="2026-06-09T17:47:33.891" v="8341" actId="208"/>
          <ac:spMkLst>
            <pc:docMk/>
            <pc:sldMk cId="4168563098" sldId="327"/>
            <ac:spMk id="19" creationId="{384770EA-208A-D475-3FE4-6E5F92757240}"/>
          </ac:spMkLst>
        </pc:spChg>
        <pc:spChg chg="add mod">
          <ac:chgData name="Michael Whitehouse" userId="0ecba9273f6ad366" providerId="LiveId" clId="{F36E82C0-65ED-4BE7-8730-0F102FB388DD}" dt="2026-06-09T17:47:34.014" v="8352" actId="139"/>
          <ac:spMkLst>
            <pc:docMk/>
            <pc:sldMk cId="4168563098" sldId="327"/>
            <ac:spMk id="20" creationId="{47C73522-181A-28DA-BA37-7A3BDCE79732}"/>
          </ac:spMkLst>
        </pc:spChg>
        <pc:spChg chg="add mod">
          <ac:chgData name="Michael Whitehouse" userId="0ecba9273f6ad366" providerId="LiveId" clId="{F36E82C0-65ED-4BE7-8730-0F102FB388DD}" dt="2026-06-09T17:47:34.138" v="8363" actId="208"/>
          <ac:spMkLst>
            <pc:docMk/>
            <pc:sldMk cId="4168563098" sldId="327"/>
            <ac:spMk id="21" creationId="{33BE9AE3-8586-03FF-7BDF-F665B78F80D9}"/>
          </ac:spMkLst>
        </pc:spChg>
        <pc:spChg chg="add mod">
          <ac:chgData name="Michael Whitehouse" userId="0ecba9273f6ad366" providerId="LiveId" clId="{F36E82C0-65ED-4BE7-8730-0F102FB388DD}" dt="2026-06-09T17:47:34.257" v="8372"/>
          <ac:spMkLst>
            <pc:docMk/>
            <pc:sldMk cId="4168563098" sldId="327"/>
            <ac:spMk id="22" creationId="{9A7BC582-0862-B66C-2BDD-4F748A36456C}"/>
          </ac:spMkLst>
        </pc:spChg>
        <pc:spChg chg="add mod">
          <ac:chgData name="Michael Whitehouse" userId="0ecba9273f6ad366" providerId="LiveId" clId="{F36E82C0-65ED-4BE7-8730-0F102FB388DD}" dt="2026-06-09T17:47:34.272" v="8382" actId="207"/>
          <ac:spMkLst>
            <pc:docMk/>
            <pc:sldMk cId="4168563098" sldId="327"/>
            <ac:spMk id="23" creationId="{1BD645BC-CBC9-7970-E538-F015AA183BC1}"/>
          </ac:spMkLst>
        </pc:spChg>
        <pc:spChg chg="add mod">
          <ac:chgData name="Michael Whitehouse" userId="0ecba9273f6ad366" providerId="LiveId" clId="{F36E82C0-65ED-4BE7-8730-0F102FB388DD}" dt="2026-06-09T17:47:34.286" v="8392" actId="207"/>
          <ac:spMkLst>
            <pc:docMk/>
            <pc:sldMk cId="4168563098" sldId="327"/>
            <ac:spMk id="24" creationId="{29EDFB4D-31B9-80D0-27A7-84ECF4F75383}"/>
          </ac:spMkLst>
        </pc:spChg>
      </pc:sldChg>
      <pc:sldMasterChg chg="delSp mod">
        <pc:chgData name="Michael Whitehouse" userId="0ecba9273f6ad366" providerId="LiveId" clId="{F36E82C0-65ED-4BE7-8730-0F102FB388DD}" dt="2026-06-09T17:46:04.187" v="2084"/>
        <pc:sldMasterMkLst>
          <pc:docMk/>
          <pc:sldMasterMk cId="1227072703" sldId="2147483650"/>
        </pc:sldMasterMkLst>
      </pc:sldMasterChg>
      <pc:sldMasterChg chg="delSp mod">
        <pc:chgData name="Michael Whitehouse" userId="0ecba9273f6ad366" providerId="LiveId" clId="{F36E82C0-65ED-4BE7-8730-0F102FB388DD}" dt="2026-06-09T17:46:04.195" v="2086"/>
        <pc:sldMasterMkLst>
          <pc:docMk/>
          <pc:sldMasterMk cId="1867508753" sldId="214748375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928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3" y="2532448"/>
            <a:ext cx="9630389" cy="1793104"/>
          </a:xfrm>
          <a:prstGeom prst="rect">
            <a:avLst/>
          </a:prstGeom>
          <a:noFill/>
        </p:spPr>
        <p:txBody>
          <a:bodyPr lIns="0" tIns="0" rIns="0" bIns="182880" anchor="b" anchorCtr="0"/>
          <a:lstStyle>
            <a:lvl1pPr>
              <a:defRPr sz="4706" strike="noStrike" spc="-48"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8" y="4350114"/>
            <a:ext cx="9602819" cy="738664"/>
          </a:xfrm>
          <a:prstGeom prst="rect">
            <a:avLst/>
          </a:prstGeom>
        </p:spPr>
        <p:txBody>
          <a:bodyPr/>
          <a:lstStyle>
            <a:lvl1pPr>
              <a:defRPr sz="1765">
                <a:solidFill>
                  <a:srgbClr val="000000"/>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423887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3" y="2532448"/>
            <a:ext cx="9630389" cy="1793104"/>
          </a:xfrm>
          <a:prstGeom prst="rect">
            <a:avLst/>
          </a:prstGeom>
          <a:noFill/>
        </p:spPr>
        <p:txBody>
          <a:bodyPr lIns="0" tIns="0" rIns="0" bIns="182880" anchor="b" anchorCtr="0"/>
          <a:lstStyle>
            <a:lvl1pPr>
              <a:defRPr sz="4706" strike="noStrike" spc="-48"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8" y="4350114"/>
            <a:ext cx="9602819" cy="738664"/>
          </a:xfrm>
          <a:prstGeom prst="rect">
            <a:avLst/>
          </a:prstGeom>
        </p:spPr>
        <p:txBody>
          <a:bodyPr/>
          <a:lstStyle>
            <a:lvl1pPr>
              <a:defRPr sz="1765">
                <a:solidFill>
                  <a:schemeClr val="bg1"/>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solidFill>
                <a:schemeClr val="bg1"/>
              </a:solidFill>
            </a:endParaRPr>
          </a:p>
        </p:txBody>
      </p:sp>
    </p:spTree>
    <p:extLst>
      <p:ext uri="{BB962C8B-B14F-4D97-AF65-F5344CB8AC3E}">
        <p14:creationId xmlns:p14="http://schemas.microsoft.com/office/powerpoint/2010/main" val="18977773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6" strike="noStrike" spc="-48"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765">
                <a:solidFill>
                  <a:srgbClr val="000000"/>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88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1322347538"/>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6" strike="noStrike" spc="-48"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765">
                <a:solidFill>
                  <a:schemeClr val="tx1"/>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6600946" y="859777"/>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696"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696"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696"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696"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696"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696"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696"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696"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696"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696"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696"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696"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696"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696"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696"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696"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696"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696"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696"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696"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696"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696"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696"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696"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924918947"/>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6" strike="noStrike" spc="-48"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765">
                <a:solidFill>
                  <a:schemeClr val="tx1"/>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111903"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7"/>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696"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696"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696"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696"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696"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696"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696"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696"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696"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696"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696"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696"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696"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696"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696"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696"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696"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696"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696"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696"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696"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696"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696"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696" dirty="0"/>
            </a:p>
          </p:txBody>
        </p:sp>
      </p:grpSp>
    </p:spTree>
    <p:extLst>
      <p:ext uri="{BB962C8B-B14F-4D97-AF65-F5344CB8AC3E}">
        <p14:creationId xmlns:p14="http://schemas.microsoft.com/office/powerpoint/2010/main" val="684754547"/>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015947240"/>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196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201797631"/>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2" y="1456898"/>
            <a:ext cx="11340811" cy="2051844"/>
          </a:xfrm>
        </p:spPr>
        <p:txBody>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58006808"/>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2" y="1456898"/>
            <a:ext cx="11340811" cy="2051844"/>
          </a:xfrm>
        </p:spPr>
        <p:txBody>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1"/>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7"/>
            <a:ext cx="11341268" cy="492443"/>
          </a:xfrm>
        </p:spPr>
        <p:txBody>
          <a:bodyPr anchor="ctr"/>
          <a:lstStyle>
            <a:lvl1pPr>
              <a:defRPr sz="196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865760402"/>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7"/>
            <a:ext cx="5543785" cy="3762803"/>
          </a:xfrm>
          <a:solidFill>
            <a:schemeClr val="bg1">
              <a:lumMod val="95000"/>
            </a:schemeClr>
          </a:solidFill>
        </p:spPr>
        <p:txBody>
          <a:bodyPr lIns="137160">
            <a:noAutofit/>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7"/>
            <a:ext cx="5543550" cy="3762803"/>
          </a:xfrm>
          <a:solidFill>
            <a:schemeClr val="bg1">
              <a:lumMod val="95000"/>
            </a:schemeClr>
          </a:solidFill>
        </p:spPr>
        <p:txBody>
          <a:bodyPr lIns="137160">
            <a:noAutofit/>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464936398"/>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1"/>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4018901902"/>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8"/>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1"/>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8"/>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647000252"/>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1704996"/>
          </a:xfrm>
          <a:solidFill>
            <a:schemeClr val="bg1">
              <a:lumMod val="95000"/>
            </a:schemeClr>
          </a:solidFill>
        </p:spPr>
        <p:txBody>
          <a:bodyPr lIns="137160" rIns="137160"/>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2" y="1456896"/>
            <a:ext cx="5531577" cy="1704996"/>
          </a:xfrm>
          <a:solidFill>
            <a:schemeClr val="bg1">
              <a:lumMod val="95000"/>
            </a:schemeClr>
          </a:solidFill>
        </p:spPr>
        <p:txBody>
          <a:bodyPr lIns="137160" rIns="137160"/>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676111584"/>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8"/>
            <a:ext cx="7695070" cy="1224434"/>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15626575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0273188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691126"/>
            <a:ext cx="7695070" cy="822645"/>
          </a:xfrm>
        </p:spPr>
        <p:txBody>
          <a:bodyPr vert="horz" wrap="square" lIns="0" tIns="0" rIns="0" bIns="0" rtlCol="0" anchor="ctr">
            <a:noAutofit/>
          </a:bodyPr>
          <a:lstStyle>
            <a:lvl2pPr>
              <a:defRPr lang="en-US" sz="1765"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765"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765"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765"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8"/>
            <a:ext cx="7695070" cy="822645"/>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8"/>
            <a:ext cx="7695070" cy="822645"/>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56545904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90" y="466348"/>
            <a:ext cx="7695069" cy="675889"/>
          </a:xfrm>
        </p:spPr>
        <p:txBody>
          <a:bodyPr vert="horz" wrap="square" lIns="0" tIns="0" rIns="0" bIns="0" rtlCol="0" anchor="ctr">
            <a:noAutofit/>
          </a:bodyPr>
          <a:lstStyle>
            <a:lvl2pPr>
              <a:defRPr lang="en-US" sz="1569"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90" y="1216264"/>
            <a:ext cx="7695069" cy="675889"/>
          </a:xfrm>
        </p:spPr>
        <p:txBody>
          <a:bodyPr vert="horz" wrap="square" lIns="0" tIns="0" rIns="0" bIns="0" rtlCol="0" anchor="ctr">
            <a:noAutofit/>
          </a:bodyPr>
          <a:lstStyle>
            <a:lvl2pPr>
              <a:defRPr lang="en-US" sz="1569"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90" y="1966180"/>
            <a:ext cx="7695069" cy="675889"/>
          </a:xfrm>
        </p:spPr>
        <p:txBody>
          <a:bodyPr vert="horz" wrap="square" lIns="0" tIns="0" rIns="0" bIns="0" rtlCol="0" anchor="ctr">
            <a:noAutofit/>
          </a:bodyPr>
          <a:lstStyle>
            <a:lvl2pPr>
              <a:defRPr lang="en-US" sz="1569"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90" y="2716096"/>
            <a:ext cx="7695069" cy="675889"/>
          </a:xfrm>
        </p:spPr>
        <p:txBody>
          <a:bodyPr vert="horz" wrap="square" lIns="0" tIns="0" rIns="0" bIns="0" rtlCol="0" anchor="ctr">
            <a:noAutofit/>
          </a:bodyPr>
          <a:lstStyle>
            <a:lvl2pPr>
              <a:defRPr lang="en-US" sz="1569"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90" y="3466013"/>
            <a:ext cx="7695069" cy="675889"/>
          </a:xfrm>
        </p:spPr>
        <p:txBody>
          <a:bodyPr vert="horz" wrap="square" lIns="0" tIns="0" rIns="0" bIns="0" rtlCol="0" anchor="ctr">
            <a:noAutofit/>
          </a:bodyPr>
          <a:lstStyle>
            <a:lvl2pPr>
              <a:defRPr lang="en-US" sz="1569"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90" y="4215929"/>
            <a:ext cx="7695069"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90" y="4965845"/>
            <a:ext cx="7695069"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90" y="5715764"/>
            <a:ext cx="7695069"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99298073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2"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3"/>
            <a:ext cx="3330574" cy="675889"/>
          </a:xfrm>
        </p:spPr>
        <p:txBody>
          <a:bodyPr vert="horz" wrap="square" lIns="0" tIns="0" rIns="0" bIns="0" rtlCol="0" anchor="ctr">
            <a:noAutofit/>
          </a:bodyPr>
          <a:lstStyle>
            <a:lvl2pPr>
              <a:defRPr lang="en-US" sz="1373"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7"/>
            <a:ext cx="3330574" cy="675889"/>
          </a:xfrm>
        </p:spPr>
        <p:txBody>
          <a:bodyPr vert="horz" wrap="square" lIns="0" tIns="0" rIns="0" bIns="0" rtlCol="0" anchor="ctr">
            <a:noAutofit/>
          </a:bodyPr>
          <a:lstStyle>
            <a:lvl2pPr>
              <a:defRPr lang="en-US" sz="1373"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5"/>
            <a:ext cx="3330574"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9"/>
            <a:ext cx="3330574"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2" y="466348"/>
            <a:ext cx="3442157"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2" y="1308613"/>
            <a:ext cx="3442157" cy="675889"/>
          </a:xfrm>
        </p:spPr>
        <p:txBody>
          <a:bodyPr vert="horz" wrap="square" lIns="0" tIns="0" rIns="0" bIns="0" rtlCol="0" anchor="ctr">
            <a:noAutofit/>
          </a:bodyPr>
          <a:lstStyle>
            <a:lvl2pPr>
              <a:defRPr lang="en-US" sz="1373"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2" y="2150877"/>
            <a:ext cx="3442157" cy="675889"/>
          </a:xfrm>
        </p:spPr>
        <p:txBody>
          <a:bodyPr vert="horz" wrap="square" lIns="0" tIns="0" rIns="0" bIns="0" rtlCol="0" anchor="ctr">
            <a:noAutofit/>
          </a:bodyPr>
          <a:lstStyle>
            <a:lvl2pPr>
              <a:defRPr lang="en-US" sz="1373"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2" y="2993140"/>
            <a:ext cx="3442157"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2" y="3835405"/>
            <a:ext cx="3442157"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2" y="4677669"/>
            <a:ext cx="3442157"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2" y="5519930"/>
            <a:ext cx="3442157"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47165624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60"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57"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418645" y="4708216"/>
            <a:ext cx="3652931" cy="333809"/>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5" y="5014829"/>
            <a:ext cx="3652931" cy="954107"/>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rgbClr val="000000"/>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6"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57"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71" y="4708215"/>
            <a:ext cx="3618381" cy="584775"/>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71" y="5014829"/>
            <a:ext cx="3618381" cy="954107"/>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rgbClr val="000000"/>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9"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57"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8144085" y="4708215"/>
            <a:ext cx="3618381" cy="584775"/>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5" y="5014829"/>
            <a:ext cx="3618381" cy="954107"/>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rgbClr val="000000"/>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247333267"/>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530" spc="-48" baseline="0" dirty="0">
                <a:solidFill>
                  <a:schemeClr val="bg1"/>
                </a:solidFill>
              </a:defRPr>
            </a:lvl1pPr>
          </a:lstStyle>
          <a:p>
            <a:pPr marL="0" lvl="0">
              <a:lnSpc>
                <a:spcPts val="5383"/>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8"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77803071"/>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8"/>
            <a:ext cx="5579310" cy="294953"/>
          </a:xfrm>
          <a:prstGeom prst="rect">
            <a:avLst/>
          </a:prstGeom>
        </p:spPr>
        <p:txBody>
          <a:bodyPr wrap="square" lIns="0" tIns="0" rIns="0" bIns="0">
            <a:spAutoFit/>
          </a:bodyPr>
          <a:lstStyle>
            <a:lvl1pPr marL="0" indent="0">
              <a:lnSpc>
                <a:spcPts val="2307"/>
              </a:lnSpc>
              <a:buNone/>
              <a:defRPr lang="en-US" sz="1961" kern="1200" spc="0" baseline="0" dirty="0">
                <a:solidFill>
                  <a:schemeClr val="tx1"/>
                </a:solidFill>
                <a:latin typeface="+mj-lt"/>
                <a:ea typeface="+mn-ea"/>
                <a:cs typeface="+mn-cs"/>
              </a:defRPr>
            </a:lvl1pPr>
            <a:lvl2pPr marL="219727" indent="0">
              <a:buNone/>
              <a:defRPr/>
            </a:lvl2pPr>
            <a:lvl3pPr marL="439453" indent="0">
              <a:buNone/>
              <a:defRPr/>
            </a:lvl3pPr>
            <a:lvl4pPr marL="659180" indent="0">
              <a:buNone/>
              <a:defRPr/>
            </a:lvl4pPr>
            <a:lvl5pPr marL="87890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5" y="2161629"/>
            <a:ext cx="5579311" cy="338554"/>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24246"/>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5" y="3628878"/>
            <a:ext cx="5579311" cy="338554"/>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3"/>
            <a:ext cx="5579310" cy="724246"/>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4" y="-1"/>
            <a:ext cx="5973053" cy="6858001"/>
          </a:xfrm>
          <a:prstGeom prst="rect">
            <a:avLst/>
          </a:prstGeom>
          <a:blipFill>
            <a:blip r:embed="rId2"/>
            <a:stretch>
              <a:fillRect/>
            </a:stretch>
          </a:blipFill>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882" dirty="0"/>
          </a:p>
        </p:txBody>
      </p:sp>
    </p:spTree>
    <p:extLst>
      <p:ext uri="{BB962C8B-B14F-4D97-AF65-F5344CB8AC3E}">
        <p14:creationId xmlns:p14="http://schemas.microsoft.com/office/powerpoint/2010/main" val="2256351273"/>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353" kern="1200" spc="0" baseline="0" dirty="0">
                <a:solidFill>
                  <a:schemeClr val="tx1"/>
                </a:solidFill>
                <a:latin typeface="+mj-lt"/>
                <a:ea typeface="+mn-ea"/>
                <a:cs typeface="+mn-cs"/>
              </a:defRPr>
            </a:lvl1pPr>
            <a:lvl2pPr marL="219727" indent="0">
              <a:buNone/>
              <a:defRPr/>
            </a:lvl2pPr>
            <a:lvl3pPr marL="439453" indent="0">
              <a:buNone/>
              <a:defRPr/>
            </a:lvl3pPr>
            <a:lvl4pPr marL="659180" indent="0">
              <a:buNone/>
              <a:defRPr/>
            </a:lvl4pPr>
            <a:lvl5pPr marL="87890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7"/>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9"/>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80"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810286028"/>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353" kern="1200" spc="0" baseline="0" dirty="0">
                <a:solidFill>
                  <a:schemeClr val="tx1"/>
                </a:solidFill>
                <a:latin typeface="+mj-lt"/>
                <a:ea typeface="+mn-ea"/>
                <a:cs typeface="+mn-cs"/>
              </a:defRPr>
            </a:lvl1pPr>
            <a:lvl2pPr marL="219727" indent="0">
              <a:buNone/>
              <a:defRPr/>
            </a:lvl2pPr>
            <a:lvl3pPr marL="439453" indent="0">
              <a:buNone/>
              <a:defRPr/>
            </a:lvl3pPr>
            <a:lvl4pPr marL="659180" indent="0">
              <a:buNone/>
              <a:defRPr/>
            </a:lvl4pPr>
            <a:lvl5pPr marL="87890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1"/>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2"/>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4" y="-1"/>
            <a:ext cx="5973053" cy="6858001"/>
          </a:xfrm>
          <a:prstGeom prst="rect">
            <a:avLst/>
          </a:prstGeom>
          <a:blipFill>
            <a:blip r:embed="rId2"/>
            <a:stretch>
              <a:fillRect/>
            </a:stretch>
          </a:blipFill>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882" dirty="0"/>
          </a:p>
        </p:txBody>
      </p:sp>
    </p:spTree>
    <p:extLst>
      <p:ext uri="{BB962C8B-B14F-4D97-AF65-F5344CB8AC3E}">
        <p14:creationId xmlns:p14="http://schemas.microsoft.com/office/powerpoint/2010/main" val="905211271"/>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8"/>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1"/>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4"/>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8"/>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80"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798385614"/>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8"/>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1"/>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4"/>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8"/>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80"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077805043"/>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9"/>
            <a:ext cx="5408119" cy="589905"/>
          </a:xfrm>
          <a:prstGeom prst="rect">
            <a:avLst/>
          </a:prstGeom>
        </p:spPr>
        <p:txBody>
          <a:bodyPr wrap="square" lIns="0" tIns="0" rIns="0" bIns="0">
            <a:spAutoFit/>
          </a:bodyPr>
          <a:lstStyle>
            <a:lvl1pPr marL="0" indent="0">
              <a:lnSpc>
                <a:spcPts val="2307"/>
              </a:lnSpc>
              <a:buNone/>
              <a:defRPr sz="2353" b="0" i="0" spc="0">
                <a:solidFill>
                  <a:schemeClr val="tx1"/>
                </a:solidFill>
                <a:latin typeface="+mj-lt"/>
              </a:defRPr>
            </a:lvl1pPr>
            <a:lvl2pPr marL="219727" indent="0">
              <a:buNone/>
              <a:defRPr/>
            </a:lvl2pPr>
            <a:lvl3pPr marL="439453" indent="0">
              <a:buNone/>
              <a:defRPr/>
            </a:lvl3pPr>
            <a:lvl4pPr marL="659180" indent="0">
              <a:buNone/>
              <a:defRPr/>
            </a:lvl4pPr>
            <a:lvl5pPr marL="87890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177"/>
              </a:spcAft>
              <a:buFont typeface="Arial" panose="020B0604020202020204" pitchFamily="34" charset="0"/>
              <a:buNone/>
              <a:defRPr sz="1373"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5" y="148105"/>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61" y="1280614"/>
            <a:ext cx="5834041" cy="4319326"/>
          </a:xfrm>
          <a:prstGeom prst="rect">
            <a:avLst/>
          </a:prstGeom>
        </p:spPr>
        <p:txBody>
          <a:bodyPr anchor="ctr" anchorCtr="0">
            <a:noAutofit/>
          </a:bodyPr>
          <a:lstStyle>
            <a:lvl1pPr algn="ctr">
              <a:defRPr sz="3460">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625372065"/>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8"/>
            <a:ext cx="7660076" cy="4311543"/>
          </a:xfrm>
          <a:prstGeom prst="rect">
            <a:avLst/>
          </a:prstGeom>
        </p:spPr>
        <p:txBody>
          <a:bodyPr anchor="ctr" anchorCtr="0">
            <a:noAutofit/>
          </a:bodyPr>
          <a:lstStyle>
            <a:lvl1pPr algn="ctr">
              <a:defRPr sz="3460">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235334261"/>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8" y="1950781"/>
            <a:ext cx="3618377" cy="3534843"/>
          </a:xfrm>
          <a:prstGeom prst="rect">
            <a:avLst/>
          </a:prstGeom>
        </p:spPr>
        <p:txBody>
          <a:bodyPr anchor="ctr">
            <a:noAutofit/>
          </a:bodyPr>
          <a:lstStyle>
            <a:lvl1pPr marL="0" indent="0" algn="ctr">
              <a:buNone/>
              <a:defRPr sz="2307">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2"/>
            <a:ext cx="3629278" cy="276999"/>
          </a:xfrm>
          <a:prstGeom prst="rect">
            <a:avLst/>
          </a:prstGeom>
        </p:spPr>
        <p:txBody>
          <a:bodyPr tIns="0"/>
          <a:lstStyle>
            <a:lvl1pPr>
              <a:lnSpc>
                <a:spcPct val="100000"/>
              </a:lnSpc>
              <a:defRPr lang="en-US" sz="1177"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4" y="5947380"/>
            <a:ext cx="3618381" cy="307777"/>
          </a:xfrm>
          <a:prstGeom prst="rect">
            <a:avLst/>
          </a:prstGeom>
        </p:spPr>
        <p:txBody>
          <a:bodyPr lIns="0" tIns="0" rIns="0" bIns="0"/>
          <a:lstStyle>
            <a:lvl1pPr marL="0" indent="0">
              <a:lnSpc>
                <a:spcPct val="100000"/>
              </a:lnSpc>
              <a:spcBef>
                <a:spcPts val="865"/>
              </a:spcBef>
              <a:buFont typeface="Arial" panose="020B0604020202020204" pitchFamily="34" charset="0"/>
              <a:buNone/>
              <a:defRPr sz="981"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4" y="1950781"/>
            <a:ext cx="3607487" cy="3534843"/>
          </a:xfrm>
          <a:prstGeom prst="rect">
            <a:avLst/>
          </a:prstGeom>
        </p:spPr>
        <p:txBody>
          <a:bodyPr anchor="ctr">
            <a:noAutofit/>
          </a:bodyPr>
          <a:lstStyle>
            <a:lvl1pPr marL="0" indent="0" algn="ctr">
              <a:buNone/>
              <a:defRPr sz="2307">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2"/>
            <a:ext cx="3629278" cy="276999"/>
          </a:xfrm>
          <a:prstGeom prst="rect">
            <a:avLst/>
          </a:prstGeom>
        </p:spPr>
        <p:txBody>
          <a:bodyPr tIns="0"/>
          <a:lstStyle>
            <a:lvl1pPr>
              <a:lnSpc>
                <a:spcPct val="100000"/>
              </a:lnSpc>
              <a:defRPr lang="en-US" sz="1177"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4" y="5947380"/>
            <a:ext cx="3607487" cy="307777"/>
          </a:xfrm>
          <a:prstGeom prst="rect">
            <a:avLst/>
          </a:prstGeom>
        </p:spPr>
        <p:txBody>
          <a:bodyPr vert="horz" wrap="square" lIns="0" tIns="0" rIns="0" bIns="0" rtlCol="0">
            <a:spAutoFit/>
          </a:bodyPr>
          <a:lstStyle>
            <a:lvl1pPr>
              <a:lnSpc>
                <a:spcPct val="100000"/>
              </a:lnSpc>
              <a:tabLst/>
              <a:defRPr lang="en-US" sz="981"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4" y="1950781"/>
            <a:ext cx="3623051" cy="3534843"/>
          </a:xfrm>
          <a:prstGeom prst="rect">
            <a:avLst/>
          </a:prstGeom>
        </p:spPr>
        <p:txBody>
          <a:bodyPr anchor="ctr">
            <a:noAutofit/>
          </a:bodyPr>
          <a:lstStyle>
            <a:lvl1pPr marL="0" indent="0" algn="ctr">
              <a:buNone/>
              <a:defRPr sz="2307">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5" y="5947380"/>
            <a:ext cx="3607487" cy="307777"/>
          </a:xfrm>
          <a:prstGeom prst="rect">
            <a:avLst/>
          </a:prstGeom>
        </p:spPr>
        <p:txBody>
          <a:bodyPr vert="horz" wrap="square" lIns="0" tIns="0" rIns="0" bIns="0" rtlCol="0">
            <a:spAutoFit/>
          </a:bodyPr>
          <a:lstStyle>
            <a:lvl1pPr>
              <a:lnSpc>
                <a:spcPct val="100000"/>
              </a:lnSpc>
              <a:tabLst/>
              <a:defRPr lang="en-US" sz="981"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2"/>
            <a:ext cx="3629278" cy="276999"/>
          </a:xfrm>
          <a:prstGeom prst="rect">
            <a:avLst/>
          </a:prstGeom>
        </p:spPr>
        <p:txBody>
          <a:bodyPr tIns="0"/>
          <a:lstStyle>
            <a:lvl1pPr>
              <a:lnSpc>
                <a:spcPct val="100000"/>
              </a:lnSpc>
              <a:defRPr lang="en-US" sz="1177"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445091110"/>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3665822"/>
            <a:ext cx="11343820" cy="543185"/>
          </a:xfrm>
          <a:prstGeom prst="rect">
            <a:avLst/>
          </a:prstGeom>
        </p:spPr>
        <p:txBody>
          <a:bodyPr anchor="ctr" anchorCtr="0"/>
          <a:lstStyle>
            <a:lvl1pPr algn="ctr">
              <a:defRPr sz="2353"/>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012126740"/>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953122401"/>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1" y="1994072"/>
            <a:ext cx="3650357"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2" y="1994072"/>
            <a:ext cx="3650357"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912843271"/>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1" y="19940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2" y="19940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91" y="39244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2" y="39244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675365953"/>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245487070"/>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612452943"/>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9284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535134398"/>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602742279"/>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61" y="1456896"/>
            <a:ext cx="10383899" cy="728448"/>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3"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1" y="2303329"/>
            <a:ext cx="10383899" cy="728448"/>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3"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1" y="3149762"/>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3"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1" y="3996194"/>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3"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1" y="4842627"/>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3"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61" y="5689059"/>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526732724"/>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5"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5"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867778279"/>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5"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5"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5"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5"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025563363"/>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4" y="1457323"/>
            <a:ext cx="5578933"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2" y="2628195"/>
            <a:ext cx="5539341"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2" y="1457323"/>
            <a:ext cx="5572801"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3"/>
            <a:ext cx="5562182"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2" y="3664464"/>
            <a:ext cx="5539341"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2" y="4700731"/>
            <a:ext cx="5539341"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33972445"/>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5" y="2628195"/>
            <a:ext cx="3618381"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4" y="2628195"/>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6" y="2628195"/>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5" y="3664463"/>
            <a:ext cx="3618381"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4" y="3664464"/>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6" y="3664464"/>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5" y="4700731"/>
            <a:ext cx="3618381"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4" y="4700731"/>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6" y="4700731"/>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5"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5"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589957939"/>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745"/>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745"/>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745"/>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85505191"/>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96345376"/>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36887" y="159692"/>
            <a:ext cx="2635247" cy="871753"/>
          </a:xfrm>
          <a:prstGeom prst="rect">
            <a:avLst/>
          </a:prstGeom>
        </p:spPr>
      </p:pic>
    </p:spTree>
    <p:extLst>
      <p:ext uri="{BB962C8B-B14F-4D97-AF65-F5344CB8AC3E}">
        <p14:creationId xmlns:p14="http://schemas.microsoft.com/office/powerpoint/2010/main" val="4235756491"/>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89377"/>
            <a:ext cx="8892608" cy="479247"/>
          </a:xfrm>
          <a:noFill/>
        </p:spPr>
        <p:txBody>
          <a:bodyPr wrap="square" lIns="0" tIns="0" rIns="0" bIns="0" anchor="ctr" anchorCtr="0">
            <a:spAutoFit/>
          </a:bodyPr>
          <a:lstStyle>
            <a:lvl1pPr algn="l" defTabSz="914378" rtl="0" eaLnBrk="1" latinLnBrk="0" hangingPunct="1">
              <a:lnSpc>
                <a:spcPct val="90000"/>
              </a:lnSpc>
              <a:spcBef>
                <a:spcPct val="0"/>
              </a:spcBef>
              <a:buNone/>
              <a:defRPr lang="en-US" sz="3460" b="0" kern="1200" cap="none" spc="-49"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8946917" y="6456572"/>
            <a:ext cx="3245085" cy="133113"/>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65" dirty="0"/>
          </a:p>
        </p:txBody>
      </p:sp>
    </p:spTree>
    <p:extLst>
      <p:ext uri="{BB962C8B-B14F-4D97-AF65-F5344CB8AC3E}">
        <p14:creationId xmlns:p14="http://schemas.microsoft.com/office/powerpoint/2010/main" val="140849832"/>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27822"/>
            <a:ext cx="2457386" cy="402359"/>
          </a:xfrm>
          <a:prstGeom prst="rect">
            <a:avLst/>
          </a:prstGeom>
        </p:spPr>
        <p:txBody>
          <a:bodyPr wrap="square" lIns="0" tIns="0" rIns="0" bIns="0" anchor="ctr">
            <a:spAutoFit/>
          </a:bodyPr>
          <a:lstStyle>
            <a:lvl1pPr>
              <a:lnSpc>
                <a:spcPts val="3076"/>
              </a:lnSpc>
              <a:defRPr sz="2691"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8946917" y="6456572"/>
            <a:ext cx="3245085" cy="133113"/>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65" dirty="0"/>
          </a:p>
        </p:txBody>
      </p:sp>
    </p:spTree>
    <p:extLst>
      <p:ext uri="{BB962C8B-B14F-4D97-AF65-F5344CB8AC3E}">
        <p14:creationId xmlns:p14="http://schemas.microsoft.com/office/powerpoint/2010/main" val="3219835258"/>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418643" y="1456899"/>
            <a:ext cx="11341268" cy="19676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4603023"/>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613" spc="-48" baseline="0" dirty="0">
                <a:solidFill>
                  <a:srgbClr val="FFFFFF"/>
                </a:solidFill>
              </a:defRPr>
            </a:lvl1pPr>
          </a:lstStyle>
          <a:p>
            <a:pPr marL="0" lvl="0">
              <a:lnSpc>
                <a:spcPts val="5383"/>
              </a:lnSpc>
            </a:pPr>
            <a:r>
              <a:rPr lang="en-US"/>
              <a:t>Section title</a:t>
            </a:r>
          </a:p>
        </p:txBody>
      </p:sp>
    </p:spTree>
    <p:extLst>
      <p:ext uri="{BB962C8B-B14F-4D97-AF65-F5344CB8AC3E}">
        <p14:creationId xmlns:p14="http://schemas.microsoft.com/office/powerpoint/2010/main" val="1170198420"/>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922970"/>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584200" y="585789"/>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4" y="3573655"/>
            <a:ext cx="5686955" cy="1086451"/>
          </a:xfrm>
          <a:noFill/>
        </p:spPr>
        <p:txBody>
          <a:bodyPr wrap="square" lIns="0" tIns="0" rIns="0" bIns="0" anchor="b" anchorCtr="0">
            <a:spAutoFit/>
          </a:bodyPr>
          <a:lstStyle>
            <a:lvl1pPr>
              <a:defRPr sz="3922" b="0" i="0" spc="-49"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981"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9254252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3" y="3456938"/>
            <a:ext cx="6345239" cy="543226"/>
          </a:xfrm>
          <a:noFill/>
        </p:spPr>
        <p:txBody>
          <a:bodyPr wrap="square" lIns="0" tIns="0" rIns="0" bIns="0" anchor="b" anchorCtr="0">
            <a:spAutoFit/>
          </a:bodyPr>
          <a:lstStyle>
            <a:lvl1pPr>
              <a:defRPr sz="3922" b="0" i="0" spc="-49"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8553592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7"/>
            <a:ext cx="8193024" cy="492443"/>
          </a:xfrm>
        </p:spPr>
        <p:txBody>
          <a:bodyPr/>
          <a:lstStyle>
            <a:lvl1pPr>
              <a:defRPr sz="3138"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91" y="1818178"/>
            <a:ext cx="5033361" cy="516616"/>
          </a:xfrm>
          <a:prstGeom prst="rect">
            <a:avLst/>
          </a:prstGeom>
        </p:spPr>
        <p:txBody>
          <a:bodyPr wrap="square">
            <a:spAutoFit/>
          </a:bodyPr>
          <a:lstStyle>
            <a:lvl1pPr marL="211690" indent="-211690">
              <a:lnSpc>
                <a:spcPct val="100000"/>
              </a:lnSpc>
              <a:spcBef>
                <a:spcPts val="0"/>
              </a:spcBef>
              <a:spcAft>
                <a:spcPts val="1177"/>
              </a:spcAft>
              <a:buFont typeface="Arial" panose="020B0604020202020204" pitchFamily="34" charset="0"/>
              <a:buChar char="•"/>
              <a:defRPr sz="2157">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Tree>
    <p:extLst>
      <p:ext uri="{BB962C8B-B14F-4D97-AF65-F5344CB8AC3E}">
        <p14:creationId xmlns:p14="http://schemas.microsoft.com/office/powerpoint/2010/main" val="142979362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7"/>
            <a:ext cx="8193024" cy="492443"/>
          </a:xfrm>
        </p:spPr>
        <p:txBody>
          <a:bodyPr/>
          <a:lstStyle>
            <a:lvl1pPr>
              <a:defRPr sz="3138"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91" y="1818177"/>
            <a:ext cx="4719695" cy="331950"/>
          </a:xfrm>
          <a:prstGeom prst="rect">
            <a:avLst/>
          </a:prstGeom>
        </p:spPr>
        <p:txBody>
          <a:bodyPr vert="horz" wrap="square" lIns="0" tIns="0" rIns="0" bIns="0" rtlCol="0">
            <a:spAutoFit/>
          </a:bodyPr>
          <a:lstStyle>
            <a:lvl1pPr>
              <a:defRPr lang="en-US" sz="2157"/>
            </a:lvl1pPr>
          </a:lstStyle>
          <a:p>
            <a:pPr marL="211690" lvl="0" indent="-211690">
              <a:spcBef>
                <a:spcPts val="0"/>
              </a:spcBef>
              <a:spcAft>
                <a:spcPts val="1177"/>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40" y="1818177"/>
            <a:ext cx="4719695" cy="331950"/>
          </a:xfrm>
          <a:prstGeom prst="rect">
            <a:avLst/>
          </a:prstGeom>
        </p:spPr>
        <p:txBody>
          <a:bodyPr vert="horz" wrap="square" lIns="0" tIns="0" rIns="0" bIns="0" rtlCol="0">
            <a:spAutoFit/>
          </a:bodyPr>
          <a:lstStyle>
            <a:lvl1pPr>
              <a:defRPr lang="en-US" sz="2157"/>
            </a:lvl1pPr>
          </a:lstStyle>
          <a:p>
            <a:pPr marL="211690" lvl="0" indent="-211690">
              <a:spcBef>
                <a:spcPts val="0"/>
              </a:spcBef>
              <a:spcAft>
                <a:spcPts val="1177"/>
              </a:spcAft>
            </a:pPr>
            <a:r>
              <a:rPr lang="en-US"/>
              <a:t>Click to edit Master text styles</a:t>
            </a:r>
          </a:p>
        </p:txBody>
      </p:sp>
    </p:spTree>
    <p:extLst>
      <p:ext uri="{BB962C8B-B14F-4D97-AF65-F5344CB8AC3E}">
        <p14:creationId xmlns:p14="http://schemas.microsoft.com/office/powerpoint/2010/main" val="288057095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196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5749038"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3"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28"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74636237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3" y="2448062"/>
            <a:ext cx="10430257" cy="1015663"/>
          </a:xfrm>
        </p:spPr>
        <p:txBody>
          <a:bodyPr anchor="b" anchorCtr="0"/>
          <a:lstStyle>
            <a:lvl1pPr>
              <a:defRPr sz="6471" spc="-98"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4"/>
            <a:ext cx="4712686"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0005" indent="-125520">
              <a:spcAft>
                <a:spcPts val="0"/>
              </a:spcAft>
              <a:buFont typeface="Arial" panose="020B0604020202020204" pitchFamily="34" charset="0"/>
              <a:buChar char="•"/>
              <a:defRPr>
                <a:solidFill>
                  <a:schemeClr val="tx1"/>
                </a:solidFill>
              </a:defRPr>
            </a:lvl2pPr>
            <a:lvl3pPr marL="376559" indent="-116554">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4"/>
            <a:ext cx="3765954" cy="1540550"/>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0005" indent="-125520">
              <a:spcAft>
                <a:spcPts val="0"/>
              </a:spcAft>
              <a:buFont typeface="Arial" panose="020B0604020202020204" pitchFamily="34" charset="0"/>
              <a:buChar char="•"/>
              <a:defRPr>
                <a:solidFill>
                  <a:schemeClr val="tx1"/>
                </a:solidFill>
              </a:defRPr>
            </a:lvl2pPr>
            <a:lvl3pPr marL="376559" indent="-116554">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73375580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3474"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7"/>
            <a:ext cx="11013474"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1670433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3" y="585217"/>
            <a:ext cx="11011601"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201" y="1386766"/>
            <a:ext cx="11011601" cy="516616"/>
          </a:xfrm>
          <a:prstGeom prst="rect">
            <a:avLst/>
          </a:prstGeom>
        </p:spPr>
        <p:txBody>
          <a:bodyPr anchor="t"/>
          <a:lstStyle>
            <a:lvl1pPr marL="0" indent="0">
              <a:spcBef>
                <a:spcPts val="0"/>
              </a:spcBef>
              <a:buNone/>
              <a:defRPr sz="215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34810659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3" y="585217"/>
            <a:ext cx="11011601"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516616"/>
          </a:xfrm>
          <a:prstGeom prst="rect">
            <a:avLst/>
          </a:prstGeom>
        </p:spPr>
        <p:txBody>
          <a:bodyPr anchor="t"/>
          <a:lstStyle>
            <a:lvl1pPr marL="0" indent="0">
              <a:spcBef>
                <a:spcPts val="0"/>
              </a:spcBef>
              <a:buNone/>
              <a:defRPr sz="215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5"/>
            <a:ext cx="5361973"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117434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7"/>
            <a:ext cx="5217510"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8971" indent="-134485">
              <a:spcAft>
                <a:spcPts val="0"/>
              </a:spcAft>
              <a:buFont typeface="Arial" panose="020B0604020202020204" pitchFamily="34" charset="0"/>
              <a:buChar char="•"/>
              <a:defRPr>
                <a:solidFill>
                  <a:schemeClr val="tx1"/>
                </a:solidFill>
              </a:defRPr>
            </a:lvl2pPr>
            <a:lvl3pPr marL="403456" indent="-134485">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7"/>
            <a:ext cx="5187106"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8971" indent="-134485">
              <a:spcAft>
                <a:spcPts val="0"/>
              </a:spcAft>
              <a:buFont typeface="Arial" panose="020B0604020202020204" pitchFamily="34" charset="0"/>
              <a:buChar char="•"/>
              <a:defRPr>
                <a:solidFill>
                  <a:schemeClr val="tx1"/>
                </a:solidFill>
              </a:defRPr>
            </a:lvl2pPr>
            <a:lvl3pPr marL="403456" indent="-134485">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9182219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516616"/>
          </a:xfrm>
          <a:prstGeom prst="rect">
            <a:avLst/>
          </a:prstGeom>
        </p:spPr>
        <p:txBody>
          <a:bodyPr anchor="t"/>
          <a:lstStyle>
            <a:lvl1pPr marL="0" indent="0">
              <a:spcBef>
                <a:spcPts val="0"/>
              </a:spcBef>
              <a:buNone/>
              <a:defRPr sz="215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5"/>
            <a:ext cx="5217510"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516616"/>
          </a:xfrm>
          <a:prstGeom prst="rect">
            <a:avLst/>
          </a:prstGeom>
        </p:spPr>
        <p:txBody>
          <a:bodyPr anchor="t"/>
          <a:lstStyle>
            <a:lvl1pPr marL="0" indent="0">
              <a:spcBef>
                <a:spcPts val="0"/>
              </a:spcBef>
              <a:buNone/>
              <a:defRPr sz="2157">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5"/>
            <a:ext cx="5187106"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711025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1"/>
            <a:ext cx="3479198"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1"/>
            <a:ext cx="3479198"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1"/>
            <a:ext cx="3479198"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6799845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2" y="1594155"/>
            <a:ext cx="3479071" cy="486415"/>
          </a:xfrm>
          <a:prstGeom prst="rect">
            <a:avLst/>
          </a:prstGeom>
        </p:spPr>
        <p:txBody>
          <a:bodyPr anchor="t"/>
          <a:lstStyle>
            <a:lvl1pPr marL="0" indent="0">
              <a:spcBef>
                <a:spcPts val="0"/>
              </a:spcBef>
              <a:buNone/>
              <a:defRPr sz="196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2" y="2286001"/>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1594155"/>
            <a:ext cx="3479071" cy="486415"/>
          </a:xfrm>
          <a:prstGeom prst="rect">
            <a:avLst/>
          </a:prstGeom>
        </p:spPr>
        <p:txBody>
          <a:bodyPr anchor="t"/>
          <a:lstStyle>
            <a:lvl1pPr marL="0" indent="0">
              <a:spcBef>
                <a:spcPts val="0"/>
              </a:spcBef>
              <a:buNone/>
              <a:defRPr sz="196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2286001"/>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6" y="1594155"/>
            <a:ext cx="3479071" cy="486415"/>
          </a:xfrm>
          <a:prstGeom prst="rect">
            <a:avLst/>
          </a:prstGeom>
        </p:spPr>
        <p:txBody>
          <a:bodyPr anchor="t"/>
          <a:lstStyle>
            <a:lvl1pPr marL="0" indent="0">
              <a:spcBef>
                <a:spcPts val="0"/>
              </a:spcBef>
              <a:buNone/>
              <a:defRPr sz="196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6" y="2286001"/>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7232445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2" y="2407847"/>
            <a:ext cx="3479071" cy="486415"/>
          </a:xfrm>
          <a:prstGeom prst="rect">
            <a:avLst/>
          </a:prstGeom>
        </p:spPr>
        <p:txBody>
          <a:bodyPr anchor="t"/>
          <a:lstStyle>
            <a:lvl1pPr marL="0" indent="0">
              <a:spcBef>
                <a:spcPts val="0"/>
              </a:spcBef>
              <a:buNone/>
              <a:defRPr sz="196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2" y="3099692"/>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2407847"/>
            <a:ext cx="3479071" cy="486415"/>
          </a:xfrm>
          <a:prstGeom prst="rect">
            <a:avLst/>
          </a:prstGeom>
        </p:spPr>
        <p:txBody>
          <a:bodyPr anchor="t"/>
          <a:lstStyle>
            <a:lvl1pPr marL="0" indent="0">
              <a:spcBef>
                <a:spcPts val="0"/>
              </a:spcBef>
              <a:buNone/>
              <a:defRPr sz="196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3099692"/>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6" y="2407847"/>
            <a:ext cx="3479071" cy="486415"/>
          </a:xfrm>
          <a:prstGeom prst="rect">
            <a:avLst/>
          </a:prstGeom>
        </p:spPr>
        <p:txBody>
          <a:bodyPr anchor="t"/>
          <a:lstStyle>
            <a:lvl1pPr marL="0" indent="0">
              <a:spcBef>
                <a:spcPts val="0"/>
              </a:spcBef>
              <a:buNone/>
              <a:defRPr sz="196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6" y="3099692"/>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7789042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769"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2" y="2995284"/>
            <a:ext cx="3479071" cy="486415"/>
          </a:xfrm>
          <a:prstGeom prst="rect">
            <a:avLst/>
          </a:prstGeom>
        </p:spPr>
        <p:txBody>
          <a:bodyPr anchor="t"/>
          <a:lstStyle>
            <a:lvl1pPr marL="0" indent="0" algn="ctr">
              <a:spcBef>
                <a:spcPts val="0"/>
              </a:spcBef>
              <a:buNone/>
              <a:defRPr sz="196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2" y="3616498"/>
            <a:ext cx="3479071" cy="894732"/>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4485" indent="0">
              <a:buFont typeface="Arial" panose="020B0604020202020204" pitchFamily="34" charset="0"/>
              <a:buNone/>
              <a:defRPr>
                <a:solidFill>
                  <a:schemeClr val="tx1"/>
                </a:solidFill>
              </a:defRPr>
            </a:lvl2pPr>
            <a:lvl3pPr marL="260005" indent="0">
              <a:buFont typeface="Arial" panose="020B0604020202020204" pitchFamily="34" charset="0"/>
              <a:buNone/>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2995284"/>
            <a:ext cx="3479071" cy="486415"/>
          </a:xfrm>
          <a:prstGeom prst="rect">
            <a:avLst/>
          </a:prstGeom>
        </p:spPr>
        <p:txBody>
          <a:bodyPr anchor="t"/>
          <a:lstStyle>
            <a:lvl1pPr marL="0" indent="0" algn="ctr">
              <a:spcBef>
                <a:spcPts val="0"/>
              </a:spcBef>
              <a:buNone/>
              <a:defRPr sz="196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3616498"/>
            <a:ext cx="3477611" cy="894732"/>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4485" indent="0">
              <a:buFont typeface="Arial" panose="020B0604020202020204" pitchFamily="34" charset="0"/>
              <a:buNone/>
              <a:defRPr>
                <a:solidFill>
                  <a:schemeClr val="tx1"/>
                </a:solidFill>
              </a:defRPr>
            </a:lvl2pPr>
            <a:lvl3pPr marL="260005" indent="0">
              <a:buFont typeface="Arial" panose="020B0604020202020204" pitchFamily="34" charset="0"/>
              <a:buNone/>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6" y="2995284"/>
            <a:ext cx="3479071" cy="486415"/>
          </a:xfrm>
          <a:prstGeom prst="rect">
            <a:avLst/>
          </a:prstGeom>
        </p:spPr>
        <p:txBody>
          <a:bodyPr anchor="t"/>
          <a:lstStyle>
            <a:lvl1pPr marL="0" indent="0" algn="ctr">
              <a:spcBef>
                <a:spcPts val="0"/>
              </a:spcBef>
              <a:buNone/>
              <a:defRPr sz="196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6" y="3616498"/>
            <a:ext cx="3477611" cy="894732"/>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4485" indent="0">
              <a:buFont typeface="Arial" panose="020B0604020202020204" pitchFamily="34" charset="0"/>
              <a:buNone/>
              <a:defRPr>
                <a:solidFill>
                  <a:schemeClr val="tx1"/>
                </a:solidFill>
              </a:defRPr>
            </a:lvl2pPr>
            <a:lvl3pPr marL="260005" indent="0">
              <a:buFont typeface="Arial" panose="020B0604020202020204" pitchFamily="34" charset="0"/>
              <a:buNone/>
              <a:defRPr>
                <a:solidFill>
                  <a:schemeClr val="tx1"/>
                </a:solidFill>
              </a:defRPr>
            </a:lvl3pPr>
            <a:lvl4pPr marL="672427" indent="0">
              <a:buNone/>
              <a:defRPr/>
            </a:lvl4pPr>
            <a:lvl5pPr marL="896569" indent="0">
              <a:buNone/>
              <a:defRPr/>
            </a:lvl5pPr>
          </a:lstStyle>
          <a:p>
            <a:pPr lvl="0"/>
            <a:r>
              <a:rPr lang="en-US"/>
              <a:t>Click to edit Master text styles</a:t>
            </a:r>
          </a:p>
        </p:txBody>
      </p:sp>
    </p:spTree>
    <p:extLst>
      <p:ext uri="{BB962C8B-B14F-4D97-AF65-F5344CB8AC3E}">
        <p14:creationId xmlns:p14="http://schemas.microsoft.com/office/powerpoint/2010/main" val="10638787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2" y="2995284"/>
            <a:ext cx="3479071" cy="486415"/>
          </a:xfrm>
          <a:prstGeom prst="rect">
            <a:avLst/>
          </a:prstGeom>
        </p:spPr>
        <p:txBody>
          <a:bodyPr anchor="t"/>
          <a:lstStyle>
            <a:lvl1pPr marL="0" indent="0" algn="ctr">
              <a:spcBef>
                <a:spcPts val="0"/>
              </a:spcBef>
              <a:buNone/>
              <a:defRPr sz="196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2995284"/>
            <a:ext cx="3479071" cy="486415"/>
          </a:xfrm>
          <a:prstGeom prst="rect">
            <a:avLst/>
          </a:prstGeom>
        </p:spPr>
        <p:txBody>
          <a:bodyPr anchor="t"/>
          <a:lstStyle>
            <a:lvl1pPr marL="0" indent="0" algn="ctr">
              <a:spcBef>
                <a:spcPts val="0"/>
              </a:spcBef>
              <a:buNone/>
              <a:defRPr sz="196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5" y="2995284"/>
            <a:ext cx="3479071" cy="486415"/>
          </a:xfrm>
          <a:prstGeom prst="rect">
            <a:avLst/>
          </a:prstGeom>
        </p:spPr>
        <p:txBody>
          <a:bodyPr anchor="t"/>
          <a:lstStyle>
            <a:lvl1pPr marL="0" indent="0" algn="ctr">
              <a:spcBef>
                <a:spcPts val="0"/>
              </a:spcBef>
              <a:buNone/>
              <a:defRPr sz="196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2" y="3616498"/>
            <a:ext cx="3479071" cy="894732"/>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4485" indent="0">
              <a:buFont typeface="Arial" panose="020B0604020202020204" pitchFamily="34" charset="0"/>
              <a:buNone/>
              <a:defRPr>
                <a:solidFill>
                  <a:schemeClr val="tx1"/>
                </a:solidFill>
              </a:defRPr>
            </a:lvl2pPr>
            <a:lvl3pPr marL="260005" indent="0">
              <a:buFont typeface="Arial" panose="020B0604020202020204" pitchFamily="34" charset="0"/>
              <a:buNone/>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8" y="3616498"/>
            <a:ext cx="3479071" cy="894732"/>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4485" indent="0">
              <a:buFont typeface="Arial" panose="020B0604020202020204" pitchFamily="34" charset="0"/>
              <a:buNone/>
              <a:defRPr>
                <a:solidFill>
                  <a:schemeClr val="tx1"/>
                </a:solidFill>
              </a:defRPr>
            </a:lvl2pPr>
            <a:lvl3pPr marL="260005" indent="0">
              <a:buFont typeface="Arial" panose="020B0604020202020204" pitchFamily="34" charset="0"/>
              <a:buNone/>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5" y="3616498"/>
            <a:ext cx="3479071" cy="894732"/>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4485" indent="0">
              <a:buFont typeface="Arial" panose="020B0604020202020204" pitchFamily="34" charset="0"/>
              <a:buNone/>
              <a:defRPr>
                <a:solidFill>
                  <a:schemeClr val="tx1"/>
                </a:solidFill>
              </a:defRPr>
            </a:lvl2pPr>
            <a:lvl3pPr marL="260005" indent="0">
              <a:buFont typeface="Arial" panose="020B0604020202020204" pitchFamily="34" charset="0"/>
              <a:buNone/>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49808" tIns="49808" rIns="49808" bIns="49808" numCol="1" spcCol="38100" rtlCol="0" anchor="ctr">
            <a:noAutofit/>
          </a:bodyPr>
          <a:lstStyle/>
          <a:p>
            <a:pPr marL="4482" marR="0" lvl="0" indent="0" algn="l" defTabSz="404620" rtl="0" eaLnBrk="1" fontAlgn="auto" latinLnBrk="0" hangingPunct="1">
              <a:lnSpc>
                <a:spcPct val="100000"/>
              </a:lnSpc>
              <a:spcBef>
                <a:spcPts val="0"/>
              </a:spcBef>
              <a:spcAft>
                <a:spcPts val="0"/>
              </a:spcAft>
              <a:buClrTx/>
              <a:buSzTx/>
              <a:buFontTx/>
              <a:buNone/>
              <a:tabLst/>
              <a:defRPr/>
            </a:pPr>
            <a:endParaRPr kumimoji="0" lang="en-IN" sz="1569"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49808" tIns="49808" rIns="49808" bIns="49808" numCol="1" spcCol="38100" rtlCol="0" anchor="ctr">
            <a:noAutofit/>
          </a:bodyPr>
          <a:lstStyle/>
          <a:p>
            <a:pPr marL="4482" marR="0" lvl="0" indent="0" algn="l" defTabSz="404620" rtl="0" eaLnBrk="1" fontAlgn="auto" latinLnBrk="0" hangingPunct="1">
              <a:lnSpc>
                <a:spcPct val="100000"/>
              </a:lnSpc>
              <a:spcBef>
                <a:spcPts val="0"/>
              </a:spcBef>
              <a:spcAft>
                <a:spcPts val="0"/>
              </a:spcAft>
              <a:buClrTx/>
              <a:buSzTx/>
              <a:buFontTx/>
              <a:buNone/>
              <a:tabLst/>
              <a:defRPr/>
            </a:pPr>
            <a:endParaRPr kumimoji="0" lang="en-IN" sz="1569"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49808" tIns="49808" rIns="49808" bIns="49808" numCol="1" spcCol="38100" rtlCol="0" anchor="ctr">
            <a:noAutofit/>
          </a:bodyPr>
          <a:lstStyle/>
          <a:p>
            <a:pPr marL="4482" marR="0" lvl="0" indent="0" algn="l" defTabSz="404620" rtl="0" eaLnBrk="1" fontAlgn="auto" latinLnBrk="0" hangingPunct="1">
              <a:lnSpc>
                <a:spcPct val="100000"/>
              </a:lnSpc>
              <a:spcBef>
                <a:spcPts val="0"/>
              </a:spcBef>
              <a:spcAft>
                <a:spcPts val="0"/>
              </a:spcAft>
              <a:buClrTx/>
              <a:buSzTx/>
              <a:buFontTx/>
              <a:buNone/>
              <a:tabLst/>
              <a:defRPr/>
            </a:pPr>
            <a:endParaRPr kumimoji="0" lang="en-IN" sz="1569"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78363943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44938"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2" y="1594156"/>
            <a:ext cx="3174143"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91" y="2085765"/>
            <a:ext cx="3172811" cy="1540550"/>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0005" indent="-125520">
              <a:spcAft>
                <a:spcPts val="0"/>
              </a:spcAft>
              <a:buFont typeface="Arial" panose="020B0604020202020204" pitchFamily="34" charset="0"/>
              <a:buChar char="•"/>
              <a:defRPr>
                <a:solidFill>
                  <a:schemeClr val="tx1"/>
                </a:solidFill>
              </a:defRPr>
            </a:lvl2pPr>
            <a:lvl3pPr marL="376559" indent="-116554">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8898447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2"/>
            <a:ext cx="5217510"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8971" indent="-134485">
              <a:spcAft>
                <a:spcPts val="0"/>
              </a:spcAft>
              <a:buFont typeface="Arial" panose="020B0604020202020204" pitchFamily="34" charset="0"/>
              <a:buChar char="•"/>
              <a:defRPr>
                <a:solidFill>
                  <a:schemeClr val="tx1"/>
                </a:solidFill>
              </a:defRPr>
            </a:lvl2pPr>
            <a:lvl3pPr marL="403456" indent="-134485">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2"/>
            <a:ext cx="5187106"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8971" indent="-134485">
              <a:spcAft>
                <a:spcPts val="0"/>
              </a:spcAft>
              <a:buFont typeface="Arial" panose="020B0604020202020204" pitchFamily="34" charset="0"/>
              <a:buChar char="•"/>
              <a:defRPr>
                <a:solidFill>
                  <a:schemeClr val="tx1"/>
                </a:solidFill>
              </a:defRPr>
            </a:lvl2pPr>
            <a:lvl3pPr marL="403456" indent="-134485">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66721573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2"/>
            <a:ext cx="5217510"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8971" indent="-134485">
              <a:spcAft>
                <a:spcPts val="0"/>
              </a:spcAft>
              <a:buFont typeface="Arial" panose="020B0604020202020204" pitchFamily="34" charset="0"/>
              <a:buChar char="•"/>
              <a:defRPr>
                <a:solidFill>
                  <a:schemeClr val="tx1"/>
                </a:solidFill>
              </a:defRPr>
            </a:lvl2pPr>
            <a:lvl3pPr marL="403456" indent="-134485">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2"/>
            <a:ext cx="5187106"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8971" indent="-134485">
              <a:spcAft>
                <a:spcPts val="0"/>
              </a:spcAft>
              <a:buFont typeface="Arial" panose="020B0604020202020204" pitchFamily="34" charset="0"/>
              <a:buChar char="•"/>
              <a:defRPr>
                <a:solidFill>
                  <a:schemeClr val="tx1"/>
                </a:solidFill>
              </a:defRPr>
            </a:lvl2pPr>
            <a:lvl3pPr marL="403456" indent="-134485">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403010723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201" y="4956104"/>
            <a:ext cx="5364429"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335605"/>
          </a:xfrm>
          <a:prstGeom prst="rect">
            <a:avLst/>
          </a:prstGeom>
        </p:spPr>
        <p:txBody>
          <a:bodyPr wrap="square">
            <a:spAutoFit/>
          </a:bodyPr>
          <a:lstStyle>
            <a:lvl1pPr marL="0" indent="0">
              <a:buFont typeface="Arial" panose="020B0604020202020204" pitchFamily="34" charset="0"/>
              <a:buNone/>
              <a:defRPr sz="981">
                <a:solidFill>
                  <a:schemeClr val="tx1"/>
                </a:solidFill>
              </a:defRPr>
            </a:lvl1pPr>
            <a:lvl2pPr marL="134485" indent="0">
              <a:buFont typeface="Arial" panose="020B0604020202020204" pitchFamily="34" charset="0"/>
              <a:buNone/>
              <a:defRPr>
                <a:solidFill>
                  <a:schemeClr val="tx1"/>
                </a:solidFill>
              </a:defRPr>
            </a:lvl2pPr>
            <a:lvl3pPr marL="403456" indent="-134485">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335605"/>
          </a:xfrm>
          <a:prstGeom prst="rect">
            <a:avLst/>
          </a:prstGeom>
        </p:spPr>
        <p:txBody>
          <a:bodyPr wrap="square">
            <a:spAutoFit/>
          </a:bodyPr>
          <a:lstStyle>
            <a:lvl1pPr marL="0" indent="0">
              <a:buFont typeface="Arial" panose="020B0604020202020204" pitchFamily="34" charset="0"/>
              <a:buNone/>
              <a:defRPr sz="981">
                <a:solidFill>
                  <a:schemeClr val="tx1"/>
                </a:solidFill>
              </a:defRPr>
            </a:lvl1pPr>
            <a:lvl2pPr marL="134485" indent="0">
              <a:buFont typeface="Arial" panose="020B0604020202020204" pitchFamily="34" charset="0"/>
              <a:buNone/>
              <a:defRPr>
                <a:solidFill>
                  <a:schemeClr val="tx1"/>
                </a:solidFill>
              </a:defRPr>
            </a:lvl2pPr>
            <a:lvl3pPr marL="403456" indent="-134485">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328046482"/>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1"/>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201" y="4956104"/>
            <a:ext cx="5364429"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335605"/>
          </a:xfrm>
          <a:prstGeom prst="rect">
            <a:avLst/>
          </a:prstGeom>
        </p:spPr>
        <p:txBody>
          <a:bodyPr wrap="square">
            <a:spAutoFit/>
          </a:bodyPr>
          <a:lstStyle>
            <a:lvl1pPr marL="0" indent="0">
              <a:buFont typeface="Arial" panose="020B0604020202020204" pitchFamily="34" charset="0"/>
              <a:buNone/>
              <a:defRPr sz="981">
                <a:solidFill>
                  <a:schemeClr val="tx1"/>
                </a:solidFill>
              </a:defRPr>
            </a:lvl1pPr>
            <a:lvl2pPr marL="134485" indent="0">
              <a:buFont typeface="Arial" panose="020B0604020202020204" pitchFamily="34" charset="0"/>
              <a:buNone/>
              <a:defRPr>
                <a:solidFill>
                  <a:schemeClr val="tx1"/>
                </a:solidFill>
              </a:defRPr>
            </a:lvl2pPr>
            <a:lvl3pPr marL="403456" indent="-134485">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335605"/>
          </a:xfrm>
          <a:prstGeom prst="rect">
            <a:avLst/>
          </a:prstGeom>
        </p:spPr>
        <p:txBody>
          <a:bodyPr wrap="square">
            <a:spAutoFit/>
          </a:bodyPr>
          <a:lstStyle>
            <a:lvl1pPr marL="0" indent="0">
              <a:buFont typeface="Arial" panose="020B0604020202020204" pitchFamily="34" charset="0"/>
              <a:buNone/>
              <a:defRPr sz="981">
                <a:solidFill>
                  <a:schemeClr val="tx1"/>
                </a:solidFill>
              </a:defRPr>
            </a:lvl1pPr>
            <a:lvl2pPr marL="134485" indent="0">
              <a:buFont typeface="Arial" panose="020B0604020202020204" pitchFamily="34" charset="0"/>
              <a:buNone/>
              <a:defRPr>
                <a:solidFill>
                  <a:schemeClr val="tx1"/>
                </a:solidFill>
              </a:defRPr>
            </a:lvl2pPr>
            <a:lvl3pPr marL="403456" indent="-134485">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1"/>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923262756"/>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3" y="585216"/>
            <a:ext cx="4710689" cy="984885"/>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2" y="1594156"/>
            <a:ext cx="4714663"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91" y="2085765"/>
            <a:ext cx="4712685" cy="1185517"/>
          </a:xfrm>
          <a:prstGeom prst="rect">
            <a:avLst/>
          </a:prstGeom>
        </p:spPr>
        <p:txBody>
          <a:bodyPr wrap="square">
            <a:spAutoFit/>
          </a:bodyPr>
          <a:lstStyle>
            <a:lvl1pPr marL="134485" indent="-134485">
              <a:spcAft>
                <a:spcPts val="0"/>
              </a:spcAft>
              <a:buFont typeface="Arial" panose="020B0604020202020204" pitchFamily="34" charset="0"/>
              <a:buChar char="•"/>
              <a:defRPr>
                <a:solidFill>
                  <a:schemeClr val="tx1"/>
                </a:solidFill>
              </a:defRPr>
            </a:lvl1pPr>
            <a:lvl2pPr marL="260005" indent="-125520">
              <a:spcAft>
                <a:spcPts val="0"/>
              </a:spcAft>
              <a:buFont typeface="Arial" panose="020B0604020202020204" pitchFamily="34" charset="0"/>
              <a:buChar char="•"/>
              <a:defRPr>
                <a:solidFill>
                  <a:schemeClr val="tx1"/>
                </a:solidFill>
              </a:defRPr>
            </a:lvl2pPr>
            <a:lvl3pPr marL="376559" indent="-116554">
              <a:spcAft>
                <a:spcPts val="0"/>
              </a:spcAft>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177"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33697198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7248356" cy="492443"/>
          </a:xfrm>
        </p:spPr>
        <p:txBody>
          <a:bodyPr/>
          <a:lstStyle>
            <a:lvl1pPr>
              <a:defRPr sz="3138"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2" y="1594156"/>
            <a:ext cx="3479071"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2" y="2085765"/>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8" y="1594156"/>
            <a:ext cx="3479071"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8" y="2085765"/>
            <a:ext cx="3477611" cy="1617494"/>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177"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64329575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8193024"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1" y="4575105"/>
            <a:ext cx="5364429"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395942"/>
          </a:xfrm>
          <a:prstGeom prst="rect">
            <a:avLst/>
          </a:prstGeom>
        </p:spPr>
        <p:txBody>
          <a:bodyPr wrap="square">
            <a:spAutoFit/>
          </a:bodyPr>
          <a:lstStyle>
            <a:lvl1pPr marL="0" indent="0">
              <a:buFont typeface="Arial" panose="020B0604020202020204" pitchFamily="34" charset="0"/>
              <a:buNone/>
              <a:defRPr sz="1373">
                <a:solidFill>
                  <a:schemeClr val="tx1"/>
                </a:solidFill>
              </a:defRPr>
            </a:lvl1pPr>
            <a:lvl2pPr marL="134485" indent="0">
              <a:buFont typeface="Arial" panose="020B0604020202020204" pitchFamily="34" charset="0"/>
              <a:buNone/>
              <a:defRPr>
                <a:solidFill>
                  <a:schemeClr val="tx1"/>
                </a:solidFill>
              </a:defRPr>
            </a:lvl2pPr>
            <a:lvl3pPr marL="403456" indent="-134485">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51"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5"/>
            <a:ext cx="5356490"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395942"/>
          </a:xfrm>
          <a:prstGeom prst="rect">
            <a:avLst/>
          </a:prstGeom>
        </p:spPr>
        <p:txBody>
          <a:bodyPr wrap="square">
            <a:spAutoFit/>
          </a:bodyPr>
          <a:lstStyle>
            <a:lvl1pPr marL="0" indent="0">
              <a:buFont typeface="Arial" panose="020B0604020202020204" pitchFamily="34" charset="0"/>
              <a:buNone/>
              <a:defRPr sz="1373">
                <a:solidFill>
                  <a:schemeClr val="tx1"/>
                </a:solidFill>
              </a:defRPr>
            </a:lvl1pPr>
            <a:lvl2pPr marL="134485" indent="0">
              <a:buFont typeface="Arial" panose="020B0604020202020204" pitchFamily="34" charset="0"/>
              <a:buNone/>
              <a:defRPr>
                <a:solidFill>
                  <a:schemeClr val="tx1"/>
                </a:solidFill>
              </a:defRPr>
            </a:lvl2pPr>
            <a:lvl3pPr marL="403456" indent="-134485">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Tree>
    <p:extLst>
      <p:ext uri="{BB962C8B-B14F-4D97-AF65-F5344CB8AC3E}">
        <p14:creationId xmlns:p14="http://schemas.microsoft.com/office/powerpoint/2010/main" val="65458642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8193024"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5"/>
            <a:ext cx="3479070" cy="710066"/>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1276"/>
          </a:xfrm>
          <a:prstGeom prst="rect">
            <a:avLst/>
          </a:prstGeom>
        </p:spPr>
        <p:txBody>
          <a:bodyPr vert="horz" wrap="square" lIns="0" tIns="0" rIns="0" bIns="0" rtlCol="0">
            <a:spAutoFit/>
          </a:bodyPr>
          <a:lstStyle>
            <a:lvl1pPr>
              <a:defRPr lang="en-US" sz="1373"/>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4" y="4575105"/>
            <a:ext cx="3476891" cy="710066"/>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1276"/>
          </a:xfrm>
          <a:prstGeom prst="rect">
            <a:avLst/>
          </a:prstGeom>
        </p:spPr>
        <p:txBody>
          <a:bodyPr vert="horz" wrap="square" lIns="0" tIns="0" rIns="0" bIns="0" rtlCol="0">
            <a:spAutoFit/>
          </a:bodyPr>
          <a:lstStyle>
            <a:lvl1pPr>
              <a:defRPr lang="en-US" sz="1373"/>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8" y="4571913"/>
            <a:ext cx="3485371" cy="710066"/>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1276"/>
          </a:xfrm>
          <a:prstGeom prst="rect">
            <a:avLst/>
          </a:prstGeom>
        </p:spPr>
        <p:txBody>
          <a:bodyPr vert="horz" wrap="square" lIns="0" tIns="0" rIns="0" bIns="0" rtlCol="0">
            <a:spAutoFit/>
          </a:bodyPr>
          <a:lstStyle>
            <a:lvl1pPr>
              <a:defRPr lang="en-US" sz="1373"/>
            </a:lvl1pPr>
          </a:lstStyle>
          <a:p>
            <a:pPr marL="0" lvl="0" indent="0">
              <a:buNone/>
            </a:pPr>
            <a:r>
              <a:rPr lang="en-US"/>
              <a:t>Click to edit Master text styles</a:t>
            </a:r>
          </a:p>
        </p:txBody>
      </p:sp>
    </p:spTree>
    <p:extLst>
      <p:ext uri="{BB962C8B-B14F-4D97-AF65-F5344CB8AC3E}">
        <p14:creationId xmlns:p14="http://schemas.microsoft.com/office/powerpoint/2010/main" val="331900995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8193024"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1"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981"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2" y="4575104"/>
            <a:ext cx="2535699" cy="211276"/>
          </a:xfrm>
          <a:prstGeom prst="rect">
            <a:avLst/>
          </a:prstGeom>
        </p:spPr>
        <p:txBody>
          <a:bodyPr vert="horz" wrap="square" lIns="0" tIns="0" rIns="0" bIns="0" rtlCol="0" anchor="t">
            <a:spAutoFit/>
          </a:bodyPr>
          <a:lstStyle>
            <a:lvl1pPr>
              <a:defRPr lang="en-US" sz="1373">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2" y="4976443"/>
            <a:ext cx="2534635" cy="184666"/>
          </a:xfrm>
          <a:prstGeom prst="rect">
            <a:avLst/>
          </a:prstGeom>
        </p:spPr>
        <p:txBody>
          <a:bodyPr vert="horz" wrap="square" lIns="0" tIns="0" rIns="0" bIns="0" rtlCol="0">
            <a:spAutoFit/>
          </a:bodyPr>
          <a:lstStyle>
            <a:lvl1pPr>
              <a:defRPr lang="en-US" sz="1177"/>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2"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981"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7" y="4575104"/>
            <a:ext cx="2534111" cy="211276"/>
          </a:xfrm>
          <a:prstGeom prst="rect">
            <a:avLst/>
          </a:prstGeom>
        </p:spPr>
        <p:txBody>
          <a:bodyPr vert="horz" wrap="square" lIns="0" tIns="0" rIns="0" bIns="0" rtlCol="0" anchor="t">
            <a:spAutoFit/>
          </a:bodyPr>
          <a:lstStyle>
            <a:lvl1pPr>
              <a:defRPr lang="en-US" sz="1373">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90" y="4976443"/>
            <a:ext cx="2534635" cy="184666"/>
          </a:xfrm>
          <a:prstGeom prst="rect">
            <a:avLst/>
          </a:prstGeom>
        </p:spPr>
        <p:txBody>
          <a:bodyPr vert="horz" wrap="square" lIns="0" tIns="0" rIns="0" bIns="0" rtlCol="0">
            <a:spAutoFit/>
          </a:bodyPr>
          <a:lstStyle>
            <a:lvl1pPr>
              <a:defRPr lang="en-US" sz="1177"/>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1"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981"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4" y="4575104"/>
            <a:ext cx="2534111" cy="211276"/>
          </a:xfrm>
          <a:prstGeom prst="rect">
            <a:avLst/>
          </a:prstGeom>
        </p:spPr>
        <p:txBody>
          <a:bodyPr vert="horz" wrap="square" lIns="0" tIns="0" rIns="0" bIns="0" rtlCol="0" anchor="t">
            <a:spAutoFit/>
          </a:bodyPr>
          <a:lstStyle>
            <a:lvl1pPr>
              <a:defRPr lang="en-US" sz="1373">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8" y="4976443"/>
            <a:ext cx="2534635" cy="184666"/>
          </a:xfrm>
          <a:prstGeom prst="rect">
            <a:avLst/>
          </a:prstGeom>
        </p:spPr>
        <p:txBody>
          <a:bodyPr vert="horz" wrap="square" lIns="0" tIns="0" rIns="0" bIns="0" rtlCol="0">
            <a:spAutoFit/>
          </a:bodyPr>
          <a:lstStyle>
            <a:lvl1pPr>
              <a:defRPr lang="en-US" sz="1177"/>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2"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981"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61" y="4575104"/>
            <a:ext cx="2534111" cy="211276"/>
          </a:xfrm>
          <a:prstGeom prst="rect">
            <a:avLst/>
          </a:prstGeom>
        </p:spPr>
        <p:txBody>
          <a:bodyPr vert="horz" wrap="square" lIns="0" tIns="0" rIns="0" bIns="0" rtlCol="0" anchor="t">
            <a:spAutoFit/>
          </a:bodyPr>
          <a:lstStyle>
            <a:lvl1pPr>
              <a:defRPr lang="en-US" sz="1373">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10" y="4976443"/>
            <a:ext cx="2534635" cy="184666"/>
          </a:xfrm>
          <a:prstGeom prst="rect">
            <a:avLst/>
          </a:prstGeom>
        </p:spPr>
        <p:txBody>
          <a:bodyPr vert="horz" wrap="square" lIns="0" tIns="0" rIns="0" bIns="0" rtlCol="0">
            <a:spAutoFit/>
          </a:bodyPr>
          <a:lstStyle>
            <a:lvl1pPr>
              <a:defRPr lang="en-US" sz="1177"/>
            </a:lvl1pPr>
          </a:lstStyle>
          <a:p>
            <a:pPr marL="0" lvl="0" indent="0">
              <a:buNone/>
            </a:pPr>
            <a:r>
              <a:rPr lang="en-US"/>
              <a:t>Click to edit Master text styles</a:t>
            </a:r>
          </a:p>
        </p:txBody>
      </p:sp>
    </p:spTree>
    <p:extLst>
      <p:ext uri="{BB962C8B-B14F-4D97-AF65-F5344CB8AC3E}">
        <p14:creationId xmlns:p14="http://schemas.microsoft.com/office/powerpoint/2010/main" val="358159637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913467"/>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3"/>
            <a:ext cx="5364224"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1" y="2578101"/>
            <a:ext cx="5361973"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8"/>
            <a:ext cx="2027938" cy="667619"/>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03061279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913467"/>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3"/>
            <a:ext cx="5364224"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1" y="2578101"/>
            <a:ext cx="5361973"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8"/>
            <a:ext cx="2027938" cy="667619"/>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5704935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913467"/>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3"/>
            <a:ext cx="5364224"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1" y="2578101"/>
            <a:ext cx="5361973"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8"/>
            <a:ext cx="2027938" cy="667619"/>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0047067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913467"/>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3"/>
            <a:ext cx="5364224"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1" y="2578101"/>
            <a:ext cx="5361973"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8"/>
            <a:ext cx="2027938" cy="667619"/>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75601644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913467"/>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3"/>
            <a:ext cx="5364224"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31" y="2578101"/>
            <a:ext cx="5361973"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8"/>
            <a:ext cx="2027938" cy="667619"/>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67203024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588263"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79310" tIns="268966" rIns="268966" bIns="179310" rtlCol="0" anchor="t"/>
          <a:lstStyle/>
          <a:p>
            <a:pPr marL="0" marR="0" lvl="0" indent="0" algn="l" defTabSz="914554" rtl="0" eaLnBrk="1" fontAlgn="auto" latinLnBrk="0" hangingPunct="1">
              <a:lnSpc>
                <a:spcPct val="100000"/>
              </a:lnSpc>
              <a:spcBef>
                <a:spcPct val="20000"/>
              </a:spcBef>
              <a:spcAft>
                <a:spcPts val="0"/>
              </a:spcAft>
              <a:buClrTx/>
              <a:buSzPct val="90000"/>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10112348" y="893764"/>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327299308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588263"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79310" tIns="268966" rIns="268966" bIns="179310" rtlCol="0" anchor="t"/>
          <a:lstStyle/>
          <a:p>
            <a:pPr marL="0" marR="0" lvl="0" indent="0" algn="l" defTabSz="914554" rtl="0" eaLnBrk="1" fontAlgn="auto" latinLnBrk="0" hangingPunct="1">
              <a:lnSpc>
                <a:spcPct val="100000"/>
              </a:lnSpc>
              <a:spcBef>
                <a:spcPct val="20000"/>
              </a:spcBef>
              <a:spcAft>
                <a:spcPts val="0"/>
              </a:spcAft>
              <a:buClrTx/>
              <a:buSzPct val="90000"/>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10107938" y="893764"/>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62675384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335605"/>
          </a:xfrm>
          <a:prstGeom prst="rect">
            <a:avLst/>
          </a:prstGeom>
        </p:spPr>
        <p:txBody>
          <a:bodyPr wrap="square">
            <a:spAutoFit/>
          </a:bodyPr>
          <a:lstStyle>
            <a:lvl1pPr marL="0" indent="0">
              <a:buFont typeface="Arial" panose="020B0604020202020204" pitchFamily="34" charset="0"/>
              <a:buNone/>
              <a:defRPr sz="981">
                <a:solidFill>
                  <a:schemeClr val="tx1"/>
                </a:solidFill>
              </a:defRPr>
            </a:lvl1pPr>
            <a:lvl2pPr marL="134485" indent="0">
              <a:buFont typeface="Arial" panose="020B0604020202020204" pitchFamily="34" charset="0"/>
              <a:buNone/>
              <a:defRPr>
                <a:solidFill>
                  <a:schemeClr val="tx1"/>
                </a:solidFill>
              </a:defRPr>
            </a:lvl2pPr>
            <a:lvl3pPr marL="403456" indent="-134485">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667619"/>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49319920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889"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2353"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7958667" y="1348399"/>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68966" tIns="0" rIns="268966" bIns="89655" numCol="1" spcCol="0" rtlCol="0" fromWordArt="0" anchor="ctr"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458887" y="1759166"/>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7"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30"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4" y="585217"/>
            <a:ext cx="5652201"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201" y="1594156"/>
            <a:ext cx="5654573"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91" y="2085765"/>
            <a:ext cx="5652201"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896537" rtl="0" eaLnBrk="1" fontAlgn="auto" latinLnBrk="0" hangingPunct="1">
              <a:lnSpc>
                <a:spcPct val="100000"/>
              </a:lnSpc>
              <a:spcBef>
                <a:spcPts val="0"/>
              </a:spcBef>
              <a:spcAft>
                <a:spcPts val="0"/>
              </a:spcAft>
              <a:buClrTx/>
              <a:buSzTx/>
              <a:buFontTx/>
              <a:buNone/>
              <a:tabLst/>
              <a:defRPr/>
            </a:pPr>
            <a:endParaRPr kumimoji="0" lang="en-US" sz="981"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62214626"/>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3460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13322465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10201647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3460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4388783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588263"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79310" tIns="268966" rIns="268966" bIns="179310" rtlCol="0" anchor="t"/>
          <a:lstStyle/>
          <a:p>
            <a:pPr marL="0" marR="0" lvl="0" indent="0" algn="l" defTabSz="914554" rtl="0" eaLnBrk="1" fontAlgn="auto" latinLnBrk="0" hangingPunct="1">
              <a:lnSpc>
                <a:spcPct val="100000"/>
              </a:lnSpc>
              <a:spcBef>
                <a:spcPct val="20000"/>
              </a:spcBef>
              <a:spcAft>
                <a:spcPts val="0"/>
              </a:spcAft>
              <a:buClrTx/>
              <a:buSzPct val="90000"/>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6"/>
            <a:ext cx="8778782" cy="426142"/>
          </a:xfrm>
          <a:prstGeom prst="rect">
            <a:avLst/>
          </a:prstGeom>
        </p:spPr>
        <p:txBody>
          <a:bodyPr anchor="t"/>
          <a:lstStyle>
            <a:lvl1pPr marL="0" indent="0">
              <a:spcBef>
                <a:spcPts val="0"/>
              </a:spcBef>
              <a:buNone/>
              <a:defRPr sz="1569">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5"/>
            <a:ext cx="8775098" cy="1262461"/>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3930905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588263"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79310" tIns="268966" rIns="268966" bIns="179310" rtlCol="0" anchor="t"/>
          <a:lstStyle/>
          <a:p>
            <a:pPr marL="0" marR="0" lvl="0" indent="0" algn="l" defTabSz="914554" rtl="0" eaLnBrk="1" fontAlgn="auto" latinLnBrk="0" hangingPunct="1">
              <a:lnSpc>
                <a:spcPct val="100000"/>
              </a:lnSpc>
              <a:spcBef>
                <a:spcPct val="20000"/>
              </a:spcBef>
              <a:spcAft>
                <a:spcPts val="0"/>
              </a:spcAft>
              <a:buClrTx/>
              <a:buSzPct val="90000"/>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2"/>
            <a:ext cx="8778782" cy="748988"/>
          </a:xfrm>
          <a:prstGeom prst="rect">
            <a:avLst/>
          </a:prstGeom>
        </p:spPr>
        <p:txBody>
          <a:bodyPr anchor="t"/>
          <a:lstStyle>
            <a:lvl1pPr marL="0" indent="0">
              <a:spcBef>
                <a:spcPts val="0"/>
              </a:spcBef>
              <a:buNone/>
              <a:defRPr lang="en-US" sz="1373"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5"/>
            <a:ext cx="8775098" cy="395942"/>
          </a:xfrm>
          <a:prstGeom prst="rect">
            <a:avLst/>
          </a:prstGeom>
        </p:spPr>
        <p:txBody>
          <a:bodyPr wrap="square" lIns="91440">
            <a:spAutoFit/>
          </a:bodyPr>
          <a:lstStyle>
            <a:lvl1pPr marL="134485" indent="-134485">
              <a:buFont typeface="Segoe UI" panose="020B0502040204020203" pitchFamily="34" charset="0"/>
              <a:buChar char="⃣"/>
              <a:defRPr sz="1373">
                <a:solidFill>
                  <a:schemeClr val="tx1"/>
                </a:solidFill>
              </a:defRPr>
            </a:lvl1pPr>
            <a:lvl2pPr marL="260005" indent="-125520">
              <a:buFont typeface="Segoe UI" panose="020B0502040204020203" pitchFamily="34" charset="0"/>
              <a:buChar char="⃣"/>
              <a:defRPr>
                <a:solidFill>
                  <a:schemeClr val="tx1"/>
                </a:solidFill>
              </a:defRPr>
            </a:lvl2pPr>
            <a:lvl3pPr marL="376559" indent="-116554">
              <a:buFont typeface="Segoe UI" panose="020B0502040204020203"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4"/>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395942"/>
          </a:xfrm>
          <a:prstGeom prst="rect">
            <a:avLst/>
          </a:prstGeom>
        </p:spPr>
        <p:txBody>
          <a:bodyPr anchor="t"/>
          <a:lstStyle>
            <a:lvl1pPr marL="0" indent="0">
              <a:spcBef>
                <a:spcPts val="0"/>
              </a:spcBef>
              <a:buNone/>
              <a:defRPr sz="1373">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395942"/>
          </a:xfrm>
          <a:prstGeom prst="rect">
            <a:avLst/>
          </a:prstGeom>
        </p:spPr>
        <p:txBody>
          <a:bodyPr wrap="square" lIns="91440">
            <a:spAutoFit/>
          </a:bodyPr>
          <a:lstStyle>
            <a:lvl1pPr marL="134485" indent="-134485">
              <a:buFont typeface="Segoe UI" panose="020B0502040204020203" pitchFamily="34" charset="0"/>
              <a:buChar char="⃣"/>
              <a:defRPr sz="1373">
                <a:solidFill>
                  <a:schemeClr val="tx1"/>
                </a:solidFill>
              </a:defRPr>
            </a:lvl1pPr>
            <a:lvl2pPr marL="260005" indent="-125520">
              <a:buFont typeface="Segoe UI" panose="020B0502040204020203" pitchFamily="34" charset="0"/>
              <a:buChar char="⃣"/>
              <a:defRPr>
                <a:solidFill>
                  <a:schemeClr val="tx1"/>
                </a:solidFill>
              </a:defRPr>
            </a:lvl2pPr>
            <a:lvl3pPr marL="376559" indent="-116554">
              <a:buFont typeface="Segoe UI" panose="020B0502040204020203"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748988"/>
          </a:xfrm>
          <a:prstGeom prst="rect">
            <a:avLst/>
          </a:prstGeom>
        </p:spPr>
        <p:txBody>
          <a:bodyPr anchor="t"/>
          <a:lstStyle>
            <a:lvl1pPr marL="0" indent="0">
              <a:spcBef>
                <a:spcPts val="0"/>
              </a:spcBef>
              <a:buNone/>
              <a:defRPr lang="en-US" sz="1373"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4"/>
            <a:ext cx="8775098" cy="395942"/>
          </a:xfrm>
          <a:prstGeom prst="rect">
            <a:avLst/>
          </a:prstGeom>
        </p:spPr>
        <p:txBody>
          <a:bodyPr wrap="square" lIns="91440">
            <a:spAutoFit/>
          </a:bodyPr>
          <a:lstStyle>
            <a:lvl1pPr marL="134485" indent="-134485">
              <a:buFont typeface="Segoe UI" panose="020B0502040204020203" pitchFamily="34" charset="0"/>
              <a:buChar char="⃣"/>
              <a:defRPr sz="1373">
                <a:solidFill>
                  <a:schemeClr val="tx1"/>
                </a:solidFill>
              </a:defRPr>
            </a:lvl1pPr>
            <a:lvl2pPr marL="260005" indent="-125520">
              <a:buFont typeface="Segoe UI" panose="020B0502040204020203" pitchFamily="34" charset="0"/>
              <a:buChar char="⃣"/>
              <a:defRPr>
                <a:solidFill>
                  <a:schemeClr val="tx1"/>
                </a:solidFill>
              </a:defRPr>
            </a:lvl2pPr>
            <a:lvl3pPr marL="376559" indent="-116554">
              <a:buFont typeface="Segoe UI" panose="020B0502040204020203"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Tree>
    <p:extLst>
      <p:ext uri="{BB962C8B-B14F-4D97-AF65-F5344CB8AC3E}">
        <p14:creationId xmlns:p14="http://schemas.microsoft.com/office/powerpoint/2010/main" val="365668748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3"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79310" tIns="268966" rIns="268966" bIns="179310" rtlCol="0" anchor="t"/>
          <a:lstStyle/>
          <a:p>
            <a:pPr marL="0" marR="0" lvl="0" indent="0" algn="l" defTabSz="914554" rtl="0" eaLnBrk="1" fontAlgn="auto" latinLnBrk="0" hangingPunct="1">
              <a:lnSpc>
                <a:spcPct val="100000"/>
              </a:lnSpc>
              <a:spcBef>
                <a:spcPct val="20000"/>
              </a:spcBef>
              <a:spcAft>
                <a:spcPts val="0"/>
              </a:spcAft>
              <a:buClrTx/>
              <a:buSzPct val="90000"/>
              <a:buFontTx/>
              <a:buNone/>
              <a:tabLst/>
              <a:defRPr/>
            </a:pPr>
            <a:endParaRPr kumimoji="0" lang="en-US" sz="1765"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34606"/>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2"/>
            <a:ext cx="8778782" cy="748988"/>
          </a:xfrm>
          <a:prstGeom prst="rect">
            <a:avLst/>
          </a:prstGeom>
        </p:spPr>
        <p:txBody>
          <a:bodyPr anchor="t"/>
          <a:lstStyle>
            <a:lvl1pPr marL="0" indent="0">
              <a:spcBef>
                <a:spcPts val="0"/>
              </a:spcBef>
              <a:buNone/>
              <a:defRPr lang="en-US" sz="1373"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5"/>
            <a:ext cx="8775098" cy="395942"/>
          </a:xfrm>
          <a:prstGeom prst="rect">
            <a:avLst/>
          </a:prstGeom>
        </p:spPr>
        <p:txBody>
          <a:bodyPr wrap="square" lIns="91440">
            <a:spAutoFit/>
          </a:bodyPr>
          <a:lstStyle>
            <a:lvl1pPr marL="134485" indent="-134485">
              <a:buFont typeface="Segoe UI" panose="020B0502040204020203" pitchFamily="34" charset="0"/>
              <a:buChar char="⃣"/>
              <a:defRPr sz="1373">
                <a:solidFill>
                  <a:schemeClr val="tx1"/>
                </a:solidFill>
              </a:defRPr>
            </a:lvl1pPr>
            <a:lvl2pPr marL="260005" indent="-125520">
              <a:buFont typeface="Segoe UI" panose="020B0502040204020203" pitchFamily="34" charset="0"/>
              <a:buChar char="⃣"/>
              <a:defRPr>
                <a:solidFill>
                  <a:schemeClr val="tx1"/>
                </a:solidFill>
              </a:defRPr>
            </a:lvl2pPr>
            <a:lvl3pPr marL="376559" indent="-116554">
              <a:buFont typeface="Segoe UI" panose="020B0502040204020203"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4"/>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6569"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395942"/>
          </a:xfrm>
          <a:prstGeom prst="rect">
            <a:avLst/>
          </a:prstGeom>
        </p:spPr>
        <p:txBody>
          <a:bodyPr anchor="t"/>
          <a:lstStyle>
            <a:lvl1pPr marL="0" indent="0">
              <a:spcBef>
                <a:spcPts val="0"/>
              </a:spcBef>
              <a:buNone/>
              <a:defRPr sz="1373">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395942"/>
          </a:xfrm>
          <a:prstGeom prst="rect">
            <a:avLst/>
          </a:prstGeom>
        </p:spPr>
        <p:txBody>
          <a:bodyPr wrap="square" lIns="91440">
            <a:spAutoFit/>
          </a:bodyPr>
          <a:lstStyle>
            <a:lvl1pPr marL="134485" indent="-134485">
              <a:buFont typeface="Segoe UI" panose="020B0502040204020203" pitchFamily="34" charset="0"/>
              <a:buChar char="⃣"/>
              <a:defRPr sz="1373">
                <a:solidFill>
                  <a:schemeClr val="tx1"/>
                </a:solidFill>
              </a:defRPr>
            </a:lvl1pPr>
            <a:lvl2pPr marL="260005" indent="-125520">
              <a:buFont typeface="Segoe UI" panose="020B0502040204020203" pitchFamily="34" charset="0"/>
              <a:buChar char="⃣"/>
              <a:defRPr>
                <a:solidFill>
                  <a:schemeClr val="tx1"/>
                </a:solidFill>
              </a:defRPr>
            </a:lvl2pPr>
            <a:lvl3pPr marL="376559" indent="-116554">
              <a:buFont typeface="Segoe UI" panose="020B0502040204020203"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748988"/>
          </a:xfrm>
          <a:prstGeom prst="rect">
            <a:avLst/>
          </a:prstGeom>
        </p:spPr>
        <p:txBody>
          <a:bodyPr anchor="t"/>
          <a:lstStyle>
            <a:lvl1pPr marL="0" indent="0">
              <a:spcBef>
                <a:spcPts val="0"/>
              </a:spcBef>
              <a:buNone/>
              <a:defRPr lang="en-US" sz="1373"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4"/>
            <a:ext cx="8775098" cy="395942"/>
          </a:xfrm>
          <a:prstGeom prst="rect">
            <a:avLst/>
          </a:prstGeom>
        </p:spPr>
        <p:txBody>
          <a:bodyPr wrap="square" lIns="91440">
            <a:spAutoFit/>
          </a:bodyPr>
          <a:lstStyle>
            <a:lvl1pPr marL="134485" indent="-134485">
              <a:buFont typeface="Segoe UI" panose="020B0502040204020203" pitchFamily="34" charset="0"/>
              <a:buChar char="⃣"/>
              <a:defRPr sz="1373">
                <a:solidFill>
                  <a:schemeClr val="tx1"/>
                </a:solidFill>
              </a:defRPr>
            </a:lvl1pPr>
            <a:lvl2pPr marL="260005" indent="-125520">
              <a:buFont typeface="Segoe UI" panose="020B0502040204020203" pitchFamily="34" charset="0"/>
              <a:buChar char="⃣"/>
              <a:defRPr>
                <a:solidFill>
                  <a:schemeClr val="tx1"/>
                </a:solidFill>
              </a:defRPr>
            </a:lvl2pPr>
            <a:lvl3pPr marL="376559" indent="-116554">
              <a:buFont typeface="Segoe UI" panose="020B0502040204020203"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p:txBody>
      </p:sp>
    </p:spTree>
    <p:extLst>
      <p:ext uri="{BB962C8B-B14F-4D97-AF65-F5344CB8AC3E}">
        <p14:creationId xmlns:p14="http://schemas.microsoft.com/office/powerpoint/2010/main" val="424548321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3460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30547007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3460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82703703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3460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580398" y="1787282"/>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79310" tIns="179310" rIns="179310" bIns="179310" numCol="1" spcCol="457200" rtlCol="0" anchor="t"/>
          <a:lstStyle/>
          <a:p>
            <a:pPr marL="0" marR="0" lvl="0" indent="0" algn="l" defTabSz="914554" rtl="0" eaLnBrk="1" fontAlgn="auto" latinLnBrk="0" hangingPunct="1">
              <a:lnSpc>
                <a:spcPct val="100000"/>
              </a:lnSpc>
              <a:spcBef>
                <a:spcPts val="1177"/>
              </a:spcBef>
              <a:spcAft>
                <a:spcPts val="0"/>
              </a:spcAft>
              <a:buClrTx/>
              <a:buSzPct val="90000"/>
              <a:buFont typeface="Wingdings" panose="05000000000000000000" pitchFamily="2" charset="2"/>
              <a:buNone/>
              <a:tabLst/>
              <a:defRPr/>
            </a:pPr>
            <a:endParaRPr kumimoji="0" lang="en-US" sz="1569"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36841929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34606"/>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580398" y="1787282"/>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79310" tIns="179310" rIns="179310" bIns="179310" numCol="1" spcCol="457200" rtlCol="0" anchor="t"/>
          <a:lstStyle/>
          <a:p>
            <a:pPr marL="0" marR="0" lvl="0" indent="0" algn="l" defTabSz="914554" rtl="0" eaLnBrk="1" fontAlgn="auto" latinLnBrk="0" hangingPunct="1">
              <a:lnSpc>
                <a:spcPct val="100000"/>
              </a:lnSpc>
              <a:spcBef>
                <a:spcPts val="1177"/>
              </a:spcBef>
              <a:spcAft>
                <a:spcPts val="0"/>
              </a:spcAft>
              <a:buClrTx/>
              <a:buSzPct val="90000"/>
              <a:buFont typeface="Wingdings" panose="05000000000000000000" pitchFamily="2" charset="2"/>
              <a:buNone/>
              <a:tabLst/>
              <a:defRPr/>
            </a:pPr>
            <a:endParaRPr kumimoji="0" lang="en-US" sz="1569"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88085547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2"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138" b="0" i="0" u="none" strike="noStrike" cap="none" normalizeH="0" dirty="0">
                <a:ln>
                  <a:noFill/>
                </a:ln>
                <a:solidFill>
                  <a:srgbClr val="FFFFFF"/>
                </a:solidFill>
                <a:effectLst/>
                <a:uLnTx/>
                <a:uFillTx/>
                <a:latin typeface="+mj-lt"/>
              </a:defRPr>
            </a:lvl1pPr>
          </a:lstStyle>
          <a:p>
            <a:pPr marL="224142" lvl="0" indent="-22414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95276" y="770467"/>
            <a:ext cx="11604624" cy="5504921"/>
          </a:xfrm>
          <a:prstGeom prst="rect">
            <a:avLst/>
          </a:prstGeom>
          <a:solidFill>
            <a:srgbClr val="FFFFFF"/>
          </a:solidFill>
        </p:spPr>
        <p:txBody>
          <a:bodyPr vert="horz" lIns="268966" tIns="179310" rIns="179310" bIns="17931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896306" rtl="0" eaLnBrk="1" fontAlgn="auto" latinLnBrk="0" hangingPunct="1">
              <a:lnSpc>
                <a:spcPct val="150000"/>
              </a:lnSpc>
              <a:spcBef>
                <a:spcPts val="0"/>
              </a:spcBef>
              <a:spcAft>
                <a:spcPts val="588"/>
              </a:spcAft>
              <a:buClr>
                <a:srgbClr val="E9E9E9"/>
              </a:buClr>
              <a:buSzPct val="120000"/>
              <a:buFontTx/>
              <a:buNone/>
              <a:tabLst/>
              <a:defRPr/>
            </a:pPr>
            <a:endParaRPr kumimoji="0" lang="en-US" sz="1373"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40" y="1083734"/>
            <a:ext cx="11020425" cy="395942"/>
          </a:xfrm>
        </p:spPr>
        <p:txBody>
          <a:bodyPr/>
          <a:lstStyle>
            <a:lvl1pPr marL="0" indent="0">
              <a:buNone/>
              <a:tabLst/>
              <a:defRPr sz="1373">
                <a:solidFill>
                  <a:srgbClr val="2F2F2F"/>
                </a:solidFill>
                <a:latin typeface="Consolas" panose="020B0609020204030204" pitchFamily="49" charset="0"/>
                <a:cs typeface="Consolas" panose="020B0609020204030204" pitchFamily="49" charset="0"/>
              </a:defRPr>
            </a:lvl1pPr>
            <a:lvl2pPr marL="339693" indent="0">
              <a:buNone/>
              <a:defRPr sz="2352">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73036" indent="0">
              <a:buNone/>
              <a:defRPr sz="196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798440"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30194"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1753457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marL="0" marR="0" lvl="0" indent="0" algn="l" defTabSz="914289" rtl="0" eaLnBrk="1" fontAlgn="base" latinLnBrk="0" hangingPunct="1">
              <a:lnSpc>
                <a:spcPct val="100000"/>
              </a:lnSpc>
              <a:spcBef>
                <a:spcPct val="0"/>
              </a:spcBef>
              <a:spcAft>
                <a:spcPct val="0"/>
              </a:spcAft>
              <a:buClrTx/>
              <a:buSzTx/>
              <a:buFontTx/>
              <a:buNone/>
              <a:tabLst/>
              <a:defRPr/>
            </a:pPr>
            <a:endParaRPr kumimoji="0" lang="en-US" sz="196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4" y="585216"/>
            <a:ext cx="4042761" cy="984885"/>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91" y="1594156"/>
            <a:ext cx="4042761" cy="1262461"/>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4485" indent="0">
              <a:buFont typeface="Arial" panose="020B0604020202020204" pitchFamily="34" charset="0"/>
              <a:buNone/>
              <a:defRPr>
                <a:solidFill>
                  <a:schemeClr val="tx1"/>
                </a:solidFill>
              </a:defRPr>
            </a:lvl2pPr>
            <a:lvl3pPr marL="260005" indent="0">
              <a:buFont typeface="Arial" panose="020B0604020202020204" pitchFamily="34" charset="0"/>
              <a:buNone/>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4"/>
            <a:ext cx="5799138" cy="395942"/>
          </a:xfrm>
        </p:spPr>
        <p:txBody>
          <a:bodyPr/>
          <a:lstStyle>
            <a:lvl1pPr marL="0" indent="0">
              <a:buNone/>
              <a:tabLst/>
              <a:defRPr sz="1373">
                <a:solidFill>
                  <a:srgbClr val="2F2F2F"/>
                </a:solidFill>
                <a:latin typeface="Consolas" panose="020B0609020204030204" pitchFamily="49" charset="0"/>
                <a:cs typeface="Consolas" panose="020B0609020204030204" pitchFamily="49" charset="0"/>
              </a:defRPr>
            </a:lvl1pPr>
            <a:lvl2pPr marL="339693" indent="0">
              <a:buNone/>
              <a:defRPr sz="2352">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73036" indent="0">
              <a:buNone/>
              <a:defRPr sz="196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798440"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30194"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2738673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7"/>
            <a:ext cx="11011600" cy="492443"/>
          </a:xfrm>
        </p:spPr>
        <p:txBody>
          <a:bodyPr/>
          <a:lstStyle>
            <a:lvl1pPr>
              <a:defRPr sz="3138"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892745"/>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1"/>
            <a:ext cx="8193024" cy="1632178"/>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5"/>
            <a:ext cx="8193024" cy="892745"/>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632178"/>
          </a:xfrm>
          <a:prstGeom prst="rect">
            <a:avLst/>
          </a:prstGeom>
        </p:spPr>
        <p:txBody>
          <a:bodyPr wrap="square">
            <a:spAutoFit/>
          </a:bodyPr>
          <a:lstStyle>
            <a:lvl1pPr marL="134485" indent="-134485">
              <a:buFont typeface="Arial" panose="020B0604020202020204" pitchFamily="34" charset="0"/>
              <a:buChar char="•"/>
              <a:defRPr>
                <a:solidFill>
                  <a:schemeClr val="tx1"/>
                </a:solidFill>
              </a:defRPr>
            </a:lvl1pPr>
            <a:lvl2pPr marL="260005" indent="-125520">
              <a:buFont typeface="Arial" panose="020B0604020202020204" pitchFamily="34" charset="0"/>
              <a:buChar char="•"/>
              <a:defRPr>
                <a:solidFill>
                  <a:schemeClr val="tx1"/>
                </a:solidFill>
              </a:defRPr>
            </a:lvl2pPr>
            <a:lvl3pPr marL="376559" indent="-116554">
              <a:buFont typeface="Arial" panose="020B0604020202020204" pitchFamily="34" charset="0"/>
              <a:buChar char="•"/>
              <a:defRPr>
                <a:solidFill>
                  <a:schemeClr val="tx1"/>
                </a:solidFill>
              </a:defRPr>
            </a:lvl3pPr>
            <a:lvl4pPr marL="672427" indent="0">
              <a:buNone/>
              <a:defRPr/>
            </a:lvl4pPr>
            <a:lvl5pPr marL="896569"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79802109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7"/>
            <a:ext cx="10210404" cy="777240"/>
          </a:xfrm>
          <a:prstGeom prst="rect">
            <a:avLst/>
          </a:prstGeo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7"/>
            <a:ext cx="8193024" cy="492443"/>
          </a:xfrm>
        </p:spPr>
        <p:txBody>
          <a:bodyPr/>
          <a:lstStyle>
            <a:lvl1pPr algn="l" defTabSz="914554" rtl="0" eaLnBrk="1" latinLnBrk="0" hangingPunct="1">
              <a:lnSpc>
                <a:spcPct val="100000"/>
              </a:lnSpc>
              <a:spcBef>
                <a:spcPct val="0"/>
              </a:spcBef>
              <a:buNone/>
              <a:defRPr lang="en-US" sz="3138"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389697"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389697"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523860"/>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7"/>
            <a:ext cx="10210404" cy="777240"/>
          </a:xfrm>
          <a:prstGeom prst="rect">
            <a:avLst/>
          </a:prstGeo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389697"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389697"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389697"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9"/>
            <a:ext cx="10210404" cy="781184"/>
          </a:xfrm>
          <a:prstGeom prst="rect">
            <a:avLst/>
          </a:prstGeo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7"/>
            <a:ext cx="11011602" cy="492443"/>
          </a:xfrm>
        </p:spPr>
        <p:txBody>
          <a:bodyPr/>
          <a:lstStyle>
            <a:lvl1pPr algn="l" defTabSz="914554" rtl="0" eaLnBrk="1" latinLnBrk="0" hangingPunct="1">
              <a:lnSpc>
                <a:spcPct val="100000"/>
              </a:lnSpc>
              <a:spcBef>
                <a:spcPct val="0"/>
              </a:spcBef>
              <a:buNone/>
              <a:defRPr lang="en-US" sz="3138"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28509065"/>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7"/>
            <a:ext cx="10210404" cy="645624"/>
          </a:xfrm>
          <a:prstGeom prst="rect">
            <a:avLst/>
          </a:prstGeo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389697"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389697"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389697"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389697"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7"/>
            <a:ext cx="8193024" cy="492443"/>
          </a:xfrm>
        </p:spPr>
        <p:txBody>
          <a:bodyPr/>
          <a:lstStyle>
            <a:lvl1pPr algn="l" defTabSz="914554" rtl="0" eaLnBrk="1" latinLnBrk="0" hangingPunct="1">
              <a:lnSpc>
                <a:spcPct val="100000"/>
              </a:lnSpc>
              <a:spcBef>
                <a:spcPct val="0"/>
              </a:spcBef>
              <a:buNone/>
              <a:defRPr lang="en-US" sz="3138"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51071924"/>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9"/>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6"/>
            <a:ext cx="8193024" cy="307777"/>
          </a:xfrm>
        </p:spPr>
        <p:txBody>
          <a:bodyPr/>
          <a:lstStyle>
            <a:lvl1pPr>
              <a:defRPr sz="196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510661084"/>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9"/>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2"/>
            <a:ext cx="8193024" cy="307777"/>
          </a:xfrm>
        </p:spPr>
        <p:txBody>
          <a:bodyPr/>
          <a:lstStyle>
            <a:lvl1pPr>
              <a:defRPr sz="196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8" y="2080228"/>
            <a:ext cx="3361943" cy="553998"/>
          </a:xfrm>
          <a:noFill/>
        </p:spPr>
        <p:txBody>
          <a:bodyPr wrap="square" lIns="0" tIns="0" rIns="0" bIns="0">
            <a:spAutoFit/>
          </a:bodyPr>
          <a:lstStyle>
            <a:lvl1pPr marL="0" indent="0" algn="l" defTabSz="448285" rtl="0" eaLnBrk="1" latinLnBrk="0" hangingPunct="1">
              <a:lnSpc>
                <a:spcPct val="100000"/>
              </a:lnSpc>
              <a:spcBef>
                <a:spcPct val="0"/>
              </a:spcBef>
              <a:spcAft>
                <a:spcPts val="0"/>
              </a:spcAft>
              <a:buFont typeface="Arial" panose="020B0604020202020204" pitchFamily="34" charset="0"/>
              <a:buNone/>
              <a:defRPr lang="en-US" sz="3530" b="0" kern="1200" cap="none" spc="-49"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6"/>
            <a:ext cx="7114222" cy="486415"/>
          </a:xfrm>
        </p:spPr>
        <p:txBody>
          <a:bodyPr/>
          <a:lstStyle>
            <a:lvl1pPr marL="0" indent="0" algn="l" defTabSz="448285" rtl="0" eaLnBrk="1" latinLnBrk="0" hangingPunct="1">
              <a:lnSpc>
                <a:spcPct val="100000"/>
              </a:lnSpc>
              <a:spcBef>
                <a:spcPct val="0"/>
              </a:spcBef>
              <a:buNone/>
              <a:defRPr lang="en-US" sz="1961" b="0" kern="1200" cap="none" spc="-49" baseline="0" dirty="0" smtClean="0">
                <a:ln w="3175">
                  <a:noFill/>
                </a:ln>
                <a:solidFill>
                  <a:schemeClr val="tx1"/>
                </a:solidFill>
                <a:effectLst/>
                <a:latin typeface="+mn-lt"/>
                <a:ea typeface="+mn-ea"/>
                <a:cs typeface="Segoe UI" panose="020B0502040204020203" pitchFamily="34" charset="0"/>
              </a:defRPr>
            </a:lvl1pPr>
            <a:lvl2pPr marL="152417" indent="0">
              <a:buNone/>
              <a:defRPr lang="en-US" sz="1961" b="0" kern="1200" cap="none" spc="-49" baseline="0" dirty="0" smtClean="0">
                <a:ln w="3175">
                  <a:noFill/>
                </a:ln>
                <a:solidFill>
                  <a:schemeClr val="bg1"/>
                </a:solidFill>
                <a:effectLst/>
                <a:latin typeface="+mn-lt"/>
                <a:ea typeface="+mn-ea"/>
                <a:cs typeface="Segoe UI" panose="020B0502040204020203" pitchFamily="34" charset="0"/>
              </a:defRPr>
            </a:lvl2pPr>
            <a:lvl3pPr marL="260005" indent="0">
              <a:buNone/>
              <a:defRPr/>
            </a:lvl3pPr>
            <a:lvl4pPr marL="649079" indent="0">
              <a:buNone/>
              <a:defRPr/>
            </a:lvl4pPr>
            <a:lvl5pPr marL="838978" indent="0">
              <a:buNone/>
              <a:defRPr/>
            </a:lvl5pPr>
          </a:lstStyle>
          <a:p>
            <a:pPr lvl="0"/>
            <a:r>
              <a:rPr lang="en-US"/>
              <a:t>Click to edit Master text styles</a:t>
            </a:r>
          </a:p>
        </p:txBody>
      </p:sp>
    </p:spTree>
    <p:extLst>
      <p:ext uri="{BB962C8B-B14F-4D97-AF65-F5344CB8AC3E}">
        <p14:creationId xmlns:p14="http://schemas.microsoft.com/office/powerpoint/2010/main" val="204641071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3" y="2532448"/>
            <a:ext cx="9630389" cy="1793104"/>
          </a:xfrm>
          <a:prstGeom prst="rect">
            <a:avLst/>
          </a:prstGeom>
          <a:noFill/>
        </p:spPr>
        <p:txBody>
          <a:bodyPr lIns="0" tIns="0" rIns="0" bIns="182880" anchor="b" anchorCtr="0"/>
          <a:lstStyle>
            <a:lvl1pPr>
              <a:defRPr sz="4706" strike="noStrike" spc="-48"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8" y="4350114"/>
            <a:ext cx="9602819" cy="738664"/>
          </a:xfrm>
          <a:prstGeom prst="rect">
            <a:avLst/>
          </a:prstGeom>
        </p:spPr>
        <p:txBody>
          <a:bodyPr/>
          <a:lstStyle>
            <a:lvl1pPr>
              <a:defRPr sz="1765">
                <a:solidFill>
                  <a:srgbClr val="000000"/>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0042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3" y="2532448"/>
            <a:ext cx="9630389" cy="1793104"/>
          </a:xfrm>
          <a:prstGeom prst="rect">
            <a:avLst/>
          </a:prstGeom>
          <a:noFill/>
        </p:spPr>
        <p:txBody>
          <a:bodyPr lIns="0" tIns="0" rIns="0" bIns="182880" anchor="b" anchorCtr="0"/>
          <a:lstStyle>
            <a:lvl1pPr>
              <a:defRPr sz="4706" strike="noStrike" spc="-48"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8" y="4350114"/>
            <a:ext cx="9602819" cy="738664"/>
          </a:xfrm>
          <a:prstGeom prst="rect">
            <a:avLst/>
          </a:prstGeom>
        </p:spPr>
        <p:txBody>
          <a:bodyPr/>
          <a:lstStyle>
            <a:lvl1pPr>
              <a:defRPr sz="1765">
                <a:solidFill>
                  <a:schemeClr val="bg1"/>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solidFill>
                <a:schemeClr val="bg1"/>
              </a:solidFill>
            </a:endParaRPr>
          </a:p>
        </p:txBody>
      </p:sp>
    </p:spTree>
    <p:extLst>
      <p:ext uri="{BB962C8B-B14F-4D97-AF65-F5344CB8AC3E}">
        <p14:creationId xmlns:p14="http://schemas.microsoft.com/office/powerpoint/2010/main" val="1692378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6" strike="noStrike" spc="-48"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765">
                <a:solidFill>
                  <a:srgbClr val="000000"/>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42466"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88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114162185"/>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6" strike="noStrike" spc="-48"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765">
                <a:solidFill>
                  <a:schemeClr val="tx1"/>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6600946" y="859777"/>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696"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696"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696"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696"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696"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696"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696"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696"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696"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696"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696"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696"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696"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696"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696"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696"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696"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696"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696"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696"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696"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696"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696"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696"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3118523755"/>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6" strike="noStrike" spc="-48"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765">
                <a:solidFill>
                  <a:schemeClr val="tx1"/>
                </a:solidFill>
              </a:defRPr>
            </a:lvl1pPr>
            <a:lvl2pPr>
              <a:defRPr sz="1731">
                <a:solidFill>
                  <a:srgbClr val="000000"/>
                </a:solidFill>
              </a:defRPr>
            </a:lvl2pPr>
            <a:lvl3pPr>
              <a:defRPr sz="1345"/>
            </a:lvl3pPr>
            <a:lvl4pPr>
              <a:defRPr sz="1345"/>
            </a:lvl4pPr>
            <a:lvl5pPr>
              <a:defRPr sz="100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3"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6600946" y="859777"/>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696"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696"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696"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696"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696"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696"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696"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696"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696"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696"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696"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696"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696"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696"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696"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696"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696"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696"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696"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696"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696"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696"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696"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696" dirty="0"/>
            </a:p>
          </p:txBody>
        </p:sp>
      </p:grpSp>
    </p:spTree>
    <p:extLst>
      <p:ext uri="{BB962C8B-B14F-4D97-AF65-F5344CB8AC3E}">
        <p14:creationId xmlns:p14="http://schemas.microsoft.com/office/powerpoint/2010/main" val="1967974865"/>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670359307"/>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196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921846476"/>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2" y="1456898"/>
            <a:ext cx="11340811" cy="2051844"/>
          </a:xfrm>
        </p:spPr>
        <p:txBody>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609809556"/>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2" y="1456898"/>
            <a:ext cx="11340811" cy="2051844"/>
          </a:xfrm>
        </p:spPr>
        <p:txBody>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5670551"/>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7"/>
            <a:ext cx="11341268" cy="492443"/>
          </a:xfrm>
        </p:spPr>
        <p:txBody>
          <a:bodyPr anchor="ctr"/>
          <a:lstStyle>
            <a:lvl1pPr>
              <a:defRPr sz="196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061991036"/>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7"/>
            <a:ext cx="5543785" cy="3762803"/>
          </a:xfrm>
          <a:solidFill>
            <a:schemeClr val="bg1">
              <a:lumMod val="95000"/>
            </a:schemeClr>
          </a:solidFill>
        </p:spPr>
        <p:txBody>
          <a:bodyPr lIns="137160">
            <a:noAutofit/>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7"/>
            <a:ext cx="5543550" cy="3762803"/>
          </a:xfrm>
          <a:solidFill>
            <a:schemeClr val="bg1">
              <a:lumMod val="95000"/>
            </a:schemeClr>
          </a:solidFill>
        </p:spPr>
        <p:txBody>
          <a:bodyPr lIns="137160">
            <a:noAutofit/>
          </a:bodyPr>
          <a:lstStyle>
            <a:lvl1pPr>
              <a:spcBef>
                <a:spcPts val="384"/>
              </a:spcBef>
              <a:spcAft>
                <a:spcPts val="577"/>
              </a:spcAft>
              <a:defRPr sz="2353"/>
            </a:lvl1pPr>
            <a:lvl2pPr>
              <a:spcBef>
                <a:spcPts val="384"/>
              </a:spcBef>
              <a:spcAft>
                <a:spcPts val="577"/>
              </a:spcAft>
              <a:defRPr/>
            </a:lvl2pPr>
            <a:lvl3pPr>
              <a:spcBef>
                <a:spcPts val="384"/>
              </a:spcBef>
              <a:spcAft>
                <a:spcPts val="577"/>
              </a:spcAft>
              <a:defRPr/>
            </a:lvl3pPr>
            <a:lvl4pPr>
              <a:spcBef>
                <a:spcPts val="384"/>
              </a:spcBef>
              <a:spcAft>
                <a:spcPts val="577"/>
              </a:spcAft>
              <a:defRPr/>
            </a:lvl4pPr>
            <a:lvl5pPr>
              <a:spcBef>
                <a:spcPts val="384"/>
              </a:spcBef>
              <a:spcAft>
                <a:spcPts val="577"/>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374858132"/>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1"/>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831258984"/>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8"/>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1"/>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8"/>
            <a:ext cx="5394960" cy="2025555"/>
          </a:xfrm>
        </p:spPr>
        <p:txBody>
          <a:bodyPr/>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819716815"/>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1704996"/>
          </a:xfrm>
          <a:solidFill>
            <a:schemeClr val="bg1">
              <a:lumMod val="95000"/>
            </a:schemeClr>
          </a:solidFill>
        </p:spPr>
        <p:txBody>
          <a:bodyPr lIns="137160" rIns="137160"/>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2" y="1456896"/>
            <a:ext cx="5531577" cy="1704996"/>
          </a:xfrm>
          <a:solidFill>
            <a:schemeClr val="bg1">
              <a:lumMod val="95000"/>
            </a:schemeClr>
          </a:solidFill>
        </p:spPr>
        <p:txBody>
          <a:bodyPr lIns="137160" rIns="137160"/>
          <a:lstStyle>
            <a:lvl1pPr>
              <a:spcBef>
                <a:spcPts val="384"/>
              </a:spcBef>
              <a:spcAft>
                <a:spcPts val="577"/>
              </a:spcAft>
              <a:defRPr sz="2353"/>
            </a:lvl1pPr>
            <a:lvl2pPr marL="329590" indent="-219727">
              <a:spcBef>
                <a:spcPts val="384"/>
              </a:spcBef>
              <a:spcAft>
                <a:spcPts val="577"/>
              </a:spcAft>
              <a:buFont typeface="Arial" panose="020B0604020202020204" pitchFamily="34" charset="0"/>
              <a:buChar char="•"/>
              <a:defRPr>
                <a:solidFill>
                  <a:schemeClr val="tx1"/>
                </a:solidFill>
                <a:latin typeface="+mn-lt"/>
              </a:defRPr>
            </a:lvl2pPr>
            <a:lvl3pPr marL="274659" indent="-274659">
              <a:spcBef>
                <a:spcPts val="384"/>
              </a:spcBef>
              <a:spcAft>
                <a:spcPts val="577"/>
              </a:spcAft>
              <a:buFont typeface="Arial" panose="020B0604020202020204" pitchFamily="34" charset="0"/>
              <a:buChar char="•"/>
              <a:defRPr>
                <a:solidFill>
                  <a:schemeClr val="tx1"/>
                </a:solidFill>
                <a:latin typeface="+mn-lt"/>
              </a:defRPr>
            </a:lvl3pPr>
            <a:lvl4pPr marL="659180" indent="-274659">
              <a:spcBef>
                <a:spcPts val="384"/>
              </a:spcBef>
              <a:spcAft>
                <a:spcPts val="577"/>
              </a:spcAft>
              <a:buSzPct val="100000"/>
              <a:buFont typeface="Arial" panose="020B0604020202020204" pitchFamily="34" charset="0"/>
              <a:buChar char="‒"/>
              <a:defRPr>
                <a:solidFill>
                  <a:schemeClr val="tx1"/>
                </a:solidFill>
                <a:latin typeface="+mn-lt"/>
              </a:defRPr>
            </a:lvl4pPr>
            <a:lvl5pPr marL="164795" indent="-164795">
              <a:spcBef>
                <a:spcPts val="384"/>
              </a:spcBef>
              <a:spcAft>
                <a:spcPts val="577"/>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802244188"/>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8"/>
            <a:ext cx="7695070" cy="1224434"/>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406114007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420758015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691126"/>
            <a:ext cx="7695070" cy="822645"/>
          </a:xfrm>
        </p:spPr>
        <p:txBody>
          <a:bodyPr vert="horz" wrap="square" lIns="0" tIns="0" rIns="0" bIns="0" rtlCol="0" anchor="ctr">
            <a:noAutofit/>
          </a:bodyPr>
          <a:lstStyle>
            <a:lvl2pPr>
              <a:defRPr lang="en-US" sz="1765"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765"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765"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765"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8"/>
            <a:ext cx="7695070" cy="822645"/>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8"/>
            <a:ext cx="7695070" cy="822645"/>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77193369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90" y="466348"/>
            <a:ext cx="7695069" cy="675889"/>
          </a:xfrm>
        </p:spPr>
        <p:txBody>
          <a:bodyPr vert="horz" wrap="square" lIns="0" tIns="0" rIns="0" bIns="0" rtlCol="0" anchor="ctr">
            <a:noAutofit/>
          </a:bodyPr>
          <a:lstStyle>
            <a:lvl2pPr>
              <a:defRPr lang="en-US" sz="1569"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90" y="1216264"/>
            <a:ext cx="7695069" cy="675889"/>
          </a:xfrm>
        </p:spPr>
        <p:txBody>
          <a:bodyPr vert="horz" wrap="square" lIns="0" tIns="0" rIns="0" bIns="0" rtlCol="0" anchor="ctr">
            <a:noAutofit/>
          </a:bodyPr>
          <a:lstStyle>
            <a:lvl2pPr>
              <a:defRPr lang="en-US" sz="1569"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90" y="1966180"/>
            <a:ext cx="7695069" cy="675889"/>
          </a:xfrm>
        </p:spPr>
        <p:txBody>
          <a:bodyPr vert="horz" wrap="square" lIns="0" tIns="0" rIns="0" bIns="0" rtlCol="0" anchor="ctr">
            <a:noAutofit/>
          </a:bodyPr>
          <a:lstStyle>
            <a:lvl2pPr>
              <a:defRPr lang="en-US" sz="1569"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90" y="2716096"/>
            <a:ext cx="7695069" cy="675889"/>
          </a:xfrm>
        </p:spPr>
        <p:txBody>
          <a:bodyPr vert="horz" wrap="square" lIns="0" tIns="0" rIns="0" bIns="0" rtlCol="0" anchor="ctr">
            <a:noAutofit/>
          </a:bodyPr>
          <a:lstStyle>
            <a:lvl2pPr>
              <a:defRPr lang="en-US" sz="1569"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90" y="3466013"/>
            <a:ext cx="7695069" cy="675889"/>
          </a:xfrm>
        </p:spPr>
        <p:txBody>
          <a:bodyPr vert="horz" wrap="square" lIns="0" tIns="0" rIns="0" bIns="0" rtlCol="0" anchor="ctr">
            <a:noAutofit/>
          </a:bodyPr>
          <a:lstStyle>
            <a:lvl2pPr>
              <a:defRPr lang="en-US" sz="1569"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90" y="4215929"/>
            <a:ext cx="7695069"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90" y="4965845"/>
            <a:ext cx="7695069"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90" y="5715764"/>
            <a:ext cx="7695069"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1208270576"/>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2"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310" tIns="143448" rIns="179310" bIns="143448" numCol="1" spcCol="0" rtlCol="0" fromWordArt="0" anchor="t" anchorCtr="0" forceAA="0" compatLnSpc="1">
            <a:prstTxWarp prst="textNoShape">
              <a:avLst/>
            </a:prstTxWarp>
            <a:noAutofit/>
          </a:bodyPr>
          <a:lstStyle/>
          <a:p>
            <a:pPr algn="ctr" defTabSz="914289"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3"/>
            <a:ext cx="3330574" cy="675889"/>
          </a:xfrm>
        </p:spPr>
        <p:txBody>
          <a:bodyPr vert="horz" wrap="square" lIns="0" tIns="0" rIns="0" bIns="0" rtlCol="0" anchor="ctr">
            <a:noAutofit/>
          </a:bodyPr>
          <a:lstStyle>
            <a:lvl2pPr>
              <a:defRPr lang="en-US" sz="1373"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7"/>
            <a:ext cx="3330574" cy="675889"/>
          </a:xfrm>
        </p:spPr>
        <p:txBody>
          <a:bodyPr vert="horz" wrap="square" lIns="0" tIns="0" rIns="0" bIns="0" rtlCol="0" anchor="ctr">
            <a:noAutofit/>
          </a:bodyPr>
          <a:lstStyle>
            <a:lvl2pPr>
              <a:defRPr lang="en-US" sz="1373"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5"/>
            <a:ext cx="3330574"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9"/>
            <a:ext cx="3330574"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2" y="466348"/>
            <a:ext cx="3442157"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2" y="1308613"/>
            <a:ext cx="3442157" cy="675889"/>
          </a:xfrm>
        </p:spPr>
        <p:txBody>
          <a:bodyPr vert="horz" wrap="square" lIns="0" tIns="0" rIns="0" bIns="0" rtlCol="0" anchor="ctr">
            <a:noAutofit/>
          </a:bodyPr>
          <a:lstStyle>
            <a:lvl2pPr>
              <a:defRPr lang="en-US" sz="1373"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2" y="2150877"/>
            <a:ext cx="3442157" cy="675889"/>
          </a:xfrm>
        </p:spPr>
        <p:txBody>
          <a:bodyPr vert="horz" wrap="square" lIns="0" tIns="0" rIns="0" bIns="0" rtlCol="0" anchor="ctr">
            <a:noAutofit/>
          </a:bodyPr>
          <a:lstStyle>
            <a:lvl2pPr>
              <a:defRPr lang="en-US" sz="1373"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2" y="2993140"/>
            <a:ext cx="3442157"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2" y="3835405"/>
            <a:ext cx="3442157" cy="675889"/>
          </a:xfrm>
        </p:spPr>
        <p:txBody>
          <a:bodyPr vert="horz" wrap="square" lIns="0" tIns="0" rIns="0" bIns="0" rtlCol="0" anchor="ctr">
            <a:noAutofit/>
          </a:bodyPr>
          <a:lstStyle>
            <a:lvl2pPr>
              <a:defRPr lang="en-US" sz="1373"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2" y="4677669"/>
            <a:ext cx="3442157"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2" y="5519930"/>
            <a:ext cx="3442157" cy="675889"/>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373" b="0">
                <a:solidFill>
                  <a:schemeClr val="tx1"/>
                </a:solidFill>
              </a:defRPr>
            </a:lvl2pPr>
            <a:lvl3pPr marL="439453" indent="0">
              <a:buNone/>
              <a:defRPr/>
            </a:lvl3pPr>
            <a:lvl4pPr marL="659180" indent="0">
              <a:buNone/>
              <a:defRPr/>
            </a:lvl4pPr>
            <a:lvl5pPr marL="878906"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4267005523"/>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60"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57"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418645" y="4708216"/>
            <a:ext cx="3652931" cy="333809"/>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5" y="5014829"/>
            <a:ext cx="3652931" cy="954107"/>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rgbClr val="000000"/>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6"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57"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71" y="4708215"/>
            <a:ext cx="3618381" cy="584775"/>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71" y="5014829"/>
            <a:ext cx="3618381" cy="954107"/>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rgbClr val="000000"/>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9"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57"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8144085" y="4708215"/>
            <a:ext cx="3618381" cy="584775"/>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5" y="5014829"/>
            <a:ext cx="3618381" cy="954107"/>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rgbClr val="000000"/>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701106803"/>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530" spc="-48" baseline="0" dirty="0">
                <a:solidFill>
                  <a:schemeClr val="bg1"/>
                </a:solidFill>
              </a:defRPr>
            </a:lvl1pPr>
          </a:lstStyle>
          <a:p>
            <a:pPr marL="0" lvl="0">
              <a:lnSpc>
                <a:spcPts val="5383"/>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8"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3124778641"/>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8"/>
            <a:ext cx="5579310" cy="294953"/>
          </a:xfrm>
          <a:prstGeom prst="rect">
            <a:avLst/>
          </a:prstGeom>
        </p:spPr>
        <p:txBody>
          <a:bodyPr wrap="square" lIns="0" tIns="0" rIns="0" bIns="0">
            <a:spAutoFit/>
          </a:bodyPr>
          <a:lstStyle>
            <a:lvl1pPr marL="0" indent="0">
              <a:lnSpc>
                <a:spcPts val="2307"/>
              </a:lnSpc>
              <a:buNone/>
              <a:defRPr lang="en-US" sz="1961" kern="1200" spc="0" baseline="0" dirty="0">
                <a:solidFill>
                  <a:schemeClr val="tx1"/>
                </a:solidFill>
                <a:latin typeface="+mj-lt"/>
                <a:ea typeface="+mn-ea"/>
                <a:cs typeface="+mn-cs"/>
              </a:defRPr>
            </a:lvl1pPr>
            <a:lvl2pPr marL="219727" indent="0">
              <a:buNone/>
              <a:defRPr/>
            </a:lvl2pPr>
            <a:lvl3pPr marL="439453" indent="0">
              <a:buNone/>
              <a:defRPr/>
            </a:lvl3pPr>
            <a:lvl4pPr marL="659180" indent="0">
              <a:buNone/>
              <a:defRPr/>
            </a:lvl4pPr>
            <a:lvl5pPr marL="87890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5" y="2161629"/>
            <a:ext cx="5579311" cy="338554"/>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24246"/>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5" y="3628878"/>
            <a:ext cx="5579311" cy="338554"/>
          </a:xfrm>
          <a:prstGeom prst="rect">
            <a:avLst/>
          </a:prstGeom>
        </p:spPr>
        <p:txBody>
          <a:bodyPr lIns="0" tIns="45720" rIns="0" bIns="45720"/>
          <a:lstStyle>
            <a:lvl1pPr marL="0" indent="0">
              <a:lnSpc>
                <a:spcPct val="100000"/>
              </a:lnSpc>
              <a:spcBef>
                <a:spcPts val="1177"/>
              </a:spcBef>
              <a:buNone/>
              <a:defRPr lang="en-US" sz="1569" b="0" kern="1200" spc="0" baseline="0" dirty="0">
                <a:solidFill>
                  <a:schemeClr val="tx2"/>
                </a:solidFill>
                <a:latin typeface="+mj-lt"/>
                <a:ea typeface="+mn-ea"/>
                <a:cs typeface="+mn-cs"/>
              </a:defRPr>
            </a:lvl1pPr>
            <a:lvl2pPr marL="0" marR="0" indent="0" algn="l" defTabSz="896537" rtl="0" eaLnBrk="1" fontAlgn="auto" latinLnBrk="0" hangingPunct="1">
              <a:lnSpc>
                <a:spcPts val="1731"/>
              </a:lnSpc>
              <a:spcBef>
                <a:spcPts val="432"/>
              </a:spcBef>
              <a:spcAft>
                <a:spcPts val="0"/>
              </a:spcAft>
              <a:buClrTx/>
              <a:buSzPct val="90000"/>
              <a:buFont typeface="Arial" panose="020B0604020202020204" pitchFamily="34" charset="0"/>
              <a:buNone/>
              <a:tabLst/>
              <a:defRPr sz="1345">
                <a:solidFill>
                  <a:srgbClr val="000000"/>
                </a:solidFill>
              </a:defRPr>
            </a:lvl2pPr>
            <a:lvl3pPr marL="439453" indent="0">
              <a:buNone/>
              <a:defRPr/>
            </a:lvl3pPr>
            <a:lvl4pPr marL="659180" indent="0">
              <a:buNone/>
              <a:defRPr/>
            </a:lvl4pPr>
            <a:lvl5pPr marL="87890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3"/>
            <a:ext cx="5579310" cy="724246"/>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373"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4" y="-1"/>
            <a:ext cx="5973053" cy="6858001"/>
          </a:xfrm>
          <a:prstGeom prst="rect">
            <a:avLst/>
          </a:prstGeom>
          <a:blipFill>
            <a:blip r:embed="rId2"/>
            <a:stretch>
              <a:fillRect/>
            </a:stretch>
          </a:blipFill>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746812024"/>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353" kern="1200" spc="0" baseline="0" dirty="0">
                <a:solidFill>
                  <a:schemeClr val="tx1"/>
                </a:solidFill>
                <a:latin typeface="+mj-lt"/>
                <a:ea typeface="+mn-ea"/>
                <a:cs typeface="+mn-cs"/>
              </a:defRPr>
            </a:lvl1pPr>
            <a:lvl2pPr marL="219727" indent="0">
              <a:buNone/>
              <a:defRPr/>
            </a:lvl2pPr>
            <a:lvl3pPr marL="439453" indent="0">
              <a:buNone/>
              <a:defRPr/>
            </a:lvl3pPr>
            <a:lvl4pPr marL="659180" indent="0">
              <a:buNone/>
              <a:defRPr/>
            </a:lvl4pPr>
            <a:lvl5pPr marL="87890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7"/>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9"/>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80"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917372712"/>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353" kern="1200" spc="0" baseline="0" dirty="0">
                <a:solidFill>
                  <a:schemeClr val="tx1"/>
                </a:solidFill>
                <a:latin typeface="+mj-lt"/>
                <a:ea typeface="+mn-ea"/>
                <a:cs typeface="+mn-cs"/>
              </a:defRPr>
            </a:lvl1pPr>
            <a:lvl2pPr marL="219727" indent="0">
              <a:buNone/>
              <a:defRPr/>
            </a:lvl2pPr>
            <a:lvl3pPr marL="439453" indent="0">
              <a:buNone/>
              <a:defRPr/>
            </a:lvl3pPr>
            <a:lvl4pPr marL="659180" indent="0">
              <a:buNone/>
              <a:defRPr/>
            </a:lvl4pPr>
            <a:lvl5pPr marL="87890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1"/>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2"/>
            <a:ext cx="4575554" cy="584775"/>
          </a:xfrm>
          <a:prstGeom prst="rect">
            <a:avLst/>
          </a:prstGeom>
        </p:spPr>
        <p:txBody>
          <a:bodyPr lIns="0" tIns="45720" rIns="0" bIns="45720"/>
          <a:lstStyle>
            <a:lvl1pPr marL="0" indent="0">
              <a:lnSpc>
                <a:spcPct val="100000"/>
              </a:lnSpc>
              <a:spcBef>
                <a:spcPts val="0"/>
              </a:spcBef>
              <a:spcAft>
                <a:spcPts val="588"/>
              </a:spcAft>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4" y="-1"/>
            <a:ext cx="5973053" cy="6858001"/>
          </a:xfrm>
          <a:prstGeom prst="rect">
            <a:avLst/>
          </a:prstGeom>
          <a:blipFill>
            <a:blip r:embed="rId2"/>
            <a:stretch>
              <a:fillRect/>
            </a:stretch>
          </a:blipFill>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502074427"/>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8"/>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1"/>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4"/>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8"/>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80"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88469"/>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8"/>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1"/>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4"/>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8"/>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569"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786" tIns="140628" rIns="175786" bIns="140628" numCol="1" spcCol="0" rtlCol="0" fromWordArt="0" anchor="t" anchorCtr="0" forceAA="0" compatLnSpc="1">
            <a:prstTxWarp prst="textNoShape">
              <a:avLst/>
            </a:prstTxWarp>
            <a:noAutofit/>
          </a:bodyPr>
          <a:lstStyle/>
          <a:p>
            <a:pPr algn="ctr" defTabSz="896277" fontAlgn="base">
              <a:lnSpc>
                <a:spcPct val="90000"/>
              </a:lnSpc>
              <a:spcBef>
                <a:spcPct val="0"/>
              </a:spcBef>
              <a:spcAft>
                <a:spcPct val="0"/>
              </a:spcAft>
            </a:pPr>
            <a:endParaRPr lang="en-US" sz="2307"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80"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89653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45"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609760793"/>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9"/>
            <a:ext cx="5408119" cy="589905"/>
          </a:xfrm>
          <a:prstGeom prst="rect">
            <a:avLst/>
          </a:prstGeom>
        </p:spPr>
        <p:txBody>
          <a:bodyPr wrap="square" lIns="0" tIns="0" rIns="0" bIns="0">
            <a:spAutoFit/>
          </a:bodyPr>
          <a:lstStyle>
            <a:lvl1pPr marL="0" indent="0">
              <a:lnSpc>
                <a:spcPts val="2307"/>
              </a:lnSpc>
              <a:buNone/>
              <a:defRPr sz="2353" b="0" i="0" spc="0">
                <a:solidFill>
                  <a:schemeClr val="tx1"/>
                </a:solidFill>
                <a:latin typeface="+mj-lt"/>
              </a:defRPr>
            </a:lvl1pPr>
            <a:lvl2pPr marL="219727" indent="0">
              <a:buNone/>
              <a:defRPr/>
            </a:lvl2pPr>
            <a:lvl3pPr marL="439453" indent="0">
              <a:buNone/>
              <a:defRPr/>
            </a:lvl3pPr>
            <a:lvl4pPr marL="659180" indent="0">
              <a:buNone/>
              <a:defRPr/>
            </a:lvl4pPr>
            <a:lvl5pPr marL="87890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177"/>
              </a:spcAft>
              <a:buFont typeface="Arial" panose="020B0604020202020204" pitchFamily="34" charset="0"/>
              <a:buNone/>
              <a:defRPr sz="1373" b="0" i="0" spc="0">
                <a:solidFill>
                  <a:schemeClr val="tx1"/>
                </a:solidFill>
                <a:latin typeface="+mn-lt"/>
              </a:defRPr>
            </a:lvl1pPr>
            <a:lvl2pPr marL="0" indent="0">
              <a:lnSpc>
                <a:spcPts val="1731"/>
              </a:lnSpc>
              <a:spcBef>
                <a:spcPts val="0"/>
              </a:spcBef>
              <a:buNone/>
              <a:defRPr sz="1345">
                <a:solidFill>
                  <a:schemeClr val="tx1"/>
                </a:solidFill>
              </a:defRPr>
            </a:lvl2pPr>
            <a:lvl3pPr marL="439453" indent="0">
              <a:buNone/>
              <a:defRPr/>
            </a:lvl3pPr>
            <a:lvl4pPr marL="659180" indent="0">
              <a:buNone/>
              <a:defRPr/>
            </a:lvl4pPr>
            <a:lvl5pPr marL="87890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4444775" y="148105"/>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61" y="1280614"/>
            <a:ext cx="5834041" cy="4319326"/>
          </a:xfrm>
          <a:prstGeom prst="rect">
            <a:avLst/>
          </a:prstGeom>
        </p:spPr>
        <p:txBody>
          <a:bodyPr anchor="ctr" anchorCtr="0">
            <a:noAutofit/>
          </a:bodyPr>
          <a:lstStyle>
            <a:lvl1pPr algn="ctr">
              <a:defRPr sz="3460">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3347019290"/>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8"/>
            <a:ext cx="7660076" cy="4311543"/>
          </a:xfrm>
          <a:prstGeom prst="rect">
            <a:avLst/>
          </a:prstGeom>
        </p:spPr>
        <p:txBody>
          <a:bodyPr anchor="ctr" anchorCtr="0">
            <a:noAutofit/>
          </a:bodyPr>
          <a:lstStyle>
            <a:lvl1pPr algn="ctr">
              <a:defRPr sz="3460">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4038600" y="6552647"/>
            <a:ext cx="4114800" cy="135743"/>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82" dirty="0"/>
          </a:p>
        </p:txBody>
      </p:sp>
    </p:spTree>
    <p:extLst>
      <p:ext uri="{BB962C8B-B14F-4D97-AF65-F5344CB8AC3E}">
        <p14:creationId xmlns:p14="http://schemas.microsoft.com/office/powerpoint/2010/main" val="2923765530"/>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8" y="1950781"/>
            <a:ext cx="3618377" cy="3534843"/>
          </a:xfrm>
          <a:prstGeom prst="rect">
            <a:avLst/>
          </a:prstGeom>
        </p:spPr>
        <p:txBody>
          <a:bodyPr anchor="ctr">
            <a:noAutofit/>
          </a:bodyPr>
          <a:lstStyle>
            <a:lvl1pPr marL="0" indent="0" algn="ctr">
              <a:buNone/>
              <a:defRPr sz="2307">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2"/>
            <a:ext cx="3629278" cy="276999"/>
          </a:xfrm>
          <a:prstGeom prst="rect">
            <a:avLst/>
          </a:prstGeom>
        </p:spPr>
        <p:txBody>
          <a:bodyPr tIns="0"/>
          <a:lstStyle>
            <a:lvl1pPr>
              <a:lnSpc>
                <a:spcPct val="100000"/>
              </a:lnSpc>
              <a:defRPr lang="en-US" sz="1177"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4" y="5947380"/>
            <a:ext cx="3618381" cy="307777"/>
          </a:xfrm>
          <a:prstGeom prst="rect">
            <a:avLst/>
          </a:prstGeom>
        </p:spPr>
        <p:txBody>
          <a:bodyPr lIns="0" tIns="0" rIns="0" bIns="0"/>
          <a:lstStyle>
            <a:lvl1pPr marL="0" indent="0">
              <a:lnSpc>
                <a:spcPct val="100000"/>
              </a:lnSpc>
              <a:spcBef>
                <a:spcPts val="865"/>
              </a:spcBef>
              <a:buFont typeface="Arial" panose="020B0604020202020204" pitchFamily="34" charset="0"/>
              <a:buNone/>
              <a:defRPr sz="981"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4" y="1950781"/>
            <a:ext cx="3607487" cy="3534843"/>
          </a:xfrm>
          <a:prstGeom prst="rect">
            <a:avLst/>
          </a:prstGeom>
        </p:spPr>
        <p:txBody>
          <a:bodyPr anchor="ctr">
            <a:noAutofit/>
          </a:bodyPr>
          <a:lstStyle>
            <a:lvl1pPr marL="0" indent="0" algn="ctr">
              <a:buNone/>
              <a:defRPr sz="2307">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2"/>
            <a:ext cx="3629278" cy="276999"/>
          </a:xfrm>
          <a:prstGeom prst="rect">
            <a:avLst/>
          </a:prstGeom>
        </p:spPr>
        <p:txBody>
          <a:bodyPr tIns="0"/>
          <a:lstStyle>
            <a:lvl1pPr>
              <a:lnSpc>
                <a:spcPct val="100000"/>
              </a:lnSpc>
              <a:defRPr lang="en-US" sz="1177"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4" y="5947380"/>
            <a:ext cx="3607487" cy="307777"/>
          </a:xfrm>
          <a:prstGeom prst="rect">
            <a:avLst/>
          </a:prstGeom>
        </p:spPr>
        <p:txBody>
          <a:bodyPr vert="horz" wrap="square" lIns="0" tIns="0" rIns="0" bIns="0" rtlCol="0">
            <a:spAutoFit/>
          </a:bodyPr>
          <a:lstStyle>
            <a:lvl1pPr>
              <a:lnSpc>
                <a:spcPct val="100000"/>
              </a:lnSpc>
              <a:tabLst/>
              <a:defRPr lang="en-US" sz="981"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4" y="1950781"/>
            <a:ext cx="3623051" cy="3534843"/>
          </a:xfrm>
          <a:prstGeom prst="rect">
            <a:avLst/>
          </a:prstGeom>
        </p:spPr>
        <p:txBody>
          <a:bodyPr anchor="ctr">
            <a:noAutofit/>
          </a:bodyPr>
          <a:lstStyle>
            <a:lvl1pPr marL="0" indent="0" algn="ctr">
              <a:buNone/>
              <a:defRPr sz="2307">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5" y="5947380"/>
            <a:ext cx="3607487" cy="307777"/>
          </a:xfrm>
          <a:prstGeom prst="rect">
            <a:avLst/>
          </a:prstGeom>
        </p:spPr>
        <p:txBody>
          <a:bodyPr vert="horz" wrap="square" lIns="0" tIns="0" rIns="0" bIns="0" rtlCol="0">
            <a:spAutoFit/>
          </a:bodyPr>
          <a:lstStyle>
            <a:lvl1pPr>
              <a:lnSpc>
                <a:spcPct val="100000"/>
              </a:lnSpc>
              <a:tabLst/>
              <a:defRPr lang="en-US" sz="981"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2"/>
            <a:ext cx="3629278" cy="276999"/>
          </a:xfrm>
          <a:prstGeom prst="rect">
            <a:avLst/>
          </a:prstGeom>
        </p:spPr>
        <p:txBody>
          <a:bodyPr tIns="0"/>
          <a:lstStyle>
            <a:lvl1pPr>
              <a:lnSpc>
                <a:spcPct val="100000"/>
              </a:lnSpc>
              <a:defRPr lang="en-US" sz="1177"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344445163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3665822"/>
            <a:ext cx="11343820" cy="543185"/>
          </a:xfrm>
          <a:prstGeom prst="rect">
            <a:avLst/>
          </a:prstGeom>
        </p:spPr>
        <p:txBody>
          <a:bodyPr anchor="ctr" anchorCtr="0"/>
          <a:lstStyle>
            <a:lvl1pPr algn="ctr">
              <a:defRPr sz="2353"/>
            </a:lvl1pPr>
          </a:lstStyle>
          <a:p>
            <a:r>
              <a:rPr lang="en-US"/>
              <a:t>Click icon to add table</a:t>
            </a:r>
            <a:endParaRPr lang="en-US" dirty="0"/>
          </a:p>
        </p:txBody>
      </p:sp>
    </p:spTree>
    <p:extLst>
      <p:ext uri="{BB962C8B-B14F-4D97-AF65-F5344CB8AC3E}">
        <p14:creationId xmlns:p14="http://schemas.microsoft.com/office/powerpoint/2010/main" val="3076288566"/>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53320852"/>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1" y="1994072"/>
            <a:ext cx="3650357"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2" y="1994072"/>
            <a:ext cx="3650357" cy="2006600"/>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01387513"/>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2353" b="0">
                <a:solidFill>
                  <a:schemeClr val="tx1"/>
                </a:solidFill>
                <a:latin typeface="+mj-lt"/>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1" y="19940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2" y="19940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91" y="39244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2" y="3924472"/>
            <a:ext cx="3650357" cy="1752428"/>
          </a:xfrm>
          <a:ln w="19050">
            <a:solidFill>
              <a:schemeClr val="tx2"/>
            </a:solidFill>
          </a:ln>
        </p:spPr>
        <p:txBody>
          <a:bodyPr lIns="182880" tIns="137160" rIns="182880">
            <a:noAutofit/>
          </a:bodyPr>
          <a:lstStyle>
            <a:lvl1pPr>
              <a:defRPr sz="1961">
                <a:solidFill>
                  <a:schemeClr val="tx1"/>
                </a:solidFill>
              </a:defRPr>
            </a:lvl1pPr>
            <a:lvl2pPr>
              <a:defRPr sz="1765">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88523333"/>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592743882"/>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749994323"/>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568744" y="249284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37668479"/>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324760558"/>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61" y="1456896"/>
            <a:ext cx="10383899" cy="728448"/>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3"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1" y="2303329"/>
            <a:ext cx="10383899" cy="728448"/>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3"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1" y="3149762"/>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3"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1" y="3996194"/>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3"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1" y="4842627"/>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3"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61" y="5689059"/>
            <a:ext cx="10383899" cy="728448"/>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146143480"/>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379945"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379945"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765"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2170363800"/>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5"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31"/>
              </a:lnSpc>
              <a:spcBef>
                <a:spcPts val="865"/>
              </a:spcBef>
              <a:buNone/>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5"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5"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5"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896537" rtl="0" eaLnBrk="1" fontAlgn="auto" latinLnBrk="0" hangingPunct="1">
              <a:lnSpc>
                <a:spcPts val="1731"/>
              </a:lnSpc>
              <a:spcBef>
                <a:spcPts val="865"/>
              </a:spcBef>
              <a:spcAft>
                <a:spcPts val="0"/>
              </a:spcAft>
              <a:buClrTx/>
              <a:buSzPct val="90000"/>
              <a:buFont typeface="Wingdings" panose="05000000000000000000" pitchFamily="2" charset="2"/>
              <a:buNone/>
              <a:tabLst/>
              <a:defRPr lang="en-US" sz="1537" b="0" kern="1200" spc="0" baseline="0" dirty="0">
                <a:solidFill>
                  <a:schemeClr val="tx1"/>
                </a:solidFill>
                <a:latin typeface="+mn-lt"/>
                <a:ea typeface="+mn-ea"/>
                <a:cs typeface="+mn-cs"/>
              </a:defRPr>
            </a:lvl1pPr>
            <a:lvl2pPr marL="0" marR="0" indent="0" algn="l" defTabSz="896537" rtl="0" eaLnBrk="1" fontAlgn="auto" latinLnBrk="0" hangingPunct="1">
              <a:lnSpc>
                <a:spcPct val="100000"/>
              </a:lnSpc>
              <a:spcBef>
                <a:spcPts val="588"/>
              </a:spcBef>
              <a:spcAft>
                <a:spcPts val="0"/>
              </a:spcAft>
              <a:buClrTx/>
              <a:buSzPct val="90000"/>
              <a:buFont typeface="Arial" panose="020B0604020202020204" pitchFamily="34" charset="0"/>
              <a:buNone/>
              <a:tabLst/>
              <a:defRPr sz="1569" b="0">
                <a:solidFill>
                  <a:schemeClr val="tx1"/>
                </a:solidFill>
              </a:defRPr>
            </a:lvl2pPr>
            <a:lvl3pPr marL="439453" indent="0">
              <a:buNone/>
              <a:defRPr/>
            </a:lvl3pPr>
            <a:lvl4pPr marL="659180" indent="0">
              <a:buNone/>
              <a:defRPr/>
            </a:lvl4pPr>
            <a:lvl5pPr marL="878906" indent="0">
              <a:buNone/>
              <a:defRPr/>
            </a:lvl5pPr>
          </a:lstStyle>
          <a:p>
            <a:pPr marL="0" marR="0" lvl="1" indent="0" algn="l" defTabSz="896537" rtl="0" eaLnBrk="1" fontAlgn="auto" latinLnBrk="0" hangingPunct="1">
              <a:lnSpc>
                <a:spcPct val="100000"/>
              </a:lnSpc>
              <a:spcBef>
                <a:spcPts val="384"/>
              </a:spcBef>
              <a:spcAft>
                <a:spcPts val="577"/>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233292078"/>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4" y="1457323"/>
            <a:ext cx="5578933"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2" y="2628195"/>
            <a:ext cx="5539341"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2" y="1457323"/>
            <a:ext cx="5572801"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3"/>
            <a:ext cx="5562182"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2" y="3664464"/>
            <a:ext cx="5539341"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2" y="4700731"/>
            <a:ext cx="5539341"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517130"/>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5" y="2628195"/>
            <a:ext cx="3618381"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4" y="2628195"/>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6" y="2628195"/>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196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5" y="3664463"/>
            <a:ext cx="3618381"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4" y="3664464"/>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6" y="3664464"/>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5" y="4700731"/>
            <a:ext cx="3618381" cy="772743"/>
          </a:xfrm>
          <a:prstGeom prst="rect">
            <a:avLst/>
          </a:prstGeom>
        </p:spPr>
        <p:txBody>
          <a:bodyPr lIns="0" tIns="0" rIns="0" bIns="0" anchor="ctr">
            <a:noAutofit/>
          </a:bodyPr>
          <a:lstStyle>
            <a:lvl1pPr marL="0" indent="0">
              <a:lnSpc>
                <a:spcPct val="100000"/>
              </a:lnSpc>
              <a:spcBef>
                <a:spcPts val="865"/>
              </a:spcBef>
              <a:buFont typeface="Arial" panose="020B0604020202020204" pitchFamily="34" charset="0"/>
              <a:buNone/>
              <a:defRPr sz="1373" b="0" i="0" spc="0">
                <a:solidFill>
                  <a:srgbClr val="000000"/>
                </a:solidFill>
                <a:latin typeface="+mn-lt"/>
              </a:defRPr>
            </a:lvl1pPr>
            <a:lvl2pPr marL="0" marR="0" indent="0" algn="l" defTabSz="896537" rtl="0" eaLnBrk="1" fontAlgn="auto" latinLnBrk="0" hangingPunct="1">
              <a:lnSpc>
                <a:spcPts val="1153"/>
              </a:lnSpc>
              <a:spcBef>
                <a:spcPts val="432"/>
              </a:spcBef>
              <a:spcAft>
                <a:spcPts val="0"/>
              </a:spcAft>
              <a:buClrTx/>
              <a:buSzPct val="90000"/>
              <a:buFont typeface="Arial" panose="020B0604020202020204" pitchFamily="34" charset="0"/>
              <a:buNone/>
              <a:tabLst/>
              <a:defRPr sz="961">
                <a:solidFill>
                  <a:schemeClr val="tx1"/>
                </a:solidFill>
              </a:defRPr>
            </a:lvl2pPr>
            <a:lvl3pPr marL="439453" indent="0">
              <a:buNone/>
              <a:defRPr/>
            </a:lvl3pPr>
            <a:lvl4pPr marL="659180" indent="0">
              <a:buNone/>
              <a:defRPr/>
            </a:lvl4pPr>
            <a:lvl5pPr marL="87890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4" y="4700731"/>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6" y="4700731"/>
            <a:ext cx="3607487" cy="772743"/>
          </a:xfrm>
          <a:prstGeom prst="rect">
            <a:avLst/>
          </a:prstGeom>
        </p:spPr>
        <p:txBody>
          <a:bodyPr vert="horz" wrap="square" lIns="0" tIns="0" rIns="0" bIns="0" rtlCol="0" anchor="ctr">
            <a:noAutofit/>
          </a:bodyPr>
          <a:lstStyle>
            <a:lvl1pPr>
              <a:lnSpc>
                <a:spcPct val="100000"/>
              </a:lnSpc>
              <a:tabLst/>
              <a:defRPr lang="en-US" sz="1373"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5"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5"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003742"/>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745"/>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745"/>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745"/>
            </a:lvl1pPr>
          </a:lstStyle>
          <a:p>
            <a:pPr lvl="0"/>
            <a:r>
              <a:rPr lang="en-US"/>
              <a:t>Click to edit Master text styles</a:t>
            </a:r>
          </a:p>
        </p:txBody>
      </p:sp>
    </p:spTree>
    <p:extLst>
      <p:ext uri="{BB962C8B-B14F-4D97-AF65-F5344CB8AC3E}">
        <p14:creationId xmlns:p14="http://schemas.microsoft.com/office/powerpoint/2010/main" val="3349399267"/>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353">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207865440"/>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7454386"/>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89377"/>
            <a:ext cx="8892608" cy="479247"/>
          </a:xfrm>
          <a:noFill/>
        </p:spPr>
        <p:txBody>
          <a:bodyPr wrap="square" lIns="0" tIns="0" rIns="0" bIns="0" anchor="ctr" anchorCtr="0">
            <a:spAutoFit/>
          </a:bodyPr>
          <a:lstStyle>
            <a:lvl1pPr algn="l" defTabSz="914378" rtl="0" eaLnBrk="1" latinLnBrk="0" hangingPunct="1">
              <a:lnSpc>
                <a:spcPct val="90000"/>
              </a:lnSpc>
              <a:spcBef>
                <a:spcPct val="0"/>
              </a:spcBef>
              <a:buNone/>
              <a:defRPr lang="en-US" sz="3460" b="0" kern="1200" cap="none" spc="-49"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554512344"/>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27822"/>
            <a:ext cx="2457386" cy="402359"/>
          </a:xfrm>
          <a:prstGeom prst="rect">
            <a:avLst/>
          </a:prstGeom>
        </p:spPr>
        <p:txBody>
          <a:bodyPr wrap="square" lIns="0" tIns="0" rIns="0" bIns="0" anchor="ctr">
            <a:spAutoFit/>
          </a:bodyPr>
          <a:lstStyle>
            <a:lvl1pPr>
              <a:lnSpc>
                <a:spcPts val="3076"/>
              </a:lnSpc>
              <a:defRPr sz="2691"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8946917" y="6456572"/>
            <a:ext cx="3245085" cy="133113"/>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865" dirty="0"/>
          </a:p>
        </p:txBody>
      </p:sp>
    </p:spTree>
    <p:extLst>
      <p:ext uri="{BB962C8B-B14F-4D97-AF65-F5344CB8AC3E}">
        <p14:creationId xmlns:p14="http://schemas.microsoft.com/office/powerpoint/2010/main" val="3110720029"/>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418643" y="1456899"/>
            <a:ext cx="11341268" cy="19676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784918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3"/>
            <a:ext cx="7454643" cy="3558191"/>
          </a:xfrm>
          <a:prstGeom prst="rect">
            <a:avLst/>
          </a:prstGeom>
          <a:noFill/>
        </p:spPr>
        <p:txBody>
          <a:bodyPr vert="horz" wrap="square" lIns="0" tIns="0" rIns="0" bIns="0" rtlCol="0" anchor="t" anchorCtr="0">
            <a:noAutofit/>
          </a:bodyPr>
          <a:lstStyle>
            <a:lvl1pPr>
              <a:defRPr lang="en-US" sz="4613" spc="-48" baseline="0" dirty="0">
                <a:solidFill>
                  <a:srgbClr val="FFFFFF"/>
                </a:solidFill>
              </a:defRPr>
            </a:lvl1pPr>
          </a:lstStyle>
          <a:p>
            <a:pPr marL="0" lvl="0">
              <a:lnSpc>
                <a:spcPts val="5383"/>
              </a:lnSpc>
            </a:pPr>
            <a:r>
              <a:rPr lang="en-US"/>
              <a:t>Section title</a:t>
            </a:r>
          </a:p>
        </p:txBody>
      </p:sp>
    </p:spTree>
    <p:extLst>
      <p:ext uri="{BB962C8B-B14F-4D97-AF65-F5344CB8AC3E}">
        <p14:creationId xmlns:p14="http://schemas.microsoft.com/office/powerpoint/2010/main" val="185703497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52747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22707270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896537" rtl="0" eaLnBrk="1" latinLnBrk="0" hangingPunct="1">
        <a:lnSpc>
          <a:spcPct val="90000"/>
        </a:lnSpc>
        <a:spcBef>
          <a:spcPct val="0"/>
        </a:spcBef>
        <a:buNone/>
        <a:defRPr lang="en-US" sz="3138" b="0" kern="1200" cap="none" spc="-48" baseline="0" dirty="0" smtClean="0">
          <a:ln w="3175">
            <a:noFill/>
          </a:ln>
          <a:solidFill>
            <a:srgbClr val="000000"/>
          </a:solidFill>
          <a:effectLst/>
          <a:latin typeface="+mj-lt"/>
          <a:ea typeface="+mn-ea"/>
          <a:cs typeface="Segoe UI" pitchFamily="34" charset="0"/>
        </a:defRPr>
      </a:lvl1pPr>
    </p:titleStyle>
    <p:bodyStyle>
      <a:lvl1pPr marL="0" marR="0" indent="0" algn="l" defTabSz="896537" rtl="0" eaLnBrk="1" fontAlgn="auto" latinLnBrk="0" hangingPunct="1">
        <a:lnSpc>
          <a:spcPct val="100000"/>
        </a:lnSpc>
        <a:spcBef>
          <a:spcPts val="0"/>
        </a:spcBef>
        <a:spcAft>
          <a:spcPts val="0"/>
        </a:spcAft>
        <a:buClrTx/>
        <a:buSzPct val="90000"/>
        <a:buFont typeface="Wingdings" panose="05000000000000000000" pitchFamily="2" charset="2"/>
        <a:buNone/>
        <a:tabLst/>
        <a:defRPr sz="2307" kern="1200" spc="-48" baseline="0">
          <a:solidFill>
            <a:srgbClr val="000000"/>
          </a:solidFill>
          <a:latin typeface="+mj-lt"/>
          <a:ea typeface="+mn-ea"/>
          <a:cs typeface="+mn-cs"/>
        </a:defRPr>
      </a:lvl1pPr>
      <a:lvl2pPr marL="0" marR="0" indent="0" algn="l" defTabSz="896537" rtl="0" eaLnBrk="1" fontAlgn="auto" latinLnBrk="0" hangingPunct="1">
        <a:lnSpc>
          <a:spcPct val="100000"/>
        </a:lnSpc>
        <a:spcBef>
          <a:spcPts val="384"/>
        </a:spcBef>
        <a:spcAft>
          <a:spcPts val="577"/>
        </a:spcAft>
        <a:buClrTx/>
        <a:buSzPct val="90000"/>
        <a:buFontTx/>
        <a:buNone/>
        <a:tabLst/>
        <a:defRPr sz="1961" kern="1200" spc="0" baseline="0">
          <a:solidFill>
            <a:schemeClr val="tx1"/>
          </a:solidFill>
          <a:latin typeface="+mn-lt"/>
          <a:ea typeface="+mn-ea"/>
          <a:cs typeface="+mn-cs"/>
        </a:defRPr>
      </a:lvl2pPr>
      <a:lvl3pPr marL="0" marR="0" indent="0" algn="l" defTabSz="896537" rtl="0" eaLnBrk="1" fontAlgn="auto" latinLnBrk="0" hangingPunct="1">
        <a:lnSpc>
          <a:spcPct val="100000"/>
        </a:lnSpc>
        <a:spcBef>
          <a:spcPts val="384"/>
        </a:spcBef>
        <a:spcAft>
          <a:spcPts val="577"/>
        </a:spcAft>
        <a:buClrTx/>
        <a:buSzPct val="90000"/>
        <a:buFont typeface="Wingdings" panose="05000000000000000000" pitchFamily="2" charset="2"/>
        <a:buNone/>
        <a:tabLst/>
        <a:defRPr sz="1569" kern="1200" spc="0" baseline="0">
          <a:solidFill>
            <a:schemeClr val="tx1"/>
          </a:solidFill>
          <a:latin typeface="+mj-lt"/>
          <a:ea typeface="+mn-ea"/>
          <a:cs typeface="+mn-cs"/>
        </a:defRPr>
      </a:lvl3pPr>
      <a:lvl4pPr marL="0" marR="0" indent="0" algn="l" defTabSz="896537" rtl="0" eaLnBrk="1" fontAlgn="auto" latinLnBrk="0" hangingPunct="1">
        <a:lnSpc>
          <a:spcPct val="100000"/>
        </a:lnSpc>
        <a:spcBef>
          <a:spcPts val="384"/>
        </a:spcBef>
        <a:spcAft>
          <a:spcPts val="577"/>
        </a:spcAft>
        <a:buClrTx/>
        <a:buSzPct val="90000"/>
        <a:buFont typeface="Wingdings" panose="05000000000000000000" pitchFamily="2" charset="2"/>
        <a:buNone/>
        <a:tabLst/>
        <a:defRPr sz="1569" kern="1200" spc="0" baseline="0">
          <a:solidFill>
            <a:schemeClr val="tx1"/>
          </a:solidFill>
          <a:latin typeface="+mn-lt"/>
          <a:ea typeface="+mn-ea"/>
          <a:cs typeface="+mn-cs"/>
        </a:defRPr>
      </a:lvl4pPr>
      <a:lvl5pPr marL="0" marR="0" indent="0" algn="l" defTabSz="896537" rtl="0" eaLnBrk="1" fontAlgn="auto" latinLnBrk="0" hangingPunct="1">
        <a:lnSpc>
          <a:spcPct val="100000"/>
        </a:lnSpc>
        <a:spcBef>
          <a:spcPts val="384"/>
        </a:spcBef>
        <a:spcAft>
          <a:spcPts val="577"/>
        </a:spcAft>
        <a:buClrTx/>
        <a:buSzPct val="90000"/>
        <a:buFont typeface="Wingdings" panose="05000000000000000000" pitchFamily="2" charset="2"/>
        <a:buNone/>
        <a:tabLst/>
        <a:defRPr sz="1177" b="1" kern="1200" spc="0" baseline="0">
          <a:solidFill>
            <a:schemeClr val="tx1"/>
          </a:solidFill>
          <a:latin typeface="+mn-lt"/>
          <a:ea typeface="+mn-ea"/>
          <a:cs typeface="+mn-cs"/>
        </a:defRPr>
      </a:lvl5pPr>
      <a:lvl6pPr marL="2241341" indent="0" algn="l" defTabSz="896537" rtl="0" eaLnBrk="1" latinLnBrk="0" hangingPunct="1">
        <a:spcBef>
          <a:spcPct val="20000"/>
        </a:spcBef>
        <a:buFont typeface="Arial" pitchFamily="34" charset="0"/>
        <a:buNone/>
        <a:defRPr sz="1923" kern="1200">
          <a:solidFill>
            <a:schemeClr val="tx1"/>
          </a:solidFill>
          <a:latin typeface="+mn-lt"/>
          <a:ea typeface="+mn-ea"/>
          <a:cs typeface="+mn-cs"/>
        </a:defRPr>
      </a:lvl6pPr>
      <a:lvl7pPr marL="0" indent="0" algn="l" defTabSz="896537" rtl="0" eaLnBrk="1" latinLnBrk="0" hangingPunct="1">
        <a:lnSpc>
          <a:spcPct val="100000"/>
        </a:lnSpc>
        <a:spcBef>
          <a:spcPts val="384"/>
        </a:spcBef>
        <a:spcAft>
          <a:spcPts val="577"/>
        </a:spcAft>
        <a:buFont typeface="Arial" pitchFamily="34" charset="0"/>
        <a:buNone/>
        <a:defRPr sz="1177" kern="1200">
          <a:solidFill>
            <a:schemeClr val="tx1"/>
          </a:solidFill>
          <a:latin typeface="+mn-lt"/>
          <a:ea typeface="+mn-ea"/>
          <a:cs typeface="+mn-cs"/>
        </a:defRPr>
      </a:lvl7pPr>
      <a:lvl8pPr marL="3362014" indent="-224134" algn="l" defTabSz="896537" rtl="0" eaLnBrk="1" latinLnBrk="0" hangingPunct="1">
        <a:spcBef>
          <a:spcPct val="20000"/>
        </a:spcBef>
        <a:buFont typeface="Arial" pitchFamily="34" charset="0"/>
        <a:buChar char="•"/>
        <a:defRPr sz="1923" kern="1200">
          <a:solidFill>
            <a:schemeClr val="tx1"/>
          </a:solidFill>
          <a:latin typeface="+mn-lt"/>
          <a:ea typeface="+mn-ea"/>
          <a:cs typeface="+mn-cs"/>
        </a:defRPr>
      </a:lvl8pPr>
      <a:lvl9pPr marL="3810283" indent="-224134" algn="l" defTabSz="896537" rtl="0" eaLnBrk="1" latinLnBrk="0" hangingPunct="1">
        <a:spcBef>
          <a:spcPct val="20000"/>
        </a:spcBef>
        <a:buFont typeface="Arial" pitchFamily="34" charset="0"/>
        <a:buChar char="•"/>
        <a:defRPr sz="1923" kern="1200">
          <a:solidFill>
            <a:schemeClr val="tx1"/>
          </a:solidFill>
          <a:latin typeface="+mn-lt"/>
          <a:ea typeface="+mn-ea"/>
          <a:cs typeface="+mn-cs"/>
        </a:defRPr>
      </a:lvl9pPr>
    </p:bodyStyle>
    <p:otherStyle>
      <a:defPPr>
        <a:defRPr lang="en-US"/>
      </a:defPPr>
      <a:lvl1pPr marL="0" algn="l" defTabSz="896537" rtl="0" eaLnBrk="1" latinLnBrk="0" hangingPunct="1">
        <a:defRPr sz="1731" kern="1200">
          <a:solidFill>
            <a:schemeClr val="tx1"/>
          </a:solidFill>
          <a:latin typeface="+mn-lt"/>
          <a:ea typeface="+mn-ea"/>
          <a:cs typeface="+mn-cs"/>
        </a:defRPr>
      </a:lvl1pPr>
      <a:lvl2pPr marL="448268" algn="l" defTabSz="896537" rtl="0" eaLnBrk="1" latinLnBrk="0" hangingPunct="1">
        <a:defRPr sz="1731" kern="1200">
          <a:solidFill>
            <a:schemeClr val="tx1"/>
          </a:solidFill>
          <a:latin typeface="+mn-lt"/>
          <a:ea typeface="+mn-ea"/>
          <a:cs typeface="+mn-cs"/>
        </a:defRPr>
      </a:lvl2pPr>
      <a:lvl3pPr marL="896537" algn="l" defTabSz="896537" rtl="0" eaLnBrk="1" latinLnBrk="0" hangingPunct="1">
        <a:defRPr sz="1731" kern="1200">
          <a:solidFill>
            <a:schemeClr val="tx1"/>
          </a:solidFill>
          <a:latin typeface="+mn-lt"/>
          <a:ea typeface="+mn-ea"/>
          <a:cs typeface="+mn-cs"/>
        </a:defRPr>
      </a:lvl3pPr>
      <a:lvl4pPr marL="1344805" algn="l" defTabSz="896537" rtl="0" eaLnBrk="1" latinLnBrk="0" hangingPunct="1">
        <a:defRPr sz="1731" kern="1200">
          <a:solidFill>
            <a:schemeClr val="tx1"/>
          </a:solidFill>
          <a:latin typeface="+mn-lt"/>
          <a:ea typeface="+mn-ea"/>
          <a:cs typeface="+mn-cs"/>
        </a:defRPr>
      </a:lvl4pPr>
      <a:lvl5pPr marL="1793074" algn="l" defTabSz="896537" rtl="0" eaLnBrk="1" latinLnBrk="0" hangingPunct="1">
        <a:defRPr sz="1731" kern="1200">
          <a:solidFill>
            <a:schemeClr val="tx1"/>
          </a:solidFill>
          <a:latin typeface="+mn-lt"/>
          <a:ea typeface="+mn-ea"/>
          <a:cs typeface="+mn-cs"/>
        </a:defRPr>
      </a:lvl5pPr>
      <a:lvl6pPr marL="2241343" algn="l" defTabSz="896537" rtl="0" eaLnBrk="1" latinLnBrk="0" hangingPunct="1">
        <a:defRPr sz="1731" kern="1200">
          <a:solidFill>
            <a:schemeClr val="tx1"/>
          </a:solidFill>
          <a:latin typeface="+mn-lt"/>
          <a:ea typeface="+mn-ea"/>
          <a:cs typeface="+mn-cs"/>
        </a:defRPr>
      </a:lvl6pPr>
      <a:lvl7pPr marL="2689611" algn="l" defTabSz="896537" rtl="0" eaLnBrk="1" latinLnBrk="0" hangingPunct="1">
        <a:defRPr sz="1731" kern="1200">
          <a:solidFill>
            <a:schemeClr val="tx1"/>
          </a:solidFill>
          <a:latin typeface="+mn-lt"/>
          <a:ea typeface="+mn-ea"/>
          <a:cs typeface="+mn-cs"/>
        </a:defRPr>
      </a:lvl7pPr>
      <a:lvl8pPr marL="3137878" algn="l" defTabSz="896537" rtl="0" eaLnBrk="1" latinLnBrk="0" hangingPunct="1">
        <a:defRPr sz="1731" kern="1200">
          <a:solidFill>
            <a:schemeClr val="tx1"/>
          </a:solidFill>
          <a:latin typeface="+mn-lt"/>
          <a:ea typeface="+mn-ea"/>
          <a:cs typeface="+mn-cs"/>
        </a:defRPr>
      </a:lvl8pPr>
      <a:lvl9pPr marL="3586148" algn="l" defTabSz="896537" rtl="0" eaLnBrk="1" latinLnBrk="0" hangingPunct="1">
        <a:defRPr sz="1731"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86750875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896537" rtl="0" eaLnBrk="1" latinLnBrk="0" hangingPunct="1">
        <a:lnSpc>
          <a:spcPct val="90000"/>
        </a:lnSpc>
        <a:spcBef>
          <a:spcPct val="0"/>
        </a:spcBef>
        <a:buNone/>
        <a:defRPr lang="en-US" sz="3138" b="0" kern="1200" cap="none" spc="-48" baseline="0" dirty="0" smtClean="0">
          <a:ln w="3175">
            <a:noFill/>
          </a:ln>
          <a:solidFill>
            <a:srgbClr val="000000"/>
          </a:solidFill>
          <a:effectLst/>
          <a:latin typeface="+mj-lt"/>
          <a:ea typeface="+mn-ea"/>
          <a:cs typeface="Segoe UI" pitchFamily="34" charset="0"/>
        </a:defRPr>
      </a:lvl1pPr>
    </p:titleStyle>
    <p:bodyStyle>
      <a:lvl1pPr marL="0" marR="0" indent="0" algn="l" defTabSz="896537" rtl="0" eaLnBrk="1" fontAlgn="auto" latinLnBrk="0" hangingPunct="1">
        <a:lnSpc>
          <a:spcPct val="100000"/>
        </a:lnSpc>
        <a:spcBef>
          <a:spcPts val="0"/>
        </a:spcBef>
        <a:spcAft>
          <a:spcPts val="0"/>
        </a:spcAft>
        <a:buClrTx/>
        <a:buSzPct val="90000"/>
        <a:buFont typeface="Wingdings" panose="05000000000000000000" pitchFamily="2" charset="2"/>
        <a:buNone/>
        <a:tabLst/>
        <a:defRPr sz="2307" kern="1200" spc="-48" baseline="0">
          <a:solidFill>
            <a:srgbClr val="000000"/>
          </a:solidFill>
          <a:latin typeface="+mj-lt"/>
          <a:ea typeface="+mn-ea"/>
          <a:cs typeface="+mn-cs"/>
        </a:defRPr>
      </a:lvl1pPr>
      <a:lvl2pPr marL="0" marR="0" indent="0" algn="l" defTabSz="896537" rtl="0" eaLnBrk="1" fontAlgn="auto" latinLnBrk="0" hangingPunct="1">
        <a:lnSpc>
          <a:spcPct val="100000"/>
        </a:lnSpc>
        <a:spcBef>
          <a:spcPts val="384"/>
        </a:spcBef>
        <a:spcAft>
          <a:spcPts val="577"/>
        </a:spcAft>
        <a:buClrTx/>
        <a:buSzPct val="90000"/>
        <a:buFontTx/>
        <a:buNone/>
        <a:tabLst/>
        <a:defRPr sz="1961" kern="1200" spc="0" baseline="0">
          <a:solidFill>
            <a:schemeClr val="tx1"/>
          </a:solidFill>
          <a:latin typeface="+mn-lt"/>
          <a:ea typeface="+mn-ea"/>
          <a:cs typeface="+mn-cs"/>
        </a:defRPr>
      </a:lvl2pPr>
      <a:lvl3pPr marL="0" marR="0" indent="0" algn="l" defTabSz="896537" rtl="0" eaLnBrk="1" fontAlgn="auto" latinLnBrk="0" hangingPunct="1">
        <a:lnSpc>
          <a:spcPct val="100000"/>
        </a:lnSpc>
        <a:spcBef>
          <a:spcPts val="384"/>
        </a:spcBef>
        <a:spcAft>
          <a:spcPts val="577"/>
        </a:spcAft>
        <a:buClrTx/>
        <a:buSzPct val="90000"/>
        <a:buFont typeface="Wingdings" panose="05000000000000000000" pitchFamily="2" charset="2"/>
        <a:buNone/>
        <a:tabLst/>
        <a:defRPr sz="1569" kern="1200" spc="0" baseline="0">
          <a:solidFill>
            <a:schemeClr val="tx1"/>
          </a:solidFill>
          <a:latin typeface="+mj-lt"/>
          <a:ea typeface="+mn-ea"/>
          <a:cs typeface="+mn-cs"/>
        </a:defRPr>
      </a:lvl3pPr>
      <a:lvl4pPr marL="0" marR="0" indent="0" algn="l" defTabSz="896537" rtl="0" eaLnBrk="1" fontAlgn="auto" latinLnBrk="0" hangingPunct="1">
        <a:lnSpc>
          <a:spcPct val="100000"/>
        </a:lnSpc>
        <a:spcBef>
          <a:spcPts val="384"/>
        </a:spcBef>
        <a:spcAft>
          <a:spcPts val="577"/>
        </a:spcAft>
        <a:buClrTx/>
        <a:buSzPct val="90000"/>
        <a:buFont typeface="Wingdings" panose="05000000000000000000" pitchFamily="2" charset="2"/>
        <a:buNone/>
        <a:tabLst/>
        <a:defRPr sz="1569" kern="1200" spc="0" baseline="0">
          <a:solidFill>
            <a:schemeClr val="tx1"/>
          </a:solidFill>
          <a:latin typeface="+mn-lt"/>
          <a:ea typeface="+mn-ea"/>
          <a:cs typeface="+mn-cs"/>
        </a:defRPr>
      </a:lvl4pPr>
      <a:lvl5pPr marL="0" marR="0" indent="0" algn="l" defTabSz="896537" rtl="0" eaLnBrk="1" fontAlgn="auto" latinLnBrk="0" hangingPunct="1">
        <a:lnSpc>
          <a:spcPct val="100000"/>
        </a:lnSpc>
        <a:spcBef>
          <a:spcPts val="384"/>
        </a:spcBef>
        <a:spcAft>
          <a:spcPts val="577"/>
        </a:spcAft>
        <a:buClrTx/>
        <a:buSzPct val="90000"/>
        <a:buFont typeface="Wingdings" panose="05000000000000000000" pitchFamily="2" charset="2"/>
        <a:buNone/>
        <a:tabLst/>
        <a:defRPr sz="1177" b="1" kern="1200" spc="0" baseline="0">
          <a:solidFill>
            <a:schemeClr val="tx1"/>
          </a:solidFill>
          <a:latin typeface="+mn-lt"/>
          <a:ea typeface="+mn-ea"/>
          <a:cs typeface="+mn-cs"/>
        </a:defRPr>
      </a:lvl5pPr>
      <a:lvl6pPr marL="2241341" indent="0" algn="l" defTabSz="896537" rtl="0" eaLnBrk="1" latinLnBrk="0" hangingPunct="1">
        <a:spcBef>
          <a:spcPct val="20000"/>
        </a:spcBef>
        <a:buFont typeface="Arial" pitchFamily="34" charset="0"/>
        <a:buNone/>
        <a:defRPr sz="1923" kern="1200">
          <a:solidFill>
            <a:schemeClr val="tx1"/>
          </a:solidFill>
          <a:latin typeface="+mn-lt"/>
          <a:ea typeface="+mn-ea"/>
          <a:cs typeface="+mn-cs"/>
        </a:defRPr>
      </a:lvl6pPr>
      <a:lvl7pPr marL="0" indent="0" algn="l" defTabSz="896537" rtl="0" eaLnBrk="1" latinLnBrk="0" hangingPunct="1">
        <a:lnSpc>
          <a:spcPct val="100000"/>
        </a:lnSpc>
        <a:spcBef>
          <a:spcPts val="384"/>
        </a:spcBef>
        <a:spcAft>
          <a:spcPts val="577"/>
        </a:spcAft>
        <a:buFont typeface="Arial" pitchFamily="34" charset="0"/>
        <a:buNone/>
        <a:defRPr sz="1177" kern="1200">
          <a:solidFill>
            <a:schemeClr val="tx1"/>
          </a:solidFill>
          <a:latin typeface="+mn-lt"/>
          <a:ea typeface="+mn-ea"/>
          <a:cs typeface="+mn-cs"/>
        </a:defRPr>
      </a:lvl7pPr>
      <a:lvl8pPr marL="3362014" indent="-224134" algn="l" defTabSz="896537" rtl="0" eaLnBrk="1" latinLnBrk="0" hangingPunct="1">
        <a:spcBef>
          <a:spcPct val="20000"/>
        </a:spcBef>
        <a:buFont typeface="Arial" pitchFamily="34" charset="0"/>
        <a:buChar char="•"/>
        <a:defRPr sz="1923" kern="1200">
          <a:solidFill>
            <a:schemeClr val="tx1"/>
          </a:solidFill>
          <a:latin typeface="+mn-lt"/>
          <a:ea typeface="+mn-ea"/>
          <a:cs typeface="+mn-cs"/>
        </a:defRPr>
      </a:lvl8pPr>
      <a:lvl9pPr marL="3810283" indent="-224134" algn="l" defTabSz="896537" rtl="0" eaLnBrk="1" latinLnBrk="0" hangingPunct="1">
        <a:spcBef>
          <a:spcPct val="20000"/>
        </a:spcBef>
        <a:buFont typeface="Arial" pitchFamily="34" charset="0"/>
        <a:buChar char="•"/>
        <a:defRPr sz="1923" kern="1200">
          <a:solidFill>
            <a:schemeClr val="tx1"/>
          </a:solidFill>
          <a:latin typeface="+mn-lt"/>
          <a:ea typeface="+mn-ea"/>
          <a:cs typeface="+mn-cs"/>
        </a:defRPr>
      </a:lvl9pPr>
    </p:bodyStyle>
    <p:otherStyle>
      <a:defPPr>
        <a:defRPr lang="en-US"/>
      </a:defPPr>
      <a:lvl1pPr marL="0" algn="l" defTabSz="896537" rtl="0" eaLnBrk="1" latinLnBrk="0" hangingPunct="1">
        <a:defRPr sz="1731" kern="1200">
          <a:solidFill>
            <a:schemeClr val="tx1"/>
          </a:solidFill>
          <a:latin typeface="+mn-lt"/>
          <a:ea typeface="+mn-ea"/>
          <a:cs typeface="+mn-cs"/>
        </a:defRPr>
      </a:lvl1pPr>
      <a:lvl2pPr marL="448268" algn="l" defTabSz="896537" rtl="0" eaLnBrk="1" latinLnBrk="0" hangingPunct="1">
        <a:defRPr sz="1731" kern="1200">
          <a:solidFill>
            <a:schemeClr val="tx1"/>
          </a:solidFill>
          <a:latin typeface="+mn-lt"/>
          <a:ea typeface="+mn-ea"/>
          <a:cs typeface="+mn-cs"/>
        </a:defRPr>
      </a:lvl2pPr>
      <a:lvl3pPr marL="896537" algn="l" defTabSz="896537" rtl="0" eaLnBrk="1" latinLnBrk="0" hangingPunct="1">
        <a:defRPr sz="1731" kern="1200">
          <a:solidFill>
            <a:schemeClr val="tx1"/>
          </a:solidFill>
          <a:latin typeface="+mn-lt"/>
          <a:ea typeface="+mn-ea"/>
          <a:cs typeface="+mn-cs"/>
        </a:defRPr>
      </a:lvl3pPr>
      <a:lvl4pPr marL="1344805" algn="l" defTabSz="896537" rtl="0" eaLnBrk="1" latinLnBrk="0" hangingPunct="1">
        <a:defRPr sz="1731" kern="1200">
          <a:solidFill>
            <a:schemeClr val="tx1"/>
          </a:solidFill>
          <a:latin typeface="+mn-lt"/>
          <a:ea typeface="+mn-ea"/>
          <a:cs typeface="+mn-cs"/>
        </a:defRPr>
      </a:lvl4pPr>
      <a:lvl5pPr marL="1793074" algn="l" defTabSz="896537" rtl="0" eaLnBrk="1" latinLnBrk="0" hangingPunct="1">
        <a:defRPr sz="1731" kern="1200">
          <a:solidFill>
            <a:schemeClr val="tx1"/>
          </a:solidFill>
          <a:latin typeface="+mn-lt"/>
          <a:ea typeface="+mn-ea"/>
          <a:cs typeface="+mn-cs"/>
        </a:defRPr>
      </a:lvl5pPr>
      <a:lvl6pPr marL="2241343" algn="l" defTabSz="896537" rtl="0" eaLnBrk="1" latinLnBrk="0" hangingPunct="1">
        <a:defRPr sz="1731" kern="1200">
          <a:solidFill>
            <a:schemeClr val="tx1"/>
          </a:solidFill>
          <a:latin typeface="+mn-lt"/>
          <a:ea typeface="+mn-ea"/>
          <a:cs typeface="+mn-cs"/>
        </a:defRPr>
      </a:lvl6pPr>
      <a:lvl7pPr marL="2689611" algn="l" defTabSz="896537" rtl="0" eaLnBrk="1" latinLnBrk="0" hangingPunct="1">
        <a:defRPr sz="1731" kern="1200">
          <a:solidFill>
            <a:schemeClr val="tx1"/>
          </a:solidFill>
          <a:latin typeface="+mn-lt"/>
          <a:ea typeface="+mn-ea"/>
          <a:cs typeface="+mn-cs"/>
        </a:defRPr>
      </a:lvl7pPr>
      <a:lvl8pPr marL="3137878" algn="l" defTabSz="896537" rtl="0" eaLnBrk="1" latinLnBrk="0" hangingPunct="1">
        <a:defRPr sz="1731" kern="1200">
          <a:solidFill>
            <a:schemeClr val="tx1"/>
          </a:solidFill>
          <a:latin typeface="+mn-lt"/>
          <a:ea typeface="+mn-ea"/>
          <a:cs typeface="+mn-cs"/>
        </a:defRPr>
      </a:lvl8pPr>
      <a:lvl9pPr marL="3586148" algn="l" defTabSz="896537" rtl="0" eaLnBrk="1" latinLnBrk="0" hangingPunct="1">
        <a:defRPr sz="1731"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A38BA-ECBD-7BF6-0836-3A2094BC2974}"/>
              </a:ext>
            </a:extLst>
          </p:cNvPr>
          <p:cNvSpPr>
            <a:spLocks noGrp="1"/>
          </p:cNvSpPr>
          <p:nvPr>
            <p:ph type="title"/>
          </p:nvPr>
        </p:nvSpPr>
        <p:spPr/>
        <p:txBody>
          <a:bodyPr/>
          <a:lstStyle/>
          <a:p>
            <a:r>
              <a:rPr lang="en-GB"/>
              <a:t>Chapter 17: Networking Basics</a:t>
            </a:r>
          </a:p>
        </p:txBody>
      </p:sp>
      <p:sp>
        <p:nvSpPr>
          <p:cNvPr id="3" name="Text Placeholder 2">
            <a:extLst>
              <a:ext uri="{FF2B5EF4-FFF2-40B4-BE49-F238E27FC236}">
                <a16:creationId xmlns:a16="http://schemas.microsoft.com/office/drawing/2014/main" id="{706AAB94-D439-341C-9CD4-3CCB4131B8A3}"/>
              </a:ext>
            </a:extLst>
          </p:cNvPr>
          <p:cNvSpPr>
            <a:spLocks noGrp="1"/>
          </p:cNvSpPr>
          <p:nvPr>
            <p:ph type="body" sz="quarter" idx="15"/>
          </p:nvPr>
        </p:nvSpPr>
        <p:spPr/>
        <p:txBody>
          <a:bodyPr/>
          <a:lstStyle/>
          <a:p>
            <a:r>
              <a:rPr lang="en-GB"/>
              <a:t>Practical network troubleshooting for Windows Server administrators</a:t>
            </a:r>
          </a:p>
        </p:txBody>
      </p:sp>
    </p:spTree>
    <p:extLst>
      <p:ext uri="{BB962C8B-B14F-4D97-AF65-F5344CB8AC3E}">
        <p14:creationId xmlns:p14="http://schemas.microsoft.com/office/powerpoint/2010/main" val="3514407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477E-A35A-EF8B-DEC8-EE6FF780C884}"/>
              </a:ext>
            </a:extLst>
          </p:cNvPr>
          <p:cNvSpPr>
            <a:spLocks noGrp="1"/>
          </p:cNvSpPr>
          <p:nvPr>
            <p:ph type="title" idx="4294967295"/>
          </p:nvPr>
        </p:nvSpPr>
        <p:spPr>
          <a:xfrm>
            <a:off x="0" y="439738"/>
            <a:ext cx="11341100" cy="681037"/>
          </a:xfrm>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58D956E7-2DA1-F56A-9AAD-FD530644C36F}"/>
              </a:ext>
            </a:extLst>
          </p:cNvPr>
          <p:cNvSpPr>
            <a:spLocks noGrp="1"/>
          </p:cNvSpPr>
          <p:nvPr>
            <p:ph type="body" sz="quarter" idx="4294967295"/>
          </p:nvPr>
        </p:nvSpPr>
        <p:spPr>
          <a:xfrm>
            <a:off x="1987550" y="1457325"/>
            <a:ext cx="10204450" cy="89535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network dependencies behind common Windows Server workflows</a:t>
            </a:r>
          </a:p>
        </p:txBody>
      </p:sp>
      <p:sp>
        <p:nvSpPr>
          <p:cNvPr id="4" name="Text Placeholder 3">
            <a:extLst>
              <a:ext uri="{FF2B5EF4-FFF2-40B4-BE49-F238E27FC236}">
                <a16:creationId xmlns:a16="http://schemas.microsoft.com/office/drawing/2014/main" id="{3746C1B5-66F6-1271-B0E1-A7B13DE1467B}"/>
              </a:ext>
            </a:extLst>
          </p:cNvPr>
          <p:cNvSpPr>
            <a:spLocks noGrp="1"/>
          </p:cNvSpPr>
          <p:nvPr>
            <p:ph type="body" sz="quarter" idx="4294967295"/>
          </p:nvPr>
        </p:nvSpPr>
        <p:spPr>
          <a:xfrm>
            <a:off x="1987550" y="2546350"/>
            <a:ext cx="10204450" cy="896938"/>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IP, gateway, DNS, firewall, and service-port issues separately</a:t>
            </a:r>
          </a:p>
        </p:txBody>
      </p:sp>
      <p:sp>
        <p:nvSpPr>
          <p:cNvPr id="5" name="Text Placeholder 4">
            <a:extLst>
              <a:ext uri="{FF2B5EF4-FFF2-40B4-BE49-F238E27FC236}">
                <a16:creationId xmlns:a16="http://schemas.microsoft.com/office/drawing/2014/main" id="{942E9F3E-DF4F-DB42-FC27-9801D8482B94}"/>
              </a:ext>
            </a:extLst>
          </p:cNvPr>
          <p:cNvSpPr>
            <a:spLocks noGrp="1"/>
          </p:cNvSpPr>
          <p:nvPr>
            <p:ph type="body" sz="quarter" idx="4294967295"/>
          </p:nvPr>
        </p:nvSpPr>
        <p:spPr>
          <a:xfrm>
            <a:off x="1987550" y="3636963"/>
            <a:ext cx="10204450" cy="896937"/>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Use PowerShell to inspect configuration and test network behavior</a:t>
            </a:r>
          </a:p>
        </p:txBody>
      </p:sp>
      <p:sp>
        <p:nvSpPr>
          <p:cNvPr id="6" name="Text Placeholder 5">
            <a:extLst>
              <a:ext uri="{FF2B5EF4-FFF2-40B4-BE49-F238E27FC236}">
                <a16:creationId xmlns:a16="http://schemas.microsoft.com/office/drawing/2014/main" id="{9FC54EAB-7DFD-3BED-92A5-5B23DE482BB3}"/>
              </a:ext>
            </a:extLst>
          </p:cNvPr>
          <p:cNvSpPr>
            <a:spLocks noGrp="1"/>
          </p:cNvSpPr>
          <p:nvPr>
            <p:ph type="body" sz="quarter" idx="4294967295"/>
          </p:nvPr>
        </p:nvSpPr>
        <p:spPr>
          <a:xfrm>
            <a:off x="1987550" y="4727575"/>
            <a:ext cx="10204450" cy="89535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Apply a repeatable troubleshooting workflow in later course labs</a:t>
            </a:r>
          </a:p>
        </p:txBody>
      </p:sp>
      <p:sp>
        <p:nvSpPr>
          <p:cNvPr id="7" name="Course footer">
            <a:extLst>
              <a:ext uri="{FF2B5EF4-FFF2-40B4-BE49-F238E27FC236}">
                <a16:creationId xmlns:a16="http://schemas.microsoft.com/office/drawing/2014/main" id="{AF6F1987-F5A9-E07A-2F72-8522CB14D4CC}"/>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49F9AF8F-6FDA-C1EF-BA89-CAC4DB967B81}"/>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0413660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7EAF2-5586-B1AF-35BB-17AA829847F4}"/>
              </a:ext>
            </a:extLst>
          </p:cNvPr>
          <p:cNvSpPr>
            <a:spLocks noGrp="1"/>
          </p:cNvSpPr>
          <p:nvPr>
            <p:ph type="title" idx="4294967295"/>
          </p:nvPr>
        </p:nvSpPr>
        <p:spPr>
          <a:xfrm>
            <a:off x="0" y="585788"/>
            <a:ext cx="11010900" cy="433387"/>
          </a:xfrm>
        </p:spPr>
        <p:txBody>
          <a:bodyPr wrap="square">
            <a:noAutofit/>
          </a:bodyPr>
          <a:lstStyle/>
          <a:p>
            <a:r>
              <a:rPr lang="en-GB"/>
              <a:t>Baseline Lab Topology</a:t>
            </a:r>
          </a:p>
        </p:txBody>
      </p:sp>
      <p:sp>
        <p:nvSpPr>
          <p:cNvPr id="5" name="Shape 5">
            <a:extLst>
              <a:ext uri="{FF2B5EF4-FFF2-40B4-BE49-F238E27FC236}">
                <a16:creationId xmlns:a16="http://schemas.microsoft.com/office/drawing/2014/main" id="{32A109E0-6E25-9F8E-C66F-D1AE0F240773}"/>
              </a:ext>
            </a:extLst>
          </p:cNvPr>
          <p:cNvSpPr/>
          <p:nvPr/>
        </p:nvSpPr>
        <p:spPr>
          <a:xfrm>
            <a:off x="542290" y="1882902"/>
            <a:ext cx="1444752" cy="1005840"/>
          </a:xfrm>
          <a:prstGeom prst="roundRect">
            <a:avLst>
              <a:gd name="adj" fmla="val 5455"/>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A37F791B-1957-D30A-333C-7487C23F6896}"/>
              </a:ext>
            </a:extLst>
          </p:cNvPr>
          <p:cNvSpPr/>
          <p:nvPr/>
        </p:nvSpPr>
        <p:spPr>
          <a:xfrm>
            <a:off x="615442"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LON-SRV1</a:t>
            </a:r>
            <a:endParaRPr lang="en-US" sz="1300" dirty="0">
              <a:latin typeface="Segoe UI" panose="020B0502040204020203" pitchFamily="34" charset="0"/>
            </a:endParaRPr>
          </a:p>
        </p:txBody>
      </p:sp>
      <p:sp>
        <p:nvSpPr>
          <p:cNvPr id="7" name="Text 7">
            <a:extLst>
              <a:ext uri="{FF2B5EF4-FFF2-40B4-BE49-F238E27FC236}">
                <a16:creationId xmlns:a16="http://schemas.microsoft.com/office/drawing/2014/main" id="{BA0287B4-0BB2-15D8-E088-81C75D578A97}"/>
              </a:ext>
            </a:extLst>
          </p:cNvPr>
          <p:cNvSpPr/>
          <p:nvPr/>
        </p:nvSpPr>
        <p:spPr>
          <a:xfrm>
            <a:off x="615442"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Member server</a:t>
            </a:r>
            <a:endParaRPr lang="en-US" sz="850" dirty="0">
              <a:latin typeface="Segoe UI" panose="020B0502040204020203" pitchFamily="34" charset="0"/>
            </a:endParaRPr>
          </a:p>
        </p:txBody>
      </p:sp>
      <p:sp>
        <p:nvSpPr>
          <p:cNvPr id="8" name="Text 8">
            <a:extLst>
              <a:ext uri="{FF2B5EF4-FFF2-40B4-BE49-F238E27FC236}">
                <a16:creationId xmlns:a16="http://schemas.microsoft.com/office/drawing/2014/main" id="{909239E3-74FB-D1A3-4FB1-AF9C8723F003}"/>
              </a:ext>
            </a:extLst>
          </p:cNvPr>
          <p:cNvSpPr/>
          <p:nvPr/>
        </p:nvSpPr>
        <p:spPr>
          <a:xfrm>
            <a:off x="2115058"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9" name="Shape 9">
            <a:extLst>
              <a:ext uri="{FF2B5EF4-FFF2-40B4-BE49-F238E27FC236}">
                <a16:creationId xmlns:a16="http://schemas.microsoft.com/office/drawing/2014/main" id="{F36FE9DD-76DF-609F-79F7-B7469457AF0C}"/>
              </a:ext>
            </a:extLst>
          </p:cNvPr>
          <p:cNvSpPr/>
          <p:nvPr/>
        </p:nvSpPr>
        <p:spPr>
          <a:xfrm>
            <a:off x="2444242" y="1882902"/>
            <a:ext cx="1444752" cy="1005840"/>
          </a:xfrm>
          <a:prstGeom prst="roundRect">
            <a:avLst>
              <a:gd name="adj" fmla="val 5455"/>
            </a:avLst>
          </a:prstGeom>
          <a:solidFill>
            <a:srgbClr val="8ECAE6"/>
          </a:solidFill>
          <a:ln w="12700">
            <a:solidFill>
              <a:srgbClr val="8ECAE6"/>
            </a:solidFill>
            <a:prstDash val="solid"/>
          </a:ln>
        </p:spPr>
        <p:txBody>
          <a:bodyPr/>
          <a:lstStyle/>
          <a:p>
            <a:endParaRPr lang="en-GB"/>
          </a:p>
        </p:txBody>
      </p:sp>
      <p:sp>
        <p:nvSpPr>
          <p:cNvPr id="10" name="Text 10">
            <a:extLst>
              <a:ext uri="{FF2B5EF4-FFF2-40B4-BE49-F238E27FC236}">
                <a16:creationId xmlns:a16="http://schemas.microsoft.com/office/drawing/2014/main" id="{637A1992-CF80-B996-4368-CEAE47E8787D}"/>
              </a:ext>
            </a:extLst>
          </p:cNvPr>
          <p:cNvSpPr/>
          <p:nvPr/>
        </p:nvSpPr>
        <p:spPr>
          <a:xfrm>
            <a:off x="2517394"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023047"/>
                </a:solidFill>
                <a:latin typeface="Segoe UI" panose="020B0502040204020203" pitchFamily="34" charset="0"/>
              </a:rPr>
              <a:t>Lab network</a:t>
            </a:r>
            <a:endParaRPr lang="en-US" sz="1300" dirty="0">
              <a:latin typeface="Segoe UI" panose="020B0502040204020203" pitchFamily="34" charset="0"/>
            </a:endParaRPr>
          </a:p>
        </p:txBody>
      </p:sp>
      <p:sp>
        <p:nvSpPr>
          <p:cNvPr id="11" name="Text 11">
            <a:extLst>
              <a:ext uri="{FF2B5EF4-FFF2-40B4-BE49-F238E27FC236}">
                <a16:creationId xmlns:a16="http://schemas.microsoft.com/office/drawing/2014/main" id="{ADA44E29-F253-B109-0B2C-306B53E368D4}"/>
              </a:ext>
            </a:extLst>
          </p:cNvPr>
          <p:cNvSpPr/>
          <p:nvPr/>
        </p:nvSpPr>
        <p:spPr>
          <a:xfrm>
            <a:off x="2517394"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023047"/>
                </a:solidFill>
                <a:latin typeface="Segoe UI" panose="020B0502040204020203" pitchFamily="34" charset="0"/>
              </a:rPr>
              <a:t>Same subnet</a:t>
            </a:r>
            <a:endParaRPr lang="en-US" sz="850" dirty="0">
              <a:latin typeface="Segoe UI" panose="020B0502040204020203" pitchFamily="34" charset="0"/>
            </a:endParaRPr>
          </a:p>
        </p:txBody>
      </p:sp>
      <p:sp>
        <p:nvSpPr>
          <p:cNvPr id="12" name="Text 12">
            <a:extLst>
              <a:ext uri="{FF2B5EF4-FFF2-40B4-BE49-F238E27FC236}">
                <a16:creationId xmlns:a16="http://schemas.microsoft.com/office/drawing/2014/main" id="{08D574D5-D039-BB08-6926-6218E78F5405}"/>
              </a:ext>
            </a:extLst>
          </p:cNvPr>
          <p:cNvSpPr/>
          <p:nvPr/>
        </p:nvSpPr>
        <p:spPr>
          <a:xfrm>
            <a:off x="4017010"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13" name="Shape 13">
            <a:extLst>
              <a:ext uri="{FF2B5EF4-FFF2-40B4-BE49-F238E27FC236}">
                <a16:creationId xmlns:a16="http://schemas.microsoft.com/office/drawing/2014/main" id="{7DB23782-23FD-8B33-540A-1172A9E913BA}"/>
              </a:ext>
            </a:extLst>
          </p:cNvPr>
          <p:cNvSpPr/>
          <p:nvPr/>
        </p:nvSpPr>
        <p:spPr>
          <a:xfrm>
            <a:off x="4346194" y="1882902"/>
            <a:ext cx="1444752" cy="1005840"/>
          </a:xfrm>
          <a:prstGeom prst="roundRect">
            <a:avLst>
              <a:gd name="adj" fmla="val 5455"/>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3F554ED5-8595-96A9-BCB1-01ABA4507F05}"/>
              </a:ext>
            </a:extLst>
          </p:cNvPr>
          <p:cNvSpPr/>
          <p:nvPr/>
        </p:nvSpPr>
        <p:spPr>
          <a:xfrm>
            <a:off x="4419346"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023047"/>
                </a:solidFill>
                <a:latin typeface="Segoe UI" panose="020B0502040204020203" pitchFamily="34" charset="0"/>
              </a:rPr>
              <a:t>Default gateway</a:t>
            </a:r>
            <a:endParaRPr lang="en-US" sz="1300" dirty="0">
              <a:latin typeface="Segoe UI" panose="020B0502040204020203" pitchFamily="34" charset="0"/>
            </a:endParaRPr>
          </a:p>
        </p:txBody>
      </p:sp>
      <p:sp>
        <p:nvSpPr>
          <p:cNvPr id="15" name="Text 15">
            <a:extLst>
              <a:ext uri="{FF2B5EF4-FFF2-40B4-BE49-F238E27FC236}">
                <a16:creationId xmlns:a16="http://schemas.microsoft.com/office/drawing/2014/main" id="{11AF775F-7218-33F0-BCE4-303CAA6D437A}"/>
              </a:ext>
            </a:extLst>
          </p:cNvPr>
          <p:cNvSpPr/>
          <p:nvPr/>
        </p:nvSpPr>
        <p:spPr>
          <a:xfrm>
            <a:off x="4419346"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023047"/>
                </a:solidFill>
                <a:latin typeface="Segoe UI" panose="020B0502040204020203" pitchFamily="34" charset="0"/>
              </a:rPr>
              <a:t>Remote paths</a:t>
            </a:r>
            <a:endParaRPr lang="en-US" sz="850" dirty="0">
              <a:latin typeface="Segoe UI" panose="020B0502040204020203" pitchFamily="34" charset="0"/>
            </a:endParaRPr>
          </a:p>
        </p:txBody>
      </p:sp>
      <p:sp>
        <p:nvSpPr>
          <p:cNvPr id="16" name="Text 16">
            <a:extLst>
              <a:ext uri="{FF2B5EF4-FFF2-40B4-BE49-F238E27FC236}">
                <a16:creationId xmlns:a16="http://schemas.microsoft.com/office/drawing/2014/main" id="{32A77831-0074-1E11-B0BB-3711281577DC}"/>
              </a:ext>
            </a:extLst>
          </p:cNvPr>
          <p:cNvSpPr/>
          <p:nvPr/>
        </p:nvSpPr>
        <p:spPr>
          <a:xfrm>
            <a:off x="5918962"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17" name="Shape 17">
            <a:extLst>
              <a:ext uri="{FF2B5EF4-FFF2-40B4-BE49-F238E27FC236}">
                <a16:creationId xmlns:a16="http://schemas.microsoft.com/office/drawing/2014/main" id="{5D93F267-96AF-D6E2-0FEA-78BF544577D9}"/>
              </a:ext>
            </a:extLst>
          </p:cNvPr>
          <p:cNvSpPr/>
          <p:nvPr/>
        </p:nvSpPr>
        <p:spPr>
          <a:xfrm>
            <a:off x="6248146" y="1882902"/>
            <a:ext cx="1444752" cy="1005840"/>
          </a:xfrm>
          <a:prstGeom prst="roundRect">
            <a:avLst>
              <a:gd name="adj" fmla="val 5455"/>
            </a:avLst>
          </a:prstGeom>
          <a:solidFill>
            <a:srgbClr val="2A9D8F"/>
          </a:solidFill>
          <a:ln w="12700">
            <a:solidFill>
              <a:srgbClr val="2A9D8F"/>
            </a:solidFill>
            <a:prstDash val="solid"/>
          </a:ln>
        </p:spPr>
        <p:txBody>
          <a:bodyPr/>
          <a:lstStyle/>
          <a:p>
            <a:endParaRPr lang="en-GB"/>
          </a:p>
        </p:txBody>
      </p:sp>
      <p:sp>
        <p:nvSpPr>
          <p:cNvPr id="18" name="Text 18">
            <a:extLst>
              <a:ext uri="{FF2B5EF4-FFF2-40B4-BE49-F238E27FC236}">
                <a16:creationId xmlns:a16="http://schemas.microsoft.com/office/drawing/2014/main" id="{A5FD6102-B8A0-177C-D41F-C8569A52B089}"/>
              </a:ext>
            </a:extLst>
          </p:cNvPr>
          <p:cNvSpPr/>
          <p:nvPr/>
        </p:nvSpPr>
        <p:spPr>
          <a:xfrm>
            <a:off x="6321298"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LON-DC1</a:t>
            </a:r>
            <a:endParaRPr lang="en-US" sz="1300" dirty="0">
              <a:latin typeface="Segoe UI" panose="020B0502040204020203" pitchFamily="34" charset="0"/>
            </a:endParaRPr>
          </a:p>
        </p:txBody>
      </p:sp>
      <p:sp>
        <p:nvSpPr>
          <p:cNvPr id="19" name="Text 19">
            <a:extLst>
              <a:ext uri="{FF2B5EF4-FFF2-40B4-BE49-F238E27FC236}">
                <a16:creationId xmlns:a16="http://schemas.microsoft.com/office/drawing/2014/main" id="{8BD0DCA5-C5D2-8DB3-EB8F-5E0A877DFA3E}"/>
              </a:ext>
            </a:extLst>
          </p:cNvPr>
          <p:cNvSpPr/>
          <p:nvPr/>
        </p:nvSpPr>
        <p:spPr>
          <a:xfrm>
            <a:off x="6321298"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AD DS + DNS</a:t>
            </a:r>
            <a:endParaRPr lang="en-US" sz="850" dirty="0">
              <a:latin typeface="Segoe UI" panose="020B0502040204020203" pitchFamily="34" charset="0"/>
            </a:endParaRPr>
          </a:p>
        </p:txBody>
      </p:sp>
      <p:sp>
        <p:nvSpPr>
          <p:cNvPr id="20" name="Text 20">
            <a:extLst>
              <a:ext uri="{FF2B5EF4-FFF2-40B4-BE49-F238E27FC236}">
                <a16:creationId xmlns:a16="http://schemas.microsoft.com/office/drawing/2014/main" id="{5BE9333D-7915-DF2F-3815-65A1172C0BE5}"/>
              </a:ext>
            </a:extLst>
          </p:cNvPr>
          <p:cNvSpPr/>
          <p:nvPr/>
        </p:nvSpPr>
        <p:spPr>
          <a:xfrm>
            <a:off x="7820913"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21" name="Shape 21">
            <a:extLst>
              <a:ext uri="{FF2B5EF4-FFF2-40B4-BE49-F238E27FC236}">
                <a16:creationId xmlns:a16="http://schemas.microsoft.com/office/drawing/2014/main" id="{29976AB3-16A6-E7D3-2196-C9B7C72CB478}"/>
              </a:ext>
            </a:extLst>
          </p:cNvPr>
          <p:cNvSpPr/>
          <p:nvPr/>
        </p:nvSpPr>
        <p:spPr>
          <a:xfrm>
            <a:off x="8150098" y="1882902"/>
            <a:ext cx="1444752" cy="1005840"/>
          </a:xfrm>
          <a:prstGeom prst="roundRect">
            <a:avLst>
              <a:gd name="adj" fmla="val 5455"/>
            </a:avLst>
          </a:prstGeom>
          <a:solidFill>
            <a:srgbClr val="FB8500"/>
          </a:solidFill>
          <a:ln w="12700">
            <a:solidFill>
              <a:srgbClr val="FB8500"/>
            </a:solidFill>
            <a:prstDash val="solid"/>
          </a:ln>
        </p:spPr>
        <p:txBody>
          <a:bodyPr/>
          <a:lstStyle/>
          <a:p>
            <a:endParaRPr lang="en-GB"/>
          </a:p>
        </p:txBody>
      </p:sp>
      <p:sp>
        <p:nvSpPr>
          <p:cNvPr id="22" name="Text 22">
            <a:extLst>
              <a:ext uri="{FF2B5EF4-FFF2-40B4-BE49-F238E27FC236}">
                <a16:creationId xmlns:a16="http://schemas.microsoft.com/office/drawing/2014/main" id="{6BE4E428-935C-98C5-836F-5112F3603E8A}"/>
              </a:ext>
            </a:extLst>
          </p:cNvPr>
          <p:cNvSpPr/>
          <p:nvPr/>
        </p:nvSpPr>
        <p:spPr>
          <a:xfrm>
            <a:off x="8223250"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Service ports</a:t>
            </a:r>
            <a:endParaRPr lang="en-US" sz="1300" dirty="0">
              <a:latin typeface="Segoe UI" panose="020B0502040204020203" pitchFamily="34" charset="0"/>
            </a:endParaRPr>
          </a:p>
        </p:txBody>
      </p:sp>
      <p:sp>
        <p:nvSpPr>
          <p:cNvPr id="23" name="Text 23">
            <a:extLst>
              <a:ext uri="{FF2B5EF4-FFF2-40B4-BE49-F238E27FC236}">
                <a16:creationId xmlns:a16="http://schemas.microsoft.com/office/drawing/2014/main" id="{57CBC700-8C54-14F9-AC61-ABDED61E9B78}"/>
              </a:ext>
            </a:extLst>
          </p:cNvPr>
          <p:cNvSpPr/>
          <p:nvPr/>
        </p:nvSpPr>
        <p:spPr>
          <a:xfrm>
            <a:off x="8223250"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53, 88, 445, 5985</a:t>
            </a:r>
            <a:endParaRPr lang="en-US" sz="850" dirty="0">
              <a:latin typeface="Segoe UI" panose="020B0502040204020203" pitchFamily="34" charset="0"/>
            </a:endParaRPr>
          </a:p>
        </p:txBody>
      </p:sp>
      <p:sp>
        <p:nvSpPr>
          <p:cNvPr id="24" name="Text 24">
            <a:extLst>
              <a:ext uri="{FF2B5EF4-FFF2-40B4-BE49-F238E27FC236}">
                <a16:creationId xmlns:a16="http://schemas.microsoft.com/office/drawing/2014/main" id="{97C879F4-7A23-3DE3-42A7-F8A8D43D4015}"/>
              </a:ext>
            </a:extLst>
          </p:cNvPr>
          <p:cNvSpPr/>
          <p:nvPr/>
        </p:nvSpPr>
        <p:spPr>
          <a:xfrm>
            <a:off x="9722865"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25" name="Shape 25">
            <a:extLst>
              <a:ext uri="{FF2B5EF4-FFF2-40B4-BE49-F238E27FC236}">
                <a16:creationId xmlns:a16="http://schemas.microsoft.com/office/drawing/2014/main" id="{102DF7E3-3235-74D6-A2A6-A411E8077367}"/>
              </a:ext>
            </a:extLst>
          </p:cNvPr>
          <p:cNvSpPr/>
          <p:nvPr/>
        </p:nvSpPr>
        <p:spPr>
          <a:xfrm>
            <a:off x="10052050" y="1882902"/>
            <a:ext cx="1444752" cy="1005840"/>
          </a:xfrm>
          <a:prstGeom prst="roundRect">
            <a:avLst>
              <a:gd name="adj" fmla="val 5455"/>
            </a:avLst>
          </a:prstGeom>
          <a:solidFill>
            <a:srgbClr val="243A5E"/>
          </a:solidFill>
          <a:ln w="12700">
            <a:solidFill>
              <a:srgbClr val="243A5E"/>
            </a:solidFill>
            <a:prstDash val="solid"/>
          </a:ln>
        </p:spPr>
        <p:txBody>
          <a:bodyPr/>
          <a:lstStyle/>
          <a:p>
            <a:endParaRPr lang="en-GB"/>
          </a:p>
        </p:txBody>
      </p:sp>
      <p:sp>
        <p:nvSpPr>
          <p:cNvPr id="26" name="Text 26">
            <a:extLst>
              <a:ext uri="{FF2B5EF4-FFF2-40B4-BE49-F238E27FC236}">
                <a16:creationId xmlns:a16="http://schemas.microsoft.com/office/drawing/2014/main" id="{F0191545-C368-E4DA-91C6-220B8633F862}"/>
              </a:ext>
            </a:extLst>
          </p:cNvPr>
          <p:cNvSpPr/>
          <p:nvPr/>
        </p:nvSpPr>
        <p:spPr>
          <a:xfrm>
            <a:off x="10125201"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Admin tasks</a:t>
            </a:r>
            <a:endParaRPr lang="en-US" sz="1300" dirty="0">
              <a:latin typeface="Segoe UI" panose="020B0502040204020203" pitchFamily="34" charset="0"/>
            </a:endParaRPr>
          </a:p>
        </p:txBody>
      </p:sp>
      <p:sp>
        <p:nvSpPr>
          <p:cNvPr id="27" name="Text 27">
            <a:extLst>
              <a:ext uri="{FF2B5EF4-FFF2-40B4-BE49-F238E27FC236}">
                <a16:creationId xmlns:a16="http://schemas.microsoft.com/office/drawing/2014/main" id="{E4F05FDD-59AF-AAC3-9433-FB319AE0494A}"/>
              </a:ext>
            </a:extLst>
          </p:cNvPr>
          <p:cNvSpPr/>
          <p:nvPr/>
        </p:nvSpPr>
        <p:spPr>
          <a:xfrm>
            <a:off x="10125201"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Join, share, remote</a:t>
            </a:r>
            <a:endParaRPr lang="en-US" sz="850" dirty="0">
              <a:latin typeface="Segoe UI" panose="020B0502040204020203" pitchFamily="34" charset="0"/>
            </a:endParaRPr>
          </a:p>
        </p:txBody>
      </p:sp>
      <p:sp>
        <p:nvSpPr>
          <p:cNvPr id="29" name="Shape 29">
            <a:extLst>
              <a:ext uri="{FF2B5EF4-FFF2-40B4-BE49-F238E27FC236}">
                <a16:creationId xmlns:a16="http://schemas.microsoft.com/office/drawing/2014/main" id="{9A561246-FACA-E616-9206-3B11278718B0}"/>
              </a:ext>
            </a:extLst>
          </p:cNvPr>
          <p:cNvSpPr/>
          <p:nvPr/>
        </p:nvSpPr>
        <p:spPr>
          <a:xfrm>
            <a:off x="844042" y="4558666"/>
            <a:ext cx="10332720" cy="676656"/>
          </a:xfrm>
          <a:prstGeom prst="rect">
            <a:avLst/>
          </a:prstGeom>
          <a:solidFill>
            <a:srgbClr val="F5F7FA"/>
          </a:solidFill>
          <a:ln w="12700">
            <a:solidFill>
              <a:srgbClr val="D7DEE8"/>
            </a:solidFill>
            <a:prstDash val="solid"/>
          </a:ln>
        </p:spPr>
        <p:txBody>
          <a:bodyPr/>
          <a:lstStyle/>
          <a:p>
            <a:endParaRPr lang="en-GB"/>
          </a:p>
        </p:txBody>
      </p:sp>
      <p:sp>
        <p:nvSpPr>
          <p:cNvPr id="30" name="Course footer">
            <a:extLst>
              <a:ext uri="{FF2B5EF4-FFF2-40B4-BE49-F238E27FC236}">
                <a16:creationId xmlns:a16="http://schemas.microsoft.com/office/drawing/2014/main" id="{C541601A-3463-EFA4-919E-A52E1BE3E5D2}"/>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1" name="TextBox 30">
            <a:extLst>
              <a:ext uri="{FF2B5EF4-FFF2-40B4-BE49-F238E27FC236}">
                <a16:creationId xmlns:a16="http://schemas.microsoft.com/office/drawing/2014/main" id="{C2FFE573-A9BB-6D69-1EF5-711D770A970C}"/>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
        <p:nvSpPr>
          <p:cNvPr id="28" name="Text 28">
            <a:extLst>
              <a:ext uri="{FF2B5EF4-FFF2-40B4-BE49-F238E27FC236}">
                <a16:creationId xmlns:a16="http://schemas.microsoft.com/office/drawing/2014/main" id="{8F91774C-B654-521C-04C0-72D3A1CC7E6A}"/>
              </a:ext>
            </a:extLst>
          </p:cNvPr>
          <p:cNvSpPr/>
          <p:nvPr/>
        </p:nvSpPr>
        <p:spPr>
          <a:xfrm>
            <a:off x="844042" y="4549000"/>
            <a:ext cx="10332720" cy="566928"/>
          </a:xfrm>
          <a:prstGeom prst="rect">
            <a:avLst/>
          </a:prstGeom>
          <a:noFill/>
          <a:ln/>
        </p:spPr>
        <p:txBody>
          <a:bodyPr wrap="square" lIns="254" tIns="254" rIns="254" bIns="254" rtlCol="0" anchor="ctr">
            <a:normAutofit lnSpcReduction="10000"/>
          </a:bodyPr>
          <a:lstStyle/>
          <a:p>
            <a:pPr marL="0" indent="0" algn="ctr">
              <a:buNone/>
            </a:pPr>
            <a:r>
              <a:rPr lang="en-GB" sz="1900" dirty="0">
                <a:solidFill>
                  <a:srgbClr val="1F2937"/>
                </a:solidFill>
                <a:latin typeface="Segoe UI" panose="020B0502040204020203" pitchFamily="34" charset="0"/>
              </a:rPr>
              <a:t>Use the lab topology as the reference point for every example: a member server, a domain controller, domain DNS, the default gateway, and the service ports that support administration.</a:t>
            </a:r>
            <a:endParaRPr lang="en-US" sz="1900" dirty="0">
              <a:latin typeface="Segoe UI" panose="020B0502040204020203" pitchFamily="34" charset="0"/>
            </a:endParaRPr>
          </a:p>
        </p:txBody>
      </p:sp>
    </p:spTree>
    <p:extLst>
      <p:ext uri="{BB962C8B-B14F-4D97-AF65-F5344CB8AC3E}">
        <p14:creationId xmlns:p14="http://schemas.microsoft.com/office/powerpoint/2010/main" val="405785109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1D1EA-B062-70C0-F328-C9D7FBC70332}"/>
              </a:ext>
            </a:extLst>
          </p:cNvPr>
          <p:cNvSpPr>
            <a:spLocks noGrp="1"/>
          </p:cNvSpPr>
          <p:nvPr>
            <p:ph type="title" idx="4294967295"/>
          </p:nvPr>
        </p:nvSpPr>
        <p:spPr>
          <a:xfrm>
            <a:off x="0" y="585788"/>
            <a:ext cx="11010900" cy="492125"/>
          </a:xfrm>
        </p:spPr>
        <p:txBody>
          <a:bodyPr wrap="square">
            <a:noAutofit/>
          </a:bodyPr>
          <a:lstStyle/>
          <a:p>
            <a:r>
              <a:rPr lang="en-GB"/>
              <a:t>Why Networking Matters to Windows Server</a:t>
            </a:r>
          </a:p>
        </p:txBody>
      </p:sp>
      <p:sp>
        <p:nvSpPr>
          <p:cNvPr id="5" name="Shape 5">
            <a:extLst>
              <a:ext uri="{FF2B5EF4-FFF2-40B4-BE49-F238E27FC236}">
                <a16:creationId xmlns:a16="http://schemas.microsoft.com/office/drawing/2014/main" id="{A5C39BAD-511D-C62A-53AB-771A25C52A38}"/>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BEA5DD75-42BB-AF00-E83E-C05BFDFB3628}"/>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US" sz="1800">
                <a:solidFill>
                  <a:srgbClr val="1F2937"/>
                </a:solidFill>
                <a:latin typeface="Segoe UI" panose="020B0502040204020203" pitchFamily="34" charset="0"/>
                <a:ea typeface="Aptos" pitchFamily="34" charset="-122"/>
                <a:cs typeface="Aptos" pitchFamily="34" charset="-120"/>
              </a:rPr>
              <a:t>Domain joins depend on DNS, routing, and domain controller reachability</a:t>
            </a:r>
            <a:endParaRPr lang="en-US" sz="1800" dirty="0">
              <a:latin typeface="Segoe UI" panose="020B0502040204020203" pitchFamily="34" charset="0"/>
            </a:endParaRPr>
          </a:p>
        </p:txBody>
      </p:sp>
      <p:sp>
        <p:nvSpPr>
          <p:cNvPr id="7" name="Shape 7">
            <a:extLst>
              <a:ext uri="{FF2B5EF4-FFF2-40B4-BE49-F238E27FC236}">
                <a16:creationId xmlns:a16="http://schemas.microsoft.com/office/drawing/2014/main" id="{99379F76-E160-1C9A-5328-7F7761C52C6F}"/>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8">
            <a:extLst>
              <a:ext uri="{FF2B5EF4-FFF2-40B4-BE49-F238E27FC236}">
                <a16:creationId xmlns:a16="http://schemas.microsoft.com/office/drawing/2014/main" id="{A34740B9-C28F-5698-1D96-B1E9203A8311}"/>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SMB shares, RDP, WinRM, updates, and Azure Arc all depend on open network paths</a:t>
            </a:r>
            <a:endParaRPr lang="en-US" sz="1800" dirty="0">
              <a:latin typeface="Segoe UI" panose="020B0502040204020203" pitchFamily="34" charset="0"/>
            </a:endParaRPr>
          </a:p>
        </p:txBody>
      </p:sp>
      <p:sp>
        <p:nvSpPr>
          <p:cNvPr id="9" name="Shape 9">
            <a:extLst>
              <a:ext uri="{FF2B5EF4-FFF2-40B4-BE49-F238E27FC236}">
                <a16:creationId xmlns:a16="http://schemas.microsoft.com/office/drawing/2014/main" id="{1EE00053-2F18-9D58-DB67-E2C17CA08FD6}"/>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10">
            <a:extLst>
              <a:ext uri="{FF2B5EF4-FFF2-40B4-BE49-F238E27FC236}">
                <a16:creationId xmlns:a16="http://schemas.microsoft.com/office/drawing/2014/main" id="{2C048F2F-271C-5A92-2E05-1533FCCF1898}"/>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Many role failures are caused by name resolution, gateway, or firewall problems</a:t>
            </a:r>
            <a:endParaRPr lang="en-US" sz="1800" dirty="0">
              <a:latin typeface="Segoe UI" panose="020B0502040204020203" pitchFamily="34" charset="0"/>
            </a:endParaRPr>
          </a:p>
        </p:txBody>
      </p:sp>
      <p:sp>
        <p:nvSpPr>
          <p:cNvPr id="11" name="Shape 11">
            <a:extLst>
              <a:ext uri="{FF2B5EF4-FFF2-40B4-BE49-F238E27FC236}">
                <a16:creationId xmlns:a16="http://schemas.microsoft.com/office/drawing/2014/main" id="{3216D322-F320-2D6F-2CAB-0DC93E5ADA24}"/>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2">
            <a:extLst>
              <a:ext uri="{FF2B5EF4-FFF2-40B4-BE49-F238E27FC236}">
                <a16:creationId xmlns:a16="http://schemas.microsoft.com/office/drawing/2014/main" id="{E63EE8EB-942D-5B17-2D82-B07FFF948821}"/>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Administrators need evidence before changing server roles or permissions</a:t>
            </a:r>
            <a:endParaRPr lang="en-US" sz="1800" dirty="0">
              <a:latin typeface="Segoe UI" panose="020B0502040204020203" pitchFamily="34" charset="0"/>
            </a:endParaRPr>
          </a:p>
        </p:txBody>
      </p:sp>
      <p:sp>
        <p:nvSpPr>
          <p:cNvPr id="13" name="Shape 13" hidden="1">
            <a:extLst>
              <a:ext uri="{FF2B5EF4-FFF2-40B4-BE49-F238E27FC236}">
                <a16:creationId xmlns:a16="http://schemas.microsoft.com/office/drawing/2014/main" id="{7B1B36B0-1536-1A55-489D-9184E60D75DE}"/>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4" hidden="1">
            <a:extLst>
              <a:ext uri="{FF2B5EF4-FFF2-40B4-BE49-F238E27FC236}">
                <a16:creationId xmlns:a16="http://schemas.microsoft.com/office/drawing/2014/main" id="{0B4E24CF-14FE-B0EE-DFA6-1C31CB032608}"/>
              </a:ext>
            </a:extLst>
          </p:cNvPr>
          <p:cNvSpPr/>
          <p:nvPr/>
        </p:nvSpPr>
        <p:spPr>
          <a:xfrm>
            <a:off x="1136650" y="338709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5" name="Shape 15" hidden="1">
            <a:extLst>
              <a:ext uri="{FF2B5EF4-FFF2-40B4-BE49-F238E27FC236}">
                <a16:creationId xmlns:a16="http://schemas.microsoft.com/office/drawing/2014/main" id="{9A746380-9E01-0DFA-B986-1B0E373E04DF}"/>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6" hidden="1">
            <a:extLst>
              <a:ext uri="{FF2B5EF4-FFF2-40B4-BE49-F238E27FC236}">
                <a16:creationId xmlns:a16="http://schemas.microsoft.com/office/drawing/2014/main" id="{BA5DF5DA-73B8-A20F-2CEC-9ED45811BE65}"/>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7" name="Course footer">
            <a:extLst>
              <a:ext uri="{FF2B5EF4-FFF2-40B4-BE49-F238E27FC236}">
                <a16:creationId xmlns:a16="http://schemas.microsoft.com/office/drawing/2014/main" id="{9D5CCACD-E19C-D108-83CD-8101E9840150}"/>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A87B1FA3-F8F3-2F91-3AE6-A8F23FDFEF3F}"/>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6927589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E185C-CDB1-0674-1C35-A30700C838A2}"/>
              </a:ext>
            </a:extLst>
          </p:cNvPr>
          <p:cNvSpPr>
            <a:spLocks noGrp="1"/>
          </p:cNvSpPr>
          <p:nvPr>
            <p:ph type="title" idx="4294967295"/>
          </p:nvPr>
        </p:nvSpPr>
        <p:spPr>
          <a:xfrm>
            <a:off x="0" y="585788"/>
            <a:ext cx="11010900" cy="433387"/>
          </a:xfrm>
        </p:spPr>
        <p:txBody>
          <a:bodyPr wrap="square">
            <a:noAutofit/>
          </a:bodyPr>
          <a:lstStyle/>
          <a:p>
            <a:r>
              <a:rPr lang="en-GB"/>
              <a:t>The Network Troubleshooting Model</a:t>
            </a:r>
          </a:p>
        </p:txBody>
      </p:sp>
      <p:sp>
        <p:nvSpPr>
          <p:cNvPr id="5" name="Shape 5">
            <a:extLst>
              <a:ext uri="{FF2B5EF4-FFF2-40B4-BE49-F238E27FC236}">
                <a16:creationId xmlns:a16="http://schemas.microsoft.com/office/drawing/2014/main" id="{CC76504E-5333-173E-42FE-77D6D14B1C4F}"/>
              </a:ext>
            </a:extLst>
          </p:cNvPr>
          <p:cNvSpPr/>
          <p:nvPr/>
        </p:nvSpPr>
        <p:spPr>
          <a:xfrm>
            <a:off x="542290" y="1882902"/>
            <a:ext cx="1444752" cy="1005840"/>
          </a:xfrm>
          <a:prstGeom prst="roundRect">
            <a:avLst>
              <a:gd name="adj" fmla="val 5455"/>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D8BED568-F32F-A175-AD01-095F387FF2CD}"/>
              </a:ext>
            </a:extLst>
          </p:cNvPr>
          <p:cNvSpPr/>
          <p:nvPr/>
        </p:nvSpPr>
        <p:spPr>
          <a:xfrm>
            <a:off x="615442"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NIC/link</a:t>
            </a:r>
            <a:endParaRPr lang="en-US" sz="1300" dirty="0">
              <a:latin typeface="Segoe UI" panose="020B0502040204020203" pitchFamily="34" charset="0"/>
            </a:endParaRPr>
          </a:p>
        </p:txBody>
      </p:sp>
      <p:sp>
        <p:nvSpPr>
          <p:cNvPr id="7" name="Text 7">
            <a:extLst>
              <a:ext uri="{FF2B5EF4-FFF2-40B4-BE49-F238E27FC236}">
                <a16:creationId xmlns:a16="http://schemas.microsoft.com/office/drawing/2014/main" id="{2BECC10A-8378-9A5E-4DE7-AA7FD96543C9}"/>
              </a:ext>
            </a:extLst>
          </p:cNvPr>
          <p:cNvSpPr/>
          <p:nvPr/>
        </p:nvSpPr>
        <p:spPr>
          <a:xfrm>
            <a:off x="615442"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Adapter up</a:t>
            </a:r>
            <a:endParaRPr lang="en-US" sz="850" dirty="0">
              <a:latin typeface="Segoe UI" panose="020B0502040204020203" pitchFamily="34" charset="0"/>
            </a:endParaRPr>
          </a:p>
        </p:txBody>
      </p:sp>
      <p:sp>
        <p:nvSpPr>
          <p:cNvPr id="8" name="Text 8">
            <a:extLst>
              <a:ext uri="{FF2B5EF4-FFF2-40B4-BE49-F238E27FC236}">
                <a16:creationId xmlns:a16="http://schemas.microsoft.com/office/drawing/2014/main" id="{6FF8D253-AD61-DDF4-7C8A-FF712E19B4C7}"/>
              </a:ext>
            </a:extLst>
          </p:cNvPr>
          <p:cNvSpPr/>
          <p:nvPr/>
        </p:nvSpPr>
        <p:spPr>
          <a:xfrm>
            <a:off x="2115058"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9" name="Shape 9">
            <a:extLst>
              <a:ext uri="{FF2B5EF4-FFF2-40B4-BE49-F238E27FC236}">
                <a16:creationId xmlns:a16="http://schemas.microsoft.com/office/drawing/2014/main" id="{D13035E1-1EF6-015D-7D26-6C964DA84A56}"/>
              </a:ext>
            </a:extLst>
          </p:cNvPr>
          <p:cNvSpPr/>
          <p:nvPr/>
        </p:nvSpPr>
        <p:spPr>
          <a:xfrm>
            <a:off x="2444242" y="1882902"/>
            <a:ext cx="1444752" cy="1005840"/>
          </a:xfrm>
          <a:prstGeom prst="roundRect">
            <a:avLst>
              <a:gd name="adj" fmla="val 5455"/>
            </a:avLst>
          </a:prstGeom>
          <a:solidFill>
            <a:srgbClr val="8ECAE6"/>
          </a:solidFill>
          <a:ln w="12700">
            <a:solidFill>
              <a:srgbClr val="8ECAE6"/>
            </a:solidFill>
            <a:prstDash val="solid"/>
          </a:ln>
        </p:spPr>
        <p:txBody>
          <a:bodyPr/>
          <a:lstStyle/>
          <a:p>
            <a:endParaRPr lang="en-GB"/>
          </a:p>
        </p:txBody>
      </p:sp>
      <p:sp>
        <p:nvSpPr>
          <p:cNvPr id="10" name="Text 10">
            <a:extLst>
              <a:ext uri="{FF2B5EF4-FFF2-40B4-BE49-F238E27FC236}">
                <a16:creationId xmlns:a16="http://schemas.microsoft.com/office/drawing/2014/main" id="{D695708E-86E0-F564-3F58-12F19409640D}"/>
              </a:ext>
            </a:extLst>
          </p:cNvPr>
          <p:cNvSpPr/>
          <p:nvPr/>
        </p:nvSpPr>
        <p:spPr>
          <a:xfrm>
            <a:off x="2517394"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023047"/>
                </a:solidFill>
                <a:latin typeface="Segoe UI" panose="020B0502040204020203" pitchFamily="34" charset="0"/>
              </a:rPr>
              <a:t>IP/subnet</a:t>
            </a:r>
            <a:endParaRPr lang="en-US" sz="1300" dirty="0">
              <a:latin typeface="Segoe UI" panose="020B0502040204020203" pitchFamily="34" charset="0"/>
            </a:endParaRPr>
          </a:p>
        </p:txBody>
      </p:sp>
      <p:sp>
        <p:nvSpPr>
          <p:cNvPr id="11" name="Text 11">
            <a:extLst>
              <a:ext uri="{FF2B5EF4-FFF2-40B4-BE49-F238E27FC236}">
                <a16:creationId xmlns:a16="http://schemas.microsoft.com/office/drawing/2014/main" id="{A81928C9-171F-35E0-D4FC-3C79EE318ED4}"/>
              </a:ext>
            </a:extLst>
          </p:cNvPr>
          <p:cNvSpPr/>
          <p:nvPr/>
        </p:nvSpPr>
        <p:spPr>
          <a:xfrm>
            <a:off x="2517394"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023047"/>
                </a:solidFill>
                <a:latin typeface="Segoe UI" panose="020B0502040204020203" pitchFamily="34" charset="0"/>
              </a:rPr>
              <a:t>Correct address</a:t>
            </a:r>
            <a:endParaRPr lang="en-US" sz="850" dirty="0">
              <a:latin typeface="Segoe UI" panose="020B0502040204020203" pitchFamily="34" charset="0"/>
            </a:endParaRPr>
          </a:p>
        </p:txBody>
      </p:sp>
      <p:sp>
        <p:nvSpPr>
          <p:cNvPr id="12" name="Text 12">
            <a:extLst>
              <a:ext uri="{FF2B5EF4-FFF2-40B4-BE49-F238E27FC236}">
                <a16:creationId xmlns:a16="http://schemas.microsoft.com/office/drawing/2014/main" id="{3F2753D5-0A5C-A4AE-030C-4213B9E6B51D}"/>
              </a:ext>
            </a:extLst>
          </p:cNvPr>
          <p:cNvSpPr/>
          <p:nvPr/>
        </p:nvSpPr>
        <p:spPr>
          <a:xfrm>
            <a:off x="4017010"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13" name="Shape 13">
            <a:extLst>
              <a:ext uri="{FF2B5EF4-FFF2-40B4-BE49-F238E27FC236}">
                <a16:creationId xmlns:a16="http://schemas.microsoft.com/office/drawing/2014/main" id="{5612158B-7C2C-361A-1A39-73D2A35D584E}"/>
              </a:ext>
            </a:extLst>
          </p:cNvPr>
          <p:cNvSpPr/>
          <p:nvPr/>
        </p:nvSpPr>
        <p:spPr>
          <a:xfrm>
            <a:off x="4346194" y="1882902"/>
            <a:ext cx="1444752" cy="1005840"/>
          </a:xfrm>
          <a:prstGeom prst="roundRect">
            <a:avLst>
              <a:gd name="adj" fmla="val 5455"/>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C0636233-60C9-0F5C-0D1A-66C4AE733013}"/>
              </a:ext>
            </a:extLst>
          </p:cNvPr>
          <p:cNvSpPr/>
          <p:nvPr/>
        </p:nvSpPr>
        <p:spPr>
          <a:xfrm>
            <a:off x="4419346"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023047"/>
                </a:solidFill>
                <a:latin typeface="Segoe UI" panose="020B0502040204020203" pitchFamily="34" charset="0"/>
              </a:rPr>
              <a:t>Gateway/routes</a:t>
            </a:r>
            <a:endParaRPr lang="en-US" sz="1300" dirty="0">
              <a:latin typeface="Segoe UI" panose="020B0502040204020203" pitchFamily="34" charset="0"/>
            </a:endParaRPr>
          </a:p>
        </p:txBody>
      </p:sp>
      <p:sp>
        <p:nvSpPr>
          <p:cNvPr id="15" name="Text 15">
            <a:extLst>
              <a:ext uri="{FF2B5EF4-FFF2-40B4-BE49-F238E27FC236}">
                <a16:creationId xmlns:a16="http://schemas.microsoft.com/office/drawing/2014/main" id="{570ADABF-9AFC-2EC4-A0B6-319AAA93D4D9}"/>
              </a:ext>
            </a:extLst>
          </p:cNvPr>
          <p:cNvSpPr/>
          <p:nvPr/>
        </p:nvSpPr>
        <p:spPr>
          <a:xfrm>
            <a:off x="4419346"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023047"/>
                </a:solidFill>
                <a:latin typeface="Segoe UI" panose="020B0502040204020203" pitchFamily="34" charset="0"/>
              </a:rPr>
              <a:t>Path selected</a:t>
            </a:r>
            <a:endParaRPr lang="en-US" sz="850" dirty="0">
              <a:latin typeface="Segoe UI" panose="020B0502040204020203" pitchFamily="34" charset="0"/>
            </a:endParaRPr>
          </a:p>
        </p:txBody>
      </p:sp>
      <p:sp>
        <p:nvSpPr>
          <p:cNvPr id="16" name="Text 16">
            <a:extLst>
              <a:ext uri="{FF2B5EF4-FFF2-40B4-BE49-F238E27FC236}">
                <a16:creationId xmlns:a16="http://schemas.microsoft.com/office/drawing/2014/main" id="{15DF0EF4-7003-436C-B83A-062777997362}"/>
              </a:ext>
            </a:extLst>
          </p:cNvPr>
          <p:cNvSpPr/>
          <p:nvPr/>
        </p:nvSpPr>
        <p:spPr>
          <a:xfrm>
            <a:off x="5918962"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17" name="Shape 17">
            <a:extLst>
              <a:ext uri="{FF2B5EF4-FFF2-40B4-BE49-F238E27FC236}">
                <a16:creationId xmlns:a16="http://schemas.microsoft.com/office/drawing/2014/main" id="{D597CAEC-DE05-7937-FBF4-476EA28978D0}"/>
              </a:ext>
            </a:extLst>
          </p:cNvPr>
          <p:cNvSpPr/>
          <p:nvPr/>
        </p:nvSpPr>
        <p:spPr>
          <a:xfrm>
            <a:off x="6248146" y="1882902"/>
            <a:ext cx="1444752" cy="1005840"/>
          </a:xfrm>
          <a:prstGeom prst="roundRect">
            <a:avLst>
              <a:gd name="adj" fmla="val 5455"/>
            </a:avLst>
          </a:prstGeom>
          <a:solidFill>
            <a:srgbClr val="2A9D8F"/>
          </a:solidFill>
          <a:ln w="12700">
            <a:solidFill>
              <a:srgbClr val="2A9D8F"/>
            </a:solidFill>
            <a:prstDash val="solid"/>
          </a:ln>
        </p:spPr>
        <p:txBody>
          <a:bodyPr/>
          <a:lstStyle/>
          <a:p>
            <a:endParaRPr lang="en-GB"/>
          </a:p>
        </p:txBody>
      </p:sp>
      <p:sp>
        <p:nvSpPr>
          <p:cNvPr id="18" name="Text 18">
            <a:extLst>
              <a:ext uri="{FF2B5EF4-FFF2-40B4-BE49-F238E27FC236}">
                <a16:creationId xmlns:a16="http://schemas.microsoft.com/office/drawing/2014/main" id="{7B97D2E8-B4F1-E7C6-8D06-6E6FA0C513F5}"/>
              </a:ext>
            </a:extLst>
          </p:cNvPr>
          <p:cNvSpPr/>
          <p:nvPr/>
        </p:nvSpPr>
        <p:spPr>
          <a:xfrm>
            <a:off x="6321298"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DNS</a:t>
            </a:r>
            <a:endParaRPr lang="en-US" sz="1300" dirty="0">
              <a:latin typeface="Segoe UI" panose="020B0502040204020203" pitchFamily="34" charset="0"/>
            </a:endParaRPr>
          </a:p>
        </p:txBody>
      </p:sp>
      <p:sp>
        <p:nvSpPr>
          <p:cNvPr id="19" name="Text 19">
            <a:extLst>
              <a:ext uri="{FF2B5EF4-FFF2-40B4-BE49-F238E27FC236}">
                <a16:creationId xmlns:a16="http://schemas.microsoft.com/office/drawing/2014/main" id="{6F8C6C13-32AB-A8E6-97C9-D0B071BD266F}"/>
              </a:ext>
            </a:extLst>
          </p:cNvPr>
          <p:cNvSpPr/>
          <p:nvPr/>
        </p:nvSpPr>
        <p:spPr>
          <a:xfrm>
            <a:off x="6321298"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Name resolves</a:t>
            </a:r>
            <a:endParaRPr lang="en-US" sz="850" dirty="0">
              <a:latin typeface="Segoe UI" panose="020B0502040204020203" pitchFamily="34" charset="0"/>
            </a:endParaRPr>
          </a:p>
        </p:txBody>
      </p:sp>
      <p:sp>
        <p:nvSpPr>
          <p:cNvPr id="20" name="Text 20">
            <a:extLst>
              <a:ext uri="{FF2B5EF4-FFF2-40B4-BE49-F238E27FC236}">
                <a16:creationId xmlns:a16="http://schemas.microsoft.com/office/drawing/2014/main" id="{21116B09-4FB5-3316-12DD-3479898D0D8C}"/>
              </a:ext>
            </a:extLst>
          </p:cNvPr>
          <p:cNvSpPr/>
          <p:nvPr/>
        </p:nvSpPr>
        <p:spPr>
          <a:xfrm>
            <a:off x="7820913"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21" name="Shape 21">
            <a:extLst>
              <a:ext uri="{FF2B5EF4-FFF2-40B4-BE49-F238E27FC236}">
                <a16:creationId xmlns:a16="http://schemas.microsoft.com/office/drawing/2014/main" id="{06DE212A-BD07-0248-B598-6A3778845B2C}"/>
              </a:ext>
            </a:extLst>
          </p:cNvPr>
          <p:cNvSpPr/>
          <p:nvPr/>
        </p:nvSpPr>
        <p:spPr>
          <a:xfrm>
            <a:off x="8150098" y="1882902"/>
            <a:ext cx="1444752" cy="1005840"/>
          </a:xfrm>
          <a:prstGeom prst="roundRect">
            <a:avLst>
              <a:gd name="adj" fmla="val 5455"/>
            </a:avLst>
          </a:prstGeom>
          <a:solidFill>
            <a:srgbClr val="FB8500"/>
          </a:solidFill>
          <a:ln w="12700">
            <a:solidFill>
              <a:srgbClr val="FB8500"/>
            </a:solidFill>
            <a:prstDash val="solid"/>
          </a:ln>
        </p:spPr>
        <p:txBody>
          <a:bodyPr/>
          <a:lstStyle/>
          <a:p>
            <a:endParaRPr lang="en-GB"/>
          </a:p>
        </p:txBody>
      </p:sp>
      <p:sp>
        <p:nvSpPr>
          <p:cNvPr id="22" name="Text 22">
            <a:extLst>
              <a:ext uri="{FF2B5EF4-FFF2-40B4-BE49-F238E27FC236}">
                <a16:creationId xmlns:a16="http://schemas.microsoft.com/office/drawing/2014/main" id="{C4815B44-1DC8-6570-96F8-4011C17D08AD}"/>
              </a:ext>
            </a:extLst>
          </p:cNvPr>
          <p:cNvSpPr/>
          <p:nvPr/>
        </p:nvSpPr>
        <p:spPr>
          <a:xfrm>
            <a:off x="8223250"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Firewall/port</a:t>
            </a:r>
            <a:endParaRPr lang="en-US" sz="1300" dirty="0">
              <a:latin typeface="Segoe UI" panose="020B0502040204020203" pitchFamily="34" charset="0"/>
            </a:endParaRPr>
          </a:p>
        </p:txBody>
      </p:sp>
      <p:sp>
        <p:nvSpPr>
          <p:cNvPr id="23" name="Text 23">
            <a:extLst>
              <a:ext uri="{FF2B5EF4-FFF2-40B4-BE49-F238E27FC236}">
                <a16:creationId xmlns:a16="http://schemas.microsoft.com/office/drawing/2014/main" id="{45D05FC8-D3CA-B0AE-770C-E19FB59277AA}"/>
              </a:ext>
            </a:extLst>
          </p:cNvPr>
          <p:cNvSpPr/>
          <p:nvPr/>
        </p:nvSpPr>
        <p:spPr>
          <a:xfrm>
            <a:off x="8223250"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Service reachable</a:t>
            </a:r>
            <a:endParaRPr lang="en-US" sz="850" dirty="0">
              <a:latin typeface="Segoe UI" panose="020B0502040204020203" pitchFamily="34" charset="0"/>
            </a:endParaRPr>
          </a:p>
        </p:txBody>
      </p:sp>
      <p:sp>
        <p:nvSpPr>
          <p:cNvPr id="24" name="Text 24">
            <a:extLst>
              <a:ext uri="{FF2B5EF4-FFF2-40B4-BE49-F238E27FC236}">
                <a16:creationId xmlns:a16="http://schemas.microsoft.com/office/drawing/2014/main" id="{F0DFEAF4-8729-428A-A1C3-2A57374EE27C}"/>
              </a:ext>
            </a:extLst>
          </p:cNvPr>
          <p:cNvSpPr/>
          <p:nvPr/>
        </p:nvSpPr>
        <p:spPr>
          <a:xfrm>
            <a:off x="9722865" y="218465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25" name="Shape 25">
            <a:extLst>
              <a:ext uri="{FF2B5EF4-FFF2-40B4-BE49-F238E27FC236}">
                <a16:creationId xmlns:a16="http://schemas.microsoft.com/office/drawing/2014/main" id="{F44F245F-41E6-0D50-8312-ABF550B52004}"/>
              </a:ext>
            </a:extLst>
          </p:cNvPr>
          <p:cNvSpPr/>
          <p:nvPr/>
        </p:nvSpPr>
        <p:spPr>
          <a:xfrm>
            <a:off x="10052050" y="1882902"/>
            <a:ext cx="1444752" cy="1005840"/>
          </a:xfrm>
          <a:prstGeom prst="roundRect">
            <a:avLst>
              <a:gd name="adj" fmla="val 5455"/>
            </a:avLst>
          </a:prstGeom>
          <a:solidFill>
            <a:srgbClr val="243A5E"/>
          </a:solidFill>
          <a:ln w="12700">
            <a:solidFill>
              <a:srgbClr val="243A5E"/>
            </a:solidFill>
            <a:prstDash val="solid"/>
          </a:ln>
        </p:spPr>
        <p:txBody>
          <a:bodyPr/>
          <a:lstStyle/>
          <a:p>
            <a:endParaRPr lang="en-GB"/>
          </a:p>
        </p:txBody>
      </p:sp>
      <p:sp>
        <p:nvSpPr>
          <p:cNvPr id="26" name="Text 26">
            <a:extLst>
              <a:ext uri="{FF2B5EF4-FFF2-40B4-BE49-F238E27FC236}">
                <a16:creationId xmlns:a16="http://schemas.microsoft.com/office/drawing/2014/main" id="{2B3EAE25-0D64-17A4-E05E-C958AB0801DB}"/>
              </a:ext>
            </a:extLst>
          </p:cNvPr>
          <p:cNvSpPr/>
          <p:nvPr/>
        </p:nvSpPr>
        <p:spPr>
          <a:xfrm>
            <a:off x="10125201" y="212979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Role/service</a:t>
            </a:r>
            <a:endParaRPr lang="en-US" sz="1300" dirty="0">
              <a:latin typeface="Segoe UI" panose="020B0502040204020203" pitchFamily="34" charset="0"/>
            </a:endParaRPr>
          </a:p>
        </p:txBody>
      </p:sp>
      <p:sp>
        <p:nvSpPr>
          <p:cNvPr id="27" name="Text 27">
            <a:extLst>
              <a:ext uri="{FF2B5EF4-FFF2-40B4-BE49-F238E27FC236}">
                <a16:creationId xmlns:a16="http://schemas.microsoft.com/office/drawing/2014/main" id="{CDB030EA-4C32-E966-72A8-1F70C6C515C5}"/>
              </a:ext>
            </a:extLst>
          </p:cNvPr>
          <p:cNvSpPr/>
          <p:nvPr/>
        </p:nvSpPr>
        <p:spPr>
          <a:xfrm>
            <a:off x="10125201" y="240411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App responds</a:t>
            </a:r>
            <a:endParaRPr lang="en-US" sz="850" dirty="0">
              <a:latin typeface="Segoe UI" panose="020B0502040204020203" pitchFamily="34" charset="0"/>
            </a:endParaRPr>
          </a:p>
        </p:txBody>
      </p:sp>
      <p:sp>
        <p:nvSpPr>
          <p:cNvPr id="28" name="Text 28">
            <a:extLst>
              <a:ext uri="{FF2B5EF4-FFF2-40B4-BE49-F238E27FC236}">
                <a16:creationId xmlns:a16="http://schemas.microsoft.com/office/drawing/2014/main" id="{ACC1C29E-D57D-283A-6535-AC8383201F2A}"/>
              </a:ext>
            </a:extLst>
          </p:cNvPr>
          <p:cNvSpPr/>
          <p:nvPr/>
        </p:nvSpPr>
        <p:spPr>
          <a:xfrm>
            <a:off x="953770" y="3620262"/>
            <a:ext cx="10332720" cy="566928"/>
          </a:xfrm>
          <a:prstGeom prst="rect">
            <a:avLst/>
          </a:prstGeom>
          <a:noFill/>
          <a:ln/>
        </p:spPr>
        <p:txBody>
          <a:bodyPr wrap="square" lIns="254" tIns="254" rIns="254" bIns="254" rtlCol="0" anchor="ctr">
            <a:normAutofit lnSpcReduction="10000"/>
          </a:bodyPr>
          <a:lstStyle/>
          <a:p>
            <a:pPr marL="0" indent="0" algn="ctr">
              <a:buNone/>
            </a:pPr>
            <a:r>
              <a:rPr lang="en-GB" sz="1900">
                <a:solidFill>
                  <a:srgbClr val="1F2937"/>
                </a:solidFill>
                <a:latin typeface="Segoe UI" panose="020B0502040204020203" pitchFamily="34" charset="0"/>
              </a:rPr>
              <a:t>Troubleshoot in order. Each step proves or eliminates one category of failure before changing server roles, permissions, or policy.</a:t>
            </a:r>
            <a:endParaRPr lang="en-US" sz="1900" dirty="0">
              <a:latin typeface="Segoe UI" panose="020B0502040204020203" pitchFamily="34" charset="0"/>
            </a:endParaRPr>
          </a:p>
        </p:txBody>
      </p:sp>
      <p:sp>
        <p:nvSpPr>
          <p:cNvPr id="29" name="Shape 29">
            <a:extLst>
              <a:ext uri="{FF2B5EF4-FFF2-40B4-BE49-F238E27FC236}">
                <a16:creationId xmlns:a16="http://schemas.microsoft.com/office/drawing/2014/main" id="{60D5A51C-2645-C0F0-6575-106946BAC791}"/>
              </a:ext>
            </a:extLst>
          </p:cNvPr>
          <p:cNvSpPr/>
          <p:nvPr/>
        </p:nvSpPr>
        <p:spPr>
          <a:xfrm>
            <a:off x="953770" y="4626102"/>
            <a:ext cx="10332720" cy="676656"/>
          </a:xfrm>
          <a:prstGeom prst="rect">
            <a:avLst/>
          </a:prstGeom>
          <a:solidFill>
            <a:srgbClr val="F5F7FA"/>
          </a:solidFill>
          <a:ln w="12700">
            <a:solidFill>
              <a:srgbClr val="D7DEE8"/>
            </a:solidFill>
            <a:prstDash val="solid"/>
          </a:ln>
        </p:spPr>
        <p:txBody>
          <a:bodyPr/>
          <a:lstStyle/>
          <a:p>
            <a:endParaRPr lang="en-GB"/>
          </a:p>
        </p:txBody>
      </p:sp>
      <p:sp>
        <p:nvSpPr>
          <p:cNvPr id="30" name="Course footer">
            <a:extLst>
              <a:ext uri="{FF2B5EF4-FFF2-40B4-BE49-F238E27FC236}">
                <a16:creationId xmlns:a16="http://schemas.microsoft.com/office/drawing/2014/main" id="{A133303E-8A03-5176-EA68-3A8C780D2BCA}"/>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1" name="TextBox 30">
            <a:extLst>
              <a:ext uri="{FF2B5EF4-FFF2-40B4-BE49-F238E27FC236}">
                <a16:creationId xmlns:a16="http://schemas.microsoft.com/office/drawing/2014/main" id="{A2A5B88F-F427-5311-682A-11AF5D611B04}"/>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75426045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EEF91-E7FC-AEE6-24AC-F63DD94A2F6A}"/>
              </a:ext>
            </a:extLst>
          </p:cNvPr>
          <p:cNvSpPr>
            <a:spLocks noGrp="1"/>
          </p:cNvSpPr>
          <p:nvPr>
            <p:ph type="title" idx="4294967295"/>
          </p:nvPr>
        </p:nvSpPr>
        <p:spPr>
          <a:xfrm>
            <a:off x="0" y="585788"/>
            <a:ext cx="11010900" cy="433387"/>
          </a:xfrm>
        </p:spPr>
        <p:txBody>
          <a:bodyPr wrap="square">
            <a:noAutofit/>
          </a:bodyPr>
          <a:lstStyle/>
          <a:p>
            <a:r>
              <a:rPr lang="en-GB"/>
              <a:t>How to Use the Model</a:t>
            </a:r>
          </a:p>
        </p:txBody>
      </p:sp>
      <p:sp>
        <p:nvSpPr>
          <p:cNvPr id="3" name="Shape 3">
            <a:extLst>
              <a:ext uri="{FF2B5EF4-FFF2-40B4-BE49-F238E27FC236}">
                <a16:creationId xmlns:a16="http://schemas.microsoft.com/office/drawing/2014/main" id="{BDA0EDE1-3A55-1D7D-5D98-9837EB169259}"/>
              </a:ext>
            </a:extLst>
          </p:cNvPr>
          <p:cNvSpPr/>
          <p:nvPr/>
        </p:nvSpPr>
        <p:spPr>
          <a:xfrm>
            <a:off x="450850" y="94107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CC33C6AE-F164-D2D4-D2A2-CCBC3148724A}"/>
              </a:ext>
            </a:extLst>
          </p:cNvPr>
          <p:cNvSpPr/>
          <p:nvPr/>
        </p:nvSpPr>
        <p:spPr>
          <a:xfrm>
            <a:off x="752602" y="1379982"/>
            <a:ext cx="164592" cy="164592"/>
          </a:xfrm>
          <a:prstGeom prst="ellipse">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F8673EAA-7B1E-A778-2510-E7B83A820399}"/>
              </a:ext>
            </a:extLst>
          </p:cNvPr>
          <p:cNvSpPr/>
          <p:nvPr/>
        </p:nvSpPr>
        <p:spPr>
          <a:xfrm>
            <a:off x="1136650" y="13068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Start with the user-visible symptom or failed workflow</a:t>
            </a:r>
            <a:endParaRPr lang="en-US" sz="1800" dirty="0">
              <a:latin typeface="Segoe UI" panose="020B0502040204020203" pitchFamily="34" charset="0"/>
            </a:endParaRPr>
          </a:p>
        </p:txBody>
      </p:sp>
      <p:sp>
        <p:nvSpPr>
          <p:cNvPr id="7" name="Shape 7">
            <a:extLst>
              <a:ext uri="{FF2B5EF4-FFF2-40B4-BE49-F238E27FC236}">
                <a16:creationId xmlns:a16="http://schemas.microsoft.com/office/drawing/2014/main" id="{83B061F9-C9C9-621B-9F88-C7C6561DD8BB}"/>
              </a:ext>
            </a:extLst>
          </p:cNvPr>
          <p:cNvSpPr/>
          <p:nvPr/>
        </p:nvSpPr>
        <p:spPr>
          <a:xfrm>
            <a:off x="752602" y="188290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8">
            <a:extLst>
              <a:ext uri="{FF2B5EF4-FFF2-40B4-BE49-F238E27FC236}">
                <a16:creationId xmlns:a16="http://schemas.microsoft.com/office/drawing/2014/main" id="{A783123E-9D42-148F-9CAC-4E85ADD195B9}"/>
              </a:ext>
            </a:extLst>
          </p:cNvPr>
          <p:cNvSpPr/>
          <p:nvPr/>
        </p:nvSpPr>
        <p:spPr>
          <a:xfrm>
            <a:off x="1136650" y="18097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Inspect the server configuration before changing it</a:t>
            </a:r>
            <a:endParaRPr lang="en-US" sz="1800" dirty="0">
              <a:latin typeface="Segoe UI" panose="020B0502040204020203" pitchFamily="34" charset="0"/>
            </a:endParaRPr>
          </a:p>
        </p:txBody>
      </p:sp>
      <p:sp>
        <p:nvSpPr>
          <p:cNvPr id="9" name="Shape 9">
            <a:extLst>
              <a:ext uri="{FF2B5EF4-FFF2-40B4-BE49-F238E27FC236}">
                <a16:creationId xmlns:a16="http://schemas.microsoft.com/office/drawing/2014/main" id="{88AB28D0-6B9F-A57B-565B-AB3C013309CF}"/>
              </a:ext>
            </a:extLst>
          </p:cNvPr>
          <p:cNvSpPr/>
          <p:nvPr/>
        </p:nvSpPr>
        <p:spPr>
          <a:xfrm>
            <a:off x="752602" y="23858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10">
            <a:extLst>
              <a:ext uri="{FF2B5EF4-FFF2-40B4-BE49-F238E27FC236}">
                <a16:creationId xmlns:a16="http://schemas.microsoft.com/office/drawing/2014/main" id="{046EBD3D-E5E8-9BC5-C0E6-564CF993F775}"/>
              </a:ext>
            </a:extLst>
          </p:cNvPr>
          <p:cNvSpPr/>
          <p:nvPr/>
        </p:nvSpPr>
        <p:spPr>
          <a:xfrm>
            <a:off x="1136650" y="23126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Test the name, route, and port as separate questions</a:t>
            </a:r>
            <a:endParaRPr lang="en-US" sz="1800" dirty="0">
              <a:latin typeface="Segoe UI" panose="020B0502040204020203" pitchFamily="34" charset="0"/>
            </a:endParaRPr>
          </a:p>
        </p:txBody>
      </p:sp>
      <p:sp>
        <p:nvSpPr>
          <p:cNvPr id="11" name="Shape 11">
            <a:extLst>
              <a:ext uri="{FF2B5EF4-FFF2-40B4-BE49-F238E27FC236}">
                <a16:creationId xmlns:a16="http://schemas.microsoft.com/office/drawing/2014/main" id="{2BE85603-C5F4-BC16-4481-6BF772523958}"/>
              </a:ext>
            </a:extLst>
          </p:cNvPr>
          <p:cNvSpPr/>
          <p:nvPr/>
        </p:nvSpPr>
        <p:spPr>
          <a:xfrm>
            <a:off x="752602" y="28887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2">
            <a:extLst>
              <a:ext uri="{FF2B5EF4-FFF2-40B4-BE49-F238E27FC236}">
                <a16:creationId xmlns:a16="http://schemas.microsoft.com/office/drawing/2014/main" id="{528542F5-A3DA-7669-0F79-059D7899473D}"/>
              </a:ext>
            </a:extLst>
          </p:cNvPr>
          <p:cNvSpPr/>
          <p:nvPr/>
        </p:nvSpPr>
        <p:spPr>
          <a:xfrm>
            <a:off x="1136650" y="28155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Change only the layer supported by evidence</a:t>
            </a:r>
            <a:endParaRPr lang="en-US" sz="1800" dirty="0">
              <a:latin typeface="Segoe UI" panose="020B0502040204020203" pitchFamily="34" charset="0"/>
            </a:endParaRPr>
          </a:p>
        </p:txBody>
      </p:sp>
      <p:sp>
        <p:nvSpPr>
          <p:cNvPr id="13" name="Shape 13">
            <a:extLst>
              <a:ext uri="{FF2B5EF4-FFF2-40B4-BE49-F238E27FC236}">
                <a16:creationId xmlns:a16="http://schemas.microsoft.com/office/drawing/2014/main" id="{D336273C-7374-49D3-FD22-E50F0B637233}"/>
              </a:ext>
            </a:extLst>
          </p:cNvPr>
          <p:cNvSpPr/>
          <p:nvPr/>
        </p:nvSpPr>
        <p:spPr>
          <a:xfrm>
            <a:off x="752602" y="33916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26B8B8A1-8F83-5186-1B40-5F7ED9BE297E}"/>
              </a:ext>
            </a:extLst>
          </p:cNvPr>
          <p:cNvSpPr/>
          <p:nvPr/>
        </p:nvSpPr>
        <p:spPr>
          <a:xfrm>
            <a:off x="1136650" y="33185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Retest the original workflow after each fix</a:t>
            </a:r>
            <a:endParaRPr lang="en-US" sz="1800" dirty="0">
              <a:latin typeface="Segoe UI" panose="020B0502040204020203" pitchFamily="34" charset="0"/>
            </a:endParaRPr>
          </a:p>
        </p:txBody>
      </p:sp>
      <p:sp>
        <p:nvSpPr>
          <p:cNvPr id="15" name="Shape 15" hidden="1">
            <a:extLst>
              <a:ext uri="{FF2B5EF4-FFF2-40B4-BE49-F238E27FC236}">
                <a16:creationId xmlns:a16="http://schemas.microsoft.com/office/drawing/2014/main" id="{B43CAC82-3D78-079E-9439-65B7E2EEB59B}"/>
              </a:ext>
            </a:extLst>
          </p:cNvPr>
          <p:cNvSpPr/>
          <p:nvPr/>
        </p:nvSpPr>
        <p:spPr>
          <a:xfrm>
            <a:off x="752602" y="389458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6" hidden="1">
            <a:extLst>
              <a:ext uri="{FF2B5EF4-FFF2-40B4-BE49-F238E27FC236}">
                <a16:creationId xmlns:a16="http://schemas.microsoft.com/office/drawing/2014/main" id="{2563737D-F718-4262-49C0-7E9E8D48806D}"/>
              </a:ext>
            </a:extLst>
          </p:cNvPr>
          <p:cNvSpPr/>
          <p:nvPr/>
        </p:nvSpPr>
        <p:spPr>
          <a:xfrm>
            <a:off x="1136650" y="382143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7" name="Course footer">
            <a:extLst>
              <a:ext uri="{FF2B5EF4-FFF2-40B4-BE49-F238E27FC236}">
                <a16:creationId xmlns:a16="http://schemas.microsoft.com/office/drawing/2014/main" id="{DA333556-F844-43EB-489C-85448779C97F}"/>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FDF67DB3-D0E5-6087-681A-B00D6E22C0AA}"/>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473767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12D8E-4D25-2486-1398-4291B1A798CE}"/>
              </a:ext>
            </a:extLst>
          </p:cNvPr>
          <p:cNvSpPr>
            <a:spLocks noGrp="1"/>
          </p:cNvSpPr>
          <p:nvPr>
            <p:ph type="title" idx="4294967295"/>
          </p:nvPr>
        </p:nvSpPr>
        <p:spPr>
          <a:xfrm>
            <a:off x="0" y="585788"/>
            <a:ext cx="11010900" cy="433387"/>
          </a:xfrm>
        </p:spPr>
        <p:txBody>
          <a:bodyPr wrap="square">
            <a:noAutofit/>
          </a:bodyPr>
          <a:lstStyle/>
          <a:p>
            <a:r>
              <a:rPr lang="en-GB"/>
              <a:t>IPv4 Configuration Essentials</a:t>
            </a:r>
          </a:p>
        </p:txBody>
      </p:sp>
      <p:sp>
        <p:nvSpPr>
          <p:cNvPr id="3" name="Shape 3">
            <a:extLst>
              <a:ext uri="{FF2B5EF4-FFF2-40B4-BE49-F238E27FC236}">
                <a16:creationId xmlns:a16="http://schemas.microsoft.com/office/drawing/2014/main" id="{C52D4899-44CE-0BA2-9678-9307FE1D3B7C}"/>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B02E12D0-D867-A65D-5F7A-A6C768371193}"/>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3937FAAB-1B73-48C8-876D-B15DE81DC92A}"/>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IP address identifies the server on a network</a:t>
            </a:r>
            <a:endParaRPr lang="en-US" sz="1800" dirty="0">
              <a:latin typeface="Segoe UI" panose="020B0502040204020203" pitchFamily="34" charset="0"/>
            </a:endParaRPr>
          </a:p>
        </p:txBody>
      </p:sp>
      <p:sp>
        <p:nvSpPr>
          <p:cNvPr id="7" name="Shape 7">
            <a:extLst>
              <a:ext uri="{FF2B5EF4-FFF2-40B4-BE49-F238E27FC236}">
                <a16:creationId xmlns:a16="http://schemas.microsoft.com/office/drawing/2014/main" id="{92A6BE65-79ED-4D79-243F-93435784BA0E}"/>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8">
            <a:extLst>
              <a:ext uri="{FF2B5EF4-FFF2-40B4-BE49-F238E27FC236}">
                <a16:creationId xmlns:a16="http://schemas.microsoft.com/office/drawing/2014/main" id="{2CE88B21-3E80-FB1C-AE90-522812B29988}"/>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Prefix length or subnet mask defines the local network boundary</a:t>
            </a:r>
            <a:endParaRPr lang="en-US" sz="1800" dirty="0">
              <a:latin typeface="Segoe UI" panose="020B0502040204020203" pitchFamily="34" charset="0"/>
            </a:endParaRPr>
          </a:p>
        </p:txBody>
      </p:sp>
      <p:sp>
        <p:nvSpPr>
          <p:cNvPr id="9" name="Shape 9">
            <a:extLst>
              <a:ext uri="{FF2B5EF4-FFF2-40B4-BE49-F238E27FC236}">
                <a16:creationId xmlns:a16="http://schemas.microsoft.com/office/drawing/2014/main" id="{71435375-EA90-DC7B-758D-8977AE879715}"/>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10">
            <a:extLst>
              <a:ext uri="{FF2B5EF4-FFF2-40B4-BE49-F238E27FC236}">
                <a16:creationId xmlns:a16="http://schemas.microsoft.com/office/drawing/2014/main" id="{D6087846-C83C-FDFA-F864-2E25661DDD25}"/>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Default gateway forwards traffic to other networks</a:t>
            </a:r>
            <a:endParaRPr lang="en-US" sz="1800" dirty="0">
              <a:latin typeface="Segoe UI" panose="020B0502040204020203" pitchFamily="34" charset="0"/>
            </a:endParaRPr>
          </a:p>
        </p:txBody>
      </p:sp>
      <p:sp>
        <p:nvSpPr>
          <p:cNvPr id="11" name="Shape 11">
            <a:extLst>
              <a:ext uri="{FF2B5EF4-FFF2-40B4-BE49-F238E27FC236}">
                <a16:creationId xmlns:a16="http://schemas.microsoft.com/office/drawing/2014/main" id="{5F7AE994-C368-8F44-E39D-C8CA03679335}"/>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2">
            <a:extLst>
              <a:ext uri="{FF2B5EF4-FFF2-40B4-BE49-F238E27FC236}">
                <a16:creationId xmlns:a16="http://schemas.microsoft.com/office/drawing/2014/main" id="{187B857E-4CD3-9A3B-D6FA-6A55C6AF75E8}"/>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DNS servers translate names into addresses</a:t>
            </a:r>
            <a:endParaRPr lang="en-US" sz="1800" dirty="0">
              <a:latin typeface="Segoe UI" panose="020B0502040204020203" pitchFamily="34" charset="0"/>
            </a:endParaRPr>
          </a:p>
        </p:txBody>
      </p:sp>
      <p:sp>
        <p:nvSpPr>
          <p:cNvPr id="13" name="Shape 13">
            <a:extLst>
              <a:ext uri="{FF2B5EF4-FFF2-40B4-BE49-F238E27FC236}">
                <a16:creationId xmlns:a16="http://schemas.microsoft.com/office/drawing/2014/main" id="{E01743FE-0994-38F4-28D2-4A982E3A5B17}"/>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D51F4EF6-A002-D0AB-8897-DE5B56F07076}"/>
              </a:ext>
            </a:extLst>
          </p:cNvPr>
          <p:cNvSpPr/>
          <p:nvPr/>
        </p:nvSpPr>
        <p:spPr>
          <a:xfrm>
            <a:off x="1136650" y="33870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Servers often use static addressing or DHCP reservations</a:t>
            </a:r>
            <a:endParaRPr lang="en-US" sz="1800" dirty="0">
              <a:latin typeface="Segoe UI" panose="020B0502040204020203" pitchFamily="34" charset="0"/>
            </a:endParaRPr>
          </a:p>
        </p:txBody>
      </p:sp>
      <p:sp>
        <p:nvSpPr>
          <p:cNvPr id="15" name="Shape 15" hidden="1">
            <a:extLst>
              <a:ext uri="{FF2B5EF4-FFF2-40B4-BE49-F238E27FC236}">
                <a16:creationId xmlns:a16="http://schemas.microsoft.com/office/drawing/2014/main" id="{4C185162-D929-1B1B-28C8-982F20A665C1}"/>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6" hidden="1">
            <a:extLst>
              <a:ext uri="{FF2B5EF4-FFF2-40B4-BE49-F238E27FC236}">
                <a16:creationId xmlns:a16="http://schemas.microsoft.com/office/drawing/2014/main" id="{66E142C9-6720-D840-9352-16D534EF8444}"/>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7" name="Course footer">
            <a:extLst>
              <a:ext uri="{FF2B5EF4-FFF2-40B4-BE49-F238E27FC236}">
                <a16:creationId xmlns:a16="http://schemas.microsoft.com/office/drawing/2014/main" id="{DB3057EE-0737-07B2-21C7-157DDD76AF55}"/>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1CE793FE-3608-447E-B806-7AA7C32C92FC}"/>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4309991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B7A6-3407-7B99-4776-9D1B0C1C7866}"/>
              </a:ext>
            </a:extLst>
          </p:cNvPr>
          <p:cNvSpPr>
            <a:spLocks noGrp="1"/>
          </p:cNvSpPr>
          <p:nvPr>
            <p:ph type="title" idx="4294967295"/>
          </p:nvPr>
        </p:nvSpPr>
        <p:spPr>
          <a:xfrm>
            <a:off x="0" y="585788"/>
            <a:ext cx="11010900" cy="433387"/>
          </a:xfrm>
        </p:spPr>
        <p:txBody>
          <a:bodyPr wrap="square">
            <a:noAutofit/>
          </a:bodyPr>
          <a:lstStyle/>
          <a:p>
            <a:r>
              <a:rPr lang="en-GB"/>
              <a:t>Static IP vs DHCP Reservation for Servers</a:t>
            </a:r>
          </a:p>
        </p:txBody>
      </p:sp>
      <p:sp>
        <p:nvSpPr>
          <p:cNvPr id="3" name="Shape 3">
            <a:extLst>
              <a:ext uri="{FF2B5EF4-FFF2-40B4-BE49-F238E27FC236}">
                <a16:creationId xmlns:a16="http://schemas.microsoft.com/office/drawing/2014/main" id="{7FD2F594-A2D7-1B8A-0575-675E87A1F6F2}"/>
              </a:ext>
            </a:extLst>
          </p:cNvPr>
          <p:cNvSpPr/>
          <p:nvPr/>
        </p:nvSpPr>
        <p:spPr>
          <a:xfrm>
            <a:off x="450850" y="107823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8916D8DB-AD2F-BEF4-2F70-78DF81CB3721}"/>
              </a:ext>
            </a:extLst>
          </p:cNvPr>
          <p:cNvSpPr/>
          <p:nvPr/>
        </p:nvSpPr>
        <p:spPr>
          <a:xfrm>
            <a:off x="569722" y="1379982"/>
            <a:ext cx="2743200" cy="402336"/>
          </a:xfrm>
          <a:prstGeom prst="rect">
            <a:avLst/>
          </a:prstGeom>
          <a:solidFill>
            <a:srgbClr val="243A5E"/>
          </a:solidFill>
          <a:ln w="6350">
            <a:solidFill>
              <a:srgbClr val="D7DEE8"/>
            </a:solidFill>
            <a:prstDash val="solid"/>
          </a:ln>
        </p:spPr>
        <p:txBody>
          <a:bodyPr/>
          <a:lstStyle/>
          <a:p>
            <a:endParaRPr lang="en-GB"/>
          </a:p>
        </p:txBody>
      </p:sp>
      <p:sp>
        <p:nvSpPr>
          <p:cNvPr id="6" name="Text 6">
            <a:extLst>
              <a:ext uri="{FF2B5EF4-FFF2-40B4-BE49-F238E27FC236}">
                <a16:creationId xmlns:a16="http://schemas.microsoft.com/office/drawing/2014/main" id="{D6FEA953-68EB-6C31-E743-9AA8C84772D9}"/>
              </a:ext>
            </a:extLst>
          </p:cNvPr>
          <p:cNvSpPr/>
          <p:nvPr/>
        </p:nvSpPr>
        <p:spPr>
          <a:xfrm>
            <a:off x="615442" y="1498854"/>
            <a:ext cx="265176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Choice</a:t>
            </a:r>
            <a:endParaRPr lang="en-US" sz="1150" dirty="0">
              <a:latin typeface="Segoe UI" panose="020B0502040204020203" pitchFamily="34" charset="0"/>
            </a:endParaRPr>
          </a:p>
        </p:txBody>
      </p:sp>
      <p:sp>
        <p:nvSpPr>
          <p:cNvPr id="7" name="Shape 7">
            <a:extLst>
              <a:ext uri="{FF2B5EF4-FFF2-40B4-BE49-F238E27FC236}">
                <a16:creationId xmlns:a16="http://schemas.microsoft.com/office/drawing/2014/main" id="{A331B6D0-227A-F5F5-EE03-0E7499856184}"/>
              </a:ext>
            </a:extLst>
          </p:cNvPr>
          <p:cNvSpPr/>
          <p:nvPr/>
        </p:nvSpPr>
        <p:spPr>
          <a:xfrm>
            <a:off x="3312922" y="1379982"/>
            <a:ext cx="4389120" cy="402336"/>
          </a:xfrm>
          <a:prstGeom prst="rect">
            <a:avLst/>
          </a:prstGeom>
          <a:solidFill>
            <a:srgbClr val="243A5E"/>
          </a:solidFill>
          <a:ln w="6350">
            <a:solidFill>
              <a:srgbClr val="D7DEE8"/>
            </a:solidFill>
            <a:prstDash val="solid"/>
          </a:ln>
        </p:spPr>
        <p:txBody>
          <a:bodyPr/>
          <a:lstStyle/>
          <a:p>
            <a:endParaRPr lang="en-GB"/>
          </a:p>
        </p:txBody>
      </p:sp>
      <p:sp>
        <p:nvSpPr>
          <p:cNvPr id="8" name="Text 8">
            <a:extLst>
              <a:ext uri="{FF2B5EF4-FFF2-40B4-BE49-F238E27FC236}">
                <a16:creationId xmlns:a16="http://schemas.microsoft.com/office/drawing/2014/main" id="{EB8AF5F5-2685-F5C8-CD3F-736C6098DD22}"/>
              </a:ext>
            </a:extLst>
          </p:cNvPr>
          <p:cNvSpPr/>
          <p:nvPr/>
        </p:nvSpPr>
        <p:spPr>
          <a:xfrm>
            <a:off x="3358642" y="1498854"/>
            <a:ext cx="429768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Best Use</a:t>
            </a:r>
            <a:endParaRPr lang="en-US" sz="1150" dirty="0">
              <a:latin typeface="Segoe UI" panose="020B0502040204020203" pitchFamily="34" charset="0"/>
            </a:endParaRPr>
          </a:p>
        </p:txBody>
      </p:sp>
      <p:sp>
        <p:nvSpPr>
          <p:cNvPr id="9" name="Shape 9">
            <a:extLst>
              <a:ext uri="{FF2B5EF4-FFF2-40B4-BE49-F238E27FC236}">
                <a16:creationId xmlns:a16="http://schemas.microsoft.com/office/drawing/2014/main" id="{E9F08BF6-DFB3-8E81-17D8-F154B624AC88}"/>
              </a:ext>
            </a:extLst>
          </p:cNvPr>
          <p:cNvSpPr/>
          <p:nvPr/>
        </p:nvSpPr>
        <p:spPr>
          <a:xfrm>
            <a:off x="7702042" y="1379982"/>
            <a:ext cx="3977640" cy="402336"/>
          </a:xfrm>
          <a:prstGeom prst="rect">
            <a:avLst/>
          </a:prstGeom>
          <a:solidFill>
            <a:srgbClr val="243A5E"/>
          </a:solidFill>
          <a:ln w="6350">
            <a:solidFill>
              <a:srgbClr val="D7DEE8"/>
            </a:solidFill>
            <a:prstDash val="solid"/>
          </a:ln>
        </p:spPr>
        <p:txBody>
          <a:bodyPr/>
          <a:lstStyle/>
          <a:p>
            <a:endParaRPr lang="en-GB"/>
          </a:p>
        </p:txBody>
      </p:sp>
      <p:sp>
        <p:nvSpPr>
          <p:cNvPr id="10" name="Text 10">
            <a:extLst>
              <a:ext uri="{FF2B5EF4-FFF2-40B4-BE49-F238E27FC236}">
                <a16:creationId xmlns:a16="http://schemas.microsoft.com/office/drawing/2014/main" id="{821EDBF4-0D9C-D0A7-9318-933032AD596B}"/>
              </a:ext>
            </a:extLst>
          </p:cNvPr>
          <p:cNvSpPr/>
          <p:nvPr/>
        </p:nvSpPr>
        <p:spPr>
          <a:xfrm>
            <a:off x="7747762" y="1498854"/>
            <a:ext cx="388620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Admin Risk</a:t>
            </a:r>
            <a:endParaRPr lang="en-US" sz="1150" dirty="0">
              <a:latin typeface="Segoe UI" panose="020B0502040204020203" pitchFamily="34" charset="0"/>
            </a:endParaRPr>
          </a:p>
        </p:txBody>
      </p:sp>
      <p:sp>
        <p:nvSpPr>
          <p:cNvPr id="11" name="Shape 11">
            <a:extLst>
              <a:ext uri="{FF2B5EF4-FFF2-40B4-BE49-F238E27FC236}">
                <a16:creationId xmlns:a16="http://schemas.microsoft.com/office/drawing/2014/main" id="{F3CAB186-7448-210A-60D9-E5691241BC12}"/>
              </a:ext>
            </a:extLst>
          </p:cNvPr>
          <p:cNvSpPr/>
          <p:nvPr/>
        </p:nvSpPr>
        <p:spPr>
          <a:xfrm>
            <a:off x="569722" y="1782318"/>
            <a:ext cx="2743200" cy="658368"/>
          </a:xfrm>
          <a:prstGeom prst="rect">
            <a:avLst/>
          </a:prstGeom>
          <a:solidFill>
            <a:srgbClr val="FFFFFF"/>
          </a:solidFill>
          <a:ln w="6350">
            <a:solidFill>
              <a:srgbClr val="D7DEE8"/>
            </a:solidFill>
            <a:prstDash val="solid"/>
          </a:ln>
        </p:spPr>
        <p:txBody>
          <a:bodyPr/>
          <a:lstStyle/>
          <a:p>
            <a:endParaRPr lang="en-GB"/>
          </a:p>
        </p:txBody>
      </p:sp>
      <p:sp>
        <p:nvSpPr>
          <p:cNvPr id="12" name="Text 12">
            <a:extLst>
              <a:ext uri="{FF2B5EF4-FFF2-40B4-BE49-F238E27FC236}">
                <a16:creationId xmlns:a16="http://schemas.microsoft.com/office/drawing/2014/main" id="{AA9832D3-6045-B8B4-6192-DF0772585B65}"/>
              </a:ext>
            </a:extLst>
          </p:cNvPr>
          <p:cNvSpPr/>
          <p:nvPr/>
        </p:nvSpPr>
        <p:spPr>
          <a:xfrm>
            <a:off x="642874" y="1901190"/>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Static IP</a:t>
            </a:r>
            <a:endParaRPr lang="en-US" sz="1130" dirty="0">
              <a:latin typeface="Segoe UI" panose="020B0502040204020203" pitchFamily="34" charset="0"/>
            </a:endParaRPr>
          </a:p>
        </p:txBody>
      </p:sp>
      <p:sp>
        <p:nvSpPr>
          <p:cNvPr id="13" name="Shape 13">
            <a:extLst>
              <a:ext uri="{FF2B5EF4-FFF2-40B4-BE49-F238E27FC236}">
                <a16:creationId xmlns:a16="http://schemas.microsoft.com/office/drawing/2014/main" id="{7E0FE7D3-C4FA-0BB8-BCA2-447BD9BD8EAD}"/>
              </a:ext>
            </a:extLst>
          </p:cNvPr>
          <p:cNvSpPr/>
          <p:nvPr/>
        </p:nvSpPr>
        <p:spPr>
          <a:xfrm>
            <a:off x="3312922" y="1782318"/>
            <a:ext cx="4389120" cy="658368"/>
          </a:xfrm>
          <a:prstGeom prst="rect">
            <a:avLst/>
          </a:prstGeom>
          <a:solidFill>
            <a:srgbClr val="FFFFFF"/>
          </a:solidFill>
          <a:ln w="6350">
            <a:solidFill>
              <a:srgbClr val="D7DEE8"/>
            </a:solidFill>
            <a:prstDash val="solid"/>
          </a:ln>
        </p:spPr>
        <p:txBody>
          <a:bodyPr/>
          <a:lstStyle/>
          <a:p>
            <a:endParaRPr lang="en-GB"/>
          </a:p>
        </p:txBody>
      </p:sp>
      <p:sp>
        <p:nvSpPr>
          <p:cNvPr id="14" name="Text 14">
            <a:extLst>
              <a:ext uri="{FF2B5EF4-FFF2-40B4-BE49-F238E27FC236}">
                <a16:creationId xmlns:a16="http://schemas.microsoft.com/office/drawing/2014/main" id="{C0860A76-1053-071B-D7B6-555EB2BADCB6}"/>
              </a:ext>
            </a:extLst>
          </p:cNvPr>
          <p:cNvSpPr/>
          <p:nvPr/>
        </p:nvSpPr>
        <p:spPr>
          <a:xfrm>
            <a:off x="3386074" y="1901190"/>
            <a:ext cx="424281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Core servers with planned addressing</a:t>
            </a:r>
            <a:endParaRPr lang="en-US" sz="1130" dirty="0">
              <a:latin typeface="Segoe UI" panose="020B0502040204020203" pitchFamily="34" charset="0"/>
            </a:endParaRPr>
          </a:p>
        </p:txBody>
      </p:sp>
      <p:sp>
        <p:nvSpPr>
          <p:cNvPr id="15" name="Shape 15">
            <a:extLst>
              <a:ext uri="{FF2B5EF4-FFF2-40B4-BE49-F238E27FC236}">
                <a16:creationId xmlns:a16="http://schemas.microsoft.com/office/drawing/2014/main" id="{6F775D5D-5E09-0C48-4926-707BF27E79E3}"/>
              </a:ext>
            </a:extLst>
          </p:cNvPr>
          <p:cNvSpPr/>
          <p:nvPr/>
        </p:nvSpPr>
        <p:spPr>
          <a:xfrm>
            <a:off x="7702042" y="1782318"/>
            <a:ext cx="3977640" cy="658368"/>
          </a:xfrm>
          <a:prstGeom prst="rect">
            <a:avLst/>
          </a:prstGeom>
          <a:solidFill>
            <a:srgbClr val="FFFFFF"/>
          </a:solidFill>
          <a:ln w="6350">
            <a:solidFill>
              <a:srgbClr val="D7DEE8"/>
            </a:solidFill>
            <a:prstDash val="solid"/>
          </a:ln>
        </p:spPr>
        <p:txBody>
          <a:bodyPr/>
          <a:lstStyle/>
          <a:p>
            <a:endParaRPr lang="en-GB"/>
          </a:p>
        </p:txBody>
      </p:sp>
      <p:sp>
        <p:nvSpPr>
          <p:cNvPr id="16" name="Text 16">
            <a:extLst>
              <a:ext uri="{FF2B5EF4-FFF2-40B4-BE49-F238E27FC236}">
                <a16:creationId xmlns:a16="http://schemas.microsoft.com/office/drawing/2014/main" id="{0384170C-F2E3-C11A-CC2B-009A0AB2369D}"/>
              </a:ext>
            </a:extLst>
          </p:cNvPr>
          <p:cNvSpPr/>
          <p:nvPr/>
        </p:nvSpPr>
        <p:spPr>
          <a:xfrm>
            <a:off x="7775194" y="1901190"/>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Duplicate or mistyped settings can break access</a:t>
            </a:r>
            <a:endParaRPr lang="en-US" sz="1130" dirty="0">
              <a:latin typeface="Segoe UI" panose="020B0502040204020203" pitchFamily="34" charset="0"/>
            </a:endParaRPr>
          </a:p>
        </p:txBody>
      </p:sp>
      <p:sp>
        <p:nvSpPr>
          <p:cNvPr id="17" name="Shape 17">
            <a:extLst>
              <a:ext uri="{FF2B5EF4-FFF2-40B4-BE49-F238E27FC236}">
                <a16:creationId xmlns:a16="http://schemas.microsoft.com/office/drawing/2014/main" id="{25FE25EA-02F9-F47B-822C-77B9D3E67679}"/>
              </a:ext>
            </a:extLst>
          </p:cNvPr>
          <p:cNvSpPr/>
          <p:nvPr/>
        </p:nvSpPr>
        <p:spPr>
          <a:xfrm>
            <a:off x="569722" y="2440686"/>
            <a:ext cx="2743200" cy="658368"/>
          </a:xfrm>
          <a:prstGeom prst="rect">
            <a:avLst/>
          </a:prstGeom>
          <a:solidFill>
            <a:srgbClr val="F9FAFB"/>
          </a:solidFill>
          <a:ln w="6350">
            <a:solidFill>
              <a:srgbClr val="D7DEE8"/>
            </a:solidFill>
            <a:prstDash val="solid"/>
          </a:ln>
        </p:spPr>
        <p:txBody>
          <a:bodyPr/>
          <a:lstStyle/>
          <a:p>
            <a:endParaRPr lang="en-GB"/>
          </a:p>
        </p:txBody>
      </p:sp>
      <p:sp>
        <p:nvSpPr>
          <p:cNvPr id="18" name="Text 18">
            <a:extLst>
              <a:ext uri="{FF2B5EF4-FFF2-40B4-BE49-F238E27FC236}">
                <a16:creationId xmlns:a16="http://schemas.microsoft.com/office/drawing/2014/main" id="{2E8395E8-9945-3E2F-DAF3-C3BC3AF3ECA3}"/>
              </a:ext>
            </a:extLst>
          </p:cNvPr>
          <p:cNvSpPr/>
          <p:nvPr/>
        </p:nvSpPr>
        <p:spPr>
          <a:xfrm>
            <a:off x="642874" y="2559558"/>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DHCP reservation</a:t>
            </a:r>
            <a:endParaRPr lang="en-US" sz="1130" dirty="0">
              <a:latin typeface="Segoe UI" panose="020B0502040204020203" pitchFamily="34" charset="0"/>
            </a:endParaRPr>
          </a:p>
        </p:txBody>
      </p:sp>
      <p:sp>
        <p:nvSpPr>
          <p:cNvPr id="19" name="Shape 19">
            <a:extLst>
              <a:ext uri="{FF2B5EF4-FFF2-40B4-BE49-F238E27FC236}">
                <a16:creationId xmlns:a16="http://schemas.microsoft.com/office/drawing/2014/main" id="{14D6B7A5-B324-0832-059A-99643D6AD0B9}"/>
              </a:ext>
            </a:extLst>
          </p:cNvPr>
          <p:cNvSpPr/>
          <p:nvPr/>
        </p:nvSpPr>
        <p:spPr>
          <a:xfrm>
            <a:off x="3312922" y="2440686"/>
            <a:ext cx="4389120" cy="658368"/>
          </a:xfrm>
          <a:prstGeom prst="rect">
            <a:avLst/>
          </a:prstGeom>
          <a:solidFill>
            <a:srgbClr val="F9FAFB"/>
          </a:solidFill>
          <a:ln w="6350">
            <a:solidFill>
              <a:srgbClr val="D7DEE8"/>
            </a:solidFill>
            <a:prstDash val="solid"/>
          </a:ln>
        </p:spPr>
        <p:txBody>
          <a:bodyPr/>
          <a:lstStyle/>
          <a:p>
            <a:endParaRPr lang="en-GB"/>
          </a:p>
        </p:txBody>
      </p:sp>
      <p:sp>
        <p:nvSpPr>
          <p:cNvPr id="20" name="Text 20">
            <a:extLst>
              <a:ext uri="{FF2B5EF4-FFF2-40B4-BE49-F238E27FC236}">
                <a16:creationId xmlns:a16="http://schemas.microsoft.com/office/drawing/2014/main" id="{BF38F94C-D8F7-C05F-0A6B-3EE02980DD36}"/>
              </a:ext>
            </a:extLst>
          </p:cNvPr>
          <p:cNvSpPr/>
          <p:nvPr/>
        </p:nvSpPr>
        <p:spPr>
          <a:xfrm>
            <a:off x="3386074" y="2559558"/>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Stable address managed centrally</a:t>
            </a:r>
            <a:endParaRPr lang="en-US" sz="1130" dirty="0">
              <a:latin typeface="Segoe UI" panose="020B0502040204020203" pitchFamily="34" charset="0"/>
            </a:endParaRPr>
          </a:p>
        </p:txBody>
      </p:sp>
      <p:sp>
        <p:nvSpPr>
          <p:cNvPr id="21" name="Shape 21">
            <a:extLst>
              <a:ext uri="{FF2B5EF4-FFF2-40B4-BE49-F238E27FC236}">
                <a16:creationId xmlns:a16="http://schemas.microsoft.com/office/drawing/2014/main" id="{370DA8A5-1BF6-2D3A-96E1-7ED5ED5E1556}"/>
              </a:ext>
            </a:extLst>
          </p:cNvPr>
          <p:cNvSpPr/>
          <p:nvPr/>
        </p:nvSpPr>
        <p:spPr>
          <a:xfrm>
            <a:off x="7702042" y="2440686"/>
            <a:ext cx="3977640" cy="658368"/>
          </a:xfrm>
          <a:prstGeom prst="rect">
            <a:avLst/>
          </a:prstGeom>
          <a:solidFill>
            <a:srgbClr val="F9FAFB"/>
          </a:solidFill>
          <a:ln w="6350">
            <a:solidFill>
              <a:srgbClr val="D7DEE8"/>
            </a:solidFill>
            <a:prstDash val="solid"/>
          </a:ln>
        </p:spPr>
        <p:txBody>
          <a:bodyPr/>
          <a:lstStyle/>
          <a:p>
            <a:endParaRPr lang="en-GB"/>
          </a:p>
        </p:txBody>
      </p:sp>
      <p:sp>
        <p:nvSpPr>
          <p:cNvPr id="22" name="Text 22">
            <a:extLst>
              <a:ext uri="{FF2B5EF4-FFF2-40B4-BE49-F238E27FC236}">
                <a16:creationId xmlns:a16="http://schemas.microsoft.com/office/drawing/2014/main" id="{922E3CE9-6090-8653-BFD5-E2828914411A}"/>
              </a:ext>
            </a:extLst>
          </p:cNvPr>
          <p:cNvSpPr/>
          <p:nvPr/>
        </p:nvSpPr>
        <p:spPr>
          <a:xfrm>
            <a:off x="7775194" y="2559558"/>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Reservation must match the correct MAC address</a:t>
            </a:r>
            <a:endParaRPr lang="en-US" sz="1130" dirty="0">
              <a:latin typeface="Segoe UI" panose="020B0502040204020203" pitchFamily="34" charset="0"/>
            </a:endParaRPr>
          </a:p>
        </p:txBody>
      </p:sp>
      <p:sp>
        <p:nvSpPr>
          <p:cNvPr id="23" name="Shape 23">
            <a:extLst>
              <a:ext uri="{FF2B5EF4-FFF2-40B4-BE49-F238E27FC236}">
                <a16:creationId xmlns:a16="http://schemas.microsoft.com/office/drawing/2014/main" id="{73DA0162-6D7F-089A-F29A-A597BBE016F8}"/>
              </a:ext>
            </a:extLst>
          </p:cNvPr>
          <p:cNvSpPr/>
          <p:nvPr/>
        </p:nvSpPr>
        <p:spPr>
          <a:xfrm>
            <a:off x="569722" y="3099054"/>
            <a:ext cx="2743200" cy="658368"/>
          </a:xfrm>
          <a:prstGeom prst="rect">
            <a:avLst/>
          </a:prstGeom>
          <a:solidFill>
            <a:srgbClr val="FFFFFF"/>
          </a:solidFill>
          <a:ln w="6350">
            <a:solidFill>
              <a:srgbClr val="D7DEE8"/>
            </a:solidFill>
            <a:prstDash val="solid"/>
          </a:ln>
        </p:spPr>
        <p:txBody>
          <a:bodyPr/>
          <a:lstStyle/>
          <a:p>
            <a:endParaRPr lang="en-GB"/>
          </a:p>
        </p:txBody>
      </p:sp>
      <p:sp>
        <p:nvSpPr>
          <p:cNvPr id="24" name="Text 24">
            <a:extLst>
              <a:ext uri="{FF2B5EF4-FFF2-40B4-BE49-F238E27FC236}">
                <a16:creationId xmlns:a16="http://schemas.microsoft.com/office/drawing/2014/main" id="{0ED15026-41FC-2303-24B8-603639D610F3}"/>
              </a:ext>
            </a:extLst>
          </p:cNvPr>
          <p:cNvSpPr/>
          <p:nvPr/>
        </p:nvSpPr>
        <p:spPr>
          <a:xfrm>
            <a:off x="642874" y="3217926"/>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Client DHCP</a:t>
            </a:r>
            <a:endParaRPr lang="en-US" sz="1130" dirty="0">
              <a:latin typeface="Segoe UI" panose="020B0502040204020203" pitchFamily="34" charset="0"/>
            </a:endParaRPr>
          </a:p>
        </p:txBody>
      </p:sp>
      <p:sp>
        <p:nvSpPr>
          <p:cNvPr id="25" name="Shape 25">
            <a:extLst>
              <a:ext uri="{FF2B5EF4-FFF2-40B4-BE49-F238E27FC236}">
                <a16:creationId xmlns:a16="http://schemas.microsoft.com/office/drawing/2014/main" id="{9F922A0F-B6A1-118A-9626-986A34020FB1}"/>
              </a:ext>
            </a:extLst>
          </p:cNvPr>
          <p:cNvSpPr/>
          <p:nvPr/>
        </p:nvSpPr>
        <p:spPr>
          <a:xfrm>
            <a:off x="3312922" y="3099054"/>
            <a:ext cx="4389120" cy="658368"/>
          </a:xfrm>
          <a:prstGeom prst="rect">
            <a:avLst/>
          </a:prstGeom>
          <a:solidFill>
            <a:srgbClr val="FFFFFF"/>
          </a:solidFill>
          <a:ln w="6350">
            <a:solidFill>
              <a:srgbClr val="D7DEE8"/>
            </a:solidFill>
            <a:prstDash val="solid"/>
          </a:ln>
        </p:spPr>
        <p:txBody>
          <a:bodyPr/>
          <a:lstStyle/>
          <a:p>
            <a:endParaRPr lang="en-GB"/>
          </a:p>
        </p:txBody>
      </p:sp>
      <p:sp>
        <p:nvSpPr>
          <p:cNvPr id="26" name="Text 26">
            <a:extLst>
              <a:ext uri="{FF2B5EF4-FFF2-40B4-BE49-F238E27FC236}">
                <a16:creationId xmlns:a16="http://schemas.microsoft.com/office/drawing/2014/main" id="{00ADCAD7-E4EE-4194-41A6-AFA80E4FBEDF}"/>
              </a:ext>
            </a:extLst>
          </p:cNvPr>
          <p:cNvSpPr/>
          <p:nvPr/>
        </p:nvSpPr>
        <p:spPr>
          <a:xfrm>
            <a:off x="3386074" y="3217926"/>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Temporary or noncritical systems</a:t>
            </a:r>
            <a:endParaRPr lang="en-US" sz="1130" dirty="0">
              <a:latin typeface="Segoe UI" panose="020B0502040204020203" pitchFamily="34" charset="0"/>
            </a:endParaRPr>
          </a:p>
        </p:txBody>
      </p:sp>
      <p:sp>
        <p:nvSpPr>
          <p:cNvPr id="27" name="Shape 27">
            <a:extLst>
              <a:ext uri="{FF2B5EF4-FFF2-40B4-BE49-F238E27FC236}">
                <a16:creationId xmlns:a16="http://schemas.microsoft.com/office/drawing/2014/main" id="{599DCEF4-3F72-5FF4-39D3-1B802464BF65}"/>
              </a:ext>
            </a:extLst>
          </p:cNvPr>
          <p:cNvSpPr/>
          <p:nvPr/>
        </p:nvSpPr>
        <p:spPr>
          <a:xfrm>
            <a:off x="7702042" y="3099054"/>
            <a:ext cx="3977640" cy="658368"/>
          </a:xfrm>
          <a:prstGeom prst="rect">
            <a:avLst/>
          </a:prstGeom>
          <a:solidFill>
            <a:srgbClr val="FFFFFF"/>
          </a:solidFill>
          <a:ln w="6350">
            <a:solidFill>
              <a:srgbClr val="D7DEE8"/>
            </a:solidFill>
            <a:prstDash val="solid"/>
          </a:ln>
        </p:spPr>
        <p:txBody>
          <a:bodyPr/>
          <a:lstStyle/>
          <a:p>
            <a:endParaRPr lang="en-GB"/>
          </a:p>
        </p:txBody>
      </p:sp>
      <p:sp>
        <p:nvSpPr>
          <p:cNvPr id="28" name="Text 28">
            <a:extLst>
              <a:ext uri="{FF2B5EF4-FFF2-40B4-BE49-F238E27FC236}">
                <a16:creationId xmlns:a16="http://schemas.microsoft.com/office/drawing/2014/main" id="{FFC3DC0B-8E04-DADE-580E-E9CAAE7AC257}"/>
              </a:ext>
            </a:extLst>
          </p:cNvPr>
          <p:cNvSpPr/>
          <p:nvPr/>
        </p:nvSpPr>
        <p:spPr>
          <a:xfrm>
            <a:off x="7775194" y="3217926"/>
            <a:ext cx="383133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Address can change unexpectedly</a:t>
            </a:r>
            <a:endParaRPr lang="en-US" sz="1130" dirty="0">
              <a:latin typeface="Segoe UI" panose="020B0502040204020203" pitchFamily="34" charset="0"/>
            </a:endParaRPr>
          </a:p>
        </p:txBody>
      </p:sp>
      <p:sp>
        <p:nvSpPr>
          <p:cNvPr id="29" name="Shape 29">
            <a:extLst>
              <a:ext uri="{FF2B5EF4-FFF2-40B4-BE49-F238E27FC236}">
                <a16:creationId xmlns:a16="http://schemas.microsoft.com/office/drawing/2014/main" id="{B0345117-58EB-B34D-2F3E-D9E93912BE6B}"/>
              </a:ext>
            </a:extLst>
          </p:cNvPr>
          <p:cNvSpPr/>
          <p:nvPr/>
        </p:nvSpPr>
        <p:spPr>
          <a:xfrm>
            <a:off x="569722" y="3757422"/>
            <a:ext cx="2743200" cy="658368"/>
          </a:xfrm>
          <a:prstGeom prst="rect">
            <a:avLst/>
          </a:prstGeom>
          <a:solidFill>
            <a:srgbClr val="F9FAFB"/>
          </a:solidFill>
          <a:ln w="6350">
            <a:solidFill>
              <a:srgbClr val="D7DEE8"/>
            </a:solidFill>
            <a:prstDash val="solid"/>
          </a:ln>
        </p:spPr>
        <p:txBody>
          <a:bodyPr/>
          <a:lstStyle/>
          <a:p>
            <a:endParaRPr lang="en-GB"/>
          </a:p>
        </p:txBody>
      </p:sp>
      <p:sp>
        <p:nvSpPr>
          <p:cNvPr id="30" name="Text 30">
            <a:extLst>
              <a:ext uri="{FF2B5EF4-FFF2-40B4-BE49-F238E27FC236}">
                <a16:creationId xmlns:a16="http://schemas.microsoft.com/office/drawing/2014/main" id="{19CA9003-16C5-5000-8F13-721AB3F7DAF2}"/>
              </a:ext>
            </a:extLst>
          </p:cNvPr>
          <p:cNvSpPr/>
          <p:nvPr/>
        </p:nvSpPr>
        <p:spPr>
          <a:xfrm>
            <a:off x="642874" y="3876294"/>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Mixed settings</a:t>
            </a:r>
            <a:endParaRPr lang="en-US" sz="1130" dirty="0">
              <a:latin typeface="Segoe UI" panose="020B0502040204020203" pitchFamily="34" charset="0"/>
            </a:endParaRPr>
          </a:p>
        </p:txBody>
      </p:sp>
      <p:sp>
        <p:nvSpPr>
          <p:cNvPr id="31" name="Shape 31">
            <a:extLst>
              <a:ext uri="{FF2B5EF4-FFF2-40B4-BE49-F238E27FC236}">
                <a16:creationId xmlns:a16="http://schemas.microsoft.com/office/drawing/2014/main" id="{09FF7F2C-E89E-BF1D-F190-900F17DCE1D2}"/>
              </a:ext>
            </a:extLst>
          </p:cNvPr>
          <p:cNvSpPr/>
          <p:nvPr/>
        </p:nvSpPr>
        <p:spPr>
          <a:xfrm>
            <a:off x="3312922" y="3757422"/>
            <a:ext cx="4389120" cy="658368"/>
          </a:xfrm>
          <a:prstGeom prst="rect">
            <a:avLst/>
          </a:prstGeom>
          <a:solidFill>
            <a:srgbClr val="F9FAFB"/>
          </a:solidFill>
          <a:ln w="6350">
            <a:solidFill>
              <a:srgbClr val="D7DEE8"/>
            </a:solidFill>
            <a:prstDash val="solid"/>
          </a:ln>
        </p:spPr>
        <p:txBody>
          <a:bodyPr/>
          <a:lstStyle/>
          <a:p>
            <a:endParaRPr lang="en-GB"/>
          </a:p>
        </p:txBody>
      </p:sp>
      <p:sp>
        <p:nvSpPr>
          <p:cNvPr id="32" name="Text 32">
            <a:extLst>
              <a:ext uri="{FF2B5EF4-FFF2-40B4-BE49-F238E27FC236}">
                <a16:creationId xmlns:a16="http://schemas.microsoft.com/office/drawing/2014/main" id="{D61C16EA-13FE-8214-0FF0-B0D2431287EC}"/>
              </a:ext>
            </a:extLst>
          </p:cNvPr>
          <p:cNvSpPr/>
          <p:nvPr/>
        </p:nvSpPr>
        <p:spPr>
          <a:xfrm>
            <a:off x="3386074" y="3876294"/>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Avoid unless documented</a:t>
            </a:r>
            <a:endParaRPr lang="en-US" sz="1130" dirty="0">
              <a:latin typeface="Segoe UI" panose="020B0502040204020203" pitchFamily="34" charset="0"/>
            </a:endParaRPr>
          </a:p>
        </p:txBody>
      </p:sp>
      <p:sp>
        <p:nvSpPr>
          <p:cNvPr id="33" name="Shape 33">
            <a:extLst>
              <a:ext uri="{FF2B5EF4-FFF2-40B4-BE49-F238E27FC236}">
                <a16:creationId xmlns:a16="http://schemas.microsoft.com/office/drawing/2014/main" id="{57FA111C-8275-8ED3-6599-48EFD68A7E4C}"/>
              </a:ext>
            </a:extLst>
          </p:cNvPr>
          <p:cNvSpPr/>
          <p:nvPr/>
        </p:nvSpPr>
        <p:spPr>
          <a:xfrm>
            <a:off x="7702042" y="3757422"/>
            <a:ext cx="3977640" cy="658368"/>
          </a:xfrm>
          <a:prstGeom prst="rect">
            <a:avLst/>
          </a:prstGeom>
          <a:solidFill>
            <a:srgbClr val="F9FAFB"/>
          </a:solidFill>
          <a:ln w="6350">
            <a:solidFill>
              <a:srgbClr val="D7DEE8"/>
            </a:solidFill>
            <a:prstDash val="solid"/>
          </a:ln>
        </p:spPr>
        <p:txBody>
          <a:bodyPr/>
          <a:lstStyle/>
          <a:p>
            <a:endParaRPr lang="en-GB"/>
          </a:p>
        </p:txBody>
      </p:sp>
      <p:sp>
        <p:nvSpPr>
          <p:cNvPr id="34" name="Text 34">
            <a:extLst>
              <a:ext uri="{FF2B5EF4-FFF2-40B4-BE49-F238E27FC236}">
                <a16:creationId xmlns:a16="http://schemas.microsoft.com/office/drawing/2014/main" id="{9C094FD9-1720-2288-9B6F-CA5DF4DD541A}"/>
              </a:ext>
            </a:extLst>
          </p:cNvPr>
          <p:cNvSpPr/>
          <p:nvPr/>
        </p:nvSpPr>
        <p:spPr>
          <a:xfrm>
            <a:off x="7775194" y="3876294"/>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Harder to troubleshoot when DNS or gateway changes</a:t>
            </a:r>
            <a:endParaRPr lang="en-US" sz="1130" dirty="0">
              <a:latin typeface="Segoe UI" panose="020B0502040204020203" pitchFamily="34" charset="0"/>
            </a:endParaRPr>
          </a:p>
        </p:txBody>
      </p:sp>
      <p:sp>
        <p:nvSpPr>
          <p:cNvPr id="35" name="Shape 35" hidden="1">
            <a:extLst>
              <a:ext uri="{FF2B5EF4-FFF2-40B4-BE49-F238E27FC236}">
                <a16:creationId xmlns:a16="http://schemas.microsoft.com/office/drawing/2014/main" id="{5509AD29-553D-E015-6695-666585F6A249}"/>
              </a:ext>
            </a:extLst>
          </p:cNvPr>
          <p:cNvSpPr/>
          <p:nvPr/>
        </p:nvSpPr>
        <p:spPr>
          <a:xfrm>
            <a:off x="569722" y="4415790"/>
            <a:ext cx="2743200" cy="658368"/>
          </a:xfrm>
          <a:prstGeom prst="rect">
            <a:avLst/>
          </a:prstGeom>
          <a:solidFill>
            <a:srgbClr val="FFFFFF"/>
          </a:solidFill>
          <a:ln w="6350">
            <a:solidFill>
              <a:srgbClr val="D7DEE8"/>
            </a:solidFill>
            <a:prstDash val="solid"/>
          </a:ln>
        </p:spPr>
        <p:txBody>
          <a:bodyPr/>
          <a:lstStyle/>
          <a:p>
            <a:endParaRPr lang="en-GB"/>
          </a:p>
        </p:txBody>
      </p:sp>
      <p:sp>
        <p:nvSpPr>
          <p:cNvPr id="36" name="Text 36" hidden="1">
            <a:extLst>
              <a:ext uri="{FF2B5EF4-FFF2-40B4-BE49-F238E27FC236}">
                <a16:creationId xmlns:a16="http://schemas.microsoft.com/office/drawing/2014/main" id="{F5E19A93-76BC-E7FB-9793-D5BE47CA6809}"/>
              </a:ext>
            </a:extLst>
          </p:cNvPr>
          <p:cNvSpPr/>
          <p:nvPr/>
        </p:nvSpPr>
        <p:spPr>
          <a:xfrm>
            <a:off x="642874" y="4534662"/>
            <a:ext cx="2596896" cy="347472"/>
          </a:xfrm>
          <a:prstGeom prst="rect">
            <a:avLst/>
          </a:prstGeom>
          <a:noFill/>
          <a:ln/>
        </p:spPr>
        <p:txBody>
          <a:bodyPr wrap="square" lIns="0" tIns="0" rIns="0" bIns="0" rtlCol="0" anchor="ctr">
            <a:noAutofit/>
          </a:bodyPr>
          <a:lstStyle/>
          <a:p>
            <a:pPr marL="0" indent="0">
              <a:buNone/>
            </a:pPr>
            <a:endParaRPr lang="en-US" sz="1130" dirty="0"/>
          </a:p>
        </p:txBody>
      </p:sp>
      <p:sp>
        <p:nvSpPr>
          <p:cNvPr id="37" name="Shape 37" hidden="1">
            <a:extLst>
              <a:ext uri="{FF2B5EF4-FFF2-40B4-BE49-F238E27FC236}">
                <a16:creationId xmlns:a16="http://schemas.microsoft.com/office/drawing/2014/main" id="{A7C9C9E2-A6A5-4F29-5889-B32DFFB640A1}"/>
              </a:ext>
            </a:extLst>
          </p:cNvPr>
          <p:cNvSpPr/>
          <p:nvPr/>
        </p:nvSpPr>
        <p:spPr>
          <a:xfrm>
            <a:off x="3312922" y="4415790"/>
            <a:ext cx="4389120" cy="658368"/>
          </a:xfrm>
          <a:prstGeom prst="rect">
            <a:avLst/>
          </a:prstGeom>
          <a:solidFill>
            <a:srgbClr val="FFFFFF"/>
          </a:solidFill>
          <a:ln w="6350">
            <a:solidFill>
              <a:srgbClr val="D7DEE8"/>
            </a:solidFill>
            <a:prstDash val="solid"/>
          </a:ln>
        </p:spPr>
        <p:txBody>
          <a:bodyPr/>
          <a:lstStyle/>
          <a:p>
            <a:endParaRPr lang="en-GB"/>
          </a:p>
        </p:txBody>
      </p:sp>
      <p:sp>
        <p:nvSpPr>
          <p:cNvPr id="38" name="Text 38" hidden="1">
            <a:extLst>
              <a:ext uri="{FF2B5EF4-FFF2-40B4-BE49-F238E27FC236}">
                <a16:creationId xmlns:a16="http://schemas.microsoft.com/office/drawing/2014/main" id="{1B484EF9-20F8-9D39-B97C-ECF251FD166E}"/>
              </a:ext>
            </a:extLst>
          </p:cNvPr>
          <p:cNvSpPr/>
          <p:nvPr/>
        </p:nvSpPr>
        <p:spPr>
          <a:xfrm>
            <a:off x="3386074" y="4534662"/>
            <a:ext cx="4242816" cy="347472"/>
          </a:xfrm>
          <a:prstGeom prst="rect">
            <a:avLst/>
          </a:prstGeom>
          <a:noFill/>
          <a:ln/>
        </p:spPr>
        <p:txBody>
          <a:bodyPr wrap="square" lIns="0" tIns="0" rIns="0" bIns="0" rtlCol="0" anchor="ctr">
            <a:noAutofit/>
          </a:bodyPr>
          <a:lstStyle/>
          <a:p>
            <a:pPr marL="0" indent="0">
              <a:buNone/>
            </a:pPr>
            <a:endParaRPr lang="en-US" sz="1130" dirty="0"/>
          </a:p>
        </p:txBody>
      </p:sp>
      <p:sp>
        <p:nvSpPr>
          <p:cNvPr id="39" name="Shape 39" hidden="1">
            <a:extLst>
              <a:ext uri="{FF2B5EF4-FFF2-40B4-BE49-F238E27FC236}">
                <a16:creationId xmlns:a16="http://schemas.microsoft.com/office/drawing/2014/main" id="{661E273A-8C05-195F-2A74-47C762763083}"/>
              </a:ext>
            </a:extLst>
          </p:cNvPr>
          <p:cNvSpPr/>
          <p:nvPr/>
        </p:nvSpPr>
        <p:spPr>
          <a:xfrm>
            <a:off x="7702042" y="4415790"/>
            <a:ext cx="3977640" cy="658368"/>
          </a:xfrm>
          <a:prstGeom prst="rect">
            <a:avLst/>
          </a:prstGeom>
          <a:solidFill>
            <a:srgbClr val="FFFFFF"/>
          </a:solidFill>
          <a:ln w="6350">
            <a:solidFill>
              <a:srgbClr val="D7DEE8"/>
            </a:solidFill>
            <a:prstDash val="solid"/>
          </a:ln>
        </p:spPr>
        <p:txBody>
          <a:bodyPr/>
          <a:lstStyle/>
          <a:p>
            <a:endParaRPr lang="en-GB"/>
          </a:p>
        </p:txBody>
      </p:sp>
      <p:sp>
        <p:nvSpPr>
          <p:cNvPr id="40" name="Text 40" hidden="1">
            <a:extLst>
              <a:ext uri="{FF2B5EF4-FFF2-40B4-BE49-F238E27FC236}">
                <a16:creationId xmlns:a16="http://schemas.microsoft.com/office/drawing/2014/main" id="{4D81B13A-797C-78E4-0064-A9554CE1D146}"/>
              </a:ext>
            </a:extLst>
          </p:cNvPr>
          <p:cNvSpPr/>
          <p:nvPr/>
        </p:nvSpPr>
        <p:spPr>
          <a:xfrm>
            <a:off x="7775194" y="4534662"/>
            <a:ext cx="3831336" cy="347472"/>
          </a:xfrm>
          <a:prstGeom prst="rect">
            <a:avLst/>
          </a:prstGeom>
          <a:noFill/>
          <a:ln/>
        </p:spPr>
        <p:txBody>
          <a:bodyPr wrap="square" lIns="0" tIns="0" rIns="0" bIns="0" rtlCol="0" anchor="ctr">
            <a:noAutofit/>
          </a:bodyPr>
          <a:lstStyle/>
          <a:p>
            <a:pPr marL="0" indent="0">
              <a:buNone/>
            </a:pPr>
            <a:endParaRPr lang="en-US" sz="1130" dirty="0"/>
          </a:p>
        </p:txBody>
      </p:sp>
      <p:sp>
        <p:nvSpPr>
          <p:cNvPr id="41" name="Course footer">
            <a:extLst>
              <a:ext uri="{FF2B5EF4-FFF2-40B4-BE49-F238E27FC236}">
                <a16:creationId xmlns:a16="http://schemas.microsoft.com/office/drawing/2014/main" id="{0607E318-F2E2-3393-7359-FDAD204ACA0F}"/>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2" name="TextBox 41">
            <a:extLst>
              <a:ext uri="{FF2B5EF4-FFF2-40B4-BE49-F238E27FC236}">
                <a16:creationId xmlns:a16="http://schemas.microsoft.com/office/drawing/2014/main" id="{513D3004-E6B2-07AC-71BC-8AD5CE4A82D5}"/>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42986207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F0CCA-3B3F-659E-3FE0-2485ED0EEC36}"/>
              </a:ext>
            </a:extLst>
          </p:cNvPr>
          <p:cNvSpPr>
            <a:spLocks noGrp="1"/>
          </p:cNvSpPr>
          <p:nvPr>
            <p:ph type="title" idx="4294967295"/>
          </p:nvPr>
        </p:nvSpPr>
        <p:spPr>
          <a:xfrm>
            <a:off x="0" y="585788"/>
            <a:ext cx="10500000" cy="984250"/>
          </a:xfrm>
        </p:spPr>
        <p:txBody>
          <a:bodyPr wrap="square">
            <a:noAutofit/>
          </a:bodyPr>
          <a:lstStyle/>
          <a:p>
            <a:r>
              <a:rPr lang="en-GB"/>
              <a:t>DNS in Windows Server Administration</a:t>
            </a:r>
          </a:p>
        </p:txBody>
      </p:sp>
      <p:sp>
        <p:nvSpPr>
          <p:cNvPr id="6" name="Shape 3">
            <a:extLst>
              <a:ext uri="{FF2B5EF4-FFF2-40B4-BE49-F238E27FC236}">
                <a16:creationId xmlns:a16="http://schemas.microsoft.com/office/drawing/2014/main" id="{6B59FE2B-D430-6622-F391-8EAB1862B636}"/>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8" name="Shape 5">
            <a:extLst>
              <a:ext uri="{FF2B5EF4-FFF2-40B4-BE49-F238E27FC236}">
                <a16:creationId xmlns:a16="http://schemas.microsoft.com/office/drawing/2014/main" id="{E9C7F264-5403-7AE0-CC44-B7E5B23113D7}"/>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9" name="Text 6">
            <a:extLst>
              <a:ext uri="{FF2B5EF4-FFF2-40B4-BE49-F238E27FC236}">
                <a16:creationId xmlns:a16="http://schemas.microsoft.com/office/drawing/2014/main" id="{BD0D8351-2C9E-A628-5844-EBF7666849C0}"/>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Active Directory relies heavily on DNS records and domain controller discovery</a:t>
            </a:r>
            <a:endParaRPr lang="en-US" sz="1800" dirty="0">
              <a:latin typeface="Segoe UI" panose="020B0502040204020203" pitchFamily="34" charset="0"/>
            </a:endParaRPr>
          </a:p>
        </p:txBody>
      </p:sp>
      <p:sp>
        <p:nvSpPr>
          <p:cNvPr id="10" name="Shape 7">
            <a:extLst>
              <a:ext uri="{FF2B5EF4-FFF2-40B4-BE49-F238E27FC236}">
                <a16:creationId xmlns:a16="http://schemas.microsoft.com/office/drawing/2014/main" id="{A2979855-A998-FA52-0746-0622CB8D2A9A}"/>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11" name="Text 8">
            <a:extLst>
              <a:ext uri="{FF2B5EF4-FFF2-40B4-BE49-F238E27FC236}">
                <a16:creationId xmlns:a16="http://schemas.microsoft.com/office/drawing/2014/main" id="{5C32A2F7-40AF-16B7-B991-690EF906EB80}"/>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Wrong DNS settings can break domain join, sign-in, Group Policy, and Kerberos</a:t>
            </a:r>
            <a:endParaRPr lang="en-US" sz="1800" dirty="0">
              <a:latin typeface="Segoe UI" panose="020B0502040204020203" pitchFamily="34" charset="0"/>
            </a:endParaRPr>
          </a:p>
        </p:txBody>
      </p:sp>
      <p:sp>
        <p:nvSpPr>
          <p:cNvPr id="12" name="Shape 9">
            <a:extLst>
              <a:ext uri="{FF2B5EF4-FFF2-40B4-BE49-F238E27FC236}">
                <a16:creationId xmlns:a16="http://schemas.microsoft.com/office/drawing/2014/main" id="{233DC826-8BD2-4327-63C8-4135BEBD29FB}"/>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3" name="Text 10">
            <a:extLst>
              <a:ext uri="{FF2B5EF4-FFF2-40B4-BE49-F238E27FC236}">
                <a16:creationId xmlns:a16="http://schemas.microsoft.com/office/drawing/2014/main" id="{1CB6B012-C8F5-8B46-17EB-B05EB4084A22}"/>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Public DNS is usually not appropriate as the primary DNS for domain-joined servers</a:t>
            </a:r>
            <a:endParaRPr lang="en-US" sz="1800" dirty="0">
              <a:latin typeface="Segoe UI" panose="020B0502040204020203" pitchFamily="34" charset="0"/>
            </a:endParaRPr>
          </a:p>
        </p:txBody>
      </p:sp>
      <p:sp>
        <p:nvSpPr>
          <p:cNvPr id="14" name="Shape 11">
            <a:extLst>
              <a:ext uri="{FF2B5EF4-FFF2-40B4-BE49-F238E27FC236}">
                <a16:creationId xmlns:a16="http://schemas.microsoft.com/office/drawing/2014/main" id="{936BCE51-9C2B-8BDD-DE45-4FCEFB07B8A8}"/>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5" name="Text 12">
            <a:extLst>
              <a:ext uri="{FF2B5EF4-FFF2-40B4-BE49-F238E27FC236}">
                <a16:creationId xmlns:a16="http://schemas.microsoft.com/office/drawing/2014/main" id="{BDCFE618-FC21-CFEE-D58E-9DC171B95A4A}"/>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Test name resolution separately from reachability</a:t>
            </a:r>
            <a:endParaRPr lang="en-US" sz="1800" dirty="0">
              <a:latin typeface="Segoe UI" panose="020B0502040204020203" pitchFamily="34" charset="0"/>
            </a:endParaRPr>
          </a:p>
        </p:txBody>
      </p:sp>
      <p:sp>
        <p:nvSpPr>
          <p:cNvPr id="16" name="Shape 13" hidden="1">
            <a:extLst>
              <a:ext uri="{FF2B5EF4-FFF2-40B4-BE49-F238E27FC236}">
                <a16:creationId xmlns:a16="http://schemas.microsoft.com/office/drawing/2014/main" id="{EF6963C7-A510-ACD5-6687-F17A60AED6FE}"/>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7" name="Text 14" hidden="1">
            <a:extLst>
              <a:ext uri="{FF2B5EF4-FFF2-40B4-BE49-F238E27FC236}">
                <a16:creationId xmlns:a16="http://schemas.microsoft.com/office/drawing/2014/main" id="{C6E24C36-3017-5938-35B3-00382D543408}"/>
              </a:ext>
            </a:extLst>
          </p:cNvPr>
          <p:cNvSpPr/>
          <p:nvPr/>
        </p:nvSpPr>
        <p:spPr>
          <a:xfrm>
            <a:off x="1136650" y="338709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8" name="Shape 15" hidden="1">
            <a:extLst>
              <a:ext uri="{FF2B5EF4-FFF2-40B4-BE49-F238E27FC236}">
                <a16:creationId xmlns:a16="http://schemas.microsoft.com/office/drawing/2014/main" id="{169F43F2-6310-0A87-E7B6-E5A932CB5D02}"/>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9" name="Text 16" hidden="1">
            <a:extLst>
              <a:ext uri="{FF2B5EF4-FFF2-40B4-BE49-F238E27FC236}">
                <a16:creationId xmlns:a16="http://schemas.microsoft.com/office/drawing/2014/main" id="{F443005F-44DC-E43F-1F8C-FB058F8F3706}"/>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20" name="Course footer">
            <a:extLst>
              <a:ext uri="{FF2B5EF4-FFF2-40B4-BE49-F238E27FC236}">
                <a16:creationId xmlns:a16="http://schemas.microsoft.com/office/drawing/2014/main" id="{E5E1D471-A1FC-EAA6-6810-F13418D35194}"/>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1" name="TextBox 20">
            <a:extLst>
              <a:ext uri="{FF2B5EF4-FFF2-40B4-BE49-F238E27FC236}">
                <a16:creationId xmlns:a16="http://schemas.microsoft.com/office/drawing/2014/main" id="{E48D1FF7-9139-3245-BCA1-DCA1BB3DA9CD}"/>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8431248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A6F3-7A96-4D0D-06F8-36C6D16ECFFF}"/>
              </a:ext>
            </a:extLst>
          </p:cNvPr>
          <p:cNvSpPr>
            <a:spLocks noGrp="1"/>
          </p:cNvSpPr>
          <p:nvPr>
            <p:ph type="title" idx="4294967295"/>
          </p:nvPr>
        </p:nvSpPr>
        <p:spPr>
          <a:xfrm>
            <a:off x="0" y="585788"/>
            <a:ext cx="11010900" cy="492125"/>
          </a:xfrm>
        </p:spPr>
        <p:txBody>
          <a:bodyPr wrap="square">
            <a:noAutofit/>
          </a:bodyPr>
          <a:lstStyle/>
          <a:p>
            <a:r>
              <a:rPr lang="en-GB"/>
              <a:t>Domain DNS Mistake Scenario</a:t>
            </a:r>
          </a:p>
        </p:txBody>
      </p:sp>
      <p:sp>
        <p:nvSpPr>
          <p:cNvPr id="7" name="Shape 3">
            <a:extLst>
              <a:ext uri="{FF2B5EF4-FFF2-40B4-BE49-F238E27FC236}">
                <a16:creationId xmlns:a16="http://schemas.microsoft.com/office/drawing/2014/main" id="{F241FAF2-C235-7E00-7A48-9A564C9CAAFA}"/>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9" name="Shape 5">
            <a:extLst>
              <a:ext uri="{FF2B5EF4-FFF2-40B4-BE49-F238E27FC236}">
                <a16:creationId xmlns:a16="http://schemas.microsoft.com/office/drawing/2014/main" id="{ACB21644-7F5F-B78B-49A8-A6E52C91FFF6}"/>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6">
            <a:extLst>
              <a:ext uri="{FF2B5EF4-FFF2-40B4-BE49-F238E27FC236}">
                <a16:creationId xmlns:a16="http://schemas.microsoft.com/office/drawing/2014/main" id="{B9139A2F-F7CF-CC38-A586-1317402181E4}"/>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Symptom: LON-SRV1 cannot join or locate the contoso.com domain</a:t>
            </a:r>
            <a:endParaRPr lang="en-US" sz="1800" dirty="0">
              <a:latin typeface="Segoe UI" panose="020B0502040204020203" pitchFamily="34" charset="0"/>
            </a:endParaRPr>
          </a:p>
        </p:txBody>
      </p:sp>
      <p:sp>
        <p:nvSpPr>
          <p:cNvPr id="11" name="Shape 7">
            <a:extLst>
              <a:ext uri="{FF2B5EF4-FFF2-40B4-BE49-F238E27FC236}">
                <a16:creationId xmlns:a16="http://schemas.microsoft.com/office/drawing/2014/main" id="{0B33FC85-E3B7-B44D-807C-933BEAC3BCA5}"/>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8">
            <a:extLst>
              <a:ext uri="{FF2B5EF4-FFF2-40B4-BE49-F238E27FC236}">
                <a16:creationId xmlns:a16="http://schemas.microsoft.com/office/drawing/2014/main" id="{9F00C420-2A9C-F81D-D81A-45F89A2818F2}"/>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Configuration clue: preferred DNS points to a public resolver</a:t>
            </a:r>
            <a:endParaRPr lang="en-US" sz="1800" dirty="0">
              <a:latin typeface="Segoe UI" panose="020B0502040204020203" pitchFamily="34" charset="0"/>
            </a:endParaRPr>
          </a:p>
        </p:txBody>
      </p:sp>
      <p:sp>
        <p:nvSpPr>
          <p:cNvPr id="13" name="Shape 9">
            <a:extLst>
              <a:ext uri="{FF2B5EF4-FFF2-40B4-BE49-F238E27FC236}">
                <a16:creationId xmlns:a16="http://schemas.microsoft.com/office/drawing/2014/main" id="{DFAE02CB-9F6B-22D1-CCAF-8DE51FA1DF6C}"/>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0">
            <a:extLst>
              <a:ext uri="{FF2B5EF4-FFF2-40B4-BE49-F238E27FC236}">
                <a16:creationId xmlns:a16="http://schemas.microsoft.com/office/drawing/2014/main" id="{F0A307C5-ACEE-DECB-FBF9-2E2E50134AAF}"/>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Test: Resolve-DnsName LON-DC1.contoso.com fails or returns the wrong result</a:t>
            </a:r>
            <a:endParaRPr lang="en-US" sz="1800" dirty="0">
              <a:latin typeface="Segoe UI" panose="020B0502040204020203" pitchFamily="34" charset="0"/>
            </a:endParaRPr>
          </a:p>
        </p:txBody>
      </p:sp>
      <p:sp>
        <p:nvSpPr>
          <p:cNvPr id="15" name="Shape 11">
            <a:extLst>
              <a:ext uri="{FF2B5EF4-FFF2-40B4-BE49-F238E27FC236}">
                <a16:creationId xmlns:a16="http://schemas.microsoft.com/office/drawing/2014/main" id="{774BF5AC-C731-72B6-0991-2BA9AAA2BE09}"/>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2">
            <a:extLst>
              <a:ext uri="{FF2B5EF4-FFF2-40B4-BE49-F238E27FC236}">
                <a16:creationId xmlns:a16="http://schemas.microsoft.com/office/drawing/2014/main" id="{EE316A7A-D8F5-7037-AD36-8F5FC6C94EA3}"/>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Fix direction: point DNS to the domain DNS server, then retest name resolution</a:t>
            </a:r>
            <a:endParaRPr lang="en-US" sz="1800" dirty="0">
              <a:latin typeface="Segoe UI" panose="020B0502040204020203" pitchFamily="34" charset="0"/>
            </a:endParaRPr>
          </a:p>
        </p:txBody>
      </p:sp>
      <p:sp>
        <p:nvSpPr>
          <p:cNvPr id="17" name="Shape 13">
            <a:extLst>
              <a:ext uri="{FF2B5EF4-FFF2-40B4-BE49-F238E27FC236}">
                <a16:creationId xmlns:a16="http://schemas.microsoft.com/office/drawing/2014/main" id="{26738062-DE11-E1BC-B564-1DFD162155A1}"/>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8" name="Text 14">
            <a:extLst>
              <a:ext uri="{FF2B5EF4-FFF2-40B4-BE49-F238E27FC236}">
                <a16:creationId xmlns:a16="http://schemas.microsoft.com/office/drawing/2014/main" id="{4090AFE8-5203-F31F-5D26-FEDFC8B2A2B3}"/>
              </a:ext>
            </a:extLst>
          </p:cNvPr>
          <p:cNvSpPr/>
          <p:nvPr/>
        </p:nvSpPr>
        <p:spPr>
          <a:xfrm>
            <a:off x="1136650" y="33870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Do not start by changing domain credentials or AD DS settings</a:t>
            </a:r>
            <a:endParaRPr lang="en-US" sz="1800" dirty="0">
              <a:latin typeface="Segoe UI" panose="020B0502040204020203" pitchFamily="34" charset="0"/>
            </a:endParaRPr>
          </a:p>
        </p:txBody>
      </p:sp>
      <p:sp>
        <p:nvSpPr>
          <p:cNvPr id="19" name="Shape 15" hidden="1">
            <a:extLst>
              <a:ext uri="{FF2B5EF4-FFF2-40B4-BE49-F238E27FC236}">
                <a16:creationId xmlns:a16="http://schemas.microsoft.com/office/drawing/2014/main" id="{530D2A5E-C6B6-9649-D4B9-1D0125529514}"/>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20" name="Text 16" hidden="1">
            <a:extLst>
              <a:ext uri="{FF2B5EF4-FFF2-40B4-BE49-F238E27FC236}">
                <a16:creationId xmlns:a16="http://schemas.microsoft.com/office/drawing/2014/main" id="{43FA4239-B84A-6AAB-2120-D1E4DD1F19AA}"/>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21" name="Course footer">
            <a:extLst>
              <a:ext uri="{FF2B5EF4-FFF2-40B4-BE49-F238E27FC236}">
                <a16:creationId xmlns:a16="http://schemas.microsoft.com/office/drawing/2014/main" id="{0F7642D0-846C-462F-0D02-54E61B7036FB}"/>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2" name="TextBox 21">
            <a:extLst>
              <a:ext uri="{FF2B5EF4-FFF2-40B4-BE49-F238E27FC236}">
                <a16:creationId xmlns:a16="http://schemas.microsoft.com/office/drawing/2014/main" id="{EA308941-81A2-89B6-6E3C-33D67E4B1791}"/>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78977664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EDB1-0C6A-96E9-A07B-8BCED36707BB}"/>
              </a:ext>
            </a:extLst>
          </p:cNvPr>
          <p:cNvSpPr>
            <a:spLocks noGrp="1"/>
          </p:cNvSpPr>
          <p:nvPr>
            <p:ph type="title" idx="4294967295"/>
          </p:nvPr>
        </p:nvSpPr>
        <p:spPr>
          <a:xfrm>
            <a:off x="0" y="585788"/>
            <a:ext cx="11010900" cy="492125"/>
          </a:xfrm>
        </p:spPr>
        <p:txBody>
          <a:bodyPr wrap="square">
            <a:noAutofit/>
          </a:bodyPr>
          <a:lstStyle/>
          <a:p>
            <a:r>
              <a:rPr lang="en-GB"/>
              <a:t>Routing and Default Gateway Basics</a:t>
            </a:r>
          </a:p>
        </p:txBody>
      </p:sp>
      <p:sp>
        <p:nvSpPr>
          <p:cNvPr id="3" name="Shape 3">
            <a:extLst>
              <a:ext uri="{FF2B5EF4-FFF2-40B4-BE49-F238E27FC236}">
                <a16:creationId xmlns:a16="http://schemas.microsoft.com/office/drawing/2014/main" id="{7DA68F96-3E9D-F93D-6A8D-3EEE0CABAE83}"/>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0D7C59C3-94E0-662E-D9FF-01B0A81839C7}"/>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64B41424-8797-DA95-FB22-F6773814E59B}"/>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Local subnet traffic does not need the default gateway</a:t>
            </a:r>
            <a:endParaRPr lang="en-US" sz="1800" dirty="0">
              <a:latin typeface="Segoe UI" panose="020B0502040204020203" pitchFamily="34" charset="0"/>
            </a:endParaRPr>
          </a:p>
        </p:txBody>
      </p:sp>
      <p:sp>
        <p:nvSpPr>
          <p:cNvPr id="7" name="Shape 7">
            <a:extLst>
              <a:ext uri="{FF2B5EF4-FFF2-40B4-BE49-F238E27FC236}">
                <a16:creationId xmlns:a16="http://schemas.microsoft.com/office/drawing/2014/main" id="{4324F844-6C0A-761B-664F-8370E48B276A}"/>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8">
            <a:extLst>
              <a:ext uri="{FF2B5EF4-FFF2-40B4-BE49-F238E27FC236}">
                <a16:creationId xmlns:a16="http://schemas.microsoft.com/office/drawing/2014/main" id="{6F4B0892-FAB4-06B4-AB60-689FBCCF8276}"/>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Remote subnet and internet traffic usually does</a:t>
            </a:r>
            <a:endParaRPr lang="en-US" sz="1800" dirty="0">
              <a:latin typeface="Segoe UI" panose="020B0502040204020203" pitchFamily="34" charset="0"/>
            </a:endParaRPr>
          </a:p>
        </p:txBody>
      </p:sp>
      <p:sp>
        <p:nvSpPr>
          <p:cNvPr id="9" name="Shape 9">
            <a:extLst>
              <a:ext uri="{FF2B5EF4-FFF2-40B4-BE49-F238E27FC236}">
                <a16:creationId xmlns:a16="http://schemas.microsoft.com/office/drawing/2014/main" id="{A1031AA0-6DCD-6EAD-6B5A-1F72E9DDB991}"/>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10">
            <a:extLst>
              <a:ext uri="{FF2B5EF4-FFF2-40B4-BE49-F238E27FC236}">
                <a16:creationId xmlns:a16="http://schemas.microsoft.com/office/drawing/2014/main" id="{0245A927-89FB-7B24-78BF-B081EDBC1549}"/>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Route selection depends on destination, prefix length, and metric</a:t>
            </a:r>
            <a:endParaRPr lang="en-US" sz="1800" dirty="0">
              <a:latin typeface="Segoe UI" panose="020B0502040204020203" pitchFamily="34" charset="0"/>
            </a:endParaRPr>
          </a:p>
        </p:txBody>
      </p:sp>
      <p:sp>
        <p:nvSpPr>
          <p:cNvPr id="11" name="Shape 11">
            <a:extLst>
              <a:ext uri="{FF2B5EF4-FFF2-40B4-BE49-F238E27FC236}">
                <a16:creationId xmlns:a16="http://schemas.microsoft.com/office/drawing/2014/main" id="{1ABFF689-548F-D848-4520-22D3AEDB412D}"/>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2">
            <a:extLst>
              <a:ext uri="{FF2B5EF4-FFF2-40B4-BE49-F238E27FC236}">
                <a16:creationId xmlns:a16="http://schemas.microsoft.com/office/drawing/2014/main" id="{53517F09-03EE-2CB9-9B2F-5482BA565EEE}"/>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A server can have a valid IP address but still lack a usable route</a:t>
            </a:r>
            <a:endParaRPr lang="en-US" sz="1800" dirty="0">
              <a:latin typeface="Segoe UI" panose="020B0502040204020203" pitchFamily="34" charset="0"/>
            </a:endParaRPr>
          </a:p>
        </p:txBody>
      </p:sp>
      <p:sp>
        <p:nvSpPr>
          <p:cNvPr id="13" name="Shape 13" hidden="1">
            <a:extLst>
              <a:ext uri="{FF2B5EF4-FFF2-40B4-BE49-F238E27FC236}">
                <a16:creationId xmlns:a16="http://schemas.microsoft.com/office/drawing/2014/main" id="{BC2C9155-B684-C604-B4AB-DF7C41EFABDF}"/>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4" hidden="1">
            <a:extLst>
              <a:ext uri="{FF2B5EF4-FFF2-40B4-BE49-F238E27FC236}">
                <a16:creationId xmlns:a16="http://schemas.microsoft.com/office/drawing/2014/main" id="{4AD630A6-81A4-89E2-4EDA-68D904EEF27C}"/>
              </a:ext>
            </a:extLst>
          </p:cNvPr>
          <p:cNvSpPr/>
          <p:nvPr/>
        </p:nvSpPr>
        <p:spPr>
          <a:xfrm>
            <a:off x="1136650" y="338709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5" name="Shape 15" hidden="1">
            <a:extLst>
              <a:ext uri="{FF2B5EF4-FFF2-40B4-BE49-F238E27FC236}">
                <a16:creationId xmlns:a16="http://schemas.microsoft.com/office/drawing/2014/main" id="{EEE61847-B004-76BC-80A9-A74D7312D766}"/>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6" hidden="1">
            <a:extLst>
              <a:ext uri="{FF2B5EF4-FFF2-40B4-BE49-F238E27FC236}">
                <a16:creationId xmlns:a16="http://schemas.microsoft.com/office/drawing/2014/main" id="{C77A13DB-6C4D-54AD-E436-624EDDB3DE95}"/>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7" name="Course footer">
            <a:extLst>
              <a:ext uri="{FF2B5EF4-FFF2-40B4-BE49-F238E27FC236}">
                <a16:creationId xmlns:a16="http://schemas.microsoft.com/office/drawing/2014/main" id="{FC17198C-ACA7-721D-8B1D-DEA0127710CD}"/>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629827F4-BF91-FDED-ACE9-F40DC00095C9}"/>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27986054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B4668-0657-A115-19E4-324FF8D555B6}"/>
              </a:ext>
            </a:extLst>
          </p:cNvPr>
          <p:cNvSpPr>
            <a:spLocks noGrp="1"/>
          </p:cNvSpPr>
          <p:nvPr>
            <p:ph type="title" idx="4294967295"/>
          </p:nvPr>
        </p:nvSpPr>
        <p:spPr>
          <a:xfrm>
            <a:off x="0" y="585788"/>
            <a:ext cx="11010900" cy="433387"/>
          </a:xfrm>
        </p:spPr>
        <p:txBody>
          <a:bodyPr wrap="square">
            <a:noAutofit/>
          </a:bodyPr>
          <a:lstStyle/>
          <a:p>
            <a:r>
              <a:rPr lang="en-GB"/>
              <a:t>Local vs Remote Traffic Decision</a:t>
            </a:r>
          </a:p>
        </p:txBody>
      </p:sp>
      <p:sp>
        <p:nvSpPr>
          <p:cNvPr id="3" name="Shape 3">
            <a:extLst>
              <a:ext uri="{FF2B5EF4-FFF2-40B4-BE49-F238E27FC236}">
                <a16:creationId xmlns:a16="http://schemas.microsoft.com/office/drawing/2014/main" id="{F266772C-90D4-7435-4866-66DE31953002}"/>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D2722781-1FB6-278E-43E3-7BE787DC20A4}"/>
              </a:ext>
            </a:extLst>
          </p:cNvPr>
          <p:cNvSpPr/>
          <p:nvPr/>
        </p:nvSpPr>
        <p:spPr>
          <a:xfrm>
            <a:off x="542290" y="1951482"/>
            <a:ext cx="1444752" cy="1005840"/>
          </a:xfrm>
          <a:prstGeom prst="roundRect">
            <a:avLst>
              <a:gd name="adj" fmla="val 5455"/>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947D56F3-F89A-95F9-24E8-F5EAAE10A3AD}"/>
              </a:ext>
            </a:extLst>
          </p:cNvPr>
          <p:cNvSpPr/>
          <p:nvPr/>
        </p:nvSpPr>
        <p:spPr>
          <a:xfrm>
            <a:off x="615442" y="219837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Destination</a:t>
            </a:r>
            <a:endParaRPr lang="en-US" sz="1300" dirty="0">
              <a:latin typeface="Segoe UI" panose="020B0502040204020203" pitchFamily="34" charset="0"/>
            </a:endParaRPr>
          </a:p>
        </p:txBody>
      </p:sp>
      <p:sp>
        <p:nvSpPr>
          <p:cNvPr id="7" name="Text 7">
            <a:extLst>
              <a:ext uri="{FF2B5EF4-FFF2-40B4-BE49-F238E27FC236}">
                <a16:creationId xmlns:a16="http://schemas.microsoft.com/office/drawing/2014/main" id="{AA575A34-C6F3-6B7B-3693-89CBC4A50793}"/>
              </a:ext>
            </a:extLst>
          </p:cNvPr>
          <p:cNvSpPr/>
          <p:nvPr/>
        </p:nvSpPr>
        <p:spPr>
          <a:xfrm>
            <a:off x="615442" y="247269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Name or IP</a:t>
            </a:r>
            <a:endParaRPr lang="en-US" sz="850" dirty="0">
              <a:latin typeface="Segoe UI" panose="020B0502040204020203" pitchFamily="34" charset="0"/>
            </a:endParaRPr>
          </a:p>
        </p:txBody>
      </p:sp>
      <p:sp>
        <p:nvSpPr>
          <p:cNvPr id="8" name="Text 8">
            <a:extLst>
              <a:ext uri="{FF2B5EF4-FFF2-40B4-BE49-F238E27FC236}">
                <a16:creationId xmlns:a16="http://schemas.microsoft.com/office/drawing/2014/main" id="{8E396BE4-92B4-43EB-EF3D-3EFF898899D8}"/>
              </a:ext>
            </a:extLst>
          </p:cNvPr>
          <p:cNvSpPr/>
          <p:nvPr/>
        </p:nvSpPr>
        <p:spPr>
          <a:xfrm>
            <a:off x="2115058" y="225323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9" name="Shape 9">
            <a:extLst>
              <a:ext uri="{FF2B5EF4-FFF2-40B4-BE49-F238E27FC236}">
                <a16:creationId xmlns:a16="http://schemas.microsoft.com/office/drawing/2014/main" id="{E2CC608A-407C-D876-F887-F251B82F9A77}"/>
              </a:ext>
            </a:extLst>
          </p:cNvPr>
          <p:cNvSpPr/>
          <p:nvPr/>
        </p:nvSpPr>
        <p:spPr>
          <a:xfrm>
            <a:off x="2444242" y="1951482"/>
            <a:ext cx="1444752" cy="1005840"/>
          </a:xfrm>
          <a:prstGeom prst="roundRect">
            <a:avLst>
              <a:gd name="adj" fmla="val 5455"/>
            </a:avLst>
          </a:prstGeom>
          <a:solidFill>
            <a:srgbClr val="8ECAE6"/>
          </a:solidFill>
          <a:ln w="12700">
            <a:solidFill>
              <a:srgbClr val="8ECAE6"/>
            </a:solidFill>
            <a:prstDash val="solid"/>
          </a:ln>
        </p:spPr>
        <p:txBody>
          <a:bodyPr/>
          <a:lstStyle/>
          <a:p>
            <a:endParaRPr lang="en-GB"/>
          </a:p>
        </p:txBody>
      </p:sp>
      <p:sp>
        <p:nvSpPr>
          <p:cNvPr id="10" name="Text 10">
            <a:extLst>
              <a:ext uri="{FF2B5EF4-FFF2-40B4-BE49-F238E27FC236}">
                <a16:creationId xmlns:a16="http://schemas.microsoft.com/office/drawing/2014/main" id="{AEA41168-02F4-BF54-9452-6E42861547F5}"/>
              </a:ext>
            </a:extLst>
          </p:cNvPr>
          <p:cNvSpPr/>
          <p:nvPr/>
        </p:nvSpPr>
        <p:spPr>
          <a:xfrm>
            <a:off x="2517394" y="219837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023047"/>
                </a:solidFill>
                <a:latin typeface="Segoe UI" panose="020B0502040204020203" pitchFamily="34" charset="0"/>
              </a:rPr>
              <a:t>Same subnet?</a:t>
            </a:r>
            <a:endParaRPr lang="en-US" sz="1300" dirty="0">
              <a:latin typeface="Segoe UI" panose="020B0502040204020203" pitchFamily="34" charset="0"/>
            </a:endParaRPr>
          </a:p>
        </p:txBody>
      </p:sp>
      <p:sp>
        <p:nvSpPr>
          <p:cNvPr id="11" name="Text 11">
            <a:extLst>
              <a:ext uri="{FF2B5EF4-FFF2-40B4-BE49-F238E27FC236}">
                <a16:creationId xmlns:a16="http://schemas.microsoft.com/office/drawing/2014/main" id="{428257A4-4D31-B165-2C57-A20CC0F95B1A}"/>
              </a:ext>
            </a:extLst>
          </p:cNvPr>
          <p:cNvSpPr/>
          <p:nvPr/>
        </p:nvSpPr>
        <p:spPr>
          <a:xfrm>
            <a:off x="2517394" y="2472690"/>
            <a:ext cx="1298448" cy="164592"/>
          </a:xfrm>
          <a:prstGeom prst="rect">
            <a:avLst/>
          </a:prstGeom>
          <a:noFill/>
          <a:ln/>
        </p:spPr>
        <p:txBody>
          <a:bodyPr wrap="square" lIns="0" tIns="0" rIns="0" bIns="0" rtlCol="0" anchor="ctr">
            <a:normAutofit/>
          </a:bodyPr>
          <a:lstStyle/>
          <a:p>
            <a:pPr marL="0" indent="0" algn="ctr">
              <a:buNone/>
            </a:pPr>
            <a:r>
              <a:rPr lang="en-US" sz="850">
                <a:solidFill>
                  <a:srgbClr val="023047"/>
                </a:solidFill>
                <a:latin typeface="Segoe UI" panose="020B0502040204020203" pitchFamily="34" charset="0"/>
              </a:rPr>
              <a:t>Compare prefix</a:t>
            </a:r>
            <a:endParaRPr lang="en-US" sz="850" dirty="0">
              <a:latin typeface="Segoe UI" panose="020B0502040204020203" pitchFamily="34" charset="0"/>
            </a:endParaRPr>
          </a:p>
        </p:txBody>
      </p:sp>
      <p:sp>
        <p:nvSpPr>
          <p:cNvPr id="12" name="Text 12">
            <a:extLst>
              <a:ext uri="{FF2B5EF4-FFF2-40B4-BE49-F238E27FC236}">
                <a16:creationId xmlns:a16="http://schemas.microsoft.com/office/drawing/2014/main" id="{C65AB75C-38A0-90C1-0096-7D1EA8647BF1}"/>
              </a:ext>
            </a:extLst>
          </p:cNvPr>
          <p:cNvSpPr/>
          <p:nvPr/>
        </p:nvSpPr>
        <p:spPr>
          <a:xfrm>
            <a:off x="4017010" y="225323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13" name="Shape 13">
            <a:extLst>
              <a:ext uri="{FF2B5EF4-FFF2-40B4-BE49-F238E27FC236}">
                <a16:creationId xmlns:a16="http://schemas.microsoft.com/office/drawing/2014/main" id="{D4CE5C3B-DB63-0D6C-3718-392D29E7257F}"/>
              </a:ext>
            </a:extLst>
          </p:cNvPr>
          <p:cNvSpPr/>
          <p:nvPr/>
        </p:nvSpPr>
        <p:spPr>
          <a:xfrm>
            <a:off x="4346194" y="1951482"/>
            <a:ext cx="1444752" cy="1005840"/>
          </a:xfrm>
          <a:prstGeom prst="roundRect">
            <a:avLst>
              <a:gd name="adj" fmla="val 5455"/>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9647C05A-AC3E-576F-CE13-2FEFF38F3EF7}"/>
              </a:ext>
            </a:extLst>
          </p:cNvPr>
          <p:cNvSpPr/>
          <p:nvPr/>
        </p:nvSpPr>
        <p:spPr>
          <a:xfrm>
            <a:off x="4419346" y="219837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023047"/>
                </a:solidFill>
                <a:latin typeface="Segoe UI" panose="020B0502040204020203" pitchFamily="34" charset="0"/>
              </a:rPr>
              <a:t>Local path</a:t>
            </a:r>
            <a:endParaRPr lang="en-US" sz="1300" dirty="0">
              <a:latin typeface="Segoe UI" panose="020B0502040204020203" pitchFamily="34" charset="0"/>
            </a:endParaRPr>
          </a:p>
        </p:txBody>
      </p:sp>
      <p:sp>
        <p:nvSpPr>
          <p:cNvPr id="15" name="Text 15">
            <a:extLst>
              <a:ext uri="{FF2B5EF4-FFF2-40B4-BE49-F238E27FC236}">
                <a16:creationId xmlns:a16="http://schemas.microsoft.com/office/drawing/2014/main" id="{9C3F5209-2D81-58FB-3C4B-965915A968C0}"/>
              </a:ext>
            </a:extLst>
          </p:cNvPr>
          <p:cNvSpPr/>
          <p:nvPr/>
        </p:nvSpPr>
        <p:spPr>
          <a:xfrm>
            <a:off x="4419346" y="2472690"/>
            <a:ext cx="1298448" cy="164592"/>
          </a:xfrm>
          <a:prstGeom prst="rect">
            <a:avLst/>
          </a:prstGeom>
          <a:noFill/>
          <a:ln/>
        </p:spPr>
        <p:txBody>
          <a:bodyPr wrap="square" lIns="0" tIns="0" rIns="0" bIns="0" rtlCol="0" anchor="ctr">
            <a:normAutofit/>
          </a:bodyPr>
          <a:lstStyle/>
          <a:p>
            <a:pPr marL="0" indent="0" algn="ctr">
              <a:buNone/>
            </a:pPr>
            <a:r>
              <a:rPr lang="en-US" sz="850">
                <a:solidFill>
                  <a:srgbClr val="023047"/>
                </a:solidFill>
                <a:latin typeface="Segoe UI" panose="020B0502040204020203" pitchFamily="34" charset="0"/>
              </a:rPr>
              <a:t>ARP and send</a:t>
            </a:r>
            <a:endParaRPr lang="en-US" sz="850" dirty="0">
              <a:latin typeface="Segoe UI" panose="020B0502040204020203" pitchFamily="34" charset="0"/>
            </a:endParaRPr>
          </a:p>
        </p:txBody>
      </p:sp>
      <p:sp>
        <p:nvSpPr>
          <p:cNvPr id="16" name="Text 16">
            <a:extLst>
              <a:ext uri="{FF2B5EF4-FFF2-40B4-BE49-F238E27FC236}">
                <a16:creationId xmlns:a16="http://schemas.microsoft.com/office/drawing/2014/main" id="{9ACC6923-809F-51D3-6566-11FCC953752F}"/>
              </a:ext>
            </a:extLst>
          </p:cNvPr>
          <p:cNvSpPr/>
          <p:nvPr/>
        </p:nvSpPr>
        <p:spPr>
          <a:xfrm>
            <a:off x="5918962" y="225323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17" name="Shape 17">
            <a:extLst>
              <a:ext uri="{FF2B5EF4-FFF2-40B4-BE49-F238E27FC236}">
                <a16:creationId xmlns:a16="http://schemas.microsoft.com/office/drawing/2014/main" id="{ACDA7006-597D-915D-9C94-7B22803BCAF2}"/>
              </a:ext>
            </a:extLst>
          </p:cNvPr>
          <p:cNvSpPr/>
          <p:nvPr/>
        </p:nvSpPr>
        <p:spPr>
          <a:xfrm>
            <a:off x="6248146" y="1951482"/>
            <a:ext cx="1444752" cy="1005840"/>
          </a:xfrm>
          <a:prstGeom prst="roundRect">
            <a:avLst>
              <a:gd name="adj" fmla="val 5455"/>
            </a:avLst>
          </a:prstGeom>
          <a:solidFill>
            <a:srgbClr val="2A9D8F"/>
          </a:solidFill>
          <a:ln w="12700">
            <a:solidFill>
              <a:srgbClr val="2A9D8F"/>
            </a:solidFill>
            <a:prstDash val="solid"/>
          </a:ln>
        </p:spPr>
        <p:txBody>
          <a:bodyPr/>
          <a:lstStyle/>
          <a:p>
            <a:endParaRPr lang="en-GB"/>
          </a:p>
        </p:txBody>
      </p:sp>
      <p:sp>
        <p:nvSpPr>
          <p:cNvPr id="18" name="Text 18">
            <a:extLst>
              <a:ext uri="{FF2B5EF4-FFF2-40B4-BE49-F238E27FC236}">
                <a16:creationId xmlns:a16="http://schemas.microsoft.com/office/drawing/2014/main" id="{B6C5B1CE-6F4E-3234-E04E-C7DC5FB5EF80}"/>
              </a:ext>
            </a:extLst>
          </p:cNvPr>
          <p:cNvSpPr/>
          <p:nvPr/>
        </p:nvSpPr>
        <p:spPr>
          <a:xfrm>
            <a:off x="6321298" y="2198370"/>
            <a:ext cx="1298448" cy="182880"/>
          </a:xfrm>
          <a:prstGeom prst="rect">
            <a:avLst/>
          </a:prstGeom>
          <a:noFill/>
          <a:ln/>
        </p:spPr>
        <p:txBody>
          <a:bodyPr wrap="square" lIns="0" tIns="0" rIns="0" bIns="0" rtlCol="0" anchor="ctr">
            <a:normAutofit fontScale="92500"/>
          </a:bodyPr>
          <a:lstStyle/>
          <a:p>
            <a:pPr marL="0" indent="0" algn="ctr">
              <a:buNone/>
            </a:pPr>
            <a:r>
              <a:rPr lang="en-US" sz="1300" b="1">
                <a:solidFill>
                  <a:srgbClr val="FFFFFF"/>
                </a:solidFill>
                <a:latin typeface="Segoe UI" panose="020B0502040204020203" pitchFamily="34" charset="0"/>
              </a:rPr>
              <a:t>Different subnet?</a:t>
            </a:r>
            <a:endParaRPr lang="en-US" sz="1300" dirty="0">
              <a:latin typeface="Segoe UI" panose="020B0502040204020203" pitchFamily="34" charset="0"/>
            </a:endParaRPr>
          </a:p>
        </p:txBody>
      </p:sp>
      <p:sp>
        <p:nvSpPr>
          <p:cNvPr id="19" name="Text 19">
            <a:extLst>
              <a:ext uri="{FF2B5EF4-FFF2-40B4-BE49-F238E27FC236}">
                <a16:creationId xmlns:a16="http://schemas.microsoft.com/office/drawing/2014/main" id="{0CAA1CED-E014-D72E-29F0-F40B2AD64F42}"/>
              </a:ext>
            </a:extLst>
          </p:cNvPr>
          <p:cNvSpPr/>
          <p:nvPr/>
        </p:nvSpPr>
        <p:spPr>
          <a:xfrm>
            <a:off x="6321298" y="247269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Needs router</a:t>
            </a:r>
            <a:endParaRPr lang="en-US" sz="850" dirty="0">
              <a:latin typeface="Segoe UI" panose="020B0502040204020203" pitchFamily="34" charset="0"/>
            </a:endParaRPr>
          </a:p>
        </p:txBody>
      </p:sp>
      <p:sp>
        <p:nvSpPr>
          <p:cNvPr id="20" name="Text 20">
            <a:extLst>
              <a:ext uri="{FF2B5EF4-FFF2-40B4-BE49-F238E27FC236}">
                <a16:creationId xmlns:a16="http://schemas.microsoft.com/office/drawing/2014/main" id="{D52629D8-55B6-C2B9-EF5E-0CED3B81897E}"/>
              </a:ext>
            </a:extLst>
          </p:cNvPr>
          <p:cNvSpPr/>
          <p:nvPr/>
        </p:nvSpPr>
        <p:spPr>
          <a:xfrm>
            <a:off x="7820913" y="225323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21" name="Shape 21">
            <a:extLst>
              <a:ext uri="{FF2B5EF4-FFF2-40B4-BE49-F238E27FC236}">
                <a16:creationId xmlns:a16="http://schemas.microsoft.com/office/drawing/2014/main" id="{FA782F79-3AC3-D0CD-5097-35FCCC4C29C5}"/>
              </a:ext>
            </a:extLst>
          </p:cNvPr>
          <p:cNvSpPr/>
          <p:nvPr/>
        </p:nvSpPr>
        <p:spPr>
          <a:xfrm>
            <a:off x="8150098" y="1951482"/>
            <a:ext cx="1444752" cy="1005840"/>
          </a:xfrm>
          <a:prstGeom prst="roundRect">
            <a:avLst>
              <a:gd name="adj" fmla="val 5455"/>
            </a:avLst>
          </a:prstGeom>
          <a:solidFill>
            <a:srgbClr val="FB8500"/>
          </a:solidFill>
          <a:ln w="12700">
            <a:solidFill>
              <a:srgbClr val="FB8500"/>
            </a:solidFill>
            <a:prstDash val="solid"/>
          </a:ln>
        </p:spPr>
        <p:txBody>
          <a:bodyPr/>
          <a:lstStyle/>
          <a:p>
            <a:endParaRPr lang="en-GB"/>
          </a:p>
        </p:txBody>
      </p:sp>
      <p:sp>
        <p:nvSpPr>
          <p:cNvPr id="22" name="Text 22">
            <a:extLst>
              <a:ext uri="{FF2B5EF4-FFF2-40B4-BE49-F238E27FC236}">
                <a16:creationId xmlns:a16="http://schemas.microsoft.com/office/drawing/2014/main" id="{3C2CF56D-FC23-30B8-3940-C2D701746805}"/>
              </a:ext>
            </a:extLst>
          </p:cNvPr>
          <p:cNvSpPr/>
          <p:nvPr/>
        </p:nvSpPr>
        <p:spPr>
          <a:xfrm>
            <a:off x="8223250" y="219837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Gateway</a:t>
            </a:r>
            <a:endParaRPr lang="en-US" sz="1300" dirty="0">
              <a:latin typeface="Segoe UI" panose="020B0502040204020203" pitchFamily="34" charset="0"/>
            </a:endParaRPr>
          </a:p>
        </p:txBody>
      </p:sp>
      <p:sp>
        <p:nvSpPr>
          <p:cNvPr id="23" name="Text 23">
            <a:extLst>
              <a:ext uri="{FF2B5EF4-FFF2-40B4-BE49-F238E27FC236}">
                <a16:creationId xmlns:a16="http://schemas.microsoft.com/office/drawing/2014/main" id="{7F8F7058-3CC2-31C0-A0B3-7C59CE246B56}"/>
              </a:ext>
            </a:extLst>
          </p:cNvPr>
          <p:cNvSpPr/>
          <p:nvPr/>
        </p:nvSpPr>
        <p:spPr>
          <a:xfrm>
            <a:off x="8223250" y="247269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Forward traffic</a:t>
            </a:r>
            <a:endParaRPr lang="en-US" sz="850" dirty="0">
              <a:latin typeface="Segoe UI" panose="020B0502040204020203" pitchFamily="34" charset="0"/>
            </a:endParaRPr>
          </a:p>
        </p:txBody>
      </p:sp>
      <p:sp>
        <p:nvSpPr>
          <p:cNvPr id="24" name="Text 24">
            <a:extLst>
              <a:ext uri="{FF2B5EF4-FFF2-40B4-BE49-F238E27FC236}">
                <a16:creationId xmlns:a16="http://schemas.microsoft.com/office/drawing/2014/main" id="{B7898E88-70FB-0289-5E01-9F8B3BEE3E56}"/>
              </a:ext>
            </a:extLst>
          </p:cNvPr>
          <p:cNvSpPr/>
          <p:nvPr/>
        </p:nvSpPr>
        <p:spPr>
          <a:xfrm>
            <a:off x="9722865" y="2253234"/>
            <a:ext cx="182880" cy="182880"/>
          </a:xfrm>
          <a:prstGeom prst="rect">
            <a:avLst/>
          </a:prstGeom>
          <a:noFill/>
          <a:ln/>
        </p:spPr>
        <p:txBody>
          <a:bodyPr wrap="square" lIns="0" tIns="0" rIns="0" bIns="0" rtlCol="0" anchor="ctr">
            <a:normAutofit fontScale="70000" lnSpcReduction="20000"/>
          </a:bodyPr>
          <a:lstStyle/>
          <a:p>
            <a:pPr marL="0" indent="0">
              <a:buNone/>
            </a:pPr>
            <a:r>
              <a:rPr lang="en-US" sz="2000" b="1" dirty="0">
                <a:solidFill>
                  <a:srgbClr val="6B7280"/>
                </a:solidFill>
                <a:latin typeface="Segoe UI" panose="020B0502040204020203" pitchFamily="34" charset="0"/>
              </a:rPr>
              <a:t>&gt;</a:t>
            </a:r>
            <a:endParaRPr lang="en-US" sz="2000" dirty="0">
              <a:latin typeface="Segoe UI" panose="020B0502040204020203" pitchFamily="34" charset="0"/>
            </a:endParaRPr>
          </a:p>
        </p:txBody>
      </p:sp>
      <p:sp>
        <p:nvSpPr>
          <p:cNvPr id="25" name="Shape 25">
            <a:extLst>
              <a:ext uri="{FF2B5EF4-FFF2-40B4-BE49-F238E27FC236}">
                <a16:creationId xmlns:a16="http://schemas.microsoft.com/office/drawing/2014/main" id="{BE0E7231-F274-8341-8C6D-15F546A324BB}"/>
              </a:ext>
            </a:extLst>
          </p:cNvPr>
          <p:cNvSpPr/>
          <p:nvPr/>
        </p:nvSpPr>
        <p:spPr>
          <a:xfrm>
            <a:off x="10052050" y="1951482"/>
            <a:ext cx="1444752" cy="1005840"/>
          </a:xfrm>
          <a:prstGeom prst="roundRect">
            <a:avLst>
              <a:gd name="adj" fmla="val 5455"/>
            </a:avLst>
          </a:prstGeom>
          <a:solidFill>
            <a:srgbClr val="243A5E"/>
          </a:solidFill>
          <a:ln w="12700">
            <a:solidFill>
              <a:srgbClr val="243A5E"/>
            </a:solidFill>
            <a:prstDash val="solid"/>
          </a:ln>
        </p:spPr>
        <p:txBody>
          <a:bodyPr/>
          <a:lstStyle/>
          <a:p>
            <a:endParaRPr lang="en-GB"/>
          </a:p>
        </p:txBody>
      </p:sp>
      <p:sp>
        <p:nvSpPr>
          <p:cNvPr id="26" name="Text 26">
            <a:extLst>
              <a:ext uri="{FF2B5EF4-FFF2-40B4-BE49-F238E27FC236}">
                <a16:creationId xmlns:a16="http://schemas.microsoft.com/office/drawing/2014/main" id="{B96527D0-EC35-BBB8-B00F-101D875792FA}"/>
              </a:ext>
            </a:extLst>
          </p:cNvPr>
          <p:cNvSpPr/>
          <p:nvPr/>
        </p:nvSpPr>
        <p:spPr>
          <a:xfrm>
            <a:off x="10125201" y="2198370"/>
            <a:ext cx="1298448" cy="182880"/>
          </a:xfrm>
          <a:prstGeom prst="rect">
            <a:avLst/>
          </a:prstGeom>
          <a:noFill/>
          <a:ln/>
        </p:spPr>
        <p:txBody>
          <a:bodyPr wrap="square" lIns="0" tIns="0" rIns="0" bIns="0" rtlCol="0" anchor="ctr">
            <a:normAutofit lnSpcReduction="10000"/>
          </a:bodyPr>
          <a:lstStyle/>
          <a:p>
            <a:pPr marL="0" indent="0" algn="ctr">
              <a:buNone/>
            </a:pPr>
            <a:r>
              <a:rPr lang="en-US" sz="1300" b="1">
                <a:solidFill>
                  <a:srgbClr val="FFFFFF"/>
                </a:solidFill>
                <a:latin typeface="Segoe UI" panose="020B0502040204020203" pitchFamily="34" charset="0"/>
              </a:rPr>
              <a:t>Route table</a:t>
            </a:r>
            <a:endParaRPr lang="en-US" sz="1300" dirty="0">
              <a:latin typeface="Segoe UI" panose="020B0502040204020203" pitchFamily="34" charset="0"/>
            </a:endParaRPr>
          </a:p>
        </p:txBody>
      </p:sp>
      <p:sp>
        <p:nvSpPr>
          <p:cNvPr id="27" name="Text 27">
            <a:extLst>
              <a:ext uri="{FF2B5EF4-FFF2-40B4-BE49-F238E27FC236}">
                <a16:creationId xmlns:a16="http://schemas.microsoft.com/office/drawing/2014/main" id="{998B6136-16F3-A07D-F7E1-ABABC27EA1E5}"/>
              </a:ext>
            </a:extLst>
          </p:cNvPr>
          <p:cNvSpPr/>
          <p:nvPr/>
        </p:nvSpPr>
        <p:spPr>
          <a:xfrm>
            <a:off x="10125201" y="2472690"/>
            <a:ext cx="1298448" cy="164592"/>
          </a:xfrm>
          <a:prstGeom prst="rect">
            <a:avLst/>
          </a:prstGeom>
          <a:noFill/>
          <a:ln/>
        </p:spPr>
        <p:txBody>
          <a:bodyPr wrap="square" lIns="0" tIns="0" rIns="0" bIns="0" rtlCol="0" anchor="ctr">
            <a:normAutofit/>
          </a:bodyPr>
          <a:lstStyle/>
          <a:p>
            <a:pPr marL="0" indent="0" algn="ctr">
              <a:buNone/>
            </a:pPr>
            <a:r>
              <a:rPr lang="en-US" sz="850">
                <a:solidFill>
                  <a:srgbClr val="FFFFFF"/>
                </a:solidFill>
                <a:latin typeface="Segoe UI" panose="020B0502040204020203" pitchFamily="34" charset="0"/>
              </a:rPr>
              <a:t>Longest match wins</a:t>
            </a:r>
            <a:endParaRPr lang="en-US" sz="850" dirty="0">
              <a:latin typeface="Segoe UI" panose="020B0502040204020203" pitchFamily="34" charset="0"/>
            </a:endParaRPr>
          </a:p>
        </p:txBody>
      </p:sp>
      <p:sp>
        <p:nvSpPr>
          <p:cNvPr id="28" name="Text 28">
            <a:extLst>
              <a:ext uri="{FF2B5EF4-FFF2-40B4-BE49-F238E27FC236}">
                <a16:creationId xmlns:a16="http://schemas.microsoft.com/office/drawing/2014/main" id="{871DA02B-9029-05BF-16B4-FB5BCBE41266}"/>
              </a:ext>
            </a:extLst>
          </p:cNvPr>
          <p:cNvSpPr/>
          <p:nvPr/>
        </p:nvSpPr>
        <p:spPr>
          <a:xfrm>
            <a:off x="953770" y="3688842"/>
            <a:ext cx="10332720" cy="566928"/>
          </a:xfrm>
          <a:prstGeom prst="rect">
            <a:avLst/>
          </a:prstGeom>
          <a:noFill/>
          <a:ln/>
        </p:spPr>
        <p:txBody>
          <a:bodyPr wrap="square" lIns="254" tIns="254" rIns="254" bIns="254" rtlCol="0" anchor="ctr">
            <a:normAutofit lnSpcReduction="10000"/>
          </a:bodyPr>
          <a:lstStyle/>
          <a:p>
            <a:pPr marL="0" indent="0" algn="ctr">
              <a:buNone/>
            </a:pPr>
            <a:r>
              <a:rPr lang="en-GB" sz="1900">
                <a:solidFill>
                  <a:srgbClr val="1F2937"/>
                </a:solidFill>
                <a:latin typeface="Segoe UI" panose="020B0502040204020203" pitchFamily="34" charset="0"/>
              </a:rPr>
              <a:t>A valid local address only proves the server belongs to a subnet. It does not prove that traffic can leave the subnet or return from a remote network.</a:t>
            </a:r>
            <a:endParaRPr lang="en-US" sz="1900" dirty="0">
              <a:latin typeface="Segoe UI" panose="020B0502040204020203" pitchFamily="34" charset="0"/>
            </a:endParaRPr>
          </a:p>
        </p:txBody>
      </p:sp>
      <p:sp>
        <p:nvSpPr>
          <p:cNvPr id="29" name="Shape 29">
            <a:extLst>
              <a:ext uri="{FF2B5EF4-FFF2-40B4-BE49-F238E27FC236}">
                <a16:creationId xmlns:a16="http://schemas.microsoft.com/office/drawing/2014/main" id="{F217D460-372C-5C5D-A45E-21F0F7513448}"/>
              </a:ext>
            </a:extLst>
          </p:cNvPr>
          <p:cNvSpPr/>
          <p:nvPr/>
        </p:nvSpPr>
        <p:spPr>
          <a:xfrm>
            <a:off x="953770" y="4694682"/>
            <a:ext cx="10332720" cy="676656"/>
          </a:xfrm>
          <a:prstGeom prst="rect">
            <a:avLst/>
          </a:prstGeom>
          <a:solidFill>
            <a:srgbClr val="F5F7FA"/>
          </a:solidFill>
          <a:ln w="12700">
            <a:solidFill>
              <a:srgbClr val="D7DEE8"/>
            </a:solidFill>
            <a:prstDash val="solid"/>
          </a:ln>
        </p:spPr>
        <p:txBody>
          <a:bodyPr/>
          <a:lstStyle/>
          <a:p>
            <a:endParaRPr lang="en-GB"/>
          </a:p>
        </p:txBody>
      </p:sp>
      <p:sp>
        <p:nvSpPr>
          <p:cNvPr id="30" name="Course footer">
            <a:extLst>
              <a:ext uri="{FF2B5EF4-FFF2-40B4-BE49-F238E27FC236}">
                <a16:creationId xmlns:a16="http://schemas.microsoft.com/office/drawing/2014/main" id="{7CC358B7-D7F8-6514-D6E8-944B2C24DFC5}"/>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1" name="TextBox 30">
            <a:extLst>
              <a:ext uri="{FF2B5EF4-FFF2-40B4-BE49-F238E27FC236}">
                <a16:creationId xmlns:a16="http://schemas.microsoft.com/office/drawing/2014/main" id="{61D8CC6D-DE9A-6DF2-80BB-FA145C237AA0}"/>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5401411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649C-16EE-25AC-5FA0-16290FB73798}"/>
              </a:ext>
            </a:extLst>
          </p:cNvPr>
          <p:cNvSpPr>
            <a:spLocks noGrp="1"/>
          </p:cNvSpPr>
          <p:nvPr>
            <p:ph type="title" idx="4294967295"/>
          </p:nvPr>
        </p:nvSpPr>
        <p:spPr>
          <a:xfrm>
            <a:off x="0" y="585788"/>
            <a:ext cx="11010900" cy="433387"/>
          </a:xfrm>
        </p:spPr>
        <p:txBody>
          <a:bodyPr wrap="square">
            <a:noAutofit/>
          </a:bodyPr>
          <a:lstStyle/>
          <a:p>
            <a:r>
              <a:rPr lang="en-GB"/>
              <a:t>Firewall Profiles and Service Ports</a:t>
            </a:r>
          </a:p>
        </p:txBody>
      </p:sp>
      <p:sp>
        <p:nvSpPr>
          <p:cNvPr id="3" name="Shape 3">
            <a:extLst>
              <a:ext uri="{FF2B5EF4-FFF2-40B4-BE49-F238E27FC236}">
                <a16:creationId xmlns:a16="http://schemas.microsoft.com/office/drawing/2014/main" id="{472DE922-3552-BCF4-8524-BB2348CBEFC6}"/>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DCCD2B0A-26EE-BDBF-B127-B8C3DEC1E0D5}"/>
              </a:ext>
            </a:extLst>
          </p:cNvPr>
          <p:cNvSpPr/>
          <p:nvPr/>
        </p:nvSpPr>
        <p:spPr>
          <a:xfrm>
            <a:off x="569722" y="1311402"/>
            <a:ext cx="2743200" cy="402336"/>
          </a:xfrm>
          <a:prstGeom prst="rect">
            <a:avLst/>
          </a:prstGeom>
          <a:solidFill>
            <a:srgbClr val="243A5E"/>
          </a:solidFill>
          <a:ln w="6350">
            <a:solidFill>
              <a:srgbClr val="D7DEE8"/>
            </a:solidFill>
            <a:prstDash val="solid"/>
          </a:ln>
        </p:spPr>
        <p:txBody>
          <a:bodyPr/>
          <a:lstStyle/>
          <a:p>
            <a:endParaRPr lang="en-GB"/>
          </a:p>
        </p:txBody>
      </p:sp>
      <p:sp>
        <p:nvSpPr>
          <p:cNvPr id="6" name="Text 6">
            <a:extLst>
              <a:ext uri="{FF2B5EF4-FFF2-40B4-BE49-F238E27FC236}">
                <a16:creationId xmlns:a16="http://schemas.microsoft.com/office/drawing/2014/main" id="{A3FE9702-CAC8-F1F2-B57F-DEAE82327CDB}"/>
              </a:ext>
            </a:extLst>
          </p:cNvPr>
          <p:cNvSpPr/>
          <p:nvPr/>
        </p:nvSpPr>
        <p:spPr>
          <a:xfrm>
            <a:off x="615442" y="1430274"/>
            <a:ext cx="265176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Workflow</a:t>
            </a:r>
            <a:endParaRPr lang="en-US" sz="1150" dirty="0">
              <a:latin typeface="Segoe UI" panose="020B0502040204020203" pitchFamily="34" charset="0"/>
            </a:endParaRPr>
          </a:p>
        </p:txBody>
      </p:sp>
      <p:sp>
        <p:nvSpPr>
          <p:cNvPr id="7" name="Shape 7">
            <a:extLst>
              <a:ext uri="{FF2B5EF4-FFF2-40B4-BE49-F238E27FC236}">
                <a16:creationId xmlns:a16="http://schemas.microsoft.com/office/drawing/2014/main" id="{08EC63D8-1FE7-28EE-4717-A6310CF9A945}"/>
              </a:ext>
            </a:extLst>
          </p:cNvPr>
          <p:cNvSpPr/>
          <p:nvPr/>
        </p:nvSpPr>
        <p:spPr>
          <a:xfrm>
            <a:off x="3312922" y="1311402"/>
            <a:ext cx="4389120" cy="402336"/>
          </a:xfrm>
          <a:prstGeom prst="rect">
            <a:avLst/>
          </a:prstGeom>
          <a:solidFill>
            <a:srgbClr val="243A5E"/>
          </a:solidFill>
          <a:ln w="6350">
            <a:solidFill>
              <a:srgbClr val="D7DEE8"/>
            </a:solidFill>
            <a:prstDash val="solid"/>
          </a:ln>
        </p:spPr>
        <p:txBody>
          <a:bodyPr/>
          <a:lstStyle/>
          <a:p>
            <a:endParaRPr lang="en-GB"/>
          </a:p>
        </p:txBody>
      </p:sp>
      <p:sp>
        <p:nvSpPr>
          <p:cNvPr id="8" name="Text 8">
            <a:extLst>
              <a:ext uri="{FF2B5EF4-FFF2-40B4-BE49-F238E27FC236}">
                <a16:creationId xmlns:a16="http://schemas.microsoft.com/office/drawing/2014/main" id="{7A568676-2BDA-F105-4A1D-ACD55586F9FE}"/>
              </a:ext>
            </a:extLst>
          </p:cNvPr>
          <p:cNvSpPr/>
          <p:nvPr/>
        </p:nvSpPr>
        <p:spPr>
          <a:xfrm>
            <a:off x="3358642" y="1430274"/>
            <a:ext cx="429768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Typical Port</a:t>
            </a:r>
            <a:endParaRPr lang="en-US" sz="1150" dirty="0">
              <a:latin typeface="Segoe UI" panose="020B0502040204020203" pitchFamily="34" charset="0"/>
            </a:endParaRPr>
          </a:p>
        </p:txBody>
      </p:sp>
      <p:sp>
        <p:nvSpPr>
          <p:cNvPr id="9" name="Shape 9">
            <a:extLst>
              <a:ext uri="{FF2B5EF4-FFF2-40B4-BE49-F238E27FC236}">
                <a16:creationId xmlns:a16="http://schemas.microsoft.com/office/drawing/2014/main" id="{A217EE02-AC1E-DC07-AFCE-51E6C3DF6A0F}"/>
              </a:ext>
            </a:extLst>
          </p:cNvPr>
          <p:cNvSpPr/>
          <p:nvPr/>
        </p:nvSpPr>
        <p:spPr>
          <a:xfrm>
            <a:off x="7702042" y="1311402"/>
            <a:ext cx="3977640" cy="402336"/>
          </a:xfrm>
          <a:prstGeom prst="rect">
            <a:avLst/>
          </a:prstGeom>
          <a:solidFill>
            <a:srgbClr val="243A5E"/>
          </a:solidFill>
          <a:ln w="6350">
            <a:solidFill>
              <a:srgbClr val="D7DEE8"/>
            </a:solidFill>
            <a:prstDash val="solid"/>
          </a:ln>
        </p:spPr>
        <p:txBody>
          <a:bodyPr/>
          <a:lstStyle/>
          <a:p>
            <a:endParaRPr lang="en-GB"/>
          </a:p>
        </p:txBody>
      </p:sp>
      <p:sp>
        <p:nvSpPr>
          <p:cNvPr id="10" name="Text 10">
            <a:extLst>
              <a:ext uri="{FF2B5EF4-FFF2-40B4-BE49-F238E27FC236}">
                <a16:creationId xmlns:a16="http://schemas.microsoft.com/office/drawing/2014/main" id="{1EECF445-C4B2-3EEB-6225-B3A3869184F4}"/>
              </a:ext>
            </a:extLst>
          </p:cNvPr>
          <p:cNvSpPr/>
          <p:nvPr/>
        </p:nvSpPr>
        <p:spPr>
          <a:xfrm>
            <a:off x="7747762" y="1430274"/>
            <a:ext cx="388620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What to Prove</a:t>
            </a:r>
            <a:endParaRPr lang="en-US" sz="1150" dirty="0">
              <a:latin typeface="Segoe UI" panose="020B0502040204020203" pitchFamily="34" charset="0"/>
            </a:endParaRPr>
          </a:p>
        </p:txBody>
      </p:sp>
      <p:sp>
        <p:nvSpPr>
          <p:cNvPr id="11" name="Shape 11">
            <a:extLst>
              <a:ext uri="{FF2B5EF4-FFF2-40B4-BE49-F238E27FC236}">
                <a16:creationId xmlns:a16="http://schemas.microsoft.com/office/drawing/2014/main" id="{33EC31C2-70FB-837C-EE91-F103A67D8E1C}"/>
              </a:ext>
            </a:extLst>
          </p:cNvPr>
          <p:cNvSpPr/>
          <p:nvPr/>
        </p:nvSpPr>
        <p:spPr>
          <a:xfrm>
            <a:off x="569722" y="1713738"/>
            <a:ext cx="2743200" cy="658368"/>
          </a:xfrm>
          <a:prstGeom prst="rect">
            <a:avLst/>
          </a:prstGeom>
          <a:solidFill>
            <a:srgbClr val="FFFFFF"/>
          </a:solidFill>
          <a:ln w="6350">
            <a:solidFill>
              <a:srgbClr val="D7DEE8"/>
            </a:solidFill>
            <a:prstDash val="solid"/>
          </a:ln>
        </p:spPr>
        <p:txBody>
          <a:bodyPr/>
          <a:lstStyle/>
          <a:p>
            <a:endParaRPr lang="en-GB"/>
          </a:p>
        </p:txBody>
      </p:sp>
      <p:sp>
        <p:nvSpPr>
          <p:cNvPr id="12" name="Text 12">
            <a:extLst>
              <a:ext uri="{FF2B5EF4-FFF2-40B4-BE49-F238E27FC236}">
                <a16:creationId xmlns:a16="http://schemas.microsoft.com/office/drawing/2014/main" id="{22A014C3-6999-60A2-531E-0AE567628014}"/>
              </a:ext>
            </a:extLst>
          </p:cNvPr>
          <p:cNvSpPr/>
          <p:nvPr/>
        </p:nvSpPr>
        <p:spPr>
          <a:xfrm>
            <a:off x="642874" y="1832610"/>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DNS</a:t>
            </a:r>
            <a:endParaRPr lang="en-US" sz="1130" dirty="0">
              <a:latin typeface="Segoe UI" panose="020B0502040204020203" pitchFamily="34" charset="0"/>
            </a:endParaRPr>
          </a:p>
        </p:txBody>
      </p:sp>
      <p:sp>
        <p:nvSpPr>
          <p:cNvPr id="13" name="Shape 13">
            <a:extLst>
              <a:ext uri="{FF2B5EF4-FFF2-40B4-BE49-F238E27FC236}">
                <a16:creationId xmlns:a16="http://schemas.microsoft.com/office/drawing/2014/main" id="{595D07D8-56A9-E3D3-F746-C9CB5CD75391}"/>
              </a:ext>
            </a:extLst>
          </p:cNvPr>
          <p:cNvSpPr/>
          <p:nvPr/>
        </p:nvSpPr>
        <p:spPr>
          <a:xfrm>
            <a:off x="3312922" y="1713738"/>
            <a:ext cx="4389120" cy="658368"/>
          </a:xfrm>
          <a:prstGeom prst="rect">
            <a:avLst/>
          </a:prstGeom>
          <a:solidFill>
            <a:srgbClr val="FFFFFF"/>
          </a:solidFill>
          <a:ln w="6350">
            <a:solidFill>
              <a:srgbClr val="D7DEE8"/>
            </a:solidFill>
            <a:prstDash val="solid"/>
          </a:ln>
        </p:spPr>
        <p:txBody>
          <a:bodyPr/>
          <a:lstStyle/>
          <a:p>
            <a:endParaRPr lang="en-GB"/>
          </a:p>
        </p:txBody>
      </p:sp>
      <p:sp>
        <p:nvSpPr>
          <p:cNvPr id="14" name="Text 14">
            <a:extLst>
              <a:ext uri="{FF2B5EF4-FFF2-40B4-BE49-F238E27FC236}">
                <a16:creationId xmlns:a16="http://schemas.microsoft.com/office/drawing/2014/main" id="{0ED75B1C-A8E4-D104-6EE2-BECF2F8455B4}"/>
              </a:ext>
            </a:extLst>
          </p:cNvPr>
          <p:cNvSpPr/>
          <p:nvPr/>
        </p:nvSpPr>
        <p:spPr>
          <a:xfrm>
            <a:off x="3386074" y="1832610"/>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TCP/UDP 53</a:t>
            </a:r>
            <a:endParaRPr lang="en-US" sz="1130" dirty="0">
              <a:latin typeface="Segoe UI" panose="020B0502040204020203" pitchFamily="34" charset="0"/>
            </a:endParaRPr>
          </a:p>
        </p:txBody>
      </p:sp>
      <p:sp>
        <p:nvSpPr>
          <p:cNvPr id="15" name="Shape 15">
            <a:extLst>
              <a:ext uri="{FF2B5EF4-FFF2-40B4-BE49-F238E27FC236}">
                <a16:creationId xmlns:a16="http://schemas.microsoft.com/office/drawing/2014/main" id="{77A985E1-7110-810D-ACA3-10DD9A604419}"/>
              </a:ext>
            </a:extLst>
          </p:cNvPr>
          <p:cNvSpPr/>
          <p:nvPr/>
        </p:nvSpPr>
        <p:spPr>
          <a:xfrm>
            <a:off x="7702042" y="1713738"/>
            <a:ext cx="3977640" cy="658368"/>
          </a:xfrm>
          <a:prstGeom prst="rect">
            <a:avLst/>
          </a:prstGeom>
          <a:solidFill>
            <a:srgbClr val="FFFFFF"/>
          </a:solidFill>
          <a:ln w="6350">
            <a:solidFill>
              <a:srgbClr val="D7DEE8"/>
            </a:solidFill>
            <a:prstDash val="solid"/>
          </a:ln>
        </p:spPr>
        <p:txBody>
          <a:bodyPr/>
          <a:lstStyle/>
          <a:p>
            <a:endParaRPr lang="en-GB"/>
          </a:p>
        </p:txBody>
      </p:sp>
      <p:sp>
        <p:nvSpPr>
          <p:cNvPr id="16" name="Text 16">
            <a:extLst>
              <a:ext uri="{FF2B5EF4-FFF2-40B4-BE49-F238E27FC236}">
                <a16:creationId xmlns:a16="http://schemas.microsoft.com/office/drawing/2014/main" id="{47318906-C2D8-7857-7672-E26EF3C0AA3D}"/>
              </a:ext>
            </a:extLst>
          </p:cNvPr>
          <p:cNvSpPr/>
          <p:nvPr/>
        </p:nvSpPr>
        <p:spPr>
          <a:xfrm>
            <a:off x="7775194" y="1832610"/>
            <a:ext cx="383133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Name resolution path works</a:t>
            </a:r>
            <a:endParaRPr lang="en-US" sz="1130" dirty="0">
              <a:latin typeface="Segoe UI" panose="020B0502040204020203" pitchFamily="34" charset="0"/>
            </a:endParaRPr>
          </a:p>
        </p:txBody>
      </p:sp>
      <p:sp>
        <p:nvSpPr>
          <p:cNvPr id="17" name="Shape 17">
            <a:extLst>
              <a:ext uri="{FF2B5EF4-FFF2-40B4-BE49-F238E27FC236}">
                <a16:creationId xmlns:a16="http://schemas.microsoft.com/office/drawing/2014/main" id="{D549FCBE-579C-3369-9FA1-ECFF204883C5}"/>
              </a:ext>
            </a:extLst>
          </p:cNvPr>
          <p:cNvSpPr/>
          <p:nvPr/>
        </p:nvSpPr>
        <p:spPr>
          <a:xfrm>
            <a:off x="569722" y="2372106"/>
            <a:ext cx="2743200" cy="658368"/>
          </a:xfrm>
          <a:prstGeom prst="rect">
            <a:avLst/>
          </a:prstGeom>
          <a:solidFill>
            <a:srgbClr val="F9FAFB"/>
          </a:solidFill>
          <a:ln w="6350">
            <a:solidFill>
              <a:srgbClr val="D7DEE8"/>
            </a:solidFill>
            <a:prstDash val="solid"/>
          </a:ln>
        </p:spPr>
        <p:txBody>
          <a:bodyPr/>
          <a:lstStyle/>
          <a:p>
            <a:endParaRPr lang="en-GB"/>
          </a:p>
        </p:txBody>
      </p:sp>
      <p:sp>
        <p:nvSpPr>
          <p:cNvPr id="18" name="Text 18">
            <a:extLst>
              <a:ext uri="{FF2B5EF4-FFF2-40B4-BE49-F238E27FC236}">
                <a16:creationId xmlns:a16="http://schemas.microsoft.com/office/drawing/2014/main" id="{CA4B15B6-CEF0-44E7-DC34-3E52085D7C94}"/>
              </a:ext>
            </a:extLst>
          </p:cNvPr>
          <p:cNvSpPr/>
          <p:nvPr/>
        </p:nvSpPr>
        <p:spPr>
          <a:xfrm>
            <a:off x="642874" y="2490978"/>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Kerberos</a:t>
            </a:r>
            <a:endParaRPr lang="en-US" sz="1130" dirty="0">
              <a:latin typeface="Segoe UI" panose="020B0502040204020203" pitchFamily="34" charset="0"/>
            </a:endParaRPr>
          </a:p>
        </p:txBody>
      </p:sp>
      <p:sp>
        <p:nvSpPr>
          <p:cNvPr id="19" name="Shape 19">
            <a:extLst>
              <a:ext uri="{FF2B5EF4-FFF2-40B4-BE49-F238E27FC236}">
                <a16:creationId xmlns:a16="http://schemas.microsoft.com/office/drawing/2014/main" id="{8EA6071C-10D0-C5F4-7C79-97A023E1524E}"/>
              </a:ext>
            </a:extLst>
          </p:cNvPr>
          <p:cNvSpPr/>
          <p:nvPr/>
        </p:nvSpPr>
        <p:spPr>
          <a:xfrm>
            <a:off x="3312922" y="2372106"/>
            <a:ext cx="4389120" cy="658368"/>
          </a:xfrm>
          <a:prstGeom prst="rect">
            <a:avLst/>
          </a:prstGeom>
          <a:solidFill>
            <a:srgbClr val="F9FAFB"/>
          </a:solidFill>
          <a:ln w="6350">
            <a:solidFill>
              <a:srgbClr val="D7DEE8"/>
            </a:solidFill>
            <a:prstDash val="solid"/>
          </a:ln>
        </p:spPr>
        <p:txBody>
          <a:bodyPr/>
          <a:lstStyle/>
          <a:p>
            <a:endParaRPr lang="en-GB"/>
          </a:p>
        </p:txBody>
      </p:sp>
      <p:sp>
        <p:nvSpPr>
          <p:cNvPr id="20" name="Text 20">
            <a:extLst>
              <a:ext uri="{FF2B5EF4-FFF2-40B4-BE49-F238E27FC236}">
                <a16:creationId xmlns:a16="http://schemas.microsoft.com/office/drawing/2014/main" id="{83332A27-D4EB-4A52-619C-7DED831B2EC5}"/>
              </a:ext>
            </a:extLst>
          </p:cNvPr>
          <p:cNvSpPr/>
          <p:nvPr/>
        </p:nvSpPr>
        <p:spPr>
          <a:xfrm>
            <a:off x="3386074" y="2490978"/>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TCP/UDP 88</a:t>
            </a:r>
            <a:endParaRPr lang="en-US" sz="1130" dirty="0">
              <a:latin typeface="Segoe UI" panose="020B0502040204020203" pitchFamily="34" charset="0"/>
            </a:endParaRPr>
          </a:p>
        </p:txBody>
      </p:sp>
      <p:sp>
        <p:nvSpPr>
          <p:cNvPr id="21" name="Shape 21">
            <a:extLst>
              <a:ext uri="{FF2B5EF4-FFF2-40B4-BE49-F238E27FC236}">
                <a16:creationId xmlns:a16="http://schemas.microsoft.com/office/drawing/2014/main" id="{C75D8837-1A98-8310-CAAC-DE03475471DE}"/>
              </a:ext>
            </a:extLst>
          </p:cNvPr>
          <p:cNvSpPr/>
          <p:nvPr/>
        </p:nvSpPr>
        <p:spPr>
          <a:xfrm>
            <a:off x="7702042" y="2372106"/>
            <a:ext cx="3977640" cy="658368"/>
          </a:xfrm>
          <a:prstGeom prst="rect">
            <a:avLst/>
          </a:prstGeom>
          <a:solidFill>
            <a:srgbClr val="F9FAFB"/>
          </a:solidFill>
          <a:ln w="6350">
            <a:solidFill>
              <a:srgbClr val="D7DEE8"/>
            </a:solidFill>
            <a:prstDash val="solid"/>
          </a:ln>
        </p:spPr>
        <p:txBody>
          <a:bodyPr/>
          <a:lstStyle/>
          <a:p>
            <a:endParaRPr lang="en-GB"/>
          </a:p>
        </p:txBody>
      </p:sp>
      <p:sp>
        <p:nvSpPr>
          <p:cNvPr id="22" name="Text 22">
            <a:extLst>
              <a:ext uri="{FF2B5EF4-FFF2-40B4-BE49-F238E27FC236}">
                <a16:creationId xmlns:a16="http://schemas.microsoft.com/office/drawing/2014/main" id="{81D2A913-3FC4-6887-59B3-98A4B3C59423}"/>
              </a:ext>
            </a:extLst>
          </p:cNvPr>
          <p:cNvSpPr/>
          <p:nvPr/>
        </p:nvSpPr>
        <p:spPr>
          <a:xfrm>
            <a:off x="7775194" y="2490978"/>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Domain authentication can reach a DC</a:t>
            </a:r>
            <a:endParaRPr lang="en-US" sz="1130" dirty="0">
              <a:latin typeface="Segoe UI" panose="020B0502040204020203" pitchFamily="34" charset="0"/>
            </a:endParaRPr>
          </a:p>
        </p:txBody>
      </p:sp>
      <p:sp>
        <p:nvSpPr>
          <p:cNvPr id="23" name="Shape 23">
            <a:extLst>
              <a:ext uri="{FF2B5EF4-FFF2-40B4-BE49-F238E27FC236}">
                <a16:creationId xmlns:a16="http://schemas.microsoft.com/office/drawing/2014/main" id="{694EAED8-01C1-7AC6-026F-90AFDAB259A8}"/>
              </a:ext>
            </a:extLst>
          </p:cNvPr>
          <p:cNvSpPr/>
          <p:nvPr/>
        </p:nvSpPr>
        <p:spPr>
          <a:xfrm>
            <a:off x="569722" y="3030474"/>
            <a:ext cx="2743200" cy="658368"/>
          </a:xfrm>
          <a:prstGeom prst="rect">
            <a:avLst/>
          </a:prstGeom>
          <a:solidFill>
            <a:srgbClr val="FFFFFF"/>
          </a:solidFill>
          <a:ln w="6350">
            <a:solidFill>
              <a:srgbClr val="D7DEE8"/>
            </a:solidFill>
            <a:prstDash val="solid"/>
          </a:ln>
        </p:spPr>
        <p:txBody>
          <a:bodyPr/>
          <a:lstStyle/>
          <a:p>
            <a:endParaRPr lang="en-GB"/>
          </a:p>
        </p:txBody>
      </p:sp>
      <p:sp>
        <p:nvSpPr>
          <p:cNvPr id="24" name="Text 24">
            <a:extLst>
              <a:ext uri="{FF2B5EF4-FFF2-40B4-BE49-F238E27FC236}">
                <a16:creationId xmlns:a16="http://schemas.microsoft.com/office/drawing/2014/main" id="{676B0AC8-C052-AC86-671E-EBE17493B0C3}"/>
              </a:ext>
            </a:extLst>
          </p:cNvPr>
          <p:cNvSpPr/>
          <p:nvPr/>
        </p:nvSpPr>
        <p:spPr>
          <a:xfrm>
            <a:off x="642874" y="3149346"/>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SMB shares</a:t>
            </a:r>
            <a:endParaRPr lang="en-US" sz="1130" dirty="0">
              <a:latin typeface="Segoe UI" panose="020B0502040204020203" pitchFamily="34" charset="0"/>
            </a:endParaRPr>
          </a:p>
        </p:txBody>
      </p:sp>
      <p:sp>
        <p:nvSpPr>
          <p:cNvPr id="25" name="Shape 25">
            <a:extLst>
              <a:ext uri="{FF2B5EF4-FFF2-40B4-BE49-F238E27FC236}">
                <a16:creationId xmlns:a16="http://schemas.microsoft.com/office/drawing/2014/main" id="{FB3340BC-9946-D15D-022F-550DEB36FBAC}"/>
              </a:ext>
            </a:extLst>
          </p:cNvPr>
          <p:cNvSpPr/>
          <p:nvPr/>
        </p:nvSpPr>
        <p:spPr>
          <a:xfrm>
            <a:off x="3312922" y="3030474"/>
            <a:ext cx="4389120" cy="658368"/>
          </a:xfrm>
          <a:prstGeom prst="rect">
            <a:avLst/>
          </a:prstGeom>
          <a:solidFill>
            <a:srgbClr val="FFFFFF"/>
          </a:solidFill>
          <a:ln w="6350">
            <a:solidFill>
              <a:srgbClr val="D7DEE8"/>
            </a:solidFill>
            <a:prstDash val="solid"/>
          </a:ln>
        </p:spPr>
        <p:txBody>
          <a:bodyPr/>
          <a:lstStyle/>
          <a:p>
            <a:endParaRPr lang="en-GB"/>
          </a:p>
        </p:txBody>
      </p:sp>
      <p:sp>
        <p:nvSpPr>
          <p:cNvPr id="26" name="Text 26">
            <a:extLst>
              <a:ext uri="{FF2B5EF4-FFF2-40B4-BE49-F238E27FC236}">
                <a16:creationId xmlns:a16="http://schemas.microsoft.com/office/drawing/2014/main" id="{EC0B9199-8EEA-5B26-1386-BFA65B96DBA1}"/>
              </a:ext>
            </a:extLst>
          </p:cNvPr>
          <p:cNvSpPr/>
          <p:nvPr/>
        </p:nvSpPr>
        <p:spPr>
          <a:xfrm>
            <a:off x="3386074" y="3149346"/>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TCP 445</a:t>
            </a:r>
            <a:endParaRPr lang="en-US" sz="1130" dirty="0">
              <a:latin typeface="Segoe UI" panose="020B0502040204020203" pitchFamily="34" charset="0"/>
            </a:endParaRPr>
          </a:p>
        </p:txBody>
      </p:sp>
      <p:sp>
        <p:nvSpPr>
          <p:cNvPr id="27" name="Shape 27">
            <a:extLst>
              <a:ext uri="{FF2B5EF4-FFF2-40B4-BE49-F238E27FC236}">
                <a16:creationId xmlns:a16="http://schemas.microsoft.com/office/drawing/2014/main" id="{9DE8A874-C3CF-14AA-88D5-22864CC372BC}"/>
              </a:ext>
            </a:extLst>
          </p:cNvPr>
          <p:cNvSpPr/>
          <p:nvPr/>
        </p:nvSpPr>
        <p:spPr>
          <a:xfrm>
            <a:off x="7702042" y="3030474"/>
            <a:ext cx="3977640" cy="658368"/>
          </a:xfrm>
          <a:prstGeom prst="rect">
            <a:avLst/>
          </a:prstGeom>
          <a:solidFill>
            <a:srgbClr val="FFFFFF"/>
          </a:solidFill>
          <a:ln w="6350">
            <a:solidFill>
              <a:srgbClr val="D7DEE8"/>
            </a:solidFill>
            <a:prstDash val="solid"/>
          </a:ln>
        </p:spPr>
        <p:txBody>
          <a:bodyPr/>
          <a:lstStyle/>
          <a:p>
            <a:endParaRPr lang="en-GB"/>
          </a:p>
        </p:txBody>
      </p:sp>
      <p:sp>
        <p:nvSpPr>
          <p:cNvPr id="28" name="Text 28">
            <a:extLst>
              <a:ext uri="{FF2B5EF4-FFF2-40B4-BE49-F238E27FC236}">
                <a16:creationId xmlns:a16="http://schemas.microsoft.com/office/drawing/2014/main" id="{7C1A4241-1D3D-CC31-30DE-5E5D4968B807}"/>
              </a:ext>
            </a:extLst>
          </p:cNvPr>
          <p:cNvSpPr/>
          <p:nvPr/>
        </p:nvSpPr>
        <p:spPr>
          <a:xfrm>
            <a:off x="7775194" y="3149346"/>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File service path is reachable</a:t>
            </a:r>
            <a:endParaRPr lang="en-US" sz="1130" dirty="0">
              <a:latin typeface="Segoe UI" panose="020B0502040204020203" pitchFamily="34" charset="0"/>
            </a:endParaRPr>
          </a:p>
        </p:txBody>
      </p:sp>
      <p:sp>
        <p:nvSpPr>
          <p:cNvPr id="29" name="Shape 29">
            <a:extLst>
              <a:ext uri="{FF2B5EF4-FFF2-40B4-BE49-F238E27FC236}">
                <a16:creationId xmlns:a16="http://schemas.microsoft.com/office/drawing/2014/main" id="{3F11D2CF-90A0-41C2-FF76-0B4926EC4719}"/>
              </a:ext>
            </a:extLst>
          </p:cNvPr>
          <p:cNvSpPr/>
          <p:nvPr/>
        </p:nvSpPr>
        <p:spPr>
          <a:xfrm>
            <a:off x="569722" y="3688842"/>
            <a:ext cx="2743200" cy="658368"/>
          </a:xfrm>
          <a:prstGeom prst="rect">
            <a:avLst/>
          </a:prstGeom>
          <a:solidFill>
            <a:srgbClr val="F9FAFB"/>
          </a:solidFill>
          <a:ln w="6350">
            <a:solidFill>
              <a:srgbClr val="D7DEE8"/>
            </a:solidFill>
            <a:prstDash val="solid"/>
          </a:ln>
        </p:spPr>
        <p:txBody>
          <a:bodyPr/>
          <a:lstStyle/>
          <a:p>
            <a:endParaRPr lang="en-GB"/>
          </a:p>
        </p:txBody>
      </p:sp>
      <p:sp>
        <p:nvSpPr>
          <p:cNvPr id="30" name="Text 30">
            <a:extLst>
              <a:ext uri="{FF2B5EF4-FFF2-40B4-BE49-F238E27FC236}">
                <a16:creationId xmlns:a16="http://schemas.microsoft.com/office/drawing/2014/main" id="{35A48089-8862-A01F-ADDE-B69EA99D6712}"/>
              </a:ext>
            </a:extLst>
          </p:cNvPr>
          <p:cNvSpPr/>
          <p:nvPr/>
        </p:nvSpPr>
        <p:spPr>
          <a:xfrm>
            <a:off x="642874" y="3807714"/>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RDP</a:t>
            </a:r>
            <a:endParaRPr lang="en-US" sz="1130" dirty="0">
              <a:latin typeface="Segoe UI" panose="020B0502040204020203" pitchFamily="34" charset="0"/>
            </a:endParaRPr>
          </a:p>
        </p:txBody>
      </p:sp>
      <p:sp>
        <p:nvSpPr>
          <p:cNvPr id="31" name="Shape 31">
            <a:extLst>
              <a:ext uri="{FF2B5EF4-FFF2-40B4-BE49-F238E27FC236}">
                <a16:creationId xmlns:a16="http://schemas.microsoft.com/office/drawing/2014/main" id="{B7ED6DFC-3145-35D8-841C-F9F5F8BE5F75}"/>
              </a:ext>
            </a:extLst>
          </p:cNvPr>
          <p:cNvSpPr/>
          <p:nvPr/>
        </p:nvSpPr>
        <p:spPr>
          <a:xfrm>
            <a:off x="3312922" y="3688842"/>
            <a:ext cx="4389120" cy="658368"/>
          </a:xfrm>
          <a:prstGeom prst="rect">
            <a:avLst/>
          </a:prstGeom>
          <a:solidFill>
            <a:srgbClr val="F9FAFB"/>
          </a:solidFill>
          <a:ln w="6350">
            <a:solidFill>
              <a:srgbClr val="D7DEE8"/>
            </a:solidFill>
            <a:prstDash val="solid"/>
          </a:ln>
        </p:spPr>
        <p:txBody>
          <a:bodyPr/>
          <a:lstStyle/>
          <a:p>
            <a:endParaRPr lang="en-GB"/>
          </a:p>
        </p:txBody>
      </p:sp>
      <p:sp>
        <p:nvSpPr>
          <p:cNvPr id="32" name="Text 32">
            <a:extLst>
              <a:ext uri="{FF2B5EF4-FFF2-40B4-BE49-F238E27FC236}">
                <a16:creationId xmlns:a16="http://schemas.microsoft.com/office/drawing/2014/main" id="{1541532F-5611-9675-0767-983C660384F1}"/>
              </a:ext>
            </a:extLst>
          </p:cNvPr>
          <p:cNvSpPr/>
          <p:nvPr/>
        </p:nvSpPr>
        <p:spPr>
          <a:xfrm>
            <a:off x="3386074" y="3807714"/>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TCP 3389</a:t>
            </a:r>
            <a:endParaRPr lang="en-US" sz="1130" dirty="0">
              <a:latin typeface="Segoe UI" panose="020B0502040204020203" pitchFamily="34" charset="0"/>
            </a:endParaRPr>
          </a:p>
        </p:txBody>
      </p:sp>
      <p:sp>
        <p:nvSpPr>
          <p:cNvPr id="33" name="Shape 33">
            <a:extLst>
              <a:ext uri="{FF2B5EF4-FFF2-40B4-BE49-F238E27FC236}">
                <a16:creationId xmlns:a16="http://schemas.microsoft.com/office/drawing/2014/main" id="{97E95786-70A2-A337-6F42-912FA79DA544}"/>
              </a:ext>
            </a:extLst>
          </p:cNvPr>
          <p:cNvSpPr/>
          <p:nvPr/>
        </p:nvSpPr>
        <p:spPr>
          <a:xfrm>
            <a:off x="7702042" y="3688842"/>
            <a:ext cx="3977640" cy="658368"/>
          </a:xfrm>
          <a:prstGeom prst="rect">
            <a:avLst/>
          </a:prstGeom>
          <a:solidFill>
            <a:srgbClr val="F9FAFB"/>
          </a:solidFill>
          <a:ln w="6350">
            <a:solidFill>
              <a:srgbClr val="D7DEE8"/>
            </a:solidFill>
            <a:prstDash val="solid"/>
          </a:ln>
        </p:spPr>
        <p:txBody>
          <a:bodyPr/>
          <a:lstStyle/>
          <a:p>
            <a:endParaRPr lang="en-GB"/>
          </a:p>
        </p:txBody>
      </p:sp>
      <p:sp>
        <p:nvSpPr>
          <p:cNvPr id="34" name="Text 34">
            <a:extLst>
              <a:ext uri="{FF2B5EF4-FFF2-40B4-BE49-F238E27FC236}">
                <a16:creationId xmlns:a16="http://schemas.microsoft.com/office/drawing/2014/main" id="{5950B083-FADB-C228-B6F1-4889FE2A7BDB}"/>
              </a:ext>
            </a:extLst>
          </p:cNvPr>
          <p:cNvSpPr/>
          <p:nvPr/>
        </p:nvSpPr>
        <p:spPr>
          <a:xfrm>
            <a:off x="7775194" y="3807714"/>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Remote desktop service path is reachable</a:t>
            </a:r>
            <a:endParaRPr lang="en-US" sz="1130" dirty="0">
              <a:latin typeface="Segoe UI" panose="020B0502040204020203" pitchFamily="34" charset="0"/>
            </a:endParaRPr>
          </a:p>
        </p:txBody>
      </p:sp>
      <p:sp>
        <p:nvSpPr>
          <p:cNvPr id="35" name="Shape 35">
            <a:extLst>
              <a:ext uri="{FF2B5EF4-FFF2-40B4-BE49-F238E27FC236}">
                <a16:creationId xmlns:a16="http://schemas.microsoft.com/office/drawing/2014/main" id="{A8C415CB-1D26-31D7-C888-C1BE02338D9E}"/>
              </a:ext>
            </a:extLst>
          </p:cNvPr>
          <p:cNvSpPr/>
          <p:nvPr/>
        </p:nvSpPr>
        <p:spPr>
          <a:xfrm>
            <a:off x="569722" y="4347210"/>
            <a:ext cx="2743200" cy="658368"/>
          </a:xfrm>
          <a:prstGeom prst="rect">
            <a:avLst/>
          </a:prstGeom>
          <a:solidFill>
            <a:srgbClr val="FFFFFF"/>
          </a:solidFill>
          <a:ln w="6350">
            <a:solidFill>
              <a:srgbClr val="D7DEE8"/>
            </a:solidFill>
            <a:prstDash val="solid"/>
          </a:ln>
        </p:spPr>
        <p:txBody>
          <a:bodyPr/>
          <a:lstStyle/>
          <a:p>
            <a:endParaRPr lang="en-GB"/>
          </a:p>
        </p:txBody>
      </p:sp>
      <p:sp>
        <p:nvSpPr>
          <p:cNvPr id="36" name="Text 36">
            <a:extLst>
              <a:ext uri="{FF2B5EF4-FFF2-40B4-BE49-F238E27FC236}">
                <a16:creationId xmlns:a16="http://schemas.microsoft.com/office/drawing/2014/main" id="{54A1F0D5-A04D-484E-BCFD-4991CD549464}"/>
              </a:ext>
            </a:extLst>
          </p:cNvPr>
          <p:cNvSpPr/>
          <p:nvPr/>
        </p:nvSpPr>
        <p:spPr>
          <a:xfrm>
            <a:off x="642874" y="4466082"/>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WinRM</a:t>
            </a:r>
            <a:endParaRPr lang="en-US" sz="1130" dirty="0">
              <a:latin typeface="Segoe UI" panose="020B0502040204020203" pitchFamily="34" charset="0"/>
            </a:endParaRPr>
          </a:p>
        </p:txBody>
      </p:sp>
      <p:sp>
        <p:nvSpPr>
          <p:cNvPr id="37" name="Shape 37">
            <a:extLst>
              <a:ext uri="{FF2B5EF4-FFF2-40B4-BE49-F238E27FC236}">
                <a16:creationId xmlns:a16="http://schemas.microsoft.com/office/drawing/2014/main" id="{6BE0387F-6766-4C3E-D68F-C5777913FC47}"/>
              </a:ext>
            </a:extLst>
          </p:cNvPr>
          <p:cNvSpPr/>
          <p:nvPr/>
        </p:nvSpPr>
        <p:spPr>
          <a:xfrm>
            <a:off x="3312922" y="4347210"/>
            <a:ext cx="4389120" cy="658368"/>
          </a:xfrm>
          <a:prstGeom prst="rect">
            <a:avLst/>
          </a:prstGeom>
          <a:solidFill>
            <a:srgbClr val="FFFFFF"/>
          </a:solidFill>
          <a:ln w="6350">
            <a:solidFill>
              <a:srgbClr val="D7DEE8"/>
            </a:solidFill>
            <a:prstDash val="solid"/>
          </a:ln>
        </p:spPr>
        <p:txBody>
          <a:bodyPr/>
          <a:lstStyle/>
          <a:p>
            <a:endParaRPr lang="en-GB"/>
          </a:p>
        </p:txBody>
      </p:sp>
      <p:sp>
        <p:nvSpPr>
          <p:cNvPr id="38" name="Text 38">
            <a:extLst>
              <a:ext uri="{FF2B5EF4-FFF2-40B4-BE49-F238E27FC236}">
                <a16:creationId xmlns:a16="http://schemas.microsoft.com/office/drawing/2014/main" id="{EC7BC8FA-ABC5-C97F-B480-A3927CCC22A1}"/>
              </a:ext>
            </a:extLst>
          </p:cNvPr>
          <p:cNvSpPr/>
          <p:nvPr/>
        </p:nvSpPr>
        <p:spPr>
          <a:xfrm>
            <a:off x="3386074" y="4466082"/>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TCP 5985</a:t>
            </a:r>
            <a:endParaRPr lang="en-US" sz="1130" dirty="0">
              <a:latin typeface="Segoe UI" panose="020B0502040204020203" pitchFamily="34" charset="0"/>
            </a:endParaRPr>
          </a:p>
        </p:txBody>
      </p:sp>
      <p:sp>
        <p:nvSpPr>
          <p:cNvPr id="39" name="Shape 39">
            <a:extLst>
              <a:ext uri="{FF2B5EF4-FFF2-40B4-BE49-F238E27FC236}">
                <a16:creationId xmlns:a16="http://schemas.microsoft.com/office/drawing/2014/main" id="{C1C0206B-8F58-A569-C6DF-47BF7969D350}"/>
              </a:ext>
            </a:extLst>
          </p:cNvPr>
          <p:cNvSpPr/>
          <p:nvPr/>
        </p:nvSpPr>
        <p:spPr>
          <a:xfrm>
            <a:off x="7702042" y="4347210"/>
            <a:ext cx="3977640" cy="658368"/>
          </a:xfrm>
          <a:prstGeom prst="rect">
            <a:avLst/>
          </a:prstGeom>
          <a:solidFill>
            <a:srgbClr val="FFFFFF"/>
          </a:solidFill>
          <a:ln w="6350">
            <a:solidFill>
              <a:srgbClr val="D7DEE8"/>
            </a:solidFill>
            <a:prstDash val="solid"/>
          </a:ln>
        </p:spPr>
        <p:txBody>
          <a:bodyPr/>
          <a:lstStyle/>
          <a:p>
            <a:endParaRPr lang="en-GB"/>
          </a:p>
        </p:txBody>
      </p:sp>
      <p:sp>
        <p:nvSpPr>
          <p:cNvPr id="40" name="Text 40">
            <a:extLst>
              <a:ext uri="{FF2B5EF4-FFF2-40B4-BE49-F238E27FC236}">
                <a16:creationId xmlns:a16="http://schemas.microsoft.com/office/drawing/2014/main" id="{38D3D0C3-8A1E-6396-10F7-D3FA74286560}"/>
              </a:ext>
            </a:extLst>
          </p:cNvPr>
          <p:cNvSpPr/>
          <p:nvPr/>
        </p:nvSpPr>
        <p:spPr>
          <a:xfrm>
            <a:off x="7775194" y="4466082"/>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PowerShell remoting path is reachable</a:t>
            </a:r>
            <a:endParaRPr lang="en-US" sz="1130" dirty="0">
              <a:latin typeface="Segoe UI" panose="020B0502040204020203" pitchFamily="34" charset="0"/>
            </a:endParaRPr>
          </a:p>
        </p:txBody>
      </p:sp>
      <p:sp>
        <p:nvSpPr>
          <p:cNvPr id="41" name="Course footer">
            <a:extLst>
              <a:ext uri="{FF2B5EF4-FFF2-40B4-BE49-F238E27FC236}">
                <a16:creationId xmlns:a16="http://schemas.microsoft.com/office/drawing/2014/main" id="{B7C1707B-465B-D44C-61B7-43706D73CB82}"/>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2" name="TextBox 41">
            <a:extLst>
              <a:ext uri="{FF2B5EF4-FFF2-40B4-BE49-F238E27FC236}">
                <a16:creationId xmlns:a16="http://schemas.microsoft.com/office/drawing/2014/main" id="{42599036-A9B7-D9D2-0E6B-7BFD5BA00414}"/>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52413118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608F3-9794-B464-2D53-53392E67801D}"/>
              </a:ext>
            </a:extLst>
          </p:cNvPr>
          <p:cNvSpPr>
            <a:spLocks noGrp="1"/>
          </p:cNvSpPr>
          <p:nvPr>
            <p:ph type="title" idx="4294967295"/>
          </p:nvPr>
        </p:nvSpPr>
        <p:spPr>
          <a:xfrm>
            <a:off x="0" y="585788"/>
            <a:ext cx="11010900" cy="433387"/>
          </a:xfrm>
        </p:spPr>
        <p:txBody>
          <a:bodyPr wrap="square">
            <a:noAutofit/>
          </a:bodyPr>
          <a:lstStyle/>
          <a:p>
            <a:r>
              <a:rPr lang="en-GB"/>
              <a:t>Ping Is Not Enough</a:t>
            </a:r>
          </a:p>
        </p:txBody>
      </p:sp>
      <p:sp>
        <p:nvSpPr>
          <p:cNvPr id="3" name="Shape 3">
            <a:extLst>
              <a:ext uri="{FF2B5EF4-FFF2-40B4-BE49-F238E27FC236}">
                <a16:creationId xmlns:a16="http://schemas.microsoft.com/office/drawing/2014/main" id="{DC9CFB65-CAB4-FC82-9930-6B07948F00FF}"/>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324B37AD-ACD0-0856-2E02-F7647E13B12A}"/>
              </a:ext>
            </a:extLst>
          </p:cNvPr>
          <p:cNvSpPr/>
          <p:nvPr/>
        </p:nvSpPr>
        <p:spPr>
          <a:xfrm>
            <a:off x="569722" y="1311402"/>
            <a:ext cx="2743200" cy="402336"/>
          </a:xfrm>
          <a:prstGeom prst="rect">
            <a:avLst/>
          </a:prstGeom>
          <a:solidFill>
            <a:srgbClr val="243A5E"/>
          </a:solidFill>
          <a:ln w="6350">
            <a:solidFill>
              <a:srgbClr val="D7DEE8"/>
            </a:solidFill>
            <a:prstDash val="solid"/>
          </a:ln>
        </p:spPr>
        <p:txBody>
          <a:bodyPr/>
          <a:lstStyle/>
          <a:p>
            <a:endParaRPr lang="en-GB"/>
          </a:p>
        </p:txBody>
      </p:sp>
      <p:sp>
        <p:nvSpPr>
          <p:cNvPr id="6" name="Text 6">
            <a:extLst>
              <a:ext uri="{FF2B5EF4-FFF2-40B4-BE49-F238E27FC236}">
                <a16:creationId xmlns:a16="http://schemas.microsoft.com/office/drawing/2014/main" id="{D05DF0FE-ACF4-A77A-625A-628EF7AA8C54}"/>
              </a:ext>
            </a:extLst>
          </p:cNvPr>
          <p:cNvSpPr/>
          <p:nvPr/>
        </p:nvSpPr>
        <p:spPr>
          <a:xfrm>
            <a:off x="615442" y="1430274"/>
            <a:ext cx="265176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Test</a:t>
            </a:r>
            <a:endParaRPr lang="en-US" sz="1150" dirty="0">
              <a:latin typeface="Segoe UI" panose="020B0502040204020203" pitchFamily="34" charset="0"/>
            </a:endParaRPr>
          </a:p>
        </p:txBody>
      </p:sp>
      <p:sp>
        <p:nvSpPr>
          <p:cNvPr id="7" name="Shape 7">
            <a:extLst>
              <a:ext uri="{FF2B5EF4-FFF2-40B4-BE49-F238E27FC236}">
                <a16:creationId xmlns:a16="http://schemas.microsoft.com/office/drawing/2014/main" id="{507719AD-228F-C2F4-1BD6-9B887F009B7C}"/>
              </a:ext>
            </a:extLst>
          </p:cNvPr>
          <p:cNvSpPr/>
          <p:nvPr/>
        </p:nvSpPr>
        <p:spPr>
          <a:xfrm>
            <a:off x="3312922" y="1311402"/>
            <a:ext cx="4389120" cy="402336"/>
          </a:xfrm>
          <a:prstGeom prst="rect">
            <a:avLst/>
          </a:prstGeom>
          <a:solidFill>
            <a:srgbClr val="243A5E"/>
          </a:solidFill>
          <a:ln w="6350">
            <a:solidFill>
              <a:srgbClr val="D7DEE8"/>
            </a:solidFill>
            <a:prstDash val="solid"/>
          </a:ln>
        </p:spPr>
        <p:txBody>
          <a:bodyPr/>
          <a:lstStyle/>
          <a:p>
            <a:endParaRPr lang="en-GB"/>
          </a:p>
        </p:txBody>
      </p:sp>
      <p:sp>
        <p:nvSpPr>
          <p:cNvPr id="8" name="Text 8">
            <a:extLst>
              <a:ext uri="{FF2B5EF4-FFF2-40B4-BE49-F238E27FC236}">
                <a16:creationId xmlns:a16="http://schemas.microsoft.com/office/drawing/2014/main" id="{DA537687-D48E-3787-F634-F881E557F0E5}"/>
              </a:ext>
            </a:extLst>
          </p:cNvPr>
          <p:cNvSpPr/>
          <p:nvPr/>
        </p:nvSpPr>
        <p:spPr>
          <a:xfrm>
            <a:off x="3358642" y="1430274"/>
            <a:ext cx="429768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What Success Proves</a:t>
            </a:r>
            <a:endParaRPr lang="en-US" sz="1150" dirty="0">
              <a:latin typeface="Segoe UI" panose="020B0502040204020203" pitchFamily="34" charset="0"/>
            </a:endParaRPr>
          </a:p>
        </p:txBody>
      </p:sp>
      <p:sp>
        <p:nvSpPr>
          <p:cNvPr id="9" name="Shape 9">
            <a:extLst>
              <a:ext uri="{FF2B5EF4-FFF2-40B4-BE49-F238E27FC236}">
                <a16:creationId xmlns:a16="http://schemas.microsoft.com/office/drawing/2014/main" id="{C2509A92-BFC0-A4B6-D15F-B2C8330B625C}"/>
              </a:ext>
            </a:extLst>
          </p:cNvPr>
          <p:cNvSpPr/>
          <p:nvPr/>
        </p:nvSpPr>
        <p:spPr>
          <a:xfrm>
            <a:off x="7702042" y="1311402"/>
            <a:ext cx="3977640" cy="402336"/>
          </a:xfrm>
          <a:prstGeom prst="rect">
            <a:avLst/>
          </a:prstGeom>
          <a:solidFill>
            <a:srgbClr val="243A5E"/>
          </a:solidFill>
          <a:ln w="6350">
            <a:solidFill>
              <a:srgbClr val="D7DEE8"/>
            </a:solidFill>
            <a:prstDash val="solid"/>
          </a:ln>
        </p:spPr>
        <p:txBody>
          <a:bodyPr/>
          <a:lstStyle/>
          <a:p>
            <a:endParaRPr lang="en-GB"/>
          </a:p>
        </p:txBody>
      </p:sp>
      <p:sp>
        <p:nvSpPr>
          <p:cNvPr id="10" name="Text 10">
            <a:extLst>
              <a:ext uri="{FF2B5EF4-FFF2-40B4-BE49-F238E27FC236}">
                <a16:creationId xmlns:a16="http://schemas.microsoft.com/office/drawing/2014/main" id="{64E430F6-5810-4C8F-736D-F1F92E6F50C5}"/>
              </a:ext>
            </a:extLst>
          </p:cNvPr>
          <p:cNvSpPr/>
          <p:nvPr/>
        </p:nvSpPr>
        <p:spPr>
          <a:xfrm>
            <a:off x="7747762" y="1430274"/>
            <a:ext cx="3886200" cy="146304"/>
          </a:xfrm>
          <a:prstGeom prst="rect">
            <a:avLst/>
          </a:prstGeom>
          <a:noFill/>
          <a:ln/>
        </p:spPr>
        <p:txBody>
          <a:bodyPr wrap="square" lIns="0" tIns="0" rIns="0" bIns="0" rtlCol="0" anchor="ctr">
            <a:normAutofit fontScale="92500" lnSpcReduction="20000"/>
          </a:bodyPr>
          <a:lstStyle/>
          <a:p>
            <a:pPr marL="0" indent="0" algn="ctr">
              <a:buNone/>
            </a:pPr>
            <a:r>
              <a:rPr lang="en-GB" sz="1150" b="1">
                <a:solidFill>
                  <a:srgbClr val="FFFFFF"/>
                </a:solidFill>
                <a:latin typeface="Segoe UI" panose="020B0502040204020203" pitchFamily="34" charset="0"/>
              </a:rPr>
              <a:t>What It Does Not Prove</a:t>
            </a:r>
            <a:endParaRPr lang="en-US" sz="1150" dirty="0">
              <a:latin typeface="Segoe UI" panose="020B0502040204020203" pitchFamily="34" charset="0"/>
            </a:endParaRPr>
          </a:p>
        </p:txBody>
      </p:sp>
      <p:sp>
        <p:nvSpPr>
          <p:cNvPr id="11" name="Shape 11">
            <a:extLst>
              <a:ext uri="{FF2B5EF4-FFF2-40B4-BE49-F238E27FC236}">
                <a16:creationId xmlns:a16="http://schemas.microsoft.com/office/drawing/2014/main" id="{B1F9C88A-59EA-8749-5FEA-EF729930394F}"/>
              </a:ext>
            </a:extLst>
          </p:cNvPr>
          <p:cNvSpPr/>
          <p:nvPr/>
        </p:nvSpPr>
        <p:spPr>
          <a:xfrm>
            <a:off x="569722" y="1713738"/>
            <a:ext cx="2743200" cy="658368"/>
          </a:xfrm>
          <a:prstGeom prst="rect">
            <a:avLst/>
          </a:prstGeom>
          <a:solidFill>
            <a:srgbClr val="FFFFFF"/>
          </a:solidFill>
          <a:ln w="6350">
            <a:solidFill>
              <a:srgbClr val="D7DEE8"/>
            </a:solidFill>
            <a:prstDash val="solid"/>
          </a:ln>
        </p:spPr>
        <p:txBody>
          <a:bodyPr/>
          <a:lstStyle/>
          <a:p>
            <a:endParaRPr lang="en-GB"/>
          </a:p>
        </p:txBody>
      </p:sp>
      <p:sp>
        <p:nvSpPr>
          <p:cNvPr id="12" name="Text 12">
            <a:extLst>
              <a:ext uri="{FF2B5EF4-FFF2-40B4-BE49-F238E27FC236}">
                <a16:creationId xmlns:a16="http://schemas.microsoft.com/office/drawing/2014/main" id="{718AE139-87EA-19D5-CC6B-CD7E581B846F}"/>
              </a:ext>
            </a:extLst>
          </p:cNvPr>
          <p:cNvSpPr/>
          <p:nvPr/>
        </p:nvSpPr>
        <p:spPr>
          <a:xfrm>
            <a:off x="642874" y="1832610"/>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Ping LON-DC1</a:t>
            </a:r>
            <a:endParaRPr lang="en-US" sz="1130" dirty="0">
              <a:latin typeface="Segoe UI" panose="020B0502040204020203" pitchFamily="34" charset="0"/>
            </a:endParaRPr>
          </a:p>
        </p:txBody>
      </p:sp>
      <p:sp>
        <p:nvSpPr>
          <p:cNvPr id="13" name="Shape 13">
            <a:extLst>
              <a:ext uri="{FF2B5EF4-FFF2-40B4-BE49-F238E27FC236}">
                <a16:creationId xmlns:a16="http://schemas.microsoft.com/office/drawing/2014/main" id="{D1B57E8B-1780-CC10-C888-3F16A3436B14}"/>
              </a:ext>
            </a:extLst>
          </p:cNvPr>
          <p:cNvSpPr/>
          <p:nvPr/>
        </p:nvSpPr>
        <p:spPr>
          <a:xfrm>
            <a:off x="3312922" y="1713738"/>
            <a:ext cx="4389120" cy="658368"/>
          </a:xfrm>
          <a:prstGeom prst="rect">
            <a:avLst/>
          </a:prstGeom>
          <a:solidFill>
            <a:srgbClr val="FFFFFF"/>
          </a:solidFill>
          <a:ln w="6350">
            <a:solidFill>
              <a:srgbClr val="D7DEE8"/>
            </a:solidFill>
            <a:prstDash val="solid"/>
          </a:ln>
        </p:spPr>
        <p:txBody>
          <a:bodyPr/>
          <a:lstStyle/>
          <a:p>
            <a:endParaRPr lang="en-GB"/>
          </a:p>
        </p:txBody>
      </p:sp>
      <p:sp>
        <p:nvSpPr>
          <p:cNvPr id="14" name="Text 14">
            <a:extLst>
              <a:ext uri="{FF2B5EF4-FFF2-40B4-BE49-F238E27FC236}">
                <a16:creationId xmlns:a16="http://schemas.microsoft.com/office/drawing/2014/main" id="{2C7EE4C1-1389-9EF9-8F4F-4B5177CCD0EF}"/>
              </a:ext>
            </a:extLst>
          </p:cNvPr>
          <p:cNvSpPr/>
          <p:nvPr/>
        </p:nvSpPr>
        <p:spPr>
          <a:xfrm>
            <a:off x="3386074" y="1832610"/>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Basic ICMP reachability</a:t>
            </a:r>
            <a:endParaRPr lang="en-US" sz="1130" dirty="0">
              <a:latin typeface="Segoe UI" panose="020B0502040204020203" pitchFamily="34" charset="0"/>
            </a:endParaRPr>
          </a:p>
        </p:txBody>
      </p:sp>
      <p:sp>
        <p:nvSpPr>
          <p:cNvPr id="15" name="Shape 15">
            <a:extLst>
              <a:ext uri="{FF2B5EF4-FFF2-40B4-BE49-F238E27FC236}">
                <a16:creationId xmlns:a16="http://schemas.microsoft.com/office/drawing/2014/main" id="{F02BEB8F-E550-33BC-ACCA-6F70B415952C}"/>
              </a:ext>
            </a:extLst>
          </p:cNvPr>
          <p:cNvSpPr/>
          <p:nvPr/>
        </p:nvSpPr>
        <p:spPr>
          <a:xfrm>
            <a:off x="7702042" y="1713738"/>
            <a:ext cx="3977640" cy="658368"/>
          </a:xfrm>
          <a:prstGeom prst="rect">
            <a:avLst/>
          </a:prstGeom>
          <a:solidFill>
            <a:srgbClr val="FFFFFF"/>
          </a:solidFill>
          <a:ln w="6350">
            <a:solidFill>
              <a:srgbClr val="D7DEE8"/>
            </a:solidFill>
            <a:prstDash val="solid"/>
          </a:ln>
        </p:spPr>
        <p:txBody>
          <a:bodyPr/>
          <a:lstStyle/>
          <a:p>
            <a:endParaRPr lang="en-GB"/>
          </a:p>
        </p:txBody>
      </p:sp>
      <p:sp>
        <p:nvSpPr>
          <p:cNvPr id="16" name="Text 16">
            <a:extLst>
              <a:ext uri="{FF2B5EF4-FFF2-40B4-BE49-F238E27FC236}">
                <a16:creationId xmlns:a16="http://schemas.microsoft.com/office/drawing/2014/main" id="{0DECBF39-F6C4-6059-A8CC-08A3269D1DDE}"/>
              </a:ext>
            </a:extLst>
          </p:cNvPr>
          <p:cNvSpPr/>
          <p:nvPr/>
        </p:nvSpPr>
        <p:spPr>
          <a:xfrm>
            <a:off x="7775194" y="1832610"/>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DNS, Kerberos, SMB, WinRM, or RDP health</a:t>
            </a:r>
            <a:endParaRPr lang="en-US" sz="1130" dirty="0">
              <a:latin typeface="Segoe UI" panose="020B0502040204020203" pitchFamily="34" charset="0"/>
            </a:endParaRPr>
          </a:p>
        </p:txBody>
      </p:sp>
      <p:sp>
        <p:nvSpPr>
          <p:cNvPr id="17" name="Shape 17">
            <a:extLst>
              <a:ext uri="{FF2B5EF4-FFF2-40B4-BE49-F238E27FC236}">
                <a16:creationId xmlns:a16="http://schemas.microsoft.com/office/drawing/2014/main" id="{CFC16CF5-6D38-C1D4-C833-E4E2F9404424}"/>
              </a:ext>
            </a:extLst>
          </p:cNvPr>
          <p:cNvSpPr/>
          <p:nvPr/>
        </p:nvSpPr>
        <p:spPr>
          <a:xfrm>
            <a:off x="569722" y="2372106"/>
            <a:ext cx="2743200" cy="658368"/>
          </a:xfrm>
          <a:prstGeom prst="rect">
            <a:avLst/>
          </a:prstGeom>
          <a:solidFill>
            <a:srgbClr val="F9FAFB"/>
          </a:solidFill>
          <a:ln w="6350">
            <a:solidFill>
              <a:srgbClr val="D7DEE8"/>
            </a:solidFill>
            <a:prstDash val="solid"/>
          </a:ln>
        </p:spPr>
        <p:txBody>
          <a:bodyPr/>
          <a:lstStyle/>
          <a:p>
            <a:endParaRPr lang="en-GB"/>
          </a:p>
        </p:txBody>
      </p:sp>
      <p:sp>
        <p:nvSpPr>
          <p:cNvPr id="18" name="Text 18">
            <a:extLst>
              <a:ext uri="{FF2B5EF4-FFF2-40B4-BE49-F238E27FC236}">
                <a16:creationId xmlns:a16="http://schemas.microsoft.com/office/drawing/2014/main" id="{F66C516A-F6A8-2CE4-C468-5CE5FC3DDE04}"/>
              </a:ext>
            </a:extLst>
          </p:cNvPr>
          <p:cNvSpPr/>
          <p:nvPr/>
        </p:nvSpPr>
        <p:spPr>
          <a:xfrm>
            <a:off x="642874" y="2490978"/>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Resolve-DnsName</a:t>
            </a:r>
            <a:endParaRPr lang="en-US" sz="1130" dirty="0">
              <a:latin typeface="Segoe UI" panose="020B0502040204020203" pitchFamily="34" charset="0"/>
            </a:endParaRPr>
          </a:p>
        </p:txBody>
      </p:sp>
      <p:sp>
        <p:nvSpPr>
          <p:cNvPr id="19" name="Shape 19">
            <a:extLst>
              <a:ext uri="{FF2B5EF4-FFF2-40B4-BE49-F238E27FC236}">
                <a16:creationId xmlns:a16="http://schemas.microsoft.com/office/drawing/2014/main" id="{6323F9DD-B321-B7DC-40BD-957C1F784AEC}"/>
              </a:ext>
            </a:extLst>
          </p:cNvPr>
          <p:cNvSpPr/>
          <p:nvPr/>
        </p:nvSpPr>
        <p:spPr>
          <a:xfrm>
            <a:off x="3312922" y="2372106"/>
            <a:ext cx="4389120" cy="658368"/>
          </a:xfrm>
          <a:prstGeom prst="rect">
            <a:avLst/>
          </a:prstGeom>
          <a:solidFill>
            <a:srgbClr val="F9FAFB"/>
          </a:solidFill>
          <a:ln w="6350">
            <a:solidFill>
              <a:srgbClr val="D7DEE8"/>
            </a:solidFill>
            <a:prstDash val="solid"/>
          </a:ln>
        </p:spPr>
        <p:txBody>
          <a:bodyPr/>
          <a:lstStyle/>
          <a:p>
            <a:endParaRPr lang="en-GB"/>
          </a:p>
        </p:txBody>
      </p:sp>
      <p:sp>
        <p:nvSpPr>
          <p:cNvPr id="20" name="Text 20">
            <a:extLst>
              <a:ext uri="{FF2B5EF4-FFF2-40B4-BE49-F238E27FC236}">
                <a16:creationId xmlns:a16="http://schemas.microsoft.com/office/drawing/2014/main" id="{7F12922B-7053-B8EC-6952-0AD9BB8DCDB3}"/>
              </a:ext>
            </a:extLst>
          </p:cNvPr>
          <p:cNvSpPr/>
          <p:nvPr/>
        </p:nvSpPr>
        <p:spPr>
          <a:xfrm>
            <a:off x="3386074" y="2490978"/>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Name can resolve</a:t>
            </a:r>
            <a:endParaRPr lang="en-US" sz="1130" dirty="0">
              <a:latin typeface="Segoe UI" panose="020B0502040204020203" pitchFamily="34" charset="0"/>
            </a:endParaRPr>
          </a:p>
        </p:txBody>
      </p:sp>
      <p:sp>
        <p:nvSpPr>
          <p:cNvPr id="21" name="Shape 21">
            <a:extLst>
              <a:ext uri="{FF2B5EF4-FFF2-40B4-BE49-F238E27FC236}">
                <a16:creationId xmlns:a16="http://schemas.microsoft.com/office/drawing/2014/main" id="{124FB9B7-9FA6-D69A-B27E-63E0E21DF6EE}"/>
              </a:ext>
            </a:extLst>
          </p:cNvPr>
          <p:cNvSpPr/>
          <p:nvPr/>
        </p:nvSpPr>
        <p:spPr>
          <a:xfrm>
            <a:off x="7702042" y="2372106"/>
            <a:ext cx="3977640" cy="658368"/>
          </a:xfrm>
          <a:prstGeom prst="rect">
            <a:avLst/>
          </a:prstGeom>
          <a:solidFill>
            <a:srgbClr val="F9FAFB"/>
          </a:solidFill>
          <a:ln w="6350">
            <a:solidFill>
              <a:srgbClr val="D7DEE8"/>
            </a:solidFill>
            <a:prstDash val="solid"/>
          </a:ln>
        </p:spPr>
        <p:txBody>
          <a:bodyPr/>
          <a:lstStyle/>
          <a:p>
            <a:endParaRPr lang="en-GB"/>
          </a:p>
        </p:txBody>
      </p:sp>
      <p:sp>
        <p:nvSpPr>
          <p:cNvPr id="22" name="Text 22">
            <a:extLst>
              <a:ext uri="{FF2B5EF4-FFF2-40B4-BE49-F238E27FC236}">
                <a16:creationId xmlns:a16="http://schemas.microsoft.com/office/drawing/2014/main" id="{14AE8CF3-0C7B-890F-255A-536B0D36D993}"/>
              </a:ext>
            </a:extLst>
          </p:cNvPr>
          <p:cNvSpPr/>
          <p:nvPr/>
        </p:nvSpPr>
        <p:spPr>
          <a:xfrm>
            <a:off x="7775194" y="2490978"/>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The service port is open</a:t>
            </a:r>
            <a:endParaRPr lang="en-US" sz="1130" dirty="0">
              <a:latin typeface="Segoe UI" panose="020B0502040204020203" pitchFamily="34" charset="0"/>
            </a:endParaRPr>
          </a:p>
        </p:txBody>
      </p:sp>
      <p:sp>
        <p:nvSpPr>
          <p:cNvPr id="23" name="Shape 23">
            <a:extLst>
              <a:ext uri="{FF2B5EF4-FFF2-40B4-BE49-F238E27FC236}">
                <a16:creationId xmlns:a16="http://schemas.microsoft.com/office/drawing/2014/main" id="{BA16ACF3-87C2-DDBF-C007-825077C38C68}"/>
              </a:ext>
            </a:extLst>
          </p:cNvPr>
          <p:cNvSpPr/>
          <p:nvPr/>
        </p:nvSpPr>
        <p:spPr>
          <a:xfrm>
            <a:off x="569722" y="3030474"/>
            <a:ext cx="2743200" cy="658368"/>
          </a:xfrm>
          <a:prstGeom prst="rect">
            <a:avLst/>
          </a:prstGeom>
          <a:solidFill>
            <a:srgbClr val="FFFFFF"/>
          </a:solidFill>
          <a:ln w="6350">
            <a:solidFill>
              <a:srgbClr val="D7DEE8"/>
            </a:solidFill>
            <a:prstDash val="solid"/>
          </a:ln>
        </p:spPr>
        <p:txBody>
          <a:bodyPr/>
          <a:lstStyle/>
          <a:p>
            <a:endParaRPr lang="en-GB"/>
          </a:p>
        </p:txBody>
      </p:sp>
      <p:sp>
        <p:nvSpPr>
          <p:cNvPr id="24" name="Text 24">
            <a:extLst>
              <a:ext uri="{FF2B5EF4-FFF2-40B4-BE49-F238E27FC236}">
                <a16:creationId xmlns:a16="http://schemas.microsoft.com/office/drawing/2014/main" id="{8E29CE68-9858-B2DA-4C36-8EB0DF26F2D0}"/>
              </a:ext>
            </a:extLst>
          </p:cNvPr>
          <p:cNvSpPr/>
          <p:nvPr/>
        </p:nvSpPr>
        <p:spPr>
          <a:xfrm>
            <a:off x="642874" y="3149346"/>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Test-NetConnection -Port 445</a:t>
            </a:r>
            <a:endParaRPr lang="en-US" sz="1130" dirty="0">
              <a:latin typeface="Segoe UI" panose="020B0502040204020203" pitchFamily="34" charset="0"/>
            </a:endParaRPr>
          </a:p>
        </p:txBody>
      </p:sp>
      <p:sp>
        <p:nvSpPr>
          <p:cNvPr id="25" name="Shape 25">
            <a:extLst>
              <a:ext uri="{FF2B5EF4-FFF2-40B4-BE49-F238E27FC236}">
                <a16:creationId xmlns:a16="http://schemas.microsoft.com/office/drawing/2014/main" id="{AA0C02FD-01F3-2ADA-6C2B-4DE33B71BD6D}"/>
              </a:ext>
            </a:extLst>
          </p:cNvPr>
          <p:cNvSpPr/>
          <p:nvPr/>
        </p:nvSpPr>
        <p:spPr>
          <a:xfrm>
            <a:off x="3312922" y="3030474"/>
            <a:ext cx="4389120" cy="658368"/>
          </a:xfrm>
          <a:prstGeom prst="rect">
            <a:avLst/>
          </a:prstGeom>
          <a:solidFill>
            <a:srgbClr val="FFFFFF"/>
          </a:solidFill>
          <a:ln w="6350">
            <a:solidFill>
              <a:srgbClr val="D7DEE8"/>
            </a:solidFill>
            <a:prstDash val="solid"/>
          </a:ln>
        </p:spPr>
        <p:txBody>
          <a:bodyPr/>
          <a:lstStyle/>
          <a:p>
            <a:endParaRPr lang="en-GB"/>
          </a:p>
        </p:txBody>
      </p:sp>
      <p:sp>
        <p:nvSpPr>
          <p:cNvPr id="26" name="Text 26">
            <a:extLst>
              <a:ext uri="{FF2B5EF4-FFF2-40B4-BE49-F238E27FC236}">
                <a16:creationId xmlns:a16="http://schemas.microsoft.com/office/drawing/2014/main" id="{0F510794-31A6-4197-E80A-FEDBDFC80C03}"/>
              </a:ext>
            </a:extLst>
          </p:cNvPr>
          <p:cNvSpPr/>
          <p:nvPr/>
        </p:nvSpPr>
        <p:spPr>
          <a:xfrm>
            <a:off x="3386074" y="3149346"/>
            <a:ext cx="424281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SMB TCP path is reachable</a:t>
            </a:r>
            <a:endParaRPr lang="en-US" sz="1130" dirty="0">
              <a:latin typeface="Segoe UI" panose="020B0502040204020203" pitchFamily="34" charset="0"/>
            </a:endParaRPr>
          </a:p>
        </p:txBody>
      </p:sp>
      <p:sp>
        <p:nvSpPr>
          <p:cNvPr id="27" name="Shape 27">
            <a:extLst>
              <a:ext uri="{FF2B5EF4-FFF2-40B4-BE49-F238E27FC236}">
                <a16:creationId xmlns:a16="http://schemas.microsoft.com/office/drawing/2014/main" id="{8F88E498-DF6B-2FF9-3E6C-5B20AEBD7D0F}"/>
              </a:ext>
            </a:extLst>
          </p:cNvPr>
          <p:cNvSpPr/>
          <p:nvPr/>
        </p:nvSpPr>
        <p:spPr>
          <a:xfrm>
            <a:off x="7702042" y="3030474"/>
            <a:ext cx="3977640" cy="658368"/>
          </a:xfrm>
          <a:prstGeom prst="rect">
            <a:avLst/>
          </a:prstGeom>
          <a:solidFill>
            <a:srgbClr val="FFFFFF"/>
          </a:solidFill>
          <a:ln w="6350">
            <a:solidFill>
              <a:srgbClr val="D7DEE8"/>
            </a:solidFill>
            <a:prstDash val="solid"/>
          </a:ln>
        </p:spPr>
        <p:txBody>
          <a:bodyPr/>
          <a:lstStyle/>
          <a:p>
            <a:endParaRPr lang="en-GB"/>
          </a:p>
        </p:txBody>
      </p:sp>
      <p:sp>
        <p:nvSpPr>
          <p:cNvPr id="28" name="Text 28">
            <a:extLst>
              <a:ext uri="{FF2B5EF4-FFF2-40B4-BE49-F238E27FC236}">
                <a16:creationId xmlns:a16="http://schemas.microsoft.com/office/drawing/2014/main" id="{039830CE-3A67-7577-17ED-4F81E3A3BEB6}"/>
              </a:ext>
            </a:extLst>
          </p:cNvPr>
          <p:cNvSpPr/>
          <p:nvPr/>
        </p:nvSpPr>
        <p:spPr>
          <a:xfrm>
            <a:off x="7775194" y="3149346"/>
            <a:ext cx="383133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Share permissions are correct</a:t>
            </a:r>
            <a:endParaRPr lang="en-US" sz="1130" dirty="0">
              <a:latin typeface="Segoe UI" panose="020B0502040204020203" pitchFamily="34" charset="0"/>
            </a:endParaRPr>
          </a:p>
        </p:txBody>
      </p:sp>
      <p:sp>
        <p:nvSpPr>
          <p:cNvPr id="29" name="Shape 29">
            <a:extLst>
              <a:ext uri="{FF2B5EF4-FFF2-40B4-BE49-F238E27FC236}">
                <a16:creationId xmlns:a16="http://schemas.microsoft.com/office/drawing/2014/main" id="{4B52669D-1759-4293-E96B-4700290B1E24}"/>
              </a:ext>
            </a:extLst>
          </p:cNvPr>
          <p:cNvSpPr/>
          <p:nvPr/>
        </p:nvSpPr>
        <p:spPr>
          <a:xfrm>
            <a:off x="569722" y="3688842"/>
            <a:ext cx="2743200" cy="658368"/>
          </a:xfrm>
          <a:prstGeom prst="rect">
            <a:avLst/>
          </a:prstGeom>
          <a:solidFill>
            <a:srgbClr val="F9FAFB"/>
          </a:solidFill>
          <a:ln w="6350">
            <a:solidFill>
              <a:srgbClr val="D7DEE8"/>
            </a:solidFill>
            <a:prstDash val="solid"/>
          </a:ln>
        </p:spPr>
        <p:txBody>
          <a:bodyPr/>
          <a:lstStyle/>
          <a:p>
            <a:endParaRPr lang="en-GB"/>
          </a:p>
        </p:txBody>
      </p:sp>
      <p:sp>
        <p:nvSpPr>
          <p:cNvPr id="30" name="Text 30">
            <a:extLst>
              <a:ext uri="{FF2B5EF4-FFF2-40B4-BE49-F238E27FC236}">
                <a16:creationId xmlns:a16="http://schemas.microsoft.com/office/drawing/2014/main" id="{261FE502-CA4F-5EAD-A82D-DED310558F84}"/>
              </a:ext>
            </a:extLst>
          </p:cNvPr>
          <p:cNvSpPr/>
          <p:nvPr/>
        </p:nvSpPr>
        <p:spPr>
          <a:xfrm>
            <a:off x="642874" y="3807714"/>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Test-NetConnection -Port 5985</a:t>
            </a:r>
            <a:endParaRPr lang="en-US" sz="1130" dirty="0">
              <a:latin typeface="Segoe UI" panose="020B0502040204020203" pitchFamily="34" charset="0"/>
            </a:endParaRPr>
          </a:p>
        </p:txBody>
      </p:sp>
      <p:sp>
        <p:nvSpPr>
          <p:cNvPr id="31" name="Shape 31">
            <a:extLst>
              <a:ext uri="{FF2B5EF4-FFF2-40B4-BE49-F238E27FC236}">
                <a16:creationId xmlns:a16="http://schemas.microsoft.com/office/drawing/2014/main" id="{D54FC94E-E97C-DA26-5598-B8CA251EF490}"/>
              </a:ext>
            </a:extLst>
          </p:cNvPr>
          <p:cNvSpPr/>
          <p:nvPr/>
        </p:nvSpPr>
        <p:spPr>
          <a:xfrm>
            <a:off x="3312922" y="3688842"/>
            <a:ext cx="4389120" cy="658368"/>
          </a:xfrm>
          <a:prstGeom prst="rect">
            <a:avLst/>
          </a:prstGeom>
          <a:solidFill>
            <a:srgbClr val="F9FAFB"/>
          </a:solidFill>
          <a:ln w="6350">
            <a:solidFill>
              <a:srgbClr val="D7DEE8"/>
            </a:solidFill>
            <a:prstDash val="solid"/>
          </a:ln>
        </p:spPr>
        <p:txBody>
          <a:bodyPr/>
          <a:lstStyle/>
          <a:p>
            <a:endParaRPr lang="en-GB"/>
          </a:p>
        </p:txBody>
      </p:sp>
      <p:sp>
        <p:nvSpPr>
          <p:cNvPr id="32" name="Text 32">
            <a:extLst>
              <a:ext uri="{FF2B5EF4-FFF2-40B4-BE49-F238E27FC236}">
                <a16:creationId xmlns:a16="http://schemas.microsoft.com/office/drawing/2014/main" id="{E953414C-81B0-F756-6980-B5EEDA6F5419}"/>
              </a:ext>
            </a:extLst>
          </p:cNvPr>
          <p:cNvSpPr/>
          <p:nvPr/>
        </p:nvSpPr>
        <p:spPr>
          <a:xfrm>
            <a:off x="3386074" y="3807714"/>
            <a:ext cx="424281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WinRM TCP path is reachable</a:t>
            </a:r>
            <a:endParaRPr lang="en-US" sz="1130" dirty="0">
              <a:latin typeface="Segoe UI" panose="020B0502040204020203" pitchFamily="34" charset="0"/>
            </a:endParaRPr>
          </a:p>
        </p:txBody>
      </p:sp>
      <p:sp>
        <p:nvSpPr>
          <p:cNvPr id="33" name="Shape 33">
            <a:extLst>
              <a:ext uri="{FF2B5EF4-FFF2-40B4-BE49-F238E27FC236}">
                <a16:creationId xmlns:a16="http://schemas.microsoft.com/office/drawing/2014/main" id="{72A86728-10A7-555A-A9A4-81274564A06B}"/>
              </a:ext>
            </a:extLst>
          </p:cNvPr>
          <p:cNvSpPr/>
          <p:nvPr/>
        </p:nvSpPr>
        <p:spPr>
          <a:xfrm>
            <a:off x="7702042" y="3688842"/>
            <a:ext cx="3977640" cy="658368"/>
          </a:xfrm>
          <a:prstGeom prst="rect">
            <a:avLst/>
          </a:prstGeom>
          <a:solidFill>
            <a:srgbClr val="F9FAFB"/>
          </a:solidFill>
          <a:ln w="6350">
            <a:solidFill>
              <a:srgbClr val="D7DEE8"/>
            </a:solidFill>
            <a:prstDash val="solid"/>
          </a:ln>
        </p:spPr>
        <p:txBody>
          <a:bodyPr/>
          <a:lstStyle/>
          <a:p>
            <a:endParaRPr lang="en-GB"/>
          </a:p>
        </p:txBody>
      </p:sp>
      <p:sp>
        <p:nvSpPr>
          <p:cNvPr id="34" name="Text 34">
            <a:extLst>
              <a:ext uri="{FF2B5EF4-FFF2-40B4-BE49-F238E27FC236}">
                <a16:creationId xmlns:a16="http://schemas.microsoft.com/office/drawing/2014/main" id="{27292259-E131-4508-5DB0-8F05BB239553}"/>
              </a:ext>
            </a:extLst>
          </p:cNvPr>
          <p:cNvSpPr/>
          <p:nvPr/>
        </p:nvSpPr>
        <p:spPr>
          <a:xfrm>
            <a:off x="7775194" y="3807714"/>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Authentication or remoting policy is correct</a:t>
            </a:r>
            <a:endParaRPr lang="en-US" sz="1130" dirty="0">
              <a:latin typeface="Segoe UI" panose="020B0502040204020203" pitchFamily="34" charset="0"/>
            </a:endParaRPr>
          </a:p>
        </p:txBody>
      </p:sp>
      <p:sp>
        <p:nvSpPr>
          <p:cNvPr id="35" name="Shape 35" hidden="1">
            <a:extLst>
              <a:ext uri="{FF2B5EF4-FFF2-40B4-BE49-F238E27FC236}">
                <a16:creationId xmlns:a16="http://schemas.microsoft.com/office/drawing/2014/main" id="{A30FB3D5-B22D-3636-3743-73998EFB51BA}"/>
              </a:ext>
            </a:extLst>
          </p:cNvPr>
          <p:cNvSpPr/>
          <p:nvPr/>
        </p:nvSpPr>
        <p:spPr>
          <a:xfrm>
            <a:off x="569722" y="4347210"/>
            <a:ext cx="2743200" cy="658368"/>
          </a:xfrm>
          <a:prstGeom prst="rect">
            <a:avLst/>
          </a:prstGeom>
          <a:solidFill>
            <a:srgbClr val="FFFFFF"/>
          </a:solidFill>
          <a:ln w="6350">
            <a:solidFill>
              <a:srgbClr val="D7DEE8"/>
            </a:solidFill>
            <a:prstDash val="solid"/>
          </a:ln>
        </p:spPr>
        <p:txBody>
          <a:bodyPr/>
          <a:lstStyle/>
          <a:p>
            <a:endParaRPr lang="en-GB"/>
          </a:p>
        </p:txBody>
      </p:sp>
      <p:sp>
        <p:nvSpPr>
          <p:cNvPr id="36" name="Text 36" hidden="1">
            <a:extLst>
              <a:ext uri="{FF2B5EF4-FFF2-40B4-BE49-F238E27FC236}">
                <a16:creationId xmlns:a16="http://schemas.microsoft.com/office/drawing/2014/main" id="{5CD7B445-F8E6-09CF-E959-EAD7895597E6}"/>
              </a:ext>
            </a:extLst>
          </p:cNvPr>
          <p:cNvSpPr/>
          <p:nvPr/>
        </p:nvSpPr>
        <p:spPr>
          <a:xfrm>
            <a:off x="642874" y="4466082"/>
            <a:ext cx="2596896" cy="347472"/>
          </a:xfrm>
          <a:prstGeom prst="rect">
            <a:avLst/>
          </a:prstGeom>
          <a:noFill/>
          <a:ln/>
        </p:spPr>
        <p:txBody>
          <a:bodyPr wrap="square" lIns="0" tIns="0" rIns="0" bIns="0" rtlCol="0" anchor="ctr">
            <a:noAutofit/>
          </a:bodyPr>
          <a:lstStyle/>
          <a:p>
            <a:pPr marL="0" indent="0">
              <a:buNone/>
            </a:pPr>
            <a:endParaRPr lang="en-US" sz="1130" dirty="0"/>
          </a:p>
        </p:txBody>
      </p:sp>
      <p:sp>
        <p:nvSpPr>
          <p:cNvPr id="37" name="Shape 37" hidden="1">
            <a:extLst>
              <a:ext uri="{FF2B5EF4-FFF2-40B4-BE49-F238E27FC236}">
                <a16:creationId xmlns:a16="http://schemas.microsoft.com/office/drawing/2014/main" id="{3D7BF30F-6655-832D-9910-0550B071BD9C}"/>
              </a:ext>
            </a:extLst>
          </p:cNvPr>
          <p:cNvSpPr/>
          <p:nvPr/>
        </p:nvSpPr>
        <p:spPr>
          <a:xfrm>
            <a:off x="3312922" y="4347210"/>
            <a:ext cx="4389120" cy="658368"/>
          </a:xfrm>
          <a:prstGeom prst="rect">
            <a:avLst/>
          </a:prstGeom>
          <a:solidFill>
            <a:srgbClr val="FFFFFF"/>
          </a:solidFill>
          <a:ln w="6350">
            <a:solidFill>
              <a:srgbClr val="D7DEE8"/>
            </a:solidFill>
            <a:prstDash val="solid"/>
          </a:ln>
        </p:spPr>
        <p:txBody>
          <a:bodyPr/>
          <a:lstStyle/>
          <a:p>
            <a:endParaRPr lang="en-GB"/>
          </a:p>
        </p:txBody>
      </p:sp>
      <p:sp>
        <p:nvSpPr>
          <p:cNvPr id="38" name="Text 38" hidden="1">
            <a:extLst>
              <a:ext uri="{FF2B5EF4-FFF2-40B4-BE49-F238E27FC236}">
                <a16:creationId xmlns:a16="http://schemas.microsoft.com/office/drawing/2014/main" id="{1A3A3594-6DC0-003B-F894-535413800219}"/>
              </a:ext>
            </a:extLst>
          </p:cNvPr>
          <p:cNvSpPr/>
          <p:nvPr/>
        </p:nvSpPr>
        <p:spPr>
          <a:xfrm>
            <a:off x="3386074" y="4466082"/>
            <a:ext cx="4242816" cy="347472"/>
          </a:xfrm>
          <a:prstGeom prst="rect">
            <a:avLst/>
          </a:prstGeom>
          <a:noFill/>
          <a:ln/>
        </p:spPr>
        <p:txBody>
          <a:bodyPr wrap="square" lIns="0" tIns="0" rIns="0" bIns="0" rtlCol="0" anchor="ctr">
            <a:noAutofit/>
          </a:bodyPr>
          <a:lstStyle/>
          <a:p>
            <a:pPr marL="0" indent="0">
              <a:buNone/>
            </a:pPr>
            <a:endParaRPr lang="en-US" sz="1130" dirty="0"/>
          </a:p>
        </p:txBody>
      </p:sp>
      <p:sp>
        <p:nvSpPr>
          <p:cNvPr id="39" name="Shape 39" hidden="1">
            <a:extLst>
              <a:ext uri="{FF2B5EF4-FFF2-40B4-BE49-F238E27FC236}">
                <a16:creationId xmlns:a16="http://schemas.microsoft.com/office/drawing/2014/main" id="{8221024F-DB2B-3ED5-2280-BE3355228DD7}"/>
              </a:ext>
            </a:extLst>
          </p:cNvPr>
          <p:cNvSpPr/>
          <p:nvPr/>
        </p:nvSpPr>
        <p:spPr>
          <a:xfrm>
            <a:off x="7702042" y="4347210"/>
            <a:ext cx="3977640" cy="658368"/>
          </a:xfrm>
          <a:prstGeom prst="rect">
            <a:avLst/>
          </a:prstGeom>
          <a:solidFill>
            <a:srgbClr val="FFFFFF"/>
          </a:solidFill>
          <a:ln w="6350">
            <a:solidFill>
              <a:srgbClr val="D7DEE8"/>
            </a:solidFill>
            <a:prstDash val="solid"/>
          </a:ln>
        </p:spPr>
        <p:txBody>
          <a:bodyPr/>
          <a:lstStyle/>
          <a:p>
            <a:endParaRPr lang="en-GB"/>
          </a:p>
        </p:txBody>
      </p:sp>
      <p:sp>
        <p:nvSpPr>
          <p:cNvPr id="40" name="Text 40" hidden="1">
            <a:extLst>
              <a:ext uri="{FF2B5EF4-FFF2-40B4-BE49-F238E27FC236}">
                <a16:creationId xmlns:a16="http://schemas.microsoft.com/office/drawing/2014/main" id="{B87A7F9A-2D82-47B7-3BCD-00A0EC95296C}"/>
              </a:ext>
            </a:extLst>
          </p:cNvPr>
          <p:cNvSpPr/>
          <p:nvPr/>
        </p:nvSpPr>
        <p:spPr>
          <a:xfrm>
            <a:off x="7775194" y="4466082"/>
            <a:ext cx="3831336" cy="347472"/>
          </a:xfrm>
          <a:prstGeom prst="rect">
            <a:avLst/>
          </a:prstGeom>
          <a:noFill/>
          <a:ln/>
        </p:spPr>
        <p:txBody>
          <a:bodyPr wrap="square" lIns="0" tIns="0" rIns="0" bIns="0" rtlCol="0" anchor="ctr">
            <a:noAutofit/>
          </a:bodyPr>
          <a:lstStyle/>
          <a:p>
            <a:pPr marL="0" indent="0">
              <a:buNone/>
            </a:pPr>
            <a:endParaRPr lang="en-US" sz="1130" dirty="0"/>
          </a:p>
        </p:txBody>
      </p:sp>
      <p:sp>
        <p:nvSpPr>
          <p:cNvPr id="41" name="Course footer">
            <a:extLst>
              <a:ext uri="{FF2B5EF4-FFF2-40B4-BE49-F238E27FC236}">
                <a16:creationId xmlns:a16="http://schemas.microsoft.com/office/drawing/2014/main" id="{4F3887C7-AC13-A0CC-EC39-F3B4462711CC}"/>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2" name="TextBox 41">
            <a:extLst>
              <a:ext uri="{FF2B5EF4-FFF2-40B4-BE49-F238E27FC236}">
                <a16:creationId xmlns:a16="http://schemas.microsoft.com/office/drawing/2014/main" id="{56560C74-35D6-345A-134B-B3A7772DDF18}"/>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78962422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0DC92-3233-BB82-BC07-B1F2243FE1EA}"/>
              </a:ext>
            </a:extLst>
          </p:cNvPr>
          <p:cNvSpPr>
            <a:spLocks noGrp="1"/>
          </p:cNvSpPr>
          <p:nvPr>
            <p:ph type="title" idx="4294967295"/>
          </p:nvPr>
        </p:nvSpPr>
        <p:spPr>
          <a:xfrm>
            <a:off x="0" y="585788"/>
            <a:ext cx="10500000" cy="984250"/>
          </a:xfrm>
        </p:spPr>
        <p:txBody>
          <a:bodyPr wrap="square">
            <a:noAutofit/>
          </a:bodyPr>
          <a:lstStyle/>
          <a:p>
            <a:r>
              <a:rPr lang="en-GB"/>
              <a:t>Inspect Network Configuration</a:t>
            </a:r>
          </a:p>
        </p:txBody>
      </p:sp>
      <p:sp>
        <p:nvSpPr>
          <p:cNvPr id="5" name="Shape 3">
            <a:extLst>
              <a:ext uri="{FF2B5EF4-FFF2-40B4-BE49-F238E27FC236}">
                <a16:creationId xmlns:a16="http://schemas.microsoft.com/office/drawing/2014/main" id="{8D9D154B-07A7-022A-F8F2-FD0E85044E6E}"/>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7" name="Shape 5">
            <a:extLst>
              <a:ext uri="{FF2B5EF4-FFF2-40B4-BE49-F238E27FC236}">
                <a16:creationId xmlns:a16="http://schemas.microsoft.com/office/drawing/2014/main" id="{AC327FF8-D4F6-91D0-0A44-8A710F852348}"/>
              </a:ext>
            </a:extLst>
          </p:cNvPr>
          <p:cNvSpPr/>
          <p:nvPr/>
        </p:nvSpPr>
        <p:spPr>
          <a:xfrm>
            <a:off x="697738" y="1311402"/>
            <a:ext cx="6537960" cy="4343400"/>
          </a:xfrm>
          <a:prstGeom prst="rect">
            <a:avLst/>
          </a:prstGeom>
          <a:solidFill>
            <a:srgbClr val="101827"/>
          </a:solidFill>
          <a:ln w="12700">
            <a:solidFill>
              <a:srgbClr val="101827"/>
            </a:solidFill>
            <a:prstDash val="solid"/>
          </a:ln>
        </p:spPr>
        <p:txBody>
          <a:bodyPr/>
          <a:lstStyle/>
          <a:p>
            <a:endParaRPr lang="en-GB"/>
          </a:p>
        </p:txBody>
      </p:sp>
      <p:sp>
        <p:nvSpPr>
          <p:cNvPr id="8" name="Text 6">
            <a:extLst>
              <a:ext uri="{FF2B5EF4-FFF2-40B4-BE49-F238E27FC236}">
                <a16:creationId xmlns:a16="http://schemas.microsoft.com/office/drawing/2014/main" id="{ADA1E72F-D89A-AF27-9212-BD984FD187AA}"/>
              </a:ext>
            </a:extLst>
          </p:cNvPr>
          <p:cNvSpPr/>
          <p:nvPr/>
        </p:nvSpPr>
        <p:spPr>
          <a:xfrm>
            <a:off x="953770" y="1649730"/>
            <a:ext cx="6053328" cy="3566160"/>
          </a:xfrm>
          <a:prstGeom prst="rect">
            <a:avLst/>
          </a:prstGeom>
          <a:noFill/>
          <a:ln/>
        </p:spPr>
        <p:txBody>
          <a:bodyPr wrap="square" lIns="635" tIns="635" rIns="635" bIns="635" rtlCol="0" anchor="ctr">
            <a:normAutofit/>
          </a:bodyPr>
          <a:lstStyle/>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Get-NetAdapter</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Get-NetIPConfiguration</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Get-DnsClientServerAddress</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Get-NetRoute</a:t>
            </a:r>
            <a:endParaRPr lang="en-US" sz="1650" dirty="0">
              <a:latin typeface="Segoe UI" panose="020B0502040204020203" pitchFamily="34" charset="0"/>
            </a:endParaRPr>
          </a:p>
        </p:txBody>
      </p:sp>
      <p:sp>
        <p:nvSpPr>
          <p:cNvPr id="9" name="Shape 7">
            <a:extLst>
              <a:ext uri="{FF2B5EF4-FFF2-40B4-BE49-F238E27FC236}">
                <a16:creationId xmlns:a16="http://schemas.microsoft.com/office/drawing/2014/main" id="{BB466F74-7467-9DFC-8DC6-C2A42FE516C6}"/>
              </a:ext>
            </a:extLst>
          </p:cNvPr>
          <p:cNvSpPr/>
          <p:nvPr/>
        </p:nvSpPr>
        <p:spPr>
          <a:xfrm>
            <a:off x="7674610" y="1540002"/>
            <a:ext cx="146304" cy="146304"/>
          </a:xfrm>
          <a:prstGeom prst="ellipse">
            <a:avLst/>
          </a:prstGeom>
          <a:solidFill>
            <a:srgbClr val="0076D4"/>
          </a:solidFill>
          <a:ln w="12700">
            <a:solidFill>
              <a:srgbClr val="0076D4"/>
            </a:solidFill>
            <a:prstDash val="solid"/>
          </a:ln>
        </p:spPr>
        <p:txBody>
          <a:bodyPr/>
          <a:lstStyle/>
          <a:p>
            <a:endParaRPr lang="en-GB"/>
          </a:p>
        </p:txBody>
      </p:sp>
      <p:sp>
        <p:nvSpPr>
          <p:cNvPr id="10" name="Text 8">
            <a:extLst>
              <a:ext uri="{FF2B5EF4-FFF2-40B4-BE49-F238E27FC236}">
                <a16:creationId xmlns:a16="http://schemas.microsoft.com/office/drawing/2014/main" id="{C589B924-1D4C-DEA9-275D-E850A48C73A7}"/>
              </a:ext>
            </a:extLst>
          </p:cNvPr>
          <p:cNvSpPr/>
          <p:nvPr/>
        </p:nvSpPr>
        <p:spPr>
          <a:xfrm>
            <a:off x="8012938" y="146685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Adapter state</a:t>
            </a:r>
            <a:endParaRPr lang="en-US" sz="1500" dirty="0">
              <a:latin typeface="Segoe UI" panose="020B0502040204020203" pitchFamily="34" charset="0"/>
            </a:endParaRPr>
          </a:p>
        </p:txBody>
      </p:sp>
      <p:sp>
        <p:nvSpPr>
          <p:cNvPr id="11" name="Shape 9">
            <a:extLst>
              <a:ext uri="{FF2B5EF4-FFF2-40B4-BE49-F238E27FC236}">
                <a16:creationId xmlns:a16="http://schemas.microsoft.com/office/drawing/2014/main" id="{A6D4045C-EED5-10E8-DDF0-496F075DFFC8}"/>
              </a:ext>
            </a:extLst>
          </p:cNvPr>
          <p:cNvSpPr/>
          <p:nvPr/>
        </p:nvSpPr>
        <p:spPr>
          <a:xfrm>
            <a:off x="7674610" y="2317242"/>
            <a:ext cx="146304" cy="146304"/>
          </a:xfrm>
          <a:prstGeom prst="ellipse">
            <a:avLst/>
          </a:prstGeom>
          <a:solidFill>
            <a:srgbClr val="0076D4"/>
          </a:solidFill>
          <a:ln w="12700">
            <a:solidFill>
              <a:srgbClr val="0076D4"/>
            </a:solidFill>
            <a:prstDash val="solid"/>
          </a:ln>
        </p:spPr>
        <p:txBody>
          <a:bodyPr/>
          <a:lstStyle/>
          <a:p>
            <a:endParaRPr lang="en-GB"/>
          </a:p>
        </p:txBody>
      </p:sp>
      <p:sp>
        <p:nvSpPr>
          <p:cNvPr id="12" name="Text 10">
            <a:extLst>
              <a:ext uri="{FF2B5EF4-FFF2-40B4-BE49-F238E27FC236}">
                <a16:creationId xmlns:a16="http://schemas.microsoft.com/office/drawing/2014/main" id="{2C4A9A05-C6B2-2173-BB93-368AD2F56094}"/>
              </a:ext>
            </a:extLst>
          </p:cNvPr>
          <p:cNvSpPr/>
          <p:nvPr/>
        </p:nvSpPr>
        <p:spPr>
          <a:xfrm>
            <a:off x="8012938" y="224409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IP address and prefix</a:t>
            </a:r>
            <a:endParaRPr lang="en-US" sz="1500" dirty="0">
              <a:latin typeface="Segoe UI" panose="020B0502040204020203" pitchFamily="34" charset="0"/>
            </a:endParaRPr>
          </a:p>
        </p:txBody>
      </p:sp>
      <p:sp>
        <p:nvSpPr>
          <p:cNvPr id="13" name="Shape 11">
            <a:extLst>
              <a:ext uri="{FF2B5EF4-FFF2-40B4-BE49-F238E27FC236}">
                <a16:creationId xmlns:a16="http://schemas.microsoft.com/office/drawing/2014/main" id="{AB1F61F8-0985-4AF5-2D68-A90FA632FCF6}"/>
              </a:ext>
            </a:extLst>
          </p:cNvPr>
          <p:cNvSpPr/>
          <p:nvPr/>
        </p:nvSpPr>
        <p:spPr>
          <a:xfrm>
            <a:off x="7674610" y="3094482"/>
            <a:ext cx="146304" cy="146304"/>
          </a:xfrm>
          <a:prstGeom prst="ellipse">
            <a:avLst/>
          </a:prstGeom>
          <a:solidFill>
            <a:srgbClr val="0076D4"/>
          </a:solidFill>
          <a:ln w="12700">
            <a:solidFill>
              <a:srgbClr val="0076D4"/>
            </a:solidFill>
            <a:prstDash val="solid"/>
          </a:ln>
        </p:spPr>
        <p:txBody>
          <a:bodyPr/>
          <a:lstStyle/>
          <a:p>
            <a:endParaRPr lang="en-GB"/>
          </a:p>
        </p:txBody>
      </p:sp>
      <p:sp>
        <p:nvSpPr>
          <p:cNvPr id="14" name="Text 12">
            <a:extLst>
              <a:ext uri="{FF2B5EF4-FFF2-40B4-BE49-F238E27FC236}">
                <a16:creationId xmlns:a16="http://schemas.microsoft.com/office/drawing/2014/main" id="{FCBE0674-F5D1-9669-BDE2-5A7BC2110AD8}"/>
              </a:ext>
            </a:extLst>
          </p:cNvPr>
          <p:cNvSpPr/>
          <p:nvPr/>
        </p:nvSpPr>
        <p:spPr>
          <a:xfrm>
            <a:off x="8012938" y="302133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Default gateway</a:t>
            </a:r>
            <a:endParaRPr lang="en-US" sz="1500" dirty="0">
              <a:latin typeface="Segoe UI" panose="020B0502040204020203" pitchFamily="34" charset="0"/>
            </a:endParaRPr>
          </a:p>
        </p:txBody>
      </p:sp>
      <p:sp>
        <p:nvSpPr>
          <p:cNvPr id="15" name="Shape 13">
            <a:extLst>
              <a:ext uri="{FF2B5EF4-FFF2-40B4-BE49-F238E27FC236}">
                <a16:creationId xmlns:a16="http://schemas.microsoft.com/office/drawing/2014/main" id="{790C4987-1258-F3EE-E1DD-B859F86FCB0C}"/>
              </a:ext>
            </a:extLst>
          </p:cNvPr>
          <p:cNvSpPr/>
          <p:nvPr/>
        </p:nvSpPr>
        <p:spPr>
          <a:xfrm>
            <a:off x="7674610" y="3871722"/>
            <a:ext cx="146304" cy="146304"/>
          </a:xfrm>
          <a:prstGeom prst="ellipse">
            <a:avLst/>
          </a:prstGeom>
          <a:solidFill>
            <a:srgbClr val="0076D4"/>
          </a:solidFill>
          <a:ln w="12700">
            <a:solidFill>
              <a:srgbClr val="0076D4"/>
            </a:solidFill>
            <a:prstDash val="solid"/>
          </a:ln>
        </p:spPr>
        <p:txBody>
          <a:bodyPr/>
          <a:lstStyle/>
          <a:p>
            <a:endParaRPr lang="en-GB"/>
          </a:p>
        </p:txBody>
      </p:sp>
      <p:sp>
        <p:nvSpPr>
          <p:cNvPr id="16" name="Text 14">
            <a:extLst>
              <a:ext uri="{FF2B5EF4-FFF2-40B4-BE49-F238E27FC236}">
                <a16:creationId xmlns:a16="http://schemas.microsoft.com/office/drawing/2014/main" id="{A5154A69-158E-AFB4-F8D9-9E109148010F}"/>
              </a:ext>
            </a:extLst>
          </p:cNvPr>
          <p:cNvSpPr/>
          <p:nvPr/>
        </p:nvSpPr>
        <p:spPr>
          <a:xfrm>
            <a:off x="8012938" y="379857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Configured DNS servers</a:t>
            </a:r>
            <a:endParaRPr lang="en-US" sz="1500" dirty="0">
              <a:latin typeface="Segoe UI" panose="020B0502040204020203" pitchFamily="34" charset="0"/>
            </a:endParaRPr>
          </a:p>
        </p:txBody>
      </p:sp>
      <p:sp>
        <p:nvSpPr>
          <p:cNvPr id="17" name="Shape 15">
            <a:extLst>
              <a:ext uri="{FF2B5EF4-FFF2-40B4-BE49-F238E27FC236}">
                <a16:creationId xmlns:a16="http://schemas.microsoft.com/office/drawing/2014/main" id="{A36095B8-1040-B0EA-8FAE-6138874E3DB0}"/>
              </a:ext>
            </a:extLst>
          </p:cNvPr>
          <p:cNvSpPr/>
          <p:nvPr/>
        </p:nvSpPr>
        <p:spPr>
          <a:xfrm>
            <a:off x="7674610" y="4648962"/>
            <a:ext cx="146304" cy="146304"/>
          </a:xfrm>
          <a:prstGeom prst="ellipse">
            <a:avLst/>
          </a:prstGeom>
          <a:solidFill>
            <a:srgbClr val="0076D4"/>
          </a:solidFill>
          <a:ln w="12700">
            <a:solidFill>
              <a:srgbClr val="0076D4"/>
            </a:solidFill>
            <a:prstDash val="solid"/>
          </a:ln>
        </p:spPr>
        <p:txBody>
          <a:bodyPr/>
          <a:lstStyle/>
          <a:p>
            <a:endParaRPr lang="en-GB"/>
          </a:p>
        </p:txBody>
      </p:sp>
      <p:sp>
        <p:nvSpPr>
          <p:cNvPr id="18" name="Text 16">
            <a:extLst>
              <a:ext uri="{FF2B5EF4-FFF2-40B4-BE49-F238E27FC236}">
                <a16:creationId xmlns:a16="http://schemas.microsoft.com/office/drawing/2014/main" id="{AE5051A6-0BCB-B399-8371-8D64EA43C00D}"/>
              </a:ext>
            </a:extLst>
          </p:cNvPr>
          <p:cNvSpPr/>
          <p:nvPr/>
        </p:nvSpPr>
        <p:spPr>
          <a:xfrm>
            <a:off x="8012938" y="457581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Route table</a:t>
            </a:r>
            <a:endParaRPr lang="en-US" sz="1500" dirty="0">
              <a:latin typeface="Segoe UI" panose="020B0502040204020203" pitchFamily="34" charset="0"/>
            </a:endParaRPr>
          </a:p>
        </p:txBody>
      </p:sp>
      <p:sp>
        <p:nvSpPr>
          <p:cNvPr id="19" name="Course footer">
            <a:extLst>
              <a:ext uri="{FF2B5EF4-FFF2-40B4-BE49-F238E27FC236}">
                <a16:creationId xmlns:a16="http://schemas.microsoft.com/office/drawing/2014/main" id="{40D5CAF7-AE36-862A-6A17-E0C23F24EA7E}"/>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0" name="TextBox 19">
            <a:extLst>
              <a:ext uri="{FF2B5EF4-FFF2-40B4-BE49-F238E27FC236}">
                <a16:creationId xmlns:a16="http://schemas.microsoft.com/office/drawing/2014/main" id="{13CC124F-2A24-7969-D296-5224A9BDD433}"/>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16718093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DAE2-BB2B-F435-2FCA-11AFDDBF5862}"/>
              </a:ext>
            </a:extLst>
          </p:cNvPr>
          <p:cNvSpPr>
            <a:spLocks noGrp="1"/>
          </p:cNvSpPr>
          <p:nvPr>
            <p:ph type="title" idx="4294967295"/>
          </p:nvPr>
        </p:nvSpPr>
        <p:spPr>
          <a:xfrm>
            <a:off x="0" y="585788"/>
            <a:ext cx="10500000" cy="984250"/>
          </a:xfrm>
        </p:spPr>
        <p:txBody>
          <a:bodyPr wrap="square">
            <a:noAutofit/>
          </a:bodyPr>
          <a:lstStyle/>
          <a:p>
            <a:r>
              <a:rPr lang="en-GB"/>
              <a:t>Read Get-NetIPConfiguration</a:t>
            </a:r>
          </a:p>
        </p:txBody>
      </p:sp>
      <p:sp>
        <p:nvSpPr>
          <p:cNvPr id="6" name="Shape 3">
            <a:extLst>
              <a:ext uri="{FF2B5EF4-FFF2-40B4-BE49-F238E27FC236}">
                <a16:creationId xmlns:a16="http://schemas.microsoft.com/office/drawing/2014/main" id="{9F28CF52-C8DD-E778-0245-09674D9F0E07}"/>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8" name="Shape 5">
            <a:extLst>
              <a:ext uri="{FF2B5EF4-FFF2-40B4-BE49-F238E27FC236}">
                <a16:creationId xmlns:a16="http://schemas.microsoft.com/office/drawing/2014/main" id="{CC1F283C-9A0B-8C82-938F-F1D71B39FAF2}"/>
              </a:ext>
            </a:extLst>
          </p:cNvPr>
          <p:cNvSpPr/>
          <p:nvPr/>
        </p:nvSpPr>
        <p:spPr>
          <a:xfrm>
            <a:off x="697738" y="1311402"/>
            <a:ext cx="6537960" cy="4343400"/>
          </a:xfrm>
          <a:prstGeom prst="rect">
            <a:avLst/>
          </a:prstGeom>
          <a:solidFill>
            <a:srgbClr val="101827"/>
          </a:solidFill>
          <a:ln w="12700">
            <a:solidFill>
              <a:srgbClr val="101827"/>
            </a:solidFill>
            <a:prstDash val="solid"/>
          </a:ln>
        </p:spPr>
        <p:txBody>
          <a:bodyPr/>
          <a:lstStyle/>
          <a:p>
            <a:endParaRPr lang="en-GB"/>
          </a:p>
        </p:txBody>
      </p:sp>
      <p:sp>
        <p:nvSpPr>
          <p:cNvPr id="9" name="Text 6">
            <a:extLst>
              <a:ext uri="{FF2B5EF4-FFF2-40B4-BE49-F238E27FC236}">
                <a16:creationId xmlns:a16="http://schemas.microsoft.com/office/drawing/2014/main" id="{0967E06A-F8AF-40B1-4C19-FC8762E01588}"/>
              </a:ext>
            </a:extLst>
          </p:cNvPr>
          <p:cNvSpPr/>
          <p:nvPr/>
        </p:nvSpPr>
        <p:spPr>
          <a:xfrm>
            <a:off x="953770" y="1649730"/>
            <a:ext cx="6053328" cy="3566160"/>
          </a:xfrm>
          <a:prstGeom prst="rect">
            <a:avLst/>
          </a:prstGeom>
          <a:noFill/>
          <a:ln/>
        </p:spPr>
        <p:txBody>
          <a:bodyPr wrap="square" lIns="635" tIns="635" rIns="635" bIns="635" rtlCol="0" anchor="ctr">
            <a:normAutofit/>
          </a:bodyPr>
          <a:lstStyle/>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Get-NetIPConfiguration</a:t>
            </a:r>
          </a:p>
          <a:p>
            <a:pPr marL="0" indent="0">
              <a:buNone/>
            </a:pPr>
            <a:endParaRPr lang="en-US" sz="1650">
              <a:solidFill>
                <a:srgbClr val="FFFFFF"/>
              </a:solidFill>
              <a:latin typeface="Segoe UI" panose="020B0502040204020203" pitchFamily="34" charset="0"/>
              <a:ea typeface="Courier New" pitchFamily="34" charset="-122"/>
              <a:cs typeface="Courier New" pitchFamily="34" charset="-120"/>
            </a:endParaRP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InterfaceAlias : Ethernet</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IPv4Address    : 192.168.1.100</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IPv4DefaultGateway : 192.168.1.1</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DNSServer      : 192.168.1.50</a:t>
            </a:r>
            <a:endParaRPr lang="en-US" sz="1650" dirty="0">
              <a:latin typeface="Segoe UI" panose="020B0502040204020203" pitchFamily="34" charset="0"/>
            </a:endParaRPr>
          </a:p>
        </p:txBody>
      </p:sp>
      <p:sp>
        <p:nvSpPr>
          <p:cNvPr id="10" name="Shape 7">
            <a:extLst>
              <a:ext uri="{FF2B5EF4-FFF2-40B4-BE49-F238E27FC236}">
                <a16:creationId xmlns:a16="http://schemas.microsoft.com/office/drawing/2014/main" id="{12A067B5-8806-7864-C8BB-DC6BF5F9D654}"/>
              </a:ext>
            </a:extLst>
          </p:cNvPr>
          <p:cNvSpPr/>
          <p:nvPr/>
        </p:nvSpPr>
        <p:spPr>
          <a:xfrm>
            <a:off x="7674610" y="1540002"/>
            <a:ext cx="146304" cy="146304"/>
          </a:xfrm>
          <a:prstGeom prst="ellipse">
            <a:avLst/>
          </a:prstGeom>
          <a:solidFill>
            <a:srgbClr val="0076D4"/>
          </a:solidFill>
          <a:ln w="12700">
            <a:solidFill>
              <a:srgbClr val="0076D4"/>
            </a:solidFill>
            <a:prstDash val="solid"/>
          </a:ln>
        </p:spPr>
        <p:txBody>
          <a:bodyPr/>
          <a:lstStyle/>
          <a:p>
            <a:endParaRPr lang="en-GB"/>
          </a:p>
        </p:txBody>
      </p:sp>
      <p:sp>
        <p:nvSpPr>
          <p:cNvPr id="11" name="Text 8">
            <a:extLst>
              <a:ext uri="{FF2B5EF4-FFF2-40B4-BE49-F238E27FC236}">
                <a16:creationId xmlns:a16="http://schemas.microsoft.com/office/drawing/2014/main" id="{E6B111A9-6123-767C-212D-01B2C71B84F3}"/>
              </a:ext>
            </a:extLst>
          </p:cNvPr>
          <p:cNvSpPr/>
          <p:nvPr/>
        </p:nvSpPr>
        <p:spPr>
          <a:xfrm>
            <a:off x="8012938" y="146685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InterfaceAlias identifies the adapter being used</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3774B821-65DF-98E1-5F5A-2A1EF195040D}"/>
              </a:ext>
            </a:extLst>
          </p:cNvPr>
          <p:cNvSpPr/>
          <p:nvPr/>
        </p:nvSpPr>
        <p:spPr>
          <a:xfrm>
            <a:off x="7674610" y="2317242"/>
            <a:ext cx="146304" cy="146304"/>
          </a:xfrm>
          <a:prstGeom prst="ellipse">
            <a:avLst/>
          </a:prstGeom>
          <a:solidFill>
            <a:srgbClr val="0076D4"/>
          </a:solidFill>
          <a:ln w="12700">
            <a:solidFill>
              <a:srgbClr val="0076D4"/>
            </a:solidFill>
            <a:prstDash val="solid"/>
          </a:ln>
        </p:spPr>
        <p:txBody>
          <a:bodyPr/>
          <a:lstStyle/>
          <a:p>
            <a:endParaRPr lang="en-GB"/>
          </a:p>
        </p:txBody>
      </p:sp>
      <p:sp>
        <p:nvSpPr>
          <p:cNvPr id="13" name="Text 10">
            <a:extLst>
              <a:ext uri="{FF2B5EF4-FFF2-40B4-BE49-F238E27FC236}">
                <a16:creationId xmlns:a16="http://schemas.microsoft.com/office/drawing/2014/main" id="{5CF28B49-354E-B8F5-EE7C-F258FFD7354A}"/>
              </a:ext>
            </a:extLst>
          </p:cNvPr>
          <p:cNvSpPr/>
          <p:nvPr/>
        </p:nvSpPr>
        <p:spPr>
          <a:xfrm>
            <a:off x="8012938" y="224409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IPv4Address and prefix show local network membership</a:t>
            </a:r>
            <a:endParaRPr lang="en-US" sz="1500" dirty="0">
              <a:latin typeface="Segoe UI" panose="020B0502040204020203" pitchFamily="34" charset="0"/>
            </a:endParaRPr>
          </a:p>
        </p:txBody>
      </p:sp>
      <p:sp>
        <p:nvSpPr>
          <p:cNvPr id="14" name="Shape 11">
            <a:extLst>
              <a:ext uri="{FF2B5EF4-FFF2-40B4-BE49-F238E27FC236}">
                <a16:creationId xmlns:a16="http://schemas.microsoft.com/office/drawing/2014/main" id="{1F29F8D3-E049-CF75-DC73-C7709FA96E8A}"/>
              </a:ext>
            </a:extLst>
          </p:cNvPr>
          <p:cNvSpPr/>
          <p:nvPr/>
        </p:nvSpPr>
        <p:spPr>
          <a:xfrm>
            <a:off x="7674610" y="3094482"/>
            <a:ext cx="146304" cy="146304"/>
          </a:xfrm>
          <a:prstGeom prst="ellipse">
            <a:avLst/>
          </a:prstGeom>
          <a:solidFill>
            <a:srgbClr val="0076D4"/>
          </a:solidFill>
          <a:ln w="12700">
            <a:solidFill>
              <a:srgbClr val="0076D4"/>
            </a:solidFill>
            <a:prstDash val="solid"/>
          </a:ln>
        </p:spPr>
        <p:txBody>
          <a:bodyPr/>
          <a:lstStyle/>
          <a:p>
            <a:endParaRPr lang="en-GB"/>
          </a:p>
        </p:txBody>
      </p:sp>
      <p:sp>
        <p:nvSpPr>
          <p:cNvPr id="15" name="Text 12">
            <a:extLst>
              <a:ext uri="{FF2B5EF4-FFF2-40B4-BE49-F238E27FC236}">
                <a16:creationId xmlns:a16="http://schemas.microsoft.com/office/drawing/2014/main" id="{8E2AE491-6312-78AB-E140-C1C08FF3F03B}"/>
              </a:ext>
            </a:extLst>
          </p:cNvPr>
          <p:cNvSpPr/>
          <p:nvPr/>
        </p:nvSpPr>
        <p:spPr>
          <a:xfrm>
            <a:off x="8012938" y="302133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IPv4DefaultGateway shows the route out of the subnet</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0875357A-085F-8F5E-7515-DD59C4722DFA}"/>
              </a:ext>
            </a:extLst>
          </p:cNvPr>
          <p:cNvSpPr/>
          <p:nvPr/>
        </p:nvSpPr>
        <p:spPr>
          <a:xfrm>
            <a:off x="7674610" y="3871722"/>
            <a:ext cx="146304" cy="146304"/>
          </a:xfrm>
          <a:prstGeom prst="ellipse">
            <a:avLst/>
          </a:prstGeom>
          <a:solidFill>
            <a:srgbClr val="0076D4"/>
          </a:solidFill>
          <a:ln w="12700">
            <a:solidFill>
              <a:srgbClr val="0076D4"/>
            </a:solidFill>
            <a:prstDash val="solid"/>
          </a:ln>
        </p:spPr>
        <p:txBody>
          <a:bodyPr/>
          <a:lstStyle/>
          <a:p>
            <a:endParaRPr lang="en-GB"/>
          </a:p>
        </p:txBody>
      </p:sp>
      <p:sp>
        <p:nvSpPr>
          <p:cNvPr id="17" name="Text 14">
            <a:extLst>
              <a:ext uri="{FF2B5EF4-FFF2-40B4-BE49-F238E27FC236}">
                <a16:creationId xmlns:a16="http://schemas.microsoft.com/office/drawing/2014/main" id="{D023D94E-A32D-B87D-174E-21E521801EBB}"/>
              </a:ext>
            </a:extLst>
          </p:cNvPr>
          <p:cNvSpPr/>
          <p:nvPr/>
        </p:nvSpPr>
        <p:spPr>
          <a:xfrm>
            <a:off x="8012938" y="379857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DNSServer should match the domain DNS design</a:t>
            </a:r>
            <a:endParaRPr lang="en-US" sz="1500" dirty="0">
              <a:latin typeface="Segoe UI" panose="020B0502040204020203" pitchFamily="34" charset="0"/>
            </a:endParaRPr>
          </a:p>
        </p:txBody>
      </p:sp>
      <p:sp>
        <p:nvSpPr>
          <p:cNvPr id="18" name="Shape 15">
            <a:extLst>
              <a:ext uri="{FF2B5EF4-FFF2-40B4-BE49-F238E27FC236}">
                <a16:creationId xmlns:a16="http://schemas.microsoft.com/office/drawing/2014/main" id="{1616D95B-F5AE-0124-EECD-851E6432057C}"/>
              </a:ext>
            </a:extLst>
          </p:cNvPr>
          <p:cNvSpPr/>
          <p:nvPr/>
        </p:nvSpPr>
        <p:spPr>
          <a:xfrm>
            <a:off x="7674610" y="4648962"/>
            <a:ext cx="146304" cy="146304"/>
          </a:xfrm>
          <a:prstGeom prst="ellipse">
            <a:avLst/>
          </a:prstGeom>
          <a:solidFill>
            <a:srgbClr val="0076D4"/>
          </a:solidFill>
          <a:ln w="12700">
            <a:solidFill>
              <a:srgbClr val="0076D4"/>
            </a:solidFill>
            <a:prstDash val="solid"/>
          </a:ln>
        </p:spPr>
        <p:txBody>
          <a:bodyPr/>
          <a:lstStyle/>
          <a:p>
            <a:endParaRPr lang="en-GB"/>
          </a:p>
        </p:txBody>
      </p:sp>
      <p:sp>
        <p:nvSpPr>
          <p:cNvPr id="19" name="Text 16">
            <a:extLst>
              <a:ext uri="{FF2B5EF4-FFF2-40B4-BE49-F238E27FC236}">
                <a16:creationId xmlns:a16="http://schemas.microsoft.com/office/drawing/2014/main" id="{454011EC-0D39-A2E0-5E86-11F60EF411E7}"/>
              </a:ext>
            </a:extLst>
          </p:cNvPr>
          <p:cNvSpPr/>
          <p:nvPr/>
        </p:nvSpPr>
        <p:spPr>
          <a:xfrm>
            <a:off x="8012938" y="457581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Missing or unexpected values define the next check</a:t>
            </a:r>
            <a:endParaRPr lang="en-US" sz="1500" dirty="0">
              <a:latin typeface="Segoe UI" panose="020B0502040204020203" pitchFamily="34" charset="0"/>
            </a:endParaRPr>
          </a:p>
        </p:txBody>
      </p:sp>
      <p:sp>
        <p:nvSpPr>
          <p:cNvPr id="20" name="Course footer">
            <a:extLst>
              <a:ext uri="{FF2B5EF4-FFF2-40B4-BE49-F238E27FC236}">
                <a16:creationId xmlns:a16="http://schemas.microsoft.com/office/drawing/2014/main" id="{86CCB494-A6A5-0209-B349-F24A340D3669}"/>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1" name="TextBox 20">
            <a:extLst>
              <a:ext uri="{FF2B5EF4-FFF2-40B4-BE49-F238E27FC236}">
                <a16:creationId xmlns:a16="http://schemas.microsoft.com/office/drawing/2014/main" id="{E5BF52A1-93F3-2181-D5CA-08DDEE6AD466}"/>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82421650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2B93-0570-CB56-B30D-E2BED6070AC5}"/>
              </a:ext>
            </a:extLst>
          </p:cNvPr>
          <p:cNvSpPr>
            <a:spLocks noGrp="1"/>
          </p:cNvSpPr>
          <p:nvPr>
            <p:ph type="title" idx="4294967295"/>
          </p:nvPr>
        </p:nvSpPr>
        <p:spPr>
          <a:xfrm>
            <a:off x="0" y="585788"/>
            <a:ext cx="10500000" cy="984250"/>
          </a:xfrm>
        </p:spPr>
        <p:txBody>
          <a:bodyPr wrap="square">
            <a:noAutofit/>
          </a:bodyPr>
          <a:lstStyle/>
          <a:p>
            <a:r>
              <a:rPr lang="en-GB"/>
              <a:t>Connectivity and Port Testing Commands</a:t>
            </a:r>
          </a:p>
        </p:txBody>
      </p:sp>
      <p:sp>
        <p:nvSpPr>
          <p:cNvPr id="5" name="Shape 3">
            <a:extLst>
              <a:ext uri="{FF2B5EF4-FFF2-40B4-BE49-F238E27FC236}">
                <a16:creationId xmlns:a16="http://schemas.microsoft.com/office/drawing/2014/main" id="{496B4B98-8639-4B19-ED00-6DAA39C50A57}"/>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7" name="Shape 5">
            <a:extLst>
              <a:ext uri="{FF2B5EF4-FFF2-40B4-BE49-F238E27FC236}">
                <a16:creationId xmlns:a16="http://schemas.microsoft.com/office/drawing/2014/main" id="{B7FFB4A4-C6A6-2D93-8049-EBC8C2893A5F}"/>
              </a:ext>
            </a:extLst>
          </p:cNvPr>
          <p:cNvSpPr/>
          <p:nvPr/>
        </p:nvSpPr>
        <p:spPr>
          <a:xfrm>
            <a:off x="697738" y="1311402"/>
            <a:ext cx="6537960" cy="4343400"/>
          </a:xfrm>
          <a:prstGeom prst="rect">
            <a:avLst/>
          </a:prstGeom>
          <a:solidFill>
            <a:srgbClr val="101827"/>
          </a:solidFill>
          <a:ln w="12700">
            <a:solidFill>
              <a:srgbClr val="101827"/>
            </a:solidFill>
            <a:prstDash val="solid"/>
          </a:ln>
        </p:spPr>
        <p:txBody>
          <a:bodyPr/>
          <a:lstStyle/>
          <a:p>
            <a:endParaRPr lang="en-GB"/>
          </a:p>
        </p:txBody>
      </p:sp>
      <p:sp>
        <p:nvSpPr>
          <p:cNvPr id="8" name="Text 6">
            <a:extLst>
              <a:ext uri="{FF2B5EF4-FFF2-40B4-BE49-F238E27FC236}">
                <a16:creationId xmlns:a16="http://schemas.microsoft.com/office/drawing/2014/main" id="{8C1E479D-EB63-5DFE-2317-8440A872C110}"/>
              </a:ext>
            </a:extLst>
          </p:cNvPr>
          <p:cNvSpPr/>
          <p:nvPr/>
        </p:nvSpPr>
        <p:spPr>
          <a:xfrm>
            <a:off x="953770" y="1649730"/>
            <a:ext cx="6053328" cy="3566160"/>
          </a:xfrm>
          <a:prstGeom prst="rect">
            <a:avLst/>
          </a:prstGeom>
          <a:noFill/>
          <a:ln/>
        </p:spPr>
        <p:txBody>
          <a:bodyPr wrap="square" lIns="635" tIns="635" rIns="635" bIns="635" rtlCol="0" anchor="ctr">
            <a:normAutofit/>
          </a:bodyPr>
          <a:lstStyle/>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Resolve-DnsName LON-DC1.contoso.com</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Test-NetConnection LON-DC1 -Port 53</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Test-NetConnection LON-DC1 -Port 88</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Test-NetConnection LON-SRV1 -Port 445</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Test-NetConnection LON-SRV1 -Port 5985</a:t>
            </a:r>
            <a:endParaRPr lang="en-US" sz="1650" dirty="0">
              <a:latin typeface="Segoe UI" panose="020B0502040204020203" pitchFamily="34" charset="0"/>
            </a:endParaRPr>
          </a:p>
        </p:txBody>
      </p:sp>
      <p:sp>
        <p:nvSpPr>
          <p:cNvPr id="9" name="Shape 7">
            <a:extLst>
              <a:ext uri="{FF2B5EF4-FFF2-40B4-BE49-F238E27FC236}">
                <a16:creationId xmlns:a16="http://schemas.microsoft.com/office/drawing/2014/main" id="{EF28267B-5F95-B569-6094-52887F8D6B20}"/>
              </a:ext>
            </a:extLst>
          </p:cNvPr>
          <p:cNvSpPr/>
          <p:nvPr/>
        </p:nvSpPr>
        <p:spPr>
          <a:xfrm>
            <a:off x="7674610" y="1540002"/>
            <a:ext cx="146304" cy="146304"/>
          </a:xfrm>
          <a:prstGeom prst="ellipse">
            <a:avLst/>
          </a:prstGeom>
          <a:solidFill>
            <a:srgbClr val="0076D4"/>
          </a:solidFill>
          <a:ln w="12700">
            <a:solidFill>
              <a:srgbClr val="0076D4"/>
            </a:solidFill>
            <a:prstDash val="solid"/>
          </a:ln>
        </p:spPr>
        <p:txBody>
          <a:bodyPr/>
          <a:lstStyle/>
          <a:p>
            <a:endParaRPr lang="en-GB"/>
          </a:p>
        </p:txBody>
      </p:sp>
      <p:sp>
        <p:nvSpPr>
          <p:cNvPr id="10" name="Text 8">
            <a:extLst>
              <a:ext uri="{FF2B5EF4-FFF2-40B4-BE49-F238E27FC236}">
                <a16:creationId xmlns:a16="http://schemas.microsoft.com/office/drawing/2014/main" id="{4FD4DD2B-C97C-08FD-71C8-D2D9BEB7E83D}"/>
              </a:ext>
            </a:extLst>
          </p:cNvPr>
          <p:cNvSpPr/>
          <p:nvPr/>
        </p:nvSpPr>
        <p:spPr>
          <a:xfrm>
            <a:off x="8012938" y="146685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Resolve a lab hostname</a:t>
            </a:r>
            <a:endParaRPr lang="en-US" sz="1500" dirty="0">
              <a:latin typeface="Segoe UI" panose="020B0502040204020203" pitchFamily="34" charset="0"/>
            </a:endParaRPr>
          </a:p>
        </p:txBody>
      </p:sp>
      <p:sp>
        <p:nvSpPr>
          <p:cNvPr id="11" name="Shape 9">
            <a:extLst>
              <a:ext uri="{FF2B5EF4-FFF2-40B4-BE49-F238E27FC236}">
                <a16:creationId xmlns:a16="http://schemas.microsoft.com/office/drawing/2014/main" id="{0E8B212F-E3B5-FC2D-3C79-88D9BD704C44}"/>
              </a:ext>
            </a:extLst>
          </p:cNvPr>
          <p:cNvSpPr/>
          <p:nvPr/>
        </p:nvSpPr>
        <p:spPr>
          <a:xfrm>
            <a:off x="7674610" y="2317242"/>
            <a:ext cx="146304" cy="146304"/>
          </a:xfrm>
          <a:prstGeom prst="ellipse">
            <a:avLst/>
          </a:prstGeom>
          <a:solidFill>
            <a:srgbClr val="0076D4"/>
          </a:solidFill>
          <a:ln w="12700">
            <a:solidFill>
              <a:srgbClr val="0076D4"/>
            </a:solidFill>
            <a:prstDash val="solid"/>
          </a:ln>
        </p:spPr>
        <p:txBody>
          <a:bodyPr/>
          <a:lstStyle/>
          <a:p>
            <a:endParaRPr lang="en-GB"/>
          </a:p>
        </p:txBody>
      </p:sp>
      <p:sp>
        <p:nvSpPr>
          <p:cNvPr id="12" name="Text 10">
            <a:extLst>
              <a:ext uri="{FF2B5EF4-FFF2-40B4-BE49-F238E27FC236}">
                <a16:creationId xmlns:a16="http://schemas.microsoft.com/office/drawing/2014/main" id="{430FF187-910B-A266-34FE-0365C3B1AB3D}"/>
              </a:ext>
            </a:extLst>
          </p:cNvPr>
          <p:cNvSpPr/>
          <p:nvPr/>
        </p:nvSpPr>
        <p:spPr>
          <a:xfrm>
            <a:off x="8012938" y="224409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Test DNS service reachability</a:t>
            </a:r>
            <a:endParaRPr lang="en-US" sz="1500" dirty="0">
              <a:latin typeface="Segoe UI" panose="020B0502040204020203" pitchFamily="34" charset="0"/>
            </a:endParaRPr>
          </a:p>
        </p:txBody>
      </p:sp>
      <p:sp>
        <p:nvSpPr>
          <p:cNvPr id="13" name="Shape 11">
            <a:extLst>
              <a:ext uri="{FF2B5EF4-FFF2-40B4-BE49-F238E27FC236}">
                <a16:creationId xmlns:a16="http://schemas.microsoft.com/office/drawing/2014/main" id="{20D190DD-899C-10BE-F685-4C5538578DB8}"/>
              </a:ext>
            </a:extLst>
          </p:cNvPr>
          <p:cNvSpPr/>
          <p:nvPr/>
        </p:nvSpPr>
        <p:spPr>
          <a:xfrm>
            <a:off x="7674610" y="3094482"/>
            <a:ext cx="146304" cy="146304"/>
          </a:xfrm>
          <a:prstGeom prst="ellipse">
            <a:avLst/>
          </a:prstGeom>
          <a:solidFill>
            <a:srgbClr val="0076D4"/>
          </a:solidFill>
          <a:ln w="12700">
            <a:solidFill>
              <a:srgbClr val="0076D4"/>
            </a:solidFill>
            <a:prstDash val="solid"/>
          </a:ln>
        </p:spPr>
        <p:txBody>
          <a:bodyPr/>
          <a:lstStyle/>
          <a:p>
            <a:endParaRPr lang="en-GB"/>
          </a:p>
        </p:txBody>
      </p:sp>
      <p:sp>
        <p:nvSpPr>
          <p:cNvPr id="14" name="Text 12">
            <a:extLst>
              <a:ext uri="{FF2B5EF4-FFF2-40B4-BE49-F238E27FC236}">
                <a16:creationId xmlns:a16="http://schemas.microsoft.com/office/drawing/2014/main" id="{139E7833-C1C3-F590-5A85-55B0A2B5B967}"/>
              </a:ext>
            </a:extLst>
          </p:cNvPr>
          <p:cNvSpPr/>
          <p:nvPr/>
        </p:nvSpPr>
        <p:spPr>
          <a:xfrm>
            <a:off x="8012938" y="302133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Test Kerberos path</a:t>
            </a:r>
            <a:endParaRPr lang="en-US" sz="1500" dirty="0">
              <a:latin typeface="Segoe UI" panose="020B0502040204020203" pitchFamily="34" charset="0"/>
            </a:endParaRPr>
          </a:p>
        </p:txBody>
      </p:sp>
      <p:sp>
        <p:nvSpPr>
          <p:cNvPr id="15" name="Shape 13">
            <a:extLst>
              <a:ext uri="{FF2B5EF4-FFF2-40B4-BE49-F238E27FC236}">
                <a16:creationId xmlns:a16="http://schemas.microsoft.com/office/drawing/2014/main" id="{A2664FAB-0D13-D0BB-71BA-518B6A70B903}"/>
              </a:ext>
            </a:extLst>
          </p:cNvPr>
          <p:cNvSpPr/>
          <p:nvPr/>
        </p:nvSpPr>
        <p:spPr>
          <a:xfrm>
            <a:off x="7674610" y="3871722"/>
            <a:ext cx="146304" cy="146304"/>
          </a:xfrm>
          <a:prstGeom prst="ellipse">
            <a:avLst/>
          </a:prstGeom>
          <a:solidFill>
            <a:srgbClr val="0076D4"/>
          </a:solidFill>
          <a:ln w="12700">
            <a:solidFill>
              <a:srgbClr val="0076D4"/>
            </a:solidFill>
            <a:prstDash val="solid"/>
          </a:ln>
        </p:spPr>
        <p:txBody>
          <a:bodyPr/>
          <a:lstStyle/>
          <a:p>
            <a:endParaRPr lang="en-GB"/>
          </a:p>
        </p:txBody>
      </p:sp>
      <p:sp>
        <p:nvSpPr>
          <p:cNvPr id="16" name="Text 14">
            <a:extLst>
              <a:ext uri="{FF2B5EF4-FFF2-40B4-BE49-F238E27FC236}">
                <a16:creationId xmlns:a16="http://schemas.microsoft.com/office/drawing/2014/main" id="{647EA6F9-FEEA-1D63-493C-6E712190B01D}"/>
              </a:ext>
            </a:extLst>
          </p:cNvPr>
          <p:cNvSpPr/>
          <p:nvPr/>
        </p:nvSpPr>
        <p:spPr>
          <a:xfrm>
            <a:off x="8012938" y="379857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Test SMB path</a:t>
            </a:r>
            <a:endParaRPr lang="en-US" sz="1500" dirty="0">
              <a:latin typeface="Segoe UI" panose="020B0502040204020203" pitchFamily="34" charset="0"/>
            </a:endParaRPr>
          </a:p>
        </p:txBody>
      </p:sp>
      <p:sp>
        <p:nvSpPr>
          <p:cNvPr id="17" name="Shape 15">
            <a:extLst>
              <a:ext uri="{FF2B5EF4-FFF2-40B4-BE49-F238E27FC236}">
                <a16:creationId xmlns:a16="http://schemas.microsoft.com/office/drawing/2014/main" id="{1A8AFBDB-FEC9-527B-C0CE-746BD60A71FD}"/>
              </a:ext>
            </a:extLst>
          </p:cNvPr>
          <p:cNvSpPr/>
          <p:nvPr/>
        </p:nvSpPr>
        <p:spPr>
          <a:xfrm>
            <a:off x="7674610" y="4648962"/>
            <a:ext cx="146304" cy="146304"/>
          </a:xfrm>
          <a:prstGeom prst="ellipse">
            <a:avLst/>
          </a:prstGeom>
          <a:solidFill>
            <a:srgbClr val="0076D4"/>
          </a:solidFill>
          <a:ln w="12700">
            <a:solidFill>
              <a:srgbClr val="0076D4"/>
            </a:solidFill>
            <a:prstDash val="solid"/>
          </a:ln>
        </p:spPr>
        <p:txBody>
          <a:bodyPr/>
          <a:lstStyle/>
          <a:p>
            <a:endParaRPr lang="en-GB"/>
          </a:p>
        </p:txBody>
      </p:sp>
      <p:sp>
        <p:nvSpPr>
          <p:cNvPr id="18" name="Text 16">
            <a:extLst>
              <a:ext uri="{FF2B5EF4-FFF2-40B4-BE49-F238E27FC236}">
                <a16:creationId xmlns:a16="http://schemas.microsoft.com/office/drawing/2014/main" id="{BCFEDD46-618E-5F2E-40B4-699DCE72D1BB}"/>
              </a:ext>
            </a:extLst>
          </p:cNvPr>
          <p:cNvSpPr/>
          <p:nvPr/>
        </p:nvSpPr>
        <p:spPr>
          <a:xfrm>
            <a:off x="8012938" y="457581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Test WinRM path</a:t>
            </a:r>
            <a:endParaRPr lang="en-US" sz="1500" dirty="0">
              <a:latin typeface="Segoe UI" panose="020B0502040204020203" pitchFamily="34" charset="0"/>
            </a:endParaRPr>
          </a:p>
        </p:txBody>
      </p:sp>
      <p:sp>
        <p:nvSpPr>
          <p:cNvPr id="19" name="Course footer">
            <a:extLst>
              <a:ext uri="{FF2B5EF4-FFF2-40B4-BE49-F238E27FC236}">
                <a16:creationId xmlns:a16="http://schemas.microsoft.com/office/drawing/2014/main" id="{BA88B65F-9522-7E15-53BA-3CEE5B37E09A}"/>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0" name="TextBox 19">
            <a:extLst>
              <a:ext uri="{FF2B5EF4-FFF2-40B4-BE49-F238E27FC236}">
                <a16:creationId xmlns:a16="http://schemas.microsoft.com/office/drawing/2014/main" id="{2B81D477-CA84-45D4-4BB2-C15E12B89689}"/>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23600814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9B93-E139-AA08-287B-293BE1789438}"/>
              </a:ext>
            </a:extLst>
          </p:cNvPr>
          <p:cNvSpPr>
            <a:spLocks noGrp="1"/>
          </p:cNvSpPr>
          <p:nvPr>
            <p:ph type="title" idx="4294967295"/>
          </p:nvPr>
        </p:nvSpPr>
        <p:spPr>
          <a:xfrm>
            <a:off x="0" y="585788"/>
            <a:ext cx="11010900" cy="433387"/>
          </a:xfrm>
        </p:spPr>
        <p:txBody>
          <a:bodyPr wrap="square">
            <a:noAutofit/>
          </a:bodyPr>
          <a:lstStyle/>
          <a:p>
            <a:r>
              <a:rPr lang="en-GB"/>
              <a:t>Reading Test-NetConnection</a:t>
            </a:r>
          </a:p>
        </p:txBody>
      </p:sp>
      <p:sp>
        <p:nvSpPr>
          <p:cNvPr id="3" name="Shape 3">
            <a:extLst>
              <a:ext uri="{FF2B5EF4-FFF2-40B4-BE49-F238E27FC236}">
                <a16:creationId xmlns:a16="http://schemas.microsoft.com/office/drawing/2014/main" id="{F547CBD3-D4F5-159A-25BA-A8EF9208B2E4}"/>
              </a:ext>
            </a:extLst>
          </p:cNvPr>
          <p:cNvSpPr/>
          <p:nvPr/>
        </p:nvSpPr>
        <p:spPr>
          <a:xfrm>
            <a:off x="450850" y="94107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5FD4064B-5404-A596-A5A2-7CFA0DE489CD}"/>
              </a:ext>
            </a:extLst>
          </p:cNvPr>
          <p:cNvSpPr/>
          <p:nvPr/>
        </p:nvSpPr>
        <p:spPr>
          <a:xfrm>
            <a:off x="697738" y="1242822"/>
            <a:ext cx="6537960" cy="4343400"/>
          </a:xfrm>
          <a:prstGeom prst="rect">
            <a:avLst/>
          </a:prstGeom>
          <a:solidFill>
            <a:srgbClr val="101827"/>
          </a:solidFill>
          <a:ln w="12700">
            <a:solidFill>
              <a:srgbClr val="101827"/>
            </a:solidFill>
            <a:prstDash val="solid"/>
          </a:ln>
        </p:spPr>
        <p:txBody>
          <a:bodyPr/>
          <a:lstStyle/>
          <a:p>
            <a:endParaRPr lang="en-GB"/>
          </a:p>
        </p:txBody>
      </p:sp>
      <p:sp>
        <p:nvSpPr>
          <p:cNvPr id="6" name="Text 6">
            <a:extLst>
              <a:ext uri="{FF2B5EF4-FFF2-40B4-BE49-F238E27FC236}">
                <a16:creationId xmlns:a16="http://schemas.microsoft.com/office/drawing/2014/main" id="{3910060F-797A-69A1-CCFB-862AD06367D9}"/>
              </a:ext>
            </a:extLst>
          </p:cNvPr>
          <p:cNvSpPr/>
          <p:nvPr/>
        </p:nvSpPr>
        <p:spPr>
          <a:xfrm>
            <a:off x="953770" y="1581150"/>
            <a:ext cx="6053328" cy="3566160"/>
          </a:xfrm>
          <a:prstGeom prst="rect">
            <a:avLst/>
          </a:prstGeom>
          <a:noFill/>
          <a:ln/>
        </p:spPr>
        <p:txBody>
          <a:bodyPr wrap="square" lIns="635" tIns="635" rIns="635" bIns="635" rtlCol="0" anchor="ctr">
            <a:normAutofit/>
          </a:bodyPr>
          <a:lstStyle/>
          <a:p>
            <a:pPr marL="0" indent="0">
              <a:buNone/>
            </a:pPr>
            <a:r>
              <a:rPr lang="en-GB" sz="1650">
                <a:solidFill>
                  <a:srgbClr val="FFFFFF"/>
                </a:solidFill>
                <a:latin typeface="Segoe UI" panose="020B0502040204020203" pitchFamily="34" charset="0"/>
                <a:ea typeface="Courier New" pitchFamily="34" charset="-122"/>
                <a:cs typeface="Courier New" pitchFamily="34" charset="-120"/>
              </a:rPr>
              <a:t>Test-NetConnection LON-SRV1 -Port 445</a:t>
            </a:r>
          </a:p>
          <a:p>
            <a:pPr marL="0" indent="0">
              <a:buNone/>
            </a:pPr>
            <a:endParaRPr lang="en-GB" sz="1650">
              <a:solidFill>
                <a:srgbClr val="FFFFFF"/>
              </a:solidFill>
              <a:latin typeface="Segoe UI" panose="020B0502040204020203" pitchFamily="34" charset="0"/>
              <a:ea typeface="Courier New" pitchFamily="34" charset="-122"/>
              <a:cs typeface="Courier New" pitchFamily="34" charset="-120"/>
            </a:endParaRPr>
          </a:p>
          <a:p>
            <a:pPr marL="0" indent="0">
              <a:buNone/>
            </a:pPr>
            <a:r>
              <a:rPr lang="en-GB" sz="1650">
                <a:solidFill>
                  <a:srgbClr val="FFFFFF"/>
                </a:solidFill>
                <a:latin typeface="Segoe UI" panose="020B0502040204020203" pitchFamily="34" charset="0"/>
                <a:ea typeface="Courier New" pitchFamily="34" charset="-122"/>
                <a:cs typeface="Courier New" pitchFamily="34" charset="-120"/>
              </a:rPr>
              <a:t>ComputerName     : LON-SRV1</a:t>
            </a:r>
          </a:p>
          <a:p>
            <a:pPr marL="0" indent="0">
              <a:buNone/>
            </a:pPr>
            <a:r>
              <a:rPr lang="en-GB" sz="1650">
                <a:solidFill>
                  <a:srgbClr val="FFFFFF"/>
                </a:solidFill>
                <a:latin typeface="Segoe UI" panose="020B0502040204020203" pitchFamily="34" charset="0"/>
                <a:ea typeface="Courier New" pitchFamily="34" charset="-122"/>
                <a:cs typeface="Courier New" pitchFamily="34" charset="-120"/>
              </a:rPr>
              <a:t>RemoteAddress    : 192.168.1.100</a:t>
            </a:r>
          </a:p>
          <a:p>
            <a:pPr marL="0" indent="0">
              <a:buNone/>
            </a:pPr>
            <a:r>
              <a:rPr lang="en-GB" sz="1650">
                <a:solidFill>
                  <a:srgbClr val="FFFFFF"/>
                </a:solidFill>
                <a:latin typeface="Segoe UI" panose="020B0502040204020203" pitchFamily="34" charset="0"/>
                <a:ea typeface="Courier New" pitchFamily="34" charset="-122"/>
                <a:cs typeface="Courier New" pitchFamily="34" charset="-120"/>
              </a:rPr>
              <a:t>TcpTestSucceeded : True</a:t>
            </a:r>
            <a:endParaRPr lang="en-US" sz="1650" dirty="0">
              <a:latin typeface="Segoe UI" panose="020B0502040204020203" pitchFamily="34" charset="0"/>
            </a:endParaRPr>
          </a:p>
        </p:txBody>
      </p:sp>
      <p:sp>
        <p:nvSpPr>
          <p:cNvPr id="7" name="Shape 7">
            <a:extLst>
              <a:ext uri="{FF2B5EF4-FFF2-40B4-BE49-F238E27FC236}">
                <a16:creationId xmlns:a16="http://schemas.microsoft.com/office/drawing/2014/main" id="{5F577EBE-0278-48BD-2329-C3128E1E7ACA}"/>
              </a:ext>
            </a:extLst>
          </p:cNvPr>
          <p:cNvSpPr/>
          <p:nvPr/>
        </p:nvSpPr>
        <p:spPr>
          <a:xfrm>
            <a:off x="7674610" y="1471422"/>
            <a:ext cx="146304" cy="146304"/>
          </a:xfrm>
          <a:prstGeom prst="ellipse">
            <a:avLst/>
          </a:prstGeom>
          <a:solidFill>
            <a:srgbClr val="0076D4"/>
          </a:solidFill>
          <a:ln w="12700">
            <a:solidFill>
              <a:srgbClr val="0076D4"/>
            </a:solidFill>
            <a:prstDash val="solid"/>
          </a:ln>
        </p:spPr>
        <p:txBody>
          <a:bodyPr/>
          <a:lstStyle/>
          <a:p>
            <a:endParaRPr lang="en-GB"/>
          </a:p>
        </p:txBody>
      </p:sp>
      <p:sp>
        <p:nvSpPr>
          <p:cNvPr id="8" name="Text 8">
            <a:extLst>
              <a:ext uri="{FF2B5EF4-FFF2-40B4-BE49-F238E27FC236}">
                <a16:creationId xmlns:a16="http://schemas.microsoft.com/office/drawing/2014/main" id="{646A56D5-E02C-587A-3431-2CDCC17DC65E}"/>
              </a:ext>
            </a:extLst>
          </p:cNvPr>
          <p:cNvSpPr/>
          <p:nvPr/>
        </p:nvSpPr>
        <p:spPr>
          <a:xfrm>
            <a:off x="8012938" y="139827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ComputerName confirms the target used for the test</a:t>
            </a:r>
            <a:endParaRPr lang="en-US" sz="1500" dirty="0">
              <a:latin typeface="Segoe UI" panose="020B0502040204020203" pitchFamily="34" charset="0"/>
            </a:endParaRPr>
          </a:p>
        </p:txBody>
      </p:sp>
      <p:sp>
        <p:nvSpPr>
          <p:cNvPr id="9" name="Shape 9">
            <a:extLst>
              <a:ext uri="{FF2B5EF4-FFF2-40B4-BE49-F238E27FC236}">
                <a16:creationId xmlns:a16="http://schemas.microsoft.com/office/drawing/2014/main" id="{076F1206-BCD1-685A-0642-B4DE06ECD6CB}"/>
              </a:ext>
            </a:extLst>
          </p:cNvPr>
          <p:cNvSpPr/>
          <p:nvPr/>
        </p:nvSpPr>
        <p:spPr>
          <a:xfrm>
            <a:off x="7674610" y="2248662"/>
            <a:ext cx="146304" cy="146304"/>
          </a:xfrm>
          <a:prstGeom prst="ellipse">
            <a:avLst/>
          </a:prstGeom>
          <a:solidFill>
            <a:srgbClr val="0076D4"/>
          </a:solidFill>
          <a:ln w="12700">
            <a:solidFill>
              <a:srgbClr val="0076D4"/>
            </a:solidFill>
            <a:prstDash val="solid"/>
          </a:ln>
        </p:spPr>
        <p:txBody>
          <a:bodyPr/>
          <a:lstStyle/>
          <a:p>
            <a:endParaRPr lang="en-GB"/>
          </a:p>
        </p:txBody>
      </p:sp>
      <p:sp>
        <p:nvSpPr>
          <p:cNvPr id="10" name="Text 10">
            <a:extLst>
              <a:ext uri="{FF2B5EF4-FFF2-40B4-BE49-F238E27FC236}">
                <a16:creationId xmlns:a16="http://schemas.microsoft.com/office/drawing/2014/main" id="{79A0D15D-CFA1-A28B-035A-3A5F9CB41649}"/>
              </a:ext>
            </a:extLst>
          </p:cNvPr>
          <p:cNvSpPr/>
          <p:nvPr/>
        </p:nvSpPr>
        <p:spPr>
          <a:xfrm>
            <a:off x="8012938" y="217551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RemoteAddress shows the resolved address</a:t>
            </a:r>
            <a:endParaRPr lang="en-US" sz="1500" dirty="0">
              <a:latin typeface="Segoe UI" panose="020B0502040204020203" pitchFamily="34" charset="0"/>
            </a:endParaRPr>
          </a:p>
        </p:txBody>
      </p:sp>
      <p:sp>
        <p:nvSpPr>
          <p:cNvPr id="11" name="Shape 11">
            <a:extLst>
              <a:ext uri="{FF2B5EF4-FFF2-40B4-BE49-F238E27FC236}">
                <a16:creationId xmlns:a16="http://schemas.microsoft.com/office/drawing/2014/main" id="{8328994F-6E85-64CB-C8C7-4AB882210F4E}"/>
              </a:ext>
            </a:extLst>
          </p:cNvPr>
          <p:cNvSpPr/>
          <p:nvPr/>
        </p:nvSpPr>
        <p:spPr>
          <a:xfrm>
            <a:off x="7674610" y="3025902"/>
            <a:ext cx="146304" cy="146304"/>
          </a:xfrm>
          <a:prstGeom prst="ellipse">
            <a:avLst/>
          </a:prstGeom>
          <a:solidFill>
            <a:srgbClr val="0076D4"/>
          </a:solidFill>
          <a:ln w="12700">
            <a:solidFill>
              <a:srgbClr val="0076D4"/>
            </a:solidFill>
            <a:prstDash val="solid"/>
          </a:ln>
        </p:spPr>
        <p:txBody>
          <a:bodyPr/>
          <a:lstStyle/>
          <a:p>
            <a:endParaRPr lang="en-GB"/>
          </a:p>
        </p:txBody>
      </p:sp>
      <p:sp>
        <p:nvSpPr>
          <p:cNvPr id="12" name="Text 12">
            <a:extLst>
              <a:ext uri="{FF2B5EF4-FFF2-40B4-BE49-F238E27FC236}">
                <a16:creationId xmlns:a16="http://schemas.microsoft.com/office/drawing/2014/main" id="{5A0DE263-BDCB-200E-1CC1-BDBA67B65F73}"/>
              </a:ext>
            </a:extLst>
          </p:cNvPr>
          <p:cNvSpPr/>
          <p:nvPr/>
        </p:nvSpPr>
        <p:spPr>
          <a:xfrm>
            <a:off x="8012938" y="295275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TcpTestSucceeded answers the port question</a:t>
            </a:r>
            <a:endParaRPr lang="en-US" sz="1500" dirty="0">
              <a:latin typeface="Segoe UI" panose="020B0502040204020203" pitchFamily="34" charset="0"/>
            </a:endParaRPr>
          </a:p>
        </p:txBody>
      </p:sp>
      <p:sp>
        <p:nvSpPr>
          <p:cNvPr id="13" name="Shape 13">
            <a:extLst>
              <a:ext uri="{FF2B5EF4-FFF2-40B4-BE49-F238E27FC236}">
                <a16:creationId xmlns:a16="http://schemas.microsoft.com/office/drawing/2014/main" id="{E9BE723E-0A9C-8437-6B72-3875BF0D15D6}"/>
              </a:ext>
            </a:extLst>
          </p:cNvPr>
          <p:cNvSpPr/>
          <p:nvPr/>
        </p:nvSpPr>
        <p:spPr>
          <a:xfrm>
            <a:off x="7674610" y="3803142"/>
            <a:ext cx="146304" cy="146304"/>
          </a:xfrm>
          <a:prstGeom prst="ellipse">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EE4EDD61-28AF-7CF3-E41B-07DD3B47FDD3}"/>
              </a:ext>
            </a:extLst>
          </p:cNvPr>
          <p:cNvSpPr/>
          <p:nvPr/>
        </p:nvSpPr>
        <p:spPr>
          <a:xfrm>
            <a:off x="8012938" y="372999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False points to firewall, route, listener, or name issues</a:t>
            </a:r>
            <a:endParaRPr lang="en-US" sz="1500" dirty="0">
              <a:latin typeface="Segoe UI" panose="020B0502040204020203" pitchFamily="34" charset="0"/>
            </a:endParaRPr>
          </a:p>
        </p:txBody>
      </p:sp>
      <p:sp>
        <p:nvSpPr>
          <p:cNvPr id="15" name="Shape 15">
            <a:extLst>
              <a:ext uri="{FF2B5EF4-FFF2-40B4-BE49-F238E27FC236}">
                <a16:creationId xmlns:a16="http://schemas.microsoft.com/office/drawing/2014/main" id="{840E177D-0F3A-AAB0-93E9-F55AE3C27B89}"/>
              </a:ext>
            </a:extLst>
          </p:cNvPr>
          <p:cNvSpPr/>
          <p:nvPr/>
        </p:nvSpPr>
        <p:spPr>
          <a:xfrm>
            <a:off x="7674610" y="4580382"/>
            <a:ext cx="146304" cy="146304"/>
          </a:xfrm>
          <a:prstGeom prst="ellipse">
            <a:avLst/>
          </a:prstGeom>
          <a:solidFill>
            <a:srgbClr val="0076D4"/>
          </a:solidFill>
          <a:ln w="12700">
            <a:solidFill>
              <a:srgbClr val="0076D4"/>
            </a:solidFill>
            <a:prstDash val="solid"/>
          </a:ln>
        </p:spPr>
        <p:txBody>
          <a:bodyPr/>
          <a:lstStyle/>
          <a:p>
            <a:endParaRPr lang="en-GB"/>
          </a:p>
        </p:txBody>
      </p:sp>
      <p:sp>
        <p:nvSpPr>
          <p:cNvPr id="16" name="Text 16">
            <a:extLst>
              <a:ext uri="{FF2B5EF4-FFF2-40B4-BE49-F238E27FC236}">
                <a16:creationId xmlns:a16="http://schemas.microsoft.com/office/drawing/2014/main" id="{2949EB9F-8320-6FDB-EB41-C3ADE4CB8C5B}"/>
              </a:ext>
            </a:extLst>
          </p:cNvPr>
          <p:cNvSpPr/>
          <p:nvPr/>
        </p:nvSpPr>
        <p:spPr>
          <a:xfrm>
            <a:off x="8012938" y="4507230"/>
            <a:ext cx="3429000" cy="384048"/>
          </a:xfrm>
          <a:prstGeom prst="rect">
            <a:avLst/>
          </a:prstGeom>
          <a:noFill/>
          <a:ln/>
        </p:spPr>
        <p:txBody>
          <a:bodyPr wrap="square" lIns="0" tIns="0" rIns="0" bIns="0" rtlCol="0" anchor="ctr">
            <a:normAutofit fontScale="92500" lnSpcReduction="10000"/>
          </a:bodyPr>
          <a:lstStyle/>
          <a:p>
            <a:pPr marL="0" indent="0">
              <a:buNone/>
            </a:pPr>
            <a:r>
              <a:rPr lang="en-GB" sz="1500">
                <a:solidFill>
                  <a:srgbClr val="1F2937"/>
                </a:solidFill>
                <a:latin typeface="Segoe UI" panose="020B0502040204020203" pitchFamily="34" charset="0"/>
              </a:rPr>
              <a:t>A True result still does not prove permissions</a:t>
            </a:r>
            <a:endParaRPr lang="en-US" sz="1500" dirty="0">
              <a:latin typeface="Segoe UI" panose="020B0502040204020203" pitchFamily="34" charset="0"/>
            </a:endParaRPr>
          </a:p>
        </p:txBody>
      </p:sp>
      <p:sp>
        <p:nvSpPr>
          <p:cNvPr id="17" name="Course footer">
            <a:extLst>
              <a:ext uri="{FF2B5EF4-FFF2-40B4-BE49-F238E27FC236}">
                <a16:creationId xmlns:a16="http://schemas.microsoft.com/office/drawing/2014/main" id="{A658CF57-6083-9F49-FCCB-96CCA9873E45}"/>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068A36B0-467C-A0A3-42EA-32FABB7053CB}"/>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8551895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C0D9-070E-DEED-2351-B42AB56E53E1}"/>
              </a:ext>
            </a:extLst>
          </p:cNvPr>
          <p:cNvSpPr>
            <a:spLocks noGrp="1"/>
          </p:cNvSpPr>
          <p:nvPr>
            <p:ph type="title" idx="4294967295"/>
          </p:nvPr>
        </p:nvSpPr>
        <p:spPr>
          <a:xfrm>
            <a:off x="0" y="585788"/>
            <a:ext cx="11010900" cy="433387"/>
          </a:xfrm>
        </p:spPr>
        <p:txBody>
          <a:bodyPr wrap="square">
            <a:noAutofit/>
          </a:bodyPr>
          <a:lstStyle/>
          <a:p>
            <a:r>
              <a:rPr lang="en-GB"/>
              <a:t>First Checks by Workflow</a:t>
            </a:r>
          </a:p>
        </p:txBody>
      </p:sp>
      <p:sp>
        <p:nvSpPr>
          <p:cNvPr id="3" name="Shape 3">
            <a:extLst>
              <a:ext uri="{FF2B5EF4-FFF2-40B4-BE49-F238E27FC236}">
                <a16:creationId xmlns:a16="http://schemas.microsoft.com/office/drawing/2014/main" id="{1343FFC2-53EA-2C37-7648-3D013FF0EB1C}"/>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A15D6989-1824-DA40-D176-BEDC740266A6}"/>
              </a:ext>
            </a:extLst>
          </p:cNvPr>
          <p:cNvSpPr/>
          <p:nvPr/>
        </p:nvSpPr>
        <p:spPr>
          <a:xfrm>
            <a:off x="569722" y="1311402"/>
            <a:ext cx="2743200" cy="402336"/>
          </a:xfrm>
          <a:prstGeom prst="rect">
            <a:avLst/>
          </a:prstGeom>
          <a:solidFill>
            <a:srgbClr val="243A5E"/>
          </a:solidFill>
          <a:ln w="6350">
            <a:solidFill>
              <a:srgbClr val="D7DEE8"/>
            </a:solidFill>
            <a:prstDash val="solid"/>
          </a:ln>
        </p:spPr>
        <p:txBody>
          <a:bodyPr/>
          <a:lstStyle/>
          <a:p>
            <a:endParaRPr lang="en-GB"/>
          </a:p>
        </p:txBody>
      </p:sp>
      <p:sp>
        <p:nvSpPr>
          <p:cNvPr id="6" name="Text 6">
            <a:extLst>
              <a:ext uri="{FF2B5EF4-FFF2-40B4-BE49-F238E27FC236}">
                <a16:creationId xmlns:a16="http://schemas.microsoft.com/office/drawing/2014/main" id="{145A40D7-D634-B42F-DCDE-7027B86AEAD4}"/>
              </a:ext>
            </a:extLst>
          </p:cNvPr>
          <p:cNvSpPr/>
          <p:nvPr/>
        </p:nvSpPr>
        <p:spPr>
          <a:xfrm>
            <a:off x="615442" y="1430274"/>
            <a:ext cx="265176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Workflow</a:t>
            </a:r>
            <a:endParaRPr lang="en-US" sz="1150" dirty="0">
              <a:latin typeface="Segoe UI" panose="020B0502040204020203" pitchFamily="34" charset="0"/>
            </a:endParaRPr>
          </a:p>
        </p:txBody>
      </p:sp>
      <p:sp>
        <p:nvSpPr>
          <p:cNvPr id="7" name="Shape 7">
            <a:extLst>
              <a:ext uri="{FF2B5EF4-FFF2-40B4-BE49-F238E27FC236}">
                <a16:creationId xmlns:a16="http://schemas.microsoft.com/office/drawing/2014/main" id="{20C673D9-F1EB-D5D3-9AA9-1F52F72A9A55}"/>
              </a:ext>
            </a:extLst>
          </p:cNvPr>
          <p:cNvSpPr/>
          <p:nvPr/>
        </p:nvSpPr>
        <p:spPr>
          <a:xfrm>
            <a:off x="3312922" y="1311402"/>
            <a:ext cx="4389120" cy="402336"/>
          </a:xfrm>
          <a:prstGeom prst="rect">
            <a:avLst/>
          </a:prstGeom>
          <a:solidFill>
            <a:srgbClr val="243A5E"/>
          </a:solidFill>
          <a:ln w="6350">
            <a:solidFill>
              <a:srgbClr val="D7DEE8"/>
            </a:solidFill>
            <a:prstDash val="solid"/>
          </a:ln>
        </p:spPr>
        <p:txBody>
          <a:bodyPr/>
          <a:lstStyle/>
          <a:p>
            <a:endParaRPr lang="en-GB"/>
          </a:p>
        </p:txBody>
      </p:sp>
      <p:sp>
        <p:nvSpPr>
          <p:cNvPr id="8" name="Text 8">
            <a:extLst>
              <a:ext uri="{FF2B5EF4-FFF2-40B4-BE49-F238E27FC236}">
                <a16:creationId xmlns:a16="http://schemas.microsoft.com/office/drawing/2014/main" id="{EF62C6BB-D3C8-07B5-314E-5035BE292CC5}"/>
              </a:ext>
            </a:extLst>
          </p:cNvPr>
          <p:cNvSpPr/>
          <p:nvPr/>
        </p:nvSpPr>
        <p:spPr>
          <a:xfrm>
            <a:off x="3358642" y="1430274"/>
            <a:ext cx="429768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Likely Network Cause</a:t>
            </a:r>
            <a:endParaRPr lang="en-US" sz="1150" dirty="0">
              <a:latin typeface="Segoe UI" panose="020B0502040204020203" pitchFamily="34" charset="0"/>
            </a:endParaRPr>
          </a:p>
        </p:txBody>
      </p:sp>
      <p:sp>
        <p:nvSpPr>
          <p:cNvPr id="9" name="Shape 9">
            <a:extLst>
              <a:ext uri="{FF2B5EF4-FFF2-40B4-BE49-F238E27FC236}">
                <a16:creationId xmlns:a16="http://schemas.microsoft.com/office/drawing/2014/main" id="{9787B096-8B7F-BB08-54B9-46A40C275CB5}"/>
              </a:ext>
            </a:extLst>
          </p:cNvPr>
          <p:cNvSpPr/>
          <p:nvPr/>
        </p:nvSpPr>
        <p:spPr>
          <a:xfrm>
            <a:off x="7702042" y="1311402"/>
            <a:ext cx="3977640" cy="402336"/>
          </a:xfrm>
          <a:prstGeom prst="rect">
            <a:avLst/>
          </a:prstGeom>
          <a:solidFill>
            <a:srgbClr val="243A5E"/>
          </a:solidFill>
          <a:ln w="6350">
            <a:solidFill>
              <a:srgbClr val="D7DEE8"/>
            </a:solidFill>
            <a:prstDash val="solid"/>
          </a:ln>
        </p:spPr>
        <p:txBody>
          <a:bodyPr/>
          <a:lstStyle/>
          <a:p>
            <a:endParaRPr lang="en-GB"/>
          </a:p>
        </p:txBody>
      </p:sp>
      <p:sp>
        <p:nvSpPr>
          <p:cNvPr id="10" name="Text 10">
            <a:extLst>
              <a:ext uri="{FF2B5EF4-FFF2-40B4-BE49-F238E27FC236}">
                <a16:creationId xmlns:a16="http://schemas.microsoft.com/office/drawing/2014/main" id="{4C613E91-9FC5-762C-8F15-FB0996CC9258}"/>
              </a:ext>
            </a:extLst>
          </p:cNvPr>
          <p:cNvSpPr/>
          <p:nvPr/>
        </p:nvSpPr>
        <p:spPr>
          <a:xfrm>
            <a:off x="7747762" y="1430274"/>
            <a:ext cx="388620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First Checks</a:t>
            </a:r>
            <a:endParaRPr lang="en-US" sz="1150" dirty="0">
              <a:latin typeface="Segoe UI" panose="020B0502040204020203" pitchFamily="34" charset="0"/>
            </a:endParaRPr>
          </a:p>
        </p:txBody>
      </p:sp>
      <p:sp>
        <p:nvSpPr>
          <p:cNvPr id="11" name="Shape 11">
            <a:extLst>
              <a:ext uri="{FF2B5EF4-FFF2-40B4-BE49-F238E27FC236}">
                <a16:creationId xmlns:a16="http://schemas.microsoft.com/office/drawing/2014/main" id="{E062517C-E1A7-1A1D-429D-2459040DA001}"/>
              </a:ext>
            </a:extLst>
          </p:cNvPr>
          <p:cNvSpPr/>
          <p:nvPr/>
        </p:nvSpPr>
        <p:spPr>
          <a:xfrm>
            <a:off x="569722" y="1713738"/>
            <a:ext cx="2743200" cy="658368"/>
          </a:xfrm>
          <a:prstGeom prst="rect">
            <a:avLst/>
          </a:prstGeom>
          <a:solidFill>
            <a:srgbClr val="FFFFFF"/>
          </a:solidFill>
          <a:ln w="6350">
            <a:solidFill>
              <a:srgbClr val="D7DEE8"/>
            </a:solidFill>
            <a:prstDash val="solid"/>
          </a:ln>
        </p:spPr>
        <p:txBody>
          <a:bodyPr/>
          <a:lstStyle/>
          <a:p>
            <a:endParaRPr lang="en-GB"/>
          </a:p>
        </p:txBody>
      </p:sp>
      <p:sp>
        <p:nvSpPr>
          <p:cNvPr id="12" name="Text 12">
            <a:extLst>
              <a:ext uri="{FF2B5EF4-FFF2-40B4-BE49-F238E27FC236}">
                <a16:creationId xmlns:a16="http://schemas.microsoft.com/office/drawing/2014/main" id="{E4ADE3C9-F0C1-DA02-69CC-9B899D5F9DF8}"/>
              </a:ext>
            </a:extLst>
          </p:cNvPr>
          <p:cNvSpPr/>
          <p:nvPr/>
        </p:nvSpPr>
        <p:spPr>
          <a:xfrm>
            <a:off x="642874" y="1832610"/>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Domain join fails</a:t>
            </a:r>
            <a:endParaRPr lang="en-US" sz="1130" dirty="0">
              <a:latin typeface="Segoe UI" panose="020B0502040204020203" pitchFamily="34" charset="0"/>
            </a:endParaRPr>
          </a:p>
        </p:txBody>
      </p:sp>
      <p:sp>
        <p:nvSpPr>
          <p:cNvPr id="13" name="Shape 13">
            <a:extLst>
              <a:ext uri="{FF2B5EF4-FFF2-40B4-BE49-F238E27FC236}">
                <a16:creationId xmlns:a16="http://schemas.microsoft.com/office/drawing/2014/main" id="{6E6106C9-1E9F-C7CD-D39D-6729F3842373}"/>
              </a:ext>
            </a:extLst>
          </p:cNvPr>
          <p:cNvSpPr/>
          <p:nvPr/>
        </p:nvSpPr>
        <p:spPr>
          <a:xfrm>
            <a:off x="3312922" y="1713738"/>
            <a:ext cx="4389120" cy="658368"/>
          </a:xfrm>
          <a:prstGeom prst="rect">
            <a:avLst/>
          </a:prstGeom>
          <a:solidFill>
            <a:srgbClr val="FFFFFF"/>
          </a:solidFill>
          <a:ln w="6350">
            <a:solidFill>
              <a:srgbClr val="D7DEE8"/>
            </a:solidFill>
            <a:prstDash val="solid"/>
          </a:ln>
        </p:spPr>
        <p:txBody>
          <a:bodyPr/>
          <a:lstStyle/>
          <a:p>
            <a:endParaRPr lang="en-GB"/>
          </a:p>
        </p:txBody>
      </p:sp>
      <p:sp>
        <p:nvSpPr>
          <p:cNvPr id="14" name="Text 14">
            <a:extLst>
              <a:ext uri="{FF2B5EF4-FFF2-40B4-BE49-F238E27FC236}">
                <a16:creationId xmlns:a16="http://schemas.microsoft.com/office/drawing/2014/main" id="{A6D8CE89-F4F6-8D1D-37A6-ED10C13F12A6}"/>
              </a:ext>
            </a:extLst>
          </p:cNvPr>
          <p:cNvSpPr/>
          <p:nvPr/>
        </p:nvSpPr>
        <p:spPr>
          <a:xfrm>
            <a:off x="3386074" y="1832610"/>
            <a:ext cx="424281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DNS, DC reachability, time, routing</a:t>
            </a:r>
            <a:endParaRPr lang="en-US" sz="1130" dirty="0">
              <a:latin typeface="Segoe UI" panose="020B0502040204020203" pitchFamily="34" charset="0"/>
            </a:endParaRPr>
          </a:p>
        </p:txBody>
      </p:sp>
      <p:sp>
        <p:nvSpPr>
          <p:cNvPr id="15" name="Shape 15">
            <a:extLst>
              <a:ext uri="{FF2B5EF4-FFF2-40B4-BE49-F238E27FC236}">
                <a16:creationId xmlns:a16="http://schemas.microsoft.com/office/drawing/2014/main" id="{B4CBF6F4-A5A2-6D67-FB51-AB13B0EFC613}"/>
              </a:ext>
            </a:extLst>
          </p:cNvPr>
          <p:cNvSpPr/>
          <p:nvPr/>
        </p:nvSpPr>
        <p:spPr>
          <a:xfrm>
            <a:off x="7702042" y="1713738"/>
            <a:ext cx="3977640" cy="658368"/>
          </a:xfrm>
          <a:prstGeom prst="rect">
            <a:avLst/>
          </a:prstGeom>
          <a:solidFill>
            <a:srgbClr val="FFFFFF"/>
          </a:solidFill>
          <a:ln w="6350">
            <a:solidFill>
              <a:srgbClr val="D7DEE8"/>
            </a:solidFill>
            <a:prstDash val="solid"/>
          </a:ln>
        </p:spPr>
        <p:txBody>
          <a:bodyPr/>
          <a:lstStyle/>
          <a:p>
            <a:endParaRPr lang="en-GB"/>
          </a:p>
        </p:txBody>
      </p:sp>
      <p:sp>
        <p:nvSpPr>
          <p:cNvPr id="16" name="Text 16">
            <a:extLst>
              <a:ext uri="{FF2B5EF4-FFF2-40B4-BE49-F238E27FC236}">
                <a16:creationId xmlns:a16="http://schemas.microsoft.com/office/drawing/2014/main" id="{28DFD7EF-3A82-6C73-786A-4C72B909CF30}"/>
              </a:ext>
            </a:extLst>
          </p:cNvPr>
          <p:cNvSpPr/>
          <p:nvPr/>
        </p:nvSpPr>
        <p:spPr>
          <a:xfrm>
            <a:off x="7775194" y="1832610"/>
            <a:ext cx="383133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DNS server, Resolve-DnsName, port 88</a:t>
            </a:r>
            <a:endParaRPr lang="en-US" sz="1130" dirty="0">
              <a:latin typeface="Segoe UI" panose="020B0502040204020203" pitchFamily="34" charset="0"/>
            </a:endParaRPr>
          </a:p>
        </p:txBody>
      </p:sp>
      <p:sp>
        <p:nvSpPr>
          <p:cNvPr id="17" name="Shape 17">
            <a:extLst>
              <a:ext uri="{FF2B5EF4-FFF2-40B4-BE49-F238E27FC236}">
                <a16:creationId xmlns:a16="http://schemas.microsoft.com/office/drawing/2014/main" id="{C58D9BB1-C435-CAD8-694F-7FD0258D7DA5}"/>
              </a:ext>
            </a:extLst>
          </p:cNvPr>
          <p:cNvSpPr/>
          <p:nvPr/>
        </p:nvSpPr>
        <p:spPr>
          <a:xfrm>
            <a:off x="569722" y="2372106"/>
            <a:ext cx="2743200" cy="658368"/>
          </a:xfrm>
          <a:prstGeom prst="rect">
            <a:avLst/>
          </a:prstGeom>
          <a:solidFill>
            <a:srgbClr val="F9FAFB"/>
          </a:solidFill>
          <a:ln w="6350">
            <a:solidFill>
              <a:srgbClr val="D7DEE8"/>
            </a:solidFill>
            <a:prstDash val="solid"/>
          </a:ln>
        </p:spPr>
        <p:txBody>
          <a:bodyPr/>
          <a:lstStyle/>
          <a:p>
            <a:endParaRPr lang="en-GB"/>
          </a:p>
        </p:txBody>
      </p:sp>
      <p:sp>
        <p:nvSpPr>
          <p:cNvPr id="18" name="Text 18">
            <a:extLst>
              <a:ext uri="{FF2B5EF4-FFF2-40B4-BE49-F238E27FC236}">
                <a16:creationId xmlns:a16="http://schemas.microsoft.com/office/drawing/2014/main" id="{4B5E8695-4AED-B9B1-5340-646EABE88AD9}"/>
              </a:ext>
            </a:extLst>
          </p:cNvPr>
          <p:cNvSpPr/>
          <p:nvPr/>
        </p:nvSpPr>
        <p:spPr>
          <a:xfrm>
            <a:off x="642874" y="2490978"/>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SMB share unavailable</a:t>
            </a:r>
            <a:endParaRPr lang="en-US" sz="1130" dirty="0">
              <a:latin typeface="Segoe UI" panose="020B0502040204020203" pitchFamily="34" charset="0"/>
            </a:endParaRPr>
          </a:p>
        </p:txBody>
      </p:sp>
      <p:sp>
        <p:nvSpPr>
          <p:cNvPr id="19" name="Shape 19">
            <a:extLst>
              <a:ext uri="{FF2B5EF4-FFF2-40B4-BE49-F238E27FC236}">
                <a16:creationId xmlns:a16="http://schemas.microsoft.com/office/drawing/2014/main" id="{0988135E-60B3-890D-67EF-E1BB49D6D49E}"/>
              </a:ext>
            </a:extLst>
          </p:cNvPr>
          <p:cNvSpPr/>
          <p:nvPr/>
        </p:nvSpPr>
        <p:spPr>
          <a:xfrm>
            <a:off x="3312922" y="2372106"/>
            <a:ext cx="4389120" cy="658368"/>
          </a:xfrm>
          <a:prstGeom prst="rect">
            <a:avLst/>
          </a:prstGeom>
          <a:solidFill>
            <a:srgbClr val="F9FAFB"/>
          </a:solidFill>
          <a:ln w="6350">
            <a:solidFill>
              <a:srgbClr val="D7DEE8"/>
            </a:solidFill>
            <a:prstDash val="solid"/>
          </a:ln>
        </p:spPr>
        <p:txBody>
          <a:bodyPr/>
          <a:lstStyle/>
          <a:p>
            <a:endParaRPr lang="en-GB"/>
          </a:p>
        </p:txBody>
      </p:sp>
      <p:sp>
        <p:nvSpPr>
          <p:cNvPr id="20" name="Text 20">
            <a:extLst>
              <a:ext uri="{FF2B5EF4-FFF2-40B4-BE49-F238E27FC236}">
                <a16:creationId xmlns:a16="http://schemas.microsoft.com/office/drawing/2014/main" id="{DA562CC1-8C63-DCC5-DA44-EE7246ABF02D}"/>
              </a:ext>
            </a:extLst>
          </p:cNvPr>
          <p:cNvSpPr/>
          <p:nvPr/>
        </p:nvSpPr>
        <p:spPr>
          <a:xfrm>
            <a:off x="3386074" y="2490978"/>
            <a:ext cx="4242816" cy="347472"/>
          </a:xfrm>
          <a:prstGeom prst="rect">
            <a:avLst/>
          </a:prstGeom>
          <a:noFill/>
          <a:ln/>
        </p:spPr>
        <p:txBody>
          <a:bodyPr wrap="square" lIns="0" tIns="0" rIns="0" bIns="0" rtlCol="0" anchor="ctr">
            <a:normAutofit/>
          </a:bodyPr>
          <a:lstStyle/>
          <a:p>
            <a:pPr marL="0" indent="0">
              <a:buNone/>
            </a:pPr>
            <a:r>
              <a:rPr lang="fr-FR" sz="1130">
                <a:solidFill>
                  <a:srgbClr val="1F2937"/>
                </a:solidFill>
                <a:latin typeface="Segoe UI" panose="020B0502040204020203" pitchFamily="34" charset="0"/>
              </a:rPr>
              <a:t>DNS, SMB port, firewall, permissions</a:t>
            </a:r>
            <a:endParaRPr lang="en-US" sz="1130" dirty="0">
              <a:latin typeface="Segoe UI" panose="020B0502040204020203" pitchFamily="34" charset="0"/>
            </a:endParaRPr>
          </a:p>
        </p:txBody>
      </p:sp>
      <p:sp>
        <p:nvSpPr>
          <p:cNvPr id="21" name="Shape 21">
            <a:extLst>
              <a:ext uri="{FF2B5EF4-FFF2-40B4-BE49-F238E27FC236}">
                <a16:creationId xmlns:a16="http://schemas.microsoft.com/office/drawing/2014/main" id="{57D93647-3DD5-61C5-3A7B-FC36B47736FE}"/>
              </a:ext>
            </a:extLst>
          </p:cNvPr>
          <p:cNvSpPr/>
          <p:nvPr/>
        </p:nvSpPr>
        <p:spPr>
          <a:xfrm>
            <a:off x="7702042" y="2372106"/>
            <a:ext cx="3977640" cy="658368"/>
          </a:xfrm>
          <a:prstGeom prst="rect">
            <a:avLst/>
          </a:prstGeom>
          <a:solidFill>
            <a:srgbClr val="F9FAFB"/>
          </a:solidFill>
          <a:ln w="6350">
            <a:solidFill>
              <a:srgbClr val="D7DEE8"/>
            </a:solidFill>
            <a:prstDash val="solid"/>
          </a:ln>
        </p:spPr>
        <p:txBody>
          <a:bodyPr/>
          <a:lstStyle/>
          <a:p>
            <a:endParaRPr lang="en-GB"/>
          </a:p>
        </p:txBody>
      </p:sp>
      <p:sp>
        <p:nvSpPr>
          <p:cNvPr id="22" name="Text 22">
            <a:extLst>
              <a:ext uri="{FF2B5EF4-FFF2-40B4-BE49-F238E27FC236}">
                <a16:creationId xmlns:a16="http://schemas.microsoft.com/office/drawing/2014/main" id="{842192C3-EE78-1DA1-0887-0003C29D42F6}"/>
              </a:ext>
            </a:extLst>
          </p:cNvPr>
          <p:cNvSpPr/>
          <p:nvPr/>
        </p:nvSpPr>
        <p:spPr>
          <a:xfrm>
            <a:off x="7775194" y="2490978"/>
            <a:ext cx="383133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Name resolution, port 445</a:t>
            </a:r>
            <a:endParaRPr lang="en-US" sz="1130" dirty="0">
              <a:latin typeface="Segoe UI" panose="020B0502040204020203" pitchFamily="34" charset="0"/>
            </a:endParaRPr>
          </a:p>
        </p:txBody>
      </p:sp>
      <p:sp>
        <p:nvSpPr>
          <p:cNvPr id="23" name="Shape 23">
            <a:extLst>
              <a:ext uri="{FF2B5EF4-FFF2-40B4-BE49-F238E27FC236}">
                <a16:creationId xmlns:a16="http://schemas.microsoft.com/office/drawing/2014/main" id="{B967E245-44EF-36D0-90F7-CC5BD4E26082}"/>
              </a:ext>
            </a:extLst>
          </p:cNvPr>
          <p:cNvSpPr/>
          <p:nvPr/>
        </p:nvSpPr>
        <p:spPr>
          <a:xfrm>
            <a:off x="569722" y="3030474"/>
            <a:ext cx="2743200" cy="658368"/>
          </a:xfrm>
          <a:prstGeom prst="rect">
            <a:avLst/>
          </a:prstGeom>
          <a:solidFill>
            <a:srgbClr val="FFFFFF"/>
          </a:solidFill>
          <a:ln w="6350">
            <a:solidFill>
              <a:srgbClr val="D7DEE8"/>
            </a:solidFill>
            <a:prstDash val="solid"/>
          </a:ln>
        </p:spPr>
        <p:txBody>
          <a:bodyPr/>
          <a:lstStyle/>
          <a:p>
            <a:endParaRPr lang="en-GB"/>
          </a:p>
        </p:txBody>
      </p:sp>
      <p:sp>
        <p:nvSpPr>
          <p:cNvPr id="24" name="Text 24">
            <a:extLst>
              <a:ext uri="{FF2B5EF4-FFF2-40B4-BE49-F238E27FC236}">
                <a16:creationId xmlns:a16="http://schemas.microsoft.com/office/drawing/2014/main" id="{3B7D0D5C-AD3B-237B-A26C-5E08FE71CA8C}"/>
              </a:ext>
            </a:extLst>
          </p:cNvPr>
          <p:cNvSpPr/>
          <p:nvPr/>
        </p:nvSpPr>
        <p:spPr>
          <a:xfrm>
            <a:off x="642874" y="3149346"/>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WinRM or RDP fails</a:t>
            </a:r>
            <a:endParaRPr lang="en-US" sz="1130" dirty="0">
              <a:latin typeface="Segoe UI" panose="020B0502040204020203" pitchFamily="34" charset="0"/>
            </a:endParaRPr>
          </a:p>
        </p:txBody>
      </p:sp>
      <p:sp>
        <p:nvSpPr>
          <p:cNvPr id="25" name="Shape 25">
            <a:extLst>
              <a:ext uri="{FF2B5EF4-FFF2-40B4-BE49-F238E27FC236}">
                <a16:creationId xmlns:a16="http://schemas.microsoft.com/office/drawing/2014/main" id="{29C4F207-C177-9984-4116-E3CBE68D04E8}"/>
              </a:ext>
            </a:extLst>
          </p:cNvPr>
          <p:cNvSpPr/>
          <p:nvPr/>
        </p:nvSpPr>
        <p:spPr>
          <a:xfrm>
            <a:off x="3312922" y="3030474"/>
            <a:ext cx="4389120" cy="658368"/>
          </a:xfrm>
          <a:prstGeom prst="rect">
            <a:avLst/>
          </a:prstGeom>
          <a:solidFill>
            <a:srgbClr val="FFFFFF"/>
          </a:solidFill>
          <a:ln w="6350">
            <a:solidFill>
              <a:srgbClr val="D7DEE8"/>
            </a:solidFill>
            <a:prstDash val="solid"/>
          </a:ln>
        </p:spPr>
        <p:txBody>
          <a:bodyPr/>
          <a:lstStyle/>
          <a:p>
            <a:endParaRPr lang="en-GB"/>
          </a:p>
        </p:txBody>
      </p:sp>
      <p:sp>
        <p:nvSpPr>
          <p:cNvPr id="26" name="Text 26">
            <a:extLst>
              <a:ext uri="{FF2B5EF4-FFF2-40B4-BE49-F238E27FC236}">
                <a16:creationId xmlns:a16="http://schemas.microsoft.com/office/drawing/2014/main" id="{ABCEAB88-576D-DD88-1E81-BA50C7DB54F0}"/>
              </a:ext>
            </a:extLst>
          </p:cNvPr>
          <p:cNvSpPr/>
          <p:nvPr/>
        </p:nvSpPr>
        <p:spPr>
          <a:xfrm>
            <a:off x="3386074" y="3149346"/>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Listener, firewall profile, DNS, credentials</a:t>
            </a:r>
            <a:endParaRPr lang="en-US" sz="1130" dirty="0">
              <a:latin typeface="Segoe UI" panose="020B0502040204020203" pitchFamily="34" charset="0"/>
            </a:endParaRPr>
          </a:p>
        </p:txBody>
      </p:sp>
      <p:sp>
        <p:nvSpPr>
          <p:cNvPr id="27" name="Shape 27">
            <a:extLst>
              <a:ext uri="{FF2B5EF4-FFF2-40B4-BE49-F238E27FC236}">
                <a16:creationId xmlns:a16="http://schemas.microsoft.com/office/drawing/2014/main" id="{C765B85C-F3AA-65C5-A4C0-6A390C19FE72}"/>
              </a:ext>
            </a:extLst>
          </p:cNvPr>
          <p:cNvSpPr/>
          <p:nvPr/>
        </p:nvSpPr>
        <p:spPr>
          <a:xfrm>
            <a:off x="7702042" y="3030474"/>
            <a:ext cx="3977640" cy="658368"/>
          </a:xfrm>
          <a:prstGeom prst="rect">
            <a:avLst/>
          </a:prstGeom>
          <a:solidFill>
            <a:srgbClr val="FFFFFF"/>
          </a:solidFill>
          <a:ln w="6350">
            <a:solidFill>
              <a:srgbClr val="D7DEE8"/>
            </a:solidFill>
            <a:prstDash val="solid"/>
          </a:ln>
        </p:spPr>
        <p:txBody>
          <a:bodyPr/>
          <a:lstStyle/>
          <a:p>
            <a:endParaRPr lang="en-GB"/>
          </a:p>
        </p:txBody>
      </p:sp>
      <p:sp>
        <p:nvSpPr>
          <p:cNvPr id="28" name="Text 28">
            <a:extLst>
              <a:ext uri="{FF2B5EF4-FFF2-40B4-BE49-F238E27FC236}">
                <a16:creationId xmlns:a16="http://schemas.microsoft.com/office/drawing/2014/main" id="{14B1745F-5D16-DCDD-683A-373C76215E52}"/>
              </a:ext>
            </a:extLst>
          </p:cNvPr>
          <p:cNvSpPr/>
          <p:nvPr/>
        </p:nvSpPr>
        <p:spPr>
          <a:xfrm>
            <a:off x="7775194" y="3149346"/>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Ports 5985 or 3389, firewall profile</a:t>
            </a:r>
            <a:endParaRPr lang="en-US" sz="1130" dirty="0">
              <a:latin typeface="Segoe UI" panose="020B0502040204020203" pitchFamily="34" charset="0"/>
            </a:endParaRPr>
          </a:p>
        </p:txBody>
      </p:sp>
      <p:sp>
        <p:nvSpPr>
          <p:cNvPr id="29" name="Shape 29">
            <a:extLst>
              <a:ext uri="{FF2B5EF4-FFF2-40B4-BE49-F238E27FC236}">
                <a16:creationId xmlns:a16="http://schemas.microsoft.com/office/drawing/2014/main" id="{D2024F68-9AE2-F9CC-AA55-BB6C512CD803}"/>
              </a:ext>
            </a:extLst>
          </p:cNvPr>
          <p:cNvSpPr/>
          <p:nvPr/>
        </p:nvSpPr>
        <p:spPr>
          <a:xfrm>
            <a:off x="569722" y="3688842"/>
            <a:ext cx="2743200" cy="658368"/>
          </a:xfrm>
          <a:prstGeom prst="rect">
            <a:avLst/>
          </a:prstGeom>
          <a:solidFill>
            <a:srgbClr val="F9FAFB"/>
          </a:solidFill>
          <a:ln w="6350">
            <a:solidFill>
              <a:srgbClr val="D7DEE8"/>
            </a:solidFill>
            <a:prstDash val="solid"/>
          </a:ln>
        </p:spPr>
        <p:txBody>
          <a:bodyPr/>
          <a:lstStyle/>
          <a:p>
            <a:endParaRPr lang="en-GB"/>
          </a:p>
        </p:txBody>
      </p:sp>
      <p:sp>
        <p:nvSpPr>
          <p:cNvPr id="30" name="Text 30">
            <a:extLst>
              <a:ext uri="{FF2B5EF4-FFF2-40B4-BE49-F238E27FC236}">
                <a16:creationId xmlns:a16="http://schemas.microsoft.com/office/drawing/2014/main" id="{CF254FA2-2FF7-C923-2BBA-44977366D4B3}"/>
              </a:ext>
            </a:extLst>
          </p:cNvPr>
          <p:cNvSpPr/>
          <p:nvPr/>
        </p:nvSpPr>
        <p:spPr>
          <a:xfrm>
            <a:off x="642874" y="3807714"/>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Updates fail</a:t>
            </a:r>
            <a:endParaRPr lang="en-US" sz="1130" dirty="0">
              <a:latin typeface="Segoe UI" panose="020B0502040204020203" pitchFamily="34" charset="0"/>
            </a:endParaRPr>
          </a:p>
        </p:txBody>
      </p:sp>
      <p:sp>
        <p:nvSpPr>
          <p:cNvPr id="31" name="Shape 31">
            <a:extLst>
              <a:ext uri="{FF2B5EF4-FFF2-40B4-BE49-F238E27FC236}">
                <a16:creationId xmlns:a16="http://schemas.microsoft.com/office/drawing/2014/main" id="{F1424A0D-BC34-9317-E836-95A0B9BB8CF7}"/>
              </a:ext>
            </a:extLst>
          </p:cNvPr>
          <p:cNvSpPr/>
          <p:nvPr/>
        </p:nvSpPr>
        <p:spPr>
          <a:xfrm>
            <a:off x="3312922" y="3688842"/>
            <a:ext cx="4389120" cy="658368"/>
          </a:xfrm>
          <a:prstGeom prst="rect">
            <a:avLst/>
          </a:prstGeom>
          <a:solidFill>
            <a:srgbClr val="F9FAFB"/>
          </a:solidFill>
          <a:ln w="6350">
            <a:solidFill>
              <a:srgbClr val="D7DEE8"/>
            </a:solidFill>
            <a:prstDash val="solid"/>
          </a:ln>
        </p:spPr>
        <p:txBody>
          <a:bodyPr/>
          <a:lstStyle/>
          <a:p>
            <a:endParaRPr lang="en-GB"/>
          </a:p>
        </p:txBody>
      </p:sp>
      <p:sp>
        <p:nvSpPr>
          <p:cNvPr id="32" name="Text 32">
            <a:extLst>
              <a:ext uri="{FF2B5EF4-FFF2-40B4-BE49-F238E27FC236}">
                <a16:creationId xmlns:a16="http://schemas.microsoft.com/office/drawing/2014/main" id="{AA7CC54E-9EC7-C538-701D-8C6E4435D80A}"/>
              </a:ext>
            </a:extLst>
          </p:cNvPr>
          <p:cNvSpPr/>
          <p:nvPr/>
        </p:nvSpPr>
        <p:spPr>
          <a:xfrm>
            <a:off x="3386074" y="3807714"/>
            <a:ext cx="424281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DNS, proxy, gateway, outbound HTTPS</a:t>
            </a:r>
            <a:endParaRPr lang="en-US" sz="1130" dirty="0">
              <a:latin typeface="Segoe UI" panose="020B0502040204020203" pitchFamily="34" charset="0"/>
            </a:endParaRPr>
          </a:p>
        </p:txBody>
      </p:sp>
      <p:sp>
        <p:nvSpPr>
          <p:cNvPr id="33" name="Shape 33">
            <a:extLst>
              <a:ext uri="{FF2B5EF4-FFF2-40B4-BE49-F238E27FC236}">
                <a16:creationId xmlns:a16="http://schemas.microsoft.com/office/drawing/2014/main" id="{D151CD09-6E6E-D263-02DD-1CBB1D601087}"/>
              </a:ext>
            </a:extLst>
          </p:cNvPr>
          <p:cNvSpPr/>
          <p:nvPr/>
        </p:nvSpPr>
        <p:spPr>
          <a:xfrm>
            <a:off x="7702042" y="3688842"/>
            <a:ext cx="3977640" cy="658368"/>
          </a:xfrm>
          <a:prstGeom prst="rect">
            <a:avLst/>
          </a:prstGeom>
          <a:solidFill>
            <a:srgbClr val="F9FAFB"/>
          </a:solidFill>
          <a:ln w="6350">
            <a:solidFill>
              <a:srgbClr val="D7DEE8"/>
            </a:solidFill>
            <a:prstDash val="solid"/>
          </a:ln>
        </p:spPr>
        <p:txBody>
          <a:bodyPr/>
          <a:lstStyle/>
          <a:p>
            <a:endParaRPr lang="en-GB"/>
          </a:p>
        </p:txBody>
      </p:sp>
      <p:sp>
        <p:nvSpPr>
          <p:cNvPr id="34" name="Text 34">
            <a:extLst>
              <a:ext uri="{FF2B5EF4-FFF2-40B4-BE49-F238E27FC236}">
                <a16:creationId xmlns:a16="http://schemas.microsoft.com/office/drawing/2014/main" id="{909BF721-C4CF-F1C1-5169-F9A4E6CFCB94}"/>
              </a:ext>
            </a:extLst>
          </p:cNvPr>
          <p:cNvSpPr/>
          <p:nvPr/>
        </p:nvSpPr>
        <p:spPr>
          <a:xfrm>
            <a:off x="7775194" y="3807714"/>
            <a:ext cx="3831336" cy="347472"/>
          </a:xfrm>
          <a:prstGeom prst="rect">
            <a:avLst/>
          </a:prstGeom>
          <a:noFill/>
          <a:ln/>
        </p:spPr>
        <p:txBody>
          <a:bodyPr wrap="square" lIns="0" tIns="0" rIns="0" bIns="0" rtlCol="0" anchor="ctr">
            <a:normAutofit/>
          </a:bodyPr>
          <a:lstStyle/>
          <a:p>
            <a:pPr marL="0" indent="0">
              <a:buNone/>
            </a:pPr>
            <a:r>
              <a:rPr lang="fr-FR" sz="1130">
                <a:solidFill>
                  <a:srgbClr val="1F2937"/>
                </a:solidFill>
                <a:latin typeface="Segoe UI" panose="020B0502040204020203" pitchFamily="34" charset="0"/>
              </a:rPr>
              <a:t>DNS, route, port 443 or proxy</a:t>
            </a:r>
            <a:endParaRPr lang="en-US" sz="1130" dirty="0">
              <a:latin typeface="Segoe UI" panose="020B0502040204020203" pitchFamily="34" charset="0"/>
            </a:endParaRPr>
          </a:p>
        </p:txBody>
      </p:sp>
      <p:sp>
        <p:nvSpPr>
          <p:cNvPr id="35" name="Shape 35">
            <a:extLst>
              <a:ext uri="{FF2B5EF4-FFF2-40B4-BE49-F238E27FC236}">
                <a16:creationId xmlns:a16="http://schemas.microsoft.com/office/drawing/2014/main" id="{09E4F409-C6E2-9F8B-ECAE-53B8A76C1470}"/>
              </a:ext>
            </a:extLst>
          </p:cNvPr>
          <p:cNvSpPr/>
          <p:nvPr/>
        </p:nvSpPr>
        <p:spPr>
          <a:xfrm>
            <a:off x="569722" y="4347210"/>
            <a:ext cx="2743200" cy="658368"/>
          </a:xfrm>
          <a:prstGeom prst="rect">
            <a:avLst/>
          </a:prstGeom>
          <a:solidFill>
            <a:srgbClr val="FFFFFF"/>
          </a:solidFill>
          <a:ln w="6350">
            <a:solidFill>
              <a:srgbClr val="D7DEE8"/>
            </a:solidFill>
            <a:prstDash val="solid"/>
          </a:ln>
        </p:spPr>
        <p:txBody>
          <a:bodyPr/>
          <a:lstStyle/>
          <a:p>
            <a:endParaRPr lang="en-GB"/>
          </a:p>
        </p:txBody>
      </p:sp>
      <p:sp>
        <p:nvSpPr>
          <p:cNvPr id="36" name="Text 36">
            <a:extLst>
              <a:ext uri="{FF2B5EF4-FFF2-40B4-BE49-F238E27FC236}">
                <a16:creationId xmlns:a16="http://schemas.microsoft.com/office/drawing/2014/main" id="{7ADEA103-C125-0816-95C8-6EE662CA511D}"/>
              </a:ext>
            </a:extLst>
          </p:cNvPr>
          <p:cNvSpPr/>
          <p:nvPr/>
        </p:nvSpPr>
        <p:spPr>
          <a:xfrm>
            <a:off x="642874" y="4466082"/>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Azure Arc onboarding</a:t>
            </a:r>
            <a:endParaRPr lang="en-US" sz="1130" dirty="0">
              <a:latin typeface="Segoe UI" panose="020B0502040204020203" pitchFamily="34" charset="0"/>
            </a:endParaRPr>
          </a:p>
        </p:txBody>
      </p:sp>
      <p:sp>
        <p:nvSpPr>
          <p:cNvPr id="37" name="Shape 37">
            <a:extLst>
              <a:ext uri="{FF2B5EF4-FFF2-40B4-BE49-F238E27FC236}">
                <a16:creationId xmlns:a16="http://schemas.microsoft.com/office/drawing/2014/main" id="{6CE15BB3-B126-FCCF-2921-BE08F0C929B8}"/>
              </a:ext>
            </a:extLst>
          </p:cNvPr>
          <p:cNvSpPr/>
          <p:nvPr/>
        </p:nvSpPr>
        <p:spPr>
          <a:xfrm>
            <a:off x="3312922" y="4347210"/>
            <a:ext cx="4389120" cy="658368"/>
          </a:xfrm>
          <a:prstGeom prst="rect">
            <a:avLst/>
          </a:prstGeom>
          <a:solidFill>
            <a:srgbClr val="FFFFFF"/>
          </a:solidFill>
          <a:ln w="6350">
            <a:solidFill>
              <a:srgbClr val="D7DEE8"/>
            </a:solidFill>
            <a:prstDash val="solid"/>
          </a:ln>
        </p:spPr>
        <p:txBody>
          <a:bodyPr/>
          <a:lstStyle/>
          <a:p>
            <a:endParaRPr lang="en-GB"/>
          </a:p>
        </p:txBody>
      </p:sp>
      <p:sp>
        <p:nvSpPr>
          <p:cNvPr id="38" name="Text 38">
            <a:extLst>
              <a:ext uri="{FF2B5EF4-FFF2-40B4-BE49-F238E27FC236}">
                <a16:creationId xmlns:a16="http://schemas.microsoft.com/office/drawing/2014/main" id="{2B061C0E-9A8B-0EE2-055E-2E0D9FB026D4}"/>
              </a:ext>
            </a:extLst>
          </p:cNvPr>
          <p:cNvSpPr/>
          <p:nvPr/>
        </p:nvSpPr>
        <p:spPr>
          <a:xfrm>
            <a:off x="3386074" y="4466082"/>
            <a:ext cx="424281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DNS, HTTPS egress, proxy, TLS inspection</a:t>
            </a:r>
            <a:endParaRPr lang="en-US" sz="1130" dirty="0">
              <a:latin typeface="Segoe UI" panose="020B0502040204020203" pitchFamily="34" charset="0"/>
            </a:endParaRPr>
          </a:p>
        </p:txBody>
      </p:sp>
      <p:sp>
        <p:nvSpPr>
          <p:cNvPr id="39" name="Shape 39">
            <a:extLst>
              <a:ext uri="{FF2B5EF4-FFF2-40B4-BE49-F238E27FC236}">
                <a16:creationId xmlns:a16="http://schemas.microsoft.com/office/drawing/2014/main" id="{DF03E2CB-C736-7702-D9F0-A39E13A52884}"/>
              </a:ext>
            </a:extLst>
          </p:cNvPr>
          <p:cNvSpPr/>
          <p:nvPr/>
        </p:nvSpPr>
        <p:spPr>
          <a:xfrm>
            <a:off x="7702042" y="4347210"/>
            <a:ext cx="3977640" cy="658368"/>
          </a:xfrm>
          <a:prstGeom prst="rect">
            <a:avLst/>
          </a:prstGeom>
          <a:solidFill>
            <a:srgbClr val="FFFFFF"/>
          </a:solidFill>
          <a:ln w="6350">
            <a:solidFill>
              <a:srgbClr val="D7DEE8"/>
            </a:solidFill>
            <a:prstDash val="solid"/>
          </a:ln>
        </p:spPr>
        <p:txBody>
          <a:bodyPr/>
          <a:lstStyle/>
          <a:p>
            <a:endParaRPr lang="en-GB"/>
          </a:p>
        </p:txBody>
      </p:sp>
      <p:sp>
        <p:nvSpPr>
          <p:cNvPr id="40" name="Text 40">
            <a:extLst>
              <a:ext uri="{FF2B5EF4-FFF2-40B4-BE49-F238E27FC236}">
                <a16:creationId xmlns:a16="http://schemas.microsoft.com/office/drawing/2014/main" id="{6EA0A220-5A88-0DFE-CB72-EDD0527D5B64}"/>
              </a:ext>
            </a:extLst>
          </p:cNvPr>
          <p:cNvSpPr/>
          <p:nvPr/>
        </p:nvSpPr>
        <p:spPr>
          <a:xfrm>
            <a:off x="7775194" y="4466082"/>
            <a:ext cx="383133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DNS, port 443, proxy settings</a:t>
            </a:r>
            <a:endParaRPr lang="en-US" sz="1130" dirty="0">
              <a:latin typeface="Segoe UI" panose="020B0502040204020203" pitchFamily="34" charset="0"/>
            </a:endParaRPr>
          </a:p>
        </p:txBody>
      </p:sp>
      <p:sp>
        <p:nvSpPr>
          <p:cNvPr id="41" name="Course footer">
            <a:extLst>
              <a:ext uri="{FF2B5EF4-FFF2-40B4-BE49-F238E27FC236}">
                <a16:creationId xmlns:a16="http://schemas.microsoft.com/office/drawing/2014/main" id="{C0CCE262-2B6E-D079-5A87-F7A266AC4824}"/>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2" name="TextBox 41">
            <a:extLst>
              <a:ext uri="{FF2B5EF4-FFF2-40B4-BE49-F238E27FC236}">
                <a16:creationId xmlns:a16="http://schemas.microsoft.com/office/drawing/2014/main" id="{29FF9737-1F02-98EC-90C2-AC576D743671}"/>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6113024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73FC9-2876-0481-E99C-6B09CCC9D382}"/>
              </a:ext>
            </a:extLst>
          </p:cNvPr>
          <p:cNvSpPr>
            <a:spLocks noGrp="1"/>
          </p:cNvSpPr>
          <p:nvPr>
            <p:ph type="title" idx="4294967295"/>
          </p:nvPr>
        </p:nvSpPr>
        <p:spPr>
          <a:xfrm>
            <a:off x="0" y="585788"/>
            <a:ext cx="11010900" cy="492125"/>
          </a:xfrm>
        </p:spPr>
        <p:txBody>
          <a:bodyPr wrap="square">
            <a:noAutofit/>
          </a:bodyPr>
          <a:lstStyle/>
          <a:p>
            <a:r>
              <a:rPr lang="en-GB"/>
              <a:t>Scenario: Domain Join Fails</a:t>
            </a:r>
          </a:p>
        </p:txBody>
      </p:sp>
      <p:sp>
        <p:nvSpPr>
          <p:cNvPr id="5" name="Shape 3">
            <a:extLst>
              <a:ext uri="{FF2B5EF4-FFF2-40B4-BE49-F238E27FC236}">
                <a16:creationId xmlns:a16="http://schemas.microsoft.com/office/drawing/2014/main" id="{581B08A6-D907-749B-98E9-B90D0A7F3556}"/>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7" name="Shape 5">
            <a:extLst>
              <a:ext uri="{FF2B5EF4-FFF2-40B4-BE49-F238E27FC236}">
                <a16:creationId xmlns:a16="http://schemas.microsoft.com/office/drawing/2014/main" id="{94B6A87E-C502-0FA3-881A-A006407B35CF}"/>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6">
            <a:extLst>
              <a:ext uri="{FF2B5EF4-FFF2-40B4-BE49-F238E27FC236}">
                <a16:creationId xmlns:a16="http://schemas.microsoft.com/office/drawing/2014/main" id="{A19B0387-BC3D-9A82-0990-6E6B69793C94}"/>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Symptom: domain join wizard cannot find contoso.com or a domain controller</a:t>
            </a:r>
            <a:endParaRPr lang="en-US" sz="1800" dirty="0">
              <a:latin typeface="Segoe UI" panose="020B0502040204020203" pitchFamily="34" charset="0"/>
            </a:endParaRPr>
          </a:p>
        </p:txBody>
      </p:sp>
      <p:sp>
        <p:nvSpPr>
          <p:cNvPr id="9" name="Shape 7">
            <a:extLst>
              <a:ext uri="{FF2B5EF4-FFF2-40B4-BE49-F238E27FC236}">
                <a16:creationId xmlns:a16="http://schemas.microsoft.com/office/drawing/2014/main" id="{8AD87914-DF48-AD48-28F1-3038D47601FC}"/>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8">
            <a:extLst>
              <a:ext uri="{FF2B5EF4-FFF2-40B4-BE49-F238E27FC236}">
                <a16:creationId xmlns:a16="http://schemas.microsoft.com/office/drawing/2014/main" id="{CF225EF3-A035-3D04-EE28-1AC3E8C5C208}"/>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US" sz="1800">
                <a:solidFill>
                  <a:srgbClr val="1F2937"/>
                </a:solidFill>
                <a:latin typeface="Segoe UI" panose="020B0502040204020203" pitchFamily="34" charset="0"/>
                <a:ea typeface="Aptos" pitchFamily="34" charset="-122"/>
                <a:cs typeface="Aptos" pitchFamily="34" charset="-120"/>
              </a:rPr>
              <a:t>Inspect: Get-DnsClientServerAddress on LON-SRV1</a:t>
            </a:r>
            <a:endParaRPr lang="en-US" sz="1800" dirty="0">
              <a:latin typeface="Segoe UI" panose="020B0502040204020203" pitchFamily="34" charset="0"/>
            </a:endParaRPr>
          </a:p>
        </p:txBody>
      </p:sp>
      <p:sp>
        <p:nvSpPr>
          <p:cNvPr id="11" name="Shape 9">
            <a:extLst>
              <a:ext uri="{FF2B5EF4-FFF2-40B4-BE49-F238E27FC236}">
                <a16:creationId xmlns:a16="http://schemas.microsoft.com/office/drawing/2014/main" id="{5CA2B146-77D6-196D-8726-3A29635EE8FE}"/>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0">
            <a:extLst>
              <a:ext uri="{FF2B5EF4-FFF2-40B4-BE49-F238E27FC236}">
                <a16:creationId xmlns:a16="http://schemas.microsoft.com/office/drawing/2014/main" id="{8144E536-C2DC-3DFF-63C0-1E7619C6A8EC}"/>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pt-BR" sz="1800">
                <a:solidFill>
                  <a:srgbClr val="1F2937"/>
                </a:solidFill>
                <a:latin typeface="Segoe UI" panose="020B0502040204020203" pitchFamily="34" charset="0"/>
                <a:ea typeface="Aptos" pitchFamily="34" charset="-122"/>
                <a:cs typeface="Aptos" pitchFamily="34" charset="-120"/>
              </a:rPr>
              <a:t>Resolve: Resolve-DnsName LON-DC1.contoso.com</a:t>
            </a:r>
            <a:endParaRPr lang="en-US" sz="1800" dirty="0">
              <a:latin typeface="Segoe UI" panose="020B0502040204020203" pitchFamily="34" charset="0"/>
            </a:endParaRPr>
          </a:p>
        </p:txBody>
      </p:sp>
      <p:sp>
        <p:nvSpPr>
          <p:cNvPr id="13" name="Shape 11">
            <a:extLst>
              <a:ext uri="{FF2B5EF4-FFF2-40B4-BE49-F238E27FC236}">
                <a16:creationId xmlns:a16="http://schemas.microsoft.com/office/drawing/2014/main" id="{3B532C25-BC0E-C260-FDE7-AC4C36A28D87}"/>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2">
            <a:extLst>
              <a:ext uri="{FF2B5EF4-FFF2-40B4-BE49-F238E27FC236}">
                <a16:creationId xmlns:a16="http://schemas.microsoft.com/office/drawing/2014/main" id="{7F646D9B-B10A-4F04-C1B7-361FE107E4F2}"/>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US" sz="1800">
                <a:solidFill>
                  <a:srgbClr val="1F2937"/>
                </a:solidFill>
                <a:latin typeface="Segoe UI" panose="020B0502040204020203" pitchFamily="34" charset="0"/>
                <a:ea typeface="Aptos" pitchFamily="34" charset="-122"/>
                <a:cs typeface="Aptos" pitchFamily="34" charset="-120"/>
              </a:rPr>
              <a:t>Port test: Test-NetConnection LON-DC1 -Port 88</a:t>
            </a:r>
            <a:endParaRPr lang="en-US" sz="1800" dirty="0">
              <a:latin typeface="Segoe UI" panose="020B0502040204020203" pitchFamily="34" charset="0"/>
            </a:endParaRPr>
          </a:p>
        </p:txBody>
      </p:sp>
      <p:sp>
        <p:nvSpPr>
          <p:cNvPr id="15" name="Shape 13">
            <a:extLst>
              <a:ext uri="{FF2B5EF4-FFF2-40B4-BE49-F238E27FC236}">
                <a16:creationId xmlns:a16="http://schemas.microsoft.com/office/drawing/2014/main" id="{7AFFA101-470C-F266-9FCE-FA8BF0347D0A}"/>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4">
            <a:extLst>
              <a:ext uri="{FF2B5EF4-FFF2-40B4-BE49-F238E27FC236}">
                <a16:creationId xmlns:a16="http://schemas.microsoft.com/office/drawing/2014/main" id="{7B0AD37A-8F39-A438-5E58-4A7DAB3DE4A3}"/>
              </a:ext>
            </a:extLst>
          </p:cNvPr>
          <p:cNvSpPr/>
          <p:nvPr/>
        </p:nvSpPr>
        <p:spPr>
          <a:xfrm>
            <a:off x="1136650" y="33870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Next move: fix DNS or routing before changing domain credentials</a:t>
            </a:r>
            <a:endParaRPr lang="en-US" sz="1800" dirty="0">
              <a:latin typeface="Segoe UI" panose="020B0502040204020203" pitchFamily="34" charset="0"/>
            </a:endParaRPr>
          </a:p>
        </p:txBody>
      </p:sp>
      <p:sp>
        <p:nvSpPr>
          <p:cNvPr id="17" name="Shape 15" hidden="1">
            <a:extLst>
              <a:ext uri="{FF2B5EF4-FFF2-40B4-BE49-F238E27FC236}">
                <a16:creationId xmlns:a16="http://schemas.microsoft.com/office/drawing/2014/main" id="{B19C0A4B-96F8-9DAE-16BA-BC51D7C4DD99}"/>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8" name="Text 16" hidden="1">
            <a:extLst>
              <a:ext uri="{FF2B5EF4-FFF2-40B4-BE49-F238E27FC236}">
                <a16:creationId xmlns:a16="http://schemas.microsoft.com/office/drawing/2014/main" id="{3B63C488-9C99-FAC4-EB3C-46D90ACC8B02}"/>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9" name="Course footer">
            <a:extLst>
              <a:ext uri="{FF2B5EF4-FFF2-40B4-BE49-F238E27FC236}">
                <a16:creationId xmlns:a16="http://schemas.microsoft.com/office/drawing/2014/main" id="{41FCDA38-EEA5-1662-A6B4-40561E240EB7}"/>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0" name="TextBox 19">
            <a:extLst>
              <a:ext uri="{FF2B5EF4-FFF2-40B4-BE49-F238E27FC236}">
                <a16:creationId xmlns:a16="http://schemas.microsoft.com/office/drawing/2014/main" id="{2D075392-513D-169D-E1B1-304A881693DC}"/>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6120341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BC586-952B-6AB2-4088-F6DD48E70D04}"/>
              </a:ext>
            </a:extLst>
          </p:cNvPr>
          <p:cNvSpPr>
            <a:spLocks noGrp="1"/>
          </p:cNvSpPr>
          <p:nvPr>
            <p:ph type="title" idx="4294967295"/>
          </p:nvPr>
        </p:nvSpPr>
        <p:spPr>
          <a:xfrm>
            <a:off x="0" y="585788"/>
            <a:ext cx="11010900" cy="433387"/>
          </a:xfrm>
        </p:spPr>
        <p:txBody>
          <a:bodyPr wrap="square">
            <a:noAutofit/>
          </a:bodyPr>
          <a:lstStyle/>
          <a:p>
            <a:r>
              <a:rPr lang="en-GB"/>
              <a:t>Scenario: Ping Works but SMB Fails</a:t>
            </a:r>
          </a:p>
        </p:txBody>
      </p:sp>
      <p:sp>
        <p:nvSpPr>
          <p:cNvPr id="3" name="Shape 3">
            <a:extLst>
              <a:ext uri="{FF2B5EF4-FFF2-40B4-BE49-F238E27FC236}">
                <a16:creationId xmlns:a16="http://schemas.microsoft.com/office/drawing/2014/main" id="{7AE85747-B937-2A40-8491-CE4AE17539DC}"/>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25EE80E4-679E-49A6-298D-41BD10AEE69F}"/>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4B288E88-0BBA-539D-C7CE-873A768FC068}"/>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Symptom: LON-SRV1 responds to ping, but the share path fails</a:t>
            </a:r>
            <a:endParaRPr lang="en-US" sz="1800" dirty="0">
              <a:latin typeface="Segoe UI" panose="020B0502040204020203" pitchFamily="34" charset="0"/>
            </a:endParaRPr>
          </a:p>
        </p:txBody>
      </p:sp>
      <p:sp>
        <p:nvSpPr>
          <p:cNvPr id="7" name="Shape 7">
            <a:extLst>
              <a:ext uri="{FF2B5EF4-FFF2-40B4-BE49-F238E27FC236}">
                <a16:creationId xmlns:a16="http://schemas.microsoft.com/office/drawing/2014/main" id="{0D7FE91B-E171-9B18-AA9B-04F494518472}"/>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8">
            <a:extLst>
              <a:ext uri="{FF2B5EF4-FFF2-40B4-BE49-F238E27FC236}">
                <a16:creationId xmlns:a16="http://schemas.microsoft.com/office/drawing/2014/main" id="{133B00CC-A200-8D82-2A8F-B9828D6E9733}"/>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Inspect: confirm the name resolves to the expected address</a:t>
            </a:r>
            <a:endParaRPr lang="en-US" sz="1800" dirty="0">
              <a:latin typeface="Segoe UI" panose="020B0502040204020203" pitchFamily="34" charset="0"/>
            </a:endParaRPr>
          </a:p>
        </p:txBody>
      </p:sp>
      <p:sp>
        <p:nvSpPr>
          <p:cNvPr id="9" name="Shape 9">
            <a:extLst>
              <a:ext uri="{FF2B5EF4-FFF2-40B4-BE49-F238E27FC236}">
                <a16:creationId xmlns:a16="http://schemas.microsoft.com/office/drawing/2014/main" id="{8E290AD8-82EC-8D53-6CCA-730A9FC3F150}"/>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10">
            <a:extLst>
              <a:ext uri="{FF2B5EF4-FFF2-40B4-BE49-F238E27FC236}">
                <a16:creationId xmlns:a16="http://schemas.microsoft.com/office/drawing/2014/main" id="{93544C42-CE38-A2B9-1C74-133836C955EB}"/>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US" sz="1800">
                <a:solidFill>
                  <a:srgbClr val="1F2937"/>
                </a:solidFill>
                <a:latin typeface="Segoe UI" panose="020B0502040204020203" pitchFamily="34" charset="0"/>
                <a:ea typeface="Aptos" pitchFamily="34" charset="-122"/>
                <a:cs typeface="Aptos" pitchFamily="34" charset="-120"/>
              </a:rPr>
              <a:t>Port test: Test-NetConnection LON-SRV1 -Port 445</a:t>
            </a:r>
            <a:endParaRPr lang="en-US" sz="1800" dirty="0">
              <a:latin typeface="Segoe UI" panose="020B0502040204020203" pitchFamily="34" charset="0"/>
            </a:endParaRPr>
          </a:p>
        </p:txBody>
      </p:sp>
      <p:sp>
        <p:nvSpPr>
          <p:cNvPr id="11" name="Shape 11">
            <a:extLst>
              <a:ext uri="{FF2B5EF4-FFF2-40B4-BE49-F238E27FC236}">
                <a16:creationId xmlns:a16="http://schemas.microsoft.com/office/drawing/2014/main" id="{02AE1C07-1E03-6585-3DC4-192A7603A3BD}"/>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2">
            <a:extLst>
              <a:ext uri="{FF2B5EF4-FFF2-40B4-BE49-F238E27FC236}">
                <a16:creationId xmlns:a16="http://schemas.microsoft.com/office/drawing/2014/main" id="{6D963154-1E17-B038-8DF3-1D3A54BB4F42}"/>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Firewall check: review active profile and SMB rules</a:t>
            </a:r>
            <a:endParaRPr lang="en-US" sz="1800" dirty="0">
              <a:latin typeface="Segoe UI" panose="020B0502040204020203" pitchFamily="34" charset="0"/>
            </a:endParaRPr>
          </a:p>
        </p:txBody>
      </p:sp>
      <p:sp>
        <p:nvSpPr>
          <p:cNvPr id="13" name="Shape 13">
            <a:extLst>
              <a:ext uri="{FF2B5EF4-FFF2-40B4-BE49-F238E27FC236}">
                <a16:creationId xmlns:a16="http://schemas.microsoft.com/office/drawing/2014/main" id="{3362B88A-1070-8ED7-DA36-EAF3D0DACA45}"/>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7E782D74-4C19-B7F6-89A9-35F61147AE74}"/>
              </a:ext>
            </a:extLst>
          </p:cNvPr>
          <p:cNvSpPr/>
          <p:nvPr/>
        </p:nvSpPr>
        <p:spPr>
          <a:xfrm>
            <a:off x="1136650" y="33870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Next move: separate network reachability from share permissions</a:t>
            </a:r>
            <a:endParaRPr lang="en-US" sz="1800" dirty="0">
              <a:latin typeface="Segoe UI" panose="020B0502040204020203" pitchFamily="34" charset="0"/>
            </a:endParaRPr>
          </a:p>
        </p:txBody>
      </p:sp>
      <p:sp>
        <p:nvSpPr>
          <p:cNvPr id="15" name="Shape 15" hidden="1">
            <a:extLst>
              <a:ext uri="{FF2B5EF4-FFF2-40B4-BE49-F238E27FC236}">
                <a16:creationId xmlns:a16="http://schemas.microsoft.com/office/drawing/2014/main" id="{D3948B5F-7BEA-AAD2-554C-825F0B061794}"/>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6" hidden="1">
            <a:extLst>
              <a:ext uri="{FF2B5EF4-FFF2-40B4-BE49-F238E27FC236}">
                <a16:creationId xmlns:a16="http://schemas.microsoft.com/office/drawing/2014/main" id="{D883A829-D69B-A404-BC77-247127C249D9}"/>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7" name="Course footer">
            <a:extLst>
              <a:ext uri="{FF2B5EF4-FFF2-40B4-BE49-F238E27FC236}">
                <a16:creationId xmlns:a16="http://schemas.microsoft.com/office/drawing/2014/main" id="{B4215620-DE6C-E391-B94F-D26638881B97}"/>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A820F77D-CCB8-838A-8F9E-6DCFDD937EE3}"/>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9589246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F2611-6B08-2CEA-9926-C64C47F9252F}"/>
              </a:ext>
            </a:extLst>
          </p:cNvPr>
          <p:cNvSpPr>
            <a:spLocks noGrp="1"/>
          </p:cNvSpPr>
          <p:nvPr>
            <p:ph type="title" idx="4294967295"/>
          </p:nvPr>
        </p:nvSpPr>
        <p:spPr>
          <a:xfrm>
            <a:off x="0" y="585788"/>
            <a:ext cx="11010900" cy="433387"/>
          </a:xfrm>
        </p:spPr>
        <p:txBody>
          <a:bodyPr wrap="square">
            <a:noAutofit/>
          </a:bodyPr>
          <a:lstStyle/>
          <a:p>
            <a:r>
              <a:rPr lang="en-GB"/>
              <a:t>Scenario: WinRM or RDP Fails</a:t>
            </a:r>
          </a:p>
        </p:txBody>
      </p:sp>
      <p:sp>
        <p:nvSpPr>
          <p:cNvPr id="3" name="Shape 3">
            <a:extLst>
              <a:ext uri="{FF2B5EF4-FFF2-40B4-BE49-F238E27FC236}">
                <a16:creationId xmlns:a16="http://schemas.microsoft.com/office/drawing/2014/main" id="{89620AB9-949C-3874-4309-206B79E326F2}"/>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7D863A2C-CD3D-6F8B-4959-4912133EEAB0}"/>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6" name="Text 6">
            <a:extLst>
              <a:ext uri="{FF2B5EF4-FFF2-40B4-BE49-F238E27FC236}">
                <a16:creationId xmlns:a16="http://schemas.microsoft.com/office/drawing/2014/main" id="{474231EC-3CD1-4FF5-9DEE-C139438FBFDD}"/>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Symptom: remote administration fails even though the server is online</a:t>
            </a:r>
            <a:endParaRPr lang="en-US" sz="1800" dirty="0">
              <a:latin typeface="Segoe UI" panose="020B0502040204020203" pitchFamily="34" charset="0"/>
            </a:endParaRPr>
          </a:p>
        </p:txBody>
      </p:sp>
      <p:sp>
        <p:nvSpPr>
          <p:cNvPr id="7" name="Shape 7">
            <a:extLst>
              <a:ext uri="{FF2B5EF4-FFF2-40B4-BE49-F238E27FC236}">
                <a16:creationId xmlns:a16="http://schemas.microsoft.com/office/drawing/2014/main" id="{D7EB2532-2442-C1F1-BBE0-450CC38A6661}"/>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8">
            <a:extLst>
              <a:ext uri="{FF2B5EF4-FFF2-40B4-BE49-F238E27FC236}">
                <a16:creationId xmlns:a16="http://schemas.microsoft.com/office/drawing/2014/main" id="{D500445A-A5D8-6765-B1B8-4D55CEF9B282}"/>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Inspect: confirm DNS and the expected target address</a:t>
            </a:r>
            <a:endParaRPr lang="en-US" sz="1800" dirty="0">
              <a:latin typeface="Segoe UI" panose="020B0502040204020203" pitchFamily="34" charset="0"/>
            </a:endParaRPr>
          </a:p>
        </p:txBody>
      </p:sp>
      <p:sp>
        <p:nvSpPr>
          <p:cNvPr id="9" name="Shape 9">
            <a:extLst>
              <a:ext uri="{FF2B5EF4-FFF2-40B4-BE49-F238E27FC236}">
                <a16:creationId xmlns:a16="http://schemas.microsoft.com/office/drawing/2014/main" id="{DA1CB3E0-5475-5D44-85C3-B9D0B061B15B}"/>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10">
            <a:extLst>
              <a:ext uri="{FF2B5EF4-FFF2-40B4-BE49-F238E27FC236}">
                <a16:creationId xmlns:a16="http://schemas.microsoft.com/office/drawing/2014/main" id="{743B2425-35E1-956D-43F5-75BB0988786C}"/>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Port test: 5985 for WinRM or 3389 for RDP</a:t>
            </a:r>
            <a:endParaRPr lang="en-US" sz="1800" dirty="0">
              <a:latin typeface="Segoe UI" panose="020B0502040204020203" pitchFamily="34" charset="0"/>
            </a:endParaRPr>
          </a:p>
        </p:txBody>
      </p:sp>
      <p:sp>
        <p:nvSpPr>
          <p:cNvPr id="11" name="Shape 11">
            <a:extLst>
              <a:ext uri="{FF2B5EF4-FFF2-40B4-BE49-F238E27FC236}">
                <a16:creationId xmlns:a16="http://schemas.microsoft.com/office/drawing/2014/main" id="{8E1852E5-9911-B8DE-5E2C-B37D7B3D8854}"/>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2">
            <a:extLst>
              <a:ext uri="{FF2B5EF4-FFF2-40B4-BE49-F238E27FC236}">
                <a16:creationId xmlns:a16="http://schemas.microsoft.com/office/drawing/2014/main" id="{742F43DC-FDCA-B699-702A-871DFC1A33BC}"/>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Firewall check: confirm the active profile and inbound rule scope</a:t>
            </a:r>
            <a:endParaRPr lang="en-US" sz="1800" dirty="0">
              <a:latin typeface="Segoe UI" panose="020B0502040204020203" pitchFamily="34" charset="0"/>
            </a:endParaRPr>
          </a:p>
        </p:txBody>
      </p:sp>
      <p:sp>
        <p:nvSpPr>
          <p:cNvPr id="13" name="Shape 13">
            <a:extLst>
              <a:ext uri="{FF2B5EF4-FFF2-40B4-BE49-F238E27FC236}">
                <a16:creationId xmlns:a16="http://schemas.microsoft.com/office/drawing/2014/main" id="{34AF1B5C-7D9C-F5E7-A072-FD76F7C450AC}"/>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4">
            <a:extLst>
              <a:ext uri="{FF2B5EF4-FFF2-40B4-BE49-F238E27FC236}">
                <a16:creationId xmlns:a16="http://schemas.microsoft.com/office/drawing/2014/main" id="{B443F6B8-A533-BA46-1A8A-9B5A3A27B5A3}"/>
              </a:ext>
            </a:extLst>
          </p:cNvPr>
          <p:cNvSpPr/>
          <p:nvPr/>
        </p:nvSpPr>
        <p:spPr>
          <a:xfrm>
            <a:off x="1136650" y="33870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Next move: validate listener/service settings after the port path is proven</a:t>
            </a:r>
            <a:endParaRPr lang="en-US" sz="1800" dirty="0">
              <a:latin typeface="Segoe UI" panose="020B0502040204020203" pitchFamily="34" charset="0"/>
            </a:endParaRPr>
          </a:p>
        </p:txBody>
      </p:sp>
      <p:sp>
        <p:nvSpPr>
          <p:cNvPr id="15" name="Shape 15" hidden="1">
            <a:extLst>
              <a:ext uri="{FF2B5EF4-FFF2-40B4-BE49-F238E27FC236}">
                <a16:creationId xmlns:a16="http://schemas.microsoft.com/office/drawing/2014/main" id="{E7C3B399-67AC-4F4C-F9B0-F76ACD4ACACA}"/>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6" hidden="1">
            <a:extLst>
              <a:ext uri="{FF2B5EF4-FFF2-40B4-BE49-F238E27FC236}">
                <a16:creationId xmlns:a16="http://schemas.microsoft.com/office/drawing/2014/main" id="{AEA7F1ED-AB01-78CF-D1DE-9EEB5946E17A}"/>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7" name="Course footer">
            <a:extLst>
              <a:ext uri="{FF2B5EF4-FFF2-40B4-BE49-F238E27FC236}">
                <a16:creationId xmlns:a16="http://schemas.microsoft.com/office/drawing/2014/main" id="{824985FA-E176-1C76-660B-9641D47DA66B}"/>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8" name="TextBox 17">
            <a:extLst>
              <a:ext uri="{FF2B5EF4-FFF2-40B4-BE49-F238E27FC236}">
                <a16:creationId xmlns:a16="http://schemas.microsoft.com/office/drawing/2014/main" id="{563E1A76-8ECB-F6AA-E064-036D0F0F104B}"/>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373121870"/>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DD6FD-5C63-3CF5-E373-79784DE50E55}"/>
              </a:ext>
            </a:extLst>
          </p:cNvPr>
          <p:cNvSpPr>
            <a:spLocks noGrp="1"/>
          </p:cNvSpPr>
          <p:nvPr>
            <p:ph type="title" idx="4294967295"/>
          </p:nvPr>
        </p:nvSpPr>
        <p:spPr>
          <a:xfrm>
            <a:off x="0" y="585788"/>
            <a:ext cx="11010900" cy="492125"/>
          </a:xfrm>
        </p:spPr>
        <p:txBody>
          <a:bodyPr wrap="square">
            <a:noAutofit/>
          </a:bodyPr>
          <a:lstStyle/>
          <a:p>
            <a:r>
              <a:rPr lang="en-GB"/>
              <a:t>Demonstration Scenario Setup</a:t>
            </a:r>
          </a:p>
        </p:txBody>
      </p:sp>
      <p:sp>
        <p:nvSpPr>
          <p:cNvPr id="5" name="Shape 3">
            <a:extLst>
              <a:ext uri="{FF2B5EF4-FFF2-40B4-BE49-F238E27FC236}">
                <a16:creationId xmlns:a16="http://schemas.microsoft.com/office/drawing/2014/main" id="{E59A5B05-46AB-4216-3A3D-90C379538F5E}"/>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7" name="Shape 5">
            <a:extLst>
              <a:ext uri="{FF2B5EF4-FFF2-40B4-BE49-F238E27FC236}">
                <a16:creationId xmlns:a16="http://schemas.microsoft.com/office/drawing/2014/main" id="{660BED53-7C1F-AD98-7A40-8103419583C9}"/>
              </a:ext>
            </a:extLst>
          </p:cNvPr>
          <p:cNvSpPr/>
          <p:nvPr/>
        </p:nvSpPr>
        <p:spPr>
          <a:xfrm>
            <a:off x="752602" y="1448562"/>
            <a:ext cx="164592" cy="164592"/>
          </a:xfrm>
          <a:prstGeom prst="ellipse">
            <a:avLst/>
          </a:prstGeom>
          <a:solidFill>
            <a:srgbClr val="0076D4"/>
          </a:solidFill>
          <a:ln w="12700">
            <a:solidFill>
              <a:srgbClr val="0076D4"/>
            </a:solidFill>
            <a:prstDash val="solid"/>
          </a:ln>
        </p:spPr>
        <p:txBody>
          <a:bodyPr/>
          <a:lstStyle/>
          <a:p>
            <a:endParaRPr lang="en-GB"/>
          </a:p>
        </p:txBody>
      </p:sp>
      <p:sp>
        <p:nvSpPr>
          <p:cNvPr id="8" name="Text 6">
            <a:extLst>
              <a:ext uri="{FF2B5EF4-FFF2-40B4-BE49-F238E27FC236}">
                <a16:creationId xmlns:a16="http://schemas.microsoft.com/office/drawing/2014/main" id="{9BE4FADF-C96D-CA02-607C-A59B4DE9A935}"/>
              </a:ext>
            </a:extLst>
          </p:cNvPr>
          <p:cNvSpPr/>
          <p:nvPr/>
        </p:nvSpPr>
        <p:spPr>
          <a:xfrm>
            <a:off x="1136650" y="13754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Scenario: LON-SRV1 cannot reliably reach domain services</a:t>
            </a:r>
            <a:endParaRPr lang="en-US" sz="1800" dirty="0">
              <a:latin typeface="Segoe UI" panose="020B0502040204020203" pitchFamily="34" charset="0"/>
            </a:endParaRPr>
          </a:p>
        </p:txBody>
      </p:sp>
      <p:sp>
        <p:nvSpPr>
          <p:cNvPr id="9" name="Shape 7">
            <a:extLst>
              <a:ext uri="{FF2B5EF4-FFF2-40B4-BE49-F238E27FC236}">
                <a16:creationId xmlns:a16="http://schemas.microsoft.com/office/drawing/2014/main" id="{A86C8B82-90CA-A7A1-D46B-A57C73F7B742}"/>
              </a:ext>
            </a:extLst>
          </p:cNvPr>
          <p:cNvSpPr/>
          <p:nvPr/>
        </p:nvSpPr>
        <p:spPr>
          <a:xfrm>
            <a:off x="752602" y="1951482"/>
            <a:ext cx="164592" cy="164592"/>
          </a:xfrm>
          <a:prstGeom prst="ellipse">
            <a:avLst/>
          </a:prstGeom>
          <a:solidFill>
            <a:srgbClr val="0076D4"/>
          </a:solidFill>
          <a:ln w="12700">
            <a:solidFill>
              <a:srgbClr val="0076D4"/>
            </a:solidFill>
            <a:prstDash val="solid"/>
          </a:ln>
        </p:spPr>
        <p:txBody>
          <a:bodyPr/>
          <a:lstStyle/>
          <a:p>
            <a:endParaRPr lang="en-GB"/>
          </a:p>
        </p:txBody>
      </p:sp>
      <p:sp>
        <p:nvSpPr>
          <p:cNvPr id="10" name="Text 8">
            <a:extLst>
              <a:ext uri="{FF2B5EF4-FFF2-40B4-BE49-F238E27FC236}">
                <a16:creationId xmlns:a16="http://schemas.microsoft.com/office/drawing/2014/main" id="{18864686-99AA-FD57-04C0-6036F5FB66D3}"/>
              </a:ext>
            </a:extLst>
          </p:cNvPr>
          <p:cNvSpPr/>
          <p:nvPr/>
        </p:nvSpPr>
        <p:spPr>
          <a:xfrm>
            <a:off x="1136650" y="18783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Known targets: LON-DC1, the default gateway, and the course domain name</a:t>
            </a:r>
            <a:endParaRPr lang="en-US" sz="1800" dirty="0">
              <a:latin typeface="Segoe UI" panose="020B0502040204020203" pitchFamily="34" charset="0"/>
            </a:endParaRPr>
          </a:p>
        </p:txBody>
      </p:sp>
      <p:sp>
        <p:nvSpPr>
          <p:cNvPr id="11" name="Shape 9">
            <a:extLst>
              <a:ext uri="{FF2B5EF4-FFF2-40B4-BE49-F238E27FC236}">
                <a16:creationId xmlns:a16="http://schemas.microsoft.com/office/drawing/2014/main" id="{441DA8D1-1E95-58C5-C096-1755947C22F8}"/>
              </a:ext>
            </a:extLst>
          </p:cNvPr>
          <p:cNvSpPr/>
          <p:nvPr/>
        </p:nvSpPr>
        <p:spPr>
          <a:xfrm>
            <a:off x="752602" y="245440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10">
            <a:extLst>
              <a:ext uri="{FF2B5EF4-FFF2-40B4-BE49-F238E27FC236}">
                <a16:creationId xmlns:a16="http://schemas.microsoft.com/office/drawing/2014/main" id="{C3A95D73-E952-7BC0-0194-EACA1212C79A}"/>
              </a:ext>
            </a:extLst>
          </p:cNvPr>
          <p:cNvSpPr/>
          <p:nvPr/>
        </p:nvSpPr>
        <p:spPr>
          <a:xfrm>
            <a:off x="1136650" y="23812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Expected dependencies: IP, gateway, DNS, Kerberos, SMB, and WinRM</a:t>
            </a:r>
            <a:endParaRPr lang="en-US" sz="1800" dirty="0">
              <a:latin typeface="Segoe UI" panose="020B0502040204020203" pitchFamily="34" charset="0"/>
            </a:endParaRPr>
          </a:p>
        </p:txBody>
      </p:sp>
      <p:sp>
        <p:nvSpPr>
          <p:cNvPr id="13" name="Shape 11">
            <a:extLst>
              <a:ext uri="{FF2B5EF4-FFF2-40B4-BE49-F238E27FC236}">
                <a16:creationId xmlns:a16="http://schemas.microsoft.com/office/drawing/2014/main" id="{C46F7A98-1C28-13FF-AC2B-7EADBCA51273}"/>
              </a:ext>
            </a:extLst>
          </p:cNvPr>
          <p:cNvSpPr/>
          <p:nvPr/>
        </p:nvSpPr>
        <p:spPr>
          <a:xfrm>
            <a:off x="752602" y="29573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12">
            <a:extLst>
              <a:ext uri="{FF2B5EF4-FFF2-40B4-BE49-F238E27FC236}">
                <a16:creationId xmlns:a16="http://schemas.microsoft.com/office/drawing/2014/main" id="{65D22B72-EE10-1016-36F0-F0CE514492ED}"/>
              </a:ext>
            </a:extLst>
          </p:cNvPr>
          <p:cNvSpPr/>
          <p:nvPr/>
        </p:nvSpPr>
        <p:spPr>
          <a:xfrm>
            <a:off x="1136650" y="28841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Instructor goal: explain what each result proves</a:t>
            </a:r>
            <a:endParaRPr lang="en-US" sz="1800" dirty="0">
              <a:latin typeface="Segoe UI" panose="020B0502040204020203" pitchFamily="34" charset="0"/>
            </a:endParaRPr>
          </a:p>
        </p:txBody>
      </p:sp>
      <p:sp>
        <p:nvSpPr>
          <p:cNvPr id="15" name="Shape 13">
            <a:extLst>
              <a:ext uri="{FF2B5EF4-FFF2-40B4-BE49-F238E27FC236}">
                <a16:creationId xmlns:a16="http://schemas.microsoft.com/office/drawing/2014/main" id="{C3A43250-264E-E52D-AA93-EE81EF755ACD}"/>
              </a:ext>
            </a:extLst>
          </p:cNvPr>
          <p:cNvSpPr/>
          <p:nvPr/>
        </p:nvSpPr>
        <p:spPr>
          <a:xfrm>
            <a:off x="752602" y="34602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4">
            <a:extLst>
              <a:ext uri="{FF2B5EF4-FFF2-40B4-BE49-F238E27FC236}">
                <a16:creationId xmlns:a16="http://schemas.microsoft.com/office/drawing/2014/main" id="{8E756AB1-DF83-A0E6-8F24-806F775EE9A6}"/>
              </a:ext>
            </a:extLst>
          </p:cNvPr>
          <p:cNvSpPr/>
          <p:nvPr/>
        </p:nvSpPr>
        <p:spPr>
          <a:xfrm>
            <a:off x="1136650" y="33870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Avoid making configuration changes until the failed layer is identified</a:t>
            </a:r>
            <a:endParaRPr lang="en-US" sz="1800" dirty="0">
              <a:latin typeface="Segoe UI" panose="020B0502040204020203" pitchFamily="34" charset="0"/>
            </a:endParaRPr>
          </a:p>
        </p:txBody>
      </p:sp>
      <p:sp>
        <p:nvSpPr>
          <p:cNvPr id="17" name="Shape 15" hidden="1">
            <a:extLst>
              <a:ext uri="{FF2B5EF4-FFF2-40B4-BE49-F238E27FC236}">
                <a16:creationId xmlns:a16="http://schemas.microsoft.com/office/drawing/2014/main" id="{5DFC5FD9-2440-5A1D-A786-74A367791F4E}"/>
              </a:ext>
            </a:extLst>
          </p:cNvPr>
          <p:cNvSpPr/>
          <p:nvPr/>
        </p:nvSpPr>
        <p:spPr>
          <a:xfrm>
            <a:off x="752602" y="39631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8" name="Text 16" hidden="1">
            <a:extLst>
              <a:ext uri="{FF2B5EF4-FFF2-40B4-BE49-F238E27FC236}">
                <a16:creationId xmlns:a16="http://schemas.microsoft.com/office/drawing/2014/main" id="{570D5729-67BA-238D-0F6C-ABDCFC167411}"/>
              </a:ext>
            </a:extLst>
          </p:cNvPr>
          <p:cNvSpPr/>
          <p:nvPr/>
        </p:nvSpPr>
        <p:spPr>
          <a:xfrm>
            <a:off x="1136650" y="389001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19" name="Course footer">
            <a:extLst>
              <a:ext uri="{FF2B5EF4-FFF2-40B4-BE49-F238E27FC236}">
                <a16:creationId xmlns:a16="http://schemas.microsoft.com/office/drawing/2014/main" id="{D90F2942-0CD3-C2A6-2517-49B4F3427675}"/>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0" name="TextBox 19">
            <a:extLst>
              <a:ext uri="{FF2B5EF4-FFF2-40B4-BE49-F238E27FC236}">
                <a16:creationId xmlns:a16="http://schemas.microsoft.com/office/drawing/2014/main" id="{DB0D45FF-5F0F-90BB-43C6-9028A94AD785}"/>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220976772"/>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A696C-1F72-9453-A55E-857CFD9B879E}"/>
              </a:ext>
            </a:extLst>
          </p:cNvPr>
          <p:cNvSpPr>
            <a:spLocks noGrp="1"/>
          </p:cNvSpPr>
          <p:nvPr>
            <p:ph type="title" idx="4294967295"/>
          </p:nvPr>
        </p:nvSpPr>
        <p:spPr>
          <a:xfrm>
            <a:off x="0" y="585788"/>
            <a:ext cx="11010900" cy="492125"/>
          </a:xfrm>
        </p:spPr>
        <p:txBody>
          <a:bodyPr wrap="square">
            <a:noAutofit/>
          </a:bodyPr>
          <a:lstStyle/>
          <a:p>
            <a:r>
              <a:rPr lang="en-GB"/>
              <a:t>Demonstration Command Walkthrough</a:t>
            </a:r>
          </a:p>
        </p:txBody>
      </p:sp>
      <p:sp>
        <p:nvSpPr>
          <p:cNvPr id="5" name="Shape 3">
            <a:extLst>
              <a:ext uri="{FF2B5EF4-FFF2-40B4-BE49-F238E27FC236}">
                <a16:creationId xmlns:a16="http://schemas.microsoft.com/office/drawing/2014/main" id="{DD2B3434-149F-09F2-6C81-72B96356CC7B}"/>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7" name="Shape 5">
            <a:extLst>
              <a:ext uri="{FF2B5EF4-FFF2-40B4-BE49-F238E27FC236}">
                <a16:creationId xmlns:a16="http://schemas.microsoft.com/office/drawing/2014/main" id="{A55D9D51-FCDE-321D-2CF6-EF516DEDEE41}"/>
              </a:ext>
            </a:extLst>
          </p:cNvPr>
          <p:cNvSpPr/>
          <p:nvPr/>
        </p:nvSpPr>
        <p:spPr>
          <a:xfrm>
            <a:off x="697738" y="1311402"/>
            <a:ext cx="6537960" cy="4343400"/>
          </a:xfrm>
          <a:prstGeom prst="rect">
            <a:avLst/>
          </a:prstGeom>
          <a:solidFill>
            <a:srgbClr val="101827"/>
          </a:solidFill>
          <a:ln w="12700">
            <a:solidFill>
              <a:srgbClr val="101827"/>
            </a:solidFill>
            <a:prstDash val="solid"/>
          </a:ln>
        </p:spPr>
        <p:txBody>
          <a:bodyPr/>
          <a:lstStyle/>
          <a:p>
            <a:endParaRPr lang="en-GB"/>
          </a:p>
        </p:txBody>
      </p:sp>
      <p:sp>
        <p:nvSpPr>
          <p:cNvPr id="8" name="Text 6">
            <a:extLst>
              <a:ext uri="{FF2B5EF4-FFF2-40B4-BE49-F238E27FC236}">
                <a16:creationId xmlns:a16="http://schemas.microsoft.com/office/drawing/2014/main" id="{5C1D6C5A-C25A-B08A-8C6B-28BFFDF5162D}"/>
              </a:ext>
            </a:extLst>
          </p:cNvPr>
          <p:cNvSpPr/>
          <p:nvPr/>
        </p:nvSpPr>
        <p:spPr>
          <a:xfrm>
            <a:off x="953770" y="1649730"/>
            <a:ext cx="6053328" cy="3566160"/>
          </a:xfrm>
          <a:prstGeom prst="rect">
            <a:avLst/>
          </a:prstGeom>
          <a:noFill/>
          <a:ln/>
        </p:spPr>
        <p:txBody>
          <a:bodyPr wrap="square" lIns="635" tIns="635" rIns="635" bIns="635" rtlCol="0" anchor="ctr">
            <a:normAutofit/>
          </a:bodyPr>
          <a:lstStyle/>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Get-NetIPConfiguration</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Get-DnsClientServerAddress -AddressFamily IPv4</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Resolve-DnsName LON-DC1.contoso.com</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Test-NetConnection LON-DC1 -Port 88</a:t>
            </a:r>
          </a:p>
          <a:p>
            <a:pPr marL="0" indent="0">
              <a:buNone/>
            </a:pPr>
            <a:r>
              <a:rPr lang="en-US" sz="1650">
                <a:solidFill>
                  <a:srgbClr val="FFFFFF"/>
                </a:solidFill>
                <a:latin typeface="Segoe UI" panose="020B0502040204020203" pitchFamily="34" charset="0"/>
                <a:ea typeface="Courier New" pitchFamily="34" charset="-122"/>
                <a:cs typeface="Courier New" pitchFamily="34" charset="-120"/>
              </a:rPr>
              <a:t>Test-NetConnection LON-SRV1 -Port 445</a:t>
            </a:r>
            <a:endParaRPr lang="en-US" sz="1650" dirty="0">
              <a:latin typeface="Segoe UI" panose="020B0502040204020203" pitchFamily="34" charset="0"/>
            </a:endParaRPr>
          </a:p>
        </p:txBody>
      </p:sp>
      <p:sp>
        <p:nvSpPr>
          <p:cNvPr id="9" name="Shape 7">
            <a:extLst>
              <a:ext uri="{FF2B5EF4-FFF2-40B4-BE49-F238E27FC236}">
                <a16:creationId xmlns:a16="http://schemas.microsoft.com/office/drawing/2014/main" id="{3DFCD63D-D6BF-5171-C457-B3AAB3B04F1E}"/>
              </a:ext>
            </a:extLst>
          </p:cNvPr>
          <p:cNvSpPr/>
          <p:nvPr/>
        </p:nvSpPr>
        <p:spPr>
          <a:xfrm>
            <a:off x="7674610" y="1540002"/>
            <a:ext cx="146304" cy="146304"/>
          </a:xfrm>
          <a:prstGeom prst="ellipse">
            <a:avLst/>
          </a:prstGeom>
          <a:solidFill>
            <a:srgbClr val="0076D4"/>
          </a:solidFill>
          <a:ln w="12700">
            <a:solidFill>
              <a:srgbClr val="0076D4"/>
            </a:solidFill>
            <a:prstDash val="solid"/>
          </a:ln>
        </p:spPr>
        <p:txBody>
          <a:bodyPr/>
          <a:lstStyle/>
          <a:p>
            <a:endParaRPr lang="en-GB"/>
          </a:p>
        </p:txBody>
      </p:sp>
      <p:sp>
        <p:nvSpPr>
          <p:cNvPr id="10" name="Text 8">
            <a:extLst>
              <a:ext uri="{FF2B5EF4-FFF2-40B4-BE49-F238E27FC236}">
                <a16:creationId xmlns:a16="http://schemas.microsoft.com/office/drawing/2014/main" id="{3CE69094-647C-7D14-4335-F46617F0DE2E}"/>
              </a:ext>
            </a:extLst>
          </p:cNvPr>
          <p:cNvSpPr/>
          <p:nvPr/>
        </p:nvSpPr>
        <p:spPr>
          <a:xfrm>
            <a:off x="8012938" y="146685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Configuration first</a:t>
            </a:r>
            <a:endParaRPr lang="en-US" sz="1500" dirty="0">
              <a:latin typeface="Segoe UI" panose="020B0502040204020203" pitchFamily="34" charset="0"/>
            </a:endParaRPr>
          </a:p>
        </p:txBody>
      </p:sp>
      <p:sp>
        <p:nvSpPr>
          <p:cNvPr id="11" name="Shape 9">
            <a:extLst>
              <a:ext uri="{FF2B5EF4-FFF2-40B4-BE49-F238E27FC236}">
                <a16:creationId xmlns:a16="http://schemas.microsoft.com/office/drawing/2014/main" id="{EEAE30DD-D8AB-8180-5708-A317902F3A24}"/>
              </a:ext>
            </a:extLst>
          </p:cNvPr>
          <p:cNvSpPr/>
          <p:nvPr/>
        </p:nvSpPr>
        <p:spPr>
          <a:xfrm>
            <a:off x="7674610" y="2317242"/>
            <a:ext cx="146304" cy="146304"/>
          </a:xfrm>
          <a:prstGeom prst="ellipse">
            <a:avLst/>
          </a:prstGeom>
          <a:solidFill>
            <a:srgbClr val="0076D4"/>
          </a:solidFill>
          <a:ln w="12700">
            <a:solidFill>
              <a:srgbClr val="0076D4"/>
            </a:solidFill>
            <a:prstDash val="solid"/>
          </a:ln>
        </p:spPr>
        <p:txBody>
          <a:bodyPr/>
          <a:lstStyle/>
          <a:p>
            <a:endParaRPr lang="en-GB"/>
          </a:p>
        </p:txBody>
      </p:sp>
      <p:sp>
        <p:nvSpPr>
          <p:cNvPr id="12" name="Text 10">
            <a:extLst>
              <a:ext uri="{FF2B5EF4-FFF2-40B4-BE49-F238E27FC236}">
                <a16:creationId xmlns:a16="http://schemas.microsoft.com/office/drawing/2014/main" id="{1430B900-9129-4E44-4C96-01B41E2712B3}"/>
              </a:ext>
            </a:extLst>
          </p:cNvPr>
          <p:cNvSpPr/>
          <p:nvPr/>
        </p:nvSpPr>
        <p:spPr>
          <a:xfrm>
            <a:off x="8012938" y="224409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DNS server next</a:t>
            </a:r>
            <a:endParaRPr lang="en-US" sz="1500" dirty="0">
              <a:latin typeface="Segoe UI" panose="020B0502040204020203" pitchFamily="34" charset="0"/>
            </a:endParaRPr>
          </a:p>
        </p:txBody>
      </p:sp>
      <p:sp>
        <p:nvSpPr>
          <p:cNvPr id="13" name="Shape 11">
            <a:extLst>
              <a:ext uri="{FF2B5EF4-FFF2-40B4-BE49-F238E27FC236}">
                <a16:creationId xmlns:a16="http://schemas.microsoft.com/office/drawing/2014/main" id="{9D1E7A85-3C47-A1E1-D5D1-9FF053CB9E10}"/>
              </a:ext>
            </a:extLst>
          </p:cNvPr>
          <p:cNvSpPr/>
          <p:nvPr/>
        </p:nvSpPr>
        <p:spPr>
          <a:xfrm>
            <a:off x="7674610" y="3094482"/>
            <a:ext cx="146304" cy="146304"/>
          </a:xfrm>
          <a:prstGeom prst="ellipse">
            <a:avLst/>
          </a:prstGeom>
          <a:solidFill>
            <a:srgbClr val="0076D4"/>
          </a:solidFill>
          <a:ln w="12700">
            <a:solidFill>
              <a:srgbClr val="0076D4"/>
            </a:solidFill>
            <a:prstDash val="solid"/>
          </a:ln>
        </p:spPr>
        <p:txBody>
          <a:bodyPr/>
          <a:lstStyle/>
          <a:p>
            <a:endParaRPr lang="en-GB"/>
          </a:p>
        </p:txBody>
      </p:sp>
      <p:sp>
        <p:nvSpPr>
          <p:cNvPr id="14" name="Text 12">
            <a:extLst>
              <a:ext uri="{FF2B5EF4-FFF2-40B4-BE49-F238E27FC236}">
                <a16:creationId xmlns:a16="http://schemas.microsoft.com/office/drawing/2014/main" id="{0318F878-F2C7-97AD-F2FD-6953B85E8D35}"/>
              </a:ext>
            </a:extLst>
          </p:cNvPr>
          <p:cNvSpPr/>
          <p:nvPr/>
        </p:nvSpPr>
        <p:spPr>
          <a:xfrm>
            <a:off x="8012938" y="302133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Name resolution third</a:t>
            </a:r>
            <a:endParaRPr lang="en-US" sz="1500" dirty="0">
              <a:latin typeface="Segoe UI" panose="020B0502040204020203" pitchFamily="34" charset="0"/>
            </a:endParaRPr>
          </a:p>
        </p:txBody>
      </p:sp>
      <p:sp>
        <p:nvSpPr>
          <p:cNvPr id="15" name="Shape 13">
            <a:extLst>
              <a:ext uri="{FF2B5EF4-FFF2-40B4-BE49-F238E27FC236}">
                <a16:creationId xmlns:a16="http://schemas.microsoft.com/office/drawing/2014/main" id="{1D0D8647-CB27-EFC8-B1BF-8C8A4A1FD95A}"/>
              </a:ext>
            </a:extLst>
          </p:cNvPr>
          <p:cNvSpPr/>
          <p:nvPr/>
        </p:nvSpPr>
        <p:spPr>
          <a:xfrm>
            <a:off x="7674610" y="3871722"/>
            <a:ext cx="146304" cy="146304"/>
          </a:xfrm>
          <a:prstGeom prst="ellipse">
            <a:avLst/>
          </a:prstGeom>
          <a:solidFill>
            <a:srgbClr val="0076D4"/>
          </a:solidFill>
          <a:ln w="12700">
            <a:solidFill>
              <a:srgbClr val="0076D4"/>
            </a:solidFill>
            <a:prstDash val="solid"/>
          </a:ln>
        </p:spPr>
        <p:txBody>
          <a:bodyPr/>
          <a:lstStyle/>
          <a:p>
            <a:endParaRPr lang="en-GB"/>
          </a:p>
        </p:txBody>
      </p:sp>
      <p:sp>
        <p:nvSpPr>
          <p:cNvPr id="16" name="Text 14">
            <a:extLst>
              <a:ext uri="{FF2B5EF4-FFF2-40B4-BE49-F238E27FC236}">
                <a16:creationId xmlns:a16="http://schemas.microsoft.com/office/drawing/2014/main" id="{4FE0A281-B798-3218-B91A-19C1066966FD}"/>
              </a:ext>
            </a:extLst>
          </p:cNvPr>
          <p:cNvSpPr/>
          <p:nvPr/>
        </p:nvSpPr>
        <p:spPr>
          <a:xfrm>
            <a:off x="8012938" y="379857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Kerberos path fourth</a:t>
            </a:r>
            <a:endParaRPr lang="en-US" sz="1500" dirty="0">
              <a:latin typeface="Segoe UI" panose="020B0502040204020203" pitchFamily="34" charset="0"/>
            </a:endParaRPr>
          </a:p>
        </p:txBody>
      </p:sp>
      <p:sp>
        <p:nvSpPr>
          <p:cNvPr id="17" name="Shape 15">
            <a:extLst>
              <a:ext uri="{FF2B5EF4-FFF2-40B4-BE49-F238E27FC236}">
                <a16:creationId xmlns:a16="http://schemas.microsoft.com/office/drawing/2014/main" id="{556D8C89-9A72-1533-E7EF-A405633A17A2}"/>
              </a:ext>
            </a:extLst>
          </p:cNvPr>
          <p:cNvSpPr/>
          <p:nvPr/>
        </p:nvSpPr>
        <p:spPr>
          <a:xfrm>
            <a:off x="7674610" y="4648962"/>
            <a:ext cx="146304" cy="146304"/>
          </a:xfrm>
          <a:prstGeom prst="ellipse">
            <a:avLst/>
          </a:prstGeom>
          <a:solidFill>
            <a:srgbClr val="0076D4"/>
          </a:solidFill>
          <a:ln w="12700">
            <a:solidFill>
              <a:srgbClr val="0076D4"/>
            </a:solidFill>
            <a:prstDash val="solid"/>
          </a:ln>
        </p:spPr>
        <p:txBody>
          <a:bodyPr/>
          <a:lstStyle/>
          <a:p>
            <a:endParaRPr lang="en-GB"/>
          </a:p>
        </p:txBody>
      </p:sp>
      <p:sp>
        <p:nvSpPr>
          <p:cNvPr id="18" name="Text 16">
            <a:extLst>
              <a:ext uri="{FF2B5EF4-FFF2-40B4-BE49-F238E27FC236}">
                <a16:creationId xmlns:a16="http://schemas.microsoft.com/office/drawing/2014/main" id="{6BAF0610-14CE-F429-2BC3-44AE7DEB3BCB}"/>
              </a:ext>
            </a:extLst>
          </p:cNvPr>
          <p:cNvSpPr/>
          <p:nvPr/>
        </p:nvSpPr>
        <p:spPr>
          <a:xfrm>
            <a:off x="8012938" y="4575810"/>
            <a:ext cx="3429000" cy="384048"/>
          </a:xfrm>
          <a:prstGeom prst="rect">
            <a:avLst/>
          </a:prstGeom>
          <a:noFill/>
          <a:ln/>
        </p:spPr>
        <p:txBody>
          <a:bodyPr wrap="square" lIns="0" tIns="0" rIns="0" bIns="0" rtlCol="0" anchor="ctr">
            <a:normAutofit/>
          </a:bodyPr>
          <a:lstStyle/>
          <a:p>
            <a:pPr marL="0" indent="0">
              <a:buNone/>
            </a:pPr>
            <a:r>
              <a:rPr lang="en-US" sz="1500">
                <a:solidFill>
                  <a:srgbClr val="1F2937"/>
                </a:solidFill>
                <a:latin typeface="Segoe UI" panose="020B0502040204020203" pitchFamily="34" charset="0"/>
              </a:rPr>
              <a:t>Workflow-specific port last</a:t>
            </a:r>
            <a:endParaRPr lang="en-US" sz="1500" dirty="0">
              <a:latin typeface="Segoe UI" panose="020B0502040204020203" pitchFamily="34" charset="0"/>
            </a:endParaRPr>
          </a:p>
        </p:txBody>
      </p:sp>
      <p:sp>
        <p:nvSpPr>
          <p:cNvPr id="19" name="Course footer">
            <a:extLst>
              <a:ext uri="{FF2B5EF4-FFF2-40B4-BE49-F238E27FC236}">
                <a16:creationId xmlns:a16="http://schemas.microsoft.com/office/drawing/2014/main" id="{D483B9D4-826D-A074-669B-1BD8C4FA19C4}"/>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0" name="TextBox 19">
            <a:extLst>
              <a:ext uri="{FF2B5EF4-FFF2-40B4-BE49-F238E27FC236}">
                <a16:creationId xmlns:a16="http://schemas.microsoft.com/office/drawing/2014/main" id="{1E2DA635-D0A2-8BD4-FE4A-7B4FCB05B786}"/>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4654196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D2E5E-A4F4-6B60-C762-F5547611D35D}"/>
              </a:ext>
            </a:extLst>
          </p:cNvPr>
          <p:cNvSpPr>
            <a:spLocks noGrp="1"/>
          </p:cNvSpPr>
          <p:nvPr>
            <p:ph type="title" idx="4294967295"/>
          </p:nvPr>
        </p:nvSpPr>
        <p:spPr>
          <a:xfrm>
            <a:off x="0" y="585788"/>
            <a:ext cx="11010900" cy="492125"/>
          </a:xfrm>
        </p:spPr>
        <p:txBody>
          <a:bodyPr wrap="square">
            <a:noAutofit/>
          </a:bodyPr>
          <a:lstStyle/>
          <a:p>
            <a:r>
              <a:rPr lang="en-GB"/>
              <a:t>Demonstration Result Interpretation</a:t>
            </a:r>
          </a:p>
        </p:txBody>
      </p:sp>
      <p:sp>
        <p:nvSpPr>
          <p:cNvPr id="5" name="Shape 3">
            <a:extLst>
              <a:ext uri="{FF2B5EF4-FFF2-40B4-BE49-F238E27FC236}">
                <a16:creationId xmlns:a16="http://schemas.microsoft.com/office/drawing/2014/main" id="{3F1F0045-A7AD-344E-0766-422DBFA87949}"/>
              </a:ext>
            </a:extLst>
          </p:cNvPr>
          <p:cNvSpPr/>
          <p:nvPr/>
        </p:nvSpPr>
        <p:spPr>
          <a:xfrm>
            <a:off x="450850" y="1009650"/>
            <a:ext cx="11201400" cy="0"/>
          </a:xfrm>
          <a:prstGeom prst="line">
            <a:avLst/>
          </a:prstGeom>
          <a:noFill/>
          <a:ln w="10160">
            <a:solidFill>
              <a:srgbClr val="D7DEE8"/>
            </a:solidFill>
            <a:prstDash val="solid"/>
          </a:ln>
        </p:spPr>
        <p:txBody>
          <a:bodyPr/>
          <a:lstStyle/>
          <a:p>
            <a:endParaRPr lang="en-GB"/>
          </a:p>
        </p:txBody>
      </p:sp>
      <p:sp>
        <p:nvSpPr>
          <p:cNvPr id="7" name="Shape 5">
            <a:extLst>
              <a:ext uri="{FF2B5EF4-FFF2-40B4-BE49-F238E27FC236}">
                <a16:creationId xmlns:a16="http://schemas.microsoft.com/office/drawing/2014/main" id="{66F8F1F6-32EA-2EFB-1694-E8F002E84F2D}"/>
              </a:ext>
            </a:extLst>
          </p:cNvPr>
          <p:cNvSpPr/>
          <p:nvPr/>
        </p:nvSpPr>
        <p:spPr>
          <a:xfrm>
            <a:off x="569722" y="1311402"/>
            <a:ext cx="2743200" cy="402336"/>
          </a:xfrm>
          <a:prstGeom prst="rect">
            <a:avLst/>
          </a:prstGeom>
          <a:solidFill>
            <a:srgbClr val="243A5E"/>
          </a:solidFill>
          <a:ln w="6350">
            <a:solidFill>
              <a:srgbClr val="D7DEE8"/>
            </a:solidFill>
            <a:prstDash val="solid"/>
          </a:ln>
        </p:spPr>
        <p:txBody>
          <a:bodyPr/>
          <a:lstStyle/>
          <a:p>
            <a:endParaRPr lang="en-GB"/>
          </a:p>
        </p:txBody>
      </p:sp>
      <p:sp>
        <p:nvSpPr>
          <p:cNvPr id="8" name="Text 6">
            <a:extLst>
              <a:ext uri="{FF2B5EF4-FFF2-40B4-BE49-F238E27FC236}">
                <a16:creationId xmlns:a16="http://schemas.microsoft.com/office/drawing/2014/main" id="{1191631A-0AE2-76DF-9B79-5415A83050EA}"/>
              </a:ext>
            </a:extLst>
          </p:cNvPr>
          <p:cNvSpPr/>
          <p:nvPr/>
        </p:nvSpPr>
        <p:spPr>
          <a:xfrm>
            <a:off x="615442" y="1430274"/>
            <a:ext cx="265176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Result</a:t>
            </a:r>
            <a:endParaRPr lang="en-US" sz="1150" dirty="0">
              <a:latin typeface="Segoe UI" panose="020B0502040204020203" pitchFamily="34" charset="0"/>
            </a:endParaRPr>
          </a:p>
        </p:txBody>
      </p:sp>
      <p:sp>
        <p:nvSpPr>
          <p:cNvPr id="9" name="Shape 7">
            <a:extLst>
              <a:ext uri="{FF2B5EF4-FFF2-40B4-BE49-F238E27FC236}">
                <a16:creationId xmlns:a16="http://schemas.microsoft.com/office/drawing/2014/main" id="{72AA228F-5E0D-160B-3C7D-7A858E2ED495}"/>
              </a:ext>
            </a:extLst>
          </p:cNvPr>
          <p:cNvSpPr/>
          <p:nvPr/>
        </p:nvSpPr>
        <p:spPr>
          <a:xfrm>
            <a:off x="3312922" y="1311402"/>
            <a:ext cx="4389120" cy="402336"/>
          </a:xfrm>
          <a:prstGeom prst="rect">
            <a:avLst/>
          </a:prstGeom>
          <a:solidFill>
            <a:srgbClr val="243A5E"/>
          </a:solidFill>
          <a:ln w="6350">
            <a:solidFill>
              <a:srgbClr val="D7DEE8"/>
            </a:solidFill>
            <a:prstDash val="solid"/>
          </a:ln>
        </p:spPr>
        <p:txBody>
          <a:bodyPr/>
          <a:lstStyle/>
          <a:p>
            <a:endParaRPr lang="en-GB"/>
          </a:p>
        </p:txBody>
      </p:sp>
      <p:sp>
        <p:nvSpPr>
          <p:cNvPr id="10" name="Text 8">
            <a:extLst>
              <a:ext uri="{FF2B5EF4-FFF2-40B4-BE49-F238E27FC236}">
                <a16:creationId xmlns:a16="http://schemas.microsoft.com/office/drawing/2014/main" id="{070F8A26-B73B-72F1-639B-44283C489D6A}"/>
              </a:ext>
            </a:extLst>
          </p:cNvPr>
          <p:cNvSpPr/>
          <p:nvPr/>
        </p:nvSpPr>
        <p:spPr>
          <a:xfrm>
            <a:off x="3358642" y="1430274"/>
            <a:ext cx="429768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Likely Meaning</a:t>
            </a:r>
            <a:endParaRPr lang="en-US" sz="1150" dirty="0">
              <a:latin typeface="Segoe UI" panose="020B0502040204020203" pitchFamily="34" charset="0"/>
            </a:endParaRPr>
          </a:p>
        </p:txBody>
      </p:sp>
      <p:sp>
        <p:nvSpPr>
          <p:cNvPr id="11" name="Shape 9">
            <a:extLst>
              <a:ext uri="{FF2B5EF4-FFF2-40B4-BE49-F238E27FC236}">
                <a16:creationId xmlns:a16="http://schemas.microsoft.com/office/drawing/2014/main" id="{4EB19DD7-4D19-249F-E936-19D3B269F7AA}"/>
              </a:ext>
            </a:extLst>
          </p:cNvPr>
          <p:cNvSpPr/>
          <p:nvPr/>
        </p:nvSpPr>
        <p:spPr>
          <a:xfrm>
            <a:off x="7702042" y="1311402"/>
            <a:ext cx="3977640" cy="402336"/>
          </a:xfrm>
          <a:prstGeom prst="rect">
            <a:avLst/>
          </a:prstGeom>
          <a:solidFill>
            <a:srgbClr val="243A5E"/>
          </a:solidFill>
          <a:ln w="6350">
            <a:solidFill>
              <a:srgbClr val="D7DEE8"/>
            </a:solidFill>
            <a:prstDash val="solid"/>
          </a:ln>
        </p:spPr>
        <p:txBody>
          <a:bodyPr/>
          <a:lstStyle/>
          <a:p>
            <a:endParaRPr lang="en-GB"/>
          </a:p>
        </p:txBody>
      </p:sp>
      <p:sp>
        <p:nvSpPr>
          <p:cNvPr id="12" name="Text 10">
            <a:extLst>
              <a:ext uri="{FF2B5EF4-FFF2-40B4-BE49-F238E27FC236}">
                <a16:creationId xmlns:a16="http://schemas.microsoft.com/office/drawing/2014/main" id="{41D12315-0993-327D-2974-9B3B84338BCC}"/>
              </a:ext>
            </a:extLst>
          </p:cNvPr>
          <p:cNvSpPr/>
          <p:nvPr/>
        </p:nvSpPr>
        <p:spPr>
          <a:xfrm>
            <a:off x="7747762" y="1430274"/>
            <a:ext cx="388620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FFFFFF"/>
                </a:solidFill>
                <a:latin typeface="Segoe UI" panose="020B0502040204020203" pitchFamily="34" charset="0"/>
              </a:rPr>
              <a:t>Instructor Prompt</a:t>
            </a:r>
            <a:endParaRPr lang="en-US" sz="1150" dirty="0">
              <a:latin typeface="Segoe UI" panose="020B0502040204020203" pitchFamily="34" charset="0"/>
            </a:endParaRPr>
          </a:p>
        </p:txBody>
      </p:sp>
      <p:sp>
        <p:nvSpPr>
          <p:cNvPr id="13" name="Shape 11">
            <a:extLst>
              <a:ext uri="{FF2B5EF4-FFF2-40B4-BE49-F238E27FC236}">
                <a16:creationId xmlns:a16="http://schemas.microsoft.com/office/drawing/2014/main" id="{C6C27DAA-3C16-7E42-DF5A-8950F946A9C2}"/>
              </a:ext>
            </a:extLst>
          </p:cNvPr>
          <p:cNvSpPr/>
          <p:nvPr/>
        </p:nvSpPr>
        <p:spPr>
          <a:xfrm>
            <a:off x="569722" y="1713738"/>
            <a:ext cx="2743200" cy="658368"/>
          </a:xfrm>
          <a:prstGeom prst="rect">
            <a:avLst/>
          </a:prstGeom>
          <a:solidFill>
            <a:srgbClr val="FFFFFF"/>
          </a:solidFill>
          <a:ln w="6350">
            <a:solidFill>
              <a:srgbClr val="D7DEE8"/>
            </a:solidFill>
            <a:prstDash val="solid"/>
          </a:ln>
        </p:spPr>
        <p:txBody>
          <a:bodyPr/>
          <a:lstStyle/>
          <a:p>
            <a:endParaRPr lang="en-GB"/>
          </a:p>
        </p:txBody>
      </p:sp>
      <p:sp>
        <p:nvSpPr>
          <p:cNvPr id="14" name="Text 12">
            <a:extLst>
              <a:ext uri="{FF2B5EF4-FFF2-40B4-BE49-F238E27FC236}">
                <a16:creationId xmlns:a16="http://schemas.microsoft.com/office/drawing/2014/main" id="{AC66B9E0-36D4-7628-1FA5-84BDDFE8FEA3}"/>
              </a:ext>
            </a:extLst>
          </p:cNvPr>
          <p:cNvSpPr/>
          <p:nvPr/>
        </p:nvSpPr>
        <p:spPr>
          <a:xfrm>
            <a:off x="642874" y="1832610"/>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No DNS server</a:t>
            </a:r>
            <a:endParaRPr lang="en-US" sz="1130" dirty="0">
              <a:latin typeface="Segoe UI" panose="020B0502040204020203" pitchFamily="34" charset="0"/>
            </a:endParaRPr>
          </a:p>
        </p:txBody>
      </p:sp>
      <p:sp>
        <p:nvSpPr>
          <p:cNvPr id="15" name="Shape 13">
            <a:extLst>
              <a:ext uri="{FF2B5EF4-FFF2-40B4-BE49-F238E27FC236}">
                <a16:creationId xmlns:a16="http://schemas.microsoft.com/office/drawing/2014/main" id="{2D0EE055-7886-C976-A42A-458C901472B6}"/>
              </a:ext>
            </a:extLst>
          </p:cNvPr>
          <p:cNvSpPr/>
          <p:nvPr/>
        </p:nvSpPr>
        <p:spPr>
          <a:xfrm>
            <a:off x="3312922" y="1713738"/>
            <a:ext cx="4389120" cy="658368"/>
          </a:xfrm>
          <a:prstGeom prst="rect">
            <a:avLst/>
          </a:prstGeom>
          <a:solidFill>
            <a:srgbClr val="FFFFFF"/>
          </a:solidFill>
          <a:ln w="6350">
            <a:solidFill>
              <a:srgbClr val="D7DEE8"/>
            </a:solidFill>
            <a:prstDash val="solid"/>
          </a:ln>
        </p:spPr>
        <p:txBody>
          <a:bodyPr/>
          <a:lstStyle/>
          <a:p>
            <a:endParaRPr lang="en-GB"/>
          </a:p>
        </p:txBody>
      </p:sp>
      <p:sp>
        <p:nvSpPr>
          <p:cNvPr id="16" name="Text 14">
            <a:extLst>
              <a:ext uri="{FF2B5EF4-FFF2-40B4-BE49-F238E27FC236}">
                <a16:creationId xmlns:a16="http://schemas.microsoft.com/office/drawing/2014/main" id="{AFAB7ED0-53E2-56D1-CE66-49B34FEABE6C}"/>
              </a:ext>
            </a:extLst>
          </p:cNvPr>
          <p:cNvSpPr/>
          <p:nvPr/>
        </p:nvSpPr>
        <p:spPr>
          <a:xfrm>
            <a:off x="3386074" y="1832610"/>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Configuration issue</a:t>
            </a:r>
            <a:endParaRPr lang="en-US" sz="1130" dirty="0">
              <a:latin typeface="Segoe UI" panose="020B0502040204020203" pitchFamily="34" charset="0"/>
            </a:endParaRPr>
          </a:p>
        </p:txBody>
      </p:sp>
      <p:sp>
        <p:nvSpPr>
          <p:cNvPr id="17" name="Shape 15">
            <a:extLst>
              <a:ext uri="{FF2B5EF4-FFF2-40B4-BE49-F238E27FC236}">
                <a16:creationId xmlns:a16="http://schemas.microsoft.com/office/drawing/2014/main" id="{B58D7132-992A-CFC2-3F26-CE7A8296D9A1}"/>
              </a:ext>
            </a:extLst>
          </p:cNvPr>
          <p:cNvSpPr/>
          <p:nvPr/>
        </p:nvSpPr>
        <p:spPr>
          <a:xfrm>
            <a:off x="7702042" y="1713738"/>
            <a:ext cx="3977640" cy="658368"/>
          </a:xfrm>
          <a:prstGeom prst="rect">
            <a:avLst/>
          </a:prstGeom>
          <a:solidFill>
            <a:srgbClr val="FFFFFF"/>
          </a:solidFill>
          <a:ln w="6350">
            <a:solidFill>
              <a:srgbClr val="D7DEE8"/>
            </a:solidFill>
            <a:prstDash val="solid"/>
          </a:ln>
        </p:spPr>
        <p:txBody>
          <a:bodyPr/>
          <a:lstStyle/>
          <a:p>
            <a:endParaRPr lang="en-GB"/>
          </a:p>
        </p:txBody>
      </p:sp>
      <p:sp>
        <p:nvSpPr>
          <p:cNvPr id="18" name="Text 16">
            <a:extLst>
              <a:ext uri="{FF2B5EF4-FFF2-40B4-BE49-F238E27FC236}">
                <a16:creationId xmlns:a16="http://schemas.microsoft.com/office/drawing/2014/main" id="{1B62A660-BB9E-5889-5E58-FAB35A89D9F1}"/>
              </a:ext>
            </a:extLst>
          </p:cNvPr>
          <p:cNvSpPr/>
          <p:nvPr/>
        </p:nvSpPr>
        <p:spPr>
          <a:xfrm>
            <a:off x="7775194" y="1832610"/>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Where should domain DNS point?</a:t>
            </a:r>
            <a:endParaRPr lang="en-US" sz="1130" dirty="0">
              <a:latin typeface="Segoe UI" panose="020B0502040204020203" pitchFamily="34" charset="0"/>
            </a:endParaRPr>
          </a:p>
        </p:txBody>
      </p:sp>
      <p:sp>
        <p:nvSpPr>
          <p:cNvPr id="19" name="Shape 17">
            <a:extLst>
              <a:ext uri="{FF2B5EF4-FFF2-40B4-BE49-F238E27FC236}">
                <a16:creationId xmlns:a16="http://schemas.microsoft.com/office/drawing/2014/main" id="{B4726E2A-7342-480A-1715-2FC4758E2956}"/>
              </a:ext>
            </a:extLst>
          </p:cNvPr>
          <p:cNvSpPr/>
          <p:nvPr/>
        </p:nvSpPr>
        <p:spPr>
          <a:xfrm>
            <a:off x="569722" y="2372106"/>
            <a:ext cx="2743200" cy="658368"/>
          </a:xfrm>
          <a:prstGeom prst="rect">
            <a:avLst/>
          </a:prstGeom>
          <a:solidFill>
            <a:srgbClr val="F9FAFB"/>
          </a:solidFill>
          <a:ln w="6350">
            <a:solidFill>
              <a:srgbClr val="D7DEE8"/>
            </a:solidFill>
            <a:prstDash val="solid"/>
          </a:ln>
        </p:spPr>
        <p:txBody>
          <a:bodyPr/>
          <a:lstStyle/>
          <a:p>
            <a:endParaRPr lang="en-GB"/>
          </a:p>
        </p:txBody>
      </p:sp>
      <p:sp>
        <p:nvSpPr>
          <p:cNvPr id="20" name="Text 18">
            <a:extLst>
              <a:ext uri="{FF2B5EF4-FFF2-40B4-BE49-F238E27FC236}">
                <a16:creationId xmlns:a16="http://schemas.microsoft.com/office/drawing/2014/main" id="{1945C59B-FF76-0744-23D9-843DA339C492}"/>
              </a:ext>
            </a:extLst>
          </p:cNvPr>
          <p:cNvSpPr/>
          <p:nvPr/>
        </p:nvSpPr>
        <p:spPr>
          <a:xfrm>
            <a:off x="642874" y="2490978"/>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Resolve-DnsName fails</a:t>
            </a:r>
            <a:endParaRPr lang="en-US" sz="1130" dirty="0">
              <a:latin typeface="Segoe UI" panose="020B0502040204020203" pitchFamily="34" charset="0"/>
            </a:endParaRPr>
          </a:p>
        </p:txBody>
      </p:sp>
      <p:sp>
        <p:nvSpPr>
          <p:cNvPr id="21" name="Shape 19">
            <a:extLst>
              <a:ext uri="{FF2B5EF4-FFF2-40B4-BE49-F238E27FC236}">
                <a16:creationId xmlns:a16="http://schemas.microsoft.com/office/drawing/2014/main" id="{0925C287-6E18-1491-D9F3-CE1E804DED4C}"/>
              </a:ext>
            </a:extLst>
          </p:cNvPr>
          <p:cNvSpPr/>
          <p:nvPr/>
        </p:nvSpPr>
        <p:spPr>
          <a:xfrm>
            <a:off x="3312922" y="2372106"/>
            <a:ext cx="4389120" cy="658368"/>
          </a:xfrm>
          <a:prstGeom prst="rect">
            <a:avLst/>
          </a:prstGeom>
          <a:solidFill>
            <a:srgbClr val="F9FAFB"/>
          </a:solidFill>
          <a:ln w="6350">
            <a:solidFill>
              <a:srgbClr val="D7DEE8"/>
            </a:solidFill>
            <a:prstDash val="solid"/>
          </a:ln>
        </p:spPr>
        <p:txBody>
          <a:bodyPr/>
          <a:lstStyle/>
          <a:p>
            <a:endParaRPr lang="en-GB"/>
          </a:p>
        </p:txBody>
      </p:sp>
      <p:sp>
        <p:nvSpPr>
          <p:cNvPr id="22" name="Text 20">
            <a:extLst>
              <a:ext uri="{FF2B5EF4-FFF2-40B4-BE49-F238E27FC236}">
                <a16:creationId xmlns:a16="http://schemas.microsoft.com/office/drawing/2014/main" id="{F342D774-1380-0088-434B-468893AAB8EA}"/>
              </a:ext>
            </a:extLst>
          </p:cNvPr>
          <p:cNvSpPr/>
          <p:nvPr/>
        </p:nvSpPr>
        <p:spPr>
          <a:xfrm>
            <a:off x="3386074" y="2490978"/>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Name-resolution issue</a:t>
            </a:r>
            <a:endParaRPr lang="en-US" sz="1130" dirty="0">
              <a:latin typeface="Segoe UI" panose="020B0502040204020203" pitchFamily="34" charset="0"/>
            </a:endParaRPr>
          </a:p>
        </p:txBody>
      </p:sp>
      <p:sp>
        <p:nvSpPr>
          <p:cNvPr id="23" name="Shape 21">
            <a:extLst>
              <a:ext uri="{FF2B5EF4-FFF2-40B4-BE49-F238E27FC236}">
                <a16:creationId xmlns:a16="http://schemas.microsoft.com/office/drawing/2014/main" id="{4D7D7329-3957-4948-5F75-51A4982F3180}"/>
              </a:ext>
            </a:extLst>
          </p:cNvPr>
          <p:cNvSpPr/>
          <p:nvPr/>
        </p:nvSpPr>
        <p:spPr>
          <a:xfrm>
            <a:off x="7702042" y="2372106"/>
            <a:ext cx="3977640" cy="658368"/>
          </a:xfrm>
          <a:prstGeom prst="rect">
            <a:avLst/>
          </a:prstGeom>
          <a:solidFill>
            <a:srgbClr val="F9FAFB"/>
          </a:solidFill>
          <a:ln w="6350">
            <a:solidFill>
              <a:srgbClr val="D7DEE8"/>
            </a:solidFill>
            <a:prstDash val="solid"/>
          </a:ln>
        </p:spPr>
        <p:txBody>
          <a:bodyPr/>
          <a:lstStyle/>
          <a:p>
            <a:endParaRPr lang="en-GB"/>
          </a:p>
        </p:txBody>
      </p:sp>
      <p:sp>
        <p:nvSpPr>
          <p:cNvPr id="24" name="Text 22">
            <a:extLst>
              <a:ext uri="{FF2B5EF4-FFF2-40B4-BE49-F238E27FC236}">
                <a16:creationId xmlns:a16="http://schemas.microsoft.com/office/drawing/2014/main" id="{B45CDF14-CFDA-8CE9-A5F0-AA207A1AC517}"/>
              </a:ext>
            </a:extLst>
          </p:cNvPr>
          <p:cNvSpPr/>
          <p:nvPr/>
        </p:nvSpPr>
        <p:spPr>
          <a:xfrm>
            <a:off x="7775194" y="2490978"/>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Is this DNS or routing?</a:t>
            </a:r>
            <a:endParaRPr lang="en-US" sz="1130" dirty="0">
              <a:latin typeface="Segoe UI" panose="020B0502040204020203" pitchFamily="34" charset="0"/>
            </a:endParaRPr>
          </a:p>
        </p:txBody>
      </p:sp>
      <p:sp>
        <p:nvSpPr>
          <p:cNvPr id="25" name="Shape 23">
            <a:extLst>
              <a:ext uri="{FF2B5EF4-FFF2-40B4-BE49-F238E27FC236}">
                <a16:creationId xmlns:a16="http://schemas.microsoft.com/office/drawing/2014/main" id="{9F008D7F-E702-D407-E400-82D4BBEEBE75}"/>
              </a:ext>
            </a:extLst>
          </p:cNvPr>
          <p:cNvSpPr/>
          <p:nvPr/>
        </p:nvSpPr>
        <p:spPr>
          <a:xfrm>
            <a:off x="569722" y="3030474"/>
            <a:ext cx="2743200" cy="658368"/>
          </a:xfrm>
          <a:prstGeom prst="rect">
            <a:avLst/>
          </a:prstGeom>
          <a:solidFill>
            <a:srgbClr val="FFFFFF"/>
          </a:solidFill>
          <a:ln w="6350">
            <a:solidFill>
              <a:srgbClr val="D7DEE8"/>
            </a:solidFill>
            <a:prstDash val="solid"/>
          </a:ln>
        </p:spPr>
        <p:txBody>
          <a:bodyPr/>
          <a:lstStyle/>
          <a:p>
            <a:endParaRPr lang="en-GB"/>
          </a:p>
        </p:txBody>
      </p:sp>
      <p:sp>
        <p:nvSpPr>
          <p:cNvPr id="26" name="Text 24">
            <a:extLst>
              <a:ext uri="{FF2B5EF4-FFF2-40B4-BE49-F238E27FC236}">
                <a16:creationId xmlns:a16="http://schemas.microsoft.com/office/drawing/2014/main" id="{DCFC6ECC-EEF1-0A17-693E-0010959C9272}"/>
              </a:ext>
            </a:extLst>
          </p:cNvPr>
          <p:cNvSpPr/>
          <p:nvPr/>
        </p:nvSpPr>
        <p:spPr>
          <a:xfrm>
            <a:off x="642874" y="3149346"/>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Ping succeeds, port fails</a:t>
            </a:r>
            <a:endParaRPr lang="en-US" sz="1130" dirty="0">
              <a:latin typeface="Segoe UI" panose="020B0502040204020203" pitchFamily="34" charset="0"/>
            </a:endParaRPr>
          </a:p>
        </p:txBody>
      </p:sp>
      <p:sp>
        <p:nvSpPr>
          <p:cNvPr id="27" name="Shape 25">
            <a:extLst>
              <a:ext uri="{FF2B5EF4-FFF2-40B4-BE49-F238E27FC236}">
                <a16:creationId xmlns:a16="http://schemas.microsoft.com/office/drawing/2014/main" id="{4D23C0A3-9932-BF9A-9DB1-C72B8D82C523}"/>
              </a:ext>
            </a:extLst>
          </p:cNvPr>
          <p:cNvSpPr/>
          <p:nvPr/>
        </p:nvSpPr>
        <p:spPr>
          <a:xfrm>
            <a:off x="3312922" y="3030474"/>
            <a:ext cx="4389120" cy="658368"/>
          </a:xfrm>
          <a:prstGeom prst="rect">
            <a:avLst/>
          </a:prstGeom>
          <a:solidFill>
            <a:srgbClr val="FFFFFF"/>
          </a:solidFill>
          <a:ln w="6350">
            <a:solidFill>
              <a:srgbClr val="D7DEE8"/>
            </a:solidFill>
            <a:prstDash val="solid"/>
          </a:ln>
        </p:spPr>
        <p:txBody>
          <a:bodyPr/>
          <a:lstStyle/>
          <a:p>
            <a:endParaRPr lang="en-GB"/>
          </a:p>
        </p:txBody>
      </p:sp>
      <p:sp>
        <p:nvSpPr>
          <p:cNvPr id="28" name="Text 26">
            <a:extLst>
              <a:ext uri="{FF2B5EF4-FFF2-40B4-BE49-F238E27FC236}">
                <a16:creationId xmlns:a16="http://schemas.microsoft.com/office/drawing/2014/main" id="{316B41D4-15C9-53EB-151D-42904AA633A6}"/>
              </a:ext>
            </a:extLst>
          </p:cNvPr>
          <p:cNvSpPr/>
          <p:nvPr/>
        </p:nvSpPr>
        <p:spPr>
          <a:xfrm>
            <a:off x="3386074" y="3149346"/>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Service-port issue</a:t>
            </a:r>
            <a:endParaRPr lang="en-US" sz="1130" dirty="0">
              <a:latin typeface="Segoe UI" panose="020B0502040204020203" pitchFamily="34" charset="0"/>
            </a:endParaRPr>
          </a:p>
        </p:txBody>
      </p:sp>
      <p:sp>
        <p:nvSpPr>
          <p:cNvPr id="29" name="Shape 27">
            <a:extLst>
              <a:ext uri="{FF2B5EF4-FFF2-40B4-BE49-F238E27FC236}">
                <a16:creationId xmlns:a16="http://schemas.microsoft.com/office/drawing/2014/main" id="{E6D38E4B-8976-2968-28CC-48623CD83C13}"/>
              </a:ext>
            </a:extLst>
          </p:cNvPr>
          <p:cNvSpPr/>
          <p:nvPr/>
        </p:nvSpPr>
        <p:spPr>
          <a:xfrm>
            <a:off x="7702042" y="3030474"/>
            <a:ext cx="3977640" cy="658368"/>
          </a:xfrm>
          <a:prstGeom prst="rect">
            <a:avLst/>
          </a:prstGeom>
          <a:solidFill>
            <a:srgbClr val="FFFFFF"/>
          </a:solidFill>
          <a:ln w="6350">
            <a:solidFill>
              <a:srgbClr val="D7DEE8"/>
            </a:solidFill>
            <a:prstDash val="solid"/>
          </a:ln>
        </p:spPr>
        <p:txBody>
          <a:bodyPr/>
          <a:lstStyle/>
          <a:p>
            <a:endParaRPr lang="en-GB"/>
          </a:p>
        </p:txBody>
      </p:sp>
      <p:sp>
        <p:nvSpPr>
          <p:cNvPr id="30" name="Text 28">
            <a:extLst>
              <a:ext uri="{FF2B5EF4-FFF2-40B4-BE49-F238E27FC236}">
                <a16:creationId xmlns:a16="http://schemas.microsoft.com/office/drawing/2014/main" id="{9CC39C0F-0939-C714-92DD-93E9C6385FD7}"/>
              </a:ext>
            </a:extLst>
          </p:cNvPr>
          <p:cNvSpPr/>
          <p:nvPr/>
        </p:nvSpPr>
        <p:spPr>
          <a:xfrm>
            <a:off x="7775194" y="3149346"/>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Which firewall or listener matters?</a:t>
            </a:r>
            <a:endParaRPr lang="en-US" sz="1130" dirty="0">
              <a:latin typeface="Segoe UI" panose="020B0502040204020203" pitchFamily="34" charset="0"/>
            </a:endParaRPr>
          </a:p>
        </p:txBody>
      </p:sp>
      <p:sp>
        <p:nvSpPr>
          <p:cNvPr id="31" name="Shape 29">
            <a:extLst>
              <a:ext uri="{FF2B5EF4-FFF2-40B4-BE49-F238E27FC236}">
                <a16:creationId xmlns:a16="http://schemas.microsoft.com/office/drawing/2014/main" id="{B0B116D7-E927-FF66-5877-80DC51E004E5}"/>
              </a:ext>
            </a:extLst>
          </p:cNvPr>
          <p:cNvSpPr/>
          <p:nvPr/>
        </p:nvSpPr>
        <p:spPr>
          <a:xfrm>
            <a:off x="569722" y="3688842"/>
            <a:ext cx="2743200" cy="658368"/>
          </a:xfrm>
          <a:prstGeom prst="rect">
            <a:avLst/>
          </a:prstGeom>
          <a:solidFill>
            <a:srgbClr val="F9FAFB"/>
          </a:solidFill>
          <a:ln w="6350">
            <a:solidFill>
              <a:srgbClr val="D7DEE8"/>
            </a:solidFill>
            <a:prstDash val="solid"/>
          </a:ln>
        </p:spPr>
        <p:txBody>
          <a:bodyPr/>
          <a:lstStyle/>
          <a:p>
            <a:endParaRPr lang="en-GB"/>
          </a:p>
        </p:txBody>
      </p:sp>
      <p:sp>
        <p:nvSpPr>
          <p:cNvPr id="32" name="Text 30">
            <a:extLst>
              <a:ext uri="{FF2B5EF4-FFF2-40B4-BE49-F238E27FC236}">
                <a16:creationId xmlns:a16="http://schemas.microsoft.com/office/drawing/2014/main" id="{7C600443-D0BB-0845-381B-96BC38A38B54}"/>
              </a:ext>
            </a:extLst>
          </p:cNvPr>
          <p:cNvSpPr/>
          <p:nvPr/>
        </p:nvSpPr>
        <p:spPr>
          <a:xfrm>
            <a:off x="642874" y="3807714"/>
            <a:ext cx="259689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Port succeeds, workflow fails</a:t>
            </a:r>
            <a:endParaRPr lang="en-US" sz="1130" dirty="0">
              <a:latin typeface="Segoe UI" panose="020B0502040204020203" pitchFamily="34" charset="0"/>
            </a:endParaRPr>
          </a:p>
        </p:txBody>
      </p:sp>
      <p:sp>
        <p:nvSpPr>
          <p:cNvPr id="33" name="Shape 31">
            <a:extLst>
              <a:ext uri="{FF2B5EF4-FFF2-40B4-BE49-F238E27FC236}">
                <a16:creationId xmlns:a16="http://schemas.microsoft.com/office/drawing/2014/main" id="{ECDAC184-1C95-F2EE-97A8-B05133722346}"/>
              </a:ext>
            </a:extLst>
          </p:cNvPr>
          <p:cNvSpPr/>
          <p:nvPr/>
        </p:nvSpPr>
        <p:spPr>
          <a:xfrm>
            <a:off x="3312922" y="3688842"/>
            <a:ext cx="4389120" cy="658368"/>
          </a:xfrm>
          <a:prstGeom prst="rect">
            <a:avLst/>
          </a:prstGeom>
          <a:solidFill>
            <a:srgbClr val="F9FAFB"/>
          </a:solidFill>
          <a:ln w="6350">
            <a:solidFill>
              <a:srgbClr val="D7DEE8"/>
            </a:solidFill>
            <a:prstDash val="solid"/>
          </a:ln>
        </p:spPr>
        <p:txBody>
          <a:bodyPr/>
          <a:lstStyle/>
          <a:p>
            <a:endParaRPr lang="en-GB"/>
          </a:p>
        </p:txBody>
      </p:sp>
      <p:sp>
        <p:nvSpPr>
          <p:cNvPr id="34" name="Text 32">
            <a:extLst>
              <a:ext uri="{FF2B5EF4-FFF2-40B4-BE49-F238E27FC236}">
                <a16:creationId xmlns:a16="http://schemas.microsoft.com/office/drawing/2014/main" id="{BB431981-F36C-829A-AAA4-D44D348D8A31}"/>
              </a:ext>
            </a:extLst>
          </p:cNvPr>
          <p:cNvSpPr/>
          <p:nvPr/>
        </p:nvSpPr>
        <p:spPr>
          <a:xfrm>
            <a:off x="3386074" y="3807714"/>
            <a:ext cx="4242816" cy="347472"/>
          </a:xfrm>
          <a:prstGeom prst="rect">
            <a:avLst/>
          </a:prstGeom>
          <a:noFill/>
          <a:ln/>
        </p:spPr>
        <p:txBody>
          <a:bodyPr wrap="square" lIns="0" tIns="0" rIns="0" bIns="0" rtlCol="0" anchor="ctr">
            <a:normAutofit/>
          </a:bodyPr>
          <a:lstStyle/>
          <a:p>
            <a:pPr marL="0" indent="0">
              <a:buNone/>
            </a:pPr>
            <a:r>
              <a:rPr lang="en-US" sz="1130">
                <a:solidFill>
                  <a:srgbClr val="1F2937"/>
                </a:solidFill>
                <a:latin typeface="Segoe UI" panose="020B0502040204020203" pitchFamily="34" charset="0"/>
              </a:rPr>
              <a:t>Higher-layer issue</a:t>
            </a:r>
            <a:endParaRPr lang="en-US" sz="1130" dirty="0">
              <a:latin typeface="Segoe UI" panose="020B0502040204020203" pitchFamily="34" charset="0"/>
            </a:endParaRPr>
          </a:p>
        </p:txBody>
      </p:sp>
      <p:sp>
        <p:nvSpPr>
          <p:cNvPr id="35" name="Shape 33">
            <a:extLst>
              <a:ext uri="{FF2B5EF4-FFF2-40B4-BE49-F238E27FC236}">
                <a16:creationId xmlns:a16="http://schemas.microsoft.com/office/drawing/2014/main" id="{7926AB05-568C-3817-E7BD-AB1CE678F381}"/>
              </a:ext>
            </a:extLst>
          </p:cNvPr>
          <p:cNvSpPr/>
          <p:nvPr/>
        </p:nvSpPr>
        <p:spPr>
          <a:xfrm>
            <a:off x="7702042" y="3688842"/>
            <a:ext cx="3977640" cy="658368"/>
          </a:xfrm>
          <a:prstGeom prst="rect">
            <a:avLst/>
          </a:prstGeom>
          <a:solidFill>
            <a:srgbClr val="F9FAFB"/>
          </a:solidFill>
          <a:ln w="6350">
            <a:solidFill>
              <a:srgbClr val="D7DEE8"/>
            </a:solidFill>
            <a:prstDash val="solid"/>
          </a:ln>
        </p:spPr>
        <p:txBody>
          <a:bodyPr/>
          <a:lstStyle/>
          <a:p>
            <a:endParaRPr lang="en-GB"/>
          </a:p>
        </p:txBody>
      </p:sp>
      <p:sp>
        <p:nvSpPr>
          <p:cNvPr id="36" name="Text 34">
            <a:extLst>
              <a:ext uri="{FF2B5EF4-FFF2-40B4-BE49-F238E27FC236}">
                <a16:creationId xmlns:a16="http://schemas.microsoft.com/office/drawing/2014/main" id="{BE24CD41-3F8F-822E-A52F-EE3A1C694B15}"/>
              </a:ext>
            </a:extLst>
          </p:cNvPr>
          <p:cNvSpPr/>
          <p:nvPr/>
        </p:nvSpPr>
        <p:spPr>
          <a:xfrm>
            <a:off x="7775194" y="3807714"/>
            <a:ext cx="3831336" cy="347472"/>
          </a:xfrm>
          <a:prstGeom prst="rect">
            <a:avLst/>
          </a:prstGeom>
          <a:noFill/>
          <a:ln/>
        </p:spPr>
        <p:txBody>
          <a:bodyPr wrap="square" lIns="0" tIns="0" rIns="0" bIns="0" rtlCol="0" anchor="ctr">
            <a:normAutofit/>
          </a:bodyPr>
          <a:lstStyle/>
          <a:p>
            <a:pPr marL="0" indent="0">
              <a:buNone/>
            </a:pPr>
            <a:r>
              <a:rPr lang="en-GB" sz="1130">
                <a:solidFill>
                  <a:srgbClr val="1F2937"/>
                </a:solidFill>
                <a:latin typeface="Segoe UI" panose="020B0502040204020203" pitchFamily="34" charset="0"/>
              </a:rPr>
              <a:t>What role, permission, or credential check is next?</a:t>
            </a:r>
            <a:endParaRPr lang="en-US" sz="1130" dirty="0">
              <a:latin typeface="Segoe UI" panose="020B0502040204020203" pitchFamily="34" charset="0"/>
            </a:endParaRPr>
          </a:p>
        </p:txBody>
      </p:sp>
      <p:sp>
        <p:nvSpPr>
          <p:cNvPr id="37" name="Shape 35" hidden="1">
            <a:extLst>
              <a:ext uri="{FF2B5EF4-FFF2-40B4-BE49-F238E27FC236}">
                <a16:creationId xmlns:a16="http://schemas.microsoft.com/office/drawing/2014/main" id="{56D63D83-0079-6EAA-8C6D-DB202F6755DE}"/>
              </a:ext>
            </a:extLst>
          </p:cNvPr>
          <p:cNvSpPr/>
          <p:nvPr/>
        </p:nvSpPr>
        <p:spPr>
          <a:xfrm>
            <a:off x="569722" y="4347210"/>
            <a:ext cx="2743200" cy="658368"/>
          </a:xfrm>
          <a:prstGeom prst="rect">
            <a:avLst/>
          </a:prstGeom>
          <a:solidFill>
            <a:srgbClr val="FFFFFF"/>
          </a:solidFill>
          <a:ln w="6350">
            <a:solidFill>
              <a:srgbClr val="D7DEE8"/>
            </a:solidFill>
            <a:prstDash val="solid"/>
          </a:ln>
        </p:spPr>
        <p:txBody>
          <a:bodyPr/>
          <a:lstStyle/>
          <a:p>
            <a:endParaRPr lang="en-GB"/>
          </a:p>
        </p:txBody>
      </p:sp>
      <p:sp>
        <p:nvSpPr>
          <p:cNvPr id="38" name="Text 36" hidden="1">
            <a:extLst>
              <a:ext uri="{FF2B5EF4-FFF2-40B4-BE49-F238E27FC236}">
                <a16:creationId xmlns:a16="http://schemas.microsoft.com/office/drawing/2014/main" id="{20A71616-DA0F-503A-4E34-A27E61A9F1F4}"/>
              </a:ext>
            </a:extLst>
          </p:cNvPr>
          <p:cNvSpPr/>
          <p:nvPr/>
        </p:nvSpPr>
        <p:spPr>
          <a:xfrm>
            <a:off x="642874" y="4466082"/>
            <a:ext cx="2596896" cy="347472"/>
          </a:xfrm>
          <a:prstGeom prst="rect">
            <a:avLst/>
          </a:prstGeom>
          <a:noFill/>
          <a:ln/>
        </p:spPr>
        <p:txBody>
          <a:bodyPr wrap="square" lIns="0" tIns="0" rIns="0" bIns="0" rtlCol="0" anchor="ctr">
            <a:noAutofit/>
          </a:bodyPr>
          <a:lstStyle/>
          <a:p>
            <a:pPr marL="0" indent="0">
              <a:buNone/>
            </a:pPr>
            <a:endParaRPr lang="en-US" sz="1130" dirty="0"/>
          </a:p>
        </p:txBody>
      </p:sp>
      <p:sp>
        <p:nvSpPr>
          <p:cNvPr id="39" name="Shape 37" hidden="1">
            <a:extLst>
              <a:ext uri="{FF2B5EF4-FFF2-40B4-BE49-F238E27FC236}">
                <a16:creationId xmlns:a16="http://schemas.microsoft.com/office/drawing/2014/main" id="{62A1DE8B-E377-75EE-6C5B-5EE63798683F}"/>
              </a:ext>
            </a:extLst>
          </p:cNvPr>
          <p:cNvSpPr/>
          <p:nvPr/>
        </p:nvSpPr>
        <p:spPr>
          <a:xfrm>
            <a:off x="3312922" y="4347210"/>
            <a:ext cx="4389120" cy="658368"/>
          </a:xfrm>
          <a:prstGeom prst="rect">
            <a:avLst/>
          </a:prstGeom>
          <a:solidFill>
            <a:srgbClr val="FFFFFF"/>
          </a:solidFill>
          <a:ln w="6350">
            <a:solidFill>
              <a:srgbClr val="D7DEE8"/>
            </a:solidFill>
            <a:prstDash val="solid"/>
          </a:ln>
        </p:spPr>
        <p:txBody>
          <a:bodyPr/>
          <a:lstStyle/>
          <a:p>
            <a:endParaRPr lang="en-GB"/>
          </a:p>
        </p:txBody>
      </p:sp>
      <p:sp>
        <p:nvSpPr>
          <p:cNvPr id="40" name="Text 38" hidden="1">
            <a:extLst>
              <a:ext uri="{FF2B5EF4-FFF2-40B4-BE49-F238E27FC236}">
                <a16:creationId xmlns:a16="http://schemas.microsoft.com/office/drawing/2014/main" id="{28703B16-43E1-182D-A6EE-5AE8458CBDF0}"/>
              </a:ext>
            </a:extLst>
          </p:cNvPr>
          <p:cNvSpPr/>
          <p:nvPr/>
        </p:nvSpPr>
        <p:spPr>
          <a:xfrm>
            <a:off x="3386074" y="4466082"/>
            <a:ext cx="4242816" cy="347472"/>
          </a:xfrm>
          <a:prstGeom prst="rect">
            <a:avLst/>
          </a:prstGeom>
          <a:noFill/>
          <a:ln/>
        </p:spPr>
        <p:txBody>
          <a:bodyPr wrap="square" lIns="0" tIns="0" rIns="0" bIns="0" rtlCol="0" anchor="ctr">
            <a:noAutofit/>
          </a:bodyPr>
          <a:lstStyle/>
          <a:p>
            <a:pPr marL="0" indent="0">
              <a:buNone/>
            </a:pPr>
            <a:endParaRPr lang="en-US" sz="1130" dirty="0"/>
          </a:p>
        </p:txBody>
      </p:sp>
      <p:sp>
        <p:nvSpPr>
          <p:cNvPr id="41" name="Shape 39" hidden="1">
            <a:extLst>
              <a:ext uri="{FF2B5EF4-FFF2-40B4-BE49-F238E27FC236}">
                <a16:creationId xmlns:a16="http://schemas.microsoft.com/office/drawing/2014/main" id="{5B0DD578-AB86-2923-5D91-C7B65E06CC47}"/>
              </a:ext>
            </a:extLst>
          </p:cNvPr>
          <p:cNvSpPr/>
          <p:nvPr/>
        </p:nvSpPr>
        <p:spPr>
          <a:xfrm>
            <a:off x="7702042" y="4347210"/>
            <a:ext cx="3977640" cy="658368"/>
          </a:xfrm>
          <a:prstGeom prst="rect">
            <a:avLst/>
          </a:prstGeom>
          <a:solidFill>
            <a:srgbClr val="FFFFFF"/>
          </a:solidFill>
          <a:ln w="6350">
            <a:solidFill>
              <a:srgbClr val="D7DEE8"/>
            </a:solidFill>
            <a:prstDash val="solid"/>
          </a:ln>
        </p:spPr>
        <p:txBody>
          <a:bodyPr/>
          <a:lstStyle/>
          <a:p>
            <a:endParaRPr lang="en-GB"/>
          </a:p>
        </p:txBody>
      </p:sp>
      <p:sp>
        <p:nvSpPr>
          <p:cNvPr id="42" name="Text 40" hidden="1">
            <a:extLst>
              <a:ext uri="{FF2B5EF4-FFF2-40B4-BE49-F238E27FC236}">
                <a16:creationId xmlns:a16="http://schemas.microsoft.com/office/drawing/2014/main" id="{3E6578AA-22DC-C17B-5A8E-2B888561C698}"/>
              </a:ext>
            </a:extLst>
          </p:cNvPr>
          <p:cNvSpPr/>
          <p:nvPr/>
        </p:nvSpPr>
        <p:spPr>
          <a:xfrm>
            <a:off x="7775194" y="4466082"/>
            <a:ext cx="3831336" cy="347472"/>
          </a:xfrm>
          <a:prstGeom prst="rect">
            <a:avLst/>
          </a:prstGeom>
          <a:noFill/>
          <a:ln/>
        </p:spPr>
        <p:txBody>
          <a:bodyPr wrap="square" lIns="0" tIns="0" rIns="0" bIns="0" rtlCol="0" anchor="ctr">
            <a:noAutofit/>
          </a:bodyPr>
          <a:lstStyle/>
          <a:p>
            <a:pPr marL="0" indent="0">
              <a:buNone/>
            </a:pPr>
            <a:endParaRPr lang="en-US" sz="1130" dirty="0"/>
          </a:p>
        </p:txBody>
      </p:sp>
      <p:sp>
        <p:nvSpPr>
          <p:cNvPr id="43" name="Course footer">
            <a:extLst>
              <a:ext uri="{FF2B5EF4-FFF2-40B4-BE49-F238E27FC236}">
                <a16:creationId xmlns:a16="http://schemas.microsoft.com/office/drawing/2014/main" id="{23EE322C-06FA-6E19-1C6D-5C4783A212D2}"/>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4" name="TextBox 43">
            <a:extLst>
              <a:ext uri="{FF2B5EF4-FFF2-40B4-BE49-F238E27FC236}">
                <a16:creationId xmlns:a16="http://schemas.microsoft.com/office/drawing/2014/main" id="{62217C84-FFCA-D6B5-F83E-E59941A37F4B}"/>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74150696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DBA6B-2028-0905-D070-11751E9ED902}"/>
              </a:ext>
            </a:extLst>
          </p:cNvPr>
          <p:cNvSpPr>
            <a:spLocks noGrp="1"/>
          </p:cNvSpPr>
          <p:nvPr>
            <p:ph type="title" idx="4294967295"/>
          </p:nvPr>
        </p:nvSpPr>
        <p:spPr>
          <a:xfrm>
            <a:off x="0" y="585788"/>
            <a:ext cx="11010900" cy="492125"/>
          </a:xfrm>
        </p:spPr>
        <p:txBody>
          <a:bodyPr wrap="square">
            <a:noAutofit/>
          </a:bodyPr>
          <a:lstStyle/>
          <a:p>
            <a:r>
              <a:rPr lang="en-GB"/>
              <a:t>PRACTICE LAB</a:t>
            </a:r>
          </a:p>
        </p:txBody>
      </p:sp>
      <p:sp>
        <p:nvSpPr>
          <p:cNvPr id="3" name="Shape 3">
            <a:extLst>
              <a:ext uri="{FF2B5EF4-FFF2-40B4-BE49-F238E27FC236}">
                <a16:creationId xmlns:a16="http://schemas.microsoft.com/office/drawing/2014/main" id="{EB6BE457-E035-C95D-B405-5912B851F2A1}"/>
              </a:ext>
            </a:extLst>
          </p:cNvPr>
          <p:cNvSpPr/>
          <p:nvPr/>
        </p:nvSpPr>
        <p:spPr>
          <a:xfrm>
            <a:off x="450850" y="941070"/>
            <a:ext cx="11201400" cy="0"/>
          </a:xfrm>
          <a:prstGeom prst="line">
            <a:avLst/>
          </a:prstGeom>
          <a:noFill/>
          <a:ln w="10160">
            <a:solidFill>
              <a:srgbClr val="D7DEE8"/>
            </a:solidFill>
            <a:prstDash val="solid"/>
          </a:ln>
        </p:spPr>
        <p:txBody>
          <a:bodyPr/>
          <a:lstStyle/>
          <a:p>
            <a:endParaRPr lang="en-GB"/>
          </a:p>
        </p:txBody>
      </p:sp>
      <p:sp>
        <p:nvSpPr>
          <p:cNvPr id="5" name="Shape 5">
            <a:extLst>
              <a:ext uri="{FF2B5EF4-FFF2-40B4-BE49-F238E27FC236}">
                <a16:creationId xmlns:a16="http://schemas.microsoft.com/office/drawing/2014/main" id="{7B8FE8CD-B6BD-9697-0018-50E9F82B1EF6}"/>
              </a:ext>
            </a:extLst>
          </p:cNvPr>
          <p:cNvSpPr/>
          <p:nvPr/>
        </p:nvSpPr>
        <p:spPr>
          <a:xfrm>
            <a:off x="569722" y="1242822"/>
            <a:ext cx="2743200" cy="402336"/>
          </a:xfrm>
          <a:prstGeom prst="rect">
            <a:avLst/>
          </a:prstGeom>
          <a:solidFill>
            <a:srgbClr val="243A5E"/>
          </a:solidFill>
          <a:ln w="6350">
            <a:solidFill>
              <a:srgbClr val="D7DEE8"/>
            </a:solidFill>
            <a:prstDash val="solid"/>
          </a:ln>
        </p:spPr>
        <p:txBody>
          <a:bodyPr/>
          <a:lstStyle/>
          <a:p>
            <a:endParaRPr lang="en-GB"/>
          </a:p>
        </p:txBody>
      </p:sp>
      <p:sp>
        <p:nvSpPr>
          <p:cNvPr id="6" name="Text 6">
            <a:extLst>
              <a:ext uri="{FF2B5EF4-FFF2-40B4-BE49-F238E27FC236}">
                <a16:creationId xmlns:a16="http://schemas.microsoft.com/office/drawing/2014/main" id="{03CE6AFA-495B-FE47-D66A-28AE504DDF64}"/>
              </a:ext>
            </a:extLst>
          </p:cNvPr>
          <p:cNvSpPr/>
          <p:nvPr/>
        </p:nvSpPr>
        <p:spPr>
          <a:xfrm>
            <a:off x="615442" y="1361694"/>
            <a:ext cx="265176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000000"/>
                </a:solidFill>
                <a:latin typeface="Segoe UI" panose="020B0502040204020203" pitchFamily="34" charset="0"/>
              </a:rPr>
              <a:t>Lab Task</a:t>
            </a:r>
            <a:endParaRPr lang="en-US" sz="1150" dirty="0">
              <a:solidFill>
                <a:srgbClr val="000000"/>
              </a:solidFill>
              <a:latin typeface="Segoe UI" panose="020B0502040204020203" pitchFamily="34" charset="0"/>
            </a:endParaRPr>
          </a:p>
        </p:txBody>
      </p:sp>
      <p:sp>
        <p:nvSpPr>
          <p:cNvPr id="7" name="Shape 7">
            <a:extLst>
              <a:ext uri="{FF2B5EF4-FFF2-40B4-BE49-F238E27FC236}">
                <a16:creationId xmlns:a16="http://schemas.microsoft.com/office/drawing/2014/main" id="{EF5F255D-8D45-14E4-FEF0-5653D15BC58A}"/>
              </a:ext>
            </a:extLst>
          </p:cNvPr>
          <p:cNvSpPr/>
          <p:nvPr/>
        </p:nvSpPr>
        <p:spPr>
          <a:xfrm>
            <a:off x="3312922" y="1242822"/>
            <a:ext cx="4389120" cy="402336"/>
          </a:xfrm>
          <a:prstGeom prst="rect">
            <a:avLst/>
          </a:prstGeom>
          <a:solidFill>
            <a:srgbClr val="243A5E"/>
          </a:solidFill>
          <a:ln w="6350">
            <a:solidFill>
              <a:srgbClr val="D7DEE8"/>
            </a:solidFill>
            <a:prstDash val="solid"/>
          </a:ln>
        </p:spPr>
        <p:txBody>
          <a:bodyPr/>
          <a:lstStyle/>
          <a:p>
            <a:endParaRPr lang="en-GB"/>
          </a:p>
        </p:txBody>
      </p:sp>
      <p:sp>
        <p:nvSpPr>
          <p:cNvPr id="8" name="Text 8">
            <a:extLst>
              <a:ext uri="{FF2B5EF4-FFF2-40B4-BE49-F238E27FC236}">
                <a16:creationId xmlns:a16="http://schemas.microsoft.com/office/drawing/2014/main" id="{E74611BF-EAFC-C0D5-1288-04BC45458998}"/>
              </a:ext>
            </a:extLst>
          </p:cNvPr>
          <p:cNvSpPr/>
          <p:nvPr/>
        </p:nvSpPr>
        <p:spPr>
          <a:xfrm>
            <a:off x="3358642" y="1361694"/>
            <a:ext cx="429768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000000"/>
                </a:solidFill>
                <a:latin typeface="Segoe UI" panose="020B0502040204020203" pitchFamily="34" charset="0"/>
              </a:rPr>
              <a:t>Chapter Model Step</a:t>
            </a:r>
            <a:endParaRPr lang="en-US" sz="1150" dirty="0">
              <a:solidFill>
                <a:srgbClr val="000000"/>
              </a:solidFill>
              <a:latin typeface="Segoe UI" panose="020B0502040204020203" pitchFamily="34" charset="0"/>
            </a:endParaRPr>
          </a:p>
        </p:txBody>
      </p:sp>
      <p:sp>
        <p:nvSpPr>
          <p:cNvPr id="9" name="Shape 9">
            <a:extLst>
              <a:ext uri="{FF2B5EF4-FFF2-40B4-BE49-F238E27FC236}">
                <a16:creationId xmlns:a16="http://schemas.microsoft.com/office/drawing/2014/main" id="{0C892B66-FAB5-39D6-A503-FCF167A7453A}"/>
              </a:ext>
            </a:extLst>
          </p:cNvPr>
          <p:cNvSpPr/>
          <p:nvPr/>
        </p:nvSpPr>
        <p:spPr>
          <a:xfrm>
            <a:off x="7702042" y="1242822"/>
            <a:ext cx="3977640" cy="402336"/>
          </a:xfrm>
          <a:prstGeom prst="rect">
            <a:avLst/>
          </a:prstGeom>
          <a:solidFill>
            <a:srgbClr val="243A5E"/>
          </a:solidFill>
          <a:ln w="6350">
            <a:solidFill>
              <a:srgbClr val="D7DEE8"/>
            </a:solidFill>
            <a:prstDash val="solid"/>
          </a:ln>
        </p:spPr>
        <p:txBody>
          <a:bodyPr/>
          <a:lstStyle/>
          <a:p>
            <a:endParaRPr lang="en-GB"/>
          </a:p>
        </p:txBody>
      </p:sp>
      <p:sp>
        <p:nvSpPr>
          <p:cNvPr id="10" name="Text 10">
            <a:extLst>
              <a:ext uri="{FF2B5EF4-FFF2-40B4-BE49-F238E27FC236}">
                <a16:creationId xmlns:a16="http://schemas.microsoft.com/office/drawing/2014/main" id="{9955CA2A-5DD8-F7E1-DE75-8775FF2F2DE6}"/>
              </a:ext>
            </a:extLst>
          </p:cNvPr>
          <p:cNvSpPr/>
          <p:nvPr/>
        </p:nvSpPr>
        <p:spPr>
          <a:xfrm>
            <a:off x="7747762" y="1361694"/>
            <a:ext cx="3886200" cy="146304"/>
          </a:xfrm>
          <a:prstGeom prst="rect">
            <a:avLst/>
          </a:prstGeom>
          <a:noFill/>
          <a:ln/>
        </p:spPr>
        <p:txBody>
          <a:bodyPr wrap="square" lIns="0" tIns="0" rIns="0" bIns="0" rtlCol="0" anchor="ctr">
            <a:normAutofit fontScale="92500" lnSpcReduction="20000"/>
          </a:bodyPr>
          <a:lstStyle/>
          <a:p>
            <a:pPr marL="0" indent="0" algn="ctr">
              <a:buNone/>
            </a:pPr>
            <a:r>
              <a:rPr lang="en-US" sz="1150" b="1">
                <a:solidFill>
                  <a:srgbClr val="000000"/>
                </a:solidFill>
                <a:latin typeface="Segoe UI" panose="020B0502040204020203" pitchFamily="34" charset="0"/>
              </a:rPr>
              <a:t>What Students Prove</a:t>
            </a:r>
            <a:endParaRPr lang="en-US" sz="1150" dirty="0">
              <a:solidFill>
                <a:srgbClr val="000000"/>
              </a:solidFill>
              <a:latin typeface="Segoe UI" panose="020B0502040204020203" pitchFamily="34" charset="0"/>
            </a:endParaRPr>
          </a:p>
        </p:txBody>
      </p:sp>
      <p:sp>
        <p:nvSpPr>
          <p:cNvPr id="11" name="Shape 11">
            <a:extLst>
              <a:ext uri="{FF2B5EF4-FFF2-40B4-BE49-F238E27FC236}">
                <a16:creationId xmlns:a16="http://schemas.microsoft.com/office/drawing/2014/main" id="{8AB12624-8650-0E4D-86AA-3A4DA73542B8}"/>
              </a:ext>
            </a:extLst>
          </p:cNvPr>
          <p:cNvSpPr/>
          <p:nvPr/>
        </p:nvSpPr>
        <p:spPr>
          <a:xfrm>
            <a:off x="569722" y="1645158"/>
            <a:ext cx="2743200" cy="658368"/>
          </a:xfrm>
          <a:prstGeom prst="rect">
            <a:avLst/>
          </a:prstGeom>
          <a:solidFill>
            <a:srgbClr val="FFFFFF"/>
          </a:solidFill>
          <a:ln w="6350">
            <a:solidFill>
              <a:srgbClr val="D7DEE8"/>
            </a:solidFill>
            <a:prstDash val="solid"/>
          </a:ln>
        </p:spPr>
        <p:txBody>
          <a:bodyPr/>
          <a:lstStyle/>
          <a:p>
            <a:endParaRPr lang="en-GB"/>
          </a:p>
        </p:txBody>
      </p:sp>
      <p:sp>
        <p:nvSpPr>
          <p:cNvPr id="12" name="Text 12">
            <a:extLst>
              <a:ext uri="{FF2B5EF4-FFF2-40B4-BE49-F238E27FC236}">
                <a16:creationId xmlns:a16="http://schemas.microsoft.com/office/drawing/2014/main" id="{D369ED0A-6C57-4FE5-772F-4FD75E8A2BC6}"/>
              </a:ext>
            </a:extLst>
          </p:cNvPr>
          <p:cNvSpPr/>
          <p:nvPr/>
        </p:nvSpPr>
        <p:spPr>
          <a:xfrm>
            <a:off x="642874" y="1764030"/>
            <a:ext cx="259689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View configuration</a:t>
            </a:r>
            <a:endParaRPr lang="en-US" sz="1130" dirty="0">
              <a:solidFill>
                <a:srgbClr val="000000"/>
              </a:solidFill>
              <a:latin typeface="Segoe UI" panose="020B0502040204020203" pitchFamily="34" charset="0"/>
            </a:endParaRPr>
          </a:p>
        </p:txBody>
      </p:sp>
      <p:sp>
        <p:nvSpPr>
          <p:cNvPr id="13" name="Shape 13">
            <a:extLst>
              <a:ext uri="{FF2B5EF4-FFF2-40B4-BE49-F238E27FC236}">
                <a16:creationId xmlns:a16="http://schemas.microsoft.com/office/drawing/2014/main" id="{C9D19468-5395-2618-2022-3C626B561FA8}"/>
              </a:ext>
            </a:extLst>
          </p:cNvPr>
          <p:cNvSpPr/>
          <p:nvPr/>
        </p:nvSpPr>
        <p:spPr>
          <a:xfrm>
            <a:off x="3312922" y="1645158"/>
            <a:ext cx="4389120" cy="658368"/>
          </a:xfrm>
          <a:prstGeom prst="rect">
            <a:avLst/>
          </a:prstGeom>
          <a:solidFill>
            <a:srgbClr val="FFFFFF"/>
          </a:solidFill>
          <a:ln w="6350">
            <a:solidFill>
              <a:srgbClr val="D7DEE8"/>
            </a:solidFill>
            <a:prstDash val="solid"/>
          </a:ln>
        </p:spPr>
        <p:txBody>
          <a:bodyPr/>
          <a:lstStyle/>
          <a:p>
            <a:endParaRPr lang="en-GB"/>
          </a:p>
        </p:txBody>
      </p:sp>
      <p:sp>
        <p:nvSpPr>
          <p:cNvPr id="14" name="Text 14">
            <a:extLst>
              <a:ext uri="{FF2B5EF4-FFF2-40B4-BE49-F238E27FC236}">
                <a16:creationId xmlns:a16="http://schemas.microsoft.com/office/drawing/2014/main" id="{86684E16-723D-9D23-CF09-E9904736FF68}"/>
              </a:ext>
            </a:extLst>
          </p:cNvPr>
          <p:cNvSpPr/>
          <p:nvPr/>
        </p:nvSpPr>
        <p:spPr>
          <a:xfrm>
            <a:off x="3386074" y="1764030"/>
            <a:ext cx="424281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Adapter, IP, gateway, DNS</a:t>
            </a:r>
            <a:endParaRPr lang="en-US" sz="1130" dirty="0">
              <a:solidFill>
                <a:srgbClr val="000000"/>
              </a:solidFill>
              <a:latin typeface="Segoe UI" panose="020B0502040204020203" pitchFamily="34" charset="0"/>
            </a:endParaRPr>
          </a:p>
        </p:txBody>
      </p:sp>
      <p:sp>
        <p:nvSpPr>
          <p:cNvPr id="15" name="Shape 15">
            <a:extLst>
              <a:ext uri="{FF2B5EF4-FFF2-40B4-BE49-F238E27FC236}">
                <a16:creationId xmlns:a16="http://schemas.microsoft.com/office/drawing/2014/main" id="{3CFFE4F3-8F88-BD9C-786E-0B57105ACBC7}"/>
              </a:ext>
            </a:extLst>
          </p:cNvPr>
          <p:cNvSpPr/>
          <p:nvPr/>
        </p:nvSpPr>
        <p:spPr>
          <a:xfrm>
            <a:off x="7702042" y="1645158"/>
            <a:ext cx="3977640" cy="658368"/>
          </a:xfrm>
          <a:prstGeom prst="rect">
            <a:avLst/>
          </a:prstGeom>
          <a:solidFill>
            <a:srgbClr val="FFFFFF"/>
          </a:solidFill>
          <a:ln w="6350">
            <a:solidFill>
              <a:srgbClr val="D7DEE8"/>
            </a:solidFill>
            <a:prstDash val="solid"/>
          </a:ln>
        </p:spPr>
        <p:txBody>
          <a:bodyPr/>
          <a:lstStyle/>
          <a:p>
            <a:endParaRPr lang="en-GB"/>
          </a:p>
        </p:txBody>
      </p:sp>
      <p:sp>
        <p:nvSpPr>
          <p:cNvPr id="16" name="Text 16">
            <a:extLst>
              <a:ext uri="{FF2B5EF4-FFF2-40B4-BE49-F238E27FC236}">
                <a16:creationId xmlns:a16="http://schemas.microsoft.com/office/drawing/2014/main" id="{E73EAEED-6234-A546-D877-54876D817070}"/>
              </a:ext>
            </a:extLst>
          </p:cNvPr>
          <p:cNvSpPr/>
          <p:nvPr/>
        </p:nvSpPr>
        <p:spPr>
          <a:xfrm>
            <a:off x="7775194" y="1764030"/>
            <a:ext cx="3831336" cy="347472"/>
          </a:xfrm>
          <a:prstGeom prst="rect">
            <a:avLst/>
          </a:prstGeom>
          <a:noFill/>
          <a:ln/>
        </p:spPr>
        <p:txBody>
          <a:bodyPr wrap="square" lIns="0" tIns="0" rIns="0" bIns="0" rtlCol="0" anchor="ctr">
            <a:normAutofit/>
          </a:bodyPr>
          <a:lstStyle/>
          <a:p>
            <a:pPr marL="0" indent="0">
              <a:buNone/>
            </a:pPr>
            <a:r>
              <a:rPr lang="en-GB" sz="1130">
                <a:solidFill>
                  <a:srgbClr val="000000"/>
                </a:solidFill>
                <a:latin typeface="Segoe UI" panose="020B0502040204020203" pitchFamily="34" charset="0"/>
              </a:rPr>
              <a:t>The server starts from known settings</a:t>
            </a:r>
            <a:endParaRPr lang="en-US" sz="1130" dirty="0">
              <a:solidFill>
                <a:srgbClr val="000000"/>
              </a:solidFill>
              <a:latin typeface="Segoe UI" panose="020B0502040204020203" pitchFamily="34" charset="0"/>
            </a:endParaRPr>
          </a:p>
        </p:txBody>
      </p:sp>
      <p:sp>
        <p:nvSpPr>
          <p:cNvPr id="17" name="Shape 17">
            <a:extLst>
              <a:ext uri="{FF2B5EF4-FFF2-40B4-BE49-F238E27FC236}">
                <a16:creationId xmlns:a16="http://schemas.microsoft.com/office/drawing/2014/main" id="{EB4BE478-6F16-72E9-D0FF-389AE4EF4BAC}"/>
              </a:ext>
            </a:extLst>
          </p:cNvPr>
          <p:cNvSpPr/>
          <p:nvPr/>
        </p:nvSpPr>
        <p:spPr>
          <a:xfrm>
            <a:off x="569722" y="2303526"/>
            <a:ext cx="2743200" cy="658368"/>
          </a:xfrm>
          <a:prstGeom prst="rect">
            <a:avLst/>
          </a:prstGeom>
          <a:solidFill>
            <a:srgbClr val="F9FAFB"/>
          </a:solidFill>
          <a:ln w="6350">
            <a:solidFill>
              <a:srgbClr val="D7DEE8"/>
            </a:solidFill>
            <a:prstDash val="solid"/>
          </a:ln>
        </p:spPr>
        <p:txBody>
          <a:bodyPr/>
          <a:lstStyle/>
          <a:p>
            <a:endParaRPr lang="en-GB"/>
          </a:p>
        </p:txBody>
      </p:sp>
      <p:sp>
        <p:nvSpPr>
          <p:cNvPr id="18" name="Text 18">
            <a:extLst>
              <a:ext uri="{FF2B5EF4-FFF2-40B4-BE49-F238E27FC236}">
                <a16:creationId xmlns:a16="http://schemas.microsoft.com/office/drawing/2014/main" id="{68D31899-A78C-AA07-A0EC-F7942858240E}"/>
              </a:ext>
            </a:extLst>
          </p:cNvPr>
          <p:cNvSpPr/>
          <p:nvPr/>
        </p:nvSpPr>
        <p:spPr>
          <a:xfrm>
            <a:off x="642874" y="2422398"/>
            <a:ext cx="259689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Configure static IP/DNS</a:t>
            </a:r>
            <a:endParaRPr lang="en-US" sz="1130" dirty="0">
              <a:solidFill>
                <a:srgbClr val="000000"/>
              </a:solidFill>
              <a:latin typeface="Segoe UI" panose="020B0502040204020203" pitchFamily="34" charset="0"/>
            </a:endParaRPr>
          </a:p>
        </p:txBody>
      </p:sp>
      <p:sp>
        <p:nvSpPr>
          <p:cNvPr id="19" name="Shape 19">
            <a:extLst>
              <a:ext uri="{FF2B5EF4-FFF2-40B4-BE49-F238E27FC236}">
                <a16:creationId xmlns:a16="http://schemas.microsoft.com/office/drawing/2014/main" id="{2F5DC7FE-455D-04EC-23F2-05509F73F62C}"/>
              </a:ext>
            </a:extLst>
          </p:cNvPr>
          <p:cNvSpPr/>
          <p:nvPr/>
        </p:nvSpPr>
        <p:spPr>
          <a:xfrm>
            <a:off x="3312922" y="2303526"/>
            <a:ext cx="4389120" cy="658368"/>
          </a:xfrm>
          <a:prstGeom prst="rect">
            <a:avLst/>
          </a:prstGeom>
          <a:solidFill>
            <a:srgbClr val="F9FAFB"/>
          </a:solidFill>
          <a:ln w="6350">
            <a:solidFill>
              <a:srgbClr val="D7DEE8"/>
            </a:solidFill>
            <a:prstDash val="solid"/>
          </a:ln>
        </p:spPr>
        <p:txBody>
          <a:bodyPr/>
          <a:lstStyle/>
          <a:p>
            <a:endParaRPr lang="en-GB"/>
          </a:p>
        </p:txBody>
      </p:sp>
      <p:sp>
        <p:nvSpPr>
          <p:cNvPr id="20" name="Text 20">
            <a:extLst>
              <a:ext uri="{FF2B5EF4-FFF2-40B4-BE49-F238E27FC236}">
                <a16:creationId xmlns:a16="http://schemas.microsoft.com/office/drawing/2014/main" id="{7D330C50-B765-2F6A-1055-EC66B63C9679}"/>
              </a:ext>
            </a:extLst>
          </p:cNvPr>
          <p:cNvSpPr/>
          <p:nvPr/>
        </p:nvSpPr>
        <p:spPr>
          <a:xfrm>
            <a:off x="3386074" y="2422398"/>
            <a:ext cx="424281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IP/subnet and DNS</a:t>
            </a:r>
            <a:endParaRPr lang="en-US" sz="1130" dirty="0">
              <a:solidFill>
                <a:srgbClr val="000000"/>
              </a:solidFill>
              <a:latin typeface="Segoe UI" panose="020B0502040204020203" pitchFamily="34" charset="0"/>
            </a:endParaRPr>
          </a:p>
        </p:txBody>
      </p:sp>
      <p:sp>
        <p:nvSpPr>
          <p:cNvPr id="21" name="Shape 21">
            <a:extLst>
              <a:ext uri="{FF2B5EF4-FFF2-40B4-BE49-F238E27FC236}">
                <a16:creationId xmlns:a16="http://schemas.microsoft.com/office/drawing/2014/main" id="{D70A2F29-7995-A19C-22FB-E9029F4B0B9A}"/>
              </a:ext>
            </a:extLst>
          </p:cNvPr>
          <p:cNvSpPr/>
          <p:nvPr/>
        </p:nvSpPr>
        <p:spPr>
          <a:xfrm>
            <a:off x="7702042" y="2303526"/>
            <a:ext cx="3977640" cy="658368"/>
          </a:xfrm>
          <a:prstGeom prst="rect">
            <a:avLst/>
          </a:prstGeom>
          <a:solidFill>
            <a:srgbClr val="F9FAFB"/>
          </a:solidFill>
          <a:ln w="6350">
            <a:solidFill>
              <a:srgbClr val="D7DEE8"/>
            </a:solidFill>
            <a:prstDash val="solid"/>
          </a:ln>
        </p:spPr>
        <p:txBody>
          <a:bodyPr/>
          <a:lstStyle/>
          <a:p>
            <a:endParaRPr lang="en-GB"/>
          </a:p>
        </p:txBody>
      </p:sp>
      <p:sp>
        <p:nvSpPr>
          <p:cNvPr id="22" name="Text 22">
            <a:extLst>
              <a:ext uri="{FF2B5EF4-FFF2-40B4-BE49-F238E27FC236}">
                <a16:creationId xmlns:a16="http://schemas.microsoft.com/office/drawing/2014/main" id="{2C09E065-F7DC-DF39-7A75-20BA6104C8F6}"/>
              </a:ext>
            </a:extLst>
          </p:cNvPr>
          <p:cNvSpPr/>
          <p:nvPr/>
        </p:nvSpPr>
        <p:spPr>
          <a:xfrm>
            <a:off x="7775194" y="2422398"/>
            <a:ext cx="3831336" cy="347472"/>
          </a:xfrm>
          <a:prstGeom prst="rect">
            <a:avLst/>
          </a:prstGeom>
          <a:noFill/>
          <a:ln/>
        </p:spPr>
        <p:txBody>
          <a:bodyPr wrap="square" lIns="0" tIns="0" rIns="0" bIns="0" rtlCol="0" anchor="ctr">
            <a:normAutofit/>
          </a:bodyPr>
          <a:lstStyle/>
          <a:p>
            <a:pPr marL="0" indent="0">
              <a:buNone/>
            </a:pPr>
            <a:r>
              <a:rPr lang="en-GB" sz="1130">
                <a:solidFill>
                  <a:srgbClr val="000000"/>
                </a:solidFill>
                <a:latin typeface="Segoe UI" panose="020B0502040204020203" pitchFamily="34" charset="0"/>
              </a:rPr>
              <a:t>Addressing is intentional and repeatable</a:t>
            </a:r>
            <a:endParaRPr lang="en-US" sz="1130" dirty="0">
              <a:solidFill>
                <a:srgbClr val="000000"/>
              </a:solidFill>
              <a:latin typeface="Segoe UI" panose="020B0502040204020203" pitchFamily="34" charset="0"/>
            </a:endParaRPr>
          </a:p>
        </p:txBody>
      </p:sp>
      <p:sp>
        <p:nvSpPr>
          <p:cNvPr id="23" name="Shape 23">
            <a:extLst>
              <a:ext uri="{FF2B5EF4-FFF2-40B4-BE49-F238E27FC236}">
                <a16:creationId xmlns:a16="http://schemas.microsoft.com/office/drawing/2014/main" id="{CE8E31E3-69EB-B54C-A949-A20CCFC0BF27}"/>
              </a:ext>
            </a:extLst>
          </p:cNvPr>
          <p:cNvSpPr/>
          <p:nvPr/>
        </p:nvSpPr>
        <p:spPr>
          <a:xfrm>
            <a:off x="569722" y="2961894"/>
            <a:ext cx="2743200" cy="658368"/>
          </a:xfrm>
          <a:prstGeom prst="rect">
            <a:avLst/>
          </a:prstGeom>
          <a:solidFill>
            <a:srgbClr val="FFFFFF"/>
          </a:solidFill>
          <a:ln w="6350">
            <a:solidFill>
              <a:srgbClr val="D7DEE8"/>
            </a:solidFill>
            <a:prstDash val="solid"/>
          </a:ln>
        </p:spPr>
        <p:txBody>
          <a:bodyPr/>
          <a:lstStyle/>
          <a:p>
            <a:endParaRPr lang="en-GB"/>
          </a:p>
        </p:txBody>
      </p:sp>
      <p:sp>
        <p:nvSpPr>
          <p:cNvPr id="24" name="Text 24">
            <a:extLst>
              <a:ext uri="{FF2B5EF4-FFF2-40B4-BE49-F238E27FC236}">
                <a16:creationId xmlns:a16="http://schemas.microsoft.com/office/drawing/2014/main" id="{E5B49DB8-773B-FFB6-3764-C2AD32F84D90}"/>
              </a:ext>
            </a:extLst>
          </p:cNvPr>
          <p:cNvSpPr/>
          <p:nvPr/>
        </p:nvSpPr>
        <p:spPr>
          <a:xfrm>
            <a:off x="642874" y="3080766"/>
            <a:ext cx="259689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Test gateway and DNS</a:t>
            </a:r>
            <a:endParaRPr lang="en-US" sz="1130" dirty="0">
              <a:solidFill>
                <a:srgbClr val="000000"/>
              </a:solidFill>
              <a:latin typeface="Segoe UI" panose="020B0502040204020203" pitchFamily="34" charset="0"/>
            </a:endParaRPr>
          </a:p>
        </p:txBody>
      </p:sp>
      <p:sp>
        <p:nvSpPr>
          <p:cNvPr id="25" name="Shape 25">
            <a:extLst>
              <a:ext uri="{FF2B5EF4-FFF2-40B4-BE49-F238E27FC236}">
                <a16:creationId xmlns:a16="http://schemas.microsoft.com/office/drawing/2014/main" id="{C1509E33-5336-C5BD-6BA3-17F3E225E1B1}"/>
              </a:ext>
            </a:extLst>
          </p:cNvPr>
          <p:cNvSpPr/>
          <p:nvPr/>
        </p:nvSpPr>
        <p:spPr>
          <a:xfrm>
            <a:off x="3312922" y="2961894"/>
            <a:ext cx="4389120" cy="658368"/>
          </a:xfrm>
          <a:prstGeom prst="rect">
            <a:avLst/>
          </a:prstGeom>
          <a:solidFill>
            <a:srgbClr val="FFFFFF"/>
          </a:solidFill>
          <a:ln w="6350">
            <a:solidFill>
              <a:srgbClr val="D7DEE8"/>
            </a:solidFill>
            <a:prstDash val="solid"/>
          </a:ln>
        </p:spPr>
        <p:txBody>
          <a:bodyPr/>
          <a:lstStyle/>
          <a:p>
            <a:endParaRPr lang="en-GB"/>
          </a:p>
        </p:txBody>
      </p:sp>
      <p:sp>
        <p:nvSpPr>
          <p:cNvPr id="26" name="Text 26">
            <a:extLst>
              <a:ext uri="{FF2B5EF4-FFF2-40B4-BE49-F238E27FC236}">
                <a16:creationId xmlns:a16="http://schemas.microsoft.com/office/drawing/2014/main" id="{401650FE-54ED-8E0A-234B-F1433110AFEE}"/>
              </a:ext>
            </a:extLst>
          </p:cNvPr>
          <p:cNvSpPr/>
          <p:nvPr/>
        </p:nvSpPr>
        <p:spPr>
          <a:xfrm>
            <a:off x="3386074" y="3080766"/>
            <a:ext cx="424281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Routes and name resolution</a:t>
            </a:r>
            <a:endParaRPr lang="en-US" sz="1130" dirty="0">
              <a:solidFill>
                <a:srgbClr val="000000"/>
              </a:solidFill>
              <a:latin typeface="Segoe UI" panose="020B0502040204020203" pitchFamily="34" charset="0"/>
            </a:endParaRPr>
          </a:p>
        </p:txBody>
      </p:sp>
      <p:sp>
        <p:nvSpPr>
          <p:cNvPr id="27" name="Shape 27">
            <a:extLst>
              <a:ext uri="{FF2B5EF4-FFF2-40B4-BE49-F238E27FC236}">
                <a16:creationId xmlns:a16="http://schemas.microsoft.com/office/drawing/2014/main" id="{474695FE-6CDA-9143-7BF9-8F6073D5FEAC}"/>
              </a:ext>
            </a:extLst>
          </p:cNvPr>
          <p:cNvSpPr/>
          <p:nvPr/>
        </p:nvSpPr>
        <p:spPr>
          <a:xfrm>
            <a:off x="7702042" y="2961894"/>
            <a:ext cx="3977640" cy="658368"/>
          </a:xfrm>
          <a:prstGeom prst="rect">
            <a:avLst/>
          </a:prstGeom>
          <a:solidFill>
            <a:srgbClr val="FFFFFF"/>
          </a:solidFill>
          <a:ln w="6350">
            <a:solidFill>
              <a:srgbClr val="D7DEE8"/>
            </a:solidFill>
            <a:prstDash val="solid"/>
          </a:ln>
        </p:spPr>
        <p:txBody>
          <a:bodyPr/>
          <a:lstStyle/>
          <a:p>
            <a:endParaRPr lang="en-GB"/>
          </a:p>
        </p:txBody>
      </p:sp>
      <p:sp>
        <p:nvSpPr>
          <p:cNvPr id="28" name="Text 28">
            <a:extLst>
              <a:ext uri="{FF2B5EF4-FFF2-40B4-BE49-F238E27FC236}">
                <a16:creationId xmlns:a16="http://schemas.microsoft.com/office/drawing/2014/main" id="{04778C2E-3EBD-8166-95FB-27A9F4DFF8C6}"/>
              </a:ext>
            </a:extLst>
          </p:cNvPr>
          <p:cNvSpPr/>
          <p:nvPr/>
        </p:nvSpPr>
        <p:spPr>
          <a:xfrm>
            <a:off x="7775194" y="3080766"/>
            <a:ext cx="3831336" cy="347472"/>
          </a:xfrm>
          <a:prstGeom prst="rect">
            <a:avLst/>
          </a:prstGeom>
          <a:noFill/>
          <a:ln/>
        </p:spPr>
        <p:txBody>
          <a:bodyPr wrap="square" lIns="0" tIns="0" rIns="0" bIns="0" rtlCol="0" anchor="ctr">
            <a:normAutofit/>
          </a:bodyPr>
          <a:lstStyle/>
          <a:p>
            <a:pPr marL="0" indent="0">
              <a:buNone/>
            </a:pPr>
            <a:r>
              <a:rPr lang="en-GB" sz="1130">
                <a:solidFill>
                  <a:srgbClr val="000000"/>
                </a:solidFill>
                <a:latin typeface="Segoe UI" panose="020B0502040204020203" pitchFamily="34" charset="0"/>
              </a:rPr>
              <a:t>Local and remote checks are separate</a:t>
            </a:r>
            <a:endParaRPr lang="en-US" sz="1130" dirty="0">
              <a:solidFill>
                <a:srgbClr val="000000"/>
              </a:solidFill>
              <a:latin typeface="Segoe UI" panose="020B0502040204020203" pitchFamily="34" charset="0"/>
            </a:endParaRPr>
          </a:p>
        </p:txBody>
      </p:sp>
      <p:sp>
        <p:nvSpPr>
          <p:cNvPr id="29" name="Shape 29">
            <a:extLst>
              <a:ext uri="{FF2B5EF4-FFF2-40B4-BE49-F238E27FC236}">
                <a16:creationId xmlns:a16="http://schemas.microsoft.com/office/drawing/2014/main" id="{3153A0F8-08C5-D0AB-2A90-46E981EC8FAE}"/>
              </a:ext>
            </a:extLst>
          </p:cNvPr>
          <p:cNvSpPr/>
          <p:nvPr/>
        </p:nvSpPr>
        <p:spPr>
          <a:xfrm>
            <a:off x="569722" y="3620262"/>
            <a:ext cx="2743200" cy="658368"/>
          </a:xfrm>
          <a:prstGeom prst="rect">
            <a:avLst/>
          </a:prstGeom>
          <a:solidFill>
            <a:srgbClr val="F9FAFB"/>
          </a:solidFill>
          <a:ln w="6350">
            <a:solidFill>
              <a:srgbClr val="D7DEE8"/>
            </a:solidFill>
            <a:prstDash val="solid"/>
          </a:ln>
        </p:spPr>
        <p:txBody>
          <a:bodyPr/>
          <a:lstStyle/>
          <a:p>
            <a:endParaRPr lang="en-GB"/>
          </a:p>
        </p:txBody>
      </p:sp>
      <p:sp>
        <p:nvSpPr>
          <p:cNvPr id="30" name="Text 30">
            <a:extLst>
              <a:ext uri="{FF2B5EF4-FFF2-40B4-BE49-F238E27FC236}">
                <a16:creationId xmlns:a16="http://schemas.microsoft.com/office/drawing/2014/main" id="{A7DEF7FE-F8C5-CF8F-D671-83857EB79789}"/>
              </a:ext>
            </a:extLst>
          </p:cNvPr>
          <p:cNvSpPr/>
          <p:nvPr/>
        </p:nvSpPr>
        <p:spPr>
          <a:xfrm>
            <a:off x="642874" y="3739134"/>
            <a:ext cx="259689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Review connections/statistics</a:t>
            </a:r>
            <a:endParaRPr lang="en-US" sz="1130" dirty="0">
              <a:solidFill>
                <a:srgbClr val="000000"/>
              </a:solidFill>
              <a:latin typeface="Segoe UI" panose="020B0502040204020203" pitchFamily="34" charset="0"/>
            </a:endParaRPr>
          </a:p>
        </p:txBody>
      </p:sp>
      <p:sp>
        <p:nvSpPr>
          <p:cNvPr id="31" name="Shape 31">
            <a:extLst>
              <a:ext uri="{FF2B5EF4-FFF2-40B4-BE49-F238E27FC236}">
                <a16:creationId xmlns:a16="http://schemas.microsoft.com/office/drawing/2014/main" id="{9AF3FA8B-3600-4A52-53E5-65843B5DC902}"/>
              </a:ext>
            </a:extLst>
          </p:cNvPr>
          <p:cNvSpPr/>
          <p:nvPr/>
        </p:nvSpPr>
        <p:spPr>
          <a:xfrm>
            <a:off x="3312922" y="3620262"/>
            <a:ext cx="4389120" cy="658368"/>
          </a:xfrm>
          <a:prstGeom prst="rect">
            <a:avLst/>
          </a:prstGeom>
          <a:solidFill>
            <a:srgbClr val="F9FAFB"/>
          </a:solidFill>
          <a:ln w="6350">
            <a:solidFill>
              <a:srgbClr val="D7DEE8"/>
            </a:solidFill>
            <a:prstDash val="solid"/>
          </a:ln>
        </p:spPr>
        <p:txBody>
          <a:bodyPr/>
          <a:lstStyle/>
          <a:p>
            <a:endParaRPr lang="en-GB"/>
          </a:p>
        </p:txBody>
      </p:sp>
      <p:sp>
        <p:nvSpPr>
          <p:cNvPr id="32" name="Text 32">
            <a:extLst>
              <a:ext uri="{FF2B5EF4-FFF2-40B4-BE49-F238E27FC236}">
                <a16:creationId xmlns:a16="http://schemas.microsoft.com/office/drawing/2014/main" id="{33C77CF2-07FD-4281-3D36-B04B78E59437}"/>
              </a:ext>
            </a:extLst>
          </p:cNvPr>
          <p:cNvSpPr/>
          <p:nvPr/>
        </p:nvSpPr>
        <p:spPr>
          <a:xfrm>
            <a:off x="3386074" y="3739134"/>
            <a:ext cx="424281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Service behavior</a:t>
            </a:r>
            <a:endParaRPr lang="en-US" sz="1130" dirty="0">
              <a:solidFill>
                <a:srgbClr val="000000"/>
              </a:solidFill>
              <a:latin typeface="Segoe UI" panose="020B0502040204020203" pitchFamily="34" charset="0"/>
            </a:endParaRPr>
          </a:p>
        </p:txBody>
      </p:sp>
      <p:sp>
        <p:nvSpPr>
          <p:cNvPr id="33" name="Shape 33">
            <a:extLst>
              <a:ext uri="{FF2B5EF4-FFF2-40B4-BE49-F238E27FC236}">
                <a16:creationId xmlns:a16="http://schemas.microsoft.com/office/drawing/2014/main" id="{F8091E60-6E1F-F6AC-6615-8EC41DF95EA5}"/>
              </a:ext>
            </a:extLst>
          </p:cNvPr>
          <p:cNvSpPr/>
          <p:nvPr/>
        </p:nvSpPr>
        <p:spPr>
          <a:xfrm>
            <a:off x="7702042" y="3620262"/>
            <a:ext cx="3977640" cy="658368"/>
          </a:xfrm>
          <a:prstGeom prst="rect">
            <a:avLst/>
          </a:prstGeom>
          <a:solidFill>
            <a:srgbClr val="F9FAFB"/>
          </a:solidFill>
          <a:ln w="6350">
            <a:solidFill>
              <a:srgbClr val="D7DEE8"/>
            </a:solidFill>
            <a:prstDash val="solid"/>
          </a:ln>
        </p:spPr>
        <p:txBody>
          <a:bodyPr/>
          <a:lstStyle/>
          <a:p>
            <a:endParaRPr lang="en-GB"/>
          </a:p>
        </p:txBody>
      </p:sp>
      <p:sp>
        <p:nvSpPr>
          <p:cNvPr id="34" name="Text 34">
            <a:extLst>
              <a:ext uri="{FF2B5EF4-FFF2-40B4-BE49-F238E27FC236}">
                <a16:creationId xmlns:a16="http://schemas.microsoft.com/office/drawing/2014/main" id="{EBAE507E-A8FF-5690-4800-9C308F59CB7C}"/>
              </a:ext>
            </a:extLst>
          </p:cNvPr>
          <p:cNvSpPr/>
          <p:nvPr/>
        </p:nvSpPr>
        <p:spPr>
          <a:xfrm>
            <a:off x="7775194" y="3739134"/>
            <a:ext cx="3831336" cy="347472"/>
          </a:xfrm>
          <a:prstGeom prst="rect">
            <a:avLst/>
          </a:prstGeom>
          <a:noFill/>
          <a:ln/>
        </p:spPr>
        <p:txBody>
          <a:bodyPr wrap="square" lIns="0" tIns="0" rIns="0" bIns="0" rtlCol="0" anchor="ctr">
            <a:normAutofit/>
          </a:bodyPr>
          <a:lstStyle/>
          <a:p>
            <a:pPr marL="0" indent="0">
              <a:buNone/>
            </a:pPr>
            <a:r>
              <a:rPr lang="en-GB" sz="1130">
                <a:solidFill>
                  <a:srgbClr val="000000"/>
                </a:solidFill>
                <a:latin typeface="Segoe UI" panose="020B0502040204020203" pitchFamily="34" charset="0"/>
              </a:rPr>
              <a:t>Active TCP activity can be inspected</a:t>
            </a:r>
            <a:endParaRPr lang="en-US" sz="1130" dirty="0">
              <a:solidFill>
                <a:srgbClr val="000000"/>
              </a:solidFill>
              <a:latin typeface="Segoe UI" panose="020B0502040204020203" pitchFamily="34" charset="0"/>
            </a:endParaRPr>
          </a:p>
        </p:txBody>
      </p:sp>
      <p:sp>
        <p:nvSpPr>
          <p:cNvPr id="35" name="Shape 35">
            <a:extLst>
              <a:ext uri="{FF2B5EF4-FFF2-40B4-BE49-F238E27FC236}">
                <a16:creationId xmlns:a16="http://schemas.microsoft.com/office/drawing/2014/main" id="{81D5B6C0-2A80-801A-DB5C-BCCBC0D62512}"/>
              </a:ext>
            </a:extLst>
          </p:cNvPr>
          <p:cNvSpPr/>
          <p:nvPr/>
        </p:nvSpPr>
        <p:spPr>
          <a:xfrm>
            <a:off x="569722" y="4278630"/>
            <a:ext cx="2743200" cy="658368"/>
          </a:xfrm>
          <a:prstGeom prst="rect">
            <a:avLst/>
          </a:prstGeom>
          <a:solidFill>
            <a:srgbClr val="FFFFFF"/>
          </a:solidFill>
          <a:ln w="6350">
            <a:solidFill>
              <a:srgbClr val="D7DEE8"/>
            </a:solidFill>
            <a:prstDash val="solid"/>
          </a:ln>
        </p:spPr>
        <p:txBody>
          <a:bodyPr/>
          <a:lstStyle/>
          <a:p>
            <a:endParaRPr lang="en-GB"/>
          </a:p>
        </p:txBody>
      </p:sp>
      <p:sp>
        <p:nvSpPr>
          <p:cNvPr id="36" name="Text 36">
            <a:extLst>
              <a:ext uri="{FF2B5EF4-FFF2-40B4-BE49-F238E27FC236}">
                <a16:creationId xmlns:a16="http://schemas.microsoft.com/office/drawing/2014/main" id="{3AD63908-0532-8B5B-AB2E-05144E3E5477}"/>
              </a:ext>
            </a:extLst>
          </p:cNvPr>
          <p:cNvSpPr/>
          <p:nvPr/>
        </p:nvSpPr>
        <p:spPr>
          <a:xfrm>
            <a:off x="642874" y="4397502"/>
            <a:ext cx="259689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Review firewall state</a:t>
            </a:r>
            <a:endParaRPr lang="en-US" sz="1130" dirty="0">
              <a:solidFill>
                <a:srgbClr val="000000"/>
              </a:solidFill>
              <a:latin typeface="Segoe UI" panose="020B0502040204020203" pitchFamily="34" charset="0"/>
            </a:endParaRPr>
          </a:p>
        </p:txBody>
      </p:sp>
      <p:sp>
        <p:nvSpPr>
          <p:cNvPr id="37" name="Shape 37">
            <a:extLst>
              <a:ext uri="{FF2B5EF4-FFF2-40B4-BE49-F238E27FC236}">
                <a16:creationId xmlns:a16="http://schemas.microsoft.com/office/drawing/2014/main" id="{E9CE9D86-6839-BE98-6C53-028F99D69D88}"/>
              </a:ext>
            </a:extLst>
          </p:cNvPr>
          <p:cNvSpPr/>
          <p:nvPr/>
        </p:nvSpPr>
        <p:spPr>
          <a:xfrm>
            <a:off x="3312922" y="4278630"/>
            <a:ext cx="4389120" cy="658368"/>
          </a:xfrm>
          <a:prstGeom prst="rect">
            <a:avLst/>
          </a:prstGeom>
          <a:solidFill>
            <a:srgbClr val="FFFFFF"/>
          </a:solidFill>
          <a:ln w="6350">
            <a:solidFill>
              <a:srgbClr val="D7DEE8"/>
            </a:solidFill>
            <a:prstDash val="solid"/>
          </a:ln>
        </p:spPr>
        <p:txBody>
          <a:bodyPr/>
          <a:lstStyle/>
          <a:p>
            <a:endParaRPr lang="en-GB"/>
          </a:p>
        </p:txBody>
      </p:sp>
      <p:sp>
        <p:nvSpPr>
          <p:cNvPr id="38" name="Text 38">
            <a:extLst>
              <a:ext uri="{FF2B5EF4-FFF2-40B4-BE49-F238E27FC236}">
                <a16:creationId xmlns:a16="http://schemas.microsoft.com/office/drawing/2014/main" id="{A9DD5BA7-5774-1566-A137-0E89066A78E8}"/>
              </a:ext>
            </a:extLst>
          </p:cNvPr>
          <p:cNvSpPr/>
          <p:nvPr/>
        </p:nvSpPr>
        <p:spPr>
          <a:xfrm>
            <a:off x="3386074" y="4397502"/>
            <a:ext cx="4242816" cy="347472"/>
          </a:xfrm>
          <a:prstGeom prst="rect">
            <a:avLst/>
          </a:prstGeom>
          <a:noFill/>
          <a:ln/>
        </p:spPr>
        <p:txBody>
          <a:bodyPr wrap="square" lIns="0" tIns="0" rIns="0" bIns="0" rtlCol="0" anchor="ctr">
            <a:normAutofit/>
          </a:bodyPr>
          <a:lstStyle/>
          <a:p>
            <a:pPr marL="0" indent="0">
              <a:buNone/>
            </a:pPr>
            <a:r>
              <a:rPr lang="en-US" sz="1130">
                <a:solidFill>
                  <a:srgbClr val="000000"/>
                </a:solidFill>
                <a:latin typeface="Segoe UI" panose="020B0502040204020203" pitchFamily="34" charset="0"/>
              </a:rPr>
              <a:t>Firewall/port</a:t>
            </a:r>
            <a:endParaRPr lang="en-US" sz="1130" dirty="0">
              <a:solidFill>
                <a:srgbClr val="000000"/>
              </a:solidFill>
              <a:latin typeface="Segoe UI" panose="020B0502040204020203" pitchFamily="34" charset="0"/>
            </a:endParaRPr>
          </a:p>
        </p:txBody>
      </p:sp>
      <p:sp>
        <p:nvSpPr>
          <p:cNvPr id="39" name="Shape 39">
            <a:extLst>
              <a:ext uri="{FF2B5EF4-FFF2-40B4-BE49-F238E27FC236}">
                <a16:creationId xmlns:a16="http://schemas.microsoft.com/office/drawing/2014/main" id="{A4AEB2D5-5B50-557A-889B-FF352055808D}"/>
              </a:ext>
            </a:extLst>
          </p:cNvPr>
          <p:cNvSpPr/>
          <p:nvPr/>
        </p:nvSpPr>
        <p:spPr>
          <a:xfrm>
            <a:off x="7702042" y="4278630"/>
            <a:ext cx="3977640" cy="658368"/>
          </a:xfrm>
          <a:prstGeom prst="rect">
            <a:avLst/>
          </a:prstGeom>
          <a:solidFill>
            <a:srgbClr val="FFFFFF"/>
          </a:solidFill>
          <a:ln w="6350">
            <a:solidFill>
              <a:srgbClr val="D7DEE8"/>
            </a:solidFill>
            <a:prstDash val="solid"/>
          </a:ln>
        </p:spPr>
        <p:txBody>
          <a:bodyPr/>
          <a:lstStyle/>
          <a:p>
            <a:endParaRPr lang="en-GB"/>
          </a:p>
        </p:txBody>
      </p:sp>
      <p:sp>
        <p:nvSpPr>
          <p:cNvPr id="40" name="Text 40">
            <a:extLst>
              <a:ext uri="{FF2B5EF4-FFF2-40B4-BE49-F238E27FC236}">
                <a16:creationId xmlns:a16="http://schemas.microsoft.com/office/drawing/2014/main" id="{1E956EE7-FE7D-D2F8-B433-A6170828874E}"/>
              </a:ext>
            </a:extLst>
          </p:cNvPr>
          <p:cNvSpPr/>
          <p:nvPr/>
        </p:nvSpPr>
        <p:spPr>
          <a:xfrm>
            <a:off x="7775194" y="4397502"/>
            <a:ext cx="3831336" cy="347472"/>
          </a:xfrm>
          <a:prstGeom prst="rect">
            <a:avLst/>
          </a:prstGeom>
          <a:noFill/>
          <a:ln/>
        </p:spPr>
        <p:txBody>
          <a:bodyPr wrap="square" lIns="0" tIns="0" rIns="0" bIns="0" rtlCol="0" anchor="ctr">
            <a:normAutofit/>
          </a:bodyPr>
          <a:lstStyle/>
          <a:p>
            <a:pPr marL="0" indent="0">
              <a:buNone/>
            </a:pPr>
            <a:r>
              <a:rPr lang="en-GB" sz="1130">
                <a:solidFill>
                  <a:srgbClr val="000000"/>
                </a:solidFill>
                <a:latin typeface="Segoe UI" panose="020B0502040204020203" pitchFamily="34" charset="0"/>
              </a:rPr>
              <a:t>Service reachability depends on profile and rules</a:t>
            </a:r>
            <a:endParaRPr lang="en-US" sz="1130" dirty="0">
              <a:solidFill>
                <a:srgbClr val="000000"/>
              </a:solidFill>
              <a:latin typeface="Segoe UI" panose="020B0502040204020203" pitchFamily="34" charset="0"/>
            </a:endParaRPr>
          </a:p>
        </p:txBody>
      </p:sp>
      <p:sp>
        <p:nvSpPr>
          <p:cNvPr id="41" name="Course footer">
            <a:extLst>
              <a:ext uri="{FF2B5EF4-FFF2-40B4-BE49-F238E27FC236}">
                <a16:creationId xmlns:a16="http://schemas.microsoft.com/office/drawing/2014/main" id="{65A8BCDA-DB6A-4318-944F-4628AD7E7C3E}"/>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42" name="TextBox 41">
            <a:extLst>
              <a:ext uri="{FF2B5EF4-FFF2-40B4-BE49-F238E27FC236}">
                <a16:creationId xmlns:a16="http://schemas.microsoft.com/office/drawing/2014/main" id="{CEA1B07C-065D-3A6C-41AD-008B0B4F1EA7}"/>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66182739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AA1EA-AF9D-F2FE-F6A0-939E55B2E33B}"/>
              </a:ext>
            </a:extLst>
          </p:cNvPr>
          <p:cNvSpPr>
            <a:spLocks noGrp="1"/>
          </p:cNvSpPr>
          <p:nvPr>
            <p:ph type="title" idx="4294967295"/>
          </p:nvPr>
        </p:nvSpPr>
        <p:spPr>
          <a:xfrm>
            <a:off x="0" y="439738"/>
            <a:ext cx="11341100" cy="681037"/>
          </a:xfrm>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01A5C42C-9360-D246-076E-11645FD941DB}"/>
              </a:ext>
            </a:extLst>
          </p:cNvPr>
          <p:cNvSpPr>
            <a:spLocks noGrp="1"/>
          </p:cNvSpPr>
          <p:nvPr>
            <p:ph type="body" sz="quarter" idx="4294967295"/>
          </p:nvPr>
        </p:nvSpPr>
        <p:spPr>
          <a:xfrm>
            <a:off x="1987550" y="1457325"/>
            <a:ext cx="10204450" cy="89535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Networking basics underpin almost every Windows Server workflow</a:t>
            </a:r>
          </a:p>
        </p:txBody>
      </p:sp>
      <p:sp>
        <p:nvSpPr>
          <p:cNvPr id="4" name="Text Placeholder 3">
            <a:extLst>
              <a:ext uri="{FF2B5EF4-FFF2-40B4-BE49-F238E27FC236}">
                <a16:creationId xmlns:a16="http://schemas.microsoft.com/office/drawing/2014/main" id="{BE5A4E3E-7564-4B34-12C7-EFD3B3478C35}"/>
              </a:ext>
            </a:extLst>
          </p:cNvPr>
          <p:cNvSpPr>
            <a:spLocks noGrp="1"/>
          </p:cNvSpPr>
          <p:nvPr>
            <p:ph type="body" sz="quarter" idx="4294967295"/>
          </p:nvPr>
        </p:nvSpPr>
        <p:spPr>
          <a:xfrm>
            <a:off x="1987550" y="2471738"/>
            <a:ext cx="10204450" cy="896937"/>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IP, routing, DNS, firewall, and service reachability are separate checks</a:t>
            </a:r>
          </a:p>
        </p:txBody>
      </p:sp>
      <p:sp>
        <p:nvSpPr>
          <p:cNvPr id="5" name="Text Placeholder 4">
            <a:extLst>
              <a:ext uri="{FF2B5EF4-FFF2-40B4-BE49-F238E27FC236}">
                <a16:creationId xmlns:a16="http://schemas.microsoft.com/office/drawing/2014/main" id="{39836C40-2992-AE51-C2BE-519EB6628752}"/>
              </a:ext>
            </a:extLst>
          </p:cNvPr>
          <p:cNvSpPr>
            <a:spLocks noGrp="1"/>
          </p:cNvSpPr>
          <p:nvPr>
            <p:ph type="body" sz="quarter" idx="4294967295"/>
          </p:nvPr>
        </p:nvSpPr>
        <p:spPr>
          <a:xfrm>
            <a:off x="1987550" y="3487738"/>
            <a:ext cx="10204450" cy="896937"/>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Ping alone is not enough evidence</a:t>
            </a:r>
          </a:p>
        </p:txBody>
      </p:sp>
      <p:sp>
        <p:nvSpPr>
          <p:cNvPr id="6" name="Text Placeholder 5">
            <a:extLst>
              <a:ext uri="{FF2B5EF4-FFF2-40B4-BE49-F238E27FC236}">
                <a16:creationId xmlns:a16="http://schemas.microsoft.com/office/drawing/2014/main" id="{2C46DDA5-2CC2-BCFE-500F-60D60293C3D3}"/>
              </a:ext>
            </a:extLst>
          </p:cNvPr>
          <p:cNvSpPr>
            <a:spLocks noGrp="1"/>
          </p:cNvSpPr>
          <p:nvPr>
            <p:ph type="body" sz="quarter" idx="4294967295"/>
          </p:nvPr>
        </p:nvSpPr>
        <p:spPr>
          <a:xfrm>
            <a:off x="1987550" y="4502150"/>
            <a:ext cx="10204450" cy="896938"/>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A repeatable workflow prevents unnecessary role, permission, or policy changes</a:t>
            </a:r>
          </a:p>
        </p:txBody>
      </p:sp>
      <p:sp>
        <p:nvSpPr>
          <p:cNvPr id="7" name="Text Placeholder 6">
            <a:extLst>
              <a:ext uri="{FF2B5EF4-FFF2-40B4-BE49-F238E27FC236}">
                <a16:creationId xmlns:a16="http://schemas.microsoft.com/office/drawing/2014/main" id="{952B7743-4D6E-C2E9-7753-BF23280732FF}"/>
              </a:ext>
            </a:extLst>
          </p:cNvPr>
          <p:cNvSpPr>
            <a:spLocks noGrp="1"/>
          </p:cNvSpPr>
          <p:nvPr>
            <p:ph type="body" sz="quarter" idx="4294967295"/>
          </p:nvPr>
        </p:nvSpPr>
        <p:spPr>
          <a:xfrm>
            <a:off x="1987550" y="5518150"/>
            <a:ext cx="10204450" cy="896938"/>
          </a:xfrm>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Lab 1701 practices the same model with real configuration and tests</a:t>
            </a:r>
          </a:p>
        </p:txBody>
      </p:sp>
      <p:sp>
        <p:nvSpPr>
          <p:cNvPr id="8" name="Course footer">
            <a:extLst>
              <a:ext uri="{FF2B5EF4-FFF2-40B4-BE49-F238E27FC236}">
                <a16:creationId xmlns:a16="http://schemas.microsoft.com/office/drawing/2014/main" id="{0455CFB2-8178-7D1D-4EC4-7AAF9D71C049}"/>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2CC19737-3F34-C79F-29D9-DAB0EAA57A21}"/>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9541548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E60EB-DA8B-72EF-0030-6FEB63CEFA4A}"/>
              </a:ext>
            </a:extLst>
          </p:cNvPr>
          <p:cNvSpPr>
            <a:spLocks noGrp="1"/>
          </p:cNvSpPr>
          <p:nvPr>
            <p:ph type="title" idx="4294967295"/>
          </p:nvPr>
        </p:nvSpPr>
        <p:spPr>
          <a:xfrm>
            <a:off x="0" y="585788"/>
            <a:ext cx="11010900" cy="492125"/>
          </a:xfrm>
        </p:spPr>
        <p:txBody>
          <a:bodyPr wrap="square">
            <a:noAutofit/>
          </a:bodyPr>
          <a:lstStyle/>
          <a:p>
            <a:r>
              <a:rPr lang="en-GB"/>
              <a:t>Knowledge Check</a:t>
            </a:r>
          </a:p>
        </p:txBody>
      </p:sp>
      <p:sp>
        <p:nvSpPr>
          <p:cNvPr id="9" name="Shape 3">
            <a:extLst>
              <a:ext uri="{FF2B5EF4-FFF2-40B4-BE49-F238E27FC236}">
                <a16:creationId xmlns:a16="http://schemas.microsoft.com/office/drawing/2014/main" id="{18DCE0D0-7789-5D7A-BDF0-B677B466E7D6}"/>
              </a:ext>
            </a:extLst>
          </p:cNvPr>
          <p:cNvSpPr/>
          <p:nvPr/>
        </p:nvSpPr>
        <p:spPr>
          <a:xfrm>
            <a:off x="450850" y="803910"/>
            <a:ext cx="11201400" cy="0"/>
          </a:xfrm>
          <a:prstGeom prst="line">
            <a:avLst/>
          </a:prstGeom>
          <a:noFill/>
          <a:ln w="10160">
            <a:solidFill>
              <a:srgbClr val="D7DEE8"/>
            </a:solidFill>
            <a:prstDash val="solid"/>
          </a:ln>
        </p:spPr>
        <p:txBody>
          <a:bodyPr/>
          <a:lstStyle/>
          <a:p>
            <a:endParaRPr lang="en-GB"/>
          </a:p>
        </p:txBody>
      </p:sp>
      <p:sp>
        <p:nvSpPr>
          <p:cNvPr id="11" name="Shape 5">
            <a:extLst>
              <a:ext uri="{FF2B5EF4-FFF2-40B4-BE49-F238E27FC236}">
                <a16:creationId xmlns:a16="http://schemas.microsoft.com/office/drawing/2014/main" id="{AF823322-6F52-E967-A55C-3FB278A5A396}"/>
              </a:ext>
            </a:extLst>
          </p:cNvPr>
          <p:cNvSpPr/>
          <p:nvPr/>
        </p:nvSpPr>
        <p:spPr>
          <a:xfrm>
            <a:off x="752602" y="1242822"/>
            <a:ext cx="164592" cy="164592"/>
          </a:xfrm>
          <a:prstGeom prst="ellipse">
            <a:avLst/>
          </a:prstGeom>
          <a:solidFill>
            <a:srgbClr val="0076D4"/>
          </a:solidFill>
          <a:ln w="12700">
            <a:solidFill>
              <a:srgbClr val="0076D4"/>
            </a:solidFill>
            <a:prstDash val="solid"/>
          </a:ln>
        </p:spPr>
        <p:txBody>
          <a:bodyPr/>
          <a:lstStyle/>
          <a:p>
            <a:endParaRPr lang="en-GB"/>
          </a:p>
        </p:txBody>
      </p:sp>
      <p:sp>
        <p:nvSpPr>
          <p:cNvPr id="12" name="Text 6">
            <a:extLst>
              <a:ext uri="{FF2B5EF4-FFF2-40B4-BE49-F238E27FC236}">
                <a16:creationId xmlns:a16="http://schemas.microsoft.com/office/drawing/2014/main" id="{85D4D6A3-AD5E-8026-576B-368EBD45F87A}"/>
              </a:ext>
            </a:extLst>
          </p:cNvPr>
          <p:cNvSpPr/>
          <p:nvPr/>
        </p:nvSpPr>
        <p:spPr>
          <a:xfrm>
            <a:off x="1136650" y="116967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Why can a DNS issue look like a server role issue?</a:t>
            </a:r>
            <a:endParaRPr lang="en-US" sz="1800" dirty="0">
              <a:latin typeface="Segoe UI" panose="020B0502040204020203" pitchFamily="34" charset="0"/>
            </a:endParaRPr>
          </a:p>
        </p:txBody>
      </p:sp>
      <p:sp>
        <p:nvSpPr>
          <p:cNvPr id="13" name="Shape 7">
            <a:extLst>
              <a:ext uri="{FF2B5EF4-FFF2-40B4-BE49-F238E27FC236}">
                <a16:creationId xmlns:a16="http://schemas.microsoft.com/office/drawing/2014/main" id="{0A624C5C-A86A-C250-FC0B-B2396B71F590}"/>
              </a:ext>
            </a:extLst>
          </p:cNvPr>
          <p:cNvSpPr/>
          <p:nvPr/>
        </p:nvSpPr>
        <p:spPr>
          <a:xfrm>
            <a:off x="752602" y="1745742"/>
            <a:ext cx="164592" cy="164592"/>
          </a:xfrm>
          <a:prstGeom prst="ellipse">
            <a:avLst/>
          </a:prstGeom>
          <a:solidFill>
            <a:srgbClr val="0076D4"/>
          </a:solidFill>
          <a:ln w="12700">
            <a:solidFill>
              <a:srgbClr val="0076D4"/>
            </a:solidFill>
            <a:prstDash val="solid"/>
          </a:ln>
        </p:spPr>
        <p:txBody>
          <a:bodyPr/>
          <a:lstStyle/>
          <a:p>
            <a:endParaRPr lang="en-GB"/>
          </a:p>
        </p:txBody>
      </p:sp>
      <p:sp>
        <p:nvSpPr>
          <p:cNvPr id="14" name="Text 8">
            <a:extLst>
              <a:ext uri="{FF2B5EF4-FFF2-40B4-BE49-F238E27FC236}">
                <a16:creationId xmlns:a16="http://schemas.microsoft.com/office/drawing/2014/main" id="{8ABBF129-2EA2-496A-F532-F59689AC36A2}"/>
              </a:ext>
            </a:extLst>
          </p:cNvPr>
          <p:cNvSpPr/>
          <p:nvPr/>
        </p:nvSpPr>
        <p:spPr>
          <a:xfrm>
            <a:off x="1136650" y="167259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Why should administrators test DNS, routing, and service ports separately?</a:t>
            </a:r>
            <a:endParaRPr lang="en-US" sz="1800" dirty="0">
              <a:latin typeface="Segoe UI" panose="020B0502040204020203" pitchFamily="34" charset="0"/>
            </a:endParaRPr>
          </a:p>
        </p:txBody>
      </p:sp>
      <p:sp>
        <p:nvSpPr>
          <p:cNvPr id="15" name="Shape 9">
            <a:extLst>
              <a:ext uri="{FF2B5EF4-FFF2-40B4-BE49-F238E27FC236}">
                <a16:creationId xmlns:a16="http://schemas.microsoft.com/office/drawing/2014/main" id="{39958783-9C17-A271-E6D0-7BA247A2BBAC}"/>
              </a:ext>
            </a:extLst>
          </p:cNvPr>
          <p:cNvSpPr/>
          <p:nvPr/>
        </p:nvSpPr>
        <p:spPr>
          <a:xfrm>
            <a:off x="752602" y="2248662"/>
            <a:ext cx="164592" cy="164592"/>
          </a:xfrm>
          <a:prstGeom prst="ellipse">
            <a:avLst/>
          </a:prstGeom>
          <a:solidFill>
            <a:srgbClr val="0076D4"/>
          </a:solidFill>
          <a:ln w="12700">
            <a:solidFill>
              <a:srgbClr val="0076D4"/>
            </a:solidFill>
            <a:prstDash val="solid"/>
          </a:ln>
        </p:spPr>
        <p:txBody>
          <a:bodyPr/>
          <a:lstStyle/>
          <a:p>
            <a:endParaRPr lang="en-GB"/>
          </a:p>
        </p:txBody>
      </p:sp>
      <p:sp>
        <p:nvSpPr>
          <p:cNvPr id="16" name="Text 10">
            <a:extLst>
              <a:ext uri="{FF2B5EF4-FFF2-40B4-BE49-F238E27FC236}">
                <a16:creationId xmlns:a16="http://schemas.microsoft.com/office/drawing/2014/main" id="{E6497D72-7A42-CFB6-A1E5-239A854B7A0F}"/>
              </a:ext>
            </a:extLst>
          </p:cNvPr>
          <p:cNvSpPr/>
          <p:nvPr/>
        </p:nvSpPr>
        <p:spPr>
          <a:xfrm>
            <a:off x="1136650" y="217551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What does Test-NetConnection -Port 445 prove that ping does not?</a:t>
            </a:r>
            <a:endParaRPr lang="en-US" sz="1800" dirty="0">
              <a:latin typeface="Segoe UI" panose="020B0502040204020203" pitchFamily="34" charset="0"/>
            </a:endParaRPr>
          </a:p>
        </p:txBody>
      </p:sp>
      <p:sp>
        <p:nvSpPr>
          <p:cNvPr id="17" name="Shape 11">
            <a:extLst>
              <a:ext uri="{FF2B5EF4-FFF2-40B4-BE49-F238E27FC236}">
                <a16:creationId xmlns:a16="http://schemas.microsoft.com/office/drawing/2014/main" id="{43F6311B-497B-076C-9F82-8D05A60AD4D1}"/>
              </a:ext>
            </a:extLst>
          </p:cNvPr>
          <p:cNvSpPr/>
          <p:nvPr/>
        </p:nvSpPr>
        <p:spPr>
          <a:xfrm>
            <a:off x="752602" y="2751582"/>
            <a:ext cx="164592" cy="164592"/>
          </a:xfrm>
          <a:prstGeom prst="ellipse">
            <a:avLst/>
          </a:prstGeom>
          <a:solidFill>
            <a:srgbClr val="0076D4"/>
          </a:solidFill>
          <a:ln w="12700">
            <a:solidFill>
              <a:srgbClr val="0076D4"/>
            </a:solidFill>
            <a:prstDash val="solid"/>
          </a:ln>
        </p:spPr>
        <p:txBody>
          <a:bodyPr/>
          <a:lstStyle/>
          <a:p>
            <a:endParaRPr lang="en-GB"/>
          </a:p>
        </p:txBody>
      </p:sp>
      <p:sp>
        <p:nvSpPr>
          <p:cNvPr id="18" name="Text 12">
            <a:extLst>
              <a:ext uri="{FF2B5EF4-FFF2-40B4-BE49-F238E27FC236}">
                <a16:creationId xmlns:a16="http://schemas.microsoft.com/office/drawing/2014/main" id="{569DBE5C-EFD0-6045-4088-25A2881BB064}"/>
              </a:ext>
            </a:extLst>
          </p:cNvPr>
          <p:cNvSpPr/>
          <p:nvPr/>
        </p:nvSpPr>
        <p:spPr>
          <a:xfrm>
            <a:off x="1136650" y="267843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Which checks would you run before troubleshooting a failed domain join?</a:t>
            </a:r>
            <a:endParaRPr lang="en-US" sz="1800" dirty="0">
              <a:latin typeface="Segoe UI" panose="020B0502040204020203" pitchFamily="34" charset="0"/>
            </a:endParaRPr>
          </a:p>
        </p:txBody>
      </p:sp>
      <p:sp>
        <p:nvSpPr>
          <p:cNvPr id="19" name="Shape 13">
            <a:extLst>
              <a:ext uri="{FF2B5EF4-FFF2-40B4-BE49-F238E27FC236}">
                <a16:creationId xmlns:a16="http://schemas.microsoft.com/office/drawing/2014/main" id="{384770EA-208A-D475-3FE4-6E5F92757240}"/>
              </a:ext>
            </a:extLst>
          </p:cNvPr>
          <p:cNvSpPr/>
          <p:nvPr/>
        </p:nvSpPr>
        <p:spPr>
          <a:xfrm>
            <a:off x="752602" y="3254502"/>
            <a:ext cx="164592" cy="164592"/>
          </a:xfrm>
          <a:prstGeom prst="ellipse">
            <a:avLst/>
          </a:prstGeom>
          <a:solidFill>
            <a:srgbClr val="0076D4"/>
          </a:solidFill>
          <a:ln w="12700">
            <a:solidFill>
              <a:srgbClr val="0076D4"/>
            </a:solidFill>
            <a:prstDash val="solid"/>
          </a:ln>
        </p:spPr>
        <p:txBody>
          <a:bodyPr/>
          <a:lstStyle/>
          <a:p>
            <a:endParaRPr lang="en-GB"/>
          </a:p>
        </p:txBody>
      </p:sp>
      <p:sp>
        <p:nvSpPr>
          <p:cNvPr id="20" name="Text 14">
            <a:extLst>
              <a:ext uri="{FF2B5EF4-FFF2-40B4-BE49-F238E27FC236}">
                <a16:creationId xmlns:a16="http://schemas.microsoft.com/office/drawing/2014/main" id="{47C73522-181A-28DA-BA37-7A3BDCE79732}"/>
              </a:ext>
            </a:extLst>
          </p:cNvPr>
          <p:cNvSpPr/>
          <p:nvPr/>
        </p:nvSpPr>
        <p:spPr>
          <a:xfrm>
            <a:off x="1136650" y="3181350"/>
            <a:ext cx="10241280" cy="384048"/>
          </a:xfrm>
          <a:prstGeom prst="rect">
            <a:avLst/>
          </a:prstGeom>
          <a:noFill/>
          <a:ln/>
        </p:spPr>
        <p:txBody>
          <a:bodyPr wrap="square" lIns="0" tIns="0" rIns="0" bIns="0" rtlCol="0" anchor="ctr">
            <a:normAutofit/>
          </a:bodyPr>
          <a:lstStyle/>
          <a:p>
            <a:pPr marL="0" indent="0">
              <a:buNone/>
            </a:pPr>
            <a:r>
              <a:rPr lang="en-GB" sz="1800">
                <a:solidFill>
                  <a:srgbClr val="1F2937"/>
                </a:solidFill>
                <a:latin typeface="Segoe UI" panose="020B0502040204020203" pitchFamily="34" charset="0"/>
                <a:ea typeface="Aptos" pitchFamily="34" charset="-122"/>
                <a:cs typeface="Aptos" pitchFamily="34" charset="-120"/>
              </a:rPr>
              <a:t>What should you inspect before changing firewall or role settings?</a:t>
            </a:r>
            <a:endParaRPr lang="en-US" sz="1800" dirty="0">
              <a:latin typeface="Segoe UI" panose="020B0502040204020203" pitchFamily="34" charset="0"/>
            </a:endParaRPr>
          </a:p>
        </p:txBody>
      </p:sp>
      <p:sp>
        <p:nvSpPr>
          <p:cNvPr id="21" name="Shape 15" hidden="1">
            <a:extLst>
              <a:ext uri="{FF2B5EF4-FFF2-40B4-BE49-F238E27FC236}">
                <a16:creationId xmlns:a16="http://schemas.microsoft.com/office/drawing/2014/main" id="{33BE9AE3-8586-03FF-7BDF-F665B78F80D9}"/>
              </a:ext>
            </a:extLst>
          </p:cNvPr>
          <p:cNvSpPr/>
          <p:nvPr/>
        </p:nvSpPr>
        <p:spPr>
          <a:xfrm>
            <a:off x="752602" y="3757422"/>
            <a:ext cx="164592" cy="164592"/>
          </a:xfrm>
          <a:prstGeom prst="ellipse">
            <a:avLst/>
          </a:prstGeom>
          <a:solidFill>
            <a:srgbClr val="0076D4"/>
          </a:solidFill>
          <a:ln w="12700">
            <a:solidFill>
              <a:srgbClr val="0076D4"/>
            </a:solidFill>
            <a:prstDash val="solid"/>
          </a:ln>
        </p:spPr>
        <p:txBody>
          <a:bodyPr/>
          <a:lstStyle/>
          <a:p>
            <a:endParaRPr lang="en-GB"/>
          </a:p>
        </p:txBody>
      </p:sp>
      <p:sp>
        <p:nvSpPr>
          <p:cNvPr id="22" name="Text 16" hidden="1">
            <a:extLst>
              <a:ext uri="{FF2B5EF4-FFF2-40B4-BE49-F238E27FC236}">
                <a16:creationId xmlns:a16="http://schemas.microsoft.com/office/drawing/2014/main" id="{9A7BC582-0862-B66C-2BDD-4F748A36456C}"/>
              </a:ext>
            </a:extLst>
          </p:cNvPr>
          <p:cNvSpPr/>
          <p:nvPr/>
        </p:nvSpPr>
        <p:spPr>
          <a:xfrm>
            <a:off x="1136650" y="3684270"/>
            <a:ext cx="10241280" cy="384048"/>
          </a:xfrm>
          <a:prstGeom prst="rect">
            <a:avLst/>
          </a:prstGeom>
          <a:noFill/>
          <a:ln/>
        </p:spPr>
        <p:txBody>
          <a:bodyPr wrap="square" lIns="0" tIns="0" rIns="0" bIns="0" rtlCol="0" anchor="ctr">
            <a:noAutofit/>
          </a:bodyPr>
          <a:lstStyle/>
          <a:p>
            <a:pPr marL="0" indent="0">
              <a:buNone/>
            </a:pPr>
            <a:endParaRPr lang="en-US" sz="1800" dirty="0"/>
          </a:p>
        </p:txBody>
      </p:sp>
      <p:sp>
        <p:nvSpPr>
          <p:cNvPr id="23" name="Course footer">
            <a:extLst>
              <a:ext uri="{FF2B5EF4-FFF2-40B4-BE49-F238E27FC236}">
                <a16:creationId xmlns:a16="http://schemas.microsoft.com/office/drawing/2014/main" id="{1BD645BC-CBC9-7970-E538-F015AA183BC1}"/>
              </a:ext>
            </a:extLst>
          </p:cNvPr>
          <p:cNvSpPr txBox="1"/>
          <p:nvPr/>
        </p:nvSpPr>
        <p:spPr>
          <a:xfrm>
            <a:off x="585216" y="6667500"/>
            <a:ext cx="950976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17 | Networking Basics</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4" name="TextBox 23">
            <a:extLst>
              <a:ext uri="{FF2B5EF4-FFF2-40B4-BE49-F238E27FC236}">
                <a16:creationId xmlns:a16="http://schemas.microsoft.com/office/drawing/2014/main" id="{29EDFB4D-31B9-80D0-27A7-84ECF4F75383}"/>
              </a:ext>
            </a:extLst>
          </p:cNvPr>
          <p:cNvSpPr txBox="1"/>
          <p:nvPr/>
        </p:nvSpPr>
        <p:spPr>
          <a:xfrm>
            <a:off x="11430000" y="66675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168563098"/>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MasterTemplateDeck</Template>
  <TotalTime>13</TotalTime>
  <Words>1818</Words>
  <Application>Microsoft Office PowerPoint</Application>
  <PresentationFormat>Widescreen</PresentationFormat>
  <Paragraphs>347</Paragraphs>
  <Slides>28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Consolas</vt:lpstr>
      <vt:lpstr>Segoe UI</vt:lpstr>
      <vt:lpstr>Segoe UI Semibold</vt:lpstr>
      <vt:lpstr>Wingdings</vt:lpstr>
      <vt:lpstr>Microsoft Power Platform Template</vt:lpstr>
      <vt:lpstr>1_Microsoft Power Platform Template</vt:lpstr>
      <vt:lpstr>Chapter 17: Networking Basics</vt:lpstr>
      <vt:lpstr>Learning Objectives</vt:lpstr>
      <vt:lpstr>Baseline Lab Topology</vt:lpstr>
      <vt:lpstr>Why Networking Matters to Windows Server</vt:lpstr>
      <vt:lpstr>The Network Troubleshooting Model</vt:lpstr>
      <vt:lpstr>How to Use the Model</vt:lpstr>
      <vt:lpstr>IPv4 Configuration Essentials</vt:lpstr>
      <vt:lpstr>Static IP vs DHCP Reservation for Servers</vt:lpstr>
      <vt:lpstr>DNS in Windows Server Administration</vt:lpstr>
      <vt:lpstr>Domain DNS Mistake Scenario</vt:lpstr>
      <vt:lpstr>Routing and Default Gateway Basics</vt:lpstr>
      <vt:lpstr>Local vs Remote Traffic Decision</vt:lpstr>
      <vt:lpstr>Firewall Profiles and Service Ports</vt:lpstr>
      <vt:lpstr>Ping Is Not Enough</vt:lpstr>
      <vt:lpstr>Inspect Network Configuration</vt:lpstr>
      <vt:lpstr>Read Get-NetIPConfiguration</vt:lpstr>
      <vt:lpstr>Connectivity and Port Testing Commands</vt:lpstr>
      <vt:lpstr>Reading Test-NetConnection</vt:lpstr>
      <vt:lpstr>First Checks by Workflow</vt:lpstr>
      <vt:lpstr>Scenario: Domain Join Fails</vt:lpstr>
      <vt:lpstr>Scenario: Ping Works but SMB Fails</vt:lpstr>
      <vt:lpstr>Scenario: WinRM or RDP Fails</vt:lpstr>
      <vt:lpstr>Demonstration Scenario Setup</vt:lpstr>
      <vt:lpstr>Demonstration Command Walkthrough</vt:lpstr>
      <vt:lpstr>Demonstration Result Interpretation</vt:lpstr>
      <vt:lpstr>PRACTICE LAB</vt:lpstr>
      <vt:lpstr>Chapter Summary</vt:lpstr>
      <vt:lpstr>Knowledge Check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 Networking Basics</dc:title>
  <dc:subject>Windows Server 2025 Course - Chapter 17 Networking Basics</dc:subject>
  <dc:creator>Codex</dc:creator>
  <cp:lastModifiedBy>Michael Whitehouse</cp:lastModifiedBy>
  <cp:revision>1</cp:revision>
  <dcterms:created xsi:type="dcterms:W3CDTF">2026-05-15T18:08:42Z</dcterms:created>
  <dcterms:modified xsi:type="dcterms:W3CDTF">2026-06-14T13:23:57Z</dcterms:modified>
</cp:coreProperties>
</file>