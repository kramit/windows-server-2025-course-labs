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754" r:id="rId2"/>
  </p:sldMasterIdLst>
  <p:notesMasterIdLst>
    <p:notesMasterId r:id="rId23"/>
  </p:notesMasterIdLst>
  <p:sldIdLst>
    <p:sldId id="337" r:id="rId3"/>
    <p:sldId id="338" r:id="rId4"/>
    <p:sldId id="339" r:id="rId5"/>
    <p:sldId id="340" r:id="rId6"/>
    <p:sldId id="341" r:id="rId7"/>
    <p:sldId id="342" r:id="rId8"/>
    <p:sldId id="343" r:id="rId9"/>
    <p:sldId id="344" r:id="rId10"/>
    <p:sldId id="345" r:id="rId11"/>
    <p:sldId id="346" r:id="rId12"/>
    <p:sldId id="347" r:id="rId13"/>
    <p:sldId id="348" r:id="rId14"/>
    <p:sldId id="349" r:id="rId15"/>
    <p:sldId id="350" r:id="rId16"/>
    <p:sldId id="351" r:id="rId17"/>
    <p:sldId id="352" r:id="rId18"/>
    <p:sldId id="353" r:id="rId19"/>
    <p:sldId id="354" r:id="rId20"/>
    <p:sldId id="355" r:id="rId21"/>
    <p:sldId id="356" r:id="rId22"/>
  </p:sldIdLst>
  <p:sldSz cx="9144000" cy="5143500" type="screen16x9"/>
  <p:notesSz cx="51435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AC2890-6B7A-47A1-8C64-3007F2187ED0}" v="2" dt="2026-06-14T13:20:24.3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4608"/>
    <p:restoredTop sz="96301"/>
  </p:normalViewPr>
  <p:slideViewPr>
    <p:cSldViewPr snapToGrid="0" snapToObjects="1">
      <p:cViewPr varScale="1">
        <p:scale>
          <a:sx n="131" d="100"/>
          <a:sy n="131" d="100"/>
        </p:scale>
        <p:origin x="91"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hitehouse" userId="0ecba9273f6ad366" providerId="LiveId" clId="{F36E82C0-65ED-4BE7-8730-0F102FB388DD}"/>
    <pc:docChg chg="undo custSel addSld delSld modSld modMainMaster">
      <pc:chgData name="Michael Whitehouse" userId="0ecba9273f6ad366" providerId="LiveId" clId="{F36E82C0-65ED-4BE7-8730-0F102FB388DD}" dt="2026-06-09T14:37:16.377" v="2185" actId="14100"/>
      <pc:docMkLst>
        <pc:docMk/>
      </pc:docMkLst>
      <pc:sldChg chg="modSp add mod">
        <pc:chgData name="Michael Whitehouse" userId="0ecba9273f6ad366" providerId="LiveId" clId="{F36E82C0-65ED-4BE7-8730-0F102FB388DD}" dt="2026-06-09T13:35:26.196" v="6" actId="20577"/>
        <pc:sldMkLst>
          <pc:docMk/>
          <pc:sldMk cId="1184133299" sldId="337"/>
        </pc:sldMkLst>
        <pc:spChg chg="mod">
          <ac:chgData name="Michael Whitehouse" userId="0ecba9273f6ad366" providerId="LiveId" clId="{F36E82C0-65ED-4BE7-8730-0F102FB388DD}" dt="2026-06-09T13:35:26.188" v="5" actId="20577"/>
          <ac:spMkLst>
            <pc:docMk/>
            <pc:sldMk cId="1184133299" sldId="337"/>
            <ac:spMk id="2" creationId="{89E8576C-314B-D367-116D-B242D8DBD0B4}"/>
          </ac:spMkLst>
        </pc:spChg>
        <pc:spChg chg="mod">
          <ac:chgData name="Michael Whitehouse" userId="0ecba9273f6ad366" providerId="LiveId" clId="{F36E82C0-65ED-4BE7-8730-0F102FB388DD}" dt="2026-06-09T13:35:26.196" v="6" actId="20577"/>
          <ac:spMkLst>
            <pc:docMk/>
            <pc:sldMk cId="1184133299" sldId="337"/>
            <ac:spMk id="3" creationId="{A58E3C2C-3532-FB6F-14CF-95E982F4014A}"/>
          </ac:spMkLst>
        </pc:spChg>
      </pc:sldChg>
      <pc:sldChg chg="addSp modSp add mod">
        <pc:chgData name="Michael Whitehouse" userId="0ecba9273f6ad366" providerId="LiveId" clId="{F36E82C0-65ED-4BE7-8730-0F102FB388DD}" dt="2026-06-09T13:35:26.645" v="55" actId="207"/>
        <pc:sldMkLst>
          <pc:docMk/>
          <pc:sldMk cId="2021286448" sldId="338"/>
        </pc:sldMkLst>
        <pc:spChg chg="mod">
          <ac:chgData name="Michael Whitehouse" userId="0ecba9273f6ad366" providerId="LiveId" clId="{F36E82C0-65ED-4BE7-8730-0F102FB388DD}" dt="2026-06-09T13:35:26.223" v="10" actId="139"/>
          <ac:spMkLst>
            <pc:docMk/>
            <pc:sldMk cId="2021286448" sldId="338"/>
            <ac:spMk id="2" creationId="{B2E395FA-B73F-B2F8-4899-3D44BBCCC81B}"/>
          </ac:spMkLst>
        </pc:spChg>
        <pc:spChg chg="mod">
          <ac:chgData name="Michael Whitehouse" userId="0ecba9273f6ad366" providerId="LiveId" clId="{F36E82C0-65ED-4BE7-8730-0F102FB388DD}" dt="2026-06-09T13:35:26.525" v="15" actId="139"/>
          <ac:spMkLst>
            <pc:docMk/>
            <pc:sldMk cId="2021286448" sldId="338"/>
            <ac:spMk id="3" creationId="{45083EBF-7229-6310-E64E-AAF2A98A7365}"/>
          </ac:spMkLst>
        </pc:spChg>
        <pc:spChg chg="mod">
          <ac:chgData name="Michael Whitehouse" userId="0ecba9273f6ad366" providerId="LiveId" clId="{F36E82C0-65ED-4BE7-8730-0F102FB388DD}" dt="2026-06-09T13:35:26.537" v="20" actId="139"/>
          <ac:spMkLst>
            <pc:docMk/>
            <pc:sldMk cId="2021286448" sldId="338"/>
            <ac:spMk id="4" creationId="{769673D8-FBB7-25EC-E0F6-D1DA01E770AB}"/>
          </ac:spMkLst>
        </pc:spChg>
        <pc:spChg chg="mod">
          <ac:chgData name="Michael Whitehouse" userId="0ecba9273f6ad366" providerId="LiveId" clId="{F36E82C0-65ED-4BE7-8730-0F102FB388DD}" dt="2026-06-09T13:35:26.549" v="25" actId="139"/>
          <ac:spMkLst>
            <pc:docMk/>
            <pc:sldMk cId="2021286448" sldId="338"/>
            <ac:spMk id="5" creationId="{4C96B6CD-92B9-0322-0AD9-D8CB4C118206}"/>
          </ac:spMkLst>
        </pc:spChg>
        <pc:spChg chg="mod">
          <ac:chgData name="Michael Whitehouse" userId="0ecba9273f6ad366" providerId="LiveId" clId="{F36E82C0-65ED-4BE7-8730-0F102FB388DD}" dt="2026-06-09T13:35:26.562" v="30" actId="139"/>
          <ac:spMkLst>
            <pc:docMk/>
            <pc:sldMk cId="2021286448" sldId="338"/>
            <ac:spMk id="6" creationId="{6C3AB431-C33F-B946-65B8-63F5451E3195}"/>
          </ac:spMkLst>
        </pc:spChg>
        <pc:spChg chg="mod">
          <ac:chgData name="Michael Whitehouse" userId="0ecba9273f6ad366" providerId="LiveId" clId="{F36E82C0-65ED-4BE7-8730-0F102FB388DD}" dt="2026-06-09T13:35:26.573" v="35" actId="139"/>
          <ac:spMkLst>
            <pc:docMk/>
            <pc:sldMk cId="2021286448" sldId="338"/>
            <ac:spMk id="7" creationId="{2467C16B-F73F-923C-5038-8A8FB62A41A5}"/>
          </ac:spMkLst>
        </pc:spChg>
        <pc:spChg chg="add mod">
          <ac:chgData name="Michael Whitehouse" userId="0ecba9273f6ad366" providerId="LiveId" clId="{F36E82C0-65ED-4BE7-8730-0F102FB388DD}" dt="2026-06-09T13:35:26.615" v="45" actId="207"/>
          <ac:spMkLst>
            <pc:docMk/>
            <pc:sldMk cId="2021286448" sldId="338"/>
            <ac:spMk id="8" creationId="{03099D5B-878E-07CC-ACD6-1B9D70623FF8}"/>
          </ac:spMkLst>
        </pc:spChg>
        <pc:spChg chg="add mod">
          <ac:chgData name="Michael Whitehouse" userId="0ecba9273f6ad366" providerId="LiveId" clId="{F36E82C0-65ED-4BE7-8730-0F102FB388DD}" dt="2026-06-09T13:35:26.645" v="55" actId="207"/>
          <ac:spMkLst>
            <pc:docMk/>
            <pc:sldMk cId="2021286448" sldId="338"/>
            <ac:spMk id="9" creationId="{B41F13EC-050A-8FFF-4871-76D0656E3F94}"/>
          </ac:spMkLst>
        </pc:spChg>
      </pc:sldChg>
      <pc:sldChg chg="modSp add mod">
        <pc:chgData name="Michael Whitehouse" userId="0ecba9273f6ad366" providerId="LiveId" clId="{F36E82C0-65ED-4BE7-8730-0F102FB388DD}" dt="2026-06-09T13:35:26.654" v="59" actId="139"/>
        <pc:sldMkLst>
          <pc:docMk/>
          <pc:sldMk cId="246047499" sldId="339"/>
        </pc:sldMkLst>
        <pc:spChg chg="mod">
          <ac:chgData name="Michael Whitehouse" userId="0ecba9273f6ad366" providerId="LiveId" clId="{F36E82C0-65ED-4BE7-8730-0F102FB388DD}" dt="2026-06-09T13:35:26.654" v="59" actId="139"/>
          <ac:spMkLst>
            <pc:docMk/>
            <pc:sldMk cId="246047499" sldId="339"/>
            <ac:spMk id="2" creationId="{461D7D90-6156-D0BC-3D62-43C67E9C0970}"/>
          </ac:spMkLst>
        </pc:spChg>
      </pc:sldChg>
      <pc:sldChg chg="addSp modSp add mod">
        <pc:chgData name="Michael Whitehouse" userId="0ecba9273f6ad366" providerId="LiveId" clId="{F36E82C0-65ED-4BE7-8730-0F102FB388DD}" dt="2026-06-09T13:35:27.298" v="103" actId="207"/>
        <pc:sldMkLst>
          <pc:docMk/>
          <pc:sldMk cId="3828158905" sldId="340"/>
        </pc:sldMkLst>
        <pc:spChg chg="mod">
          <ac:chgData name="Michael Whitehouse" userId="0ecba9273f6ad366" providerId="LiveId" clId="{F36E82C0-65ED-4BE7-8730-0F102FB388DD}" dt="2026-06-09T13:35:26.666" v="63" actId="139"/>
          <ac:spMkLst>
            <pc:docMk/>
            <pc:sldMk cId="3828158905" sldId="340"/>
            <ac:spMk id="2" creationId="{194226BF-75B7-6D06-925E-48743A3F8877}"/>
          </ac:spMkLst>
        </pc:spChg>
        <pc:spChg chg="add mod">
          <ac:chgData name="Michael Whitehouse" userId="0ecba9273f6ad366" providerId="LiveId" clId="{F36E82C0-65ED-4BE7-8730-0F102FB388DD}" dt="2026-06-09T13:35:27.128" v="74" actId="139"/>
          <ac:spMkLst>
            <pc:docMk/>
            <pc:sldMk cId="3828158905" sldId="340"/>
            <ac:spMk id="3" creationId="{E0121C70-45A5-7773-DE84-4F7E387297B5}"/>
          </ac:spMkLst>
        </pc:spChg>
        <pc:spChg chg="add mod">
          <ac:chgData name="Michael Whitehouse" userId="0ecba9273f6ad366" providerId="LiveId" clId="{F36E82C0-65ED-4BE7-8730-0F102FB388DD}" dt="2026-06-09T13:35:27.275" v="93" actId="207"/>
          <ac:spMkLst>
            <pc:docMk/>
            <pc:sldMk cId="3828158905" sldId="340"/>
            <ac:spMk id="5" creationId="{690033D1-995D-C33E-E0F3-3511D96A5F6A}"/>
          </ac:spMkLst>
        </pc:spChg>
        <pc:spChg chg="add mod">
          <ac:chgData name="Michael Whitehouse" userId="0ecba9273f6ad366" providerId="LiveId" clId="{F36E82C0-65ED-4BE7-8730-0F102FB388DD}" dt="2026-06-09T13:35:27.298" v="103" actId="207"/>
          <ac:spMkLst>
            <pc:docMk/>
            <pc:sldMk cId="3828158905" sldId="340"/>
            <ac:spMk id="6" creationId="{3E567DE8-C8E7-8E28-A7DC-DA6DC57843E3}"/>
          </ac:spMkLst>
        </pc:spChg>
        <pc:picChg chg="add mod">
          <ac:chgData name="Michael Whitehouse" userId="0ecba9273f6ad366" providerId="LiveId" clId="{F36E82C0-65ED-4BE7-8730-0F102FB388DD}" dt="2026-06-09T13:35:27.250" v="83"/>
          <ac:picMkLst>
            <pc:docMk/>
            <pc:sldMk cId="3828158905" sldId="340"/>
            <ac:picMk id="4" creationId="{E13DCCF4-62B6-4474-B3C6-B505B111D406}"/>
          </ac:picMkLst>
        </pc:picChg>
      </pc:sldChg>
      <pc:sldChg chg="addSp modSp add mod">
        <pc:chgData name="Michael Whitehouse" userId="0ecba9273f6ad366" providerId="LiveId" clId="{F36E82C0-65ED-4BE7-8730-0F102FB388DD}" dt="2026-06-09T13:35:32.421" v="385" actId="207"/>
        <pc:sldMkLst>
          <pc:docMk/>
          <pc:sldMk cId="1985042400" sldId="341"/>
        </pc:sldMkLst>
        <pc:spChg chg="mod">
          <ac:chgData name="Michael Whitehouse" userId="0ecba9273f6ad366" providerId="LiveId" clId="{F36E82C0-65ED-4BE7-8730-0F102FB388DD}" dt="2026-06-09T13:35:27.307" v="107" actId="139"/>
          <ac:spMkLst>
            <pc:docMk/>
            <pc:sldMk cId="1985042400" sldId="341"/>
            <ac:spMk id="2" creationId="{B1392CBC-EED4-188E-77C3-4B9C89C4CA06}"/>
          </ac:spMkLst>
        </pc:spChg>
        <pc:spChg chg="add mod">
          <ac:chgData name="Michael Whitehouse" userId="0ecba9273f6ad366" providerId="LiveId" clId="{F36E82C0-65ED-4BE7-8730-0F102FB388DD}" dt="2026-06-09T13:35:29.388" v="117" actId="207"/>
          <ac:spMkLst>
            <pc:docMk/>
            <pc:sldMk cId="1985042400" sldId="341"/>
            <ac:spMk id="3" creationId="{07392187-4403-5743-512F-877B386FCA80}"/>
          </ac:spMkLst>
        </pc:spChg>
        <pc:spChg chg="add mod">
          <ac:chgData name="Michael Whitehouse" userId="0ecba9273f6ad366" providerId="LiveId" clId="{F36E82C0-65ED-4BE7-8730-0F102FB388DD}" dt="2026-06-09T13:35:29.521" v="127" actId="207"/>
          <ac:spMkLst>
            <pc:docMk/>
            <pc:sldMk cId="1985042400" sldId="341"/>
            <ac:spMk id="4" creationId="{1410A650-E1FF-61F0-0437-54C30651C4AC}"/>
          </ac:spMkLst>
        </pc:spChg>
        <pc:spChg chg="add mod">
          <ac:chgData name="Michael Whitehouse" userId="0ecba9273f6ad366" providerId="LiveId" clId="{F36E82C0-65ED-4BE7-8730-0F102FB388DD}" dt="2026-06-09T13:35:29.651" v="139" actId="139"/>
          <ac:spMkLst>
            <pc:docMk/>
            <pc:sldMk cId="1985042400" sldId="341"/>
            <ac:spMk id="5" creationId="{0EE183C2-17D4-DA1F-75ED-79DB0B60B86E}"/>
          </ac:spMkLst>
        </pc:spChg>
        <pc:spChg chg="add mod">
          <ac:chgData name="Michael Whitehouse" userId="0ecba9273f6ad366" providerId="LiveId" clId="{F36E82C0-65ED-4BE7-8730-0F102FB388DD}" dt="2026-06-09T13:35:29.775" v="150" actId="139"/>
          <ac:spMkLst>
            <pc:docMk/>
            <pc:sldMk cId="1985042400" sldId="341"/>
            <ac:spMk id="6" creationId="{5B68EC3C-02B4-36FC-F932-14B3F53A1F5F}"/>
          </ac:spMkLst>
        </pc:spChg>
        <pc:spChg chg="add mod">
          <ac:chgData name="Michael Whitehouse" userId="0ecba9273f6ad366" providerId="LiveId" clId="{F36E82C0-65ED-4BE7-8730-0F102FB388DD}" dt="2026-06-09T13:35:29.896" v="160" actId="207"/>
          <ac:spMkLst>
            <pc:docMk/>
            <pc:sldMk cId="1985042400" sldId="341"/>
            <ac:spMk id="7" creationId="{424B6CAC-23DC-E274-4522-DCC7F2E3083F}"/>
          </ac:spMkLst>
        </pc:spChg>
        <pc:spChg chg="add mod">
          <ac:chgData name="Michael Whitehouse" userId="0ecba9273f6ad366" providerId="LiveId" clId="{F36E82C0-65ED-4BE7-8730-0F102FB388DD}" dt="2026-06-09T13:35:30.022" v="170" actId="207"/>
          <ac:spMkLst>
            <pc:docMk/>
            <pc:sldMk cId="1985042400" sldId="341"/>
            <ac:spMk id="8" creationId="{0F033B8E-653F-E242-8967-860E13326FE5}"/>
          </ac:spMkLst>
        </pc:spChg>
        <pc:spChg chg="add mod">
          <ac:chgData name="Michael Whitehouse" userId="0ecba9273f6ad366" providerId="LiveId" clId="{F36E82C0-65ED-4BE7-8730-0F102FB388DD}" dt="2026-06-09T13:35:30.151" v="182" actId="139"/>
          <ac:spMkLst>
            <pc:docMk/>
            <pc:sldMk cId="1985042400" sldId="341"/>
            <ac:spMk id="9" creationId="{019E0F94-A0D7-7C38-A5E7-A8BD6713EFBB}"/>
          </ac:spMkLst>
        </pc:spChg>
        <pc:spChg chg="add mod">
          <ac:chgData name="Michael Whitehouse" userId="0ecba9273f6ad366" providerId="LiveId" clId="{F36E82C0-65ED-4BE7-8730-0F102FB388DD}" dt="2026-06-09T13:35:30.274" v="193" actId="139"/>
          <ac:spMkLst>
            <pc:docMk/>
            <pc:sldMk cId="1985042400" sldId="341"/>
            <ac:spMk id="10" creationId="{D18B67B3-E658-FB5E-3A45-51A4FBC7B8A2}"/>
          </ac:spMkLst>
        </pc:spChg>
        <pc:spChg chg="add mod">
          <ac:chgData name="Michael Whitehouse" userId="0ecba9273f6ad366" providerId="LiveId" clId="{F36E82C0-65ED-4BE7-8730-0F102FB388DD}" dt="2026-06-09T13:35:30.395" v="203" actId="207"/>
          <ac:spMkLst>
            <pc:docMk/>
            <pc:sldMk cId="1985042400" sldId="341"/>
            <ac:spMk id="11" creationId="{5E843D1B-E473-B85A-7FE6-978C278DA7DB}"/>
          </ac:spMkLst>
        </pc:spChg>
        <pc:spChg chg="add mod">
          <ac:chgData name="Michael Whitehouse" userId="0ecba9273f6ad366" providerId="LiveId" clId="{F36E82C0-65ED-4BE7-8730-0F102FB388DD}" dt="2026-06-09T13:35:30.520" v="213" actId="207"/>
          <ac:spMkLst>
            <pc:docMk/>
            <pc:sldMk cId="1985042400" sldId="341"/>
            <ac:spMk id="12" creationId="{743CDD3D-17ED-CA55-AD37-BAE57DE23E2D}"/>
          </ac:spMkLst>
        </pc:spChg>
        <pc:spChg chg="add mod">
          <ac:chgData name="Michael Whitehouse" userId="0ecba9273f6ad366" providerId="LiveId" clId="{F36E82C0-65ED-4BE7-8730-0F102FB388DD}" dt="2026-06-09T13:35:30.647" v="225" actId="139"/>
          <ac:spMkLst>
            <pc:docMk/>
            <pc:sldMk cId="1985042400" sldId="341"/>
            <ac:spMk id="13" creationId="{8EC4A74B-4E62-207D-296E-5AAB4A48778E}"/>
          </ac:spMkLst>
        </pc:spChg>
        <pc:spChg chg="add mod">
          <ac:chgData name="Michael Whitehouse" userId="0ecba9273f6ad366" providerId="LiveId" clId="{F36E82C0-65ED-4BE7-8730-0F102FB388DD}" dt="2026-06-09T13:35:30.772" v="236" actId="139"/>
          <ac:spMkLst>
            <pc:docMk/>
            <pc:sldMk cId="1985042400" sldId="341"/>
            <ac:spMk id="14" creationId="{A950B525-3846-4847-9EC1-9572B4FF2120}"/>
          </ac:spMkLst>
        </pc:spChg>
        <pc:spChg chg="add mod">
          <ac:chgData name="Michael Whitehouse" userId="0ecba9273f6ad366" providerId="LiveId" clId="{F36E82C0-65ED-4BE7-8730-0F102FB388DD}" dt="2026-06-09T13:35:30.892" v="246" actId="207"/>
          <ac:spMkLst>
            <pc:docMk/>
            <pc:sldMk cId="1985042400" sldId="341"/>
            <ac:spMk id="15" creationId="{43414967-E164-1CD3-0309-9244D0F401FA}"/>
          </ac:spMkLst>
        </pc:spChg>
        <pc:spChg chg="add mod">
          <ac:chgData name="Michael Whitehouse" userId="0ecba9273f6ad366" providerId="LiveId" clId="{F36E82C0-65ED-4BE7-8730-0F102FB388DD}" dt="2026-06-09T13:35:31.014" v="256" actId="207"/>
          <ac:spMkLst>
            <pc:docMk/>
            <pc:sldMk cId="1985042400" sldId="341"/>
            <ac:spMk id="16" creationId="{48CDAB86-E4A8-F720-9467-663A25B5B790}"/>
          </ac:spMkLst>
        </pc:spChg>
        <pc:spChg chg="add mod">
          <ac:chgData name="Michael Whitehouse" userId="0ecba9273f6ad366" providerId="LiveId" clId="{F36E82C0-65ED-4BE7-8730-0F102FB388DD}" dt="2026-06-09T13:35:31.148" v="268" actId="139"/>
          <ac:spMkLst>
            <pc:docMk/>
            <pc:sldMk cId="1985042400" sldId="341"/>
            <ac:spMk id="17" creationId="{7DF4CA5F-719F-F6F4-0011-7E2A4E90C82A}"/>
          </ac:spMkLst>
        </pc:spChg>
        <pc:spChg chg="add mod">
          <ac:chgData name="Michael Whitehouse" userId="0ecba9273f6ad366" providerId="LiveId" clId="{F36E82C0-65ED-4BE7-8730-0F102FB388DD}" dt="2026-06-09T13:35:31.272" v="279" actId="139"/>
          <ac:spMkLst>
            <pc:docMk/>
            <pc:sldMk cId="1985042400" sldId="341"/>
            <ac:spMk id="18" creationId="{846707DB-A9BA-7CCA-17EB-9C9AAAAD2E91}"/>
          </ac:spMkLst>
        </pc:spChg>
        <pc:spChg chg="add mod">
          <ac:chgData name="Michael Whitehouse" userId="0ecba9273f6ad366" providerId="LiveId" clId="{F36E82C0-65ED-4BE7-8730-0F102FB388DD}" dt="2026-06-09T13:35:31.387" v="289" actId="207"/>
          <ac:spMkLst>
            <pc:docMk/>
            <pc:sldMk cId="1985042400" sldId="341"/>
            <ac:spMk id="19" creationId="{F9BD96DD-39CA-C6A2-CD5F-0C8C06B4FCAF}"/>
          </ac:spMkLst>
        </pc:spChg>
        <pc:spChg chg="add mod">
          <ac:chgData name="Michael Whitehouse" userId="0ecba9273f6ad366" providerId="LiveId" clId="{F36E82C0-65ED-4BE7-8730-0F102FB388DD}" dt="2026-06-09T13:35:31.508" v="298"/>
          <ac:spMkLst>
            <pc:docMk/>
            <pc:sldMk cId="1985042400" sldId="341"/>
            <ac:spMk id="20" creationId="{A162362D-E434-8219-4884-4FECF26ED7A8}"/>
          </ac:spMkLst>
        </pc:spChg>
        <pc:spChg chg="add mod">
          <ac:chgData name="Michael Whitehouse" userId="0ecba9273f6ad366" providerId="LiveId" clId="{F36E82C0-65ED-4BE7-8730-0F102FB388DD}" dt="2026-06-09T13:35:31.638" v="309" actId="139"/>
          <ac:spMkLst>
            <pc:docMk/>
            <pc:sldMk cId="1985042400" sldId="341"/>
            <ac:spMk id="21" creationId="{36C0A8E8-388A-715A-D374-BC7AAA831783}"/>
          </ac:spMkLst>
        </pc:spChg>
        <pc:spChg chg="add mod">
          <ac:chgData name="Michael Whitehouse" userId="0ecba9273f6ad366" providerId="LiveId" clId="{F36E82C0-65ED-4BE7-8730-0F102FB388DD}" dt="2026-06-09T13:35:31.760" v="320" actId="139"/>
          <ac:spMkLst>
            <pc:docMk/>
            <pc:sldMk cId="1985042400" sldId="341"/>
            <ac:spMk id="22" creationId="{2AC35877-32E6-2D17-76A8-A4D8F1B5386A}"/>
          </ac:spMkLst>
        </pc:spChg>
        <pc:spChg chg="add mod">
          <ac:chgData name="Michael Whitehouse" userId="0ecba9273f6ad366" providerId="LiveId" clId="{F36E82C0-65ED-4BE7-8730-0F102FB388DD}" dt="2026-06-09T13:35:32.403" v="375" actId="207"/>
          <ac:spMkLst>
            <pc:docMk/>
            <pc:sldMk cId="1985042400" sldId="341"/>
            <ac:spMk id="28" creationId="{255A1899-CBDC-7C25-9F0C-6981D11E2C93}"/>
          </ac:spMkLst>
        </pc:spChg>
        <pc:spChg chg="add mod">
          <ac:chgData name="Michael Whitehouse" userId="0ecba9273f6ad366" providerId="LiveId" clId="{F36E82C0-65ED-4BE7-8730-0F102FB388DD}" dt="2026-06-09T13:35:32.421" v="385" actId="207"/>
          <ac:spMkLst>
            <pc:docMk/>
            <pc:sldMk cId="1985042400" sldId="341"/>
            <ac:spMk id="29" creationId="{DD61B1F4-4891-4502-5FAE-B9CA1B042D75}"/>
          </ac:spMkLst>
        </pc:spChg>
        <pc:picChg chg="add mod">
          <ac:chgData name="Michael Whitehouse" userId="0ecba9273f6ad366" providerId="LiveId" clId="{F36E82C0-65ED-4BE7-8730-0F102FB388DD}" dt="2026-06-09T13:35:31.882" v="329"/>
          <ac:picMkLst>
            <pc:docMk/>
            <pc:sldMk cId="1985042400" sldId="341"/>
            <ac:picMk id="23" creationId="{5B26C0D4-0C2A-FB24-3EDE-5BC97EF34191}"/>
          </ac:picMkLst>
        </pc:picChg>
        <pc:picChg chg="add mod">
          <ac:chgData name="Michael Whitehouse" userId="0ecba9273f6ad366" providerId="LiveId" clId="{F36E82C0-65ED-4BE7-8730-0F102FB388DD}" dt="2026-06-09T13:35:32.006" v="338"/>
          <ac:picMkLst>
            <pc:docMk/>
            <pc:sldMk cId="1985042400" sldId="341"/>
            <ac:picMk id="24" creationId="{B9101DF3-8580-7CF2-0A2B-10F534435623}"/>
          </ac:picMkLst>
        </pc:picChg>
        <pc:picChg chg="add mod">
          <ac:chgData name="Michael Whitehouse" userId="0ecba9273f6ad366" providerId="LiveId" clId="{F36E82C0-65ED-4BE7-8730-0F102FB388DD}" dt="2026-06-09T13:35:32.131" v="347"/>
          <ac:picMkLst>
            <pc:docMk/>
            <pc:sldMk cId="1985042400" sldId="341"/>
            <ac:picMk id="25" creationId="{B5551AC0-130F-73C5-02B3-3EBADA29A26E}"/>
          </ac:picMkLst>
        </pc:picChg>
        <pc:picChg chg="add mod">
          <ac:chgData name="Michael Whitehouse" userId="0ecba9273f6ad366" providerId="LiveId" clId="{F36E82C0-65ED-4BE7-8730-0F102FB388DD}" dt="2026-06-09T13:35:32.254" v="356"/>
          <ac:picMkLst>
            <pc:docMk/>
            <pc:sldMk cId="1985042400" sldId="341"/>
            <ac:picMk id="26" creationId="{A958A576-14F9-7B2F-FE8C-C3C474D3C736}"/>
          </ac:picMkLst>
        </pc:picChg>
        <pc:picChg chg="add mod">
          <ac:chgData name="Michael Whitehouse" userId="0ecba9273f6ad366" providerId="LiveId" clId="{F36E82C0-65ED-4BE7-8730-0F102FB388DD}" dt="2026-06-09T13:35:32.381" v="365"/>
          <ac:picMkLst>
            <pc:docMk/>
            <pc:sldMk cId="1985042400" sldId="341"/>
            <ac:picMk id="27" creationId="{2918E547-77D2-7FF8-6061-BDFDC4D6F283}"/>
          </ac:picMkLst>
        </pc:picChg>
      </pc:sldChg>
      <pc:sldChg chg="addSp modSp add mod">
        <pc:chgData name="Michael Whitehouse" userId="0ecba9273f6ad366" providerId="LiveId" clId="{F36E82C0-65ED-4BE7-8730-0F102FB388DD}" dt="2026-06-09T13:35:33.310" v="450" actId="207"/>
        <pc:sldMkLst>
          <pc:docMk/>
          <pc:sldMk cId="996545032" sldId="342"/>
        </pc:sldMkLst>
        <pc:spChg chg="mod">
          <ac:chgData name="Michael Whitehouse" userId="0ecba9273f6ad366" providerId="LiveId" clId="{F36E82C0-65ED-4BE7-8730-0F102FB388DD}" dt="2026-06-09T13:35:32.429" v="389" actId="139"/>
          <ac:spMkLst>
            <pc:docMk/>
            <pc:sldMk cId="996545032" sldId="342"/>
            <ac:spMk id="2" creationId="{37C71737-0B81-C5D8-500A-2C471ECF67BE}"/>
          </ac:spMkLst>
        </pc:spChg>
        <pc:spChg chg="add mod">
          <ac:chgData name="Michael Whitehouse" userId="0ecba9273f6ad366" providerId="LiveId" clId="{F36E82C0-65ED-4BE7-8730-0F102FB388DD}" dt="2026-06-09T13:35:32.888" v="400" actId="139"/>
          <ac:spMkLst>
            <pc:docMk/>
            <pc:sldMk cId="996545032" sldId="342"/>
            <ac:spMk id="3" creationId="{8E04182C-2846-DE92-6D7C-A29D9155856D}"/>
          </ac:spMkLst>
        </pc:spChg>
        <pc:spChg chg="add mod">
          <ac:chgData name="Michael Whitehouse" userId="0ecba9273f6ad366" providerId="LiveId" clId="{F36E82C0-65ED-4BE7-8730-0F102FB388DD}" dt="2026-06-09T13:35:33.022" v="410" actId="208"/>
          <ac:spMkLst>
            <pc:docMk/>
            <pc:sldMk cId="996545032" sldId="342"/>
            <ac:spMk id="4" creationId="{4D028EA5-4AB5-19F2-0C1D-396733BE47A3}"/>
          </ac:spMkLst>
        </pc:spChg>
        <pc:spChg chg="add mod">
          <ac:chgData name="Michael Whitehouse" userId="0ecba9273f6ad366" providerId="LiveId" clId="{F36E82C0-65ED-4BE7-8730-0F102FB388DD}" dt="2026-06-09T13:35:33.271" v="430" actId="139"/>
          <ac:spMkLst>
            <pc:docMk/>
            <pc:sldMk cId="996545032" sldId="342"/>
            <ac:spMk id="6" creationId="{346E3946-D235-A392-7DDE-69F931BCB354}"/>
          </ac:spMkLst>
        </pc:spChg>
        <pc:spChg chg="add mod">
          <ac:chgData name="Michael Whitehouse" userId="0ecba9273f6ad366" providerId="LiveId" clId="{F36E82C0-65ED-4BE7-8730-0F102FB388DD}" dt="2026-06-09T13:35:33.289" v="440" actId="207"/>
          <ac:spMkLst>
            <pc:docMk/>
            <pc:sldMk cId="996545032" sldId="342"/>
            <ac:spMk id="7" creationId="{519CCD16-33BB-93DF-D2A0-18EF97166018}"/>
          </ac:spMkLst>
        </pc:spChg>
        <pc:spChg chg="add mod">
          <ac:chgData name="Michael Whitehouse" userId="0ecba9273f6ad366" providerId="LiveId" clId="{F36E82C0-65ED-4BE7-8730-0F102FB388DD}" dt="2026-06-09T13:35:33.310" v="450" actId="207"/>
          <ac:spMkLst>
            <pc:docMk/>
            <pc:sldMk cId="996545032" sldId="342"/>
            <ac:spMk id="8" creationId="{8E037C90-7644-9CCA-D8EF-C339473ACA7D}"/>
          </ac:spMkLst>
        </pc:spChg>
        <pc:picChg chg="add mod">
          <ac:chgData name="Michael Whitehouse" userId="0ecba9273f6ad366" providerId="LiveId" clId="{F36E82C0-65ED-4BE7-8730-0F102FB388DD}" dt="2026-06-09T13:35:33.141" v="419"/>
          <ac:picMkLst>
            <pc:docMk/>
            <pc:sldMk cId="996545032" sldId="342"/>
            <ac:picMk id="5" creationId="{49A8026E-CF4A-F1EA-C06F-A484FEB89AB6}"/>
          </ac:picMkLst>
        </pc:picChg>
      </pc:sldChg>
      <pc:sldChg chg="addSp modSp add mod">
        <pc:chgData name="Michael Whitehouse" userId="0ecba9273f6ad366" providerId="LiveId" clId="{F36E82C0-65ED-4BE7-8730-0F102FB388DD}" dt="2026-06-09T13:35:33.961" v="507" actId="207"/>
        <pc:sldMkLst>
          <pc:docMk/>
          <pc:sldMk cId="3639750098" sldId="343"/>
        </pc:sldMkLst>
        <pc:spChg chg="mod">
          <ac:chgData name="Michael Whitehouse" userId="0ecba9273f6ad366" providerId="LiveId" clId="{F36E82C0-65ED-4BE7-8730-0F102FB388DD}" dt="2026-06-09T13:35:33.319" v="454" actId="139"/>
          <ac:spMkLst>
            <pc:docMk/>
            <pc:sldMk cId="3639750098" sldId="343"/>
            <ac:spMk id="2" creationId="{312A35CB-B36C-14C3-1155-9872D790FC88}"/>
          </ac:spMkLst>
        </pc:spChg>
        <pc:spChg chg="add mod">
          <ac:chgData name="Michael Whitehouse" userId="0ecba9273f6ad366" providerId="LiveId" clId="{F36E82C0-65ED-4BE7-8730-0F102FB388DD}" dt="2026-06-09T13:35:33.674" v="465" actId="208"/>
          <ac:spMkLst>
            <pc:docMk/>
            <pc:sldMk cId="3639750098" sldId="343"/>
            <ac:spMk id="3" creationId="{4B249F1D-93FE-FE9B-CB48-294CAF65C1B4}"/>
          </ac:spMkLst>
        </pc:spChg>
        <pc:spChg chg="add mod">
          <ac:chgData name="Michael Whitehouse" userId="0ecba9273f6ad366" providerId="LiveId" clId="{F36E82C0-65ED-4BE7-8730-0F102FB388DD}" dt="2026-06-09T13:35:33.802" v="476" actId="139"/>
          <ac:spMkLst>
            <pc:docMk/>
            <pc:sldMk cId="3639750098" sldId="343"/>
            <ac:spMk id="4" creationId="{7670B008-13A7-9487-2008-80F2B1BDCC54}"/>
          </ac:spMkLst>
        </pc:spChg>
        <pc:spChg chg="add mod">
          <ac:chgData name="Michael Whitehouse" userId="0ecba9273f6ad366" providerId="LiveId" clId="{F36E82C0-65ED-4BE7-8730-0F102FB388DD}" dt="2026-06-09T13:35:33.925" v="487" actId="139"/>
          <ac:spMkLst>
            <pc:docMk/>
            <pc:sldMk cId="3639750098" sldId="343"/>
            <ac:spMk id="5" creationId="{020D0655-80D3-2B82-6751-6F151EA1E6DA}"/>
          </ac:spMkLst>
        </pc:spChg>
        <pc:spChg chg="add mod">
          <ac:chgData name="Michael Whitehouse" userId="0ecba9273f6ad366" providerId="LiveId" clId="{F36E82C0-65ED-4BE7-8730-0F102FB388DD}" dt="2026-06-09T13:35:33.942" v="497" actId="207"/>
          <ac:spMkLst>
            <pc:docMk/>
            <pc:sldMk cId="3639750098" sldId="343"/>
            <ac:spMk id="6" creationId="{BF4B6C9E-E997-2837-CCA6-57E1804629B7}"/>
          </ac:spMkLst>
        </pc:spChg>
        <pc:spChg chg="add mod">
          <ac:chgData name="Michael Whitehouse" userId="0ecba9273f6ad366" providerId="LiveId" clId="{F36E82C0-65ED-4BE7-8730-0F102FB388DD}" dt="2026-06-09T13:35:33.961" v="507" actId="207"/>
          <ac:spMkLst>
            <pc:docMk/>
            <pc:sldMk cId="3639750098" sldId="343"/>
            <ac:spMk id="7" creationId="{16F98C7B-EBCF-8309-E8C9-97E7AA02F049}"/>
          </ac:spMkLst>
        </pc:spChg>
      </pc:sldChg>
      <pc:sldChg chg="addSp modSp add mod">
        <pc:chgData name="Michael Whitehouse" userId="0ecba9273f6ad366" providerId="LiveId" clId="{F36E82C0-65ED-4BE7-8730-0F102FB388DD}" dt="2026-06-09T14:37:13.729" v="2177" actId="27636"/>
        <pc:sldMkLst>
          <pc:docMk/>
          <pc:sldMk cId="758806606" sldId="344"/>
        </pc:sldMkLst>
        <pc:spChg chg="mod">
          <ac:chgData name="Michael Whitehouse" userId="0ecba9273f6ad366" providerId="LiveId" clId="{F36E82C0-65ED-4BE7-8730-0F102FB388DD}" dt="2026-06-09T13:35:33.971" v="511" actId="139"/>
          <ac:spMkLst>
            <pc:docMk/>
            <pc:sldMk cId="758806606" sldId="344"/>
            <ac:spMk id="2" creationId="{548BD096-5428-252E-F950-23A402C0BA56}"/>
          </ac:spMkLst>
        </pc:spChg>
        <pc:spChg chg="add mod">
          <ac:chgData name="Michael Whitehouse" userId="0ecba9273f6ad366" providerId="LiveId" clId="{F36E82C0-65ED-4BE7-8730-0F102FB388DD}" dt="2026-06-09T13:35:34.333" v="522" actId="208"/>
          <ac:spMkLst>
            <pc:docMk/>
            <pc:sldMk cId="758806606" sldId="344"/>
            <ac:spMk id="3" creationId="{F5CB7603-C5CE-15AE-EC75-5F8078E12926}"/>
          </ac:spMkLst>
        </pc:spChg>
        <pc:spChg chg="add mod">
          <ac:chgData name="Michael Whitehouse" userId="0ecba9273f6ad366" providerId="LiveId" clId="{F36E82C0-65ED-4BE7-8730-0F102FB388DD}" dt="2026-06-09T14:37:13.729" v="2177" actId="27636"/>
          <ac:spMkLst>
            <pc:docMk/>
            <pc:sldMk cId="758806606" sldId="344"/>
            <ac:spMk id="4" creationId="{F35537F6-31E6-C0FC-71D7-2627E6C55409}"/>
          </ac:spMkLst>
        </pc:spChg>
        <pc:spChg chg="add mod">
          <ac:chgData name="Michael Whitehouse" userId="0ecba9273f6ad366" providerId="LiveId" clId="{F36E82C0-65ED-4BE7-8730-0F102FB388DD}" dt="2026-06-09T13:35:34.582" v="544" actId="139"/>
          <ac:spMkLst>
            <pc:docMk/>
            <pc:sldMk cId="758806606" sldId="344"/>
            <ac:spMk id="5" creationId="{8818730B-B5F3-A71A-8028-9D67C07F1FA1}"/>
          </ac:spMkLst>
        </pc:spChg>
        <pc:spChg chg="add mod">
          <ac:chgData name="Michael Whitehouse" userId="0ecba9273f6ad366" providerId="LiveId" clId="{F36E82C0-65ED-4BE7-8730-0F102FB388DD}" dt="2026-06-09T13:35:34.601" v="554" actId="207"/>
          <ac:spMkLst>
            <pc:docMk/>
            <pc:sldMk cId="758806606" sldId="344"/>
            <ac:spMk id="6" creationId="{8AF726FD-55B2-D8A7-7748-E8C7A5787613}"/>
          </ac:spMkLst>
        </pc:spChg>
        <pc:spChg chg="add mod">
          <ac:chgData name="Michael Whitehouse" userId="0ecba9273f6ad366" providerId="LiveId" clId="{F36E82C0-65ED-4BE7-8730-0F102FB388DD}" dt="2026-06-09T13:35:34.618" v="564" actId="207"/>
          <ac:spMkLst>
            <pc:docMk/>
            <pc:sldMk cId="758806606" sldId="344"/>
            <ac:spMk id="7" creationId="{DBDDFA4C-C6B3-B0B1-AC34-34424AC82AFD}"/>
          </ac:spMkLst>
        </pc:spChg>
      </pc:sldChg>
      <pc:sldChg chg="addSp modSp add mod">
        <pc:chgData name="Michael Whitehouse" userId="0ecba9273f6ad366" providerId="LiveId" clId="{F36E82C0-65ED-4BE7-8730-0F102FB388DD}" dt="2026-06-09T13:35:35.472" v="632" actId="207"/>
        <pc:sldMkLst>
          <pc:docMk/>
          <pc:sldMk cId="749761077" sldId="345"/>
        </pc:sldMkLst>
        <pc:spChg chg="mod">
          <ac:chgData name="Michael Whitehouse" userId="0ecba9273f6ad366" providerId="LiveId" clId="{F36E82C0-65ED-4BE7-8730-0F102FB388DD}" dt="2026-06-09T13:35:34.629" v="568" actId="139"/>
          <ac:spMkLst>
            <pc:docMk/>
            <pc:sldMk cId="749761077" sldId="345"/>
            <ac:spMk id="2" creationId="{B1522259-1F82-9306-4D46-72CDECF1C99F}"/>
          </ac:spMkLst>
        </pc:spChg>
        <pc:spChg chg="add mod">
          <ac:chgData name="Michael Whitehouse" userId="0ecba9273f6ad366" providerId="LiveId" clId="{F36E82C0-65ED-4BE7-8730-0F102FB388DD}" dt="2026-06-09T13:35:35.062" v="579" actId="208"/>
          <ac:spMkLst>
            <pc:docMk/>
            <pc:sldMk cId="749761077" sldId="345"/>
            <ac:spMk id="3" creationId="{82BB3F29-3B21-074F-0724-466A02B4E764}"/>
          </ac:spMkLst>
        </pc:spChg>
        <pc:spChg chg="add mod">
          <ac:chgData name="Michael Whitehouse" userId="0ecba9273f6ad366" providerId="LiveId" clId="{F36E82C0-65ED-4BE7-8730-0F102FB388DD}" dt="2026-06-09T13:35:35.186" v="590" actId="139"/>
          <ac:spMkLst>
            <pc:docMk/>
            <pc:sldMk cId="749761077" sldId="345"/>
            <ac:spMk id="4" creationId="{510ED975-7EE7-2B55-CB58-3EBE5D7D8A66}"/>
          </ac:spMkLst>
        </pc:spChg>
        <pc:spChg chg="add mod">
          <ac:chgData name="Michael Whitehouse" userId="0ecba9273f6ad366" providerId="LiveId" clId="{F36E82C0-65ED-4BE7-8730-0F102FB388DD}" dt="2026-06-09T13:35:35.309" v="601" actId="139"/>
          <ac:spMkLst>
            <pc:docMk/>
            <pc:sldMk cId="749761077" sldId="345"/>
            <ac:spMk id="5" creationId="{5D81811F-BB95-AEFA-347A-82F701BA85B9}"/>
          </ac:spMkLst>
        </pc:spChg>
        <pc:spChg chg="add mod">
          <ac:chgData name="Michael Whitehouse" userId="0ecba9273f6ad366" providerId="LiveId" clId="{F36E82C0-65ED-4BE7-8730-0F102FB388DD}" dt="2026-06-09T13:35:35.432" v="612" actId="139"/>
          <ac:spMkLst>
            <pc:docMk/>
            <pc:sldMk cId="749761077" sldId="345"/>
            <ac:spMk id="6" creationId="{7D36293A-802C-637A-A5D3-D25D133F2EEF}"/>
          </ac:spMkLst>
        </pc:spChg>
        <pc:spChg chg="add mod">
          <ac:chgData name="Michael Whitehouse" userId="0ecba9273f6ad366" providerId="LiveId" clId="{F36E82C0-65ED-4BE7-8730-0F102FB388DD}" dt="2026-06-09T13:35:35.450" v="622" actId="207"/>
          <ac:spMkLst>
            <pc:docMk/>
            <pc:sldMk cId="749761077" sldId="345"/>
            <ac:spMk id="7" creationId="{0D3C8F7C-B8A9-53A0-5610-6486FB893CE8}"/>
          </ac:spMkLst>
        </pc:spChg>
        <pc:spChg chg="add mod">
          <ac:chgData name="Michael Whitehouse" userId="0ecba9273f6ad366" providerId="LiveId" clId="{F36E82C0-65ED-4BE7-8730-0F102FB388DD}" dt="2026-06-09T13:35:35.472" v="632" actId="207"/>
          <ac:spMkLst>
            <pc:docMk/>
            <pc:sldMk cId="749761077" sldId="345"/>
            <ac:spMk id="8" creationId="{4845F0AA-FA0B-FDF3-D12F-33E549245AFB}"/>
          </ac:spMkLst>
        </pc:spChg>
      </pc:sldChg>
      <pc:sldChg chg="addSp modSp add mod">
        <pc:chgData name="Michael Whitehouse" userId="0ecba9273f6ad366" providerId="LiveId" clId="{F36E82C0-65ED-4BE7-8730-0F102FB388DD}" dt="2026-06-09T14:37:13.742" v="2184" actId="27636"/>
        <pc:sldMkLst>
          <pc:docMk/>
          <pc:sldMk cId="4007175935" sldId="346"/>
        </pc:sldMkLst>
        <pc:spChg chg="mod">
          <ac:chgData name="Michael Whitehouse" userId="0ecba9273f6ad366" providerId="LiveId" clId="{F36E82C0-65ED-4BE7-8730-0F102FB388DD}" dt="2026-06-09T13:58:40.996" v="2113" actId="1076"/>
          <ac:spMkLst>
            <pc:docMk/>
            <pc:sldMk cId="4007175935" sldId="346"/>
            <ac:spMk id="2" creationId="{2B37C391-EE09-4102-938C-702FBF0139B8}"/>
          </ac:spMkLst>
        </pc:spChg>
        <pc:spChg chg="add mod">
          <ac:chgData name="Michael Whitehouse" userId="0ecba9273f6ad366" providerId="LiveId" clId="{F36E82C0-65ED-4BE7-8730-0F102FB388DD}" dt="2026-06-09T13:35:36.804" v="646" actId="207"/>
          <ac:spMkLst>
            <pc:docMk/>
            <pc:sldMk cId="4007175935" sldId="346"/>
            <ac:spMk id="3" creationId="{36222038-4214-FCAE-57EA-3D13B1F640FB}"/>
          </ac:spMkLst>
        </pc:spChg>
        <pc:spChg chg="add mod">
          <ac:chgData name="Michael Whitehouse" userId="0ecba9273f6ad366" providerId="LiveId" clId="{F36E82C0-65ED-4BE7-8730-0F102FB388DD}" dt="2026-06-09T13:35:36.925" v="656" actId="207"/>
          <ac:spMkLst>
            <pc:docMk/>
            <pc:sldMk cId="4007175935" sldId="346"/>
            <ac:spMk id="4" creationId="{C7C25516-6655-93A6-2733-B72BF20DE10A}"/>
          </ac:spMkLst>
        </pc:spChg>
        <pc:spChg chg="add mod">
          <ac:chgData name="Michael Whitehouse" userId="0ecba9273f6ad366" providerId="LiveId" clId="{F36E82C0-65ED-4BE7-8730-0F102FB388DD}" dt="2026-06-09T14:37:13.738" v="2181" actId="27636"/>
          <ac:spMkLst>
            <pc:docMk/>
            <pc:sldMk cId="4007175935" sldId="346"/>
            <ac:spMk id="5" creationId="{E81DCCF1-CAAB-600D-CBFC-A0BFB6136D55}"/>
          </ac:spMkLst>
        </pc:spChg>
        <pc:spChg chg="add mod">
          <ac:chgData name="Michael Whitehouse" userId="0ecba9273f6ad366" providerId="LiveId" clId="{F36E82C0-65ED-4BE7-8730-0F102FB388DD}" dt="2026-06-09T14:37:13.736" v="2179" actId="27636"/>
          <ac:spMkLst>
            <pc:docMk/>
            <pc:sldMk cId="4007175935" sldId="346"/>
            <ac:spMk id="6" creationId="{55D87865-22BD-4BE5-E14E-0A01AB81B1F8}"/>
          </ac:spMkLst>
        </pc:spChg>
        <pc:spChg chg="add mod">
          <ac:chgData name="Michael Whitehouse" userId="0ecba9273f6ad366" providerId="LiveId" clId="{F36E82C0-65ED-4BE7-8730-0F102FB388DD}" dt="2026-06-09T13:35:37.301" v="688" actId="207"/>
          <ac:spMkLst>
            <pc:docMk/>
            <pc:sldMk cId="4007175935" sldId="346"/>
            <ac:spMk id="7" creationId="{54BAEA7A-61EF-03E2-1B37-4D071826E1BE}"/>
          </ac:spMkLst>
        </pc:spChg>
        <pc:spChg chg="add mod">
          <ac:chgData name="Michael Whitehouse" userId="0ecba9273f6ad366" providerId="LiveId" clId="{F36E82C0-65ED-4BE7-8730-0F102FB388DD}" dt="2026-06-09T13:35:37.426" v="698" actId="207"/>
          <ac:spMkLst>
            <pc:docMk/>
            <pc:sldMk cId="4007175935" sldId="346"/>
            <ac:spMk id="8" creationId="{3A4BF72C-C09C-20FD-D003-57FE8CEC74A5}"/>
          </ac:spMkLst>
        </pc:spChg>
        <pc:spChg chg="add mod">
          <ac:chgData name="Michael Whitehouse" userId="0ecba9273f6ad366" providerId="LiveId" clId="{F36E82C0-65ED-4BE7-8730-0F102FB388DD}" dt="2026-06-09T14:37:13.737" v="2180" actId="27636"/>
          <ac:spMkLst>
            <pc:docMk/>
            <pc:sldMk cId="4007175935" sldId="346"/>
            <ac:spMk id="9" creationId="{B0AE526B-D73E-BE9C-98D9-21B78BEE1A06}"/>
          </ac:spMkLst>
        </pc:spChg>
        <pc:spChg chg="add mod">
          <ac:chgData name="Michael Whitehouse" userId="0ecba9273f6ad366" providerId="LiveId" clId="{F36E82C0-65ED-4BE7-8730-0F102FB388DD}" dt="2026-06-09T13:35:37.679" v="720" actId="139"/>
          <ac:spMkLst>
            <pc:docMk/>
            <pc:sldMk cId="4007175935" sldId="346"/>
            <ac:spMk id="10" creationId="{E91DA15D-4667-A30C-8387-E694227B397A}"/>
          </ac:spMkLst>
        </pc:spChg>
        <pc:spChg chg="add mod">
          <ac:chgData name="Michael Whitehouse" userId="0ecba9273f6ad366" providerId="LiveId" clId="{F36E82C0-65ED-4BE7-8730-0F102FB388DD}" dt="2026-06-09T14:35:24.154" v="2141" actId="14100"/>
          <ac:spMkLst>
            <pc:docMk/>
            <pc:sldMk cId="4007175935" sldId="346"/>
            <ac:spMk id="11" creationId="{FA91C540-8728-906F-9BE5-676B72E7ED7A}"/>
          </ac:spMkLst>
        </pc:spChg>
        <pc:spChg chg="add mod">
          <ac:chgData name="Michael Whitehouse" userId="0ecba9273f6ad366" providerId="LiveId" clId="{F36E82C0-65ED-4BE7-8730-0F102FB388DD}" dt="2026-06-09T13:35:37.925" v="739" actId="207"/>
          <ac:spMkLst>
            <pc:docMk/>
            <pc:sldMk cId="4007175935" sldId="346"/>
            <ac:spMk id="12" creationId="{1CACB3FE-9A2B-9732-928D-8131CF78B9CC}"/>
          </ac:spMkLst>
        </pc:spChg>
        <pc:spChg chg="add mod">
          <ac:chgData name="Michael Whitehouse" userId="0ecba9273f6ad366" providerId="LiveId" clId="{F36E82C0-65ED-4BE7-8730-0F102FB388DD}" dt="2026-06-09T14:37:13.734" v="2178" actId="27636"/>
          <ac:spMkLst>
            <pc:docMk/>
            <pc:sldMk cId="4007175935" sldId="346"/>
            <ac:spMk id="13" creationId="{B7EADDBA-FE3B-55E9-90D8-D395736EFFFC}"/>
          </ac:spMkLst>
        </pc:spChg>
        <pc:spChg chg="add mod">
          <ac:chgData name="Michael Whitehouse" userId="0ecba9273f6ad366" providerId="LiveId" clId="{F36E82C0-65ED-4BE7-8730-0F102FB388DD}" dt="2026-06-09T14:37:13.740" v="2182" actId="27636"/>
          <ac:spMkLst>
            <pc:docMk/>
            <pc:sldMk cId="4007175935" sldId="346"/>
            <ac:spMk id="14" creationId="{B0C762A5-470C-CFCD-0D1E-DF58998F17DD}"/>
          </ac:spMkLst>
        </pc:spChg>
        <pc:spChg chg="add mod">
          <ac:chgData name="Michael Whitehouse" userId="0ecba9273f6ad366" providerId="LiveId" clId="{F36E82C0-65ED-4BE7-8730-0F102FB388DD}" dt="2026-06-09T14:35:26.852" v="2142" actId="14100"/>
          <ac:spMkLst>
            <pc:docMk/>
            <pc:sldMk cId="4007175935" sldId="346"/>
            <ac:spMk id="15" creationId="{0FA0AFAB-083E-E5F0-7D45-76621CA7D0E0}"/>
          </ac:spMkLst>
        </pc:spChg>
        <pc:spChg chg="add mod">
          <ac:chgData name="Michael Whitehouse" userId="0ecba9273f6ad366" providerId="LiveId" clId="{F36E82C0-65ED-4BE7-8730-0F102FB388DD}" dt="2026-06-09T13:35:38.423" v="779"/>
          <ac:spMkLst>
            <pc:docMk/>
            <pc:sldMk cId="4007175935" sldId="346"/>
            <ac:spMk id="16" creationId="{0946BA4F-0687-849A-7A7B-39150C186AB4}"/>
          </ac:spMkLst>
        </pc:spChg>
        <pc:spChg chg="add mod">
          <ac:chgData name="Michael Whitehouse" userId="0ecba9273f6ad366" providerId="LiveId" clId="{F36E82C0-65ED-4BE7-8730-0F102FB388DD}" dt="2026-06-09T14:37:13.742" v="2184" actId="27636"/>
          <ac:spMkLst>
            <pc:docMk/>
            <pc:sldMk cId="4007175935" sldId="346"/>
            <ac:spMk id="17" creationId="{ECA8A617-BB97-C5D6-3C10-12C56C51775F}"/>
          </ac:spMkLst>
        </pc:spChg>
        <pc:spChg chg="add mod">
          <ac:chgData name="Michael Whitehouse" userId="0ecba9273f6ad366" providerId="LiveId" clId="{F36E82C0-65ED-4BE7-8730-0F102FB388DD}" dt="2026-06-09T14:37:13.742" v="2183" actId="27636"/>
          <ac:spMkLst>
            <pc:docMk/>
            <pc:sldMk cId="4007175935" sldId="346"/>
            <ac:spMk id="18" creationId="{4FF3289E-C8BE-AE09-7A8E-75DC67F754C8}"/>
          </ac:spMkLst>
        </pc:spChg>
        <pc:spChg chg="add mod">
          <ac:chgData name="Michael Whitehouse" userId="0ecba9273f6ad366" providerId="LiveId" clId="{F36E82C0-65ED-4BE7-8730-0F102FB388DD}" dt="2026-06-09T13:35:38.699" v="811" actId="207"/>
          <ac:spMkLst>
            <pc:docMk/>
            <pc:sldMk cId="4007175935" sldId="346"/>
            <ac:spMk id="19" creationId="{8B983374-94D2-48DA-2DF1-7C1593F007D1}"/>
          </ac:spMkLst>
        </pc:spChg>
        <pc:spChg chg="add mod">
          <ac:chgData name="Michael Whitehouse" userId="0ecba9273f6ad366" providerId="LiveId" clId="{F36E82C0-65ED-4BE7-8730-0F102FB388DD}" dt="2026-06-09T13:35:38.717" v="821" actId="207"/>
          <ac:spMkLst>
            <pc:docMk/>
            <pc:sldMk cId="4007175935" sldId="346"/>
            <ac:spMk id="20" creationId="{F2D03ED0-694A-B6E2-8391-0B694A40803F}"/>
          </ac:spMkLst>
        </pc:spChg>
      </pc:sldChg>
      <pc:sldChg chg="addSp delSp modSp add mod">
        <pc:chgData name="Michael Whitehouse" userId="0ecba9273f6ad366" providerId="LiveId" clId="{F36E82C0-65ED-4BE7-8730-0F102FB388DD}" dt="2026-06-09T14:37:16.377" v="2185" actId="14100"/>
        <pc:sldMkLst>
          <pc:docMk/>
          <pc:sldMk cId="2816772161" sldId="347"/>
        </pc:sldMkLst>
        <pc:spChg chg="mod">
          <ac:chgData name="Michael Whitehouse" userId="0ecba9273f6ad366" providerId="LiveId" clId="{F36E82C0-65ED-4BE7-8730-0F102FB388DD}" dt="2026-06-09T13:58:29.402" v="2112" actId="1076"/>
          <ac:spMkLst>
            <pc:docMk/>
            <pc:sldMk cId="2816772161" sldId="347"/>
            <ac:spMk id="2" creationId="{1FA72707-0181-CDF6-B017-BBCB351A7598}"/>
          </ac:spMkLst>
        </pc:spChg>
        <pc:spChg chg="add mod">
          <ac:chgData name="Michael Whitehouse" userId="0ecba9273f6ad366" providerId="LiveId" clId="{F36E82C0-65ED-4BE7-8730-0F102FB388DD}" dt="2026-06-09T13:35:40.041" v="843"/>
          <ac:spMkLst>
            <pc:docMk/>
            <pc:sldMk cId="2816772161" sldId="347"/>
            <ac:spMk id="4" creationId="{50C727C8-6AF7-02C3-A0AA-EB1ECF5B8C2D}"/>
          </ac:spMkLst>
        </pc:spChg>
        <pc:spChg chg="add mod">
          <ac:chgData name="Michael Whitehouse" userId="0ecba9273f6ad366" providerId="LiveId" clId="{F36E82C0-65ED-4BE7-8730-0F102FB388DD}" dt="2026-06-09T13:35:40.167" v="853" actId="207"/>
          <ac:spMkLst>
            <pc:docMk/>
            <pc:sldMk cId="2816772161" sldId="347"/>
            <ac:spMk id="5" creationId="{1FC02061-073E-4BF0-0406-D13D9D6A0093}"/>
          </ac:spMkLst>
        </pc:spChg>
        <pc:spChg chg="add mod">
          <ac:chgData name="Michael Whitehouse" userId="0ecba9273f6ad366" providerId="LiveId" clId="{F36E82C0-65ED-4BE7-8730-0F102FB388DD}" dt="2026-06-09T14:33:21.647" v="2124" actId="404"/>
          <ac:spMkLst>
            <pc:docMk/>
            <pc:sldMk cId="2816772161" sldId="347"/>
            <ac:spMk id="6" creationId="{036AD389-1F05-414E-62F2-471999324C26}"/>
          </ac:spMkLst>
        </pc:spChg>
        <pc:spChg chg="add mod">
          <ac:chgData name="Michael Whitehouse" userId="0ecba9273f6ad366" providerId="LiveId" clId="{F36E82C0-65ED-4BE7-8730-0F102FB388DD}" dt="2026-06-09T14:37:13.688" v="2163" actId="27636"/>
          <ac:spMkLst>
            <pc:docMk/>
            <pc:sldMk cId="2816772161" sldId="347"/>
            <ac:spMk id="7" creationId="{C585FA03-745B-5511-9E6D-F3D55024304A}"/>
          </ac:spMkLst>
        </pc:spChg>
        <pc:spChg chg="add mod">
          <ac:chgData name="Michael Whitehouse" userId="0ecba9273f6ad366" providerId="LiveId" clId="{F36E82C0-65ED-4BE7-8730-0F102FB388DD}" dt="2026-06-09T13:35:40.540" v="885" actId="207"/>
          <ac:spMkLst>
            <pc:docMk/>
            <pc:sldMk cId="2816772161" sldId="347"/>
            <ac:spMk id="8" creationId="{85EEFAF6-32A7-7BAB-F242-0223E66BCC87}"/>
          </ac:spMkLst>
        </pc:spChg>
        <pc:spChg chg="add mod">
          <ac:chgData name="Michael Whitehouse" userId="0ecba9273f6ad366" providerId="LiveId" clId="{F36E82C0-65ED-4BE7-8730-0F102FB388DD}" dt="2026-06-09T13:35:40.654" v="896" actId="139"/>
          <ac:spMkLst>
            <pc:docMk/>
            <pc:sldMk cId="2816772161" sldId="347"/>
            <ac:spMk id="9" creationId="{D360A91E-BED7-0729-8B53-C0110014D9EF}"/>
          </ac:spMkLst>
        </pc:spChg>
        <pc:spChg chg="add mod">
          <ac:chgData name="Michael Whitehouse" userId="0ecba9273f6ad366" providerId="LiveId" clId="{F36E82C0-65ED-4BE7-8730-0F102FB388DD}" dt="2026-06-09T14:37:13.687" v="2162" actId="27636"/>
          <ac:spMkLst>
            <pc:docMk/>
            <pc:sldMk cId="2816772161" sldId="347"/>
            <ac:spMk id="10" creationId="{6B397C23-5836-5F84-9DF8-66C5BB4D5423}"/>
          </ac:spMkLst>
        </pc:spChg>
        <pc:spChg chg="add mod">
          <ac:chgData name="Michael Whitehouse" userId="0ecba9273f6ad366" providerId="LiveId" clId="{F36E82C0-65ED-4BE7-8730-0F102FB388DD}" dt="2026-06-09T14:37:13.686" v="2161" actId="27636"/>
          <ac:spMkLst>
            <pc:docMk/>
            <pc:sldMk cId="2816772161" sldId="347"/>
            <ac:spMk id="11" creationId="{7C7BBF62-89DC-D0B0-0B95-A7F72243D4F3}"/>
          </ac:spMkLst>
        </pc:spChg>
        <pc:spChg chg="add mod">
          <ac:chgData name="Michael Whitehouse" userId="0ecba9273f6ad366" providerId="LiveId" clId="{F36E82C0-65ED-4BE7-8730-0F102FB388DD}" dt="2026-06-09T14:37:13.685" v="2159" actId="27636"/>
          <ac:spMkLst>
            <pc:docMk/>
            <pc:sldMk cId="2816772161" sldId="347"/>
            <ac:spMk id="12" creationId="{7C52B843-303F-0836-FFD4-95B402B90ED6}"/>
          </ac:spMkLst>
        </pc:spChg>
        <pc:spChg chg="add mod">
          <ac:chgData name="Michael Whitehouse" userId="0ecba9273f6ad366" providerId="LiveId" clId="{F36E82C0-65ED-4BE7-8730-0F102FB388DD}" dt="2026-06-09T13:35:41.268" v="950"/>
          <ac:spMkLst>
            <pc:docMk/>
            <pc:sldMk cId="2816772161" sldId="347"/>
            <ac:spMk id="14" creationId="{A8A2893C-C8C6-FCD8-434A-27C73B3FD373}"/>
          </ac:spMkLst>
        </pc:spChg>
        <pc:spChg chg="add mod">
          <ac:chgData name="Michael Whitehouse" userId="0ecba9273f6ad366" providerId="LiveId" clId="{F36E82C0-65ED-4BE7-8730-0F102FB388DD}" dt="2026-06-09T14:37:13.686" v="2160" actId="27636"/>
          <ac:spMkLst>
            <pc:docMk/>
            <pc:sldMk cId="2816772161" sldId="347"/>
            <ac:spMk id="15" creationId="{1D639CEF-6A09-72A4-6EF7-FD73D23CE61E}"/>
          </ac:spMkLst>
        </pc:spChg>
        <pc:spChg chg="add mod">
          <ac:chgData name="Michael Whitehouse" userId="0ecba9273f6ad366" providerId="LiveId" clId="{F36E82C0-65ED-4BE7-8730-0F102FB388DD}" dt="2026-06-09T13:35:41.522" v="972" actId="139"/>
          <ac:spMkLst>
            <pc:docMk/>
            <pc:sldMk cId="2816772161" sldId="347"/>
            <ac:spMk id="16" creationId="{6ACCD7D9-0C37-21C5-2D99-164AC593D95F}"/>
          </ac:spMkLst>
        </pc:spChg>
        <pc:spChg chg="add mod">
          <ac:chgData name="Michael Whitehouse" userId="0ecba9273f6ad366" providerId="LiveId" clId="{F36E82C0-65ED-4BE7-8730-0F102FB388DD}" dt="2026-06-09T14:37:16.377" v="2185" actId="14100"/>
          <ac:spMkLst>
            <pc:docMk/>
            <pc:sldMk cId="2816772161" sldId="347"/>
            <ac:spMk id="17" creationId="{1E3F0FB8-689C-3983-7E2A-D4A638948FFE}"/>
          </ac:spMkLst>
        </pc:spChg>
        <pc:spChg chg="add mod">
          <ac:chgData name="Michael Whitehouse" userId="0ecba9273f6ad366" providerId="LiveId" clId="{F36E82C0-65ED-4BE7-8730-0F102FB388DD}" dt="2026-06-09T13:35:41.665" v="993" actId="207"/>
          <ac:spMkLst>
            <pc:docMk/>
            <pc:sldMk cId="2816772161" sldId="347"/>
            <ac:spMk id="18" creationId="{CA7D276D-5202-D19E-DE69-3730D31EAF29}"/>
          </ac:spMkLst>
        </pc:spChg>
        <pc:spChg chg="add mod">
          <ac:chgData name="Michael Whitehouse" userId="0ecba9273f6ad366" providerId="LiveId" clId="{F36E82C0-65ED-4BE7-8730-0F102FB388DD}" dt="2026-06-09T13:35:41.682" v="1003" actId="207"/>
          <ac:spMkLst>
            <pc:docMk/>
            <pc:sldMk cId="2816772161" sldId="347"/>
            <ac:spMk id="19" creationId="{B63DB641-5854-F262-D130-C486E1AAB79F}"/>
          </ac:spMkLst>
        </pc:spChg>
        <pc:picChg chg="add mod">
          <ac:chgData name="Michael Whitehouse" userId="0ecba9273f6ad366" providerId="LiveId" clId="{F36E82C0-65ED-4BE7-8730-0F102FB388DD}" dt="2026-06-09T14:37:09.053" v="2156" actId="14100"/>
          <ac:picMkLst>
            <pc:docMk/>
            <pc:sldMk cId="2816772161" sldId="347"/>
            <ac:picMk id="3" creationId="{8B4E386F-964A-6BE4-AC23-8D17EF4748AF}"/>
          </ac:picMkLst>
        </pc:picChg>
      </pc:sldChg>
      <pc:sldChg chg="addSp delSp modSp add mod">
        <pc:chgData name="Michael Whitehouse" userId="0ecba9273f6ad366" providerId="LiveId" clId="{F36E82C0-65ED-4BE7-8730-0F102FB388DD}" dt="2026-06-09T14:37:13.711" v="2176" actId="27636"/>
        <pc:sldMkLst>
          <pc:docMk/>
          <pc:sldMk cId="216675116" sldId="348"/>
        </pc:sldMkLst>
        <pc:spChg chg="mod">
          <ac:chgData name="Michael Whitehouse" userId="0ecba9273f6ad366" providerId="LiveId" clId="{F36E82C0-65ED-4BE7-8730-0F102FB388DD}" dt="2026-06-09T13:58:11.545" v="2111" actId="1076"/>
          <ac:spMkLst>
            <pc:docMk/>
            <pc:sldMk cId="216675116" sldId="348"/>
            <ac:spMk id="2" creationId="{6D1FDF08-5D3A-008F-B1FB-9E979DB750FD}"/>
          </ac:spMkLst>
        </pc:spChg>
        <pc:spChg chg="add mod">
          <ac:chgData name="Michael Whitehouse" userId="0ecba9273f6ad366" providerId="LiveId" clId="{F36E82C0-65ED-4BE7-8730-0F102FB388DD}" dt="2026-06-09T14:37:13.704" v="2170" actId="27636"/>
          <ac:spMkLst>
            <pc:docMk/>
            <pc:sldMk cId="216675116" sldId="348"/>
            <ac:spMk id="4" creationId="{710DC1F9-E8A4-C01C-0602-344CC039B091}"/>
          </ac:spMkLst>
        </pc:spChg>
        <pc:spChg chg="add mod">
          <ac:chgData name="Michael Whitehouse" userId="0ecba9273f6ad366" providerId="LiveId" clId="{F36E82C0-65ED-4BE7-8730-0F102FB388DD}" dt="2026-06-09T14:37:13.707" v="2173" actId="27636"/>
          <ac:spMkLst>
            <pc:docMk/>
            <pc:sldMk cId="216675116" sldId="348"/>
            <ac:spMk id="5" creationId="{D46A759D-134E-707D-D57A-C9507ADD85B4}"/>
          </ac:spMkLst>
        </pc:spChg>
        <pc:spChg chg="add mod">
          <ac:chgData name="Michael Whitehouse" userId="0ecba9273f6ad366" providerId="LiveId" clId="{F36E82C0-65ED-4BE7-8730-0F102FB388DD}" dt="2026-06-09T14:37:13.708" v="2174" actId="27636"/>
          <ac:spMkLst>
            <pc:docMk/>
            <pc:sldMk cId="216675116" sldId="348"/>
            <ac:spMk id="6" creationId="{4679A2E7-8BEE-1BE5-127D-7CCFCBD964BC}"/>
          </ac:spMkLst>
        </pc:spChg>
        <pc:spChg chg="add mod">
          <ac:chgData name="Michael Whitehouse" userId="0ecba9273f6ad366" providerId="LiveId" clId="{F36E82C0-65ED-4BE7-8730-0F102FB388DD}" dt="2026-06-09T14:37:13.703" v="2168" actId="27636"/>
          <ac:spMkLst>
            <pc:docMk/>
            <pc:sldMk cId="216675116" sldId="348"/>
            <ac:spMk id="7" creationId="{03817D22-9FCA-539B-6716-BEFCE294DF61}"/>
          </ac:spMkLst>
        </pc:spChg>
        <pc:spChg chg="add mod">
          <ac:chgData name="Michael Whitehouse" userId="0ecba9273f6ad366" providerId="LiveId" clId="{F36E82C0-65ED-4BE7-8730-0F102FB388DD}" dt="2026-06-09T13:35:44.792" v="1074" actId="139"/>
          <ac:spMkLst>
            <pc:docMk/>
            <pc:sldMk cId="216675116" sldId="348"/>
            <ac:spMk id="8" creationId="{0672DA91-B85D-845C-BB62-883A152CAC0A}"/>
          </ac:spMkLst>
        </pc:spChg>
        <pc:spChg chg="add mod">
          <ac:chgData name="Michael Whitehouse" userId="0ecba9273f6ad366" providerId="LiveId" clId="{F36E82C0-65ED-4BE7-8730-0F102FB388DD}" dt="2026-06-09T13:35:44.914" v="1085" actId="139"/>
          <ac:spMkLst>
            <pc:docMk/>
            <pc:sldMk cId="216675116" sldId="348"/>
            <ac:spMk id="9" creationId="{260B7F3C-3C0D-81F8-352D-D8DA197B90A6}"/>
          </ac:spMkLst>
        </pc:spChg>
        <pc:spChg chg="add mod">
          <ac:chgData name="Michael Whitehouse" userId="0ecba9273f6ad366" providerId="LiveId" clId="{F36E82C0-65ED-4BE7-8730-0F102FB388DD}" dt="2026-06-09T13:35:45.039" v="1096" actId="139"/>
          <ac:spMkLst>
            <pc:docMk/>
            <pc:sldMk cId="216675116" sldId="348"/>
            <ac:spMk id="10" creationId="{9414968F-110F-ADCD-C799-CA0D6243636E}"/>
          </ac:spMkLst>
        </pc:spChg>
        <pc:spChg chg="add mod">
          <ac:chgData name="Michael Whitehouse" userId="0ecba9273f6ad366" providerId="LiveId" clId="{F36E82C0-65ED-4BE7-8730-0F102FB388DD}" dt="2026-06-09T14:37:13.699" v="2164" actId="27636"/>
          <ac:spMkLst>
            <pc:docMk/>
            <pc:sldMk cId="216675116" sldId="348"/>
            <ac:spMk id="11" creationId="{6F45180C-34B3-8EEB-36A1-2A483EB62438}"/>
          </ac:spMkLst>
        </pc:spChg>
        <pc:spChg chg="add mod">
          <ac:chgData name="Michael Whitehouse" userId="0ecba9273f6ad366" providerId="LiveId" clId="{F36E82C0-65ED-4BE7-8730-0F102FB388DD}" dt="2026-06-09T13:35:45.288" v="1118" actId="139"/>
          <ac:spMkLst>
            <pc:docMk/>
            <pc:sldMk cId="216675116" sldId="348"/>
            <ac:spMk id="12" creationId="{C42CE089-B3D7-1525-0379-15157BC2120B}"/>
          </ac:spMkLst>
        </pc:spChg>
        <pc:spChg chg="add mod">
          <ac:chgData name="Michael Whitehouse" userId="0ecba9273f6ad366" providerId="LiveId" clId="{F36E82C0-65ED-4BE7-8730-0F102FB388DD}" dt="2026-06-09T13:35:45.413" v="1129" actId="139"/>
          <ac:spMkLst>
            <pc:docMk/>
            <pc:sldMk cId="216675116" sldId="348"/>
            <ac:spMk id="13" creationId="{31357B95-C0AF-595E-572A-24367434CA08}"/>
          </ac:spMkLst>
        </pc:spChg>
        <pc:spChg chg="add mod">
          <ac:chgData name="Michael Whitehouse" userId="0ecba9273f6ad366" providerId="LiveId" clId="{F36E82C0-65ED-4BE7-8730-0F102FB388DD}" dt="2026-06-09T13:35:45.537" v="1140" actId="139"/>
          <ac:spMkLst>
            <pc:docMk/>
            <pc:sldMk cId="216675116" sldId="348"/>
            <ac:spMk id="14" creationId="{6FFC0AF8-73E5-133B-9693-C277AB861402}"/>
          </ac:spMkLst>
        </pc:spChg>
        <pc:spChg chg="add mod">
          <ac:chgData name="Michael Whitehouse" userId="0ecba9273f6ad366" providerId="LiveId" clId="{F36E82C0-65ED-4BE7-8730-0F102FB388DD}" dt="2026-06-09T14:37:13.705" v="2171" actId="27636"/>
          <ac:spMkLst>
            <pc:docMk/>
            <pc:sldMk cId="216675116" sldId="348"/>
            <ac:spMk id="15" creationId="{9491A14A-7E84-20D3-9A78-AE901F6B3CF0}"/>
          </ac:spMkLst>
        </pc:spChg>
        <pc:spChg chg="add mod">
          <ac:chgData name="Michael Whitehouse" userId="0ecba9273f6ad366" providerId="LiveId" clId="{F36E82C0-65ED-4BE7-8730-0F102FB388DD}" dt="2026-06-09T13:35:45.789" v="1162" actId="139"/>
          <ac:spMkLst>
            <pc:docMk/>
            <pc:sldMk cId="216675116" sldId="348"/>
            <ac:spMk id="16" creationId="{A268949C-C0A6-57C2-AD55-D4DDB95F15AF}"/>
          </ac:spMkLst>
        </pc:spChg>
        <pc:spChg chg="add mod">
          <ac:chgData name="Michael Whitehouse" userId="0ecba9273f6ad366" providerId="LiveId" clId="{F36E82C0-65ED-4BE7-8730-0F102FB388DD}" dt="2026-06-09T13:35:45.912" v="1173" actId="139"/>
          <ac:spMkLst>
            <pc:docMk/>
            <pc:sldMk cId="216675116" sldId="348"/>
            <ac:spMk id="17" creationId="{A068D535-753C-654C-88F7-405637B7066E}"/>
          </ac:spMkLst>
        </pc:spChg>
        <pc:spChg chg="add mod">
          <ac:chgData name="Michael Whitehouse" userId="0ecba9273f6ad366" providerId="LiveId" clId="{F36E82C0-65ED-4BE7-8730-0F102FB388DD}" dt="2026-06-09T13:35:46.039" v="1184" actId="139"/>
          <ac:spMkLst>
            <pc:docMk/>
            <pc:sldMk cId="216675116" sldId="348"/>
            <ac:spMk id="18" creationId="{A1A7C10B-A54B-2642-7848-DDB9F8750FDA}"/>
          </ac:spMkLst>
        </pc:spChg>
        <pc:spChg chg="add mod">
          <ac:chgData name="Michael Whitehouse" userId="0ecba9273f6ad366" providerId="LiveId" clId="{F36E82C0-65ED-4BE7-8730-0F102FB388DD}" dt="2026-06-09T14:37:13.700" v="2165" actId="27636"/>
          <ac:spMkLst>
            <pc:docMk/>
            <pc:sldMk cId="216675116" sldId="348"/>
            <ac:spMk id="19" creationId="{C065EF9C-AA73-6117-5934-BC91553BEBCC}"/>
          </ac:spMkLst>
        </pc:spChg>
        <pc:spChg chg="add mod">
          <ac:chgData name="Michael Whitehouse" userId="0ecba9273f6ad366" providerId="LiveId" clId="{F36E82C0-65ED-4BE7-8730-0F102FB388DD}" dt="2026-06-09T13:35:46.286" v="1206" actId="139"/>
          <ac:spMkLst>
            <pc:docMk/>
            <pc:sldMk cId="216675116" sldId="348"/>
            <ac:spMk id="20" creationId="{72B09966-103E-BAA2-C1E1-00C9D4BF93BC}"/>
          </ac:spMkLst>
        </pc:spChg>
        <pc:spChg chg="add mod">
          <ac:chgData name="Michael Whitehouse" userId="0ecba9273f6ad366" providerId="LiveId" clId="{F36E82C0-65ED-4BE7-8730-0F102FB388DD}" dt="2026-06-09T13:35:46.410" v="1217" actId="139"/>
          <ac:spMkLst>
            <pc:docMk/>
            <pc:sldMk cId="216675116" sldId="348"/>
            <ac:spMk id="21" creationId="{D28A32B9-1747-4B92-83B7-07251837FDDB}"/>
          </ac:spMkLst>
        </pc:spChg>
        <pc:spChg chg="add mod">
          <ac:chgData name="Michael Whitehouse" userId="0ecba9273f6ad366" providerId="LiveId" clId="{F36E82C0-65ED-4BE7-8730-0F102FB388DD}" dt="2026-06-09T13:35:46.533" v="1228" actId="139"/>
          <ac:spMkLst>
            <pc:docMk/>
            <pc:sldMk cId="216675116" sldId="348"/>
            <ac:spMk id="22" creationId="{D58EEF31-61B9-033A-890B-598A8CAE5277}"/>
          </ac:spMkLst>
        </pc:spChg>
        <pc:spChg chg="add mod">
          <ac:chgData name="Michael Whitehouse" userId="0ecba9273f6ad366" providerId="LiveId" clId="{F36E82C0-65ED-4BE7-8730-0F102FB388DD}" dt="2026-06-09T14:37:13.704" v="2169" actId="27636"/>
          <ac:spMkLst>
            <pc:docMk/>
            <pc:sldMk cId="216675116" sldId="348"/>
            <ac:spMk id="23" creationId="{DE4EA300-6E0D-D456-B9F8-DEDDBF3F2D92}"/>
          </ac:spMkLst>
        </pc:spChg>
        <pc:spChg chg="add mod">
          <ac:chgData name="Michael Whitehouse" userId="0ecba9273f6ad366" providerId="LiveId" clId="{F36E82C0-65ED-4BE7-8730-0F102FB388DD}" dt="2026-06-09T13:35:46.785" v="1250" actId="139"/>
          <ac:spMkLst>
            <pc:docMk/>
            <pc:sldMk cId="216675116" sldId="348"/>
            <ac:spMk id="24" creationId="{4B767F09-3A72-254E-25ED-74577779EBD7}"/>
          </ac:spMkLst>
        </pc:spChg>
        <pc:spChg chg="add mod">
          <ac:chgData name="Michael Whitehouse" userId="0ecba9273f6ad366" providerId="LiveId" clId="{F36E82C0-65ED-4BE7-8730-0F102FB388DD}" dt="2026-06-09T13:35:46.908" v="1261" actId="139"/>
          <ac:spMkLst>
            <pc:docMk/>
            <pc:sldMk cId="216675116" sldId="348"/>
            <ac:spMk id="25" creationId="{76079277-85BE-B5A6-577A-7865AF63BFC5}"/>
          </ac:spMkLst>
        </pc:spChg>
        <pc:spChg chg="add mod">
          <ac:chgData name="Michael Whitehouse" userId="0ecba9273f6ad366" providerId="LiveId" clId="{F36E82C0-65ED-4BE7-8730-0F102FB388DD}" dt="2026-06-09T13:35:47.032" v="1272" actId="139"/>
          <ac:spMkLst>
            <pc:docMk/>
            <pc:sldMk cId="216675116" sldId="348"/>
            <ac:spMk id="26" creationId="{53F7C90B-3AFC-5CDD-403A-8989F9868E03}"/>
          </ac:spMkLst>
        </pc:spChg>
        <pc:spChg chg="add mod">
          <ac:chgData name="Michael Whitehouse" userId="0ecba9273f6ad366" providerId="LiveId" clId="{F36E82C0-65ED-4BE7-8730-0F102FB388DD}" dt="2026-06-09T14:37:13.702" v="2167" actId="27636"/>
          <ac:spMkLst>
            <pc:docMk/>
            <pc:sldMk cId="216675116" sldId="348"/>
            <ac:spMk id="27" creationId="{F867C4B0-787C-A11B-6B1B-2563B4B4F22F}"/>
          </ac:spMkLst>
        </pc:spChg>
        <pc:spChg chg="add mod">
          <ac:chgData name="Michael Whitehouse" userId="0ecba9273f6ad366" providerId="LiveId" clId="{F36E82C0-65ED-4BE7-8730-0F102FB388DD}" dt="2026-06-09T14:37:13.701" v="2166" actId="27636"/>
          <ac:spMkLst>
            <pc:docMk/>
            <pc:sldMk cId="216675116" sldId="348"/>
            <ac:spMk id="28" creationId="{C430D3C7-8589-B43F-F915-CD071778A76B}"/>
          </ac:spMkLst>
        </pc:spChg>
        <pc:spChg chg="add mod">
          <ac:chgData name="Michael Whitehouse" userId="0ecba9273f6ad366" providerId="LiveId" clId="{F36E82C0-65ED-4BE7-8730-0F102FB388DD}" dt="2026-06-09T14:37:13.708" v="2175" actId="27636"/>
          <ac:spMkLst>
            <pc:docMk/>
            <pc:sldMk cId="216675116" sldId="348"/>
            <ac:spMk id="29" creationId="{D71DA21B-3DFB-2741-2CE3-37339B2EEE5D}"/>
          </ac:spMkLst>
        </pc:spChg>
        <pc:spChg chg="add mod">
          <ac:chgData name="Michael Whitehouse" userId="0ecba9273f6ad366" providerId="LiveId" clId="{F36E82C0-65ED-4BE7-8730-0F102FB388DD}" dt="2026-06-09T14:37:13.706" v="2172" actId="27636"/>
          <ac:spMkLst>
            <pc:docMk/>
            <pc:sldMk cId="216675116" sldId="348"/>
            <ac:spMk id="30" creationId="{AA5BD498-EADB-22EA-7BD9-77BD48878346}"/>
          </ac:spMkLst>
        </pc:spChg>
        <pc:spChg chg="add mod">
          <ac:chgData name="Michael Whitehouse" userId="0ecba9273f6ad366" providerId="LiveId" clId="{F36E82C0-65ED-4BE7-8730-0F102FB388DD}" dt="2026-06-09T14:33:58.847" v="2134" actId="1076"/>
          <ac:spMkLst>
            <pc:docMk/>
            <pc:sldMk cId="216675116" sldId="348"/>
            <ac:spMk id="31" creationId="{CEBE106A-0152-C099-AF7D-A129DB945BE6}"/>
          </ac:spMkLst>
        </pc:spChg>
        <pc:spChg chg="add mod">
          <ac:chgData name="Michael Whitehouse" userId="0ecba9273f6ad366" providerId="LiveId" clId="{F36E82C0-65ED-4BE7-8730-0F102FB388DD}" dt="2026-06-09T14:33:54.597" v="2132" actId="1076"/>
          <ac:spMkLst>
            <pc:docMk/>
            <pc:sldMk cId="216675116" sldId="348"/>
            <ac:spMk id="32" creationId="{B09E56C3-4E0F-6AF0-9C91-7E83CA00FE0B}"/>
          </ac:spMkLst>
        </pc:spChg>
        <pc:spChg chg="add mod">
          <ac:chgData name="Michael Whitehouse" userId="0ecba9273f6ad366" providerId="LiveId" clId="{F36E82C0-65ED-4BE7-8730-0F102FB388DD}" dt="2026-06-09T14:33:54.597" v="2132" actId="1076"/>
          <ac:spMkLst>
            <pc:docMk/>
            <pc:sldMk cId="216675116" sldId="348"/>
            <ac:spMk id="33" creationId="{DBCE8636-C022-78DC-7B12-6C9DE049DAE6}"/>
          </ac:spMkLst>
        </pc:spChg>
        <pc:spChg chg="add mod">
          <ac:chgData name="Michael Whitehouse" userId="0ecba9273f6ad366" providerId="LiveId" clId="{F36E82C0-65ED-4BE7-8730-0F102FB388DD}" dt="2026-06-09T14:33:54.597" v="2132" actId="1076"/>
          <ac:spMkLst>
            <pc:docMk/>
            <pc:sldMk cId="216675116" sldId="348"/>
            <ac:spMk id="34" creationId="{99324530-BB11-549E-5F3F-CAEF42551093}"/>
          </ac:spMkLst>
        </pc:spChg>
        <pc:spChg chg="add mod">
          <ac:chgData name="Michael Whitehouse" userId="0ecba9273f6ad366" providerId="LiveId" clId="{F36E82C0-65ED-4BE7-8730-0F102FB388DD}" dt="2026-06-09T14:33:54.597" v="2132" actId="1076"/>
          <ac:spMkLst>
            <pc:docMk/>
            <pc:sldMk cId="216675116" sldId="348"/>
            <ac:spMk id="35" creationId="{54C9591F-DAF8-B187-47AF-BAD43A19F3BA}"/>
          </ac:spMkLst>
        </pc:spChg>
        <pc:spChg chg="add mod">
          <ac:chgData name="Michael Whitehouse" userId="0ecba9273f6ad366" providerId="LiveId" clId="{F36E82C0-65ED-4BE7-8730-0F102FB388DD}" dt="2026-06-09T14:37:13.711" v="2176" actId="27636"/>
          <ac:spMkLst>
            <pc:docMk/>
            <pc:sldMk cId="216675116" sldId="348"/>
            <ac:spMk id="36" creationId="{9FF53BA1-E4E7-43D6-6F8D-A885A8018814}"/>
          </ac:spMkLst>
        </pc:spChg>
        <pc:spChg chg="add mod">
          <ac:chgData name="Michael Whitehouse" userId="0ecba9273f6ad366" providerId="LiveId" clId="{F36E82C0-65ED-4BE7-8730-0F102FB388DD}" dt="2026-06-09T13:35:48.292" v="1394" actId="207"/>
          <ac:spMkLst>
            <pc:docMk/>
            <pc:sldMk cId="216675116" sldId="348"/>
            <ac:spMk id="37" creationId="{9FE0A993-95CF-A3BA-E60F-74E989B462A7}"/>
          </ac:spMkLst>
        </pc:spChg>
        <pc:spChg chg="add mod">
          <ac:chgData name="Michael Whitehouse" userId="0ecba9273f6ad366" providerId="LiveId" clId="{F36E82C0-65ED-4BE7-8730-0F102FB388DD}" dt="2026-06-09T13:35:48.309" v="1404" actId="207"/>
          <ac:spMkLst>
            <pc:docMk/>
            <pc:sldMk cId="216675116" sldId="348"/>
            <ac:spMk id="38" creationId="{F036F713-50C2-2B51-7403-4C4F42757894}"/>
          </ac:spMkLst>
        </pc:spChg>
      </pc:sldChg>
      <pc:sldChg chg="addSp modSp add mod">
        <pc:chgData name="Michael Whitehouse" userId="0ecba9273f6ad366" providerId="LiveId" clId="{F36E82C0-65ED-4BE7-8730-0F102FB388DD}" dt="2026-06-09T13:35:49.150" v="1471" actId="207"/>
        <pc:sldMkLst>
          <pc:docMk/>
          <pc:sldMk cId="2140883573" sldId="349"/>
        </pc:sldMkLst>
        <pc:spChg chg="mod">
          <ac:chgData name="Michael Whitehouse" userId="0ecba9273f6ad366" providerId="LiveId" clId="{F36E82C0-65ED-4BE7-8730-0F102FB388DD}" dt="2026-06-09T13:35:48.319" v="1408" actId="139"/>
          <ac:spMkLst>
            <pc:docMk/>
            <pc:sldMk cId="2140883573" sldId="349"/>
            <ac:spMk id="2" creationId="{3F57FBB1-0F96-23E7-867E-E0F68F325B88}"/>
          </ac:spMkLst>
        </pc:spChg>
        <pc:spChg chg="add mod">
          <ac:chgData name="Michael Whitehouse" userId="0ecba9273f6ad366" providerId="LiveId" clId="{F36E82C0-65ED-4BE7-8730-0F102FB388DD}" dt="2026-06-09T13:35:48.742" v="1419" actId="139"/>
          <ac:spMkLst>
            <pc:docMk/>
            <pc:sldMk cId="2140883573" sldId="349"/>
            <ac:spMk id="3" creationId="{360F9AAE-B0FB-F319-7308-B7169B9DE1AC}"/>
          </ac:spMkLst>
        </pc:spChg>
        <pc:spChg chg="add mod">
          <ac:chgData name="Michael Whitehouse" userId="0ecba9273f6ad366" providerId="LiveId" clId="{F36E82C0-65ED-4BE7-8730-0F102FB388DD}" dt="2026-06-09T13:35:48.861" v="1429" actId="207"/>
          <ac:spMkLst>
            <pc:docMk/>
            <pc:sldMk cId="2140883573" sldId="349"/>
            <ac:spMk id="4" creationId="{0F33B04E-B9CB-5B6D-7B5C-0DDCD26AC9CA}"/>
          </ac:spMkLst>
        </pc:spChg>
        <pc:spChg chg="add mod">
          <ac:chgData name="Michael Whitehouse" userId="0ecba9273f6ad366" providerId="LiveId" clId="{F36E82C0-65ED-4BE7-8730-0F102FB388DD}" dt="2026-06-09T13:35:48.987" v="1440" actId="208"/>
          <ac:spMkLst>
            <pc:docMk/>
            <pc:sldMk cId="2140883573" sldId="349"/>
            <ac:spMk id="5" creationId="{655189E0-7316-8B39-97A0-00D2623D3F1E}"/>
          </ac:spMkLst>
        </pc:spChg>
        <pc:spChg chg="add mod">
          <ac:chgData name="Michael Whitehouse" userId="0ecba9273f6ad366" providerId="LiveId" clId="{F36E82C0-65ED-4BE7-8730-0F102FB388DD}" dt="2026-06-09T13:35:49.115" v="1451" actId="139"/>
          <ac:spMkLst>
            <pc:docMk/>
            <pc:sldMk cId="2140883573" sldId="349"/>
            <ac:spMk id="6" creationId="{EE5F7A9A-7E5A-70DD-36FD-46F29468383F}"/>
          </ac:spMkLst>
        </pc:spChg>
        <pc:spChg chg="add mod">
          <ac:chgData name="Michael Whitehouse" userId="0ecba9273f6ad366" providerId="LiveId" clId="{F36E82C0-65ED-4BE7-8730-0F102FB388DD}" dt="2026-06-09T13:35:49.131" v="1461" actId="207"/>
          <ac:spMkLst>
            <pc:docMk/>
            <pc:sldMk cId="2140883573" sldId="349"/>
            <ac:spMk id="7" creationId="{33D6A68F-8B30-57DA-E8F6-D34798209F3D}"/>
          </ac:spMkLst>
        </pc:spChg>
        <pc:spChg chg="add mod">
          <ac:chgData name="Michael Whitehouse" userId="0ecba9273f6ad366" providerId="LiveId" clId="{F36E82C0-65ED-4BE7-8730-0F102FB388DD}" dt="2026-06-09T13:35:49.150" v="1471" actId="207"/>
          <ac:spMkLst>
            <pc:docMk/>
            <pc:sldMk cId="2140883573" sldId="349"/>
            <ac:spMk id="8" creationId="{A66000DE-80A2-4A0D-8838-002D69DBEE57}"/>
          </ac:spMkLst>
        </pc:spChg>
      </pc:sldChg>
      <pc:sldChg chg="modSp add mod">
        <pc:chgData name="Michael Whitehouse" userId="0ecba9273f6ad366" providerId="LiveId" clId="{F36E82C0-65ED-4BE7-8730-0F102FB388DD}" dt="2026-06-09T13:35:49.158" v="1475" actId="139"/>
        <pc:sldMkLst>
          <pc:docMk/>
          <pc:sldMk cId="4091111946" sldId="350"/>
        </pc:sldMkLst>
        <pc:spChg chg="mod">
          <ac:chgData name="Michael Whitehouse" userId="0ecba9273f6ad366" providerId="LiveId" clId="{F36E82C0-65ED-4BE7-8730-0F102FB388DD}" dt="2026-06-09T13:35:49.158" v="1475" actId="139"/>
          <ac:spMkLst>
            <pc:docMk/>
            <pc:sldMk cId="4091111946" sldId="350"/>
            <ac:spMk id="2" creationId="{BFF5FFCC-BBB2-DDA1-5F5F-D221F7EBE2AE}"/>
          </ac:spMkLst>
        </pc:spChg>
      </pc:sldChg>
      <pc:sldChg chg="addSp delSp modSp add mod modClrScheme chgLayout">
        <pc:chgData name="Michael Whitehouse" userId="0ecba9273f6ad366" providerId="LiveId" clId="{F36E82C0-65ED-4BE7-8730-0F102FB388DD}" dt="2026-06-09T13:54:01.686" v="2098" actId="27636"/>
        <pc:sldMkLst>
          <pc:docMk/>
          <pc:sldMk cId="4029272967" sldId="351"/>
        </pc:sldMkLst>
        <pc:spChg chg="mod ord">
          <ac:chgData name="Michael Whitehouse" userId="0ecba9273f6ad366" providerId="LiveId" clId="{F36E82C0-65ED-4BE7-8730-0F102FB388DD}" dt="2026-06-09T13:45:28.532" v="2093" actId="700"/>
          <ac:spMkLst>
            <pc:docMk/>
            <pc:sldMk cId="4029272967" sldId="351"/>
            <ac:spMk id="2" creationId="{DE3D4ABF-0689-7ECE-46DF-697F454800B2}"/>
          </ac:spMkLst>
        </pc:spChg>
        <pc:spChg chg="add mod">
          <ac:chgData name="Michael Whitehouse" userId="0ecba9273f6ad366" providerId="LiveId" clId="{F36E82C0-65ED-4BE7-8730-0F102FB388DD}" dt="2026-06-09T13:54:01.659" v="2097" actId="26606"/>
          <ac:spMkLst>
            <pc:docMk/>
            <pc:sldMk cId="4029272967" sldId="351"/>
            <ac:spMk id="3" creationId="{DCD71DB9-1F37-1A12-6FB3-B5BA2D7644FD}"/>
          </ac:spMkLst>
        </pc:spChg>
        <pc:spChg chg="add mod">
          <ac:chgData name="Michael Whitehouse" userId="0ecba9273f6ad366" providerId="LiveId" clId="{F36E82C0-65ED-4BE7-8730-0F102FB388DD}" dt="2026-06-09T13:54:01.659" v="2097" actId="26606"/>
          <ac:spMkLst>
            <pc:docMk/>
            <pc:sldMk cId="4029272967" sldId="351"/>
            <ac:spMk id="4" creationId="{92D87DBF-B5FE-AD11-2F2A-6544D59152B4}"/>
          </ac:spMkLst>
        </pc:spChg>
        <pc:spChg chg="add mod">
          <ac:chgData name="Michael Whitehouse" userId="0ecba9273f6ad366" providerId="LiveId" clId="{F36E82C0-65ED-4BE7-8730-0F102FB388DD}" dt="2026-06-09T13:54:01.659" v="2097" actId="26606"/>
          <ac:spMkLst>
            <pc:docMk/>
            <pc:sldMk cId="4029272967" sldId="351"/>
            <ac:spMk id="5" creationId="{971BCC80-BFE5-376F-C1E3-3042D70CEBB4}"/>
          </ac:spMkLst>
        </pc:spChg>
        <pc:spChg chg="add mod">
          <ac:chgData name="Michael Whitehouse" userId="0ecba9273f6ad366" providerId="LiveId" clId="{F36E82C0-65ED-4BE7-8730-0F102FB388DD}" dt="2026-06-09T13:54:01.686" v="2098" actId="27636"/>
          <ac:spMkLst>
            <pc:docMk/>
            <pc:sldMk cId="4029272967" sldId="351"/>
            <ac:spMk id="6" creationId="{AEFD59E9-FFF8-6576-598D-8EF8117BDAC1}"/>
          </ac:spMkLst>
        </pc:spChg>
        <pc:spChg chg="add mod">
          <ac:chgData name="Michael Whitehouse" userId="0ecba9273f6ad366" providerId="LiveId" clId="{F36E82C0-65ED-4BE7-8730-0F102FB388DD}" dt="2026-06-09T13:35:50.023" v="1536" actId="207"/>
          <ac:spMkLst>
            <pc:docMk/>
            <pc:sldMk cId="4029272967" sldId="351"/>
            <ac:spMk id="7" creationId="{01EC422E-0FE3-ABF3-9109-3C0F6DC9A183}"/>
          </ac:spMkLst>
        </pc:spChg>
        <pc:spChg chg="add mod">
          <ac:chgData name="Michael Whitehouse" userId="0ecba9273f6ad366" providerId="LiveId" clId="{F36E82C0-65ED-4BE7-8730-0F102FB388DD}" dt="2026-06-09T13:35:50.041" v="1546" actId="207"/>
          <ac:spMkLst>
            <pc:docMk/>
            <pc:sldMk cId="4029272967" sldId="351"/>
            <ac:spMk id="8" creationId="{66216217-6BC8-376E-A6DB-BE5F99CAED4A}"/>
          </ac:spMkLst>
        </pc:spChg>
      </pc:sldChg>
      <pc:sldChg chg="addSp modSp add mod">
        <pc:chgData name="Michael Whitehouse" userId="0ecba9273f6ad366" providerId="LiveId" clId="{F36E82C0-65ED-4BE7-8730-0F102FB388DD}" dt="2026-06-09T13:54:01.692" v="2099" actId="27636"/>
        <pc:sldMkLst>
          <pc:docMk/>
          <pc:sldMk cId="1975503849" sldId="352"/>
        </pc:sldMkLst>
        <pc:spChg chg="mod">
          <ac:chgData name="Michael Whitehouse" userId="0ecba9273f6ad366" providerId="LiveId" clId="{F36E82C0-65ED-4BE7-8730-0F102FB388DD}" dt="2026-06-09T13:35:50.050" v="1550" actId="139"/>
          <ac:spMkLst>
            <pc:docMk/>
            <pc:sldMk cId="1975503849" sldId="352"/>
            <ac:spMk id="2" creationId="{B6753BBA-A056-978E-B9B6-51DAF17FA52B}"/>
          </ac:spMkLst>
        </pc:spChg>
        <pc:spChg chg="add mod">
          <ac:chgData name="Michael Whitehouse" userId="0ecba9273f6ad366" providerId="LiveId" clId="{F36E82C0-65ED-4BE7-8730-0F102FB388DD}" dt="2026-06-09T13:54:01.659" v="2097" actId="26606"/>
          <ac:spMkLst>
            <pc:docMk/>
            <pc:sldMk cId="1975503849" sldId="352"/>
            <ac:spMk id="3" creationId="{87E6AB6B-5E08-93EB-E01D-8B78AA21B0EB}"/>
          </ac:spMkLst>
        </pc:spChg>
        <pc:spChg chg="add mod">
          <ac:chgData name="Michael Whitehouse" userId="0ecba9273f6ad366" providerId="LiveId" clId="{F36E82C0-65ED-4BE7-8730-0F102FB388DD}" dt="2026-06-09T13:54:01.659" v="2097" actId="26606"/>
          <ac:spMkLst>
            <pc:docMk/>
            <pc:sldMk cId="1975503849" sldId="352"/>
            <ac:spMk id="4" creationId="{6269DBF4-A25B-3632-463D-8EECEBE3B6F7}"/>
          </ac:spMkLst>
        </pc:spChg>
        <pc:spChg chg="add mod">
          <ac:chgData name="Michael Whitehouse" userId="0ecba9273f6ad366" providerId="LiveId" clId="{F36E82C0-65ED-4BE7-8730-0F102FB388DD}" dt="2026-06-09T13:54:01.659" v="2097" actId="26606"/>
          <ac:spMkLst>
            <pc:docMk/>
            <pc:sldMk cId="1975503849" sldId="352"/>
            <ac:spMk id="5" creationId="{49CB7674-ACEB-1183-B119-8D18D7477693}"/>
          </ac:spMkLst>
        </pc:spChg>
        <pc:spChg chg="add mod">
          <ac:chgData name="Michael Whitehouse" userId="0ecba9273f6ad366" providerId="LiveId" clId="{F36E82C0-65ED-4BE7-8730-0F102FB388DD}" dt="2026-06-09T13:54:01.692" v="2099" actId="27636"/>
          <ac:spMkLst>
            <pc:docMk/>
            <pc:sldMk cId="1975503849" sldId="352"/>
            <ac:spMk id="6" creationId="{81F9B018-BDE2-7A7B-3700-1ACB1BEE4FB5}"/>
          </ac:spMkLst>
        </pc:spChg>
        <pc:spChg chg="add mod">
          <ac:chgData name="Michael Whitehouse" userId="0ecba9273f6ad366" providerId="LiveId" clId="{F36E82C0-65ED-4BE7-8730-0F102FB388DD}" dt="2026-06-09T13:35:50.880" v="1607" actId="207"/>
          <ac:spMkLst>
            <pc:docMk/>
            <pc:sldMk cId="1975503849" sldId="352"/>
            <ac:spMk id="7" creationId="{7340EF64-9178-04B0-4579-D31D178B3A85}"/>
          </ac:spMkLst>
        </pc:spChg>
        <pc:spChg chg="add mod">
          <ac:chgData name="Michael Whitehouse" userId="0ecba9273f6ad366" providerId="LiveId" clId="{F36E82C0-65ED-4BE7-8730-0F102FB388DD}" dt="2026-06-09T13:35:50.897" v="1617" actId="207"/>
          <ac:spMkLst>
            <pc:docMk/>
            <pc:sldMk cId="1975503849" sldId="352"/>
            <ac:spMk id="8" creationId="{C96AF44F-AE71-7B0A-1722-D05F8B442837}"/>
          </ac:spMkLst>
        </pc:spChg>
      </pc:sldChg>
      <pc:sldChg chg="addSp modSp add mod">
        <pc:chgData name="Michael Whitehouse" userId="0ecba9273f6ad366" providerId="LiveId" clId="{F36E82C0-65ED-4BE7-8730-0F102FB388DD}" dt="2026-06-09T13:54:01.696" v="2100" actId="27636"/>
        <pc:sldMkLst>
          <pc:docMk/>
          <pc:sldMk cId="1264126640" sldId="353"/>
        </pc:sldMkLst>
        <pc:spChg chg="mod">
          <ac:chgData name="Michael Whitehouse" userId="0ecba9273f6ad366" providerId="LiveId" clId="{F36E82C0-65ED-4BE7-8730-0F102FB388DD}" dt="2026-06-09T13:35:50.907" v="1621" actId="139"/>
          <ac:spMkLst>
            <pc:docMk/>
            <pc:sldMk cId="1264126640" sldId="353"/>
            <ac:spMk id="2" creationId="{550450DE-22AD-34B7-66BD-4EBB8097D8F0}"/>
          </ac:spMkLst>
        </pc:spChg>
        <pc:spChg chg="add mod">
          <ac:chgData name="Michael Whitehouse" userId="0ecba9273f6ad366" providerId="LiveId" clId="{F36E82C0-65ED-4BE7-8730-0F102FB388DD}" dt="2026-06-09T13:54:01.659" v="2097" actId="26606"/>
          <ac:spMkLst>
            <pc:docMk/>
            <pc:sldMk cId="1264126640" sldId="353"/>
            <ac:spMk id="3" creationId="{9E38B66E-CD6B-E6B1-AE8D-C9E0A1F4DD0A}"/>
          </ac:spMkLst>
        </pc:spChg>
        <pc:spChg chg="add mod">
          <ac:chgData name="Michael Whitehouse" userId="0ecba9273f6ad366" providerId="LiveId" clId="{F36E82C0-65ED-4BE7-8730-0F102FB388DD}" dt="2026-06-09T13:54:01.659" v="2097" actId="26606"/>
          <ac:spMkLst>
            <pc:docMk/>
            <pc:sldMk cId="1264126640" sldId="353"/>
            <ac:spMk id="4" creationId="{1EED53D1-8A1C-9C87-0826-C2EB21A7E4E7}"/>
          </ac:spMkLst>
        </pc:spChg>
        <pc:spChg chg="add mod">
          <ac:chgData name="Michael Whitehouse" userId="0ecba9273f6ad366" providerId="LiveId" clId="{F36E82C0-65ED-4BE7-8730-0F102FB388DD}" dt="2026-06-09T13:54:01.659" v="2097" actId="26606"/>
          <ac:spMkLst>
            <pc:docMk/>
            <pc:sldMk cId="1264126640" sldId="353"/>
            <ac:spMk id="5" creationId="{FFF4D9E1-343D-7BB5-3875-F5DECEBD396B}"/>
          </ac:spMkLst>
        </pc:spChg>
        <pc:spChg chg="add mod">
          <ac:chgData name="Michael Whitehouse" userId="0ecba9273f6ad366" providerId="LiveId" clId="{F36E82C0-65ED-4BE7-8730-0F102FB388DD}" dt="2026-06-09T13:54:01.696" v="2100" actId="27636"/>
          <ac:spMkLst>
            <pc:docMk/>
            <pc:sldMk cId="1264126640" sldId="353"/>
            <ac:spMk id="6" creationId="{33656941-FA58-E7AC-AF2B-369A840F9861}"/>
          </ac:spMkLst>
        </pc:spChg>
        <pc:spChg chg="add mod">
          <ac:chgData name="Michael Whitehouse" userId="0ecba9273f6ad366" providerId="LiveId" clId="{F36E82C0-65ED-4BE7-8730-0F102FB388DD}" dt="2026-06-09T13:35:51.751" v="1678" actId="207"/>
          <ac:spMkLst>
            <pc:docMk/>
            <pc:sldMk cId="1264126640" sldId="353"/>
            <ac:spMk id="7" creationId="{EBCCB7ED-22E0-0033-5E08-0856FEAD572E}"/>
          </ac:spMkLst>
        </pc:spChg>
        <pc:spChg chg="add mod">
          <ac:chgData name="Michael Whitehouse" userId="0ecba9273f6ad366" providerId="LiveId" clId="{F36E82C0-65ED-4BE7-8730-0F102FB388DD}" dt="2026-06-09T13:35:51.769" v="1688" actId="207"/>
          <ac:spMkLst>
            <pc:docMk/>
            <pc:sldMk cId="1264126640" sldId="353"/>
            <ac:spMk id="8" creationId="{D9F33D4E-D5DA-2D64-CB0B-76D726792DC2}"/>
          </ac:spMkLst>
        </pc:spChg>
      </pc:sldChg>
      <pc:sldChg chg="addSp modSp add mod">
        <pc:chgData name="Michael Whitehouse" userId="0ecba9273f6ad366" providerId="LiveId" clId="{F36E82C0-65ED-4BE7-8730-0F102FB388DD}" dt="2026-06-09T14:34:19.023" v="2137" actId="1076"/>
        <pc:sldMkLst>
          <pc:docMk/>
          <pc:sldMk cId="593129171" sldId="354"/>
        </pc:sldMkLst>
        <pc:spChg chg="mod">
          <ac:chgData name="Michael Whitehouse" userId="0ecba9273f6ad366" providerId="LiveId" clId="{F36E82C0-65ED-4BE7-8730-0F102FB388DD}" dt="2026-06-09T13:35:51.779" v="1692" actId="139"/>
          <ac:spMkLst>
            <pc:docMk/>
            <pc:sldMk cId="593129171" sldId="354"/>
            <ac:spMk id="2" creationId="{AF804FDF-F46F-8D24-8EEE-ABA05473DF94}"/>
          </ac:spMkLst>
        </pc:spChg>
        <pc:spChg chg="add mod">
          <ac:chgData name="Michael Whitehouse" userId="0ecba9273f6ad366" providerId="LiveId" clId="{F36E82C0-65ED-4BE7-8730-0F102FB388DD}" dt="2026-06-09T13:35:52.133" v="1703" actId="208"/>
          <ac:spMkLst>
            <pc:docMk/>
            <pc:sldMk cId="593129171" sldId="354"/>
            <ac:spMk id="3" creationId="{C30443FE-DF65-E169-9771-E47E6D80A1E1}"/>
          </ac:spMkLst>
        </pc:spChg>
        <pc:spChg chg="add mod">
          <ac:chgData name="Michael Whitehouse" userId="0ecba9273f6ad366" providerId="LiveId" clId="{F36E82C0-65ED-4BE7-8730-0F102FB388DD}" dt="2026-06-09T14:34:16.132" v="2136" actId="27636"/>
          <ac:spMkLst>
            <pc:docMk/>
            <pc:sldMk cId="593129171" sldId="354"/>
            <ac:spMk id="4" creationId="{3E008D56-9AC2-718C-DA5A-2971D6F09F7F}"/>
          </ac:spMkLst>
        </pc:spChg>
        <pc:spChg chg="add mod">
          <ac:chgData name="Michael Whitehouse" userId="0ecba9273f6ad366" providerId="LiveId" clId="{F36E82C0-65ED-4BE7-8730-0F102FB388DD}" dt="2026-06-09T14:34:19.023" v="2137" actId="1076"/>
          <ac:spMkLst>
            <pc:docMk/>
            <pc:sldMk cId="593129171" sldId="354"/>
            <ac:spMk id="5" creationId="{4A3D9E24-0648-DFBB-51AF-8D6AFF1F8D42}"/>
          </ac:spMkLst>
        </pc:spChg>
        <pc:spChg chg="add mod">
          <ac:chgData name="Michael Whitehouse" userId="0ecba9273f6ad366" providerId="LiveId" clId="{F36E82C0-65ED-4BE7-8730-0F102FB388DD}" dt="2026-06-09T13:35:52.401" v="1735" actId="207"/>
          <ac:spMkLst>
            <pc:docMk/>
            <pc:sldMk cId="593129171" sldId="354"/>
            <ac:spMk id="6" creationId="{BA8C0CB2-F8C5-1980-662F-C9FF42527836}"/>
          </ac:spMkLst>
        </pc:spChg>
        <pc:spChg chg="add mod">
          <ac:chgData name="Michael Whitehouse" userId="0ecba9273f6ad366" providerId="LiveId" clId="{F36E82C0-65ED-4BE7-8730-0F102FB388DD}" dt="2026-06-09T13:35:52.420" v="1745" actId="207"/>
          <ac:spMkLst>
            <pc:docMk/>
            <pc:sldMk cId="593129171" sldId="354"/>
            <ac:spMk id="7" creationId="{43E7C41E-1570-2F09-002D-BCB017B24E07}"/>
          </ac:spMkLst>
        </pc:spChg>
      </pc:sldChg>
      <pc:sldChg chg="addSp modSp add mod">
        <pc:chgData name="Michael Whitehouse" userId="0ecba9273f6ad366" providerId="LiveId" clId="{F36E82C0-65ED-4BE7-8730-0F102FB388DD}" dt="2026-06-09T13:35:56.133" v="1960" actId="207"/>
        <pc:sldMkLst>
          <pc:docMk/>
          <pc:sldMk cId="2425530891" sldId="355"/>
        </pc:sldMkLst>
        <pc:spChg chg="mod">
          <ac:chgData name="Michael Whitehouse" userId="0ecba9273f6ad366" providerId="LiveId" clId="{F36E82C0-65ED-4BE7-8730-0F102FB388DD}" dt="2026-06-09T13:35:52.429" v="1749" actId="139"/>
          <ac:spMkLst>
            <pc:docMk/>
            <pc:sldMk cId="2425530891" sldId="355"/>
            <ac:spMk id="2" creationId="{C274F34E-377C-AD64-A007-BB0BF7B7ECCD}"/>
          </ac:spMkLst>
        </pc:spChg>
        <pc:spChg chg="add mod">
          <ac:chgData name="Michael Whitehouse" userId="0ecba9273f6ad366" providerId="LiveId" clId="{F36E82C0-65ED-4BE7-8730-0F102FB388DD}" dt="2026-06-09T13:35:53.875" v="1760" actId="208"/>
          <ac:spMkLst>
            <pc:docMk/>
            <pc:sldMk cId="2425530891" sldId="355"/>
            <ac:spMk id="3" creationId="{48CF90B2-F76E-69EF-FAB8-91A39D803468}"/>
          </ac:spMkLst>
        </pc:spChg>
        <pc:spChg chg="add mod">
          <ac:chgData name="Michael Whitehouse" userId="0ecba9273f6ad366" providerId="LiveId" clId="{F36E82C0-65ED-4BE7-8730-0F102FB388DD}" dt="2026-06-09T13:35:54.107" v="1780" actId="139"/>
          <ac:spMkLst>
            <pc:docMk/>
            <pc:sldMk cId="2425530891" sldId="355"/>
            <ac:spMk id="5" creationId="{E4935F6C-B0BE-D417-D53C-2B1BE4D5E877}"/>
          </ac:spMkLst>
        </pc:spChg>
        <pc:spChg chg="add mod">
          <ac:chgData name="Michael Whitehouse" userId="0ecba9273f6ad366" providerId="LiveId" clId="{F36E82C0-65ED-4BE7-8730-0F102FB388DD}" dt="2026-06-09T13:35:54.224" v="1789"/>
          <ac:spMkLst>
            <pc:docMk/>
            <pc:sldMk cId="2425530891" sldId="355"/>
            <ac:spMk id="6" creationId="{3E793421-8AFA-BD51-35FF-674F24AEFB00}"/>
          </ac:spMkLst>
        </pc:spChg>
        <pc:spChg chg="add mod">
          <ac:chgData name="Michael Whitehouse" userId="0ecba9273f6ad366" providerId="LiveId" clId="{F36E82C0-65ED-4BE7-8730-0F102FB388DD}" dt="2026-06-09T13:35:54.354" v="1800" actId="208"/>
          <ac:spMkLst>
            <pc:docMk/>
            <pc:sldMk cId="2425530891" sldId="355"/>
            <ac:spMk id="7" creationId="{75BC00AF-C067-752B-C3C2-BA2EE15FC4D3}"/>
          </ac:spMkLst>
        </pc:spChg>
        <pc:spChg chg="add mod">
          <ac:chgData name="Michael Whitehouse" userId="0ecba9273f6ad366" providerId="LiveId" clId="{F36E82C0-65ED-4BE7-8730-0F102FB388DD}" dt="2026-06-09T13:35:54.602" v="1820" actId="139"/>
          <ac:spMkLst>
            <pc:docMk/>
            <pc:sldMk cId="2425530891" sldId="355"/>
            <ac:spMk id="9" creationId="{1663DDDE-BC2A-8ABF-7EA3-15AF76052B63}"/>
          </ac:spMkLst>
        </pc:spChg>
        <pc:spChg chg="add mod">
          <ac:chgData name="Michael Whitehouse" userId="0ecba9273f6ad366" providerId="LiveId" clId="{F36E82C0-65ED-4BE7-8730-0F102FB388DD}" dt="2026-06-09T13:35:54.720" v="1829"/>
          <ac:spMkLst>
            <pc:docMk/>
            <pc:sldMk cId="2425530891" sldId="355"/>
            <ac:spMk id="10" creationId="{B92F092E-B89F-8194-3998-C3DC0E988012}"/>
          </ac:spMkLst>
        </pc:spChg>
        <pc:spChg chg="add mod">
          <ac:chgData name="Michael Whitehouse" userId="0ecba9273f6ad366" providerId="LiveId" clId="{F36E82C0-65ED-4BE7-8730-0F102FB388DD}" dt="2026-06-09T13:35:54.849" v="1840" actId="208"/>
          <ac:spMkLst>
            <pc:docMk/>
            <pc:sldMk cId="2425530891" sldId="355"/>
            <ac:spMk id="11" creationId="{2EEF2772-15A3-047A-64F8-40AC901E5EBC}"/>
          </ac:spMkLst>
        </pc:spChg>
        <pc:spChg chg="add mod">
          <ac:chgData name="Michael Whitehouse" userId="0ecba9273f6ad366" providerId="LiveId" clId="{F36E82C0-65ED-4BE7-8730-0F102FB388DD}" dt="2026-06-09T13:35:55.099" v="1860" actId="139"/>
          <ac:spMkLst>
            <pc:docMk/>
            <pc:sldMk cId="2425530891" sldId="355"/>
            <ac:spMk id="13" creationId="{814E73BC-5944-7AA6-5FBF-E15F12C22F55}"/>
          </ac:spMkLst>
        </pc:spChg>
        <pc:spChg chg="add mod">
          <ac:chgData name="Michael Whitehouse" userId="0ecba9273f6ad366" providerId="LiveId" clId="{F36E82C0-65ED-4BE7-8730-0F102FB388DD}" dt="2026-06-09T13:35:55.218" v="1869"/>
          <ac:spMkLst>
            <pc:docMk/>
            <pc:sldMk cId="2425530891" sldId="355"/>
            <ac:spMk id="14" creationId="{8B9A073E-8052-F75A-070A-58CD3F90B34B}"/>
          </ac:spMkLst>
        </pc:spChg>
        <pc:spChg chg="add mod">
          <ac:chgData name="Michael Whitehouse" userId="0ecba9273f6ad366" providerId="LiveId" clId="{F36E82C0-65ED-4BE7-8730-0F102FB388DD}" dt="2026-06-09T13:35:55.348" v="1880" actId="208"/>
          <ac:spMkLst>
            <pc:docMk/>
            <pc:sldMk cId="2425530891" sldId="355"/>
            <ac:spMk id="15" creationId="{3318352E-5712-CBC5-1EAA-E7C65C4ED408}"/>
          </ac:spMkLst>
        </pc:spChg>
        <pc:spChg chg="add mod">
          <ac:chgData name="Michael Whitehouse" userId="0ecba9273f6ad366" providerId="LiveId" clId="{F36E82C0-65ED-4BE7-8730-0F102FB388DD}" dt="2026-06-09T13:35:55.598" v="1900" actId="139"/>
          <ac:spMkLst>
            <pc:docMk/>
            <pc:sldMk cId="2425530891" sldId="355"/>
            <ac:spMk id="17" creationId="{DD922B6A-811D-4102-A339-C3067EAD32B8}"/>
          </ac:spMkLst>
        </pc:spChg>
        <pc:spChg chg="add mod">
          <ac:chgData name="Michael Whitehouse" userId="0ecba9273f6ad366" providerId="LiveId" clId="{F36E82C0-65ED-4BE7-8730-0F102FB388DD}" dt="2026-06-09T13:35:55.718" v="1909"/>
          <ac:spMkLst>
            <pc:docMk/>
            <pc:sldMk cId="2425530891" sldId="355"/>
            <ac:spMk id="18" creationId="{251C8EAA-3120-EA16-12A8-FD1159FC54F1}"/>
          </ac:spMkLst>
        </pc:spChg>
        <pc:spChg chg="add mod">
          <ac:chgData name="Michael Whitehouse" userId="0ecba9273f6ad366" providerId="LiveId" clId="{F36E82C0-65ED-4BE7-8730-0F102FB388DD}" dt="2026-06-09T13:35:55.846" v="1920" actId="208"/>
          <ac:spMkLst>
            <pc:docMk/>
            <pc:sldMk cId="2425530891" sldId="355"/>
            <ac:spMk id="19" creationId="{B88C06A7-6923-9818-9765-C1F0E6D2AFAC}"/>
          </ac:spMkLst>
        </pc:spChg>
        <pc:spChg chg="add mod">
          <ac:chgData name="Michael Whitehouse" userId="0ecba9273f6ad366" providerId="LiveId" clId="{F36E82C0-65ED-4BE7-8730-0F102FB388DD}" dt="2026-06-09T13:35:56.097" v="1940" actId="139"/>
          <ac:spMkLst>
            <pc:docMk/>
            <pc:sldMk cId="2425530891" sldId="355"/>
            <ac:spMk id="21" creationId="{B898D5D1-E99D-1219-1FF6-374B81BC877D}"/>
          </ac:spMkLst>
        </pc:spChg>
        <pc:spChg chg="add mod">
          <ac:chgData name="Michael Whitehouse" userId="0ecba9273f6ad366" providerId="LiveId" clId="{F36E82C0-65ED-4BE7-8730-0F102FB388DD}" dt="2026-06-09T13:35:56.115" v="1950" actId="207"/>
          <ac:spMkLst>
            <pc:docMk/>
            <pc:sldMk cId="2425530891" sldId="355"/>
            <ac:spMk id="22" creationId="{1F0F9B6D-623F-2F3C-C2C6-118BA5246636}"/>
          </ac:spMkLst>
        </pc:spChg>
        <pc:spChg chg="add mod">
          <ac:chgData name="Michael Whitehouse" userId="0ecba9273f6ad366" providerId="LiveId" clId="{F36E82C0-65ED-4BE7-8730-0F102FB388DD}" dt="2026-06-09T13:35:56.133" v="1960" actId="207"/>
          <ac:spMkLst>
            <pc:docMk/>
            <pc:sldMk cId="2425530891" sldId="355"/>
            <ac:spMk id="23" creationId="{69C97415-36F4-0312-CD43-FF0C1C700034}"/>
          </ac:spMkLst>
        </pc:spChg>
        <pc:picChg chg="add mod">
          <ac:chgData name="Michael Whitehouse" userId="0ecba9273f6ad366" providerId="LiveId" clId="{F36E82C0-65ED-4BE7-8730-0F102FB388DD}" dt="2026-06-09T13:35:53.991" v="1769"/>
          <ac:picMkLst>
            <pc:docMk/>
            <pc:sldMk cId="2425530891" sldId="355"/>
            <ac:picMk id="4" creationId="{E974E70F-2CC8-8901-453D-7CF1ADA99CC4}"/>
          </ac:picMkLst>
        </pc:picChg>
        <pc:picChg chg="add mod">
          <ac:chgData name="Michael Whitehouse" userId="0ecba9273f6ad366" providerId="LiveId" clId="{F36E82C0-65ED-4BE7-8730-0F102FB388DD}" dt="2026-06-09T13:35:54.474" v="1809"/>
          <ac:picMkLst>
            <pc:docMk/>
            <pc:sldMk cId="2425530891" sldId="355"/>
            <ac:picMk id="8" creationId="{819A26C7-46C1-6F3A-2054-545B49884B1F}"/>
          </ac:picMkLst>
        </pc:picChg>
        <pc:picChg chg="add mod">
          <ac:chgData name="Michael Whitehouse" userId="0ecba9273f6ad366" providerId="LiveId" clId="{F36E82C0-65ED-4BE7-8730-0F102FB388DD}" dt="2026-06-09T13:35:54.968" v="1849"/>
          <ac:picMkLst>
            <pc:docMk/>
            <pc:sldMk cId="2425530891" sldId="355"/>
            <ac:picMk id="12" creationId="{4E520209-63B8-B0F7-7189-8B63EB647791}"/>
          </ac:picMkLst>
        </pc:picChg>
        <pc:picChg chg="add mod">
          <ac:chgData name="Michael Whitehouse" userId="0ecba9273f6ad366" providerId="LiveId" clId="{F36E82C0-65ED-4BE7-8730-0F102FB388DD}" dt="2026-06-09T13:35:55.466" v="1889"/>
          <ac:picMkLst>
            <pc:docMk/>
            <pc:sldMk cId="2425530891" sldId="355"/>
            <ac:picMk id="16" creationId="{ED00B6D8-8D32-0B76-9398-7F7D0AF24BA1}"/>
          </ac:picMkLst>
        </pc:picChg>
        <pc:picChg chg="add mod">
          <ac:chgData name="Michael Whitehouse" userId="0ecba9273f6ad366" providerId="LiveId" clId="{F36E82C0-65ED-4BE7-8730-0F102FB388DD}" dt="2026-06-09T13:35:55.966" v="1929"/>
          <ac:picMkLst>
            <pc:docMk/>
            <pc:sldMk cId="2425530891" sldId="355"/>
            <ac:picMk id="20" creationId="{3F9EBDE7-FD06-D3E5-3081-E26DC12277F1}"/>
          </ac:picMkLst>
        </pc:picChg>
      </pc:sldChg>
      <pc:sldChg chg="addSp delSp modSp add mod">
        <pc:chgData name="Michael Whitehouse" userId="0ecba9273f6ad366" providerId="LiveId" clId="{F36E82C0-65ED-4BE7-8730-0F102FB388DD}" dt="2026-06-09T14:34:34.740" v="2140" actId="478"/>
        <pc:sldMkLst>
          <pc:docMk/>
          <pc:sldMk cId="3924567268" sldId="356"/>
        </pc:sldMkLst>
        <pc:spChg chg="add mod">
          <ac:chgData name="Michael Whitehouse" userId="0ecba9273f6ad366" providerId="LiveId" clId="{F36E82C0-65ED-4BE7-8730-0F102FB388DD}" dt="2026-06-09T13:57:44.668" v="2105" actId="1076"/>
          <ac:spMkLst>
            <pc:docMk/>
            <pc:sldMk cId="3924567268" sldId="356"/>
            <ac:spMk id="3" creationId="{807D71C6-2F22-41FE-801C-BFA3498F6B8E}"/>
          </ac:spMkLst>
        </pc:spChg>
        <pc:spChg chg="add mod">
          <ac:chgData name="Michael Whitehouse" userId="0ecba9273f6ad366" providerId="LiveId" clId="{F36E82C0-65ED-4BE7-8730-0F102FB388DD}" dt="2026-06-09T14:34:30.701" v="2138" actId="207"/>
          <ac:spMkLst>
            <pc:docMk/>
            <pc:sldMk cId="3924567268" sldId="356"/>
            <ac:spMk id="6" creationId="{71DE7AEE-2E7E-B27A-B282-EB44B5D28F03}"/>
          </ac:spMkLst>
        </pc:spChg>
        <pc:spChg chg="add mod">
          <ac:chgData name="Michael Whitehouse" userId="0ecba9273f6ad366" providerId="LiveId" clId="{F36E82C0-65ED-4BE7-8730-0F102FB388DD}" dt="2026-06-09T13:56:26.412" v="2101" actId="26606"/>
          <ac:spMkLst>
            <pc:docMk/>
            <pc:sldMk cId="3924567268" sldId="356"/>
            <ac:spMk id="7" creationId="{5064A413-2CD8-D6D6-0C1D-848079A11695}"/>
          </ac:spMkLst>
        </pc:spChg>
        <pc:spChg chg="add mod">
          <ac:chgData name="Michael Whitehouse" userId="0ecba9273f6ad366" providerId="LiveId" clId="{F36E82C0-65ED-4BE7-8730-0F102FB388DD}" dt="2026-06-09T13:35:57.460" v="2028"/>
          <ac:spMkLst>
            <pc:docMk/>
            <pc:sldMk cId="3924567268" sldId="356"/>
            <ac:spMk id="8" creationId="{E1BBE2B3-66EA-844A-D67C-D2F929282BB9}"/>
          </ac:spMkLst>
        </pc:spChg>
        <pc:spChg chg="add mod">
          <ac:chgData name="Michael Whitehouse" userId="0ecba9273f6ad366" providerId="LiveId" clId="{F36E82C0-65ED-4BE7-8730-0F102FB388DD}" dt="2026-06-09T13:56:26.412" v="2101" actId="26606"/>
          <ac:spMkLst>
            <pc:docMk/>
            <pc:sldMk cId="3924567268" sldId="356"/>
            <ac:spMk id="9" creationId="{9673047A-B75F-708D-8583-599B19A9558C}"/>
          </ac:spMkLst>
        </pc:spChg>
        <pc:spChg chg="add mod">
          <ac:chgData name="Michael Whitehouse" userId="0ecba9273f6ad366" providerId="LiveId" clId="{F36E82C0-65ED-4BE7-8730-0F102FB388DD}" dt="2026-06-09T13:35:57.730" v="2058" actId="207"/>
          <ac:spMkLst>
            <pc:docMk/>
            <pc:sldMk cId="3924567268" sldId="356"/>
            <ac:spMk id="11" creationId="{20729614-F44A-F1BC-CA77-3D9A87813C08}"/>
          </ac:spMkLst>
        </pc:spChg>
        <pc:spChg chg="add mod">
          <ac:chgData name="Michael Whitehouse" userId="0ecba9273f6ad366" providerId="LiveId" clId="{F36E82C0-65ED-4BE7-8730-0F102FB388DD}" dt="2026-06-09T13:35:57.749" v="2068" actId="207"/>
          <ac:spMkLst>
            <pc:docMk/>
            <pc:sldMk cId="3924567268" sldId="356"/>
            <ac:spMk id="12" creationId="{FF5C45A1-05AC-D5A2-D36C-58C36B0C3DB5}"/>
          </ac:spMkLst>
        </pc:spChg>
        <pc:picChg chg="add mod">
          <ac:chgData name="Michael Whitehouse" userId="0ecba9273f6ad366" providerId="LiveId" clId="{F36E82C0-65ED-4BE7-8730-0F102FB388DD}" dt="2026-06-09T13:35:57.708" v="2048"/>
          <ac:picMkLst>
            <pc:docMk/>
            <pc:sldMk cId="3924567268" sldId="356"/>
            <ac:picMk id="10" creationId="{A405B0E0-AA8E-412B-67DB-7FF633DBFCFE}"/>
          </ac:picMkLst>
        </pc:picChg>
      </pc:sldChg>
      <pc:sldMasterChg chg="delSp mod">
        <pc:chgData name="Michael Whitehouse" userId="0ecba9273f6ad366" providerId="LiveId" clId="{F36E82C0-65ED-4BE7-8730-0F102FB388DD}" dt="2026-06-09T13:35:25.993" v="1"/>
        <pc:sldMasterMkLst>
          <pc:docMk/>
          <pc:sldMasterMk cId="2097981949" sldId="2147483650"/>
        </pc:sldMasterMkLst>
      </pc:sldMasterChg>
      <pc:sldMasterChg chg="delSp mod">
        <pc:chgData name="Michael Whitehouse" userId="0ecba9273f6ad366" providerId="LiveId" clId="{F36E82C0-65ED-4BE7-8730-0F102FB388DD}" dt="2026-06-09T13:35:25.999" v="3"/>
        <pc:sldMasterMkLst>
          <pc:docMk/>
          <pc:sldMasterMk cId="3647758697" sldId="2147483754"/>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4455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0498607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14460841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1906841055"/>
      </p:ext>
    </p:extLst>
  </p:cSld>
  <p:clrMapOvr>
    <a:masterClrMapping/>
  </p:clrMapOvr>
  <p:transition>
    <p:fade/>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606864566"/>
      </p:ext>
    </p:extLst>
  </p:cSld>
  <p:clrMapOvr>
    <a:masterClrMapping/>
  </p:clrMapOvr>
  <p:transition>
    <p:fade/>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3438273326"/>
      </p:ext>
    </p:extLst>
  </p:cSld>
  <p:clrMapOvr>
    <a:masterClrMapping/>
  </p:clrMapOvr>
  <p:transition>
    <p:fade/>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964469969"/>
      </p:ext>
    </p:extLst>
  </p:cSld>
  <p:clrMapOvr>
    <a:masterClrMapping/>
  </p:clrMapOvr>
  <p:transition>
    <p:fade/>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60567998"/>
      </p:ext>
    </p:extLst>
  </p:cSld>
  <p:clrMapOvr>
    <a:masterClrMapping/>
  </p:clrMapOvr>
  <p:transition>
    <p:fade/>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497343373"/>
      </p:ext>
    </p:extLst>
  </p:cSld>
  <p:clrMapOvr>
    <a:masterClrMapping/>
  </p:clrMapOvr>
  <p:transition>
    <p:fade/>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1057278"/>
      </p:ext>
    </p:extLst>
  </p:cSld>
  <p:clrMapOvr>
    <a:masterClrMapping/>
  </p:clrMapOvr>
  <p:transition>
    <p:fade/>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29375663"/>
      </p:ext>
    </p:extLst>
  </p:cSld>
  <p:clrMapOvr>
    <a:masterClrMapping/>
  </p:clrMapOvr>
  <p:transition>
    <p:fade/>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659906463"/>
      </p:ext>
    </p:extLst>
  </p:cSld>
  <p:clrMapOvr>
    <a:masterClrMapping/>
  </p:clrMapOvr>
  <p:transition>
    <p:fade/>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475486508"/>
      </p:ext>
    </p:extLst>
  </p:cSld>
  <p:clrMapOvr>
    <a:masterClrMapping/>
  </p:clrMapOvr>
  <p:transition>
    <p:fade/>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350203066"/>
      </p:ext>
    </p:extLst>
  </p:cSld>
  <p:clrMapOvr>
    <a:masterClrMapping/>
  </p:clrMapOvr>
  <p:transition>
    <p:fade/>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79921129"/>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781704084"/>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390528923"/>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432548815"/>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74120284"/>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650940231"/>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07316338"/>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483540285"/>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745677688"/>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461309945"/>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237360882"/>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95880078"/>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36663982"/>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156917345"/>
      </p:ext>
    </p:extLst>
  </p:cSld>
  <p:clrMapOvr>
    <a:masterClrMapping/>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1603172503"/>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916747800"/>
      </p:ext>
    </p:extLst>
  </p:cSld>
  <p:clrMapOvr>
    <a:masterClrMapping/>
  </p:clrMapOvr>
  <p:transition>
    <p:fade/>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922920166"/>
      </p:ext>
    </p:extLst>
  </p:cSld>
  <p:clrMapOvr>
    <a:masterClrMapping/>
  </p:clrMapOvr>
  <p:transition>
    <p:fade/>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32935666"/>
      </p:ext>
    </p:extLst>
  </p:cSld>
  <p:clrMapOvr>
    <a:masterClrMapping/>
  </p:clrMapOvr>
  <p:transition>
    <p:fade/>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188070864"/>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97729707"/>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23063190"/>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555872731"/>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713698045"/>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62307213"/>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5771664"/>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974689216"/>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70145050"/>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808216769"/>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69984607"/>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003044"/>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pic>
        <p:nvPicPr>
          <p:cNvPr id="3" name="Picture 2" descr="A picture containing drawing&#10;&#10;Description automatically generated">
            <a:extLst>
              <a:ext uri="{FF2B5EF4-FFF2-40B4-BE49-F238E27FC236}">
                <a16:creationId xmlns:a16="http://schemas.microsoft.com/office/drawing/2014/main" id="{61A92AD1-6689-41DB-9434-AC98B39D968F}"/>
              </a:ext>
            </a:extLst>
          </p:cNvPr>
          <p:cNvPicPr>
            <a:picLocks noChangeAspect="1"/>
          </p:cNvPicPr>
          <p:nvPr/>
        </p:nvPicPr>
        <p:blipFill>
          <a:blip r:embed="rId2"/>
          <a:stretch>
            <a:fillRect/>
          </a:stretch>
        </p:blipFill>
        <p:spPr>
          <a:xfrm>
            <a:off x="102665" y="119770"/>
            <a:ext cx="1976435" cy="653814"/>
          </a:xfrm>
          <a:prstGeom prst="rect">
            <a:avLst/>
          </a:prstGeom>
        </p:spPr>
      </p:pic>
    </p:spTree>
    <p:extLst>
      <p:ext uri="{BB962C8B-B14F-4D97-AF65-F5344CB8AC3E}">
        <p14:creationId xmlns:p14="http://schemas.microsoft.com/office/powerpoint/2010/main" val="849036208"/>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
        <p:nvSpPr>
          <p:cNvPr id="3" name="Footer Placeholder 1">
            <a:extLst>
              <a:ext uri="{FF2B5EF4-FFF2-40B4-BE49-F238E27FC236}">
                <a16:creationId xmlns:a16="http://schemas.microsoft.com/office/drawing/2014/main" id="{1DFB148E-6FF9-4D4C-B7D0-28ACD9A6EB3A}"/>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2364697583"/>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1575074278"/>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5016345"/>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2314257721"/>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6572539"/>
      </p:ext>
    </p:extLst>
  </p:cSld>
  <p:clrMapOvr>
    <a:masterClrMapping/>
  </p:clrMapOvr>
  <p:transition>
    <p:fade/>
  </p:transition>
  <p:hf sldNum="0" hdr="0" ftr="0" dt="0"/>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1_Title Slide">
    <p:bg>
      <p:bgPr>
        <a:solidFill>
          <a:srgbClr val="E8E6DF"/>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p:nvPicPr>
        <p:blipFill>
          <a:blip r:embed="rId2"/>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427435" y="2680113"/>
            <a:ext cx="4265216" cy="814967"/>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3567113" y="4834890"/>
            <a:ext cx="1234440" cy="115416"/>
          </a:xfrm>
          <a:prstGeom prst="rect">
            <a:avLst/>
          </a:prstGeom>
          <a:noFill/>
        </p:spPr>
        <p:txBody>
          <a:bodyPr wrap="square" lIns="0" tIns="0" rIns="0" bIns="0">
            <a:spAutoFit/>
          </a:bodyPr>
          <a:lstStyle>
            <a:lvl1pPr marL="0" indent="0">
              <a:spcBef>
                <a:spcPts val="0"/>
              </a:spcBef>
              <a:buNone/>
              <a:defRPr sz="735"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9501464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Section slide">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427435" y="2592639"/>
            <a:ext cx="4758929" cy="407484"/>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809257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439793" y="1363633"/>
            <a:ext cx="3775021" cy="433645"/>
          </a:xfrm>
          <a:prstGeom prst="rect">
            <a:avLst/>
          </a:prstGeom>
        </p:spPr>
        <p:txBody>
          <a:bodyPr wrap="square">
            <a:spAutoFit/>
          </a:bodyPr>
          <a:lstStyle>
            <a:lvl1pPr marL="158773" indent="-158773">
              <a:lnSpc>
                <a:spcPct val="100000"/>
              </a:lnSpc>
              <a:spcBef>
                <a:spcPts val="0"/>
              </a:spcBef>
              <a:spcAft>
                <a:spcPts val="882"/>
              </a:spcAft>
              <a:buFont typeface="Arial" panose="020B0604020202020204" pitchFamily="34" charset="0"/>
              <a:buChar char="•"/>
              <a:defRPr sz="1618">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149147445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p:nvCxnSpPr>
        <p:spPr>
          <a:xfrm>
            <a:off x="438912" y="966788"/>
            <a:ext cx="2386584"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439793"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5168505"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Tree>
    <p:extLst>
      <p:ext uri="{BB962C8B-B14F-4D97-AF65-F5344CB8AC3E}">
        <p14:creationId xmlns:p14="http://schemas.microsoft.com/office/powerpoint/2010/main" val="214642525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p:nvSpPr>
        <p:spPr bwMode="auto">
          <a:xfrm>
            <a:off x="1" y="0"/>
            <a:ext cx="5277050" cy="51435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4311779"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5665943"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7926546"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6796244"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5665943"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7926546"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6796244"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6123925" y="342900"/>
            <a:ext cx="2136776" cy="2155659"/>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471"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60169649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393812" y="1836047"/>
            <a:ext cx="7822693" cy="761747"/>
          </a:xfrm>
        </p:spPr>
        <p:txBody>
          <a:bodyPr anchor="b" anchorCtr="0"/>
          <a:lstStyle>
            <a:lvl1pPr>
              <a:defRPr sz="4854" spc="-74"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439792" y="3208736"/>
            <a:ext cx="3534515"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4684807" y="3208736"/>
            <a:ext cx="2824466"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20926666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60106"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8260106"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60965961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438150" y="1040074"/>
            <a:ext cx="8258701"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89205718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438150" y="1195616"/>
            <a:ext cx="4023168"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439793" y="1564324"/>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5700412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439792" y="1193292"/>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4690248" y="1193292"/>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1965302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438150"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439792" y="1564324"/>
            <a:ext cx="3913133"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4683165"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4690248" y="1564324"/>
            <a:ext cx="389033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68208109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43979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3272146"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609764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7445134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33729367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4743430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7" y="1531616"/>
            <a:ext cx="913178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96833209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5" y="1531616"/>
            <a:ext cx="9141714"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326816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609817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p:nvSpPr>
        <p:spPr bwMode="auto">
          <a:xfrm>
            <a:off x="138240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p:nvSpPr>
        <p:spPr bwMode="auto">
          <a:xfrm>
            <a:off x="4203401"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p:nvSpPr>
        <p:spPr bwMode="auto">
          <a:xfrm>
            <a:off x="702439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45296676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83704"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1185863"/>
            <a:ext cx="5651897" cy="332304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438151" y="1195617"/>
            <a:ext cx="238060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439793" y="1564324"/>
            <a:ext cx="2379608"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28899524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948293964"/>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9144000" cy="344805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2524095631"/>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1639666787"/>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p:nvSpPr>
        <p:spPr bwMode="auto">
          <a:xfrm>
            <a:off x="0" y="0"/>
            <a:ext cx="9144000" cy="3429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9144000" cy="3429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920802879"/>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2"/>
            <a:ext cx="3533017"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438151" y="1195617"/>
            <a:ext cx="353599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439793" y="1564324"/>
            <a:ext cx="3534514"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4572000" y="0"/>
            <a:ext cx="4572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144486219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5436267" cy="369332"/>
          </a:xfrm>
        </p:spPr>
        <p:txBody>
          <a:bodyPr/>
          <a:lstStyle>
            <a:lvl1pPr>
              <a:defRPr sz="2353"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6096000" y="0"/>
            <a:ext cx="3048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199277382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4024314"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4023322"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4021634"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681538" y="1193483"/>
            <a:ext cx="4018360"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682529" y="3431329"/>
            <a:ext cx="40173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689326" y="3732332"/>
            <a:ext cx="4018199"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198078653"/>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2609303"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26517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281095" y="3431329"/>
            <a:ext cx="260766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287891" y="3732332"/>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6096000" y="1193482"/>
            <a:ext cx="2614569" cy="2013120"/>
          </a:xfrm>
          <a:prstGeom prst="rect">
            <a:avLst/>
          </a:prstGeom>
          <a:solidFill>
            <a:srgbClr val="F4F4F7"/>
          </a:solidFill>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6100221" y="3428935"/>
            <a:ext cx="261402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6096000" y="3730338"/>
            <a:ext cx="2614569"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Tree>
    <p:extLst>
      <p:ext uri="{BB962C8B-B14F-4D97-AF65-F5344CB8AC3E}">
        <p14:creationId xmlns:p14="http://schemas.microsoft.com/office/powerpoint/2010/main" val="262008279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4381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438151" y="3431328"/>
            <a:ext cx="1901774"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439794"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25717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2559845"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2566642"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468630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4680348"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4676128"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68008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6807196"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6811657"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Tree>
    <p:extLst>
      <p:ext uri="{BB962C8B-B14F-4D97-AF65-F5344CB8AC3E}">
        <p14:creationId xmlns:p14="http://schemas.microsoft.com/office/powerpoint/2010/main" val="354449071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17876565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87780327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a:extLst>
                <a:ext uri="{96DAC541-7B7A-43D3-8B79-37D633B846F1}">
                  <asvg:svgBlip xmlns:asvg="http://schemas.microsoft.com/office/drawing/2016/SVG/main" r:embed="rId2"/>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89371453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260BCEF-BA8C-42B9-D1E6-EED60C93E5F0}"/>
              </a:ext>
            </a:extLst>
          </p:cNvPr>
          <p:cNvGrpSpPr/>
          <p:nvPr/>
        </p:nvGrpSpPr>
        <p:grpSpPr>
          <a:xfrm>
            <a:off x="1922684" y="1189435"/>
            <a:ext cx="832950" cy="83295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423752474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p:nvGrpSpPr>
        <p:grpSpPr>
          <a:xfrm>
            <a:off x="1922684" y="1189435"/>
            <a:ext cx="832950" cy="83295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11851065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p:nvGrpSpPr>
        <p:grpSpPr>
          <a:xfrm>
            <a:off x="7584261" y="670323"/>
            <a:ext cx="832950" cy="83295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121605167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p:nvGrpSpPr>
        <p:grpSpPr>
          <a:xfrm>
            <a:off x="7580954" y="670323"/>
            <a:ext cx="832950" cy="83295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259959870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969175"/>
            <a:ext cx="5651897" cy="245982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048000" y="3622732"/>
            <a:ext cx="5651897"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054797" y="3923735"/>
            <a:ext cx="5645100"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p:nvSpPr>
        <p:spPr bwMode="auto">
          <a:xfrm>
            <a:off x="-1" y="969174"/>
            <a:ext cx="2340770" cy="417432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441197" y="1657576"/>
            <a:ext cx="1584940"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66123869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p:nvSpPr>
        <p:spPr bwMode="auto">
          <a:xfrm>
            <a:off x="1416" y="0"/>
            <a:ext cx="5168674" cy="51435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p:nvSpPr>
        <p:spPr bwMode="auto">
          <a:xfrm rot="16200000" flipH="1">
            <a:off x="5969001" y="1011299"/>
            <a:ext cx="2844802" cy="3530599"/>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01724" tIns="0" rIns="201724" bIns="67241" numCol="1" spcCol="0" rtlCol="0" fromWordArt="0" anchor="ctr"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594165" y="1319374"/>
            <a:ext cx="3553407" cy="290301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5793582" y="1531144"/>
            <a:ext cx="3350419" cy="2483643"/>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441198" y="438913"/>
            <a:ext cx="423915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438150" y="1195617"/>
            <a:ext cx="4240930"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439793" y="1564324"/>
            <a:ext cx="4239151"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178627086"/>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40376919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4035852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2748345555"/>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328967"/>
            <a:ext cx="658408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697674"/>
            <a:ext cx="6581324"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5059232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234889580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441197" y="969559"/>
            <a:ext cx="7556231" cy="3562478"/>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387871199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Tree>
    <p:extLst>
      <p:ext uri="{BB962C8B-B14F-4D97-AF65-F5344CB8AC3E}">
        <p14:creationId xmlns:p14="http://schemas.microsoft.com/office/powerpoint/2010/main" val="254080634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Tree>
    <p:extLst>
      <p:ext uri="{BB962C8B-B14F-4D97-AF65-F5344CB8AC3E}">
        <p14:creationId xmlns:p14="http://schemas.microsoft.com/office/powerpoint/2010/main" val="16519368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41813605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2769590206"/>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1" y="0"/>
            <a:ext cx="3368999" cy="86267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2353" b="0" i="0" u="none" strike="noStrike" cap="none" normalizeH="0" dirty="0">
                <a:ln>
                  <a:noFill/>
                </a:ln>
                <a:solidFill>
                  <a:srgbClr val="FFFFFF"/>
                </a:solidFill>
                <a:effectLst/>
                <a:uLnTx/>
                <a:uFillTx/>
                <a:latin typeface="+mj-lt"/>
              </a:defRPr>
            </a:lvl1pPr>
          </a:lstStyle>
          <a:p>
            <a:pPr marL="168112" lvl="0" indent="-168112"/>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p:nvSpPr>
        <p:spPr>
          <a:xfrm>
            <a:off x="221457" y="577850"/>
            <a:ext cx="8703468" cy="4128691"/>
          </a:xfrm>
          <a:prstGeom prst="rect">
            <a:avLst/>
          </a:prstGeom>
          <a:solidFill>
            <a:srgbClr val="FFFFFF"/>
          </a:solidFill>
        </p:spPr>
        <p:txBody>
          <a:bodyPr vert="horz" lIns="201724" tIns="134483" rIns="134483" bIns="134483"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672253" rtl="0" eaLnBrk="1" fontAlgn="auto" latinLnBrk="0" hangingPunct="1">
              <a:lnSpc>
                <a:spcPct val="150000"/>
              </a:lnSpc>
              <a:spcBef>
                <a:spcPts val="0"/>
              </a:spcBef>
              <a:spcAft>
                <a:spcPts val="441"/>
              </a:spcAft>
              <a:buClr>
                <a:srgbClr val="E9E9E9"/>
              </a:buClr>
              <a:buSzPct val="120000"/>
              <a:buFontTx/>
              <a:buNone/>
              <a:tabLst/>
              <a:defRPr/>
            </a:pPr>
            <a:endParaRPr kumimoji="0" lang="en-US" sz="103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434580" y="812800"/>
            <a:ext cx="8265319"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41855070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3904488" y="0"/>
            <a:ext cx="5239512" cy="51435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441198" y="438912"/>
            <a:ext cx="3032071"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439793" y="1195617"/>
            <a:ext cx="3032071" cy="986617"/>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4350543" y="436960"/>
            <a:ext cx="4349354"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20650850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439792" y="1561283"/>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439792" y="2690344"/>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439792" y="3058334"/>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39524780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475865"/>
      </p:ext>
    </p:extLst>
  </p:cSld>
  <p:clrMapOvr>
    <a:masterClrMapping/>
  </p:clrMapOvr>
  <p:transition>
    <p:fade/>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_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p:nvCxnSpPr>
        <p:spPr>
          <a:xfrm>
            <a:off x="1042273" y="3344212"/>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042095" y="3443579"/>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441196" y="438913"/>
            <a:ext cx="8258702"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29665969"/>
      </p:ext>
    </p:extLst>
  </p:cSld>
  <p:clrMapOvr>
    <a:masterClrMapping/>
  </p:clrMapOvr>
  <p:transition>
    <p:fade/>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1_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042095" y="1092672"/>
            <a:ext cx="7657803" cy="48421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p:nvCxnSpPr>
        <p:spPr>
          <a:xfrm>
            <a:off x="1042273" y="165448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5" y="1732070"/>
            <a:ext cx="7657803" cy="486675"/>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p:nvCxnSpPr>
        <p:spPr>
          <a:xfrm>
            <a:off x="1042273" y="2296334"/>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5" y="237392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p:nvCxnSpPr>
        <p:spPr>
          <a:xfrm>
            <a:off x="1042273" y="2938189"/>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5" y="3015778"/>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042273" y="3580043"/>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5" y="365763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024233793"/>
      </p:ext>
    </p:extLst>
  </p:cSld>
  <p:clrMapOvr>
    <a:masterClrMapping/>
  </p:clrMapOvr>
  <p:transition>
    <p:fade/>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594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384489222"/>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620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438913" y="1560171"/>
            <a:ext cx="2521457" cy="415499"/>
          </a:xfrm>
          <a:noFill/>
        </p:spPr>
        <p:txBody>
          <a:bodyPr wrap="square" lIns="0" tIns="0" rIns="0" bIns="0">
            <a:spAutoFit/>
          </a:bodyPr>
          <a:lstStyle>
            <a:lvl1pPr marL="0" indent="0" algn="l" defTabSz="336225" rtl="0" eaLnBrk="1" latinLnBrk="0" hangingPunct="1">
              <a:lnSpc>
                <a:spcPct val="100000"/>
              </a:lnSpc>
              <a:spcBef>
                <a:spcPct val="0"/>
              </a:spcBef>
              <a:spcAft>
                <a:spcPts val="0"/>
              </a:spcAft>
              <a:buFont typeface="Arial" panose="020B0604020202020204" pitchFamily="34" charset="0"/>
              <a:buNone/>
              <a:defRPr lang="en-US" sz="2647" b="0" kern="1200" cap="none" spc="-37"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3364230" y="1707357"/>
            <a:ext cx="5335667" cy="411010"/>
          </a:xfrm>
        </p:spPr>
        <p:txBody>
          <a:bodyPr/>
          <a:lstStyle>
            <a:lvl1pPr marL="0" indent="0" algn="l" defTabSz="336225" rtl="0" eaLnBrk="1" latinLnBrk="0" hangingPunct="1">
              <a:lnSpc>
                <a:spcPct val="100000"/>
              </a:lnSpc>
              <a:spcBef>
                <a:spcPct val="0"/>
              </a:spcBef>
              <a:buNone/>
              <a:defRPr lang="en-US" sz="1471" b="0" kern="1200" cap="none" spc="-37" baseline="0" dirty="0" smtClean="0">
                <a:ln w="3175">
                  <a:noFill/>
                </a:ln>
                <a:solidFill>
                  <a:schemeClr val="tx1"/>
                </a:solidFill>
                <a:effectLst/>
                <a:latin typeface="+mn-lt"/>
                <a:ea typeface="+mn-ea"/>
                <a:cs typeface="Segoe UI" panose="020B0502040204020203" pitchFamily="34" charset="0"/>
              </a:defRPr>
            </a:lvl1pPr>
            <a:lvl2pPr marL="114316" indent="0">
              <a:buNone/>
              <a:defRPr lang="en-US" sz="1471" b="0" kern="1200" cap="none" spc="-37" baseline="0" dirty="0" smtClean="0">
                <a:ln w="3175">
                  <a:noFill/>
                </a:ln>
                <a:solidFill>
                  <a:schemeClr val="bg1"/>
                </a:solidFill>
                <a:effectLst/>
                <a:latin typeface="+mn-lt"/>
                <a:ea typeface="+mn-ea"/>
                <a:cs typeface="Segoe UI" panose="020B0502040204020203" pitchFamily="34" charset="0"/>
              </a:defRPr>
            </a:lvl2pPr>
            <a:lvl3pPr marL="195010" indent="0">
              <a:buNone/>
              <a:defRPr/>
            </a:lvl3pPr>
            <a:lvl4pPr marL="486826" indent="0">
              <a:buNone/>
              <a:defRPr/>
            </a:lvl4pPr>
            <a:lvl5pPr marL="629255" indent="0">
              <a:buNone/>
              <a:defRPr/>
            </a:lvl5pPr>
          </a:lstStyle>
          <a:p>
            <a:pPr lvl="0"/>
            <a:r>
              <a:rPr lang="en-US"/>
              <a:t>Click to edit Master text styles</a:t>
            </a:r>
          </a:p>
        </p:txBody>
      </p:sp>
    </p:spTree>
    <p:extLst>
      <p:ext uri="{BB962C8B-B14F-4D97-AF65-F5344CB8AC3E}">
        <p14:creationId xmlns:p14="http://schemas.microsoft.com/office/powerpoint/2010/main" val="369243781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592">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712165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10970579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2369382715"/>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userDrawn="1"/>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327068117"/>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userDrawn="1"/>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3454039395"/>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21451726"/>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09551432"/>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590565180"/>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955172250"/>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945016459"/>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138005513"/>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80083437"/>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476091691"/>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9254057"/>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760065624"/>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800138418"/>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44825645"/>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Tree>
    <p:extLst>
      <p:ext uri="{BB962C8B-B14F-4D97-AF65-F5344CB8AC3E}">
        <p14:creationId xmlns:p14="http://schemas.microsoft.com/office/powerpoint/2010/main" val="3094449851"/>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303840368"/>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2419578574"/>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666474048"/>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295861556"/>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631249734"/>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7861641"/>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89836344"/>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606604950"/>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812999956"/>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2904329445"/>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Tree>
    <p:extLst>
      <p:ext uri="{BB962C8B-B14F-4D97-AF65-F5344CB8AC3E}">
        <p14:creationId xmlns:p14="http://schemas.microsoft.com/office/powerpoint/2010/main" val="379802917"/>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419110245"/>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80162608"/>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371848542"/>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4196673070"/>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651985295"/>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530322072"/>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263540284"/>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176324651"/>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3807474621"/>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836670494"/>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5138570"/>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49684"/>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Tree>
    <p:extLst>
      <p:ext uri="{BB962C8B-B14F-4D97-AF65-F5344CB8AC3E}">
        <p14:creationId xmlns:p14="http://schemas.microsoft.com/office/powerpoint/2010/main" val="2587051011"/>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820640639"/>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3559798"/>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513508712"/>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userDrawn="1"/>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596730"/>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x" preserve="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2962457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1619456860"/>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8832502"/>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15.xml"/><Relationship Id="rId18" Type="http://schemas.openxmlformats.org/officeDocument/2006/relationships/slideLayout" Target="../slideLayouts/slideLayout120.xml"/><Relationship Id="rId26" Type="http://schemas.openxmlformats.org/officeDocument/2006/relationships/slideLayout" Target="../slideLayouts/slideLayout128.xml"/><Relationship Id="rId39" Type="http://schemas.openxmlformats.org/officeDocument/2006/relationships/slideLayout" Target="../slideLayouts/slideLayout141.xml"/><Relationship Id="rId21" Type="http://schemas.openxmlformats.org/officeDocument/2006/relationships/slideLayout" Target="../slideLayouts/slideLayout123.xml"/><Relationship Id="rId34" Type="http://schemas.openxmlformats.org/officeDocument/2006/relationships/slideLayout" Target="../slideLayouts/slideLayout136.xml"/><Relationship Id="rId42" Type="http://schemas.openxmlformats.org/officeDocument/2006/relationships/slideLayout" Target="../slideLayouts/slideLayout144.xml"/><Relationship Id="rId47" Type="http://schemas.openxmlformats.org/officeDocument/2006/relationships/slideLayout" Target="../slideLayouts/slideLayout149.xml"/><Relationship Id="rId50" Type="http://schemas.openxmlformats.org/officeDocument/2006/relationships/theme" Target="../theme/theme2.xml"/><Relationship Id="rId7" Type="http://schemas.openxmlformats.org/officeDocument/2006/relationships/slideLayout" Target="../slideLayouts/slideLayout109.xml"/><Relationship Id="rId2" Type="http://schemas.openxmlformats.org/officeDocument/2006/relationships/slideLayout" Target="../slideLayouts/slideLayout104.xml"/><Relationship Id="rId16" Type="http://schemas.openxmlformats.org/officeDocument/2006/relationships/slideLayout" Target="../slideLayouts/slideLayout118.xml"/><Relationship Id="rId29" Type="http://schemas.openxmlformats.org/officeDocument/2006/relationships/slideLayout" Target="../slideLayouts/slideLayout131.xml"/><Relationship Id="rId11" Type="http://schemas.openxmlformats.org/officeDocument/2006/relationships/slideLayout" Target="../slideLayouts/slideLayout113.xml"/><Relationship Id="rId24" Type="http://schemas.openxmlformats.org/officeDocument/2006/relationships/slideLayout" Target="../slideLayouts/slideLayout126.xml"/><Relationship Id="rId32" Type="http://schemas.openxmlformats.org/officeDocument/2006/relationships/slideLayout" Target="../slideLayouts/slideLayout134.xml"/><Relationship Id="rId37" Type="http://schemas.openxmlformats.org/officeDocument/2006/relationships/slideLayout" Target="../slideLayouts/slideLayout139.xml"/><Relationship Id="rId40" Type="http://schemas.openxmlformats.org/officeDocument/2006/relationships/slideLayout" Target="../slideLayouts/slideLayout142.xml"/><Relationship Id="rId45" Type="http://schemas.openxmlformats.org/officeDocument/2006/relationships/slideLayout" Target="../slideLayouts/slideLayout147.xml"/><Relationship Id="rId5" Type="http://schemas.openxmlformats.org/officeDocument/2006/relationships/slideLayout" Target="../slideLayouts/slideLayout107.xml"/><Relationship Id="rId15" Type="http://schemas.openxmlformats.org/officeDocument/2006/relationships/slideLayout" Target="../slideLayouts/slideLayout117.xml"/><Relationship Id="rId23" Type="http://schemas.openxmlformats.org/officeDocument/2006/relationships/slideLayout" Target="../slideLayouts/slideLayout125.xml"/><Relationship Id="rId28" Type="http://schemas.openxmlformats.org/officeDocument/2006/relationships/slideLayout" Target="../slideLayouts/slideLayout130.xml"/><Relationship Id="rId36" Type="http://schemas.openxmlformats.org/officeDocument/2006/relationships/slideLayout" Target="../slideLayouts/slideLayout138.xml"/><Relationship Id="rId49" Type="http://schemas.openxmlformats.org/officeDocument/2006/relationships/slideLayout" Target="../slideLayouts/slideLayout151.xml"/><Relationship Id="rId10" Type="http://schemas.openxmlformats.org/officeDocument/2006/relationships/slideLayout" Target="../slideLayouts/slideLayout112.xml"/><Relationship Id="rId19" Type="http://schemas.openxmlformats.org/officeDocument/2006/relationships/slideLayout" Target="../slideLayouts/slideLayout121.xml"/><Relationship Id="rId31" Type="http://schemas.openxmlformats.org/officeDocument/2006/relationships/slideLayout" Target="../slideLayouts/slideLayout133.xml"/><Relationship Id="rId44" Type="http://schemas.openxmlformats.org/officeDocument/2006/relationships/slideLayout" Target="../slideLayouts/slideLayout146.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 Id="rId22" Type="http://schemas.openxmlformats.org/officeDocument/2006/relationships/slideLayout" Target="../slideLayouts/slideLayout124.xml"/><Relationship Id="rId27" Type="http://schemas.openxmlformats.org/officeDocument/2006/relationships/slideLayout" Target="../slideLayouts/slideLayout129.xml"/><Relationship Id="rId30" Type="http://schemas.openxmlformats.org/officeDocument/2006/relationships/slideLayout" Target="../slideLayouts/slideLayout132.xml"/><Relationship Id="rId35" Type="http://schemas.openxmlformats.org/officeDocument/2006/relationships/slideLayout" Target="../slideLayouts/slideLayout137.xml"/><Relationship Id="rId43" Type="http://schemas.openxmlformats.org/officeDocument/2006/relationships/slideLayout" Target="../slideLayouts/slideLayout145.xml"/><Relationship Id="rId48" Type="http://schemas.openxmlformats.org/officeDocument/2006/relationships/slideLayout" Target="../slideLayouts/slideLayout150.xml"/><Relationship Id="rId8" Type="http://schemas.openxmlformats.org/officeDocument/2006/relationships/slideLayout" Target="../slideLayouts/slideLayout110.xml"/><Relationship Id="rId3" Type="http://schemas.openxmlformats.org/officeDocument/2006/relationships/slideLayout" Target="../slideLayouts/slideLayout105.xml"/><Relationship Id="rId12" Type="http://schemas.openxmlformats.org/officeDocument/2006/relationships/slideLayout" Target="../slideLayouts/slideLayout114.xml"/><Relationship Id="rId17" Type="http://schemas.openxmlformats.org/officeDocument/2006/relationships/slideLayout" Target="../slideLayouts/slideLayout119.xml"/><Relationship Id="rId25" Type="http://schemas.openxmlformats.org/officeDocument/2006/relationships/slideLayout" Target="../slideLayouts/slideLayout127.xml"/><Relationship Id="rId33" Type="http://schemas.openxmlformats.org/officeDocument/2006/relationships/slideLayout" Target="../slideLayouts/slideLayout135.xml"/><Relationship Id="rId38" Type="http://schemas.openxmlformats.org/officeDocument/2006/relationships/slideLayout" Target="../slideLayouts/slideLayout140.xml"/><Relationship Id="rId46" Type="http://schemas.openxmlformats.org/officeDocument/2006/relationships/slideLayout" Target="../slideLayouts/slideLayout148.xml"/><Relationship Id="rId20" Type="http://schemas.openxmlformats.org/officeDocument/2006/relationships/slideLayout" Target="../slideLayouts/slideLayout122.xml"/><Relationship Id="rId41" Type="http://schemas.openxmlformats.org/officeDocument/2006/relationships/slideLayout" Target="../slideLayouts/slideLayout143.xml"/><Relationship Id="rId1" Type="http://schemas.openxmlformats.org/officeDocument/2006/relationships/slideLayout" Target="../slideLayouts/slideLayout103.xml"/><Relationship Id="rId6"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209798194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 id="2147483703" r:id="rId53"/>
    <p:sldLayoutId id="2147483704" r:id="rId54"/>
    <p:sldLayoutId id="2147483705" r:id="rId55"/>
    <p:sldLayoutId id="2147483706" r:id="rId56"/>
    <p:sldLayoutId id="2147483707" r:id="rId57"/>
    <p:sldLayoutId id="2147483708" r:id="rId58"/>
    <p:sldLayoutId id="2147483709" r:id="rId59"/>
    <p:sldLayoutId id="2147483710" r:id="rId60"/>
    <p:sldLayoutId id="2147483711" r:id="rId61"/>
    <p:sldLayoutId id="2147483712" r:id="rId62"/>
    <p:sldLayoutId id="2147483713" r:id="rId63"/>
    <p:sldLayoutId id="2147483714" r:id="rId64"/>
    <p:sldLayoutId id="2147483715" r:id="rId65"/>
    <p:sldLayoutId id="2147483716" r:id="rId66"/>
    <p:sldLayoutId id="2147483717" r:id="rId67"/>
    <p:sldLayoutId id="2147483718" r:id="rId68"/>
    <p:sldLayoutId id="2147483719" r:id="rId69"/>
    <p:sldLayoutId id="2147483720" r:id="rId70"/>
    <p:sldLayoutId id="2147483721" r:id="rId71"/>
    <p:sldLayoutId id="2147483722" r:id="rId72"/>
    <p:sldLayoutId id="2147483723" r:id="rId73"/>
    <p:sldLayoutId id="2147483724" r:id="rId74"/>
    <p:sldLayoutId id="2147483725" r:id="rId75"/>
    <p:sldLayoutId id="2147483726" r:id="rId76"/>
    <p:sldLayoutId id="2147483727" r:id="rId77"/>
    <p:sldLayoutId id="2147483728" r:id="rId78"/>
    <p:sldLayoutId id="2147483729" r:id="rId79"/>
    <p:sldLayoutId id="2147483730" r:id="rId80"/>
    <p:sldLayoutId id="2147483731" r:id="rId81"/>
    <p:sldLayoutId id="2147483732" r:id="rId82"/>
    <p:sldLayoutId id="2147483733" r:id="rId83"/>
    <p:sldLayoutId id="2147483734" r:id="rId84"/>
    <p:sldLayoutId id="2147483735" r:id="rId85"/>
    <p:sldLayoutId id="2147483736" r:id="rId86"/>
    <p:sldLayoutId id="2147483737" r:id="rId87"/>
    <p:sldLayoutId id="2147483738" r:id="rId88"/>
    <p:sldLayoutId id="2147483739" r:id="rId89"/>
    <p:sldLayoutId id="2147483740" r:id="rId90"/>
    <p:sldLayoutId id="2147483741" r:id="rId91"/>
    <p:sldLayoutId id="2147483742" r:id="rId92"/>
    <p:sldLayoutId id="2147483743" r:id="rId93"/>
    <p:sldLayoutId id="2147483744" r:id="rId94"/>
    <p:sldLayoutId id="2147483745" r:id="rId95"/>
    <p:sldLayoutId id="2147483746" r:id="rId96"/>
    <p:sldLayoutId id="2147483747" r:id="rId97"/>
    <p:sldLayoutId id="2147483748" r:id="rId98"/>
    <p:sldLayoutId id="2147483749" r:id="rId99"/>
    <p:sldLayoutId id="2147483750" r:id="rId100"/>
    <p:sldLayoutId id="2147483751" r:id="rId101"/>
    <p:sldLayoutId id="2147483752" r:id="rId102"/>
  </p:sldLayoutIdLst>
  <p:transition>
    <p:fade/>
  </p:transition>
  <p:hf sldNum="0" hdr="0" ft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3647758697"/>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 id="2147483781" r:id="rId27"/>
    <p:sldLayoutId id="2147483782" r:id="rId28"/>
    <p:sldLayoutId id="2147483783" r:id="rId29"/>
    <p:sldLayoutId id="2147483784" r:id="rId30"/>
    <p:sldLayoutId id="2147483785" r:id="rId31"/>
    <p:sldLayoutId id="2147483786" r:id="rId32"/>
    <p:sldLayoutId id="2147483787" r:id="rId33"/>
    <p:sldLayoutId id="2147483788" r:id="rId34"/>
    <p:sldLayoutId id="2147483789" r:id="rId35"/>
    <p:sldLayoutId id="2147483790" r:id="rId36"/>
    <p:sldLayoutId id="2147483791" r:id="rId37"/>
    <p:sldLayoutId id="2147483792" r:id="rId38"/>
    <p:sldLayoutId id="2147483793" r:id="rId39"/>
    <p:sldLayoutId id="2147483794" r:id="rId40"/>
    <p:sldLayoutId id="2147483795" r:id="rId41"/>
    <p:sldLayoutId id="2147483796" r:id="rId42"/>
    <p:sldLayoutId id="2147483797" r:id="rId43"/>
    <p:sldLayoutId id="2147483798" r:id="rId44"/>
    <p:sldLayoutId id="2147483799" r:id="rId45"/>
    <p:sldLayoutId id="2147483800" r:id="rId46"/>
    <p:sldLayoutId id="2147483801" r:id="rId47"/>
    <p:sldLayoutId id="2147483802" r:id="rId48"/>
    <p:sldLayoutId id="2147483803" r:id="rId49"/>
  </p:sldLayoutIdLst>
  <p:transition>
    <p:fade/>
  </p:transition>
  <p:hf sldNum="0" hd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5.xml"/></Relationships>
</file>

<file path=ppt/slides/_rels/slide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slideLayout" Target="../slideLayouts/slideLayout85.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85.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8576C-314B-D367-116D-B242D8DBD0B4}"/>
              </a:ext>
            </a:extLst>
          </p:cNvPr>
          <p:cNvSpPr>
            <a:spLocks noGrp="1"/>
          </p:cNvSpPr>
          <p:nvPr>
            <p:ph type="title"/>
          </p:nvPr>
        </p:nvSpPr>
        <p:spPr/>
        <p:txBody>
          <a:bodyPr/>
          <a:lstStyle/>
          <a:p>
            <a:r>
              <a:rPr lang="en-GB"/>
              <a:t>Chapter 6: Windows Server 2025
Security &amp; Hardening</a:t>
            </a:r>
          </a:p>
        </p:txBody>
      </p:sp>
      <p:sp>
        <p:nvSpPr>
          <p:cNvPr id="3" name="Text Placeholder 2">
            <a:extLst>
              <a:ext uri="{FF2B5EF4-FFF2-40B4-BE49-F238E27FC236}">
                <a16:creationId xmlns:a16="http://schemas.microsoft.com/office/drawing/2014/main" id="{A58E3C2C-3532-FB6F-14CF-95E982F4014A}"/>
              </a:ext>
            </a:extLst>
          </p:cNvPr>
          <p:cNvSpPr>
            <a:spLocks noGrp="1"/>
          </p:cNvSpPr>
          <p:nvPr>
            <p:ph type="body" sz="quarter" idx="15"/>
          </p:nvPr>
        </p:nvSpPr>
        <p:spPr>
          <a:xfrm>
            <a:off x="331851" y="3262586"/>
            <a:ext cx="7202114" cy="388440"/>
          </a:xfrm>
        </p:spPr>
        <p:txBody>
          <a:bodyPr/>
          <a:lstStyle/>
          <a:p>
            <a:r>
              <a:rPr lang="en-GB"/>
              <a:t>Security hardening from hardware trust to policy enforcement</a:t>
            </a:r>
          </a:p>
        </p:txBody>
      </p:sp>
    </p:spTree>
    <p:extLst>
      <p:ext uri="{BB962C8B-B14F-4D97-AF65-F5344CB8AC3E}">
        <p14:creationId xmlns:p14="http://schemas.microsoft.com/office/powerpoint/2010/main" val="1184133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395FA-B73F-B2F8-4899-3D44BBCCC81B}"/>
              </a:ext>
            </a:extLst>
          </p:cNvPr>
          <p:cNvSpPr>
            <a:spLocks noGrp="1"/>
          </p:cNvSpPr>
          <p:nvPr>
            <p:ph type="title"/>
          </p:nvPr>
        </p:nvSpPr>
        <p:spPr/>
        <p:txBody>
          <a:bodyPr wrap="square">
            <a:noAutofit/>
          </a:bodyPr>
          <a:lstStyle/>
          <a:p>
            <a:r>
              <a:rPr lang="en-GB"/>
              <a:t>Learning Objectives</a:t>
            </a:r>
          </a:p>
        </p:txBody>
      </p:sp>
      <p:sp>
        <p:nvSpPr>
          <p:cNvPr id="3" name="Text Placeholder 2">
            <a:extLst>
              <a:ext uri="{FF2B5EF4-FFF2-40B4-BE49-F238E27FC236}">
                <a16:creationId xmlns:a16="http://schemas.microsoft.com/office/drawing/2014/main" id="{45083EBF-7229-6310-E64E-AAF2A98A7365}"/>
              </a:ext>
            </a:extLst>
          </p:cNvPr>
          <p:cNvSpPr>
            <a:spLocks noGrp="1"/>
          </p:cNvSpPr>
          <p:nvPr>
            <p:ph type="body" sz="quarter" idx="11"/>
          </p:nvPr>
        </p:nvSpPr>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Explain the layered security model in Windows Server 2025</a:t>
            </a:r>
          </a:p>
        </p:txBody>
      </p:sp>
      <p:sp>
        <p:nvSpPr>
          <p:cNvPr id="4" name="Text Placeholder 3">
            <a:extLst>
              <a:ext uri="{FF2B5EF4-FFF2-40B4-BE49-F238E27FC236}">
                <a16:creationId xmlns:a16="http://schemas.microsoft.com/office/drawing/2014/main" id="{769673D8-FBB7-25EC-E0F6-D1DA01E770AB}"/>
              </a:ext>
            </a:extLst>
          </p:cNvPr>
          <p:cNvSpPr>
            <a:spLocks noGrp="1"/>
          </p:cNvSpPr>
          <p:nvPr>
            <p:ph type="body" sz="quarter" idx="15"/>
          </p:nvPr>
        </p:nvSpPr>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Describe Secured-core server hardware requirements and protections</a:t>
            </a:r>
          </a:p>
        </p:txBody>
      </p:sp>
      <p:sp>
        <p:nvSpPr>
          <p:cNvPr id="5" name="Text Placeholder 4">
            <a:extLst>
              <a:ext uri="{FF2B5EF4-FFF2-40B4-BE49-F238E27FC236}">
                <a16:creationId xmlns:a16="http://schemas.microsoft.com/office/drawing/2014/main" id="{4C96B6CD-92B9-0322-0AD9-D8CB4C118206}"/>
              </a:ext>
            </a:extLst>
          </p:cNvPr>
          <p:cNvSpPr>
            <a:spLocks noGrp="1"/>
          </p:cNvSpPr>
          <p:nvPr>
            <p:ph type="body" sz="quarter" idx="17"/>
          </p:nvPr>
        </p:nvSpPr>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Explain VBS, HVCI, and Credential Guard and their role in credential protection</a:t>
            </a:r>
          </a:p>
        </p:txBody>
      </p:sp>
      <p:sp>
        <p:nvSpPr>
          <p:cNvPr id="6" name="Text Placeholder 5">
            <a:extLst>
              <a:ext uri="{FF2B5EF4-FFF2-40B4-BE49-F238E27FC236}">
                <a16:creationId xmlns:a16="http://schemas.microsoft.com/office/drawing/2014/main" id="{6C3AB431-C33F-B946-65B8-63F5451E3195}"/>
              </a:ext>
            </a:extLst>
          </p:cNvPr>
          <p:cNvSpPr>
            <a:spLocks noGrp="1"/>
          </p:cNvSpPr>
          <p:nvPr>
            <p:ph type="body" sz="quarter" idx="19"/>
          </p:nvPr>
        </p:nvSpPr>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Apply SMB security hardening: signing, encryption, NTLM blocking, and QUIC</a:t>
            </a:r>
          </a:p>
        </p:txBody>
      </p:sp>
      <p:sp>
        <p:nvSpPr>
          <p:cNvPr id="7" name="Text Placeholder 6">
            <a:extLst>
              <a:ext uri="{FF2B5EF4-FFF2-40B4-BE49-F238E27FC236}">
                <a16:creationId xmlns:a16="http://schemas.microsoft.com/office/drawing/2014/main" id="{2467C16B-F73F-923C-5038-8A8FB62A41A5}"/>
              </a:ext>
            </a:extLst>
          </p:cNvPr>
          <p:cNvSpPr>
            <a:spLocks noGrp="1"/>
          </p:cNvSpPr>
          <p:nvPr>
            <p:ph type="body" sz="quarter" idx="21"/>
          </p:nvPr>
        </p:nvSpPr>
        <p:spPr/>
        <p:txBody>
          <a:bodyPr>
            <a:normAutofit/>
          </a:bodyPr>
          <a:lstStyle/>
          <a:p>
            <a:r>
              <a:rPr lang="en-GB">
                <a:solidFill>
                  <a:srgbClr val="0076D4"/>
                </a:solidFill>
                <a:latin typeface="Segoe UI Semibold" panose="020B0702040204020203" pitchFamily="34" charset="0"/>
              </a:rPr>
              <a:t>05</a:t>
            </a:r>
            <a:r>
              <a:rPr lang="en-GB">
                <a:latin typeface="Segoe UI" panose="020B0502040204020203" pitchFamily="34" charset="0"/>
              </a:rPr>
              <a:t>  Deploy Windows Firewall hardening across Domain, Private, and Public profiles</a:t>
            </a:r>
          </a:p>
        </p:txBody>
      </p:sp>
      <p:sp>
        <p:nvSpPr>
          <p:cNvPr id="8" name="Course footer">
            <a:extLst>
              <a:ext uri="{FF2B5EF4-FFF2-40B4-BE49-F238E27FC236}">
                <a16:creationId xmlns:a16="http://schemas.microsoft.com/office/drawing/2014/main" id="{03099D5B-878E-07CC-ACD6-1B9D70623FF8}"/>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6 | Security &amp; Hardening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9" name="TextBox 8">
            <a:extLst>
              <a:ext uri="{FF2B5EF4-FFF2-40B4-BE49-F238E27FC236}">
                <a16:creationId xmlns:a16="http://schemas.microsoft.com/office/drawing/2014/main" id="{B41F13EC-050A-8FFF-4871-76D0656E3F9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02128644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D7D90-6156-D0BC-3D62-43C67E9C0970}"/>
              </a:ext>
            </a:extLst>
          </p:cNvPr>
          <p:cNvSpPr>
            <a:spLocks noGrp="1"/>
          </p:cNvSpPr>
          <p:nvPr>
            <p:ph type="title"/>
          </p:nvPr>
        </p:nvSpPr>
        <p:spPr/>
        <p:txBody>
          <a:bodyPr wrap="square">
            <a:noAutofit/>
          </a:bodyPr>
          <a:lstStyle/>
          <a:p>
            <a:r>
              <a:rPr lang="en-GB"/>
              <a:t>6.1 Security Concepts: Layered Defence</a:t>
            </a:r>
          </a:p>
        </p:txBody>
      </p:sp>
    </p:spTree>
    <p:extLst>
      <p:ext uri="{BB962C8B-B14F-4D97-AF65-F5344CB8AC3E}">
        <p14:creationId xmlns:p14="http://schemas.microsoft.com/office/powerpoint/2010/main" val="24604749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226BF-75B7-6D06-925E-48743A3F8877}"/>
              </a:ext>
            </a:extLst>
          </p:cNvPr>
          <p:cNvSpPr>
            <a:spLocks noGrp="1"/>
          </p:cNvSpPr>
          <p:nvPr>
            <p:ph type="title"/>
          </p:nvPr>
        </p:nvSpPr>
        <p:spPr/>
        <p:txBody>
          <a:bodyPr wrap="square">
            <a:noAutofit/>
          </a:bodyPr>
          <a:lstStyle/>
          <a:p>
            <a:r>
              <a:rPr lang="en-GB"/>
              <a:t>6.1 Security Concepts: Layered Defence</a:t>
            </a:r>
          </a:p>
        </p:txBody>
      </p:sp>
      <p:sp>
        <p:nvSpPr>
          <p:cNvPr id="3" name="Text 5">
            <a:extLst>
              <a:ext uri="{FF2B5EF4-FFF2-40B4-BE49-F238E27FC236}">
                <a16:creationId xmlns:a16="http://schemas.microsoft.com/office/drawing/2014/main" id="{E0121C70-45A5-7773-DE84-4F7E387297B5}"/>
              </a:ext>
            </a:extLst>
          </p:cNvPr>
          <p:cNvSpPr/>
          <p:nvPr/>
        </p:nvSpPr>
        <p:spPr>
          <a:xfrm>
            <a:off x="368300" y="886143"/>
            <a:ext cx="5029200" cy="393192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Security starts before user sign-in</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Hardware, firmware, OS, identity, and network controls all matter</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Security is verified, monitored, and maintained over time</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Secured-core server is the clearest platform example</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Strong security depends on both platform capability and correct configuration</a:t>
            </a:r>
            <a:endParaRPr lang="en-US" sz="1600" dirty="0">
              <a:latin typeface="Segoe UI" panose="020B0502040204020203" pitchFamily="34" charset="0"/>
            </a:endParaRPr>
          </a:p>
        </p:txBody>
      </p:sp>
      <p:pic>
        <p:nvPicPr>
          <p:cNvPr id="4" name="Image 0" descr="preencoded.png">
            <a:extLst>
              <a:ext uri="{FF2B5EF4-FFF2-40B4-BE49-F238E27FC236}">
                <a16:creationId xmlns:a16="http://schemas.microsoft.com/office/drawing/2014/main" id="{E13DCCF4-62B6-4474-B3C6-B505B111D406}"/>
              </a:ext>
            </a:extLst>
          </p:cNvPr>
          <p:cNvPicPr>
            <a:picLocks noChangeAspect="1"/>
          </p:cNvPicPr>
          <p:nvPr/>
        </p:nvPicPr>
        <p:blipFill>
          <a:blip r:embed="rId2">
            <a:alphaModFix amt="85000"/>
          </a:blip>
          <a:stretch>
            <a:fillRect/>
          </a:stretch>
        </p:blipFill>
        <p:spPr>
          <a:xfrm>
            <a:off x="5854700" y="977582"/>
            <a:ext cx="2926080" cy="2926080"/>
          </a:xfrm>
          <a:prstGeom prst="rect">
            <a:avLst/>
          </a:prstGeom>
        </p:spPr>
      </p:pic>
      <p:sp>
        <p:nvSpPr>
          <p:cNvPr id="5" name="Course footer">
            <a:extLst>
              <a:ext uri="{FF2B5EF4-FFF2-40B4-BE49-F238E27FC236}">
                <a16:creationId xmlns:a16="http://schemas.microsoft.com/office/drawing/2014/main" id="{690033D1-995D-C33E-E0F3-3511D96A5F6A}"/>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6 | Security &amp; Hardening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6" name="TextBox 5">
            <a:extLst>
              <a:ext uri="{FF2B5EF4-FFF2-40B4-BE49-F238E27FC236}">
                <a16:creationId xmlns:a16="http://schemas.microsoft.com/office/drawing/2014/main" id="{3E567DE8-C8E7-8E28-A7DC-DA6DC57843E3}"/>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82815890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92CBC-EED4-188E-77C3-4B9C89C4CA06}"/>
              </a:ext>
            </a:extLst>
          </p:cNvPr>
          <p:cNvSpPr>
            <a:spLocks noGrp="1"/>
          </p:cNvSpPr>
          <p:nvPr>
            <p:ph type="title"/>
          </p:nvPr>
        </p:nvSpPr>
        <p:spPr/>
        <p:txBody>
          <a:bodyPr wrap="square">
            <a:noAutofit/>
          </a:bodyPr>
          <a:lstStyle/>
          <a:p>
            <a:r>
              <a:rPr lang="en-GB"/>
              <a:t>Windows Server Security Layers</a:t>
            </a:r>
          </a:p>
        </p:txBody>
      </p:sp>
      <p:sp>
        <p:nvSpPr>
          <p:cNvPr id="3" name="S30">
            <a:extLst>
              <a:ext uri="{FF2B5EF4-FFF2-40B4-BE49-F238E27FC236}">
                <a16:creationId xmlns:a16="http://schemas.microsoft.com/office/drawing/2014/main" id="{07392187-4403-5743-512F-877B386FCA80}"/>
              </a:ext>
            </a:extLst>
          </p:cNvPr>
          <p:cNvSpPr>
            <a:spLocks noGrp="1"/>
          </p:cNvSpPr>
          <p:nvPr/>
        </p:nvSpPr>
        <p:spPr>
          <a:xfrm>
            <a:off x="2730500" y="829151"/>
            <a:ext cx="3683000" cy="764540"/>
          </a:xfrm>
          <a:prstGeom prst="rect">
            <a:avLst/>
          </a:prstGeom>
          <a:solidFill>
            <a:srgbClr val="243A5E"/>
          </a:solidFill>
          <a:ln>
            <a:noFill/>
          </a:ln>
        </p:spPr>
        <p:txBody>
          <a:bodyPr wrap="square" anchor="ctr"/>
          <a:lstStyle/>
          <a:p>
            <a:endParaRPr lang="en-US" dirty="0"/>
          </a:p>
        </p:txBody>
      </p:sp>
      <p:sp>
        <p:nvSpPr>
          <p:cNvPr id="4" name="S31">
            <a:extLst>
              <a:ext uri="{FF2B5EF4-FFF2-40B4-BE49-F238E27FC236}">
                <a16:creationId xmlns:a16="http://schemas.microsoft.com/office/drawing/2014/main" id="{1410A650-E1FF-61F0-0437-54C30651C4AC}"/>
              </a:ext>
            </a:extLst>
          </p:cNvPr>
          <p:cNvSpPr>
            <a:spLocks noGrp="1"/>
          </p:cNvSpPr>
          <p:nvPr/>
        </p:nvSpPr>
        <p:spPr>
          <a:xfrm>
            <a:off x="2730500" y="829151"/>
            <a:ext cx="76200" cy="764540"/>
          </a:xfrm>
          <a:prstGeom prst="rect">
            <a:avLst/>
          </a:prstGeom>
          <a:solidFill>
            <a:srgbClr val="0076D4"/>
          </a:solidFill>
          <a:ln>
            <a:noFill/>
          </a:ln>
        </p:spPr>
        <p:txBody>
          <a:bodyPr wrap="square" anchor="ctr"/>
          <a:lstStyle/>
          <a:p>
            <a:endParaRPr lang="en-US" dirty="0"/>
          </a:p>
        </p:txBody>
      </p:sp>
      <p:sp>
        <p:nvSpPr>
          <p:cNvPr id="5" name="S32">
            <a:extLst>
              <a:ext uri="{FF2B5EF4-FFF2-40B4-BE49-F238E27FC236}">
                <a16:creationId xmlns:a16="http://schemas.microsoft.com/office/drawing/2014/main" id="{0EE183C2-17D4-DA1F-75ED-79DB0B60B86E}"/>
              </a:ext>
            </a:extLst>
          </p:cNvPr>
          <p:cNvSpPr>
            <a:spLocks noGrp="1"/>
          </p:cNvSpPr>
          <p:nvPr/>
        </p:nvSpPr>
        <p:spPr>
          <a:xfrm>
            <a:off x="2882900" y="1020921"/>
            <a:ext cx="381000" cy="381000"/>
          </a:xfrm>
          <a:prstGeom prst="rect">
            <a:avLst/>
          </a:prstGeom>
          <a:solidFill>
            <a:srgbClr val="0076D4"/>
          </a:solidFill>
          <a:ln>
            <a:noFill/>
          </a:ln>
        </p:spPr>
        <p:txBody>
          <a:bodyPr wrap="square" anchor="ctr">
            <a:normAutofit/>
          </a:bodyPr>
          <a:lstStyle/>
          <a:p>
            <a:pPr algn="ctr">
              <a:buNone/>
            </a:pPr>
            <a:r>
              <a:rPr lang="en-US" sz="1500" b="1" dirty="0">
                <a:solidFill>
                  <a:srgbClr val="FFFFFF"/>
                </a:solidFill>
                <a:latin typeface="Segoe UI" panose="020B0502040204020203" pitchFamily="34" charset="0"/>
              </a:rPr>
              <a:t>5</a:t>
            </a:r>
          </a:p>
        </p:txBody>
      </p:sp>
      <p:sp>
        <p:nvSpPr>
          <p:cNvPr id="6" name="S33">
            <a:extLst>
              <a:ext uri="{FF2B5EF4-FFF2-40B4-BE49-F238E27FC236}">
                <a16:creationId xmlns:a16="http://schemas.microsoft.com/office/drawing/2014/main" id="{5B68EC3C-02B4-36FC-F932-14B3F53A1F5F}"/>
              </a:ext>
            </a:extLst>
          </p:cNvPr>
          <p:cNvSpPr>
            <a:spLocks noGrp="1"/>
          </p:cNvSpPr>
          <p:nvPr/>
        </p:nvSpPr>
        <p:spPr>
          <a:xfrm>
            <a:off x="3390900" y="829151"/>
            <a:ext cx="2870200" cy="764540"/>
          </a:xfrm>
          <a:prstGeom prst="rect">
            <a:avLst/>
          </a:prstGeom>
          <a:noFill/>
          <a:ln>
            <a:noFill/>
          </a:ln>
        </p:spPr>
        <p:txBody>
          <a:bodyPr wrap="square" anchor="ctr">
            <a:normAutofit/>
          </a:bodyPr>
          <a:lstStyle/>
          <a:p>
            <a:pPr marL="0" indent="0">
              <a:buNone/>
            </a:pPr>
            <a:r>
              <a:rPr lang="en-US" sz="1400" b="1" dirty="0">
                <a:solidFill>
                  <a:srgbClr val="FFFFFF"/>
                </a:solidFill>
                <a:latin typeface="Segoe UI" panose="020B0502040204020203" pitchFamily="34" charset="0"/>
              </a:rPr>
              <a:t>Firewall, Baselines &amp; Hardening</a:t>
            </a:r>
          </a:p>
          <a:p>
            <a:pPr marL="0" indent="0">
              <a:buNone/>
            </a:pPr>
            <a:r>
              <a:rPr lang="en-US" sz="1100" dirty="0">
                <a:solidFill>
                  <a:srgbClr val="8ECAE6"/>
                </a:solidFill>
                <a:latin typeface="Segoe UI" panose="020B0502040204020203" pitchFamily="34" charset="0"/>
              </a:rPr>
              <a:t>Policy, drift management</a:t>
            </a:r>
          </a:p>
        </p:txBody>
      </p:sp>
      <p:sp>
        <p:nvSpPr>
          <p:cNvPr id="7" name="S34">
            <a:extLst>
              <a:ext uri="{FF2B5EF4-FFF2-40B4-BE49-F238E27FC236}">
                <a16:creationId xmlns:a16="http://schemas.microsoft.com/office/drawing/2014/main" id="{424B6CAC-23DC-E274-4522-DCC7F2E3083F}"/>
              </a:ext>
            </a:extLst>
          </p:cNvPr>
          <p:cNvSpPr>
            <a:spLocks noGrp="1"/>
          </p:cNvSpPr>
          <p:nvPr/>
        </p:nvSpPr>
        <p:spPr>
          <a:xfrm>
            <a:off x="2143125" y="1657191"/>
            <a:ext cx="4857750" cy="764540"/>
          </a:xfrm>
          <a:prstGeom prst="rect">
            <a:avLst/>
          </a:prstGeom>
          <a:solidFill>
            <a:srgbClr val="243A5E"/>
          </a:solidFill>
          <a:ln>
            <a:noFill/>
          </a:ln>
        </p:spPr>
        <p:txBody>
          <a:bodyPr wrap="square" anchor="ctr"/>
          <a:lstStyle/>
          <a:p>
            <a:endParaRPr lang="en-US" dirty="0"/>
          </a:p>
        </p:txBody>
      </p:sp>
      <p:sp>
        <p:nvSpPr>
          <p:cNvPr id="8" name="S35">
            <a:extLst>
              <a:ext uri="{FF2B5EF4-FFF2-40B4-BE49-F238E27FC236}">
                <a16:creationId xmlns:a16="http://schemas.microsoft.com/office/drawing/2014/main" id="{0F033B8E-653F-E242-8967-860E13326FE5}"/>
              </a:ext>
            </a:extLst>
          </p:cNvPr>
          <p:cNvSpPr>
            <a:spLocks noGrp="1"/>
          </p:cNvSpPr>
          <p:nvPr/>
        </p:nvSpPr>
        <p:spPr>
          <a:xfrm>
            <a:off x="2143125" y="1657191"/>
            <a:ext cx="76200" cy="764540"/>
          </a:xfrm>
          <a:prstGeom prst="rect">
            <a:avLst/>
          </a:prstGeom>
          <a:solidFill>
            <a:srgbClr val="0076D4"/>
          </a:solidFill>
          <a:ln>
            <a:noFill/>
          </a:ln>
        </p:spPr>
        <p:txBody>
          <a:bodyPr wrap="square" anchor="ctr"/>
          <a:lstStyle/>
          <a:p>
            <a:endParaRPr lang="en-US" dirty="0"/>
          </a:p>
        </p:txBody>
      </p:sp>
      <p:sp>
        <p:nvSpPr>
          <p:cNvPr id="9" name="S36">
            <a:extLst>
              <a:ext uri="{FF2B5EF4-FFF2-40B4-BE49-F238E27FC236}">
                <a16:creationId xmlns:a16="http://schemas.microsoft.com/office/drawing/2014/main" id="{019E0F94-A0D7-7C38-A5E7-A8BD6713EFBB}"/>
              </a:ext>
            </a:extLst>
          </p:cNvPr>
          <p:cNvSpPr>
            <a:spLocks noGrp="1"/>
          </p:cNvSpPr>
          <p:nvPr/>
        </p:nvSpPr>
        <p:spPr>
          <a:xfrm>
            <a:off x="2295525" y="1848961"/>
            <a:ext cx="381000" cy="381000"/>
          </a:xfrm>
          <a:prstGeom prst="rect">
            <a:avLst/>
          </a:prstGeom>
          <a:solidFill>
            <a:srgbClr val="0076D4"/>
          </a:solidFill>
          <a:ln>
            <a:noFill/>
          </a:ln>
        </p:spPr>
        <p:txBody>
          <a:bodyPr wrap="square" anchor="ctr">
            <a:normAutofit/>
          </a:bodyPr>
          <a:lstStyle/>
          <a:p>
            <a:pPr algn="ctr">
              <a:buNone/>
            </a:pPr>
            <a:r>
              <a:rPr lang="en-US" sz="1500" b="1" dirty="0">
                <a:solidFill>
                  <a:srgbClr val="FFFFFF"/>
                </a:solidFill>
                <a:latin typeface="Segoe UI" panose="020B0502040204020203" pitchFamily="34" charset="0"/>
              </a:rPr>
              <a:t>4</a:t>
            </a:r>
          </a:p>
        </p:txBody>
      </p:sp>
      <p:sp>
        <p:nvSpPr>
          <p:cNvPr id="10" name="S37">
            <a:extLst>
              <a:ext uri="{FF2B5EF4-FFF2-40B4-BE49-F238E27FC236}">
                <a16:creationId xmlns:a16="http://schemas.microsoft.com/office/drawing/2014/main" id="{D18B67B3-E658-FB5E-3A45-51A4FBC7B8A2}"/>
              </a:ext>
            </a:extLst>
          </p:cNvPr>
          <p:cNvSpPr>
            <a:spLocks noGrp="1"/>
          </p:cNvSpPr>
          <p:nvPr/>
        </p:nvSpPr>
        <p:spPr>
          <a:xfrm>
            <a:off x="2803525" y="1657191"/>
            <a:ext cx="4044950" cy="764540"/>
          </a:xfrm>
          <a:prstGeom prst="rect">
            <a:avLst/>
          </a:prstGeom>
          <a:noFill/>
          <a:ln>
            <a:noFill/>
          </a:ln>
        </p:spPr>
        <p:txBody>
          <a:bodyPr wrap="square" anchor="ctr">
            <a:normAutofit/>
          </a:bodyPr>
          <a:lstStyle/>
          <a:p>
            <a:pPr marL="0" indent="0">
              <a:buNone/>
            </a:pPr>
            <a:r>
              <a:rPr lang="en-US" sz="1400" b="1" dirty="0">
                <a:solidFill>
                  <a:srgbClr val="FFFFFF"/>
                </a:solidFill>
                <a:latin typeface="Segoe UI" panose="020B0502040204020203" pitchFamily="34" charset="0"/>
              </a:rPr>
              <a:t>Credential Protection &amp; Least Privilege</a:t>
            </a:r>
          </a:p>
          <a:p>
            <a:pPr marL="0" indent="0">
              <a:buNone/>
            </a:pPr>
            <a:r>
              <a:rPr lang="en-US" sz="1100" dirty="0">
                <a:solidFill>
                  <a:srgbClr val="8ECAE6"/>
                </a:solidFill>
                <a:latin typeface="Segoe UI" panose="020B0502040204020203" pitchFamily="34" charset="0"/>
              </a:rPr>
              <a:t>LSA isolation, LAPS, JEA</a:t>
            </a:r>
          </a:p>
        </p:txBody>
      </p:sp>
      <p:sp>
        <p:nvSpPr>
          <p:cNvPr id="11" name="S38">
            <a:extLst>
              <a:ext uri="{FF2B5EF4-FFF2-40B4-BE49-F238E27FC236}">
                <a16:creationId xmlns:a16="http://schemas.microsoft.com/office/drawing/2014/main" id="{5E843D1B-E473-B85A-7FE6-978C278DA7DB}"/>
              </a:ext>
            </a:extLst>
          </p:cNvPr>
          <p:cNvSpPr>
            <a:spLocks noGrp="1"/>
          </p:cNvSpPr>
          <p:nvPr/>
        </p:nvSpPr>
        <p:spPr>
          <a:xfrm>
            <a:off x="1555750" y="2485231"/>
            <a:ext cx="6032500" cy="764540"/>
          </a:xfrm>
          <a:prstGeom prst="rect">
            <a:avLst/>
          </a:prstGeom>
          <a:solidFill>
            <a:srgbClr val="243A5E"/>
          </a:solidFill>
          <a:ln>
            <a:noFill/>
          </a:ln>
        </p:spPr>
        <p:txBody>
          <a:bodyPr wrap="square" anchor="ctr"/>
          <a:lstStyle/>
          <a:p>
            <a:endParaRPr lang="en-US" dirty="0"/>
          </a:p>
        </p:txBody>
      </p:sp>
      <p:sp>
        <p:nvSpPr>
          <p:cNvPr id="12" name="S39">
            <a:extLst>
              <a:ext uri="{FF2B5EF4-FFF2-40B4-BE49-F238E27FC236}">
                <a16:creationId xmlns:a16="http://schemas.microsoft.com/office/drawing/2014/main" id="{743CDD3D-17ED-CA55-AD37-BAE57DE23E2D}"/>
              </a:ext>
            </a:extLst>
          </p:cNvPr>
          <p:cNvSpPr>
            <a:spLocks noGrp="1"/>
          </p:cNvSpPr>
          <p:nvPr/>
        </p:nvSpPr>
        <p:spPr>
          <a:xfrm>
            <a:off x="1555750" y="2485231"/>
            <a:ext cx="76200" cy="764540"/>
          </a:xfrm>
          <a:prstGeom prst="rect">
            <a:avLst/>
          </a:prstGeom>
          <a:solidFill>
            <a:srgbClr val="0076D4"/>
          </a:solidFill>
          <a:ln>
            <a:noFill/>
          </a:ln>
        </p:spPr>
        <p:txBody>
          <a:bodyPr wrap="square" anchor="ctr"/>
          <a:lstStyle/>
          <a:p>
            <a:endParaRPr lang="en-US" dirty="0"/>
          </a:p>
        </p:txBody>
      </p:sp>
      <p:sp>
        <p:nvSpPr>
          <p:cNvPr id="13" name="S40">
            <a:extLst>
              <a:ext uri="{FF2B5EF4-FFF2-40B4-BE49-F238E27FC236}">
                <a16:creationId xmlns:a16="http://schemas.microsoft.com/office/drawing/2014/main" id="{8EC4A74B-4E62-207D-296E-5AAB4A48778E}"/>
              </a:ext>
            </a:extLst>
          </p:cNvPr>
          <p:cNvSpPr>
            <a:spLocks noGrp="1"/>
          </p:cNvSpPr>
          <p:nvPr/>
        </p:nvSpPr>
        <p:spPr>
          <a:xfrm>
            <a:off x="1708150" y="2677001"/>
            <a:ext cx="381000" cy="381000"/>
          </a:xfrm>
          <a:prstGeom prst="rect">
            <a:avLst/>
          </a:prstGeom>
          <a:solidFill>
            <a:srgbClr val="0076D4"/>
          </a:solidFill>
          <a:ln>
            <a:noFill/>
          </a:ln>
        </p:spPr>
        <p:txBody>
          <a:bodyPr wrap="square" anchor="ctr">
            <a:normAutofit/>
          </a:bodyPr>
          <a:lstStyle/>
          <a:p>
            <a:pPr algn="ctr">
              <a:buNone/>
            </a:pPr>
            <a:r>
              <a:rPr lang="en-US" sz="1500" b="1" dirty="0">
                <a:solidFill>
                  <a:srgbClr val="FFFFFF"/>
                </a:solidFill>
                <a:latin typeface="Segoe UI" panose="020B0502040204020203" pitchFamily="34" charset="0"/>
              </a:rPr>
              <a:t>3</a:t>
            </a:r>
          </a:p>
        </p:txBody>
      </p:sp>
      <p:sp>
        <p:nvSpPr>
          <p:cNvPr id="14" name="S41">
            <a:extLst>
              <a:ext uri="{FF2B5EF4-FFF2-40B4-BE49-F238E27FC236}">
                <a16:creationId xmlns:a16="http://schemas.microsoft.com/office/drawing/2014/main" id="{A950B525-3846-4847-9EC1-9572B4FF2120}"/>
              </a:ext>
            </a:extLst>
          </p:cNvPr>
          <p:cNvSpPr>
            <a:spLocks noGrp="1"/>
          </p:cNvSpPr>
          <p:nvPr/>
        </p:nvSpPr>
        <p:spPr>
          <a:xfrm>
            <a:off x="2216150" y="2485231"/>
            <a:ext cx="5219700" cy="764540"/>
          </a:xfrm>
          <a:prstGeom prst="rect">
            <a:avLst/>
          </a:prstGeom>
          <a:noFill/>
          <a:ln>
            <a:noFill/>
          </a:ln>
        </p:spPr>
        <p:txBody>
          <a:bodyPr wrap="square" anchor="ctr">
            <a:normAutofit/>
          </a:bodyPr>
          <a:lstStyle/>
          <a:p>
            <a:r>
              <a:rPr lang="en-US" sz="1400" b="1" dirty="0">
                <a:solidFill>
                  <a:schemeClr val="bg1"/>
                </a:solidFill>
                <a:latin typeface="Segoe UI" panose="020B0502040204020203" pitchFamily="34" charset="0"/>
              </a:rPr>
              <a:t> </a:t>
            </a:r>
            <a:r>
              <a:rPr lang="en-GB" sz="1400" b="1" dirty="0">
                <a:solidFill>
                  <a:schemeClr val="bg1"/>
                </a:solidFill>
                <a:latin typeface="Segoe UI" panose="020B0502040204020203" pitchFamily="34" charset="0"/>
              </a:rPr>
              <a:t>Virtualization-Based Security </a:t>
            </a:r>
            <a:r>
              <a:rPr lang="en-US" sz="1400" b="1" dirty="0">
                <a:solidFill>
                  <a:schemeClr val="bg1"/>
                </a:solidFill>
                <a:latin typeface="Segoe UI" panose="020B0502040204020203" pitchFamily="34" charset="0"/>
              </a:rPr>
              <a:t>&amp; Isolated Security Functions</a:t>
            </a:r>
          </a:p>
          <a:p>
            <a:pPr marL="0" indent="0">
              <a:buNone/>
            </a:pPr>
            <a:r>
              <a:rPr lang="en-US" sz="1100" dirty="0">
                <a:solidFill>
                  <a:srgbClr val="8ECAE6"/>
                </a:solidFill>
                <a:latin typeface="Segoe UI" panose="020B0502040204020203" pitchFamily="34" charset="0"/>
              </a:rPr>
              <a:t>Credential Guard, HVCI</a:t>
            </a:r>
          </a:p>
        </p:txBody>
      </p:sp>
      <p:sp>
        <p:nvSpPr>
          <p:cNvPr id="15" name="S42">
            <a:extLst>
              <a:ext uri="{FF2B5EF4-FFF2-40B4-BE49-F238E27FC236}">
                <a16:creationId xmlns:a16="http://schemas.microsoft.com/office/drawing/2014/main" id="{43414967-E164-1CD3-0309-9244D0F401FA}"/>
              </a:ext>
            </a:extLst>
          </p:cNvPr>
          <p:cNvSpPr>
            <a:spLocks noGrp="1"/>
          </p:cNvSpPr>
          <p:nvPr/>
        </p:nvSpPr>
        <p:spPr>
          <a:xfrm>
            <a:off x="968375" y="3313271"/>
            <a:ext cx="7207250" cy="764540"/>
          </a:xfrm>
          <a:prstGeom prst="rect">
            <a:avLst/>
          </a:prstGeom>
          <a:solidFill>
            <a:srgbClr val="243A5E"/>
          </a:solidFill>
          <a:ln>
            <a:noFill/>
          </a:ln>
        </p:spPr>
        <p:txBody>
          <a:bodyPr wrap="square" anchor="ctr"/>
          <a:lstStyle/>
          <a:p>
            <a:endParaRPr lang="en-US" dirty="0"/>
          </a:p>
        </p:txBody>
      </p:sp>
      <p:sp>
        <p:nvSpPr>
          <p:cNvPr id="16" name="S43">
            <a:extLst>
              <a:ext uri="{FF2B5EF4-FFF2-40B4-BE49-F238E27FC236}">
                <a16:creationId xmlns:a16="http://schemas.microsoft.com/office/drawing/2014/main" id="{48CDAB86-E4A8-F720-9467-663A25B5B790}"/>
              </a:ext>
            </a:extLst>
          </p:cNvPr>
          <p:cNvSpPr>
            <a:spLocks noGrp="1"/>
          </p:cNvSpPr>
          <p:nvPr/>
        </p:nvSpPr>
        <p:spPr>
          <a:xfrm>
            <a:off x="968375" y="3313271"/>
            <a:ext cx="76200" cy="764540"/>
          </a:xfrm>
          <a:prstGeom prst="rect">
            <a:avLst/>
          </a:prstGeom>
          <a:solidFill>
            <a:srgbClr val="0076D4"/>
          </a:solidFill>
          <a:ln>
            <a:noFill/>
          </a:ln>
        </p:spPr>
        <p:txBody>
          <a:bodyPr wrap="square" anchor="ctr"/>
          <a:lstStyle/>
          <a:p>
            <a:endParaRPr lang="en-US" dirty="0"/>
          </a:p>
        </p:txBody>
      </p:sp>
      <p:sp>
        <p:nvSpPr>
          <p:cNvPr id="17" name="S44">
            <a:extLst>
              <a:ext uri="{FF2B5EF4-FFF2-40B4-BE49-F238E27FC236}">
                <a16:creationId xmlns:a16="http://schemas.microsoft.com/office/drawing/2014/main" id="{7DF4CA5F-719F-F6F4-0011-7E2A4E90C82A}"/>
              </a:ext>
            </a:extLst>
          </p:cNvPr>
          <p:cNvSpPr>
            <a:spLocks noGrp="1"/>
          </p:cNvSpPr>
          <p:nvPr/>
        </p:nvSpPr>
        <p:spPr>
          <a:xfrm>
            <a:off x="1120775" y="3505041"/>
            <a:ext cx="381000" cy="381000"/>
          </a:xfrm>
          <a:prstGeom prst="rect">
            <a:avLst/>
          </a:prstGeom>
          <a:solidFill>
            <a:srgbClr val="0076D4"/>
          </a:solidFill>
          <a:ln>
            <a:noFill/>
          </a:ln>
        </p:spPr>
        <p:txBody>
          <a:bodyPr wrap="square" anchor="ctr">
            <a:normAutofit/>
          </a:bodyPr>
          <a:lstStyle/>
          <a:p>
            <a:pPr algn="ctr">
              <a:buNone/>
            </a:pPr>
            <a:r>
              <a:rPr lang="en-US" sz="1500" b="1" dirty="0">
                <a:solidFill>
                  <a:srgbClr val="FFFFFF"/>
                </a:solidFill>
                <a:latin typeface="Segoe UI" panose="020B0502040204020203" pitchFamily="34" charset="0"/>
              </a:rPr>
              <a:t>2</a:t>
            </a:r>
          </a:p>
        </p:txBody>
      </p:sp>
      <p:sp>
        <p:nvSpPr>
          <p:cNvPr id="18" name="S45">
            <a:extLst>
              <a:ext uri="{FF2B5EF4-FFF2-40B4-BE49-F238E27FC236}">
                <a16:creationId xmlns:a16="http://schemas.microsoft.com/office/drawing/2014/main" id="{846707DB-A9BA-7CCA-17EB-9C9AAAAD2E91}"/>
              </a:ext>
            </a:extLst>
          </p:cNvPr>
          <p:cNvSpPr>
            <a:spLocks noGrp="1"/>
          </p:cNvSpPr>
          <p:nvPr/>
        </p:nvSpPr>
        <p:spPr>
          <a:xfrm>
            <a:off x="1628775" y="3313271"/>
            <a:ext cx="6394450" cy="764540"/>
          </a:xfrm>
          <a:prstGeom prst="rect">
            <a:avLst/>
          </a:prstGeom>
          <a:noFill/>
          <a:ln>
            <a:noFill/>
          </a:ln>
        </p:spPr>
        <p:txBody>
          <a:bodyPr wrap="square" anchor="ctr">
            <a:normAutofit/>
          </a:bodyPr>
          <a:lstStyle/>
          <a:p>
            <a:pPr marL="0" indent="0">
              <a:buNone/>
            </a:pPr>
            <a:r>
              <a:rPr lang="en-US" sz="1400" b="1" dirty="0">
                <a:solidFill>
                  <a:srgbClr val="FFFFFF"/>
                </a:solidFill>
                <a:latin typeface="Segoe UI" panose="020B0502040204020203" pitchFamily="34" charset="0"/>
              </a:rPr>
              <a:t>Boot Protections &amp; Platform Trust</a:t>
            </a:r>
          </a:p>
          <a:p>
            <a:pPr marL="0" indent="0">
              <a:buNone/>
            </a:pPr>
            <a:r>
              <a:rPr lang="en-US" sz="1100" dirty="0">
                <a:solidFill>
                  <a:srgbClr val="8ECAE6"/>
                </a:solidFill>
                <a:latin typeface="Segoe UI" panose="020B0502040204020203" pitchFamily="34" charset="0"/>
              </a:rPr>
              <a:t>Measured boot, UEFI integrity</a:t>
            </a:r>
          </a:p>
        </p:txBody>
      </p:sp>
      <p:sp>
        <p:nvSpPr>
          <p:cNvPr id="19" name="S46">
            <a:extLst>
              <a:ext uri="{FF2B5EF4-FFF2-40B4-BE49-F238E27FC236}">
                <a16:creationId xmlns:a16="http://schemas.microsoft.com/office/drawing/2014/main" id="{F9BD96DD-39CA-C6A2-CD5F-0C8C06B4FCAF}"/>
              </a:ext>
            </a:extLst>
          </p:cNvPr>
          <p:cNvSpPr>
            <a:spLocks noGrp="1"/>
          </p:cNvSpPr>
          <p:nvPr/>
        </p:nvSpPr>
        <p:spPr>
          <a:xfrm>
            <a:off x="381000" y="4141311"/>
            <a:ext cx="8382000" cy="764540"/>
          </a:xfrm>
          <a:prstGeom prst="rect">
            <a:avLst/>
          </a:prstGeom>
          <a:solidFill>
            <a:srgbClr val="243A5E"/>
          </a:solidFill>
          <a:ln>
            <a:noFill/>
          </a:ln>
        </p:spPr>
        <p:txBody>
          <a:bodyPr wrap="square" anchor="ctr"/>
          <a:lstStyle/>
          <a:p>
            <a:endParaRPr lang="en-US" dirty="0"/>
          </a:p>
        </p:txBody>
      </p:sp>
      <p:sp>
        <p:nvSpPr>
          <p:cNvPr id="20" name="S47">
            <a:extLst>
              <a:ext uri="{FF2B5EF4-FFF2-40B4-BE49-F238E27FC236}">
                <a16:creationId xmlns:a16="http://schemas.microsoft.com/office/drawing/2014/main" id="{A162362D-E434-8219-4884-4FECF26ED7A8}"/>
              </a:ext>
            </a:extLst>
          </p:cNvPr>
          <p:cNvSpPr>
            <a:spLocks noGrp="1"/>
          </p:cNvSpPr>
          <p:nvPr/>
        </p:nvSpPr>
        <p:spPr>
          <a:xfrm>
            <a:off x="381000" y="4141311"/>
            <a:ext cx="76200" cy="764540"/>
          </a:xfrm>
          <a:prstGeom prst="rect">
            <a:avLst/>
          </a:prstGeom>
          <a:solidFill>
            <a:srgbClr val="8ECAE6"/>
          </a:solidFill>
          <a:ln>
            <a:noFill/>
          </a:ln>
        </p:spPr>
        <p:txBody>
          <a:bodyPr wrap="square" anchor="ctr"/>
          <a:lstStyle/>
          <a:p>
            <a:endParaRPr lang="en-US" dirty="0"/>
          </a:p>
        </p:txBody>
      </p:sp>
      <p:sp>
        <p:nvSpPr>
          <p:cNvPr id="21" name="S48">
            <a:extLst>
              <a:ext uri="{FF2B5EF4-FFF2-40B4-BE49-F238E27FC236}">
                <a16:creationId xmlns:a16="http://schemas.microsoft.com/office/drawing/2014/main" id="{36C0A8E8-388A-715A-D374-BC7AAA831783}"/>
              </a:ext>
            </a:extLst>
          </p:cNvPr>
          <p:cNvSpPr>
            <a:spLocks noGrp="1"/>
          </p:cNvSpPr>
          <p:nvPr/>
        </p:nvSpPr>
        <p:spPr>
          <a:xfrm>
            <a:off x="533400" y="4333081"/>
            <a:ext cx="381000" cy="381000"/>
          </a:xfrm>
          <a:prstGeom prst="rect">
            <a:avLst/>
          </a:prstGeom>
          <a:solidFill>
            <a:srgbClr val="8ECAE6"/>
          </a:solidFill>
          <a:ln>
            <a:noFill/>
          </a:ln>
        </p:spPr>
        <p:txBody>
          <a:bodyPr wrap="square" anchor="ctr">
            <a:normAutofit/>
          </a:bodyPr>
          <a:lstStyle/>
          <a:p>
            <a:pPr algn="ctr">
              <a:buNone/>
            </a:pPr>
            <a:r>
              <a:rPr lang="en-US" sz="1500" b="1" dirty="0">
                <a:solidFill>
                  <a:srgbClr val="FFFFFF"/>
                </a:solidFill>
                <a:latin typeface="Segoe UI" panose="020B0502040204020203" pitchFamily="34" charset="0"/>
              </a:rPr>
              <a:t>1</a:t>
            </a:r>
          </a:p>
        </p:txBody>
      </p:sp>
      <p:sp>
        <p:nvSpPr>
          <p:cNvPr id="22" name="S49">
            <a:extLst>
              <a:ext uri="{FF2B5EF4-FFF2-40B4-BE49-F238E27FC236}">
                <a16:creationId xmlns:a16="http://schemas.microsoft.com/office/drawing/2014/main" id="{2AC35877-32E6-2D17-76A8-A4D8F1B5386A}"/>
              </a:ext>
            </a:extLst>
          </p:cNvPr>
          <p:cNvSpPr>
            <a:spLocks noGrp="1"/>
          </p:cNvSpPr>
          <p:nvPr/>
        </p:nvSpPr>
        <p:spPr>
          <a:xfrm>
            <a:off x="1041400" y="4141311"/>
            <a:ext cx="7569200" cy="764540"/>
          </a:xfrm>
          <a:prstGeom prst="rect">
            <a:avLst/>
          </a:prstGeom>
          <a:noFill/>
          <a:ln>
            <a:noFill/>
          </a:ln>
        </p:spPr>
        <p:txBody>
          <a:bodyPr wrap="square" anchor="ctr">
            <a:normAutofit/>
          </a:bodyPr>
          <a:lstStyle/>
          <a:p>
            <a:pPr marL="0" indent="0">
              <a:buNone/>
            </a:pPr>
            <a:r>
              <a:rPr lang="en-US" sz="1400" b="1" dirty="0">
                <a:solidFill>
                  <a:srgbClr val="FFFFFF"/>
                </a:solidFill>
                <a:latin typeface="Segoe UI" panose="020B0502040204020203" pitchFamily="34" charset="0"/>
              </a:rPr>
              <a:t>TPM 2.0 &amp; Secure Boot</a:t>
            </a:r>
          </a:p>
          <a:p>
            <a:pPr marL="0" indent="0">
              <a:buNone/>
            </a:pPr>
            <a:r>
              <a:rPr lang="en-US" sz="1100" dirty="0">
                <a:solidFill>
                  <a:srgbClr val="8ECAE6"/>
                </a:solidFill>
                <a:latin typeface="Segoe UI" panose="020B0502040204020203" pitchFamily="34" charset="0"/>
              </a:rPr>
              <a:t>Hardware-rooted trust</a:t>
            </a:r>
          </a:p>
        </p:txBody>
      </p:sp>
      <p:pic>
        <p:nvPicPr>
          <p:cNvPr id="23" name="Graphic 53" descr="Firewall policy shield">
            <a:extLst>
              <a:ext uri="{FF2B5EF4-FFF2-40B4-BE49-F238E27FC236}">
                <a16:creationId xmlns:a16="http://schemas.microsoft.com/office/drawing/2014/main" id="{5B26C0D4-0C2A-FB24-3EDE-5BC97EF3419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80100" y="1006951"/>
            <a:ext cx="381000" cy="381000"/>
          </a:xfrm>
          <a:prstGeom prst="rect">
            <a:avLst/>
          </a:prstGeom>
        </p:spPr>
      </p:pic>
      <p:pic>
        <p:nvPicPr>
          <p:cNvPr id="24" name="Graphic 54" descr="Boot protection lock">
            <a:extLst>
              <a:ext uri="{FF2B5EF4-FFF2-40B4-BE49-F238E27FC236}">
                <a16:creationId xmlns:a16="http://schemas.microsoft.com/office/drawing/2014/main" id="{B9101DF3-8580-7CF2-0A2B-10F5344356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64300" y="1845151"/>
            <a:ext cx="381000" cy="381000"/>
          </a:xfrm>
          <a:prstGeom prst="rect">
            <a:avLst/>
          </a:prstGeom>
        </p:spPr>
      </p:pic>
      <p:pic>
        <p:nvPicPr>
          <p:cNvPr id="25" name="Graphic 55" descr="VBS isolated security">
            <a:extLst>
              <a:ext uri="{FF2B5EF4-FFF2-40B4-BE49-F238E27FC236}">
                <a16:creationId xmlns:a16="http://schemas.microsoft.com/office/drawing/2014/main" id="{B5551AC0-130F-73C5-02B3-3EBADA29A2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23100" y="2670651"/>
            <a:ext cx="381000" cy="381000"/>
          </a:xfrm>
          <a:prstGeom prst="rect">
            <a:avLst/>
          </a:prstGeom>
        </p:spPr>
      </p:pic>
      <p:pic>
        <p:nvPicPr>
          <p:cNvPr id="26" name="Graphic 56" descr="Credential protection key">
            <a:extLst>
              <a:ext uri="{FF2B5EF4-FFF2-40B4-BE49-F238E27FC236}">
                <a16:creationId xmlns:a16="http://schemas.microsoft.com/office/drawing/2014/main" id="{A958A576-14F9-7B2F-FE8C-C3C474D3C73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21600" y="3496151"/>
            <a:ext cx="381000" cy="381000"/>
          </a:xfrm>
          <a:prstGeom prst="rect">
            <a:avLst/>
          </a:prstGeom>
        </p:spPr>
      </p:pic>
      <p:pic>
        <p:nvPicPr>
          <p:cNvPr id="27" name="Graphic 57" descr="Hardware trust fingerprint">
            <a:extLst>
              <a:ext uri="{FF2B5EF4-FFF2-40B4-BE49-F238E27FC236}">
                <a16:creationId xmlns:a16="http://schemas.microsoft.com/office/drawing/2014/main" id="{2918E547-77D2-7FF8-6061-BDFDC4D6F28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80400" y="4321651"/>
            <a:ext cx="381000" cy="381000"/>
          </a:xfrm>
          <a:prstGeom prst="rect">
            <a:avLst/>
          </a:prstGeom>
        </p:spPr>
      </p:pic>
      <p:sp>
        <p:nvSpPr>
          <p:cNvPr id="28" name="Course footer">
            <a:extLst>
              <a:ext uri="{FF2B5EF4-FFF2-40B4-BE49-F238E27FC236}">
                <a16:creationId xmlns:a16="http://schemas.microsoft.com/office/drawing/2014/main" id="{255A1899-CBDC-7C25-9F0C-6981D11E2C93}"/>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6 | Security &amp; Hardening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9" name="TextBox 28">
            <a:extLst>
              <a:ext uri="{FF2B5EF4-FFF2-40B4-BE49-F238E27FC236}">
                <a16:creationId xmlns:a16="http://schemas.microsoft.com/office/drawing/2014/main" id="{DD61B1F4-4891-4502-5FAE-B9CA1B042D75}"/>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98504240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71737-0B81-C5D8-500A-2C471ECF67BE}"/>
              </a:ext>
            </a:extLst>
          </p:cNvPr>
          <p:cNvSpPr>
            <a:spLocks noGrp="1"/>
          </p:cNvSpPr>
          <p:nvPr>
            <p:ph type="title"/>
          </p:nvPr>
        </p:nvSpPr>
        <p:spPr/>
        <p:txBody>
          <a:bodyPr wrap="square">
            <a:noAutofit/>
          </a:bodyPr>
          <a:lstStyle/>
          <a:p>
            <a:r>
              <a:rPr lang="en-GB"/>
              <a:t>Secured-Core and Security Baselines</a:t>
            </a:r>
          </a:p>
        </p:txBody>
      </p:sp>
      <p:sp>
        <p:nvSpPr>
          <p:cNvPr id="3" name="Text 5">
            <a:extLst>
              <a:ext uri="{FF2B5EF4-FFF2-40B4-BE49-F238E27FC236}">
                <a16:creationId xmlns:a16="http://schemas.microsoft.com/office/drawing/2014/main" id="{8E04182C-2846-DE92-6D7C-A29D9155856D}"/>
              </a:ext>
            </a:extLst>
          </p:cNvPr>
          <p:cNvSpPr/>
          <p:nvPr/>
        </p:nvSpPr>
        <p:spPr>
          <a:xfrm>
            <a:off x="274320" y="854551"/>
            <a:ext cx="8595360" cy="393192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Secured-core combines hardware, firmware, and virtualisation-backed protections</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Security baselines help standardise hardening across deployments</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Validation is required before broad rollout</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Security posture depends on capability AND correct configuration</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Baselines reduce drift — but do not replace operational review and monitoring</a:t>
            </a:r>
            <a:endParaRPr lang="en-US" sz="1600" dirty="0">
              <a:latin typeface="Segoe UI" panose="020B0502040204020203" pitchFamily="34" charset="0"/>
            </a:endParaRPr>
          </a:p>
        </p:txBody>
      </p:sp>
      <p:sp>
        <p:nvSpPr>
          <p:cNvPr id="4" name="Shape 6">
            <a:extLst>
              <a:ext uri="{FF2B5EF4-FFF2-40B4-BE49-F238E27FC236}">
                <a16:creationId xmlns:a16="http://schemas.microsoft.com/office/drawing/2014/main" id="{4D028EA5-4AB5-19F2-0C1D-396733BE47A3}"/>
              </a:ext>
            </a:extLst>
          </p:cNvPr>
          <p:cNvSpPr/>
          <p:nvPr/>
        </p:nvSpPr>
        <p:spPr>
          <a:xfrm>
            <a:off x="228600" y="3780631"/>
            <a:ext cx="8686800" cy="1097280"/>
          </a:xfrm>
          <a:prstGeom prst="rect">
            <a:avLst/>
          </a:prstGeom>
          <a:solidFill>
            <a:srgbClr val="FFF3CD"/>
          </a:solidFill>
          <a:ln w="19050">
            <a:solidFill>
              <a:srgbClr val="0076D4"/>
            </a:solidFill>
            <a:prstDash val="solid"/>
          </a:ln>
        </p:spPr>
        <p:txBody>
          <a:bodyPr/>
          <a:lstStyle/>
          <a:p>
            <a:endParaRPr lang="en-GB"/>
          </a:p>
        </p:txBody>
      </p:sp>
      <p:pic>
        <p:nvPicPr>
          <p:cNvPr id="5" name="Image 0" descr="preencoded.png">
            <a:extLst>
              <a:ext uri="{FF2B5EF4-FFF2-40B4-BE49-F238E27FC236}">
                <a16:creationId xmlns:a16="http://schemas.microsoft.com/office/drawing/2014/main" id="{49A8026E-CF4A-F1EA-C06F-A484FEB89AB6}"/>
              </a:ext>
            </a:extLst>
          </p:cNvPr>
          <p:cNvPicPr>
            <a:picLocks noChangeAspect="1"/>
          </p:cNvPicPr>
          <p:nvPr/>
        </p:nvPicPr>
        <p:blipFill>
          <a:blip r:embed="rId2"/>
          <a:stretch>
            <a:fillRect/>
          </a:stretch>
        </p:blipFill>
        <p:spPr>
          <a:xfrm>
            <a:off x="365760" y="3917791"/>
            <a:ext cx="411480" cy="411480"/>
          </a:xfrm>
          <a:prstGeom prst="rect">
            <a:avLst/>
          </a:prstGeom>
        </p:spPr>
      </p:pic>
      <p:sp>
        <p:nvSpPr>
          <p:cNvPr id="6" name="Text 7">
            <a:extLst>
              <a:ext uri="{FF2B5EF4-FFF2-40B4-BE49-F238E27FC236}">
                <a16:creationId xmlns:a16="http://schemas.microsoft.com/office/drawing/2014/main" id="{346E3946-D235-A392-7DDE-69F931BCB354}"/>
              </a:ext>
            </a:extLst>
          </p:cNvPr>
          <p:cNvSpPr/>
          <p:nvPr/>
        </p:nvSpPr>
        <p:spPr>
          <a:xfrm>
            <a:off x="868680" y="3826351"/>
            <a:ext cx="7863840" cy="914400"/>
          </a:xfrm>
          <a:prstGeom prst="rect">
            <a:avLst/>
          </a:prstGeom>
          <a:noFill/>
          <a:ln/>
        </p:spPr>
        <p:txBody>
          <a:bodyPr wrap="square" lIns="0" tIns="0" rIns="0" bIns="0" rtlCol="0" anchor="ctr">
            <a:normAutofit/>
          </a:bodyPr>
          <a:lstStyle/>
          <a:p>
            <a:pPr marL="0" indent="0" algn="l">
              <a:buNone/>
            </a:pPr>
            <a:r>
              <a:rPr lang="en-US" sz="1200" dirty="0">
                <a:solidFill>
                  <a:srgbClr val="FB8500"/>
                </a:solidFill>
                <a:latin typeface="Segoe UI" panose="020B0502040204020203" pitchFamily="34" charset="0"/>
                <a:ea typeface="Calibri" pitchFamily="34" charset="-122"/>
                <a:cs typeface="Calibri" pitchFamily="34" charset="-120"/>
              </a:rPr>
              <a:t>Secured-core is not a single toggle. Baselines are not blindly applied without testing — always validate in a non-production environment first.</a:t>
            </a:r>
            <a:endParaRPr lang="en-US" sz="1200" dirty="0">
              <a:latin typeface="Segoe UI" panose="020B0502040204020203" pitchFamily="34" charset="0"/>
            </a:endParaRPr>
          </a:p>
        </p:txBody>
      </p:sp>
      <p:sp>
        <p:nvSpPr>
          <p:cNvPr id="7" name="Course footer">
            <a:extLst>
              <a:ext uri="{FF2B5EF4-FFF2-40B4-BE49-F238E27FC236}">
                <a16:creationId xmlns:a16="http://schemas.microsoft.com/office/drawing/2014/main" id="{519CCD16-33BB-93DF-D2A0-18EF97166018}"/>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6 | Security &amp; Hardening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8E037C90-7644-9CCA-D8EF-C339473ACA7D}"/>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99654503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A35CB-B36C-14C3-1155-9872D790FC88}"/>
              </a:ext>
            </a:extLst>
          </p:cNvPr>
          <p:cNvSpPr>
            <a:spLocks noGrp="1"/>
          </p:cNvSpPr>
          <p:nvPr>
            <p:ph type="title"/>
          </p:nvPr>
        </p:nvSpPr>
        <p:spPr/>
        <p:txBody>
          <a:bodyPr wrap="square">
            <a:noAutofit/>
          </a:bodyPr>
          <a:lstStyle/>
          <a:p>
            <a:r>
              <a:rPr lang="en-GB"/>
              <a:t>Virtualization-Based Security &amp; Credential Guard</a:t>
            </a:r>
          </a:p>
        </p:txBody>
      </p:sp>
      <p:sp>
        <p:nvSpPr>
          <p:cNvPr id="3" name="Shape 0">
            <a:extLst>
              <a:ext uri="{FF2B5EF4-FFF2-40B4-BE49-F238E27FC236}">
                <a16:creationId xmlns:a16="http://schemas.microsoft.com/office/drawing/2014/main" id="{4B249F1D-93FE-FE9B-CB48-294CAF65C1B4}"/>
              </a:ext>
            </a:extLst>
          </p:cNvPr>
          <p:cNvSpPr/>
          <p:nvPr/>
        </p:nvSpPr>
        <p:spPr>
          <a:xfrm>
            <a:off x="228600" y="51435"/>
            <a:ext cx="164592" cy="5143500"/>
          </a:xfrm>
          <a:prstGeom prst="rect">
            <a:avLst/>
          </a:prstGeom>
          <a:solidFill>
            <a:srgbClr val="0076D4"/>
          </a:solidFill>
          <a:ln w="12700">
            <a:solidFill>
              <a:srgbClr val="0076D4"/>
            </a:solidFill>
            <a:prstDash val="solid"/>
          </a:ln>
        </p:spPr>
        <p:txBody>
          <a:bodyPr/>
          <a:lstStyle/>
          <a:p>
            <a:endParaRPr lang="en-US"/>
          </a:p>
        </p:txBody>
      </p:sp>
      <p:sp>
        <p:nvSpPr>
          <p:cNvPr id="4" name="Body">
            <a:extLst>
              <a:ext uri="{FF2B5EF4-FFF2-40B4-BE49-F238E27FC236}">
                <a16:creationId xmlns:a16="http://schemas.microsoft.com/office/drawing/2014/main" id="{7670B008-13A7-9487-2008-80F2B1BDCC54}"/>
              </a:ext>
            </a:extLst>
          </p:cNvPr>
          <p:cNvSpPr/>
          <p:nvPr/>
        </p:nvSpPr>
        <p:spPr>
          <a:xfrm>
            <a:off x="685800" y="1080135"/>
            <a:ext cx="8229600" cy="3657600"/>
          </a:xfrm>
          <a:prstGeom prst="rect">
            <a:avLst/>
          </a:prstGeom>
          <a:noFill/>
          <a:ln/>
        </p:spPr>
        <p:txBody>
          <a:bodyPr wrap="square" lIns="91440" tIns="45720" rIns="91440" bIns="45720" rtlCol="0" anchor="t">
            <a:normAutofit/>
          </a:bodyPr>
          <a:lstStyle/>
          <a:p>
            <a:pPr marL="342900" indent="-342900" algn="l">
              <a:buChar char="•"/>
            </a:pPr>
            <a:r>
              <a:rPr lang="en-US" sz="1600" b="1" dirty="0">
                <a:solidFill>
                  <a:srgbClr val="023047"/>
                </a:solidFill>
                <a:latin typeface="Segoe UI" panose="020B0502040204020203" pitchFamily="34" charset="0"/>
              </a:rPr>
              <a:t>VBS uses the Hyper-V hypervisor to create an isolated secure memory region outside the normal OS</a:t>
            </a:r>
          </a:p>
          <a:p>
            <a:pPr marL="342900" indent="-342900" algn="l">
              <a:buChar char="•"/>
            </a:pPr>
            <a:r>
              <a:rPr lang="en-US" sz="1600" b="1" dirty="0">
                <a:solidFill>
                  <a:srgbClr val="023047"/>
                </a:solidFill>
                <a:latin typeface="Segoe UI" panose="020B0502040204020203" pitchFamily="34" charset="0"/>
              </a:rPr>
              <a:t>HVCI (Hypervisor-Protected Code Integrity) runs kernel code integrity checks inside VBS — prevents unsigned or malicious drivers loading</a:t>
            </a:r>
          </a:p>
          <a:p>
            <a:pPr marL="342900" indent="-342900" algn="l">
              <a:buChar char="•"/>
            </a:pPr>
            <a:r>
              <a:rPr lang="en-US" sz="1600" b="1" dirty="0">
                <a:solidFill>
                  <a:srgbClr val="023047"/>
                </a:solidFill>
                <a:latin typeface="Segoe UI" panose="020B0502040204020203" pitchFamily="34" charset="0"/>
              </a:rPr>
              <a:t>Credential Guard isolates NTLM hashes and Kerberos TGTs in a VBS-protected LSA process (LSAIso.exe)</a:t>
            </a:r>
          </a:p>
          <a:p>
            <a:pPr marL="342900" indent="-342900" algn="l">
              <a:buChar char="•"/>
            </a:pPr>
            <a:r>
              <a:rPr lang="en-US" sz="1600" b="1" dirty="0">
                <a:solidFill>
                  <a:srgbClr val="023047"/>
                </a:solidFill>
                <a:latin typeface="Segoe UI" panose="020B0502040204020203" pitchFamily="34" charset="0"/>
              </a:rPr>
              <a:t>Credential Guard is enabled by default in Windows Server 2025 on domain-joined, non-DC systems that meet hardware requirements</a:t>
            </a:r>
          </a:p>
          <a:p>
            <a:pPr marL="342900" indent="-342900" algn="l">
              <a:buChar char="•"/>
            </a:pPr>
            <a:r>
              <a:rPr lang="en-US" sz="1600" b="1" dirty="0">
                <a:solidFill>
                  <a:srgbClr val="023047"/>
                </a:solidFill>
                <a:latin typeface="Segoe UI" panose="020B0502040204020203" pitchFamily="34" charset="0"/>
              </a:rPr>
              <a:t>LSA Protection (PPL) prevents memory dumping of LSASS — complements Credential Guard; enabled by default in WS2025</a:t>
            </a:r>
          </a:p>
          <a:p>
            <a:pPr marL="342900" indent="-342900" algn="l">
              <a:buChar char="•"/>
            </a:pPr>
            <a:r>
              <a:rPr lang="en-US" sz="1600" b="1" dirty="0">
                <a:solidFill>
                  <a:srgbClr val="023047"/>
                </a:solidFill>
                <a:latin typeface="Segoe UI" panose="020B0502040204020203" pitchFamily="34" charset="0"/>
              </a:rPr>
              <a:t>Protects against Pass-the-Hash, Pass-the-Ticket, and credential-dumping attacks (e.g. Mimikatz)</a:t>
            </a:r>
          </a:p>
          <a:p>
            <a:pPr marL="0" indent="0" algn="l">
              <a:buNone/>
            </a:pPr>
            <a:r>
              <a:rPr lang="en-US" sz="1300" b="1" i="1" dirty="0">
                <a:solidFill>
                  <a:srgbClr val="219EBC"/>
                </a:solidFill>
                <a:latin typeface="Segoe UI" panose="020B0502040204020203" pitchFamily="34" charset="0"/>
              </a:rPr>
              <a:t>Hardware requirements: UEFI 2.3.1+, Secure Boot, 64-bit CPU with virtualisation extensions, SLAT, TPM 2.0 recommended</a:t>
            </a:r>
          </a:p>
        </p:txBody>
      </p:sp>
      <p:sp>
        <p:nvSpPr>
          <p:cNvPr id="5" name="Footer">
            <a:extLst>
              <a:ext uri="{FF2B5EF4-FFF2-40B4-BE49-F238E27FC236}">
                <a16:creationId xmlns:a16="http://schemas.microsoft.com/office/drawing/2014/main" id="{020D0655-80D3-2B82-6751-6F151EA1E6DA}"/>
              </a:ext>
            </a:extLst>
          </p:cNvPr>
          <p:cNvSpPr/>
          <p:nvPr/>
        </p:nvSpPr>
        <p:spPr>
          <a:xfrm>
            <a:off x="685800" y="4852035"/>
            <a:ext cx="8229600" cy="228600"/>
          </a:xfrm>
          <a:prstGeom prst="rect">
            <a:avLst/>
          </a:prstGeom>
          <a:noFill/>
          <a:ln/>
        </p:spPr>
        <p:txBody>
          <a:bodyPr wrap="square" lIns="0" tIns="0" rIns="0" bIns="0" rtlCol="0" anchor="ctr">
            <a:normAutofit/>
          </a:bodyPr>
          <a:lstStyle/>
          <a:p>
            <a:pPr marL="0" indent="0" algn="l">
              <a:buNone/>
            </a:pPr>
            <a:r>
              <a:rPr lang="en-US" sz="900" dirty="0">
                <a:solidFill>
                  <a:srgbClr val="8ECAE6"/>
                </a:solidFill>
                <a:latin typeface="Segoe UI" panose="020B0502040204020203" pitchFamily="34" charset="0"/>
              </a:rPr>
              <a:t>Windows Server 2025 | Chapter 6: Security &amp; Hardening</a:t>
            </a:r>
          </a:p>
        </p:txBody>
      </p:sp>
      <p:sp>
        <p:nvSpPr>
          <p:cNvPr id="6" name="Course footer">
            <a:extLst>
              <a:ext uri="{FF2B5EF4-FFF2-40B4-BE49-F238E27FC236}">
                <a16:creationId xmlns:a16="http://schemas.microsoft.com/office/drawing/2014/main" id="{BF4B6C9E-E997-2837-CCA6-57E1804629B7}"/>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6 | Security &amp; Hardening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16F98C7B-EBCF-8309-E8C9-97E7AA02F049}"/>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63975009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BD096-5428-252E-F950-23A402C0BA56}"/>
              </a:ext>
            </a:extLst>
          </p:cNvPr>
          <p:cNvSpPr>
            <a:spLocks noGrp="1"/>
          </p:cNvSpPr>
          <p:nvPr>
            <p:ph type="title"/>
          </p:nvPr>
        </p:nvSpPr>
        <p:spPr/>
        <p:txBody>
          <a:bodyPr wrap="square">
            <a:noAutofit/>
          </a:bodyPr>
          <a:lstStyle/>
          <a:p>
            <a:r>
              <a:rPr lang="en-GB"/>
              <a:t>SMB</a:t>
            </a:r>
          </a:p>
        </p:txBody>
      </p:sp>
      <p:sp>
        <p:nvSpPr>
          <p:cNvPr id="3" name="Shape 0">
            <a:extLst>
              <a:ext uri="{FF2B5EF4-FFF2-40B4-BE49-F238E27FC236}">
                <a16:creationId xmlns:a16="http://schemas.microsoft.com/office/drawing/2014/main" id="{F5CB7603-C5CE-15AE-EC75-5F8078E12926}"/>
              </a:ext>
            </a:extLst>
          </p:cNvPr>
          <p:cNvSpPr/>
          <p:nvPr/>
        </p:nvSpPr>
        <p:spPr>
          <a:xfrm>
            <a:off x="228600" y="51435"/>
            <a:ext cx="164592" cy="5143500"/>
          </a:xfrm>
          <a:prstGeom prst="rect">
            <a:avLst/>
          </a:prstGeom>
          <a:solidFill>
            <a:srgbClr val="0076D4"/>
          </a:solidFill>
          <a:ln w="12700">
            <a:solidFill>
              <a:srgbClr val="0076D4"/>
            </a:solidFill>
            <a:prstDash val="solid"/>
          </a:ln>
        </p:spPr>
        <p:txBody>
          <a:bodyPr/>
          <a:lstStyle/>
          <a:p>
            <a:endParaRPr lang="en-US"/>
          </a:p>
        </p:txBody>
      </p:sp>
      <p:sp>
        <p:nvSpPr>
          <p:cNvPr id="4" name="LeftCol">
            <a:extLst>
              <a:ext uri="{FF2B5EF4-FFF2-40B4-BE49-F238E27FC236}">
                <a16:creationId xmlns:a16="http://schemas.microsoft.com/office/drawing/2014/main" id="{F35537F6-31E6-C0FC-71D7-2627E6C55409}"/>
              </a:ext>
            </a:extLst>
          </p:cNvPr>
          <p:cNvSpPr/>
          <p:nvPr/>
        </p:nvSpPr>
        <p:spPr>
          <a:xfrm>
            <a:off x="685800" y="1080135"/>
            <a:ext cx="3962400" cy="3657600"/>
          </a:xfrm>
          <a:prstGeom prst="rect">
            <a:avLst/>
          </a:prstGeom>
          <a:noFill/>
          <a:ln/>
        </p:spPr>
        <p:txBody>
          <a:bodyPr wrap="square" lIns="91440" tIns="45720" rIns="91440" bIns="45720" rtlCol="0" anchor="t">
            <a:normAutofit lnSpcReduction="10000"/>
          </a:bodyPr>
          <a:lstStyle/>
          <a:p>
            <a:pPr marL="0" indent="0" algn="l">
              <a:buNone/>
            </a:pPr>
            <a:r>
              <a:rPr lang="en-US" sz="1500" b="1" dirty="0">
                <a:solidFill>
                  <a:srgbClr val="219EBC"/>
                </a:solidFill>
                <a:latin typeface="Segoe UI" panose="020B0502040204020203" pitchFamily="34" charset="0"/>
              </a:rPr>
              <a:t>Signing &amp; Encryption</a:t>
            </a:r>
          </a:p>
          <a:p>
            <a:pPr marL="342900" indent="-342900" algn="l">
              <a:buChar char="•"/>
            </a:pPr>
            <a:r>
              <a:rPr lang="en-US" sz="1400" dirty="0">
                <a:solidFill>
                  <a:srgbClr val="333333"/>
                </a:solidFill>
                <a:latin typeface="Segoe UI" panose="020B0502040204020203" pitchFamily="34" charset="0"/>
              </a:rPr>
              <a:t>SMB signing required by default for ALL outbound connections (previously only SYSVOL/NETLOGON)</a:t>
            </a:r>
          </a:p>
          <a:p>
            <a:pPr marL="342900" indent="-342900" algn="l">
              <a:buChar char="•"/>
            </a:pPr>
            <a:r>
              <a:rPr lang="en-US" sz="1400" dirty="0">
                <a:solidFill>
                  <a:srgbClr val="333333"/>
                </a:solidFill>
                <a:latin typeface="Segoe UI" panose="020B0502040204020203" pitchFamily="34" charset="0"/>
              </a:rPr>
              <a:t>SMB encryption enforced for all outbound client connections</a:t>
            </a:r>
          </a:p>
          <a:p>
            <a:pPr marL="342900" indent="-342900" algn="l">
              <a:buChar char="•"/>
            </a:pPr>
            <a:r>
              <a:rPr lang="en-US" sz="1400" dirty="0">
                <a:solidFill>
                  <a:srgbClr val="333333"/>
                </a:solidFill>
                <a:latin typeface="Segoe UI" panose="020B0502040204020203" pitchFamily="34" charset="0"/>
              </a:rPr>
              <a:t>Dialect control: enforce SMB 3.1.1 minimum; block legacy protocols</a:t>
            </a:r>
          </a:p>
          <a:p>
            <a:pPr marL="0" indent="0" algn="l">
              <a:buNone/>
            </a:pPr>
            <a:r>
              <a:rPr lang="en-US" sz="1500" b="1" dirty="0">
                <a:solidFill>
                  <a:srgbClr val="219EBC"/>
                </a:solidFill>
                <a:latin typeface="Segoe UI" panose="020B0502040204020203" pitchFamily="34" charset="0"/>
              </a:rPr>
              <a:t>NTLM &amp; Authentication</a:t>
            </a:r>
          </a:p>
          <a:p>
            <a:pPr marL="342900" indent="-342900" algn="l">
              <a:buChar char="•"/>
            </a:pPr>
            <a:r>
              <a:rPr lang="en-US" sz="1400" dirty="0">
                <a:solidFill>
                  <a:srgbClr val="333333"/>
                </a:solidFill>
                <a:latin typeface="Segoe UI" panose="020B0502040204020203" pitchFamily="34" charset="0"/>
              </a:rPr>
              <a:t>SMB NTLM blocking: prevents downgrade from Kerberos on outbound connections</a:t>
            </a:r>
          </a:p>
          <a:p>
            <a:pPr marL="342900" indent="-342900" algn="l">
              <a:buChar char="•"/>
            </a:pPr>
            <a:r>
              <a:rPr lang="en-US" sz="1400" dirty="0">
                <a:solidFill>
                  <a:srgbClr val="333333"/>
                </a:solidFill>
                <a:latin typeface="Segoe UI" panose="020B0502040204020203" pitchFamily="34" charset="0"/>
              </a:rPr>
              <a:t>Authentication rate limiter: delays failed NTLM/PKU2U attempts — blocks brute force</a:t>
            </a:r>
          </a:p>
          <a:p>
            <a:pPr marL="342900" indent="-342900" algn="l">
              <a:buChar char="•"/>
            </a:pPr>
            <a:r>
              <a:rPr lang="en-US" sz="1400" dirty="0">
                <a:solidFill>
                  <a:srgbClr val="333333"/>
                </a:solidFill>
                <a:latin typeface="Segoe UI" panose="020B0502040204020203" pitchFamily="34" charset="0"/>
              </a:rPr>
              <a:t>Guest authentication blocked by default (prevents adversary-in-the-middle scenarios)</a:t>
            </a:r>
          </a:p>
        </p:txBody>
      </p:sp>
      <p:sp>
        <p:nvSpPr>
          <p:cNvPr id="5" name="RightCol">
            <a:extLst>
              <a:ext uri="{FF2B5EF4-FFF2-40B4-BE49-F238E27FC236}">
                <a16:creationId xmlns:a16="http://schemas.microsoft.com/office/drawing/2014/main" id="{8818730B-B5F3-A71A-8028-9D67C07F1FA1}"/>
              </a:ext>
            </a:extLst>
          </p:cNvPr>
          <p:cNvSpPr/>
          <p:nvPr/>
        </p:nvSpPr>
        <p:spPr>
          <a:xfrm>
            <a:off x="4800600" y="1080135"/>
            <a:ext cx="4114800" cy="3657600"/>
          </a:xfrm>
          <a:prstGeom prst="rect">
            <a:avLst/>
          </a:prstGeom>
          <a:noFill/>
          <a:ln/>
        </p:spPr>
        <p:txBody>
          <a:bodyPr wrap="square" lIns="91440" tIns="45720" rIns="91440" bIns="45720" rtlCol="0" anchor="t">
            <a:normAutofit/>
          </a:bodyPr>
          <a:lstStyle/>
          <a:p>
            <a:pPr marL="0" indent="0" algn="l">
              <a:buNone/>
            </a:pPr>
            <a:r>
              <a:rPr lang="en-US" sz="1500" b="1" dirty="0">
                <a:solidFill>
                  <a:srgbClr val="219EBC"/>
                </a:solidFill>
                <a:latin typeface="Segoe UI" panose="020B0502040204020203" pitchFamily="34" charset="0"/>
              </a:rPr>
              <a:t>SMB over QUIC</a:t>
            </a:r>
          </a:p>
          <a:p>
            <a:pPr marL="342900" indent="-342900" algn="l">
              <a:buChar char="•"/>
            </a:pPr>
            <a:r>
              <a:rPr lang="en-US" sz="1400" dirty="0">
                <a:solidFill>
                  <a:srgbClr val="333333"/>
                </a:solidFill>
                <a:latin typeface="Segoe UI" panose="020B0502040204020203" pitchFamily="34" charset="0"/>
              </a:rPr>
              <a:t>Now available in Standard and Datacenter (was Azure Edition only in WS2022)</a:t>
            </a:r>
          </a:p>
          <a:p>
            <a:pPr marL="342900" indent="-342900" algn="l">
              <a:buChar char="•"/>
            </a:pPr>
            <a:r>
              <a:rPr lang="en-US" sz="1400" dirty="0">
                <a:solidFill>
                  <a:srgbClr val="333333"/>
                </a:solidFill>
                <a:latin typeface="Segoe UI" panose="020B0502040204020203" pitchFamily="34" charset="0"/>
              </a:rPr>
              <a:t>Encrypted SMB over UDP/443 (TLS 1.3) — no VPN required for remote users</a:t>
            </a:r>
          </a:p>
          <a:p>
            <a:pPr marL="342900" indent="-342900" algn="l">
              <a:buChar char="•"/>
            </a:pPr>
            <a:r>
              <a:rPr lang="en-US" sz="1400" dirty="0">
                <a:solidFill>
                  <a:srgbClr val="333333"/>
                </a:solidFill>
                <a:latin typeface="Segoe UI" panose="020B0502040204020203" pitchFamily="34" charset="0"/>
              </a:rPr>
              <a:t>Client access control: certificate allowlist/blocklist for QUIC connections</a:t>
            </a:r>
          </a:p>
          <a:p>
            <a:pPr marL="0" indent="0" algn="l">
              <a:buNone/>
            </a:pPr>
            <a:r>
              <a:rPr lang="en-US" sz="1500" b="1" dirty="0">
                <a:solidFill>
                  <a:srgbClr val="219EBC"/>
                </a:solidFill>
                <a:latin typeface="Segoe UI" panose="020B0502040204020203" pitchFamily="34" charset="0"/>
              </a:rPr>
              <a:t>Firewall &amp; Protocol</a:t>
            </a:r>
          </a:p>
          <a:p>
            <a:pPr marL="342900" indent="-342900" algn="l">
              <a:buChar char="•"/>
            </a:pPr>
            <a:r>
              <a:rPr lang="en-US" sz="1400" dirty="0">
                <a:solidFill>
                  <a:srgbClr val="333333"/>
                </a:solidFill>
                <a:latin typeface="Segoe UI" panose="020B0502040204020203" pitchFamily="34" charset="0"/>
              </a:rPr>
              <a:t>New restrictive firewall rule group — NetBIOS ports 137-139 no longer opened by default</a:t>
            </a:r>
          </a:p>
          <a:p>
            <a:pPr marL="342900" indent="-342900" algn="l">
              <a:buChar char="•"/>
            </a:pPr>
            <a:r>
              <a:rPr lang="en-US" sz="1400" dirty="0">
                <a:solidFill>
                  <a:srgbClr val="333333"/>
                </a:solidFill>
                <a:latin typeface="Segoe UI" panose="020B0502040204020203" pitchFamily="34" charset="0"/>
              </a:rPr>
              <a:t>Remote Mailslots disabled by default (deprecated — no auth or authorisation)</a:t>
            </a:r>
          </a:p>
          <a:p>
            <a:pPr marL="342900" indent="-342900" algn="l">
              <a:buChar char="•"/>
            </a:pPr>
            <a:r>
              <a:rPr lang="en-US" sz="1400" dirty="0">
                <a:solidFill>
                  <a:srgbClr val="333333"/>
                </a:solidFill>
                <a:latin typeface="Segoe UI" panose="020B0502040204020203" pitchFamily="34" charset="0"/>
              </a:rPr>
              <a:t>RRAS: PPTP and L2TP VPN disabled by default; use SSTP or IKEv2</a:t>
            </a:r>
          </a:p>
        </p:txBody>
      </p:sp>
      <p:sp>
        <p:nvSpPr>
          <p:cNvPr id="6" name="Course footer">
            <a:extLst>
              <a:ext uri="{FF2B5EF4-FFF2-40B4-BE49-F238E27FC236}">
                <a16:creationId xmlns:a16="http://schemas.microsoft.com/office/drawing/2014/main" id="{8AF726FD-55B2-D8A7-7748-E8C7A5787613}"/>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6 | Security &amp; Hardening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DBDDFA4C-C6B3-B0B1-AC34-34424AC82AFD}"/>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75880660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22259-1F82-9306-4D46-72CDECF1C99F}"/>
              </a:ext>
            </a:extLst>
          </p:cNvPr>
          <p:cNvSpPr>
            <a:spLocks noGrp="1"/>
          </p:cNvSpPr>
          <p:nvPr>
            <p:ph type="title"/>
          </p:nvPr>
        </p:nvSpPr>
        <p:spPr/>
        <p:txBody>
          <a:bodyPr wrap="square">
            <a:noAutofit/>
          </a:bodyPr>
          <a:lstStyle/>
          <a:p>
            <a:r>
              <a:rPr lang="en-GB"/>
              <a:t>Windows Firewall Hardening</a:t>
            </a:r>
          </a:p>
        </p:txBody>
      </p:sp>
      <p:sp>
        <p:nvSpPr>
          <p:cNvPr id="3" name="Shape 0">
            <a:extLst>
              <a:ext uri="{FF2B5EF4-FFF2-40B4-BE49-F238E27FC236}">
                <a16:creationId xmlns:a16="http://schemas.microsoft.com/office/drawing/2014/main" id="{82BB3F29-3B21-074F-0724-466A02B4E764}"/>
              </a:ext>
            </a:extLst>
          </p:cNvPr>
          <p:cNvSpPr/>
          <p:nvPr/>
        </p:nvSpPr>
        <p:spPr>
          <a:xfrm>
            <a:off x="228600" y="51435"/>
            <a:ext cx="164592" cy="5143500"/>
          </a:xfrm>
          <a:prstGeom prst="rect">
            <a:avLst/>
          </a:prstGeom>
          <a:solidFill>
            <a:srgbClr val="0076D4"/>
          </a:solidFill>
          <a:ln w="12700">
            <a:solidFill>
              <a:srgbClr val="0076D4"/>
            </a:solidFill>
            <a:prstDash val="solid"/>
          </a:ln>
        </p:spPr>
        <p:txBody>
          <a:bodyPr/>
          <a:lstStyle/>
          <a:p>
            <a:endParaRPr lang="en-US"/>
          </a:p>
        </p:txBody>
      </p:sp>
      <p:sp>
        <p:nvSpPr>
          <p:cNvPr id="4" name="LeftCol">
            <a:extLst>
              <a:ext uri="{FF2B5EF4-FFF2-40B4-BE49-F238E27FC236}">
                <a16:creationId xmlns:a16="http://schemas.microsoft.com/office/drawing/2014/main" id="{510ED975-7EE7-2B55-CB58-3EBE5D7D8A66}"/>
              </a:ext>
            </a:extLst>
          </p:cNvPr>
          <p:cNvSpPr/>
          <p:nvPr/>
        </p:nvSpPr>
        <p:spPr>
          <a:xfrm>
            <a:off x="685800" y="1080135"/>
            <a:ext cx="3962400" cy="3657600"/>
          </a:xfrm>
          <a:prstGeom prst="rect">
            <a:avLst/>
          </a:prstGeom>
          <a:noFill/>
          <a:ln/>
        </p:spPr>
        <p:txBody>
          <a:bodyPr wrap="square" lIns="91440" tIns="45720" rIns="91440" bIns="45720" rtlCol="0" anchor="t">
            <a:normAutofit/>
          </a:bodyPr>
          <a:lstStyle/>
          <a:p>
            <a:pPr marL="0" indent="0" algn="l">
              <a:buNone/>
            </a:pPr>
            <a:r>
              <a:rPr lang="en-US" sz="1500" b="1" dirty="0">
                <a:solidFill>
                  <a:srgbClr val="219EBC"/>
                </a:solidFill>
                <a:latin typeface="Segoe UI" panose="020B0502040204020203" pitchFamily="34" charset="0"/>
              </a:rPr>
              <a:t>Profile-Based Enforcement</a:t>
            </a:r>
          </a:p>
          <a:p>
            <a:pPr marL="342900" indent="-342900" algn="l">
              <a:buChar char="•"/>
            </a:pPr>
            <a:r>
              <a:rPr lang="en-US" sz="1400" dirty="0">
                <a:solidFill>
                  <a:srgbClr val="333333"/>
                </a:solidFill>
                <a:latin typeface="Segoe UI" panose="020B0502040204020203" pitchFamily="34" charset="0"/>
              </a:rPr>
              <a:t>Domain, Private, and Public profiles — each with independent inbound/outbound rules</a:t>
            </a:r>
          </a:p>
          <a:p>
            <a:pPr marL="342900" indent="-342900" algn="l">
              <a:buChar char="•"/>
            </a:pPr>
            <a:r>
              <a:rPr lang="en-US" sz="1400" dirty="0">
                <a:solidFill>
                  <a:srgbClr val="333333"/>
                </a:solidFill>
                <a:latin typeface="Segoe UI" panose="020B0502040204020203" pitchFamily="34" charset="0"/>
              </a:rPr>
              <a:t>Baseline sets all profiles: inbound default BLOCK, outbound default ALLOW</a:t>
            </a:r>
          </a:p>
          <a:p>
            <a:pPr marL="342900" indent="-342900" algn="l">
              <a:buChar char="•"/>
            </a:pPr>
            <a:r>
              <a:rPr lang="en-US" sz="1400" dirty="0">
                <a:solidFill>
                  <a:srgbClr val="333333"/>
                </a:solidFill>
                <a:latin typeface="Segoe UI" panose="020B0502040204020203" pitchFamily="34" charset="0"/>
              </a:rPr>
              <a:t>Notifications disabled by default in hardened configurations to prevent user bypass</a:t>
            </a:r>
          </a:p>
          <a:p>
            <a:pPr marL="0" indent="0" algn="l">
              <a:buNone/>
            </a:pPr>
            <a:r>
              <a:rPr lang="en-US" sz="1500" b="1" dirty="0">
                <a:solidFill>
                  <a:srgbClr val="219EBC"/>
                </a:solidFill>
                <a:latin typeface="Segoe UI" panose="020B0502040204020203" pitchFamily="34" charset="0"/>
              </a:rPr>
              <a:t>Key Hardening Actions</a:t>
            </a:r>
          </a:p>
          <a:p>
            <a:pPr marL="342900" indent="-342900" algn="l">
              <a:buChar char="•"/>
            </a:pPr>
            <a:r>
              <a:rPr lang="en-US" sz="1400" dirty="0">
                <a:solidFill>
                  <a:srgbClr val="333333"/>
                </a:solidFill>
                <a:latin typeface="Segoe UI" panose="020B0502040204020203" pitchFamily="34" charset="0"/>
              </a:rPr>
              <a:t>Block local policy merge on Public profile — prevents user rule overrides</a:t>
            </a:r>
          </a:p>
          <a:p>
            <a:pPr marL="342900" indent="-342900" algn="l">
              <a:buChar char="•"/>
            </a:pPr>
            <a:r>
              <a:rPr lang="en-US" sz="1400" dirty="0">
                <a:solidFill>
                  <a:srgbClr val="333333"/>
                </a:solidFill>
                <a:latin typeface="Segoe UI" panose="020B0502040204020203" pitchFamily="34" charset="0"/>
              </a:rPr>
              <a:t>Disable unicast responses to multicast/broadcast (Public profile)</a:t>
            </a:r>
          </a:p>
          <a:p>
            <a:pPr marL="342900" indent="-342900" algn="l">
              <a:buChar char="•"/>
            </a:pPr>
            <a:r>
              <a:rPr lang="en-US" sz="1400" dirty="0">
                <a:solidFill>
                  <a:srgbClr val="333333"/>
                </a:solidFill>
                <a:latin typeface="Segoe UI" panose="020B0502040204020203" pitchFamily="34" charset="0"/>
              </a:rPr>
              <a:t>SMB share creation now uses restrictive rule group — NetBIOS ports 137-139 excluded</a:t>
            </a:r>
          </a:p>
        </p:txBody>
      </p:sp>
      <p:sp>
        <p:nvSpPr>
          <p:cNvPr id="5" name="RightCol">
            <a:extLst>
              <a:ext uri="{FF2B5EF4-FFF2-40B4-BE49-F238E27FC236}">
                <a16:creationId xmlns:a16="http://schemas.microsoft.com/office/drawing/2014/main" id="{5D81811F-BB95-AEFA-347A-82F701BA85B9}"/>
              </a:ext>
            </a:extLst>
          </p:cNvPr>
          <p:cNvSpPr/>
          <p:nvPr/>
        </p:nvSpPr>
        <p:spPr>
          <a:xfrm>
            <a:off x="4800600" y="1080135"/>
            <a:ext cx="4114800" cy="3657600"/>
          </a:xfrm>
          <a:prstGeom prst="rect">
            <a:avLst/>
          </a:prstGeom>
          <a:noFill/>
          <a:ln/>
        </p:spPr>
        <p:txBody>
          <a:bodyPr wrap="square" lIns="91440" tIns="45720" rIns="91440" bIns="45720" rtlCol="0" anchor="t">
            <a:normAutofit/>
          </a:bodyPr>
          <a:lstStyle/>
          <a:p>
            <a:pPr marL="0" indent="0" algn="l">
              <a:buNone/>
            </a:pPr>
            <a:r>
              <a:rPr lang="en-US" sz="1500" b="1" dirty="0">
                <a:solidFill>
                  <a:srgbClr val="219EBC"/>
                </a:solidFill>
                <a:latin typeface="Segoe UI" panose="020B0502040204020203" pitchFamily="34" charset="0"/>
              </a:rPr>
              <a:t>PowerShell Management</a:t>
            </a:r>
          </a:p>
          <a:p>
            <a:pPr marL="342900" indent="-342900" algn="l">
              <a:buChar char="•"/>
            </a:pPr>
            <a:r>
              <a:rPr lang="en-US" sz="1300" dirty="0">
                <a:solidFill>
                  <a:srgbClr val="333333"/>
                </a:solidFill>
                <a:latin typeface="Segoe UI" panose="020B0502040204020203" pitchFamily="34" charset="0"/>
              </a:rPr>
              <a:t>Get-NetFirewallProfile</a:t>
            </a:r>
          </a:p>
          <a:p>
            <a:pPr marL="342900" indent="-342900" algn="l">
              <a:buChar char="•"/>
            </a:pPr>
            <a:r>
              <a:rPr lang="en-US" sz="1300" dirty="0">
                <a:solidFill>
                  <a:srgbClr val="333333"/>
                </a:solidFill>
                <a:latin typeface="Segoe UI" panose="020B0502040204020203" pitchFamily="34" charset="0"/>
              </a:rPr>
              <a:t>Set-NetFirewallProfile -Profile Public -DefaultInboundAction Block</a:t>
            </a:r>
          </a:p>
          <a:p>
            <a:pPr marL="342900" indent="-342900" algn="l">
              <a:buChar char="•"/>
            </a:pPr>
            <a:r>
              <a:rPr lang="en-US" sz="1300" dirty="0">
                <a:solidFill>
                  <a:srgbClr val="333333"/>
                </a:solidFill>
                <a:latin typeface="Segoe UI" panose="020B0502040204020203" pitchFamily="34" charset="0"/>
              </a:rPr>
              <a:t>Get-NetFirewallRule | Where-Object Enabled -eq True</a:t>
            </a:r>
          </a:p>
          <a:p>
            <a:pPr marL="0" indent="0" algn="l">
              <a:buNone/>
            </a:pPr>
            <a:r>
              <a:rPr lang="en-US" sz="1500" b="1" dirty="0">
                <a:solidFill>
                  <a:srgbClr val="219EBC"/>
                </a:solidFill>
                <a:latin typeface="Segoe UI" panose="020B0502040204020203" pitchFamily="34" charset="0"/>
              </a:rPr>
              <a:t>Instructor Notes</a:t>
            </a:r>
          </a:p>
          <a:p>
            <a:pPr marL="342900" indent="-342900" algn="l">
              <a:buChar char="•"/>
            </a:pPr>
            <a:r>
              <a:rPr lang="en-US" sz="1400" dirty="0">
                <a:solidFill>
                  <a:srgbClr val="333333"/>
                </a:solidFill>
                <a:latin typeface="Segoe UI" panose="020B0502040204020203" pitchFamily="34" charset="0"/>
              </a:rPr>
              <a:t>OSConfig security baseline auto-configures all three firewall profiles</a:t>
            </a:r>
          </a:p>
          <a:p>
            <a:pPr marL="342900" indent="-342900" algn="l">
              <a:buChar char="•"/>
            </a:pPr>
            <a:r>
              <a:rPr lang="en-US" sz="1400" dirty="0">
                <a:solidFill>
                  <a:srgbClr val="333333"/>
                </a:solidFill>
                <a:latin typeface="Segoe UI" panose="020B0502040204020203" pitchFamily="34" charset="0"/>
              </a:rPr>
              <a:t>Windows Admin Center provides a visual rule editor for Server Core deployments</a:t>
            </a:r>
          </a:p>
          <a:p>
            <a:pPr marL="342900" indent="-342900" algn="l">
              <a:buChar char="•"/>
            </a:pPr>
            <a:r>
              <a:rPr lang="en-US" sz="1400" dirty="0">
                <a:solidFill>
                  <a:srgbClr val="333333"/>
                </a:solidFill>
                <a:latin typeface="Segoe UI" panose="020B0502040204020203" pitchFamily="34" charset="0"/>
              </a:rPr>
              <a:t>Audit: Force subcategory settings to override category settings — required for advanced audit policy</a:t>
            </a:r>
          </a:p>
          <a:p>
            <a:pPr marL="342900" indent="-342900" algn="l">
              <a:buChar char="•"/>
            </a:pPr>
            <a:r>
              <a:rPr lang="en-US" sz="1400" dirty="0">
                <a:solidFill>
                  <a:srgbClr val="333333"/>
                </a:solidFill>
                <a:latin typeface="Segoe UI" panose="020B0502040204020203" pitchFamily="34" charset="0"/>
              </a:rPr>
              <a:t>Test firewall rules in a lab environment before applying to production domain</a:t>
            </a:r>
          </a:p>
        </p:txBody>
      </p:sp>
      <p:sp>
        <p:nvSpPr>
          <p:cNvPr id="6" name="Footer">
            <a:extLst>
              <a:ext uri="{FF2B5EF4-FFF2-40B4-BE49-F238E27FC236}">
                <a16:creationId xmlns:a16="http://schemas.microsoft.com/office/drawing/2014/main" id="{7D36293A-802C-637A-A5D3-D25D133F2EEF}"/>
              </a:ext>
            </a:extLst>
          </p:cNvPr>
          <p:cNvSpPr/>
          <p:nvPr/>
        </p:nvSpPr>
        <p:spPr>
          <a:xfrm>
            <a:off x="685800" y="4852035"/>
            <a:ext cx="8229600" cy="228600"/>
          </a:xfrm>
          <a:prstGeom prst="rect">
            <a:avLst/>
          </a:prstGeom>
          <a:noFill/>
          <a:ln/>
        </p:spPr>
        <p:txBody>
          <a:bodyPr wrap="square" lIns="0" tIns="0" rIns="0" bIns="0" rtlCol="0" anchor="ctr">
            <a:normAutofit/>
          </a:bodyPr>
          <a:lstStyle/>
          <a:p>
            <a:pPr marL="0" indent="0" algn="l">
              <a:buNone/>
            </a:pPr>
            <a:r>
              <a:rPr lang="en-US" sz="900" dirty="0">
                <a:solidFill>
                  <a:srgbClr val="8ECAE6"/>
                </a:solidFill>
                <a:latin typeface="Segoe UI" panose="020B0502040204020203" pitchFamily="34" charset="0"/>
              </a:rPr>
              <a:t>Windows Server 2025 | Chapter 6: Security &amp; Hardening</a:t>
            </a:r>
          </a:p>
        </p:txBody>
      </p:sp>
      <p:sp>
        <p:nvSpPr>
          <p:cNvPr id="7" name="Course footer">
            <a:extLst>
              <a:ext uri="{FF2B5EF4-FFF2-40B4-BE49-F238E27FC236}">
                <a16:creationId xmlns:a16="http://schemas.microsoft.com/office/drawing/2014/main" id="{0D3C8F7C-B8A9-53A0-5610-6486FB893CE8}"/>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6 | Security &amp; Hardening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4845F0AA-FA0B-FDF3-D12F-33E549245AFB}"/>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74976107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7C391-EE09-4102-938C-702FBF0139B8}"/>
              </a:ext>
            </a:extLst>
          </p:cNvPr>
          <p:cNvSpPr>
            <a:spLocks noGrp="1"/>
          </p:cNvSpPr>
          <p:nvPr>
            <p:ph type="title"/>
          </p:nvPr>
        </p:nvSpPr>
        <p:spPr>
          <a:xfrm>
            <a:off x="264850" y="49058"/>
            <a:ext cx="8258700" cy="325858"/>
          </a:xfrm>
        </p:spPr>
        <p:txBody>
          <a:bodyPr wrap="square">
            <a:noAutofit/>
          </a:bodyPr>
          <a:lstStyle/>
          <a:p>
            <a:r>
              <a:rPr lang="en-GB" dirty="0"/>
              <a:t>Windows Server 2025 Security Baseline - Detail</a:t>
            </a:r>
          </a:p>
        </p:txBody>
      </p:sp>
      <p:sp>
        <p:nvSpPr>
          <p:cNvPr id="3" name="C1bg">
            <a:extLst>
              <a:ext uri="{FF2B5EF4-FFF2-40B4-BE49-F238E27FC236}">
                <a16:creationId xmlns:a16="http://schemas.microsoft.com/office/drawing/2014/main" id="{36222038-4214-FCAE-57EA-3D13B1F640FB}"/>
              </a:ext>
            </a:extLst>
          </p:cNvPr>
          <p:cNvSpPr>
            <a:spLocks noGrp="1"/>
          </p:cNvSpPr>
          <p:nvPr/>
        </p:nvSpPr>
        <p:spPr>
          <a:xfrm>
            <a:off x="228600" y="410845"/>
            <a:ext cx="4267200" cy="1930400"/>
          </a:xfrm>
          <a:prstGeom prst="rect">
            <a:avLst/>
          </a:prstGeom>
          <a:solidFill>
            <a:srgbClr val="243A5E"/>
          </a:solidFill>
          <a:ln>
            <a:noFill/>
          </a:ln>
        </p:spPr>
        <p:txBody>
          <a:bodyPr/>
          <a:lstStyle/>
          <a:p>
            <a:endParaRPr lang="en-US" sz="1200" dirty="0"/>
          </a:p>
        </p:txBody>
      </p:sp>
      <p:sp>
        <p:nvSpPr>
          <p:cNvPr id="4" name="C1acc">
            <a:extLst>
              <a:ext uri="{FF2B5EF4-FFF2-40B4-BE49-F238E27FC236}">
                <a16:creationId xmlns:a16="http://schemas.microsoft.com/office/drawing/2014/main" id="{C7C25516-6655-93A6-2733-B72BF20DE10A}"/>
              </a:ext>
            </a:extLst>
          </p:cNvPr>
          <p:cNvSpPr>
            <a:spLocks noGrp="1"/>
          </p:cNvSpPr>
          <p:nvPr/>
        </p:nvSpPr>
        <p:spPr>
          <a:xfrm>
            <a:off x="228600" y="410845"/>
            <a:ext cx="4267200" cy="50800"/>
          </a:xfrm>
          <a:prstGeom prst="rect">
            <a:avLst/>
          </a:prstGeom>
          <a:solidFill>
            <a:srgbClr val="0076D4"/>
          </a:solidFill>
          <a:ln>
            <a:noFill/>
          </a:ln>
        </p:spPr>
        <p:txBody>
          <a:bodyPr/>
          <a:lstStyle/>
          <a:p>
            <a:endParaRPr lang="en-US" sz="1200" dirty="0"/>
          </a:p>
        </p:txBody>
      </p:sp>
      <p:sp>
        <p:nvSpPr>
          <p:cNvPr id="5" name="C1hdr">
            <a:extLst>
              <a:ext uri="{FF2B5EF4-FFF2-40B4-BE49-F238E27FC236}">
                <a16:creationId xmlns:a16="http://schemas.microsoft.com/office/drawing/2014/main" id="{E81DCCF1-CAAB-600D-CBFC-A0BFB6136D55}"/>
              </a:ext>
            </a:extLst>
          </p:cNvPr>
          <p:cNvSpPr>
            <a:spLocks noGrp="1"/>
          </p:cNvSpPr>
          <p:nvPr/>
        </p:nvSpPr>
        <p:spPr>
          <a:xfrm>
            <a:off x="330200" y="512445"/>
            <a:ext cx="4064000" cy="279400"/>
          </a:xfrm>
          <a:prstGeom prst="rect">
            <a:avLst/>
          </a:prstGeom>
          <a:noFill/>
          <a:ln>
            <a:noFill/>
          </a:ln>
        </p:spPr>
        <p:txBody>
          <a:bodyPr wrap="square" lIns="91440" tIns="45720" rIns="91440" bIns="45720" anchor="t">
            <a:normAutofit lnSpcReduction="10000"/>
          </a:bodyPr>
          <a:lstStyle/>
          <a:p>
            <a:pPr marL="0" indent="0">
              <a:buNone/>
            </a:pPr>
            <a:r>
              <a:rPr lang="en-US" sz="1300" b="1" dirty="0">
                <a:solidFill>
                  <a:srgbClr val="FFFFFF"/>
                </a:solidFill>
                <a:latin typeface="Segoe UI" panose="020B0502040204020203" pitchFamily="34" charset="0"/>
              </a:rPr>
              <a:t>What It Is</a:t>
            </a:r>
          </a:p>
        </p:txBody>
      </p:sp>
      <p:sp>
        <p:nvSpPr>
          <p:cNvPr id="6" name="C1body">
            <a:extLst>
              <a:ext uri="{FF2B5EF4-FFF2-40B4-BE49-F238E27FC236}">
                <a16:creationId xmlns:a16="http://schemas.microsoft.com/office/drawing/2014/main" id="{55D87865-22BD-4BE5-E14E-0A01AB81B1F8}"/>
              </a:ext>
            </a:extLst>
          </p:cNvPr>
          <p:cNvSpPr>
            <a:spLocks noGrp="1"/>
          </p:cNvSpPr>
          <p:nvPr/>
        </p:nvSpPr>
        <p:spPr>
          <a:xfrm>
            <a:off x="330200" y="791845"/>
            <a:ext cx="4064000" cy="1447800"/>
          </a:xfrm>
          <a:prstGeom prst="rect">
            <a:avLst/>
          </a:prstGeom>
          <a:noFill/>
          <a:ln>
            <a:noFill/>
          </a:ln>
        </p:spPr>
        <p:txBody>
          <a:bodyPr wrap="square" lIns="91440" tIns="45720" rIns="91440" bIns="45720" anchor="t">
            <a:normAutofit lnSpcReduction="10000"/>
          </a:bodyPr>
          <a:lstStyle/>
          <a:p>
            <a:pPr marL="228600" indent="-228600">
              <a:spcAft>
                <a:spcPts val="300"/>
              </a:spcAft>
              <a:buFont typeface="Arial"/>
              <a:buChar char="•"/>
            </a:pPr>
            <a:r>
              <a:rPr lang="en-US" sz="1200" dirty="0">
                <a:solidFill>
                  <a:srgbClr val="FFFFFF"/>
                </a:solidFill>
                <a:latin typeface="Segoe UI" panose="020B0502040204020203" pitchFamily="34" charset="0"/>
              </a:rPr>
              <a:t>Over 300 Group Policy settings via the Security Compliance Toolkit (SCT)</a:t>
            </a:r>
          </a:p>
          <a:p>
            <a:pPr marL="228600" indent="-228600">
              <a:spcAft>
                <a:spcPts val="300"/>
              </a:spcAft>
              <a:buFont typeface="Arial"/>
              <a:buChar char="•"/>
            </a:pPr>
            <a:r>
              <a:rPr lang="en-US" sz="1200" dirty="0">
                <a:solidFill>
                  <a:srgbClr val="FFFFFF"/>
                </a:solidFill>
                <a:latin typeface="Segoe UI" panose="020B0502040204020203" pitchFamily="34" charset="0"/>
              </a:rPr>
              <a:t>Covers password policy, audit logging, SMB, Kerberos, RDP, UAC, and more</a:t>
            </a:r>
          </a:p>
          <a:p>
            <a:pPr marL="228600" indent="-228600">
              <a:spcAft>
                <a:spcPts val="300"/>
              </a:spcAft>
              <a:buFont typeface="Arial"/>
              <a:buChar char="•"/>
            </a:pPr>
            <a:r>
              <a:rPr lang="en-US" sz="1200" dirty="0">
                <a:solidFill>
                  <a:srgbClr val="FFFFFF"/>
                </a:solidFill>
                <a:latin typeface="Segoe UI" panose="020B0502040204020203" pitchFamily="34" charset="0"/>
              </a:rPr>
              <a:t>Versioned releases — latest v2602 (Feb 2026); updated more frequently than prior Server baselines</a:t>
            </a:r>
          </a:p>
          <a:p>
            <a:pPr marL="228600" indent="-228600">
              <a:spcAft>
                <a:spcPts val="300"/>
              </a:spcAft>
              <a:buFont typeface="Arial"/>
              <a:buChar char="•"/>
            </a:pPr>
            <a:r>
              <a:rPr lang="en-US" sz="1200" dirty="0">
                <a:solidFill>
                  <a:srgbClr val="FFFFFF"/>
                </a:solidFill>
                <a:latin typeface="Segoe UI" panose="020B0502040204020203" pitchFamily="34" charset="0"/>
              </a:rPr>
              <a:t>Separate DC and Member Server profiles</a:t>
            </a:r>
          </a:p>
        </p:txBody>
      </p:sp>
      <p:sp>
        <p:nvSpPr>
          <p:cNvPr id="7" name="C2bg">
            <a:extLst>
              <a:ext uri="{FF2B5EF4-FFF2-40B4-BE49-F238E27FC236}">
                <a16:creationId xmlns:a16="http://schemas.microsoft.com/office/drawing/2014/main" id="{54BAEA7A-61EF-03E2-1B37-4D071826E1BE}"/>
              </a:ext>
            </a:extLst>
          </p:cNvPr>
          <p:cNvSpPr>
            <a:spLocks noGrp="1"/>
          </p:cNvSpPr>
          <p:nvPr/>
        </p:nvSpPr>
        <p:spPr>
          <a:xfrm>
            <a:off x="4648200" y="410845"/>
            <a:ext cx="4267200" cy="1930400"/>
          </a:xfrm>
          <a:prstGeom prst="rect">
            <a:avLst/>
          </a:prstGeom>
          <a:solidFill>
            <a:srgbClr val="243A5E"/>
          </a:solidFill>
          <a:ln>
            <a:noFill/>
          </a:ln>
        </p:spPr>
        <p:txBody>
          <a:bodyPr/>
          <a:lstStyle/>
          <a:p>
            <a:endParaRPr lang="en-US" sz="1200" dirty="0"/>
          </a:p>
        </p:txBody>
      </p:sp>
      <p:sp>
        <p:nvSpPr>
          <p:cNvPr id="8" name="C2acc">
            <a:extLst>
              <a:ext uri="{FF2B5EF4-FFF2-40B4-BE49-F238E27FC236}">
                <a16:creationId xmlns:a16="http://schemas.microsoft.com/office/drawing/2014/main" id="{3A4BF72C-C09C-20FD-D003-57FE8CEC74A5}"/>
              </a:ext>
            </a:extLst>
          </p:cNvPr>
          <p:cNvSpPr>
            <a:spLocks noGrp="1"/>
          </p:cNvSpPr>
          <p:nvPr/>
        </p:nvSpPr>
        <p:spPr>
          <a:xfrm>
            <a:off x="4648200" y="410845"/>
            <a:ext cx="4267200" cy="50800"/>
          </a:xfrm>
          <a:prstGeom prst="rect">
            <a:avLst/>
          </a:prstGeom>
          <a:solidFill>
            <a:srgbClr val="0076D4"/>
          </a:solidFill>
          <a:ln>
            <a:noFill/>
          </a:ln>
        </p:spPr>
        <p:txBody>
          <a:bodyPr/>
          <a:lstStyle/>
          <a:p>
            <a:endParaRPr lang="en-US" sz="1200" dirty="0"/>
          </a:p>
        </p:txBody>
      </p:sp>
      <p:sp>
        <p:nvSpPr>
          <p:cNvPr id="9" name="C2hdr">
            <a:extLst>
              <a:ext uri="{FF2B5EF4-FFF2-40B4-BE49-F238E27FC236}">
                <a16:creationId xmlns:a16="http://schemas.microsoft.com/office/drawing/2014/main" id="{B0AE526B-D73E-BE9C-98D9-21B78BEE1A06}"/>
              </a:ext>
            </a:extLst>
          </p:cNvPr>
          <p:cNvSpPr>
            <a:spLocks noGrp="1"/>
          </p:cNvSpPr>
          <p:nvPr/>
        </p:nvSpPr>
        <p:spPr>
          <a:xfrm>
            <a:off x="4749800" y="512445"/>
            <a:ext cx="4064000" cy="279400"/>
          </a:xfrm>
          <a:prstGeom prst="rect">
            <a:avLst/>
          </a:prstGeom>
          <a:noFill/>
          <a:ln>
            <a:noFill/>
          </a:ln>
        </p:spPr>
        <p:txBody>
          <a:bodyPr wrap="square" lIns="91440" tIns="45720" rIns="91440" bIns="45720" anchor="t">
            <a:normAutofit lnSpcReduction="10000"/>
          </a:bodyPr>
          <a:lstStyle/>
          <a:p>
            <a:pPr marL="0" indent="0">
              <a:buNone/>
            </a:pPr>
            <a:r>
              <a:rPr lang="en-US" sz="1300" b="1" dirty="0">
                <a:solidFill>
                  <a:srgbClr val="FFFFFF"/>
                </a:solidFill>
                <a:latin typeface="Segoe UI" panose="020B0502040204020203" pitchFamily="34" charset="0"/>
              </a:rPr>
              <a:t>How to Apply</a:t>
            </a:r>
          </a:p>
        </p:txBody>
      </p:sp>
      <p:sp>
        <p:nvSpPr>
          <p:cNvPr id="10" name="C2body">
            <a:extLst>
              <a:ext uri="{FF2B5EF4-FFF2-40B4-BE49-F238E27FC236}">
                <a16:creationId xmlns:a16="http://schemas.microsoft.com/office/drawing/2014/main" id="{E91DA15D-4667-A30C-8387-E694227B397A}"/>
              </a:ext>
            </a:extLst>
          </p:cNvPr>
          <p:cNvSpPr>
            <a:spLocks noGrp="1"/>
          </p:cNvSpPr>
          <p:nvPr/>
        </p:nvSpPr>
        <p:spPr>
          <a:xfrm>
            <a:off x="4749800" y="791845"/>
            <a:ext cx="4064000" cy="1447800"/>
          </a:xfrm>
          <a:prstGeom prst="rect">
            <a:avLst/>
          </a:prstGeom>
          <a:noFill/>
          <a:ln>
            <a:noFill/>
          </a:ln>
        </p:spPr>
        <p:txBody>
          <a:bodyPr wrap="square" lIns="91440" tIns="45720" rIns="91440" bIns="45720" anchor="t">
            <a:normAutofit/>
          </a:bodyPr>
          <a:lstStyle/>
          <a:p>
            <a:pPr marL="228600" indent="-228600">
              <a:spcAft>
                <a:spcPts val="400"/>
              </a:spcAft>
              <a:buFont typeface="Arial"/>
              <a:buChar char="•"/>
            </a:pPr>
            <a:r>
              <a:rPr lang="en-US" sz="1200" dirty="0">
                <a:solidFill>
                  <a:srgbClr val="FFFFFF"/>
                </a:solidFill>
                <a:latin typeface="Segoe UI" panose="020B0502040204020203" pitchFamily="34" charset="0"/>
              </a:rPr>
              <a:t>OSConfig (new for WS2025): PowerShell-based with drift control — re-applies if settings change</a:t>
            </a:r>
          </a:p>
          <a:p>
            <a:pPr marL="228600" indent="-228600">
              <a:spcAft>
                <a:spcPts val="400"/>
              </a:spcAft>
              <a:buFont typeface="Arial"/>
              <a:buChar char="•"/>
            </a:pPr>
            <a:r>
              <a:rPr lang="en-US" sz="1200" dirty="0">
                <a:solidFill>
                  <a:srgbClr val="FFFFFF"/>
                </a:solidFill>
                <a:latin typeface="Segoe UI" panose="020B0502040204020203" pitchFamily="34" charset="0"/>
              </a:rPr>
              <a:t>Group Policy / GPO: import baseline GPO backup via the SCT</a:t>
            </a:r>
          </a:p>
          <a:p>
            <a:pPr marL="228600" indent="-228600">
              <a:spcAft>
                <a:spcPts val="400"/>
              </a:spcAft>
              <a:buFont typeface="Arial"/>
              <a:buChar char="•"/>
            </a:pPr>
            <a:r>
              <a:rPr lang="en-US" sz="1200" dirty="0">
                <a:solidFill>
                  <a:srgbClr val="FFFFFF"/>
                </a:solidFill>
                <a:latin typeface="Segoe UI" panose="020B0502040204020203" pitchFamily="34" charset="0"/>
              </a:rPr>
              <a:t>Windows Admin Center and Azure Policy: for at-scale and Arc-connected deployments</a:t>
            </a:r>
          </a:p>
        </p:txBody>
      </p:sp>
      <p:sp>
        <p:nvSpPr>
          <p:cNvPr id="11" name="C3bg">
            <a:extLst>
              <a:ext uri="{FF2B5EF4-FFF2-40B4-BE49-F238E27FC236}">
                <a16:creationId xmlns:a16="http://schemas.microsoft.com/office/drawing/2014/main" id="{FA91C540-8728-906F-9BE5-676B72E7ED7A}"/>
              </a:ext>
            </a:extLst>
          </p:cNvPr>
          <p:cNvSpPr>
            <a:spLocks noGrp="1"/>
          </p:cNvSpPr>
          <p:nvPr/>
        </p:nvSpPr>
        <p:spPr>
          <a:xfrm>
            <a:off x="228600" y="2493644"/>
            <a:ext cx="4267200" cy="2129155"/>
          </a:xfrm>
          <a:prstGeom prst="rect">
            <a:avLst/>
          </a:prstGeom>
          <a:solidFill>
            <a:srgbClr val="F0F4F8"/>
          </a:solidFill>
          <a:ln>
            <a:noFill/>
          </a:ln>
        </p:spPr>
        <p:txBody>
          <a:bodyPr/>
          <a:lstStyle/>
          <a:p>
            <a:endParaRPr lang="en-US" sz="1200" dirty="0"/>
          </a:p>
        </p:txBody>
      </p:sp>
      <p:sp>
        <p:nvSpPr>
          <p:cNvPr id="12" name="C3acc">
            <a:extLst>
              <a:ext uri="{FF2B5EF4-FFF2-40B4-BE49-F238E27FC236}">
                <a16:creationId xmlns:a16="http://schemas.microsoft.com/office/drawing/2014/main" id="{1CACB3FE-9A2B-9732-928D-8131CF78B9CC}"/>
              </a:ext>
            </a:extLst>
          </p:cNvPr>
          <p:cNvSpPr>
            <a:spLocks noGrp="1"/>
          </p:cNvSpPr>
          <p:nvPr/>
        </p:nvSpPr>
        <p:spPr>
          <a:xfrm>
            <a:off x="228600" y="2493645"/>
            <a:ext cx="4267200" cy="50800"/>
          </a:xfrm>
          <a:prstGeom prst="rect">
            <a:avLst/>
          </a:prstGeom>
          <a:solidFill>
            <a:srgbClr val="243A5E"/>
          </a:solidFill>
          <a:ln>
            <a:noFill/>
          </a:ln>
        </p:spPr>
        <p:txBody>
          <a:bodyPr/>
          <a:lstStyle/>
          <a:p>
            <a:endParaRPr lang="en-US" sz="1200" dirty="0"/>
          </a:p>
        </p:txBody>
      </p:sp>
      <p:sp>
        <p:nvSpPr>
          <p:cNvPr id="13" name="C3hdr">
            <a:extLst>
              <a:ext uri="{FF2B5EF4-FFF2-40B4-BE49-F238E27FC236}">
                <a16:creationId xmlns:a16="http://schemas.microsoft.com/office/drawing/2014/main" id="{B7EADDBA-FE3B-55E9-90D8-D395736EFFFC}"/>
              </a:ext>
            </a:extLst>
          </p:cNvPr>
          <p:cNvSpPr>
            <a:spLocks noGrp="1"/>
          </p:cNvSpPr>
          <p:nvPr/>
        </p:nvSpPr>
        <p:spPr>
          <a:xfrm>
            <a:off x="330200" y="2595245"/>
            <a:ext cx="4064000" cy="279400"/>
          </a:xfrm>
          <a:prstGeom prst="rect">
            <a:avLst/>
          </a:prstGeom>
          <a:noFill/>
          <a:ln>
            <a:noFill/>
          </a:ln>
        </p:spPr>
        <p:txBody>
          <a:bodyPr wrap="square" lIns="91440" tIns="45720" rIns="91440" bIns="45720" anchor="t">
            <a:normAutofit lnSpcReduction="10000"/>
          </a:bodyPr>
          <a:lstStyle/>
          <a:p>
            <a:pPr marL="0" indent="0">
              <a:buNone/>
            </a:pPr>
            <a:r>
              <a:rPr lang="en-US" sz="1300" b="1" dirty="0">
                <a:solidFill>
                  <a:srgbClr val="023047"/>
                </a:solidFill>
                <a:latin typeface="Segoe UI" panose="020B0502040204020203" pitchFamily="34" charset="0"/>
              </a:rPr>
              <a:t>Key Policy Areas (WS2025)</a:t>
            </a:r>
          </a:p>
        </p:txBody>
      </p:sp>
      <p:sp>
        <p:nvSpPr>
          <p:cNvPr id="14" name="C3body">
            <a:extLst>
              <a:ext uri="{FF2B5EF4-FFF2-40B4-BE49-F238E27FC236}">
                <a16:creationId xmlns:a16="http://schemas.microsoft.com/office/drawing/2014/main" id="{B0C762A5-470C-CFCD-0D1E-DF58998F17DD}"/>
              </a:ext>
            </a:extLst>
          </p:cNvPr>
          <p:cNvSpPr>
            <a:spLocks noGrp="1"/>
          </p:cNvSpPr>
          <p:nvPr/>
        </p:nvSpPr>
        <p:spPr>
          <a:xfrm>
            <a:off x="330200" y="2874645"/>
            <a:ext cx="4064000" cy="1447800"/>
          </a:xfrm>
          <a:prstGeom prst="rect">
            <a:avLst/>
          </a:prstGeom>
          <a:noFill/>
          <a:ln>
            <a:noFill/>
          </a:ln>
        </p:spPr>
        <p:txBody>
          <a:bodyPr wrap="square" lIns="91440" tIns="45720" rIns="91440" bIns="45720" anchor="t">
            <a:normAutofit fontScale="92500" lnSpcReduction="10000"/>
          </a:bodyPr>
          <a:lstStyle/>
          <a:p>
            <a:pPr marL="228600" indent="-228600">
              <a:spcAft>
                <a:spcPts val="300"/>
              </a:spcAft>
              <a:buFont typeface="Arial"/>
              <a:buChar char="•"/>
            </a:pPr>
            <a:r>
              <a:rPr lang="en-US" sz="1200" dirty="0">
                <a:solidFill>
                  <a:srgbClr val="023047"/>
                </a:solidFill>
                <a:latin typeface="Segoe UI" panose="020B0502040204020203" pitchFamily="34" charset="0"/>
              </a:rPr>
              <a:t>SMB: signing enforced by default on DCs; 3 new audit policies for encryption/signing/guest logon</a:t>
            </a:r>
          </a:p>
          <a:p>
            <a:pPr marL="228600" indent="-228600">
              <a:spcAft>
                <a:spcPts val="300"/>
              </a:spcAft>
              <a:buFont typeface="Arial"/>
              <a:buChar char="•"/>
            </a:pPr>
            <a:r>
              <a:rPr lang="en-US" sz="1200" dirty="0">
                <a:solidFill>
                  <a:srgbClr val="023047"/>
                </a:solidFill>
                <a:latin typeface="Segoe UI" panose="020B0502040204020203" pitchFamily="34" charset="0"/>
              </a:rPr>
              <a:t>Kerberos: SHA-1 deprecation for PKINIT; ROCA-vulnerable WHfB keys blocked on DCs</a:t>
            </a:r>
          </a:p>
          <a:p>
            <a:pPr marL="228600" indent="-228600">
              <a:spcAft>
                <a:spcPts val="300"/>
              </a:spcAft>
              <a:buFont typeface="Arial"/>
              <a:buChar char="•"/>
            </a:pPr>
            <a:r>
              <a:rPr lang="en-US" sz="1200" dirty="0">
                <a:solidFill>
                  <a:srgbClr val="023047"/>
                </a:solidFill>
                <a:latin typeface="Segoe UI" panose="020B0502040204020203" pitchFamily="34" charset="0"/>
              </a:rPr>
              <a:t>NTLM: audit incoming traffic on all servers; phase-out monitoring via new audit policies</a:t>
            </a:r>
          </a:p>
          <a:p>
            <a:pPr marL="228600" indent="-228600">
              <a:spcAft>
                <a:spcPts val="300"/>
              </a:spcAft>
              <a:buFont typeface="Arial"/>
              <a:buChar char="•"/>
            </a:pPr>
            <a:r>
              <a:rPr lang="en-US" sz="1200" dirty="0">
                <a:solidFill>
                  <a:srgbClr val="023047"/>
                </a:solidFill>
                <a:latin typeface="Segoe UI" panose="020B0502040204020203" pitchFamily="34" charset="0"/>
              </a:rPr>
              <a:t>LSA Protection + VBS: UEFI-locked; prevents admin-level tampering of LSASS</a:t>
            </a:r>
          </a:p>
        </p:txBody>
      </p:sp>
      <p:sp>
        <p:nvSpPr>
          <p:cNvPr id="15" name="C4bg">
            <a:extLst>
              <a:ext uri="{FF2B5EF4-FFF2-40B4-BE49-F238E27FC236}">
                <a16:creationId xmlns:a16="http://schemas.microsoft.com/office/drawing/2014/main" id="{0FA0AFAB-083E-E5F0-7D45-76621CA7D0E0}"/>
              </a:ext>
            </a:extLst>
          </p:cNvPr>
          <p:cNvSpPr>
            <a:spLocks noGrp="1"/>
          </p:cNvSpPr>
          <p:nvPr/>
        </p:nvSpPr>
        <p:spPr>
          <a:xfrm>
            <a:off x="4648200" y="2493645"/>
            <a:ext cx="4267200" cy="2078354"/>
          </a:xfrm>
          <a:prstGeom prst="rect">
            <a:avLst/>
          </a:prstGeom>
          <a:solidFill>
            <a:srgbClr val="F0F4F8"/>
          </a:solidFill>
          <a:ln>
            <a:noFill/>
          </a:ln>
        </p:spPr>
        <p:txBody>
          <a:bodyPr/>
          <a:lstStyle/>
          <a:p>
            <a:endParaRPr lang="en-US" sz="1200" dirty="0"/>
          </a:p>
        </p:txBody>
      </p:sp>
      <p:sp>
        <p:nvSpPr>
          <p:cNvPr id="16" name="C4acc">
            <a:extLst>
              <a:ext uri="{FF2B5EF4-FFF2-40B4-BE49-F238E27FC236}">
                <a16:creationId xmlns:a16="http://schemas.microsoft.com/office/drawing/2014/main" id="{0946BA4F-0687-849A-7A7B-39150C186AB4}"/>
              </a:ext>
            </a:extLst>
          </p:cNvPr>
          <p:cNvSpPr>
            <a:spLocks noGrp="1"/>
          </p:cNvSpPr>
          <p:nvPr/>
        </p:nvSpPr>
        <p:spPr>
          <a:xfrm>
            <a:off x="4648200" y="2493645"/>
            <a:ext cx="4267200" cy="50800"/>
          </a:xfrm>
          <a:prstGeom prst="rect">
            <a:avLst/>
          </a:prstGeom>
          <a:solidFill>
            <a:srgbClr val="FB8500"/>
          </a:solidFill>
          <a:ln>
            <a:noFill/>
          </a:ln>
        </p:spPr>
        <p:txBody>
          <a:bodyPr/>
          <a:lstStyle/>
          <a:p>
            <a:endParaRPr lang="en-US" sz="1200" dirty="0"/>
          </a:p>
        </p:txBody>
      </p:sp>
      <p:sp>
        <p:nvSpPr>
          <p:cNvPr id="17" name="C4hdr">
            <a:extLst>
              <a:ext uri="{FF2B5EF4-FFF2-40B4-BE49-F238E27FC236}">
                <a16:creationId xmlns:a16="http://schemas.microsoft.com/office/drawing/2014/main" id="{ECA8A617-BB97-C5D6-3C10-12C56C51775F}"/>
              </a:ext>
            </a:extLst>
          </p:cNvPr>
          <p:cNvSpPr>
            <a:spLocks noGrp="1"/>
          </p:cNvSpPr>
          <p:nvPr/>
        </p:nvSpPr>
        <p:spPr>
          <a:xfrm>
            <a:off x="4749800" y="2595245"/>
            <a:ext cx="4064000" cy="279400"/>
          </a:xfrm>
          <a:prstGeom prst="rect">
            <a:avLst/>
          </a:prstGeom>
          <a:noFill/>
          <a:ln>
            <a:noFill/>
          </a:ln>
        </p:spPr>
        <p:txBody>
          <a:bodyPr wrap="square" lIns="91440" tIns="45720" rIns="91440" bIns="45720" anchor="t">
            <a:normAutofit lnSpcReduction="10000"/>
          </a:bodyPr>
          <a:lstStyle/>
          <a:p>
            <a:pPr marL="0" indent="0">
              <a:buNone/>
            </a:pPr>
            <a:r>
              <a:rPr lang="en-US" sz="1300" b="1" dirty="0">
                <a:solidFill>
                  <a:srgbClr val="023047"/>
                </a:solidFill>
                <a:latin typeface="Segoe UI" panose="020B0502040204020203" pitchFamily="34" charset="0"/>
              </a:rPr>
              <a:t>Deployment Guidance</a:t>
            </a:r>
          </a:p>
        </p:txBody>
      </p:sp>
      <p:sp>
        <p:nvSpPr>
          <p:cNvPr id="18" name="C4body">
            <a:extLst>
              <a:ext uri="{FF2B5EF4-FFF2-40B4-BE49-F238E27FC236}">
                <a16:creationId xmlns:a16="http://schemas.microsoft.com/office/drawing/2014/main" id="{4FF3289E-C8BE-AE09-7A8E-75DC67F754C8}"/>
              </a:ext>
            </a:extLst>
          </p:cNvPr>
          <p:cNvSpPr>
            <a:spLocks noGrp="1"/>
          </p:cNvSpPr>
          <p:nvPr/>
        </p:nvSpPr>
        <p:spPr>
          <a:xfrm>
            <a:off x="4749800" y="2874645"/>
            <a:ext cx="4064000" cy="1447800"/>
          </a:xfrm>
          <a:prstGeom prst="rect">
            <a:avLst/>
          </a:prstGeom>
          <a:noFill/>
          <a:ln>
            <a:noFill/>
          </a:ln>
        </p:spPr>
        <p:txBody>
          <a:bodyPr wrap="square" lIns="91440" tIns="45720" rIns="91440" bIns="45720" anchor="t">
            <a:normAutofit fontScale="92500" lnSpcReduction="10000"/>
          </a:bodyPr>
          <a:lstStyle/>
          <a:p>
            <a:pPr marL="228600" indent="-228600">
              <a:spcAft>
                <a:spcPts val="300"/>
              </a:spcAft>
              <a:buFont typeface="Arial"/>
              <a:buChar char="•"/>
            </a:pPr>
            <a:r>
              <a:rPr lang="en-US" sz="1200" dirty="0">
                <a:solidFill>
                  <a:srgbClr val="023047"/>
                </a:solidFill>
                <a:latin typeface="Segoe UI" panose="020B0502040204020203" pitchFamily="34" charset="0"/>
              </a:rPr>
              <a:t>Always test in a non-production environment first — applying a baseline changes default behaviours</a:t>
            </a:r>
          </a:p>
          <a:p>
            <a:pPr marL="228600" indent="-228600">
              <a:spcAft>
                <a:spcPts val="300"/>
              </a:spcAft>
              <a:buFont typeface="Arial"/>
              <a:buChar char="•"/>
            </a:pPr>
            <a:r>
              <a:rPr lang="en-US" sz="1200" dirty="0">
                <a:solidFill>
                  <a:srgbClr val="023047"/>
                </a:solidFill>
                <a:latin typeface="Segoe UI" panose="020B0502040204020203" pitchFamily="34" charset="0"/>
              </a:rPr>
              <a:t>Do not merge baseline settings into an existing corporate GPO — keep it a separate, linked GPO</a:t>
            </a:r>
          </a:p>
          <a:p>
            <a:pPr marL="228600" indent="-228600">
              <a:spcAft>
                <a:spcPts val="300"/>
              </a:spcAft>
              <a:buFont typeface="Arial"/>
              <a:buChar char="•"/>
            </a:pPr>
            <a:r>
              <a:rPr lang="en-US" sz="1200" dirty="0">
                <a:solidFill>
                  <a:srgbClr val="023047"/>
                </a:solidFill>
                <a:latin typeface="Segoe UI" panose="020B0502040204020203" pitchFamily="34" charset="0"/>
              </a:rPr>
              <a:t>Password policy: local admin password minimum length rises to 14 characters on application</a:t>
            </a:r>
          </a:p>
          <a:p>
            <a:pPr marL="228600" indent="-228600">
              <a:spcAft>
                <a:spcPts val="300"/>
              </a:spcAft>
              <a:buFont typeface="Arial"/>
              <a:buChar char="•"/>
            </a:pPr>
            <a:r>
              <a:rPr lang="en-US" sz="1200" dirty="0">
                <a:solidFill>
                  <a:srgbClr val="023047"/>
                </a:solidFill>
                <a:latin typeface="Segoe UI" panose="020B0502040204020203" pitchFamily="34" charset="0"/>
              </a:rPr>
              <a:t>Sudo command disabled by policy; Mark of the Web enforced for files from untrusted sources</a:t>
            </a:r>
          </a:p>
        </p:txBody>
      </p:sp>
      <p:sp>
        <p:nvSpPr>
          <p:cNvPr id="19" name="Course footer">
            <a:extLst>
              <a:ext uri="{FF2B5EF4-FFF2-40B4-BE49-F238E27FC236}">
                <a16:creationId xmlns:a16="http://schemas.microsoft.com/office/drawing/2014/main" id="{8B983374-94D2-48DA-2DF1-7C1593F007D1}"/>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6 | Security &amp; Hardening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0" name="TextBox 19">
            <a:extLst>
              <a:ext uri="{FF2B5EF4-FFF2-40B4-BE49-F238E27FC236}">
                <a16:creationId xmlns:a16="http://schemas.microsoft.com/office/drawing/2014/main" id="{F2D03ED0-694A-B6E2-8391-0B694A40803F}"/>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00717593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72707-0181-CDF6-B017-BBCB351A7598}"/>
              </a:ext>
            </a:extLst>
          </p:cNvPr>
          <p:cNvSpPr>
            <a:spLocks noGrp="1"/>
          </p:cNvSpPr>
          <p:nvPr>
            <p:ph type="title"/>
          </p:nvPr>
        </p:nvSpPr>
        <p:spPr>
          <a:xfrm>
            <a:off x="203200" y="75039"/>
            <a:ext cx="8258700" cy="325858"/>
          </a:xfrm>
        </p:spPr>
        <p:txBody>
          <a:bodyPr wrap="square">
            <a:noAutofit/>
          </a:bodyPr>
          <a:lstStyle/>
          <a:p>
            <a:r>
              <a:rPr lang="en-GB" dirty="0" err="1"/>
              <a:t>OSConfig</a:t>
            </a:r>
            <a:r>
              <a:rPr lang="en-GB" dirty="0"/>
              <a:t> - Security Configuration Stack</a:t>
            </a:r>
          </a:p>
        </p:txBody>
      </p:sp>
      <p:pic>
        <p:nvPicPr>
          <p:cNvPr id="3" name="Picture 2" descr="Flowchart of the o s config PowerShell module.">
            <a:extLst>
              <a:ext uri="{FF2B5EF4-FFF2-40B4-BE49-F238E27FC236}">
                <a16:creationId xmlns:a16="http://schemas.microsoft.com/office/drawing/2014/main" id="{8B4E386F-964A-6BE4-AC23-8D17EF4748AF}"/>
              </a:ext>
            </a:extLst>
          </p:cNvPr>
          <p:cNvPicPr>
            <a:picLocks noChangeAspect="1"/>
          </p:cNvPicPr>
          <p:nvPr/>
        </p:nvPicPr>
        <p:blipFill>
          <a:blip r:embed="rId2"/>
          <a:stretch>
            <a:fillRect/>
          </a:stretch>
        </p:blipFill>
        <p:spPr>
          <a:xfrm>
            <a:off x="5054600" y="448945"/>
            <a:ext cx="3886200" cy="3291590"/>
          </a:xfrm>
          <a:prstGeom prst="rect">
            <a:avLst/>
          </a:prstGeom>
        </p:spPr>
      </p:pic>
      <p:sp>
        <p:nvSpPr>
          <p:cNvPr id="4" name="DefBg">
            <a:extLst>
              <a:ext uri="{FF2B5EF4-FFF2-40B4-BE49-F238E27FC236}">
                <a16:creationId xmlns:a16="http://schemas.microsoft.com/office/drawing/2014/main" id="{50C727C8-6AF7-02C3-A0AA-EB1ECF5B8C2D}"/>
              </a:ext>
            </a:extLst>
          </p:cNvPr>
          <p:cNvSpPr>
            <a:spLocks noGrp="1"/>
          </p:cNvSpPr>
          <p:nvPr/>
        </p:nvSpPr>
        <p:spPr>
          <a:xfrm>
            <a:off x="203200" y="448945"/>
            <a:ext cx="3962400" cy="558800"/>
          </a:xfrm>
          <a:prstGeom prst="rect">
            <a:avLst/>
          </a:prstGeom>
          <a:solidFill>
            <a:srgbClr val="EEF4F7"/>
          </a:solidFill>
          <a:ln>
            <a:noFill/>
          </a:ln>
        </p:spPr>
        <p:txBody>
          <a:bodyPr wrap="square" lIns="91440" tIns="45720" rIns="91440" bIns="45720" anchor="t"/>
          <a:lstStyle/>
          <a:p>
            <a:endParaRPr lang="en-US" sz="1200" dirty="0"/>
          </a:p>
        </p:txBody>
      </p:sp>
      <p:sp>
        <p:nvSpPr>
          <p:cNvPr id="5" name="DefAccent">
            <a:extLst>
              <a:ext uri="{FF2B5EF4-FFF2-40B4-BE49-F238E27FC236}">
                <a16:creationId xmlns:a16="http://schemas.microsoft.com/office/drawing/2014/main" id="{1FC02061-073E-4BF0-0406-D13D9D6A0093}"/>
              </a:ext>
            </a:extLst>
          </p:cNvPr>
          <p:cNvSpPr>
            <a:spLocks noGrp="1"/>
          </p:cNvSpPr>
          <p:nvPr/>
        </p:nvSpPr>
        <p:spPr>
          <a:xfrm>
            <a:off x="203200" y="448945"/>
            <a:ext cx="50800" cy="558800"/>
          </a:xfrm>
          <a:prstGeom prst="rect">
            <a:avLst/>
          </a:prstGeom>
          <a:solidFill>
            <a:srgbClr val="0076D4"/>
          </a:solidFill>
          <a:ln>
            <a:noFill/>
          </a:ln>
        </p:spPr>
        <p:txBody>
          <a:bodyPr wrap="square" lIns="91440" tIns="45720" rIns="91440" bIns="45720" anchor="t"/>
          <a:lstStyle/>
          <a:p>
            <a:endParaRPr/>
          </a:p>
        </p:txBody>
      </p:sp>
      <p:sp>
        <p:nvSpPr>
          <p:cNvPr id="6" name="DefTxt">
            <a:extLst>
              <a:ext uri="{FF2B5EF4-FFF2-40B4-BE49-F238E27FC236}">
                <a16:creationId xmlns:a16="http://schemas.microsoft.com/office/drawing/2014/main" id="{036AD389-1F05-414E-62F2-471999324C26}"/>
              </a:ext>
            </a:extLst>
          </p:cNvPr>
          <p:cNvSpPr>
            <a:spLocks noGrp="1"/>
          </p:cNvSpPr>
          <p:nvPr/>
        </p:nvSpPr>
        <p:spPr>
          <a:xfrm>
            <a:off x="304800" y="448945"/>
            <a:ext cx="3810000" cy="660400"/>
          </a:xfrm>
          <a:prstGeom prst="rect">
            <a:avLst/>
          </a:prstGeom>
          <a:noFill/>
          <a:ln>
            <a:noFill/>
          </a:ln>
        </p:spPr>
        <p:txBody>
          <a:bodyPr wrap="square" lIns="91440" tIns="45720" rIns="91440" bIns="45720" anchor="t">
            <a:normAutofit/>
          </a:bodyPr>
          <a:lstStyle/>
          <a:p>
            <a:pPr marL="0" indent="0">
              <a:buNone/>
            </a:pPr>
            <a:r>
              <a:rPr lang="en-US" sz="1100" dirty="0">
                <a:solidFill>
                  <a:srgbClr val="023047"/>
                </a:solidFill>
                <a:latin typeface="Segoe UI" panose="020B0502040204020203" pitchFamily="34" charset="0"/>
              </a:rPr>
              <a:t>A security configuration stack that delivers and enforces desired state for on-premises and Azure Arc-connected Windows Server devices.</a:t>
            </a:r>
          </a:p>
        </p:txBody>
      </p:sp>
      <p:sp>
        <p:nvSpPr>
          <p:cNvPr id="7" name="Cap">
            <a:extLst>
              <a:ext uri="{FF2B5EF4-FFF2-40B4-BE49-F238E27FC236}">
                <a16:creationId xmlns:a16="http://schemas.microsoft.com/office/drawing/2014/main" id="{C585FA03-745B-5511-9E6D-F3D55024304A}"/>
              </a:ext>
            </a:extLst>
          </p:cNvPr>
          <p:cNvSpPr>
            <a:spLocks noGrp="1"/>
          </p:cNvSpPr>
          <p:nvPr/>
        </p:nvSpPr>
        <p:spPr>
          <a:xfrm>
            <a:off x="203200" y="1109345"/>
            <a:ext cx="3962400" cy="1473200"/>
          </a:xfrm>
          <a:prstGeom prst="rect">
            <a:avLst/>
          </a:prstGeom>
          <a:noFill/>
          <a:ln>
            <a:noFill/>
          </a:ln>
        </p:spPr>
        <p:txBody>
          <a:bodyPr wrap="square" lIns="91440" tIns="45720" rIns="91440" bIns="45720" anchor="t">
            <a:normAutofit lnSpcReduction="10000"/>
          </a:bodyPr>
          <a:lstStyle/>
          <a:p>
            <a:pPr marL="0" indent="0">
              <a:buNone/>
            </a:pPr>
            <a:r>
              <a:rPr lang="en-US" sz="1400" b="1" dirty="0">
                <a:solidFill>
                  <a:srgbClr val="023047"/>
                </a:solidFill>
                <a:latin typeface="Segoe UI" panose="020B0502040204020203" pitchFamily="34" charset="0"/>
              </a:rPr>
              <a:t>Key Capabilities</a:t>
            </a:r>
          </a:p>
          <a:p>
            <a:pPr marL="228600" indent="-228600">
              <a:spcAft>
                <a:spcPts val="300"/>
              </a:spcAft>
              <a:buFont typeface="Arial"/>
              <a:buChar char="•"/>
            </a:pPr>
            <a:r>
              <a:rPr lang="en-US" sz="1300" dirty="0">
                <a:solidFill>
                  <a:srgbClr val="023047"/>
                </a:solidFill>
                <a:latin typeface="Segoe UI" panose="020B0502040204020203" pitchFamily="34" charset="0"/>
              </a:rPr>
              <a:t>Drift control — auto-corrects any settings that deviate from desired state</a:t>
            </a:r>
          </a:p>
          <a:p>
            <a:pPr marL="228600" indent="-228600">
              <a:spcAft>
                <a:spcPts val="300"/>
              </a:spcAft>
              <a:buFont typeface="Arial"/>
              <a:buChar char="•"/>
            </a:pPr>
            <a:r>
              <a:rPr lang="en-US" sz="1300" dirty="0">
                <a:solidFill>
                  <a:srgbClr val="023047"/>
                </a:solidFill>
                <a:latin typeface="Segoe UI" panose="020B0502040204020203" pitchFamily="34" charset="0"/>
              </a:rPr>
              <a:t>Scenario-based profiles: e.g. SecurityBaseline/WS2025/MemberServer</a:t>
            </a:r>
          </a:p>
          <a:p>
            <a:pPr marL="228600" indent="-228600">
              <a:spcAft>
                <a:spcPts val="300"/>
              </a:spcAft>
              <a:buFont typeface="Arial"/>
              <a:buChar char="•"/>
            </a:pPr>
            <a:r>
              <a:rPr lang="en-US" sz="1300" dirty="0">
                <a:solidFill>
                  <a:srgbClr val="023047"/>
                </a:solidFill>
                <a:latin typeface="Segoe UI" panose="020B0502040204020203" pitchFamily="34" charset="0"/>
              </a:rPr>
              <a:t>Supports GPO (.admx), WMI (.mof), and CSP (DDF) configuration mappings</a:t>
            </a:r>
          </a:p>
        </p:txBody>
      </p:sp>
      <p:sp>
        <p:nvSpPr>
          <p:cNvPr id="8" name="MgmtBg">
            <a:extLst>
              <a:ext uri="{FF2B5EF4-FFF2-40B4-BE49-F238E27FC236}">
                <a16:creationId xmlns:a16="http://schemas.microsoft.com/office/drawing/2014/main" id="{85EEFAF6-32A7-7BAB-F242-0223E66BCC87}"/>
              </a:ext>
            </a:extLst>
          </p:cNvPr>
          <p:cNvSpPr>
            <a:spLocks noGrp="1"/>
          </p:cNvSpPr>
          <p:nvPr/>
        </p:nvSpPr>
        <p:spPr>
          <a:xfrm>
            <a:off x="203200" y="2684145"/>
            <a:ext cx="3962400" cy="304800"/>
          </a:xfrm>
          <a:prstGeom prst="rect">
            <a:avLst/>
          </a:prstGeom>
          <a:solidFill>
            <a:srgbClr val="243A5E"/>
          </a:solidFill>
          <a:ln>
            <a:noFill/>
          </a:ln>
        </p:spPr>
        <p:txBody>
          <a:bodyPr wrap="square" lIns="91440" tIns="45720" rIns="91440" bIns="45720" anchor="t"/>
          <a:lstStyle/>
          <a:p>
            <a:endParaRPr lang="en-US" sz="1200" dirty="0"/>
          </a:p>
        </p:txBody>
      </p:sp>
      <p:sp>
        <p:nvSpPr>
          <p:cNvPr id="9" name="MgmtHdr">
            <a:extLst>
              <a:ext uri="{FF2B5EF4-FFF2-40B4-BE49-F238E27FC236}">
                <a16:creationId xmlns:a16="http://schemas.microsoft.com/office/drawing/2014/main" id="{D360A91E-BED7-0729-8B53-C0110014D9EF}"/>
              </a:ext>
            </a:extLst>
          </p:cNvPr>
          <p:cNvSpPr>
            <a:spLocks noGrp="1"/>
          </p:cNvSpPr>
          <p:nvPr/>
        </p:nvSpPr>
        <p:spPr>
          <a:xfrm>
            <a:off x="279400" y="2684145"/>
            <a:ext cx="3886200" cy="304800"/>
          </a:xfrm>
          <a:prstGeom prst="rect">
            <a:avLst/>
          </a:prstGeom>
          <a:noFill/>
          <a:ln>
            <a:noFill/>
          </a:ln>
        </p:spPr>
        <p:txBody>
          <a:bodyPr wrap="square" lIns="91440" tIns="45720" rIns="91440" bIns="45720" anchor="t">
            <a:normAutofit/>
          </a:bodyPr>
          <a:lstStyle/>
          <a:p>
            <a:pPr marL="0" indent="0">
              <a:buNone/>
            </a:pPr>
            <a:r>
              <a:rPr lang="en-US" sz="1300" b="1" dirty="0">
                <a:solidFill>
                  <a:srgbClr val="FFFFFF"/>
                </a:solidFill>
                <a:latin typeface="Segoe UI" panose="020B0502040204020203" pitchFamily="34" charset="0"/>
              </a:rPr>
              <a:t>Management Interfaces</a:t>
            </a:r>
          </a:p>
        </p:txBody>
      </p:sp>
      <p:sp>
        <p:nvSpPr>
          <p:cNvPr id="10" name="Tag0">
            <a:extLst>
              <a:ext uri="{FF2B5EF4-FFF2-40B4-BE49-F238E27FC236}">
                <a16:creationId xmlns:a16="http://schemas.microsoft.com/office/drawing/2014/main" id="{6B397C23-5836-5F84-9DF8-66C5BB4D5423}"/>
              </a:ext>
            </a:extLst>
          </p:cNvPr>
          <p:cNvSpPr>
            <a:spLocks noGrp="1"/>
          </p:cNvSpPr>
          <p:nvPr/>
        </p:nvSpPr>
        <p:spPr>
          <a:xfrm>
            <a:off x="203200" y="3039745"/>
            <a:ext cx="1016000" cy="254000"/>
          </a:xfrm>
          <a:prstGeom prst="rect">
            <a:avLst/>
          </a:prstGeom>
          <a:solidFill>
            <a:srgbClr val="1A6B3C"/>
          </a:solidFill>
          <a:ln>
            <a:noFill/>
          </a:ln>
        </p:spPr>
        <p:txBody>
          <a:bodyPr wrap="square" lIns="91440" tIns="45720" rIns="91440" bIns="45720" anchor="t">
            <a:normAutofit lnSpcReduction="10000"/>
          </a:bodyPr>
          <a:lstStyle/>
          <a:p>
            <a:pPr marL="0" indent="0" algn="ctr">
              <a:buNone/>
            </a:pPr>
            <a:r>
              <a:rPr lang="en-US" sz="1100" b="1" dirty="0">
                <a:solidFill>
                  <a:srgbClr val="FFFFFF"/>
                </a:solidFill>
                <a:latin typeface="Segoe UI" panose="020B0502040204020203" pitchFamily="34" charset="0"/>
              </a:rPr>
              <a:t>PowerShell</a:t>
            </a:r>
          </a:p>
        </p:txBody>
      </p:sp>
      <p:sp>
        <p:nvSpPr>
          <p:cNvPr id="11" name="Tag1">
            <a:extLst>
              <a:ext uri="{FF2B5EF4-FFF2-40B4-BE49-F238E27FC236}">
                <a16:creationId xmlns:a16="http://schemas.microsoft.com/office/drawing/2014/main" id="{7C7BBF62-89DC-D0B0-0B95-A7F72243D4F3}"/>
              </a:ext>
            </a:extLst>
          </p:cNvPr>
          <p:cNvSpPr>
            <a:spLocks noGrp="1"/>
          </p:cNvSpPr>
          <p:nvPr/>
        </p:nvSpPr>
        <p:spPr>
          <a:xfrm>
            <a:off x="1270000" y="3039745"/>
            <a:ext cx="1651000" cy="254000"/>
          </a:xfrm>
          <a:prstGeom prst="rect">
            <a:avLst/>
          </a:prstGeom>
          <a:solidFill>
            <a:srgbClr val="243A5E"/>
          </a:solidFill>
          <a:ln>
            <a:noFill/>
          </a:ln>
        </p:spPr>
        <p:txBody>
          <a:bodyPr wrap="square" lIns="91440" tIns="45720" rIns="91440" bIns="45720" anchor="t">
            <a:normAutofit fontScale="92500"/>
          </a:bodyPr>
          <a:lstStyle/>
          <a:p>
            <a:pPr marL="0" indent="0" algn="ctr">
              <a:buNone/>
            </a:pPr>
            <a:r>
              <a:rPr lang="en-US" sz="1100" b="1" dirty="0">
                <a:solidFill>
                  <a:srgbClr val="FFFFFF"/>
                </a:solidFill>
                <a:latin typeface="Segoe UI" panose="020B0502040204020203" pitchFamily="34" charset="0"/>
              </a:rPr>
              <a:t>Windows Admin Center</a:t>
            </a:r>
          </a:p>
        </p:txBody>
      </p:sp>
      <p:sp>
        <p:nvSpPr>
          <p:cNvPr id="12" name="Tag2">
            <a:extLst>
              <a:ext uri="{FF2B5EF4-FFF2-40B4-BE49-F238E27FC236}">
                <a16:creationId xmlns:a16="http://schemas.microsoft.com/office/drawing/2014/main" id="{7C52B843-303F-0836-FFD4-95B402B90ED6}"/>
              </a:ext>
            </a:extLst>
          </p:cNvPr>
          <p:cNvSpPr>
            <a:spLocks noGrp="1"/>
          </p:cNvSpPr>
          <p:nvPr/>
        </p:nvSpPr>
        <p:spPr>
          <a:xfrm>
            <a:off x="2971800" y="3039745"/>
            <a:ext cx="1143000" cy="254000"/>
          </a:xfrm>
          <a:prstGeom prst="rect">
            <a:avLst/>
          </a:prstGeom>
          <a:solidFill>
            <a:srgbClr val="106EBE"/>
          </a:solidFill>
          <a:ln>
            <a:noFill/>
          </a:ln>
        </p:spPr>
        <p:txBody>
          <a:bodyPr wrap="square" lIns="91440" tIns="45720" rIns="91440" bIns="45720" anchor="t">
            <a:normAutofit lnSpcReduction="10000"/>
          </a:bodyPr>
          <a:lstStyle/>
          <a:p>
            <a:pPr marL="0" indent="0" algn="ctr">
              <a:buNone/>
            </a:pPr>
            <a:r>
              <a:rPr lang="en-US" sz="1100" b="1" dirty="0">
                <a:solidFill>
                  <a:srgbClr val="FFFFFF"/>
                </a:solidFill>
                <a:latin typeface="Segoe UI" panose="020B0502040204020203" pitchFamily="34" charset="0"/>
              </a:rPr>
              <a:t>Azure Policy</a:t>
            </a:r>
          </a:p>
        </p:txBody>
      </p:sp>
      <p:sp>
        <p:nvSpPr>
          <p:cNvPr id="14" name="CmdBg">
            <a:extLst>
              <a:ext uri="{FF2B5EF4-FFF2-40B4-BE49-F238E27FC236}">
                <a16:creationId xmlns:a16="http://schemas.microsoft.com/office/drawing/2014/main" id="{A8A2893C-C8C6-FCD8-434A-27C73B3FD373}"/>
              </a:ext>
            </a:extLst>
          </p:cNvPr>
          <p:cNvSpPr>
            <a:spLocks noGrp="1"/>
          </p:cNvSpPr>
          <p:nvPr/>
        </p:nvSpPr>
        <p:spPr>
          <a:xfrm>
            <a:off x="203200" y="3446145"/>
            <a:ext cx="3962400" cy="482600"/>
          </a:xfrm>
          <a:prstGeom prst="rect">
            <a:avLst/>
          </a:prstGeom>
          <a:solidFill>
            <a:srgbClr val="1E1E1E"/>
          </a:solidFill>
          <a:ln>
            <a:noFill/>
          </a:ln>
        </p:spPr>
        <p:txBody>
          <a:bodyPr wrap="square" lIns="91440" tIns="45720" rIns="91440" bIns="45720" anchor="t"/>
          <a:lstStyle/>
          <a:p>
            <a:endParaRPr/>
          </a:p>
        </p:txBody>
      </p:sp>
      <p:sp>
        <p:nvSpPr>
          <p:cNvPr id="15" name="CmdLbl">
            <a:extLst>
              <a:ext uri="{FF2B5EF4-FFF2-40B4-BE49-F238E27FC236}">
                <a16:creationId xmlns:a16="http://schemas.microsoft.com/office/drawing/2014/main" id="{1D639CEF-6A09-72A4-6EF7-FD73D23CE61E}"/>
              </a:ext>
            </a:extLst>
          </p:cNvPr>
          <p:cNvSpPr>
            <a:spLocks noGrp="1"/>
          </p:cNvSpPr>
          <p:nvPr/>
        </p:nvSpPr>
        <p:spPr>
          <a:xfrm>
            <a:off x="279400" y="3458845"/>
            <a:ext cx="3810000" cy="203200"/>
          </a:xfrm>
          <a:prstGeom prst="rect">
            <a:avLst/>
          </a:prstGeom>
          <a:noFill/>
          <a:ln>
            <a:noFill/>
          </a:ln>
        </p:spPr>
        <p:txBody>
          <a:bodyPr wrap="square" lIns="91440" tIns="45720" rIns="91440" bIns="45720" anchor="t">
            <a:normAutofit fontScale="92500" lnSpcReduction="20000"/>
          </a:bodyPr>
          <a:lstStyle/>
          <a:p>
            <a:pPr marL="0" indent="0">
              <a:buNone/>
            </a:pPr>
            <a:r>
              <a:rPr lang="en-US" sz="1000" dirty="0">
                <a:solidFill>
                  <a:srgbClr val="888888"/>
                </a:solidFill>
                <a:latin typeface="Segoe UI" panose="020B0502040204020203" pitchFamily="34" charset="0"/>
              </a:rPr>
              <a:t>Install (PowerShell, elevated):</a:t>
            </a:r>
          </a:p>
        </p:txBody>
      </p:sp>
      <p:sp>
        <p:nvSpPr>
          <p:cNvPr id="16" name="CmdTxt">
            <a:extLst>
              <a:ext uri="{FF2B5EF4-FFF2-40B4-BE49-F238E27FC236}">
                <a16:creationId xmlns:a16="http://schemas.microsoft.com/office/drawing/2014/main" id="{6ACCD7D9-0C37-21C5-2D99-164AC593D95F}"/>
              </a:ext>
            </a:extLst>
          </p:cNvPr>
          <p:cNvSpPr>
            <a:spLocks noGrp="1"/>
          </p:cNvSpPr>
          <p:nvPr/>
        </p:nvSpPr>
        <p:spPr>
          <a:xfrm>
            <a:off x="279400" y="3636645"/>
            <a:ext cx="3810000" cy="279400"/>
          </a:xfrm>
          <a:prstGeom prst="rect">
            <a:avLst/>
          </a:prstGeom>
          <a:noFill/>
          <a:ln>
            <a:noFill/>
          </a:ln>
        </p:spPr>
        <p:txBody>
          <a:bodyPr wrap="square" lIns="91440" tIns="45720" rIns="91440" bIns="45720" anchor="t">
            <a:normAutofit/>
          </a:bodyPr>
          <a:lstStyle/>
          <a:p>
            <a:pPr marL="0" indent="0">
              <a:buNone/>
            </a:pPr>
            <a:r>
              <a:rPr lang="en-US" sz="1200" dirty="0">
                <a:solidFill>
                  <a:srgbClr val="4EC9B0"/>
                </a:solidFill>
                <a:latin typeface="Segoe UI" panose="020B0502040204020203" pitchFamily="34" charset="0"/>
              </a:rPr>
              <a:t>Install-Module -Name Microsoft.OSConfig -Force</a:t>
            </a:r>
          </a:p>
        </p:txBody>
      </p:sp>
      <p:sp>
        <p:nvSpPr>
          <p:cNvPr id="17" name="SrcTxt">
            <a:extLst>
              <a:ext uri="{FF2B5EF4-FFF2-40B4-BE49-F238E27FC236}">
                <a16:creationId xmlns:a16="http://schemas.microsoft.com/office/drawing/2014/main" id="{1E3F0FB8-689C-3983-7E2A-D4A638948FFE}"/>
              </a:ext>
            </a:extLst>
          </p:cNvPr>
          <p:cNvSpPr>
            <a:spLocks noGrp="1"/>
          </p:cNvSpPr>
          <p:nvPr/>
        </p:nvSpPr>
        <p:spPr>
          <a:xfrm>
            <a:off x="544331" y="4034155"/>
            <a:ext cx="8055337" cy="614045"/>
          </a:xfrm>
          <a:prstGeom prst="rect">
            <a:avLst/>
          </a:prstGeom>
          <a:noFill/>
          <a:ln>
            <a:noFill/>
          </a:ln>
        </p:spPr>
        <p:txBody>
          <a:bodyPr wrap="square" lIns="91440" tIns="45720" rIns="91440" bIns="45720" anchor="t">
            <a:noAutofit/>
          </a:bodyPr>
          <a:lstStyle/>
          <a:p>
            <a:pPr marL="0" indent="0">
              <a:buNone/>
            </a:pPr>
            <a:r>
              <a:rPr lang="en-US" sz="1600" dirty="0">
                <a:latin typeface="Segoe UI" panose="020B0502040204020203" pitchFamily="34" charset="0"/>
              </a:rPr>
              <a:t>learn.microsoft.com/windows-server/security/osconfig/</a:t>
            </a:r>
            <a:r>
              <a:rPr lang="en-US" sz="1600" dirty="0" err="1">
                <a:latin typeface="Segoe UI" panose="020B0502040204020203" pitchFamily="34" charset="0"/>
              </a:rPr>
              <a:t>osconfig</a:t>
            </a:r>
            <a:r>
              <a:rPr lang="en-US" sz="1600" dirty="0">
                <a:latin typeface="Segoe UI" panose="020B0502040204020203" pitchFamily="34" charset="0"/>
              </a:rPr>
              <a:t>-overview</a:t>
            </a:r>
          </a:p>
          <a:p>
            <a:r>
              <a:rPr lang="en-US" sz="1600" dirty="0">
                <a:latin typeface="Segoe UI" panose="020B0502040204020203" pitchFamily="34" charset="0"/>
              </a:rPr>
              <a:t>https://github.com/microsoft/osconfig/tree/main/security</a:t>
            </a:r>
          </a:p>
        </p:txBody>
      </p:sp>
      <p:sp>
        <p:nvSpPr>
          <p:cNvPr id="18" name="Course footer">
            <a:extLst>
              <a:ext uri="{FF2B5EF4-FFF2-40B4-BE49-F238E27FC236}">
                <a16:creationId xmlns:a16="http://schemas.microsoft.com/office/drawing/2014/main" id="{CA7D276D-5202-D19E-DE69-3730D31EAF29}"/>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6 | Security &amp; Hardening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9" name="TextBox 18">
            <a:extLst>
              <a:ext uri="{FF2B5EF4-FFF2-40B4-BE49-F238E27FC236}">
                <a16:creationId xmlns:a16="http://schemas.microsoft.com/office/drawing/2014/main" id="{B63DB641-5854-F262-D130-C486E1AAB79F}"/>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81677216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FDF08-5D3A-008F-B1FB-9E979DB750FD}"/>
              </a:ext>
            </a:extLst>
          </p:cNvPr>
          <p:cNvSpPr>
            <a:spLocks noGrp="1"/>
          </p:cNvSpPr>
          <p:nvPr>
            <p:ph type="title"/>
          </p:nvPr>
        </p:nvSpPr>
        <p:spPr>
          <a:xfrm>
            <a:off x="123300" y="139219"/>
            <a:ext cx="8258700" cy="325858"/>
          </a:xfrm>
        </p:spPr>
        <p:txBody>
          <a:bodyPr wrap="square">
            <a:noAutofit/>
          </a:bodyPr>
          <a:lstStyle/>
          <a:p>
            <a:r>
              <a:rPr lang="en-GB" dirty="0" err="1"/>
              <a:t>OSConfig</a:t>
            </a:r>
            <a:r>
              <a:rPr lang="en-GB" dirty="0"/>
              <a:t> - Profiles and Configuration</a:t>
            </a:r>
          </a:p>
        </p:txBody>
      </p:sp>
      <p:sp>
        <p:nvSpPr>
          <p:cNvPr id="4" name="ColHdr0">
            <a:extLst>
              <a:ext uri="{FF2B5EF4-FFF2-40B4-BE49-F238E27FC236}">
                <a16:creationId xmlns:a16="http://schemas.microsoft.com/office/drawing/2014/main" id="{710DC1F9-E8A4-C01C-0602-344CC039B091}"/>
              </a:ext>
            </a:extLst>
          </p:cNvPr>
          <p:cNvSpPr>
            <a:spLocks noGrp="1"/>
          </p:cNvSpPr>
          <p:nvPr/>
        </p:nvSpPr>
        <p:spPr>
          <a:xfrm>
            <a:off x="127000" y="588645"/>
            <a:ext cx="2286000" cy="228600"/>
          </a:xfrm>
          <a:prstGeom prst="rect">
            <a:avLst/>
          </a:prstGeom>
          <a:solidFill>
            <a:srgbClr val="1A4D70"/>
          </a:solidFill>
          <a:ln>
            <a:noFill/>
          </a:ln>
        </p:spPr>
        <p:txBody>
          <a:bodyPr wrap="square" lIns="91440" tIns="45720" rIns="91440" bIns="45720" anchor="t">
            <a:normAutofit fontScale="92500" lnSpcReduction="10000"/>
          </a:bodyPr>
          <a:lstStyle/>
          <a:p>
            <a:pPr marL="0" indent="0">
              <a:buNone/>
            </a:pPr>
            <a:r>
              <a:rPr lang="en-US" sz="1100" b="1" dirty="0">
                <a:solidFill>
                  <a:srgbClr val="FFFFFF"/>
                </a:solidFill>
                <a:latin typeface="Segoe UI" panose="020B0502040204020203" pitchFamily="34" charset="0"/>
              </a:rPr>
              <a:t>Profile</a:t>
            </a:r>
          </a:p>
        </p:txBody>
      </p:sp>
      <p:sp>
        <p:nvSpPr>
          <p:cNvPr id="5" name="ColHdr1">
            <a:extLst>
              <a:ext uri="{FF2B5EF4-FFF2-40B4-BE49-F238E27FC236}">
                <a16:creationId xmlns:a16="http://schemas.microsoft.com/office/drawing/2014/main" id="{D46A759D-134E-707D-D57A-C9507ADD85B4}"/>
              </a:ext>
            </a:extLst>
          </p:cNvPr>
          <p:cNvSpPr>
            <a:spLocks noGrp="1"/>
          </p:cNvSpPr>
          <p:nvPr/>
        </p:nvSpPr>
        <p:spPr>
          <a:xfrm>
            <a:off x="2438400" y="588645"/>
            <a:ext cx="3683000" cy="228600"/>
          </a:xfrm>
          <a:prstGeom prst="rect">
            <a:avLst/>
          </a:prstGeom>
          <a:solidFill>
            <a:srgbClr val="1A4D70"/>
          </a:solidFill>
          <a:ln>
            <a:noFill/>
          </a:ln>
        </p:spPr>
        <p:txBody>
          <a:bodyPr wrap="square" lIns="91440" tIns="45720" rIns="91440" bIns="45720" anchor="t">
            <a:normAutofit fontScale="92500" lnSpcReduction="10000"/>
          </a:bodyPr>
          <a:lstStyle/>
          <a:p>
            <a:pPr marL="0" indent="0">
              <a:buNone/>
            </a:pPr>
            <a:r>
              <a:rPr lang="en-US" sz="1100" b="1" dirty="0">
                <a:solidFill>
                  <a:srgbClr val="FFFFFF"/>
                </a:solidFill>
                <a:latin typeface="Segoe UI" panose="020B0502040204020203" pitchFamily="34" charset="0"/>
              </a:rPr>
              <a:t>Scenario Path</a:t>
            </a:r>
          </a:p>
        </p:txBody>
      </p:sp>
      <p:sp>
        <p:nvSpPr>
          <p:cNvPr id="6" name="ColHdr2">
            <a:extLst>
              <a:ext uri="{FF2B5EF4-FFF2-40B4-BE49-F238E27FC236}">
                <a16:creationId xmlns:a16="http://schemas.microsoft.com/office/drawing/2014/main" id="{4679A2E7-8BEE-1BE5-127D-7CCFCBD964BC}"/>
              </a:ext>
            </a:extLst>
          </p:cNvPr>
          <p:cNvSpPr>
            <a:spLocks noGrp="1"/>
          </p:cNvSpPr>
          <p:nvPr/>
        </p:nvSpPr>
        <p:spPr>
          <a:xfrm>
            <a:off x="6146800" y="588645"/>
            <a:ext cx="1270000" cy="228600"/>
          </a:xfrm>
          <a:prstGeom prst="rect">
            <a:avLst/>
          </a:prstGeom>
          <a:solidFill>
            <a:srgbClr val="1A4D70"/>
          </a:solidFill>
          <a:ln>
            <a:noFill/>
          </a:ln>
        </p:spPr>
        <p:txBody>
          <a:bodyPr wrap="square" lIns="91440" tIns="45720" rIns="91440" bIns="45720" anchor="t">
            <a:normAutofit fontScale="92500" lnSpcReduction="10000"/>
          </a:bodyPr>
          <a:lstStyle/>
          <a:p>
            <a:pPr marL="0" indent="0">
              <a:buNone/>
            </a:pPr>
            <a:r>
              <a:rPr lang="en-US" sz="1100" b="1" dirty="0">
                <a:solidFill>
                  <a:srgbClr val="FFFFFF"/>
                </a:solidFill>
                <a:latin typeface="Segoe UI" panose="020B0502040204020203" pitchFamily="34" charset="0"/>
              </a:rPr>
              <a:t>Scope</a:t>
            </a:r>
          </a:p>
        </p:txBody>
      </p:sp>
      <p:sp>
        <p:nvSpPr>
          <p:cNvPr id="7" name="ColHdr3">
            <a:extLst>
              <a:ext uri="{FF2B5EF4-FFF2-40B4-BE49-F238E27FC236}">
                <a16:creationId xmlns:a16="http://schemas.microsoft.com/office/drawing/2014/main" id="{03817D22-9FCA-539B-6716-BEFCE294DF61}"/>
              </a:ext>
            </a:extLst>
          </p:cNvPr>
          <p:cNvSpPr>
            <a:spLocks noGrp="1"/>
          </p:cNvSpPr>
          <p:nvPr/>
        </p:nvSpPr>
        <p:spPr>
          <a:xfrm>
            <a:off x="7442200" y="588645"/>
            <a:ext cx="1371600" cy="228600"/>
          </a:xfrm>
          <a:prstGeom prst="rect">
            <a:avLst/>
          </a:prstGeom>
          <a:solidFill>
            <a:srgbClr val="1A4D70"/>
          </a:solidFill>
          <a:ln>
            <a:noFill/>
          </a:ln>
        </p:spPr>
        <p:txBody>
          <a:bodyPr wrap="square" lIns="91440" tIns="45720" rIns="91440" bIns="45720" anchor="t">
            <a:normAutofit fontScale="92500" lnSpcReduction="10000"/>
          </a:bodyPr>
          <a:lstStyle/>
          <a:p>
            <a:pPr marL="0" indent="0">
              <a:buNone/>
            </a:pPr>
            <a:r>
              <a:rPr lang="en-US" sz="1100" b="1" dirty="0">
                <a:solidFill>
                  <a:srgbClr val="FFFFFF"/>
                </a:solidFill>
                <a:latin typeface="Segoe UI" panose="020B0502040204020203" pitchFamily="34" charset="0"/>
              </a:rPr>
              <a:t>Enforcements</a:t>
            </a:r>
          </a:p>
        </p:txBody>
      </p:sp>
      <p:sp>
        <p:nvSpPr>
          <p:cNvPr id="8" name="P0">
            <a:extLst>
              <a:ext uri="{FF2B5EF4-FFF2-40B4-BE49-F238E27FC236}">
                <a16:creationId xmlns:a16="http://schemas.microsoft.com/office/drawing/2014/main" id="{0672DA91-B85D-845C-BB62-883A152CAC0A}"/>
              </a:ext>
            </a:extLst>
          </p:cNvPr>
          <p:cNvSpPr>
            <a:spLocks noGrp="1"/>
          </p:cNvSpPr>
          <p:nvPr/>
        </p:nvSpPr>
        <p:spPr>
          <a:xfrm>
            <a:off x="127000" y="842645"/>
            <a:ext cx="2286000" cy="330200"/>
          </a:xfrm>
          <a:prstGeom prst="rect">
            <a:avLst/>
          </a:prstGeom>
          <a:solidFill>
            <a:srgbClr val="EEF4F7"/>
          </a:solidFill>
          <a:ln>
            <a:noFill/>
          </a:ln>
        </p:spPr>
        <p:txBody>
          <a:bodyPr wrap="square" lIns="91440" tIns="45720" rIns="91440" bIns="45720" anchor="t">
            <a:normAutofit/>
          </a:bodyPr>
          <a:lstStyle/>
          <a:p>
            <a:pPr marL="0" indent="0">
              <a:buNone/>
            </a:pPr>
            <a:r>
              <a:rPr lang="en-US" sz="1200" b="1" dirty="0">
                <a:solidFill>
                  <a:srgbClr val="023047"/>
                </a:solidFill>
                <a:latin typeface="Segoe UI" panose="020B0502040204020203" pitchFamily="34" charset="0"/>
              </a:rPr>
              <a:t>Member Server</a:t>
            </a:r>
          </a:p>
        </p:txBody>
      </p:sp>
      <p:sp>
        <p:nvSpPr>
          <p:cNvPr id="9" name="S0">
            <a:extLst>
              <a:ext uri="{FF2B5EF4-FFF2-40B4-BE49-F238E27FC236}">
                <a16:creationId xmlns:a16="http://schemas.microsoft.com/office/drawing/2014/main" id="{260B7F3C-3C0D-81F8-352D-D8DA197B90A6}"/>
              </a:ext>
            </a:extLst>
          </p:cNvPr>
          <p:cNvSpPr>
            <a:spLocks noGrp="1"/>
          </p:cNvSpPr>
          <p:nvPr/>
        </p:nvSpPr>
        <p:spPr>
          <a:xfrm>
            <a:off x="2438400" y="842645"/>
            <a:ext cx="3683000" cy="330200"/>
          </a:xfrm>
          <a:prstGeom prst="rect">
            <a:avLst/>
          </a:prstGeom>
          <a:solidFill>
            <a:srgbClr val="EEF4F7"/>
          </a:solidFill>
          <a:ln>
            <a:noFill/>
          </a:ln>
        </p:spPr>
        <p:txBody>
          <a:bodyPr wrap="square" lIns="91440" tIns="45720" rIns="91440" bIns="45720" anchor="t">
            <a:normAutofit/>
          </a:bodyPr>
          <a:lstStyle/>
          <a:p>
            <a:pPr marL="0" indent="0">
              <a:buNone/>
            </a:pPr>
            <a:r>
              <a:rPr lang="en-US" sz="1100" dirty="0">
                <a:solidFill>
                  <a:srgbClr val="1A4D70"/>
                </a:solidFill>
                <a:latin typeface="Segoe UI" panose="020B0502040204020203" pitchFamily="34" charset="0"/>
              </a:rPr>
              <a:t>SecurityBaseline/WS2025/MemberServer</a:t>
            </a:r>
          </a:p>
        </p:txBody>
      </p:sp>
      <p:sp>
        <p:nvSpPr>
          <p:cNvPr id="10" name="Sc0">
            <a:extLst>
              <a:ext uri="{FF2B5EF4-FFF2-40B4-BE49-F238E27FC236}">
                <a16:creationId xmlns:a16="http://schemas.microsoft.com/office/drawing/2014/main" id="{9414968F-110F-ADCD-C799-CA0D6243636E}"/>
              </a:ext>
            </a:extLst>
          </p:cNvPr>
          <p:cNvSpPr>
            <a:spLocks noGrp="1"/>
          </p:cNvSpPr>
          <p:nvPr/>
        </p:nvSpPr>
        <p:spPr>
          <a:xfrm>
            <a:off x="6146800" y="842645"/>
            <a:ext cx="1270000" cy="330200"/>
          </a:xfrm>
          <a:prstGeom prst="rect">
            <a:avLst/>
          </a:prstGeom>
          <a:solidFill>
            <a:srgbClr val="EEF4F7"/>
          </a:solidFill>
          <a:ln>
            <a:noFill/>
          </a:ln>
        </p:spPr>
        <p:txBody>
          <a:bodyPr wrap="square" lIns="91440" tIns="45720" rIns="91440" bIns="45720" anchor="t">
            <a:normAutofit/>
          </a:bodyPr>
          <a:lstStyle/>
          <a:p>
            <a:pPr marL="0" indent="0">
              <a:buNone/>
            </a:pPr>
            <a:r>
              <a:rPr lang="en-US" sz="1100" dirty="0">
                <a:solidFill>
                  <a:srgbClr val="5A6B7D"/>
                </a:solidFill>
                <a:latin typeface="Segoe UI" panose="020B0502040204020203" pitchFamily="34" charset="0"/>
              </a:rPr>
              <a:t>Domain-joined</a:t>
            </a:r>
          </a:p>
        </p:txBody>
      </p:sp>
      <p:sp>
        <p:nvSpPr>
          <p:cNvPr id="11" name="En0">
            <a:extLst>
              <a:ext uri="{FF2B5EF4-FFF2-40B4-BE49-F238E27FC236}">
                <a16:creationId xmlns:a16="http://schemas.microsoft.com/office/drawing/2014/main" id="{6F45180C-34B3-8EEB-36A1-2A483EB62438}"/>
              </a:ext>
            </a:extLst>
          </p:cNvPr>
          <p:cNvSpPr>
            <a:spLocks noGrp="1"/>
          </p:cNvSpPr>
          <p:nvPr/>
        </p:nvSpPr>
        <p:spPr>
          <a:xfrm>
            <a:off x="7442200" y="842645"/>
            <a:ext cx="1371600" cy="330200"/>
          </a:xfrm>
          <a:prstGeom prst="rect">
            <a:avLst/>
          </a:prstGeom>
          <a:solidFill>
            <a:srgbClr val="EEF4F7"/>
          </a:solidFill>
          <a:ln>
            <a:noFill/>
          </a:ln>
        </p:spPr>
        <p:txBody>
          <a:bodyPr wrap="square" lIns="91440" tIns="45720" rIns="91440" bIns="45720" anchor="t">
            <a:normAutofit fontScale="77500" lnSpcReduction="20000"/>
          </a:bodyPr>
          <a:lstStyle/>
          <a:p>
            <a:pPr marL="0" indent="0">
              <a:buNone/>
            </a:pPr>
            <a:r>
              <a:rPr lang="en-US" sz="1000" dirty="0">
                <a:solidFill>
                  <a:srgbClr val="5A6B7D"/>
                </a:solidFill>
                <a:latin typeface="Segoe UI" panose="020B0502040204020203" pitchFamily="34" charset="0"/>
              </a:rPr>
              <a:t>TLS 1.2+, SMB 3+, LSASS/PPL, Kerberos AES</a:t>
            </a:r>
          </a:p>
        </p:txBody>
      </p:sp>
      <p:sp>
        <p:nvSpPr>
          <p:cNvPr id="12" name="P1">
            <a:extLst>
              <a:ext uri="{FF2B5EF4-FFF2-40B4-BE49-F238E27FC236}">
                <a16:creationId xmlns:a16="http://schemas.microsoft.com/office/drawing/2014/main" id="{C42CE089-B3D7-1525-0379-15157BC2120B}"/>
              </a:ext>
            </a:extLst>
          </p:cNvPr>
          <p:cNvSpPr>
            <a:spLocks noGrp="1"/>
          </p:cNvSpPr>
          <p:nvPr/>
        </p:nvSpPr>
        <p:spPr>
          <a:xfrm>
            <a:off x="127000" y="1198245"/>
            <a:ext cx="2286000" cy="330200"/>
          </a:xfrm>
          <a:prstGeom prst="rect">
            <a:avLst/>
          </a:prstGeom>
          <a:solidFill>
            <a:srgbClr val="FFFFFF"/>
          </a:solidFill>
          <a:ln>
            <a:noFill/>
          </a:ln>
        </p:spPr>
        <p:txBody>
          <a:bodyPr wrap="square" lIns="91440" tIns="45720" rIns="91440" bIns="45720" anchor="t">
            <a:normAutofit/>
          </a:bodyPr>
          <a:lstStyle/>
          <a:p>
            <a:pPr marL="0" indent="0">
              <a:buNone/>
            </a:pPr>
            <a:r>
              <a:rPr lang="en-US" sz="1200" b="1" dirty="0">
                <a:solidFill>
                  <a:srgbClr val="023047"/>
                </a:solidFill>
                <a:latin typeface="Segoe UI" panose="020B0502040204020203" pitchFamily="34" charset="0"/>
              </a:rPr>
              <a:t>Workgroup Member</a:t>
            </a:r>
          </a:p>
        </p:txBody>
      </p:sp>
      <p:sp>
        <p:nvSpPr>
          <p:cNvPr id="13" name="S1">
            <a:extLst>
              <a:ext uri="{FF2B5EF4-FFF2-40B4-BE49-F238E27FC236}">
                <a16:creationId xmlns:a16="http://schemas.microsoft.com/office/drawing/2014/main" id="{31357B95-C0AF-595E-572A-24367434CA08}"/>
              </a:ext>
            </a:extLst>
          </p:cNvPr>
          <p:cNvSpPr>
            <a:spLocks noGrp="1"/>
          </p:cNvSpPr>
          <p:nvPr/>
        </p:nvSpPr>
        <p:spPr>
          <a:xfrm>
            <a:off x="2438400" y="1198245"/>
            <a:ext cx="3683000" cy="330200"/>
          </a:xfrm>
          <a:prstGeom prst="rect">
            <a:avLst/>
          </a:prstGeom>
          <a:solidFill>
            <a:srgbClr val="FFFFFF"/>
          </a:solidFill>
          <a:ln>
            <a:noFill/>
          </a:ln>
        </p:spPr>
        <p:txBody>
          <a:bodyPr wrap="square" lIns="91440" tIns="45720" rIns="91440" bIns="45720" anchor="t">
            <a:normAutofit/>
          </a:bodyPr>
          <a:lstStyle/>
          <a:p>
            <a:pPr marL="0" indent="0">
              <a:buNone/>
            </a:pPr>
            <a:r>
              <a:rPr lang="en-US" sz="1100" dirty="0">
                <a:solidFill>
                  <a:srgbClr val="1A4D70"/>
                </a:solidFill>
                <a:latin typeface="Segoe UI" panose="020B0502040204020203" pitchFamily="34" charset="0"/>
              </a:rPr>
              <a:t>SecurityBaseline/WS2025/WorkgroupMember</a:t>
            </a:r>
          </a:p>
        </p:txBody>
      </p:sp>
      <p:sp>
        <p:nvSpPr>
          <p:cNvPr id="14" name="Sc1">
            <a:extLst>
              <a:ext uri="{FF2B5EF4-FFF2-40B4-BE49-F238E27FC236}">
                <a16:creationId xmlns:a16="http://schemas.microsoft.com/office/drawing/2014/main" id="{6FFC0AF8-73E5-133B-9693-C277AB861402}"/>
              </a:ext>
            </a:extLst>
          </p:cNvPr>
          <p:cNvSpPr>
            <a:spLocks noGrp="1"/>
          </p:cNvSpPr>
          <p:nvPr/>
        </p:nvSpPr>
        <p:spPr>
          <a:xfrm>
            <a:off x="6146800" y="1198245"/>
            <a:ext cx="1270000" cy="330200"/>
          </a:xfrm>
          <a:prstGeom prst="rect">
            <a:avLst/>
          </a:prstGeom>
          <a:solidFill>
            <a:srgbClr val="FFFFFF"/>
          </a:solidFill>
          <a:ln>
            <a:noFill/>
          </a:ln>
        </p:spPr>
        <p:txBody>
          <a:bodyPr wrap="square" lIns="91440" tIns="45720" rIns="91440" bIns="45720" anchor="t">
            <a:normAutofit/>
          </a:bodyPr>
          <a:lstStyle/>
          <a:p>
            <a:pPr marL="0" indent="0">
              <a:buNone/>
            </a:pPr>
            <a:r>
              <a:rPr lang="en-US" sz="1100" dirty="0">
                <a:solidFill>
                  <a:srgbClr val="5A6B7D"/>
                </a:solidFill>
                <a:latin typeface="Segoe UI" panose="020B0502040204020203" pitchFamily="34" charset="0"/>
              </a:rPr>
              <a:t>Non-domain</a:t>
            </a:r>
          </a:p>
        </p:txBody>
      </p:sp>
      <p:sp>
        <p:nvSpPr>
          <p:cNvPr id="15" name="En1">
            <a:extLst>
              <a:ext uri="{FF2B5EF4-FFF2-40B4-BE49-F238E27FC236}">
                <a16:creationId xmlns:a16="http://schemas.microsoft.com/office/drawing/2014/main" id="{9491A14A-7E84-20D3-9A78-AE901F6B3CF0}"/>
              </a:ext>
            </a:extLst>
          </p:cNvPr>
          <p:cNvSpPr>
            <a:spLocks noGrp="1"/>
          </p:cNvSpPr>
          <p:nvPr/>
        </p:nvSpPr>
        <p:spPr>
          <a:xfrm>
            <a:off x="7442200" y="1198245"/>
            <a:ext cx="1371600" cy="330200"/>
          </a:xfrm>
          <a:prstGeom prst="rect">
            <a:avLst/>
          </a:prstGeom>
          <a:solidFill>
            <a:srgbClr val="FFFFFF"/>
          </a:solidFill>
          <a:ln>
            <a:noFill/>
          </a:ln>
        </p:spPr>
        <p:txBody>
          <a:bodyPr wrap="square" lIns="91440" tIns="45720" rIns="91440" bIns="45720" anchor="t">
            <a:normAutofit fontScale="77500" lnSpcReduction="20000"/>
          </a:bodyPr>
          <a:lstStyle/>
          <a:p>
            <a:pPr marL="0" indent="0">
              <a:buNone/>
            </a:pPr>
            <a:r>
              <a:rPr lang="en-US" sz="1000" dirty="0">
                <a:solidFill>
                  <a:srgbClr val="5A6B7D"/>
                </a:solidFill>
                <a:latin typeface="Segoe UI" panose="020B0502040204020203" pitchFamily="34" charset="0"/>
              </a:rPr>
              <a:t>Same as MemberServer + local acct policy</a:t>
            </a:r>
          </a:p>
        </p:txBody>
      </p:sp>
      <p:sp>
        <p:nvSpPr>
          <p:cNvPr id="16" name="P2">
            <a:extLst>
              <a:ext uri="{FF2B5EF4-FFF2-40B4-BE49-F238E27FC236}">
                <a16:creationId xmlns:a16="http://schemas.microsoft.com/office/drawing/2014/main" id="{A268949C-C0A6-57C2-AD55-D4DDB95F15AF}"/>
              </a:ext>
            </a:extLst>
          </p:cNvPr>
          <p:cNvSpPr>
            <a:spLocks noGrp="1"/>
          </p:cNvSpPr>
          <p:nvPr/>
        </p:nvSpPr>
        <p:spPr>
          <a:xfrm>
            <a:off x="127000" y="1553845"/>
            <a:ext cx="2286000" cy="330200"/>
          </a:xfrm>
          <a:prstGeom prst="rect">
            <a:avLst/>
          </a:prstGeom>
          <a:solidFill>
            <a:srgbClr val="EEF4F7"/>
          </a:solidFill>
          <a:ln>
            <a:noFill/>
          </a:ln>
        </p:spPr>
        <p:txBody>
          <a:bodyPr wrap="square" lIns="91440" tIns="45720" rIns="91440" bIns="45720" anchor="t">
            <a:normAutofit/>
          </a:bodyPr>
          <a:lstStyle/>
          <a:p>
            <a:pPr marL="0" indent="0">
              <a:buNone/>
            </a:pPr>
            <a:r>
              <a:rPr lang="en-US" sz="1200" b="1" dirty="0">
                <a:solidFill>
                  <a:srgbClr val="023047"/>
                </a:solidFill>
                <a:latin typeface="Segoe UI" panose="020B0502040204020203" pitchFamily="34" charset="0"/>
              </a:rPr>
              <a:t>Domain Controller</a:t>
            </a:r>
          </a:p>
        </p:txBody>
      </p:sp>
      <p:sp>
        <p:nvSpPr>
          <p:cNvPr id="17" name="S2">
            <a:extLst>
              <a:ext uri="{FF2B5EF4-FFF2-40B4-BE49-F238E27FC236}">
                <a16:creationId xmlns:a16="http://schemas.microsoft.com/office/drawing/2014/main" id="{A068D535-753C-654C-88F7-405637B7066E}"/>
              </a:ext>
            </a:extLst>
          </p:cNvPr>
          <p:cNvSpPr>
            <a:spLocks noGrp="1"/>
          </p:cNvSpPr>
          <p:nvPr/>
        </p:nvSpPr>
        <p:spPr>
          <a:xfrm>
            <a:off x="2438400" y="1553845"/>
            <a:ext cx="3683000" cy="330200"/>
          </a:xfrm>
          <a:prstGeom prst="rect">
            <a:avLst/>
          </a:prstGeom>
          <a:solidFill>
            <a:srgbClr val="EEF4F7"/>
          </a:solidFill>
          <a:ln>
            <a:noFill/>
          </a:ln>
        </p:spPr>
        <p:txBody>
          <a:bodyPr wrap="square" lIns="91440" tIns="45720" rIns="91440" bIns="45720" anchor="t">
            <a:normAutofit/>
          </a:bodyPr>
          <a:lstStyle/>
          <a:p>
            <a:pPr marL="0" indent="0">
              <a:buNone/>
            </a:pPr>
            <a:r>
              <a:rPr lang="en-US" sz="1100" dirty="0">
                <a:solidFill>
                  <a:srgbClr val="1A4D70"/>
                </a:solidFill>
                <a:latin typeface="Segoe UI" panose="020B0502040204020203" pitchFamily="34" charset="0"/>
              </a:rPr>
              <a:t>SecurityBaseline/WS2025/DomainController</a:t>
            </a:r>
          </a:p>
        </p:txBody>
      </p:sp>
      <p:sp>
        <p:nvSpPr>
          <p:cNvPr id="18" name="Sc2">
            <a:extLst>
              <a:ext uri="{FF2B5EF4-FFF2-40B4-BE49-F238E27FC236}">
                <a16:creationId xmlns:a16="http://schemas.microsoft.com/office/drawing/2014/main" id="{A1A7C10B-A54B-2642-7848-DDB9F8750FDA}"/>
              </a:ext>
            </a:extLst>
          </p:cNvPr>
          <p:cNvSpPr>
            <a:spLocks noGrp="1"/>
          </p:cNvSpPr>
          <p:nvPr/>
        </p:nvSpPr>
        <p:spPr>
          <a:xfrm>
            <a:off x="6146800" y="1553845"/>
            <a:ext cx="1270000" cy="330200"/>
          </a:xfrm>
          <a:prstGeom prst="rect">
            <a:avLst/>
          </a:prstGeom>
          <a:solidFill>
            <a:srgbClr val="EEF4F7"/>
          </a:solidFill>
          <a:ln>
            <a:noFill/>
          </a:ln>
        </p:spPr>
        <p:txBody>
          <a:bodyPr wrap="square" lIns="91440" tIns="45720" rIns="91440" bIns="45720" anchor="t">
            <a:normAutofit/>
          </a:bodyPr>
          <a:lstStyle/>
          <a:p>
            <a:pPr marL="0" indent="0">
              <a:buNone/>
            </a:pPr>
            <a:r>
              <a:rPr lang="en-US" sz="1100" dirty="0">
                <a:solidFill>
                  <a:srgbClr val="5A6B7D"/>
                </a:solidFill>
                <a:latin typeface="Segoe UI" panose="020B0502040204020203" pitchFamily="34" charset="0"/>
              </a:rPr>
              <a:t>DC only</a:t>
            </a:r>
          </a:p>
        </p:txBody>
      </p:sp>
      <p:sp>
        <p:nvSpPr>
          <p:cNvPr id="19" name="En2">
            <a:extLst>
              <a:ext uri="{FF2B5EF4-FFF2-40B4-BE49-F238E27FC236}">
                <a16:creationId xmlns:a16="http://schemas.microsoft.com/office/drawing/2014/main" id="{C065EF9C-AA73-6117-5934-BC91553BEBCC}"/>
              </a:ext>
            </a:extLst>
          </p:cNvPr>
          <p:cNvSpPr>
            <a:spLocks noGrp="1"/>
          </p:cNvSpPr>
          <p:nvPr/>
        </p:nvSpPr>
        <p:spPr>
          <a:xfrm>
            <a:off x="7442200" y="1553845"/>
            <a:ext cx="1371600" cy="330200"/>
          </a:xfrm>
          <a:prstGeom prst="rect">
            <a:avLst/>
          </a:prstGeom>
          <a:solidFill>
            <a:srgbClr val="EEF4F7"/>
          </a:solidFill>
          <a:ln>
            <a:noFill/>
          </a:ln>
        </p:spPr>
        <p:txBody>
          <a:bodyPr wrap="square" lIns="91440" tIns="45720" rIns="91440" bIns="45720" anchor="t">
            <a:normAutofit fontScale="77500" lnSpcReduction="20000"/>
          </a:bodyPr>
          <a:lstStyle/>
          <a:p>
            <a:pPr marL="0" indent="0">
              <a:buNone/>
            </a:pPr>
            <a:r>
              <a:rPr lang="en-US" sz="1000" dirty="0">
                <a:solidFill>
                  <a:srgbClr val="5A6B7D"/>
                </a:solidFill>
                <a:latin typeface="Segoe UI" panose="020B0502040204020203" pitchFamily="34" charset="0"/>
              </a:rPr>
              <a:t>DC-specific AD, Kerberos, SYSVOL hardening</a:t>
            </a:r>
          </a:p>
        </p:txBody>
      </p:sp>
      <p:sp>
        <p:nvSpPr>
          <p:cNvPr id="20" name="P3">
            <a:extLst>
              <a:ext uri="{FF2B5EF4-FFF2-40B4-BE49-F238E27FC236}">
                <a16:creationId xmlns:a16="http://schemas.microsoft.com/office/drawing/2014/main" id="{72B09966-103E-BAA2-C1E1-00C9D4BF93BC}"/>
              </a:ext>
            </a:extLst>
          </p:cNvPr>
          <p:cNvSpPr>
            <a:spLocks noGrp="1"/>
          </p:cNvSpPr>
          <p:nvPr/>
        </p:nvSpPr>
        <p:spPr>
          <a:xfrm>
            <a:off x="127000" y="1909445"/>
            <a:ext cx="2286000" cy="330200"/>
          </a:xfrm>
          <a:prstGeom prst="rect">
            <a:avLst/>
          </a:prstGeom>
          <a:solidFill>
            <a:srgbClr val="FFFFFF"/>
          </a:solidFill>
          <a:ln>
            <a:noFill/>
          </a:ln>
        </p:spPr>
        <p:txBody>
          <a:bodyPr wrap="square" lIns="91440" tIns="45720" rIns="91440" bIns="45720" anchor="t">
            <a:normAutofit/>
          </a:bodyPr>
          <a:lstStyle/>
          <a:p>
            <a:pPr marL="0" indent="0">
              <a:buNone/>
            </a:pPr>
            <a:r>
              <a:rPr lang="en-US" sz="1200" b="1" dirty="0">
                <a:solidFill>
                  <a:srgbClr val="023047"/>
                </a:solidFill>
                <a:latin typeface="Segoe UI" panose="020B0502040204020203" pitchFamily="34" charset="0"/>
              </a:rPr>
              <a:t>Secured-Core</a:t>
            </a:r>
          </a:p>
        </p:txBody>
      </p:sp>
      <p:sp>
        <p:nvSpPr>
          <p:cNvPr id="21" name="S3">
            <a:extLst>
              <a:ext uri="{FF2B5EF4-FFF2-40B4-BE49-F238E27FC236}">
                <a16:creationId xmlns:a16="http://schemas.microsoft.com/office/drawing/2014/main" id="{D28A32B9-1747-4B92-83B7-07251837FDDB}"/>
              </a:ext>
            </a:extLst>
          </p:cNvPr>
          <p:cNvSpPr>
            <a:spLocks noGrp="1"/>
          </p:cNvSpPr>
          <p:nvPr/>
        </p:nvSpPr>
        <p:spPr>
          <a:xfrm>
            <a:off x="2438400" y="1909445"/>
            <a:ext cx="3683000" cy="330200"/>
          </a:xfrm>
          <a:prstGeom prst="rect">
            <a:avLst/>
          </a:prstGeom>
          <a:solidFill>
            <a:srgbClr val="FFFFFF"/>
          </a:solidFill>
          <a:ln>
            <a:noFill/>
          </a:ln>
        </p:spPr>
        <p:txBody>
          <a:bodyPr wrap="square" lIns="91440" tIns="45720" rIns="91440" bIns="45720" anchor="t">
            <a:normAutofit/>
          </a:bodyPr>
          <a:lstStyle/>
          <a:p>
            <a:pPr marL="0" indent="0">
              <a:buNone/>
            </a:pPr>
            <a:r>
              <a:rPr lang="en-US" sz="1100" dirty="0">
                <a:solidFill>
                  <a:srgbClr val="1A4D70"/>
                </a:solidFill>
                <a:latin typeface="Segoe UI" panose="020B0502040204020203" pitchFamily="34" charset="0"/>
              </a:rPr>
              <a:t>SecuredCore</a:t>
            </a:r>
          </a:p>
        </p:txBody>
      </p:sp>
      <p:sp>
        <p:nvSpPr>
          <p:cNvPr id="22" name="Sc3">
            <a:extLst>
              <a:ext uri="{FF2B5EF4-FFF2-40B4-BE49-F238E27FC236}">
                <a16:creationId xmlns:a16="http://schemas.microsoft.com/office/drawing/2014/main" id="{D58EEF31-61B9-033A-890B-598A8CAE5277}"/>
              </a:ext>
            </a:extLst>
          </p:cNvPr>
          <p:cNvSpPr>
            <a:spLocks noGrp="1"/>
          </p:cNvSpPr>
          <p:nvPr/>
        </p:nvSpPr>
        <p:spPr>
          <a:xfrm>
            <a:off x="6146800" y="1909445"/>
            <a:ext cx="1270000" cy="330200"/>
          </a:xfrm>
          <a:prstGeom prst="rect">
            <a:avLst/>
          </a:prstGeom>
          <a:solidFill>
            <a:srgbClr val="FFFFFF"/>
          </a:solidFill>
          <a:ln>
            <a:noFill/>
          </a:ln>
        </p:spPr>
        <p:txBody>
          <a:bodyPr wrap="square" lIns="91440" tIns="45720" rIns="91440" bIns="45720" anchor="t">
            <a:normAutofit/>
          </a:bodyPr>
          <a:lstStyle/>
          <a:p>
            <a:pPr marL="0" indent="0">
              <a:buNone/>
            </a:pPr>
            <a:r>
              <a:rPr lang="en-US" sz="1100" dirty="0">
                <a:solidFill>
                  <a:srgbClr val="5A6B7D"/>
                </a:solidFill>
                <a:latin typeface="Segoe UI" panose="020B0502040204020203" pitchFamily="34" charset="0"/>
              </a:rPr>
              <a:t>All servers</a:t>
            </a:r>
          </a:p>
        </p:txBody>
      </p:sp>
      <p:sp>
        <p:nvSpPr>
          <p:cNvPr id="23" name="En3">
            <a:extLst>
              <a:ext uri="{FF2B5EF4-FFF2-40B4-BE49-F238E27FC236}">
                <a16:creationId xmlns:a16="http://schemas.microsoft.com/office/drawing/2014/main" id="{DE4EA300-6E0D-D456-B9F8-DEDDBF3F2D92}"/>
              </a:ext>
            </a:extLst>
          </p:cNvPr>
          <p:cNvSpPr>
            <a:spLocks noGrp="1"/>
          </p:cNvSpPr>
          <p:nvPr/>
        </p:nvSpPr>
        <p:spPr>
          <a:xfrm>
            <a:off x="7442200" y="1909445"/>
            <a:ext cx="1371600" cy="330200"/>
          </a:xfrm>
          <a:prstGeom prst="rect">
            <a:avLst/>
          </a:prstGeom>
          <a:solidFill>
            <a:srgbClr val="FFFFFF"/>
          </a:solidFill>
          <a:ln>
            <a:noFill/>
          </a:ln>
        </p:spPr>
        <p:txBody>
          <a:bodyPr wrap="square" lIns="91440" tIns="45720" rIns="91440" bIns="45720" anchor="t">
            <a:normAutofit fontScale="92500" lnSpcReduction="20000"/>
          </a:bodyPr>
          <a:lstStyle/>
          <a:p>
            <a:pPr marL="0" indent="0">
              <a:buNone/>
            </a:pPr>
            <a:r>
              <a:rPr lang="en-US" sz="1000" dirty="0">
                <a:solidFill>
                  <a:srgbClr val="5A6B7D"/>
                </a:solidFill>
                <a:latin typeface="Segoe UI" panose="020B0502040204020203" pitchFamily="34" charset="0"/>
              </a:rPr>
              <a:t>UEFI MAT, Secure Boot, VBS, HVCI, DRTM</a:t>
            </a:r>
          </a:p>
        </p:txBody>
      </p:sp>
      <p:sp>
        <p:nvSpPr>
          <p:cNvPr id="24" name="P4">
            <a:extLst>
              <a:ext uri="{FF2B5EF4-FFF2-40B4-BE49-F238E27FC236}">
                <a16:creationId xmlns:a16="http://schemas.microsoft.com/office/drawing/2014/main" id="{4B767F09-3A72-254E-25ED-74577779EBD7}"/>
              </a:ext>
            </a:extLst>
          </p:cNvPr>
          <p:cNvSpPr>
            <a:spLocks noGrp="1"/>
          </p:cNvSpPr>
          <p:nvPr/>
        </p:nvSpPr>
        <p:spPr>
          <a:xfrm>
            <a:off x="127000" y="2265045"/>
            <a:ext cx="2286000" cy="330200"/>
          </a:xfrm>
          <a:prstGeom prst="rect">
            <a:avLst/>
          </a:prstGeom>
          <a:solidFill>
            <a:srgbClr val="EEF4F7"/>
          </a:solidFill>
          <a:ln>
            <a:noFill/>
          </a:ln>
        </p:spPr>
        <p:txBody>
          <a:bodyPr wrap="square" lIns="91440" tIns="45720" rIns="91440" bIns="45720" anchor="t">
            <a:normAutofit/>
          </a:bodyPr>
          <a:lstStyle/>
          <a:p>
            <a:pPr marL="0" indent="0">
              <a:buNone/>
            </a:pPr>
            <a:r>
              <a:rPr lang="en-US" sz="1200" b="1" dirty="0">
                <a:solidFill>
                  <a:srgbClr val="023047"/>
                </a:solidFill>
                <a:latin typeface="Segoe UI" panose="020B0502040204020203" pitchFamily="34" charset="0"/>
              </a:rPr>
              <a:t>Defender Antivirus</a:t>
            </a:r>
          </a:p>
        </p:txBody>
      </p:sp>
      <p:sp>
        <p:nvSpPr>
          <p:cNvPr id="25" name="S4">
            <a:extLst>
              <a:ext uri="{FF2B5EF4-FFF2-40B4-BE49-F238E27FC236}">
                <a16:creationId xmlns:a16="http://schemas.microsoft.com/office/drawing/2014/main" id="{76079277-85BE-B5A6-577A-7865AF63BFC5}"/>
              </a:ext>
            </a:extLst>
          </p:cNvPr>
          <p:cNvSpPr>
            <a:spLocks noGrp="1"/>
          </p:cNvSpPr>
          <p:nvPr/>
        </p:nvSpPr>
        <p:spPr>
          <a:xfrm>
            <a:off x="2438400" y="2265045"/>
            <a:ext cx="3683000" cy="330200"/>
          </a:xfrm>
          <a:prstGeom prst="rect">
            <a:avLst/>
          </a:prstGeom>
          <a:solidFill>
            <a:srgbClr val="EEF4F7"/>
          </a:solidFill>
          <a:ln>
            <a:noFill/>
          </a:ln>
        </p:spPr>
        <p:txBody>
          <a:bodyPr wrap="square" lIns="91440" tIns="45720" rIns="91440" bIns="45720" anchor="t">
            <a:normAutofit/>
          </a:bodyPr>
          <a:lstStyle/>
          <a:p>
            <a:pPr marL="0" indent="0">
              <a:buNone/>
            </a:pPr>
            <a:r>
              <a:rPr lang="en-US" sz="1100" dirty="0">
                <a:solidFill>
                  <a:srgbClr val="1A4D70"/>
                </a:solidFill>
                <a:latin typeface="Segoe UI" panose="020B0502040204020203" pitchFamily="34" charset="0"/>
              </a:rPr>
              <a:t>Defender/Antivirus</a:t>
            </a:r>
          </a:p>
        </p:txBody>
      </p:sp>
      <p:sp>
        <p:nvSpPr>
          <p:cNvPr id="26" name="Sc4">
            <a:extLst>
              <a:ext uri="{FF2B5EF4-FFF2-40B4-BE49-F238E27FC236}">
                <a16:creationId xmlns:a16="http://schemas.microsoft.com/office/drawing/2014/main" id="{53F7C90B-3AFC-5CDD-403A-8989F9868E03}"/>
              </a:ext>
            </a:extLst>
          </p:cNvPr>
          <p:cNvSpPr>
            <a:spLocks noGrp="1"/>
          </p:cNvSpPr>
          <p:nvPr/>
        </p:nvSpPr>
        <p:spPr>
          <a:xfrm>
            <a:off x="6146800" y="2265045"/>
            <a:ext cx="1270000" cy="330200"/>
          </a:xfrm>
          <a:prstGeom prst="rect">
            <a:avLst/>
          </a:prstGeom>
          <a:solidFill>
            <a:srgbClr val="EEF4F7"/>
          </a:solidFill>
          <a:ln>
            <a:noFill/>
          </a:ln>
        </p:spPr>
        <p:txBody>
          <a:bodyPr wrap="square" lIns="91440" tIns="45720" rIns="91440" bIns="45720" anchor="t">
            <a:normAutofit/>
          </a:bodyPr>
          <a:lstStyle/>
          <a:p>
            <a:pPr marL="0" indent="0">
              <a:buNone/>
            </a:pPr>
            <a:r>
              <a:rPr lang="en-US" sz="1100" dirty="0">
                <a:solidFill>
                  <a:srgbClr val="5A6B7D"/>
                </a:solidFill>
                <a:latin typeface="Segoe UI" panose="020B0502040204020203" pitchFamily="34" charset="0"/>
              </a:rPr>
              <a:t>All servers</a:t>
            </a:r>
          </a:p>
        </p:txBody>
      </p:sp>
      <p:sp>
        <p:nvSpPr>
          <p:cNvPr id="27" name="En4">
            <a:extLst>
              <a:ext uri="{FF2B5EF4-FFF2-40B4-BE49-F238E27FC236}">
                <a16:creationId xmlns:a16="http://schemas.microsoft.com/office/drawing/2014/main" id="{F867C4B0-787C-A11B-6B1B-2563B4B4F22F}"/>
              </a:ext>
            </a:extLst>
          </p:cNvPr>
          <p:cNvSpPr>
            <a:spLocks noGrp="1"/>
          </p:cNvSpPr>
          <p:nvPr/>
        </p:nvSpPr>
        <p:spPr>
          <a:xfrm>
            <a:off x="7442200" y="2265045"/>
            <a:ext cx="1371600" cy="330200"/>
          </a:xfrm>
          <a:prstGeom prst="rect">
            <a:avLst/>
          </a:prstGeom>
          <a:solidFill>
            <a:srgbClr val="EEF4F7"/>
          </a:solidFill>
          <a:ln>
            <a:noFill/>
          </a:ln>
        </p:spPr>
        <p:txBody>
          <a:bodyPr wrap="square" lIns="91440" tIns="45720" rIns="91440" bIns="45720" anchor="t">
            <a:normAutofit fontScale="92500" lnSpcReduction="20000"/>
          </a:bodyPr>
          <a:lstStyle/>
          <a:p>
            <a:pPr marL="0" indent="0">
              <a:buNone/>
            </a:pPr>
            <a:r>
              <a:rPr lang="en-US" sz="1000" dirty="0">
                <a:solidFill>
                  <a:srgbClr val="5A6B7D"/>
                </a:solidFill>
                <a:latin typeface="Segoe UI" panose="020B0502040204020203" pitchFamily="34" charset="0"/>
              </a:rPr>
              <a:t>AV policy, real-time protection settings</a:t>
            </a:r>
          </a:p>
        </p:txBody>
      </p:sp>
      <p:sp>
        <p:nvSpPr>
          <p:cNvPr id="28" name="CmdHdr">
            <a:extLst>
              <a:ext uri="{FF2B5EF4-FFF2-40B4-BE49-F238E27FC236}">
                <a16:creationId xmlns:a16="http://schemas.microsoft.com/office/drawing/2014/main" id="{C430D3C7-8589-B43F-F915-CD071778A76B}"/>
              </a:ext>
            </a:extLst>
          </p:cNvPr>
          <p:cNvSpPr>
            <a:spLocks noGrp="1"/>
          </p:cNvSpPr>
          <p:nvPr/>
        </p:nvSpPr>
        <p:spPr>
          <a:xfrm>
            <a:off x="127000" y="2620645"/>
            <a:ext cx="4241800" cy="254000"/>
          </a:xfrm>
          <a:prstGeom prst="rect">
            <a:avLst/>
          </a:prstGeom>
          <a:solidFill>
            <a:srgbClr val="243A5E"/>
          </a:solidFill>
          <a:ln>
            <a:noFill/>
          </a:ln>
        </p:spPr>
        <p:txBody>
          <a:bodyPr wrap="square" lIns="91440" tIns="45720" rIns="91440" bIns="45720" anchor="t">
            <a:normAutofit lnSpcReduction="10000"/>
          </a:bodyPr>
          <a:lstStyle/>
          <a:p>
            <a:pPr marL="0" indent="0">
              <a:buNone/>
            </a:pPr>
            <a:r>
              <a:rPr lang="en-US" sz="1100" b="1" dirty="0">
                <a:solidFill>
                  <a:srgbClr val="FFFFFF"/>
                </a:solidFill>
                <a:latin typeface="Segoe UI" panose="020B0502040204020203" pitchFamily="34" charset="0"/>
              </a:rPr>
              <a:t>PowerShell Commands</a:t>
            </a:r>
          </a:p>
        </p:txBody>
      </p:sp>
      <p:sp>
        <p:nvSpPr>
          <p:cNvPr id="29" name="NotesHdr">
            <a:extLst>
              <a:ext uri="{FF2B5EF4-FFF2-40B4-BE49-F238E27FC236}">
                <a16:creationId xmlns:a16="http://schemas.microsoft.com/office/drawing/2014/main" id="{D71DA21B-3DFB-2741-2CE3-37339B2EEE5D}"/>
              </a:ext>
            </a:extLst>
          </p:cNvPr>
          <p:cNvSpPr>
            <a:spLocks noGrp="1"/>
          </p:cNvSpPr>
          <p:nvPr/>
        </p:nvSpPr>
        <p:spPr>
          <a:xfrm>
            <a:off x="4572000" y="2620645"/>
            <a:ext cx="4445000" cy="254000"/>
          </a:xfrm>
          <a:prstGeom prst="rect">
            <a:avLst/>
          </a:prstGeom>
          <a:solidFill>
            <a:srgbClr val="243A5E"/>
          </a:solidFill>
          <a:ln>
            <a:noFill/>
          </a:ln>
        </p:spPr>
        <p:txBody>
          <a:bodyPr wrap="square" lIns="91440" tIns="45720" rIns="91440" bIns="45720" anchor="t">
            <a:normAutofit lnSpcReduction="10000"/>
          </a:bodyPr>
          <a:lstStyle/>
          <a:p>
            <a:pPr marL="0" indent="0">
              <a:buNone/>
            </a:pPr>
            <a:r>
              <a:rPr lang="en-US" sz="1100" b="1" dirty="0">
                <a:solidFill>
                  <a:srgbClr val="FFFFFF"/>
                </a:solidFill>
                <a:latin typeface="Segoe UI" panose="020B0502040204020203" pitchFamily="34" charset="0"/>
              </a:rPr>
              <a:t>Key Considerations</a:t>
            </a:r>
          </a:p>
        </p:txBody>
      </p:sp>
      <p:sp>
        <p:nvSpPr>
          <p:cNvPr id="30" name="Lbl0">
            <a:extLst>
              <a:ext uri="{FF2B5EF4-FFF2-40B4-BE49-F238E27FC236}">
                <a16:creationId xmlns:a16="http://schemas.microsoft.com/office/drawing/2014/main" id="{AA5BD498-EADB-22EA-7BD9-77BD48878346}"/>
              </a:ext>
            </a:extLst>
          </p:cNvPr>
          <p:cNvSpPr>
            <a:spLocks noGrp="1"/>
          </p:cNvSpPr>
          <p:nvPr/>
        </p:nvSpPr>
        <p:spPr>
          <a:xfrm>
            <a:off x="177800" y="2900045"/>
            <a:ext cx="4191000" cy="190500"/>
          </a:xfrm>
          <a:prstGeom prst="rect">
            <a:avLst/>
          </a:prstGeom>
          <a:noFill/>
          <a:ln>
            <a:noFill/>
          </a:ln>
        </p:spPr>
        <p:txBody>
          <a:bodyPr wrap="square" lIns="91440" tIns="45720" rIns="91440" bIns="45720" anchor="t">
            <a:normAutofit fontScale="70000" lnSpcReduction="20000"/>
          </a:bodyPr>
          <a:lstStyle/>
          <a:p>
            <a:pPr marL="0" indent="0">
              <a:buNone/>
            </a:pPr>
            <a:r>
              <a:rPr lang="en-US" sz="1100" b="1" dirty="0">
                <a:solidFill>
                  <a:srgbClr val="023047"/>
                </a:solidFill>
                <a:latin typeface="Segoe UI" panose="020B0502040204020203" pitchFamily="34" charset="0"/>
              </a:rPr>
              <a:t>Apply:</a:t>
            </a:r>
          </a:p>
        </p:txBody>
      </p:sp>
      <p:sp>
        <p:nvSpPr>
          <p:cNvPr id="31" name="Cmd0">
            <a:extLst>
              <a:ext uri="{FF2B5EF4-FFF2-40B4-BE49-F238E27FC236}">
                <a16:creationId xmlns:a16="http://schemas.microsoft.com/office/drawing/2014/main" id="{CEBE106A-0152-C099-AF7D-A129DB945BE6}"/>
              </a:ext>
            </a:extLst>
          </p:cNvPr>
          <p:cNvSpPr>
            <a:spLocks noGrp="1"/>
          </p:cNvSpPr>
          <p:nvPr/>
        </p:nvSpPr>
        <p:spPr>
          <a:xfrm>
            <a:off x="177800" y="3246285"/>
            <a:ext cx="4191000" cy="289230"/>
          </a:xfrm>
          <a:prstGeom prst="rect">
            <a:avLst/>
          </a:prstGeom>
          <a:solidFill>
            <a:srgbClr val="1E1E1E"/>
          </a:solidFill>
          <a:ln>
            <a:noFill/>
          </a:ln>
        </p:spPr>
        <p:txBody>
          <a:bodyPr wrap="square" lIns="91440" tIns="45720" rIns="91440" bIns="45720" anchor="t">
            <a:normAutofit/>
          </a:bodyPr>
          <a:lstStyle/>
          <a:p>
            <a:pPr marL="0" indent="0">
              <a:buNone/>
            </a:pPr>
            <a:r>
              <a:rPr lang="en-US" sz="1050" dirty="0">
                <a:solidFill>
                  <a:srgbClr val="4EC9B0"/>
                </a:solidFill>
                <a:latin typeface="Segoe UI" panose="020B0502040204020203" pitchFamily="34" charset="0"/>
              </a:rPr>
              <a:t>Set-OSConfigDesiredConfiguration -Scenario &lt;Profile&gt; -Default</a:t>
            </a:r>
          </a:p>
        </p:txBody>
      </p:sp>
      <p:sp>
        <p:nvSpPr>
          <p:cNvPr id="32" name="Lbl1">
            <a:extLst>
              <a:ext uri="{FF2B5EF4-FFF2-40B4-BE49-F238E27FC236}">
                <a16:creationId xmlns:a16="http://schemas.microsoft.com/office/drawing/2014/main" id="{B09E56C3-4E0F-6AF0-9C91-7E83CA00FE0B}"/>
              </a:ext>
            </a:extLst>
          </p:cNvPr>
          <p:cNvSpPr>
            <a:spLocks noGrp="1"/>
          </p:cNvSpPr>
          <p:nvPr/>
        </p:nvSpPr>
        <p:spPr>
          <a:xfrm>
            <a:off x="177800" y="3746500"/>
            <a:ext cx="4191000" cy="190500"/>
          </a:xfrm>
          <a:prstGeom prst="rect">
            <a:avLst/>
          </a:prstGeom>
          <a:noFill/>
          <a:ln>
            <a:noFill/>
          </a:ln>
        </p:spPr>
        <p:txBody>
          <a:bodyPr wrap="square" lIns="91440" tIns="45720" rIns="91440" bIns="45720" anchor="t">
            <a:normAutofit fontScale="70000" lnSpcReduction="20000"/>
          </a:bodyPr>
          <a:lstStyle/>
          <a:p>
            <a:pPr marL="0" indent="0">
              <a:buNone/>
            </a:pPr>
            <a:r>
              <a:rPr lang="en-US" sz="1100" b="1" dirty="0">
                <a:solidFill>
                  <a:srgbClr val="023047"/>
                </a:solidFill>
                <a:latin typeface="Segoe UI" panose="020B0502040204020203" pitchFamily="34" charset="0"/>
              </a:rPr>
              <a:t>Verify:</a:t>
            </a:r>
          </a:p>
        </p:txBody>
      </p:sp>
      <p:sp>
        <p:nvSpPr>
          <p:cNvPr id="33" name="Cmd1">
            <a:extLst>
              <a:ext uri="{FF2B5EF4-FFF2-40B4-BE49-F238E27FC236}">
                <a16:creationId xmlns:a16="http://schemas.microsoft.com/office/drawing/2014/main" id="{DBCE8636-C022-78DC-7B12-6C9DE049DAE6}"/>
              </a:ext>
            </a:extLst>
          </p:cNvPr>
          <p:cNvSpPr>
            <a:spLocks noGrp="1"/>
          </p:cNvSpPr>
          <p:nvPr/>
        </p:nvSpPr>
        <p:spPr>
          <a:xfrm>
            <a:off x="177800" y="3997365"/>
            <a:ext cx="4191000" cy="355600"/>
          </a:xfrm>
          <a:prstGeom prst="rect">
            <a:avLst/>
          </a:prstGeom>
          <a:solidFill>
            <a:srgbClr val="1E1E1E"/>
          </a:solidFill>
          <a:ln>
            <a:noFill/>
          </a:ln>
        </p:spPr>
        <p:txBody>
          <a:bodyPr wrap="square" lIns="91440" tIns="45720" rIns="91440" bIns="45720" anchor="t">
            <a:normAutofit/>
          </a:bodyPr>
          <a:lstStyle/>
          <a:p>
            <a:pPr marL="0" indent="0">
              <a:buNone/>
            </a:pPr>
            <a:r>
              <a:rPr lang="en-US" sz="1050" dirty="0">
                <a:solidFill>
                  <a:srgbClr val="4EC9B0"/>
                </a:solidFill>
                <a:latin typeface="Segoe UI" panose="020B0502040204020203" pitchFamily="34" charset="0"/>
              </a:rPr>
              <a:t>Get-OSConfigDesiredConfiguration -Scenario &lt;Profile&gt;</a:t>
            </a:r>
          </a:p>
        </p:txBody>
      </p:sp>
      <p:sp>
        <p:nvSpPr>
          <p:cNvPr id="34" name="Lbl2">
            <a:extLst>
              <a:ext uri="{FF2B5EF4-FFF2-40B4-BE49-F238E27FC236}">
                <a16:creationId xmlns:a16="http://schemas.microsoft.com/office/drawing/2014/main" id="{99324530-BB11-549E-5F3F-CAEF42551093}"/>
              </a:ext>
            </a:extLst>
          </p:cNvPr>
          <p:cNvSpPr>
            <a:spLocks noGrp="1"/>
          </p:cNvSpPr>
          <p:nvPr/>
        </p:nvSpPr>
        <p:spPr>
          <a:xfrm>
            <a:off x="177800" y="4264845"/>
            <a:ext cx="4191000" cy="190500"/>
          </a:xfrm>
          <a:prstGeom prst="rect">
            <a:avLst/>
          </a:prstGeom>
          <a:noFill/>
          <a:ln>
            <a:noFill/>
          </a:ln>
        </p:spPr>
        <p:txBody>
          <a:bodyPr wrap="square" lIns="91440" tIns="45720" rIns="91440" bIns="45720" anchor="t">
            <a:normAutofit fontScale="70000" lnSpcReduction="20000"/>
          </a:bodyPr>
          <a:lstStyle/>
          <a:p>
            <a:pPr marL="0" indent="0">
              <a:buNone/>
            </a:pPr>
            <a:r>
              <a:rPr lang="en-US" sz="1100" b="1" dirty="0">
                <a:solidFill>
                  <a:srgbClr val="023047"/>
                </a:solidFill>
                <a:latin typeface="Segoe UI" panose="020B0502040204020203" pitchFamily="34" charset="0"/>
              </a:rPr>
              <a:t>Remove:</a:t>
            </a:r>
          </a:p>
        </p:txBody>
      </p:sp>
      <p:sp>
        <p:nvSpPr>
          <p:cNvPr id="35" name="Cmd2">
            <a:extLst>
              <a:ext uri="{FF2B5EF4-FFF2-40B4-BE49-F238E27FC236}">
                <a16:creationId xmlns:a16="http://schemas.microsoft.com/office/drawing/2014/main" id="{54C9591F-DAF8-B187-47AF-BAD43A19F3BA}"/>
              </a:ext>
            </a:extLst>
          </p:cNvPr>
          <p:cNvSpPr>
            <a:spLocks noGrp="1"/>
          </p:cNvSpPr>
          <p:nvPr/>
        </p:nvSpPr>
        <p:spPr>
          <a:xfrm>
            <a:off x="177800" y="4347395"/>
            <a:ext cx="4191000" cy="349250"/>
          </a:xfrm>
          <a:prstGeom prst="rect">
            <a:avLst/>
          </a:prstGeom>
          <a:solidFill>
            <a:srgbClr val="1E1E1E"/>
          </a:solidFill>
          <a:ln>
            <a:noFill/>
          </a:ln>
        </p:spPr>
        <p:txBody>
          <a:bodyPr wrap="square" lIns="91440" tIns="45720" rIns="91440" bIns="45720" anchor="t">
            <a:normAutofit/>
          </a:bodyPr>
          <a:lstStyle/>
          <a:p>
            <a:pPr marL="0" indent="0">
              <a:buNone/>
            </a:pPr>
            <a:r>
              <a:rPr lang="en-US" sz="1050" dirty="0">
                <a:solidFill>
                  <a:srgbClr val="4EC9B0"/>
                </a:solidFill>
                <a:latin typeface="Segoe UI" panose="020B0502040204020203" pitchFamily="34" charset="0"/>
              </a:rPr>
              <a:t>Remove-OSConfigDesiredConfiguration -Scenario &lt;Profile&gt;</a:t>
            </a:r>
          </a:p>
        </p:txBody>
      </p:sp>
      <p:sp>
        <p:nvSpPr>
          <p:cNvPr id="36" name="Notes">
            <a:extLst>
              <a:ext uri="{FF2B5EF4-FFF2-40B4-BE49-F238E27FC236}">
                <a16:creationId xmlns:a16="http://schemas.microsoft.com/office/drawing/2014/main" id="{9FF53BA1-E4E7-43D6-6F8D-A885A8018814}"/>
              </a:ext>
            </a:extLst>
          </p:cNvPr>
          <p:cNvSpPr>
            <a:spLocks noGrp="1"/>
          </p:cNvSpPr>
          <p:nvPr/>
        </p:nvSpPr>
        <p:spPr>
          <a:xfrm>
            <a:off x="4622800" y="2900045"/>
            <a:ext cx="4394200" cy="1625600"/>
          </a:xfrm>
          <a:prstGeom prst="rect">
            <a:avLst/>
          </a:prstGeom>
          <a:noFill/>
          <a:ln>
            <a:noFill/>
          </a:ln>
        </p:spPr>
        <p:txBody>
          <a:bodyPr wrap="square" lIns="91440" tIns="45720" rIns="91440" bIns="45720" anchor="t">
            <a:normAutofit fontScale="92500" lnSpcReduction="10000"/>
          </a:bodyPr>
          <a:lstStyle/>
          <a:p>
            <a:pPr marL="182880" indent="-182880">
              <a:spcAft>
                <a:spcPts val="180"/>
              </a:spcAft>
              <a:buFont typeface="Arial"/>
              <a:buChar char="•"/>
            </a:pPr>
            <a:r>
              <a:rPr lang="en-US" sz="1100" dirty="0">
                <a:solidFill>
                  <a:srgbClr val="023047"/>
                </a:solidFill>
                <a:latin typeface="Segoe UI" panose="020B0502040204020203" pitchFamily="34" charset="0"/>
              </a:rPr>
              <a:t>Apply before or after Azure Arc connection — reapply if server role changes</a:t>
            </a:r>
          </a:p>
          <a:p>
            <a:pPr marL="182880" indent="-182880">
              <a:spcAft>
                <a:spcPts val="180"/>
              </a:spcAft>
              <a:buFont typeface="Arial"/>
              <a:buChar char="•"/>
            </a:pPr>
            <a:r>
              <a:rPr lang="en-US" sz="1100" dirty="0">
                <a:solidFill>
                  <a:srgbClr val="023047"/>
                </a:solidFill>
                <a:latin typeface="Segoe UI" panose="020B0502040204020203" pitchFamily="34" charset="0"/>
              </a:rPr>
              <a:t>Drift control is ON by default — auto-corrects deviations via scheduled task</a:t>
            </a:r>
          </a:p>
          <a:p>
            <a:pPr marL="182880" indent="-182880">
              <a:spcAft>
                <a:spcPts val="180"/>
              </a:spcAft>
              <a:buFont typeface="Arial"/>
              <a:buChar char="⚠"/>
            </a:pPr>
            <a:r>
              <a:rPr lang="en-US" sz="1100" dirty="0">
                <a:solidFill>
                  <a:srgbClr val="B5451B"/>
                </a:solidFill>
                <a:latin typeface="Segoe UI" panose="020B0502040204020203" pitchFamily="34" charset="0"/>
              </a:rPr>
              <a:t>RDP clipboard (copy/paste) disabled — override with -Name RemoteDesktopServicesDoNotAllowDriveRedirection -Value 0</a:t>
            </a:r>
          </a:p>
          <a:p>
            <a:pPr marL="182880" indent="-182880">
              <a:spcAft>
                <a:spcPts val="180"/>
              </a:spcAft>
              <a:buFont typeface="Arial"/>
              <a:buChar char="⚠"/>
            </a:pPr>
            <a:r>
              <a:rPr lang="en-US" sz="1100" dirty="0">
                <a:solidFill>
                  <a:srgbClr val="B5451B"/>
                </a:solidFill>
                <a:latin typeface="Segoe UI" panose="020B0502040204020203" pitchFamily="34" charset="0"/>
              </a:rPr>
              <a:t>TLS 1.2+ minimum enforced — older systems may lose connectivity</a:t>
            </a:r>
          </a:p>
          <a:p>
            <a:pPr marL="182880" indent="-182880">
              <a:spcAft>
                <a:spcPts val="180"/>
              </a:spcAft>
              <a:buFont typeface="Arial"/>
              <a:buChar char="⚠"/>
            </a:pPr>
            <a:r>
              <a:rPr lang="en-US" sz="1100" dirty="0">
                <a:solidFill>
                  <a:srgbClr val="B5451B"/>
                </a:solidFill>
                <a:latin typeface="Segoe UI" panose="020B0502040204020203" pitchFamily="34" charset="0"/>
              </a:rPr>
              <a:t>SMB 3.0+ minimum — Linux Samba must support SMB 3.0 or adjust baseline</a:t>
            </a:r>
          </a:p>
          <a:p>
            <a:pPr marL="182880" indent="-182880">
              <a:spcAft>
                <a:spcPts val="180"/>
              </a:spcAft>
              <a:buFont typeface="Arial"/>
              <a:buChar char="•"/>
            </a:pPr>
            <a:r>
              <a:rPr lang="en-US" sz="1100" dirty="0">
                <a:solidFill>
                  <a:srgbClr val="023047"/>
                </a:solidFill>
                <a:latin typeface="Segoe UI" panose="020B0502040204020203" pitchFamily="34" charset="0"/>
              </a:rPr>
              <a:t>Full settings list: github.com/microsoft/osconfig/tree/main/security</a:t>
            </a:r>
          </a:p>
        </p:txBody>
      </p:sp>
      <p:sp>
        <p:nvSpPr>
          <p:cNvPr id="37" name="Course footer">
            <a:extLst>
              <a:ext uri="{FF2B5EF4-FFF2-40B4-BE49-F238E27FC236}">
                <a16:creationId xmlns:a16="http://schemas.microsoft.com/office/drawing/2014/main" id="{9FE0A993-95CF-A3BA-E60F-74E989B462A7}"/>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6 | Security &amp; Hardening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38" name="TextBox 37">
            <a:extLst>
              <a:ext uri="{FF2B5EF4-FFF2-40B4-BE49-F238E27FC236}">
                <a16:creationId xmlns:a16="http://schemas.microsoft.com/office/drawing/2014/main" id="{F036F713-50C2-2B51-7403-4C4F4275789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1667511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7FBB1-0F96-23E7-867E-E0F68F325B88}"/>
              </a:ext>
            </a:extLst>
          </p:cNvPr>
          <p:cNvSpPr>
            <a:spLocks noGrp="1"/>
          </p:cNvSpPr>
          <p:nvPr>
            <p:ph type="title"/>
          </p:nvPr>
        </p:nvSpPr>
        <p:spPr/>
        <p:txBody>
          <a:bodyPr wrap="square">
            <a:noAutofit/>
          </a:bodyPr>
          <a:lstStyle/>
          <a:p>
            <a:r>
              <a:rPr lang="en-GB"/>
              <a:t>Security Verification Commands</a:t>
            </a:r>
          </a:p>
        </p:txBody>
      </p:sp>
      <p:sp>
        <p:nvSpPr>
          <p:cNvPr id="3" name="Text 5">
            <a:extLst>
              <a:ext uri="{FF2B5EF4-FFF2-40B4-BE49-F238E27FC236}">
                <a16:creationId xmlns:a16="http://schemas.microsoft.com/office/drawing/2014/main" id="{360F9AAE-B0FB-F319-7308-B7169B9DE1AC}"/>
              </a:ext>
            </a:extLst>
          </p:cNvPr>
          <p:cNvSpPr/>
          <p:nvPr/>
        </p:nvSpPr>
        <p:spPr>
          <a:xfrm>
            <a:off x="274320" y="867410"/>
            <a:ext cx="8595360" cy="192024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Confirm hardware-backed trust — TPM state and version</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Review VBS-related status — Device Guard, HVCI</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Check firewall exposure and profile state</a:t>
            </a:r>
            <a:endParaRPr lang="en-US" sz="1600" dirty="0">
              <a:latin typeface="Segoe UI" panose="020B0502040204020203" pitchFamily="34" charset="0"/>
            </a:endParaRPr>
          </a:p>
          <a:p>
            <a:pPr marL="342900" indent="-342900">
              <a:spcAft>
                <a:spcPts val="6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Use verification commands to confirm real platform state — don't assume features are enabled</a:t>
            </a:r>
            <a:endParaRPr lang="en-US" sz="1600" dirty="0">
              <a:latin typeface="Segoe UI" panose="020B0502040204020203" pitchFamily="34" charset="0"/>
            </a:endParaRPr>
          </a:p>
        </p:txBody>
      </p:sp>
      <p:sp>
        <p:nvSpPr>
          <p:cNvPr id="4" name="Shape 6">
            <a:extLst>
              <a:ext uri="{FF2B5EF4-FFF2-40B4-BE49-F238E27FC236}">
                <a16:creationId xmlns:a16="http://schemas.microsoft.com/office/drawing/2014/main" id="{0F33B04E-B9CB-5B6D-7B5C-0DDCD26AC9CA}"/>
              </a:ext>
            </a:extLst>
          </p:cNvPr>
          <p:cNvSpPr/>
          <p:nvPr/>
        </p:nvSpPr>
        <p:spPr>
          <a:xfrm>
            <a:off x="228600" y="2650490"/>
            <a:ext cx="8686800" cy="2240280"/>
          </a:xfrm>
          <a:prstGeom prst="rect">
            <a:avLst/>
          </a:prstGeom>
          <a:solidFill>
            <a:srgbClr val="243A5E"/>
          </a:solidFill>
          <a:ln w="12700">
            <a:solidFill>
              <a:srgbClr val="011627"/>
            </a:solidFill>
            <a:prstDash val="solid"/>
          </a:ln>
        </p:spPr>
        <p:txBody>
          <a:bodyPr/>
          <a:lstStyle/>
          <a:p>
            <a:endParaRPr lang="en-GB"/>
          </a:p>
        </p:txBody>
      </p:sp>
      <p:sp>
        <p:nvSpPr>
          <p:cNvPr id="5" name="Shape 7">
            <a:extLst>
              <a:ext uri="{FF2B5EF4-FFF2-40B4-BE49-F238E27FC236}">
                <a16:creationId xmlns:a16="http://schemas.microsoft.com/office/drawing/2014/main" id="{655189E0-7316-8B39-97A0-00D2623D3F1E}"/>
              </a:ext>
            </a:extLst>
          </p:cNvPr>
          <p:cNvSpPr/>
          <p:nvPr/>
        </p:nvSpPr>
        <p:spPr>
          <a:xfrm>
            <a:off x="228600" y="2650490"/>
            <a:ext cx="73152" cy="2240280"/>
          </a:xfrm>
          <a:prstGeom prst="rect">
            <a:avLst/>
          </a:prstGeom>
          <a:solidFill>
            <a:srgbClr val="0076D4"/>
          </a:solidFill>
          <a:ln w="12700">
            <a:solidFill>
              <a:srgbClr val="0076D4"/>
            </a:solidFill>
            <a:prstDash val="solid"/>
          </a:ln>
        </p:spPr>
        <p:txBody>
          <a:bodyPr/>
          <a:lstStyle/>
          <a:p>
            <a:endParaRPr lang="en-GB"/>
          </a:p>
        </p:txBody>
      </p:sp>
      <p:sp>
        <p:nvSpPr>
          <p:cNvPr id="6" name="Text 8">
            <a:extLst>
              <a:ext uri="{FF2B5EF4-FFF2-40B4-BE49-F238E27FC236}">
                <a16:creationId xmlns:a16="http://schemas.microsoft.com/office/drawing/2014/main" id="{EE5F7A9A-7E5A-70DD-36FD-46F29468383F}"/>
              </a:ext>
            </a:extLst>
          </p:cNvPr>
          <p:cNvSpPr/>
          <p:nvPr/>
        </p:nvSpPr>
        <p:spPr>
          <a:xfrm>
            <a:off x="411480" y="2696210"/>
            <a:ext cx="8366760" cy="2103120"/>
          </a:xfrm>
          <a:prstGeom prst="rect">
            <a:avLst/>
          </a:prstGeom>
          <a:noFill/>
          <a:ln/>
        </p:spPr>
        <p:txBody>
          <a:bodyPr wrap="square" lIns="0" tIns="0" rIns="0" bIns="0" rtlCol="0" anchor="t">
            <a:normAutofit/>
          </a:bodyPr>
          <a:lstStyle/>
          <a:p>
            <a:pPr marL="0" indent="0" algn="l">
              <a:buNone/>
            </a:pPr>
            <a:r>
              <a:rPr lang="en-US" sz="1150" dirty="0">
                <a:solidFill>
                  <a:srgbClr val="8ECAE6"/>
                </a:solidFill>
                <a:latin typeface="Segoe UI" panose="020B0502040204020203" pitchFamily="34" charset="0"/>
                <a:ea typeface="Consolas" pitchFamily="34" charset="-122"/>
                <a:cs typeface="Consolas" pitchFamily="34" charset="-120"/>
              </a:rPr>
              <a:t># Confirm TPM state</a:t>
            </a:r>
            <a:endParaRPr lang="en-US" sz="1150" dirty="0">
              <a:latin typeface="Segoe UI" panose="020B0502040204020203" pitchFamily="34" charset="0"/>
            </a:endParaRPr>
          </a:p>
          <a:p>
            <a:pPr marL="0" indent="0" algn="l">
              <a:buNone/>
            </a:pPr>
            <a:r>
              <a:rPr lang="en-US" sz="1150" dirty="0">
                <a:solidFill>
                  <a:srgbClr val="8ECAE6"/>
                </a:solidFill>
                <a:latin typeface="Segoe UI" panose="020B0502040204020203" pitchFamily="34" charset="0"/>
                <a:ea typeface="Consolas" pitchFamily="34" charset="-122"/>
                <a:cs typeface="Consolas" pitchFamily="34" charset="-120"/>
              </a:rPr>
              <a:t>Get-Tpm</a:t>
            </a:r>
            <a:endParaRPr lang="en-US" sz="1150" dirty="0">
              <a:latin typeface="Segoe UI" panose="020B0502040204020203" pitchFamily="34" charset="0"/>
            </a:endParaRPr>
          </a:p>
          <a:p>
            <a:pPr marL="0" indent="0" algn="l">
              <a:buNone/>
            </a:pPr>
            <a:endParaRPr lang="en-US" sz="1150" dirty="0">
              <a:latin typeface="Segoe UI" panose="020B0502040204020203" pitchFamily="34" charset="0"/>
            </a:endParaRPr>
          </a:p>
          <a:p>
            <a:pPr marL="0" indent="0" algn="l">
              <a:buNone/>
            </a:pPr>
            <a:r>
              <a:rPr lang="en-US" sz="1150" dirty="0">
                <a:solidFill>
                  <a:srgbClr val="8ECAE6"/>
                </a:solidFill>
                <a:latin typeface="Segoe UI" panose="020B0502040204020203" pitchFamily="34" charset="0"/>
                <a:ea typeface="Consolas" pitchFamily="34" charset="-122"/>
                <a:cs typeface="Consolas" pitchFamily="34" charset="-120"/>
              </a:rPr>
              <a:t># Review Device Guard / VBS status</a:t>
            </a:r>
            <a:endParaRPr lang="en-US" sz="1150" dirty="0">
              <a:latin typeface="Segoe UI" panose="020B0502040204020203" pitchFamily="34" charset="0"/>
            </a:endParaRPr>
          </a:p>
          <a:p>
            <a:pPr marL="0" indent="0" algn="l">
              <a:buNone/>
            </a:pPr>
            <a:r>
              <a:rPr lang="en-US" sz="1150" dirty="0">
                <a:solidFill>
                  <a:srgbClr val="8ECAE6"/>
                </a:solidFill>
                <a:latin typeface="Segoe UI" panose="020B0502040204020203" pitchFamily="34" charset="0"/>
                <a:ea typeface="Consolas" pitchFamily="34" charset="-122"/>
                <a:cs typeface="Consolas" pitchFamily="34" charset="-120"/>
              </a:rPr>
              <a:t>Get-CimInstance -Namespace root\Microsoft\Windows\DeviceGuard -ClassName Win32_DeviceGuard</a:t>
            </a:r>
            <a:endParaRPr lang="en-US" sz="1150" dirty="0">
              <a:latin typeface="Segoe UI" panose="020B0502040204020203" pitchFamily="34" charset="0"/>
            </a:endParaRPr>
          </a:p>
          <a:p>
            <a:pPr marL="0" indent="0" algn="l">
              <a:buNone/>
            </a:pPr>
            <a:endParaRPr lang="en-US" sz="1150" dirty="0">
              <a:latin typeface="Segoe UI" panose="020B0502040204020203" pitchFamily="34" charset="0"/>
            </a:endParaRPr>
          </a:p>
          <a:p>
            <a:pPr marL="0" indent="0" algn="l">
              <a:buNone/>
            </a:pPr>
            <a:r>
              <a:rPr lang="en-US" sz="1150" dirty="0">
                <a:solidFill>
                  <a:srgbClr val="8ECAE6"/>
                </a:solidFill>
                <a:latin typeface="Segoe UI" panose="020B0502040204020203" pitchFamily="34" charset="0"/>
                <a:ea typeface="Consolas" pitchFamily="34" charset="-122"/>
                <a:cs typeface="Consolas" pitchFamily="34" charset="-120"/>
              </a:rPr>
              <a:t># Check Windows Firewall profiles</a:t>
            </a:r>
            <a:endParaRPr lang="en-US" sz="1150" dirty="0">
              <a:latin typeface="Segoe UI" panose="020B0502040204020203" pitchFamily="34" charset="0"/>
            </a:endParaRPr>
          </a:p>
          <a:p>
            <a:pPr marL="0" indent="0" algn="l">
              <a:buNone/>
            </a:pPr>
            <a:r>
              <a:rPr lang="en-US" sz="1150" dirty="0">
                <a:solidFill>
                  <a:srgbClr val="8ECAE6"/>
                </a:solidFill>
                <a:latin typeface="Segoe UI" panose="020B0502040204020203" pitchFamily="34" charset="0"/>
                <a:ea typeface="Consolas" pitchFamily="34" charset="-122"/>
                <a:cs typeface="Consolas" pitchFamily="34" charset="-120"/>
              </a:rPr>
              <a:t>Get-NetFirewallProfile</a:t>
            </a:r>
            <a:endParaRPr lang="en-US" sz="1150" dirty="0">
              <a:latin typeface="Segoe UI" panose="020B0502040204020203" pitchFamily="34" charset="0"/>
            </a:endParaRPr>
          </a:p>
        </p:txBody>
      </p:sp>
      <p:sp>
        <p:nvSpPr>
          <p:cNvPr id="7" name="Course footer">
            <a:extLst>
              <a:ext uri="{FF2B5EF4-FFF2-40B4-BE49-F238E27FC236}">
                <a16:creationId xmlns:a16="http://schemas.microsoft.com/office/drawing/2014/main" id="{33D6A68F-8B30-57DA-E8F6-D34798209F3D}"/>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6 | Security &amp; Hardening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A66000DE-80A2-4A0D-8838-002D69DBEE57}"/>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14088357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5FFCC-BBB2-DDA1-5F5F-D221F7EBE2AE}"/>
              </a:ext>
            </a:extLst>
          </p:cNvPr>
          <p:cNvSpPr>
            <a:spLocks noGrp="1"/>
          </p:cNvSpPr>
          <p:nvPr>
            <p:ph type="title"/>
          </p:nvPr>
        </p:nvSpPr>
        <p:spPr/>
        <p:txBody>
          <a:bodyPr wrap="square">
            <a:noAutofit/>
          </a:bodyPr>
          <a:lstStyle/>
          <a:p>
            <a:r>
              <a:rPr lang="en-GB"/>
              <a:t>BitLocker Drive Encryption</a:t>
            </a:r>
          </a:p>
        </p:txBody>
      </p:sp>
    </p:spTree>
    <p:extLst>
      <p:ext uri="{BB962C8B-B14F-4D97-AF65-F5344CB8AC3E}">
        <p14:creationId xmlns:p14="http://schemas.microsoft.com/office/powerpoint/2010/main" val="409111194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D4ABF-0689-7ECE-46DF-697F454800B2}"/>
              </a:ext>
            </a:extLst>
          </p:cNvPr>
          <p:cNvSpPr>
            <a:spLocks noGrp="1"/>
          </p:cNvSpPr>
          <p:nvPr>
            <p:ph type="title"/>
          </p:nvPr>
        </p:nvSpPr>
        <p:spPr/>
        <p:txBody>
          <a:bodyPr wrap="square">
            <a:noAutofit/>
          </a:bodyPr>
          <a:lstStyle/>
          <a:p>
            <a:r>
              <a:rPr lang="en-GB"/>
              <a:t>How BitLocker Works</a:t>
            </a:r>
          </a:p>
        </p:txBody>
      </p:sp>
      <p:sp>
        <p:nvSpPr>
          <p:cNvPr id="3" name="Bar">
            <a:extLst>
              <a:ext uri="{FF2B5EF4-FFF2-40B4-BE49-F238E27FC236}">
                <a16:creationId xmlns:a16="http://schemas.microsoft.com/office/drawing/2014/main" id="{DCD71DB9-1F37-1A12-6FB3-B5BA2D7644FD}"/>
              </a:ext>
            </a:extLst>
          </p:cNvPr>
          <p:cNvSpPr/>
          <p:nvPr/>
        </p:nvSpPr>
        <p:spPr>
          <a:xfrm>
            <a:off x="4534000" y="1300000"/>
            <a:ext cx="76000" cy="3300000"/>
          </a:xfrm>
          <a:prstGeom prst="rect">
            <a:avLst/>
          </a:prstGeom>
          <a:solidFill>
            <a:srgbClr val="0076D4"/>
          </a:solidFill>
          <a:ln w="12700">
            <a:solidFill>
              <a:srgbClr val="0076D4"/>
            </a:solidFill>
            <a:prstDash val="solid"/>
          </a:ln>
        </p:spPr>
        <p:txBody>
          <a:bodyPr/>
          <a:lstStyle/>
          <a:p>
            <a:endParaRPr lang="en-US"/>
          </a:p>
        </p:txBody>
      </p:sp>
      <p:sp>
        <p:nvSpPr>
          <p:cNvPr id="4" name="LeftCol">
            <a:extLst>
              <a:ext uri="{FF2B5EF4-FFF2-40B4-BE49-F238E27FC236}">
                <a16:creationId xmlns:a16="http://schemas.microsoft.com/office/drawing/2014/main" id="{92D87DBF-B5FE-AD11-2F2A-6544D59152B4}"/>
              </a:ext>
            </a:extLst>
          </p:cNvPr>
          <p:cNvSpPr/>
          <p:nvPr/>
        </p:nvSpPr>
        <p:spPr>
          <a:xfrm>
            <a:off x="438912" y="1300000"/>
            <a:ext cx="3990000" cy="3400000"/>
          </a:xfrm>
          <a:prstGeom prst="rect">
            <a:avLst/>
          </a:prstGeom>
          <a:noFill/>
          <a:ln/>
        </p:spPr>
        <p:txBody>
          <a:bodyPr wrap="square" lIns="91440" tIns="45720" rIns="91440" bIns="45720" rtlCol="0" anchor="t">
            <a:normAutofit/>
          </a:bodyPr>
          <a:lstStyle/>
          <a:p>
            <a:pPr marL="0" indent="0" algn="l">
              <a:buNone/>
            </a:pPr>
            <a:r>
              <a:rPr lang="en-US" sz="1100" b="1">
                <a:solidFill>
                  <a:srgbClr val="B88A00"/>
                </a:solidFill>
                <a:latin typeface="Segoe UI" panose="020B0502040204020203" pitchFamily="34" charset="0"/>
              </a:rPr>
              <a:t>Encryption Architecture</a:t>
            </a:r>
          </a:p>
          <a:p>
            <a:pPr marL="342900" indent="-342900" algn="l">
              <a:buChar char="•"/>
            </a:pPr>
            <a:r>
              <a:rPr lang="en-US" sz="1100">
                <a:solidFill>
                  <a:srgbClr val="333333"/>
                </a:solidFill>
                <a:latin typeface="Segoe UI" panose="020B0502040204020203" pitchFamily="34" charset="0"/>
              </a:rPr>
              <a:t>Full Volume Encryption Key (FVEK) encrypts all data on the volume using AES (128-bit or 256-bit)</a:t>
            </a:r>
          </a:p>
          <a:p>
            <a:pPr marL="342900" indent="-342900" algn="l">
              <a:buChar char="•"/>
            </a:pPr>
            <a:r>
              <a:rPr lang="en-US" sz="1100">
                <a:solidFill>
                  <a:srgbClr val="333333"/>
                </a:solidFill>
                <a:latin typeface="Segoe UI" panose="020B0502040204020203" pitchFamily="34" charset="0"/>
              </a:rPr>
              <a:t>Volume Master Key (VMK) encrypts the FVEK — the VMK is what key protectors protect</a:t>
            </a:r>
          </a:p>
          <a:p>
            <a:pPr marL="342900" indent="-342900" algn="l">
              <a:buChar char="•"/>
            </a:pPr>
            <a:r>
              <a:rPr lang="en-US" sz="1100">
                <a:solidFill>
                  <a:srgbClr val="333333"/>
                </a:solidFill>
                <a:latin typeface="Segoe UI" panose="020B0502040204020203" pitchFamily="34" charset="0"/>
              </a:rPr>
              <a:t>Multiple key protectors can each independently decrypt the VMK — providing redundancy</a:t>
            </a:r>
          </a:p>
          <a:p>
            <a:pPr marL="0" indent="0" algn="l">
              <a:buNone/>
            </a:pPr>
            <a:r>
              <a:rPr lang="en-US" sz="1100" b="1">
                <a:solidFill>
                  <a:srgbClr val="B88A00"/>
                </a:solidFill>
                <a:latin typeface="Segoe UI" panose="020B0502040204020203" pitchFamily="34" charset="0"/>
              </a:rPr>
              <a:t>TPM Boot Measurement Chain</a:t>
            </a:r>
          </a:p>
          <a:p>
            <a:pPr marL="342900" indent="-342900" algn="l">
              <a:buChar char="•"/>
            </a:pPr>
            <a:r>
              <a:rPr lang="en-US" sz="1100">
                <a:solidFill>
                  <a:srgbClr val="333333"/>
                </a:solidFill>
                <a:latin typeface="Segoe UI" panose="020B0502040204020203" pitchFamily="34" charset="0"/>
              </a:rPr>
              <a:t>At startup, firmware measures each component (CRTM → UEFI → bootloader) into TPM Platform Configuration Registers (PCRs)</a:t>
            </a:r>
          </a:p>
          <a:p>
            <a:pPr marL="342900" indent="-342900" algn="l">
              <a:buChar char="•"/>
            </a:pPr>
            <a:r>
              <a:rPr lang="en-US" sz="1100">
                <a:solidFill>
                  <a:srgbClr val="333333"/>
                </a:solidFill>
                <a:latin typeface="Segoe UI" panose="020B0502040204020203" pitchFamily="34" charset="0"/>
              </a:rPr>
              <a:t>TPM releases the VMK only when PCR values match expected state — if boot is tampered, key is not released</a:t>
            </a:r>
          </a:p>
          <a:p>
            <a:pPr marL="342900" indent="-342900" algn="l">
              <a:buChar char="•"/>
            </a:pPr>
            <a:r>
              <a:rPr lang="en-US" sz="1100">
                <a:solidFill>
                  <a:srgbClr val="333333"/>
                </a:solidFill>
                <a:latin typeface="Segoe UI" panose="020B0502040204020203" pitchFamily="34" charset="0"/>
              </a:rPr>
              <a:t>If PCR values change (different OS, new boot device, firmware update) BitLocker enters recovery mode</a:t>
            </a:r>
          </a:p>
        </p:txBody>
      </p:sp>
      <p:sp>
        <p:nvSpPr>
          <p:cNvPr id="5" name="RightCol">
            <a:extLst>
              <a:ext uri="{FF2B5EF4-FFF2-40B4-BE49-F238E27FC236}">
                <a16:creationId xmlns:a16="http://schemas.microsoft.com/office/drawing/2014/main" id="{971BCC80-BFE5-376F-C1E3-3042D70CEBB4}"/>
              </a:ext>
            </a:extLst>
          </p:cNvPr>
          <p:cNvSpPr/>
          <p:nvPr/>
        </p:nvSpPr>
        <p:spPr>
          <a:xfrm>
            <a:off x="4720000" y="1300000"/>
            <a:ext cx="3985088" cy="3400000"/>
          </a:xfrm>
          <a:prstGeom prst="rect">
            <a:avLst/>
          </a:prstGeom>
          <a:noFill/>
          <a:ln/>
        </p:spPr>
        <p:txBody>
          <a:bodyPr wrap="square" lIns="91440" tIns="45720" rIns="91440" bIns="45720" rtlCol="0" anchor="t">
            <a:normAutofit/>
          </a:bodyPr>
          <a:lstStyle/>
          <a:p>
            <a:pPr marL="0" indent="0" algn="l">
              <a:buNone/>
            </a:pPr>
            <a:r>
              <a:rPr lang="en-US" sz="1100" b="1">
                <a:solidFill>
                  <a:srgbClr val="B88A00"/>
                </a:solidFill>
                <a:latin typeface="Segoe UI" panose="020B0502040204020203" pitchFamily="34" charset="0"/>
              </a:rPr>
              <a:t>Unlock Flow (TPM Mode)</a:t>
            </a:r>
          </a:p>
          <a:p>
            <a:pPr marL="342900" indent="-342900" algn="l">
              <a:buChar char="①"/>
            </a:pPr>
            <a:r>
              <a:rPr lang="en-US" sz="1100">
                <a:solidFill>
                  <a:srgbClr val="333333"/>
                </a:solidFill>
                <a:latin typeface="Segoe UI" panose="020B0502040204020203" pitchFamily="34" charset="0"/>
              </a:rPr>
              <a:t>System powers on; firmware measures boot components into PCRs</a:t>
            </a:r>
          </a:p>
          <a:p>
            <a:pPr marL="342900" indent="-342900" algn="l">
              <a:buChar char="②"/>
            </a:pPr>
            <a:r>
              <a:rPr lang="en-US" sz="1100">
                <a:solidFill>
                  <a:srgbClr val="333333"/>
                </a:solidFill>
                <a:latin typeface="Segoe UI" panose="020B0502040204020203" pitchFamily="34" charset="0"/>
              </a:rPr>
              <a:t>TPM validates PCR values match sealed state; releases VMK</a:t>
            </a:r>
          </a:p>
          <a:p>
            <a:pPr marL="342900" indent="-342900" algn="l">
              <a:buChar char="③"/>
            </a:pPr>
            <a:r>
              <a:rPr lang="en-US" sz="1100">
                <a:solidFill>
                  <a:srgbClr val="333333"/>
                </a:solidFill>
                <a:latin typeface="Segoe UI" panose="020B0502040204020203" pitchFamily="34" charset="0"/>
              </a:rPr>
              <a:t>VMK decrypts the FVEK (stored encrypted on the volume)</a:t>
            </a:r>
          </a:p>
          <a:p>
            <a:pPr marL="342900" indent="-342900" algn="l">
              <a:buChar char="④"/>
            </a:pPr>
            <a:r>
              <a:rPr lang="en-US" sz="1100">
                <a:solidFill>
                  <a:srgbClr val="333333"/>
                </a:solidFill>
                <a:latin typeface="Segoe UI" panose="020B0502040204020203" pitchFamily="34" charset="0"/>
              </a:rPr>
              <a:t>FVEK decrypts data on-the-fly as Windows reads it; user signs in normally</a:t>
            </a:r>
          </a:p>
          <a:p>
            <a:pPr marL="0" indent="0" algn="l">
              <a:buNone/>
            </a:pPr>
            <a:r>
              <a:rPr lang="en-US" sz="1100" b="1">
                <a:solidFill>
                  <a:srgbClr val="B88A00"/>
                </a:solidFill>
                <a:latin typeface="Segoe UI" panose="020B0502040204020203" pitchFamily="34" charset="0"/>
              </a:rPr>
              <a:t>Encryption Modes</a:t>
            </a:r>
          </a:p>
          <a:p>
            <a:pPr marL="342900" indent="-342900" algn="l">
              <a:buChar char="•"/>
            </a:pPr>
            <a:r>
              <a:rPr lang="en-US" sz="1100">
                <a:solidFill>
                  <a:srgbClr val="333333"/>
                </a:solidFill>
                <a:latin typeface="Segoe UI" panose="020B0502040204020203" pitchFamily="34" charset="0"/>
              </a:rPr>
              <a:t>XTS-AES 128-bit (default for fixed drives); XTS-AES 256-bit for higher security</a:t>
            </a:r>
          </a:p>
          <a:p>
            <a:pPr marL="342900" indent="-342900" algn="l">
              <a:buChar char="•"/>
            </a:pPr>
            <a:r>
              <a:rPr lang="en-US" sz="1100">
                <a:solidFill>
                  <a:srgbClr val="333333"/>
                </a:solidFill>
                <a:latin typeface="Segoe UI" panose="020B0502040204020203" pitchFamily="34" charset="0"/>
              </a:rPr>
              <a:t>Hardware encryption: offloads to drive controller if supported (use software encryption for compliance)</a:t>
            </a:r>
          </a:p>
        </p:txBody>
      </p:sp>
      <p:sp>
        <p:nvSpPr>
          <p:cNvPr id="6" name="Footer">
            <a:extLst>
              <a:ext uri="{FF2B5EF4-FFF2-40B4-BE49-F238E27FC236}">
                <a16:creationId xmlns:a16="http://schemas.microsoft.com/office/drawing/2014/main" id="{AEFD59E9-FFF8-6576-598D-8EF8117BDAC1}"/>
              </a:ext>
            </a:extLst>
          </p:cNvPr>
          <p:cNvSpPr/>
          <p:nvPr/>
        </p:nvSpPr>
        <p:spPr>
          <a:xfrm>
            <a:off x="438912" y="4960620"/>
            <a:ext cx="7132320" cy="182880"/>
          </a:xfrm>
          <a:prstGeom prst="rect">
            <a:avLst/>
          </a:prstGeom>
          <a:noFill/>
          <a:ln/>
        </p:spPr>
        <p:txBody>
          <a:bodyPr wrap="square" lIns="0" tIns="0" rIns="0" bIns="0" rtlCol="0" anchor="ctr">
            <a:normAutofit fontScale="85000" lnSpcReduction="20000"/>
          </a:bodyPr>
          <a:lstStyle/>
          <a:p>
            <a:pPr marL="0" indent="0" algn="l">
              <a:buNone/>
            </a:pPr>
            <a:endParaRPr lang="en-GB"/>
          </a:p>
        </p:txBody>
      </p:sp>
      <p:sp>
        <p:nvSpPr>
          <p:cNvPr id="7" name="Course footer">
            <a:extLst>
              <a:ext uri="{FF2B5EF4-FFF2-40B4-BE49-F238E27FC236}">
                <a16:creationId xmlns:a16="http://schemas.microsoft.com/office/drawing/2014/main" id="{01EC422E-0FE3-ABF3-9109-3C0F6DC9A183}"/>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6 | Security &amp; Hardening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66216217-6BC8-376E-A6DB-BE5F99CAED4A}"/>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02927296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53BBA-A056-978E-B9B6-51DAF17FA52B}"/>
              </a:ext>
            </a:extLst>
          </p:cNvPr>
          <p:cNvSpPr>
            <a:spLocks noGrp="1"/>
          </p:cNvSpPr>
          <p:nvPr>
            <p:ph type="title"/>
          </p:nvPr>
        </p:nvSpPr>
        <p:spPr/>
        <p:txBody>
          <a:bodyPr wrap="square">
            <a:noAutofit/>
          </a:bodyPr>
          <a:lstStyle/>
          <a:p>
            <a:r>
              <a:rPr lang="en-GB"/>
              <a:t>BitLocker Requirements</a:t>
            </a:r>
          </a:p>
        </p:txBody>
      </p:sp>
      <p:sp>
        <p:nvSpPr>
          <p:cNvPr id="3" name="Bar">
            <a:extLst>
              <a:ext uri="{FF2B5EF4-FFF2-40B4-BE49-F238E27FC236}">
                <a16:creationId xmlns:a16="http://schemas.microsoft.com/office/drawing/2014/main" id="{87E6AB6B-5E08-93EB-E01D-8B78AA21B0EB}"/>
              </a:ext>
            </a:extLst>
          </p:cNvPr>
          <p:cNvSpPr/>
          <p:nvPr/>
        </p:nvSpPr>
        <p:spPr>
          <a:xfrm>
            <a:off x="4534000" y="1300000"/>
            <a:ext cx="76000" cy="3300000"/>
          </a:xfrm>
          <a:prstGeom prst="rect">
            <a:avLst/>
          </a:prstGeom>
          <a:solidFill>
            <a:srgbClr val="0076D4"/>
          </a:solidFill>
          <a:ln w="12700">
            <a:solidFill>
              <a:srgbClr val="0076D4"/>
            </a:solidFill>
            <a:prstDash val="solid"/>
          </a:ln>
        </p:spPr>
        <p:txBody>
          <a:bodyPr/>
          <a:lstStyle/>
          <a:p>
            <a:endParaRPr lang="en-US"/>
          </a:p>
        </p:txBody>
      </p:sp>
      <p:sp>
        <p:nvSpPr>
          <p:cNvPr id="4" name="LeftCol">
            <a:extLst>
              <a:ext uri="{FF2B5EF4-FFF2-40B4-BE49-F238E27FC236}">
                <a16:creationId xmlns:a16="http://schemas.microsoft.com/office/drawing/2014/main" id="{6269DBF4-A25B-3632-463D-8EECEBE3B6F7}"/>
              </a:ext>
            </a:extLst>
          </p:cNvPr>
          <p:cNvSpPr/>
          <p:nvPr/>
        </p:nvSpPr>
        <p:spPr>
          <a:xfrm>
            <a:off x="438912" y="1300000"/>
            <a:ext cx="3990000" cy="3400000"/>
          </a:xfrm>
          <a:prstGeom prst="rect">
            <a:avLst/>
          </a:prstGeom>
          <a:noFill/>
          <a:ln/>
        </p:spPr>
        <p:txBody>
          <a:bodyPr wrap="square" lIns="91440" tIns="45720" rIns="91440" bIns="45720" rtlCol="0" anchor="t">
            <a:normAutofit/>
          </a:bodyPr>
          <a:lstStyle/>
          <a:p>
            <a:pPr marL="0" indent="0" algn="l">
              <a:buNone/>
            </a:pPr>
            <a:r>
              <a:rPr lang="en-US" sz="1100" b="1">
                <a:solidFill>
                  <a:srgbClr val="B88A00"/>
                </a:solidFill>
                <a:latin typeface="Segoe UI" panose="020B0502040204020203" pitchFamily="34" charset="0"/>
              </a:rPr>
              <a:t>Hardware Requirements</a:t>
            </a:r>
          </a:p>
          <a:p>
            <a:pPr marL="342900" indent="-342900" algn="l">
              <a:buChar char="•"/>
            </a:pPr>
            <a:r>
              <a:rPr lang="en-US" sz="1100" b="1">
                <a:solidFill>
                  <a:srgbClr val="023047"/>
                </a:solidFill>
                <a:latin typeface="Segoe UI" panose="020B0502040204020203" pitchFamily="34" charset="0"/>
              </a:rPr>
              <a:t>TPM 2.0</a:t>
            </a:r>
            <a:r>
              <a:rPr lang="en-US" sz="1100">
                <a:solidFill>
                  <a:srgbClr val="333333"/>
                </a:solidFill>
                <a:latin typeface="Segoe UI" panose="020B0502040204020203" pitchFamily="34" charset="0"/>
              </a:rPr>
              <a:t> — required for full protection with PCR-based boot integrity; must have SHA-256 PCR banks</a:t>
            </a:r>
          </a:p>
          <a:p>
            <a:pPr marL="342900" indent="-342900" algn="l">
              <a:buChar char="•"/>
            </a:pPr>
            <a:r>
              <a:rPr lang="en-US" sz="1100" b="1">
                <a:solidFill>
                  <a:srgbClr val="023047"/>
                </a:solidFill>
                <a:latin typeface="Segoe UI" panose="020B0502040204020203" pitchFamily="34" charset="0"/>
              </a:rPr>
              <a:t>UEFI (native mode)</a:t>
            </a:r>
            <a:r>
              <a:rPr lang="en-US" sz="1100">
                <a:solidFill>
                  <a:srgbClr val="333333"/>
                </a:solidFill>
                <a:latin typeface="Segoe UI" panose="020B0502040204020203" pitchFamily="34" charset="0"/>
              </a:rPr>
              <a:t> — TPM 2.0 is not supported in Legacy/CSM BIOS mode</a:t>
            </a:r>
          </a:p>
          <a:p>
            <a:pPr marL="342900" indent="-342900" algn="l">
              <a:buChar char="•"/>
            </a:pPr>
            <a:r>
              <a:rPr lang="en-US" sz="1100">
                <a:solidFill>
                  <a:srgbClr val="333333"/>
                </a:solidFill>
                <a:latin typeface="Segoe UI" panose="020B0502040204020203" pitchFamily="34" charset="0"/>
              </a:rPr>
              <a:t>TCG-compliant BIOS/UEFI with Static Root of Trust Measurement (SRTM) support</a:t>
            </a:r>
          </a:p>
          <a:p>
            <a:pPr marL="342900" indent="-342900" algn="l">
              <a:buChar char="•"/>
            </a:pPr>
            <a:r>
              <a:rPr lang="en-US" sz="1100">
                <a:solidFill>
                  <a:srgbClr val="333333"/>
                </a:solidFill>
                <a:latin typeface="Segoe UI" panose="020B0502040204020203" pitchFamily="34" charset="0"/>
              </a:rPr>
              <a:t>USB boot support (required if no TPM — startup key stored on USB flash drive)</a:t>
            </a:r>
          </a:p>
          <a:p>
            <a:pPr marL="0" indent="0" algn="l">
              <a:buNone/>
            </a:pPr>
            <a:r>
              <a:rPr lang="en-US" sz="1100" b="1">
                <a:solidFill>
                  <a:srgbClr val="B88A00"/>
                </a:solidFill>
                <a:latin typeface="Segoe UI" panose="020B0502040204020203" pitchFamily="34" charset="0"/>
              </a:rPr>
              <a:t>Disk Partitioning</a:t>
            </a:r>
          </a:p>
          <a:p>
            <a:pPr marL="342900" indent="-342900" algn="l">
              <a:buChar char="•"/>
            </a:pPr>
            <a:r>
              <a:rPr lang="en-US" sz="1100" b="1">
                <a:solidFill>
                  <a:srgbClr val="023047"/>
                </a:solidFill>
                <a:latin typeface="Segoe UI" panose="020B0502040204020203" pitchFamily="34" charset="0"/>
              </a:rPr>
              <a:t>Two partitions required:</a:t>
            </a:r>
          </a:p>
          <a:p>
            <a:pPr marL="685800" indent="-342900" algn="l">
              <a:buChar char="◦"/>
            </a:pPr>
            <a:r>
              <a:rPr lang="en-US" sz="1100">
                <a:solidFill>
                  <a:srgbClr val="333333"/>
                </a:solidFill>
                <a:latin typeface="Segoe UI" panose="020B0502040204020203" pitchFamily="34" charset="0"/>
              </a:rPr>
              <a:t>OS drive (NTFS) — encrypted by BitLocker</a:t>
            </a:r>
          </a:p>
          <a:p>
            <a:pPr marL="685800" indent="-342900" algn="l">
              <a:buChar char="◦"/>
            </a:pPr>
            <a:r>
              <a:rPr lang="en-US" sz="1100">
                <a:solidFill>
                  <a:srgbClr val="333333"/>
                </a:solidFill>
                <a:latin typeface="Segoe UI" panose="020B0502040204020203" pitchFamily="34" charset="0"/>
              </a:rPr>
              <a:t>System drive (FAT32 for UEFI / NTFS for BIOS) — holds boot files, never encrypted</a:t>
            </a:r>
          </a:p>
        </p:txBody>
      </p:sp>
      <p:sp>
        <p:nvSpPr>
          <p:cNvPr id="5" name="RightCol">
            <a:extLst>
              <a:ext uri="{FF2B5EF4-FFF2-40B4-BE49-F238E27FC236}">
                <a16:creationId xmlns:a16="http://schemas.microsoft.com/office/drawing/2014/main" id="{49CB7674-ACEB-1183-B119-8D18D7477693}"/>
              </a:ext>
            </a:extLst>
          </p:cNvPr>
          <p:cNvSpPr/>
          <p:nvPr/>
        </p:nvSpPr>
        <p:spPr>
          <a:xfrm>
            <a:off x="4720000" y="1300000"/>
            <a:ext cx="3985088" cy="3400000"/>
          </a:xfrm>
          <a:prstGeom prst="rect">
            <a:avLst/>
          </a:prstGeom>
          <a:noFill/>
          <a:ln/>
        </p:spPr>
        <p:txBody>
          <a:bodyPr wrap="square" lIns="91440" tIns="45720" rIns="91440" bIns="45720" rtlCol="0" anchor="t">
            <a:normAutofit/>
          </a:bodyPr>
          <a:lstStyle/>
          <a:p>
            <a:pPr marL="0" indent="0" algn="l">
              <a:buNone/>
            </a:pPr>
            <a:r>
              <a:rPr lang="en-US" sz="1100" b="1">
                <a:solidFill>
                  <a:srgbClr val="B88A00"/>
                </a:solidFill>
                <a:latin typeface="Segoe UI" panose="020B0502040204020203" pitchFamily="34" charset="0"/>
              </a:rPr>
              <a:t>Enabling BitLocker on Windows Server</a:t>
            </a:r>
          </a:p>
          <a:p>
            <a:pPr marL="342900" indent="-342900" algn="l">
              <a:buChar char="•"/>
            </a:pPr>
            <a:r>
              <a:rPr lang="en-US" sz="1100">
                <a:solidFill>
                  <a:srgbClr val="333333"/>
                </a:solidFill>
                <a:latin typeface="Segoe UI" panose="020B0502040204020203" pitchFamily="34" charset="0"/>
              </a:rPr>
              <a:t>Install the BitLocker Drive Encryption feature via Server Manager or PowerShell</a:t>
            </a:r>
          </a:p>
          <a:p>
            <a:pPr marL="342900" indent="-342900" algn="l">
              <a:buChar char="•"/>
            </a:pPr>
            <a:r>
              <a:rPr lang="en-US" sz="1100">
                <a:solidFill>
                  <a:srgbClr val="555555"/>
                </a:solidFill>
                <a:latin typeface="Segoe UI" panose="020B0502040204020203" pitchFamily="34" charset="0"/>
              </a:rPr>
              <a:t>Install-WindowsFeature BitLocker -IncludeAllSubFeature -IncludeManagementTools -Restart</a:t>
            </a:r>
          </a:p>
          <a:p>
            <a:pPr marL="342900" indent="-342900" algn="l">
              <a:buChar char="•"/>
            </a:pPr>
            <a:r>
              <a:rPr lang="en-US" sz="1100">
                <a:solidFill>
                  <a:srgbClr val="333333"/>
                </a:solidFill>
                <a:latin typeface="Segoe UI" panose="020B0502040204020203" pitchFamily="34" charset="0"/>
              </a:rPr>
              <a:t>Verify TPM is ready before enabling encryption</a:t>
            </a:r>
          </a:p>
          <a:p>
            <a:pPr marL="342900" indent="-342900" algn="l">
              <a:buChar char="•"/>
            </a:pPr>
            <a:r>
              <a:rPr lang="en-US" sz="1100">
                <a:solidFill>
                  <a:srgbClr val="555555"/>
                </a:solidFill>
                <a:latin typeface="Segoe UI" panose="020B0502040204020203" pitchFamily="34" charset="0"/>
              </a:rPr>
              <a:t>Get-Tpm</a:t>
            </a:r>
          </a:p>
          <a:p>
            <a:pPr marL="342900" indent="-342900" algn="l">
              <a:buChar char="•"/>
            </a:pPr>
            <a:r>
              <a:rPr lang="en-US" sz="1100">
                <a:solidFill>
                  <a:srgbClr val="333333"/>
                </a:solidFill>
                <a:latin typeface="Segoe UI" panose="020B0502040204020203" pitchFamily="34" charset="0"/>
              </a:rPr>
              <a:t>Requires local Administrator rights; Group Policy can mandate backup before enabling</a:t>
            </a:r>
          </a:p>
          <a:p>
            <a:pPr marL="0" indent="0" algn="l">
              <a:buNone/>
            </a:pPr>
            <a:r>
              <a:rPr lang="en-US" sz="1100" b="1">
                <a:solidFill>
                  <a:srgbClr val="B88A00"/>
                </a:solidFill>
                <a:latin typeface="Segoe UI" panose="020B0502040204020203" pitchFamily="34" charset="0"/>
              </a:rPr>
              <a:t>Without a TPM (fallback options)</a:t>
            </a:r>
          </a:p>
          <a:p>
            <a:pPr marL="342900" indent="-342900" algn="l">
              <a:buChar char="•"/>
            </a:pPr>
            <a:r>
              <a:rPr lang="en-US" sz="1100">
                <a:solidFill>
                  <a:srgbClr val="333333"/>
                </a:solidFill>
                <a:latin typeface="Segoe UI" panose="020B0502040204020203" pitchFamily="34" charset="0"/>
              </a:rPr>
              <a:t>USB startup key (required at every boot) — no boot integrity check</a:t>
            </a:r>
          </a:p>
          <a:p>
            <a:pPr marL="342900" indent="-342900" algn="l">
              <a:buChar char="•"/>
            </a:pPr>
            <a:r>
              <a:rPr lang="en-US" sz="1100">
                <a:solidFill>
                  <a:srgbClr val="333333"/>
                </a:solidFill>
                <a:latin typeface="Segoe UI" panose="020B0502040204020203" pitchFamily="34" charset="0"/>
              </a:rPr>
              <a:t>Enable via Group Policy: Computer Config → Admin Templates → Windows Components → BitLocker → OS Drives → “Require additional auth at startup”</a:t>
            </a:r>
          </a:p>
        </p:txBody>
      </p:sp>
      <p:sp>
        <p:nvSpPr>
          <p:cNvPr id="6" name="Footer">
            <a:extLst>
              <a:ext uri="{FF2B5EF4-FFF2-40B4-BE49-F238E27FC236}">
                <a16:creationId xmlns:a16="http://schemas.microsoft.com/office/drawing/2014/main" id="{81F9B018-BDE2-7A7B-3700-1ACB1BEE4FB5}"/>
              </a:ext>
            </a:extLst>
          </p:cNvPr>
          <p:cNvSpPr/>
          <p:nvPr/>
        </p:nvSpPr>
        <p:spPr>
          <a:xfrm>
            <a:off x="438912" y="4960620"/>
            <a:ext cx="7132320" cy="182880"/>
          </a:xfrm>
          <a:prstGeom prst="rect">
            <a:avLst/>
          </a:prstGeom>
          <a:noFill/>
          <a:ln/>
        </p:spPr>
        <p:txBody>
          <a:bodyPr wrap="square" lIns="0" tIns="0" rIns="0" bIns="0" rtlCol="0" anchor="ctr">
            <a:normAutofit fontScale="85000" lnSpcReduction="20000"/>
          </a:bodyPr>
          <a:lstStyle/>
          <a:p>
            <a:pPr marL="0" indent="0" algn="l">
              <a:buNone/>
            </a:pPr>
            <a:endParaRPr lang="en-GB"/>
          </a:p>
        </p:txBody>
      </p:sp>
      <p:sp>
        <p:nvSpPr>
          <p:cNvPr id="7" name="Course footer">
            <a:extLst>
              <a:ext uri="{FF2B5EF4-FFF2-40B4-BE49-F238E27FC236}">
                <a16:creationId xmlns:a16="http://schemas.microsoft.com/office/drawing/2014/main" id="{7340EF64-9178-04B0-4579-D31D178B3A85}"/>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6 | Security &amp; Hardening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C96AF44F-AE71-7B0A-1722-D05F8B442837}"/>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97550384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450DE-22AD-34B7-66BD-4EBB8097D8F0}"/>
              </a:ext>
            </a:extLst>
          </p:cNvPr>
          <p:cNvSpPr>
            <a:spLocks noGrp="1"/>
          </p:cNvSpPr>
          <p:nvPr>
            <p:ph type="title"/>
          </p:nvPr>
        </p:nvSpPr>
        <p:spPr/>
        <p:txBody>
          <a:bodyPr wrap="square">
            <a:noAutofit/>
          </a:bodyPr>
          <a:lstStyle/>
          <a:p>
            <a:r>
              <a:rPr lang="en-GB"/>
              <a:t>Key Protectors &amp; Where Keys Are Stored</a:t>
            </a:r>
          </a:p>
        </p:txBody>
      </p:sp>
      <p:sp>
        <p:nvSpPr>
          <p:cNvPr id="3" name="Bar">
            <a:extLst>
              <a:ext uri="{FF2B5EF4-FFF2-40B4-BE49-F238E27FC236}">
                <a16:creationId xmlns:a16="http://schemas.microsoft.com/office/drawing/2014/main" id="{9E38B66E-CD6B-E6B1-AE8D-C9E0A1F4DD0A}"/>
              </a:ext>
            </a:extLst>
          </p:cNvPr>
          <p:cNvSpPr/>
          <p:nvPr/>
        </p:nvSpPr>
        <p:spPr>
          <a:xfrm>
            <a:off x="4534000" y="1300000"/>
            <a:ext cx="76000" cy="3300000"/>
          </a:xfrm>
          <a:prstGeom prst="rect">
            <a:avLst/>
          </a:prstGeom>
          <a:solidFill>
            <a:srgbClr val="0076D4"/>
          </a:solidFill>
          <a:ln w="12700">
            <a:solidFill>
              <a:srgbClr val="0076D4"/>
            </a:solidFill>
            <a:prstDash val="solid"/>
          </a:ln>
        </p:spPr>
        <p:txBody>
          <a:bodyPr/>
          <a:lstStyle/>
          <a:p>
            <a:endParaRPr lang="en-US"/>
          </a:p>
        </p:txBody>
      </p:sp>
      <p:sp>
        <p:nvSpPr>
          <p:cNvPr id="4" name="LeftCol">
            <a:extLst>
              <a:ext uri="{FF2B5EF4-FFF2-40B4-BE49-F238E27FC236}">
                <a16:creationId xmlns:a16="http://schemas.microsoft.com/office/drawing/2014/main" id="{1EED53D1-8A1C-9C87-0826-C2EB21A7E4E7}"/>
              </a:ext>
            </a:extLst>
          </p:cNvPr>
          <p:cNvSpPr/>
          <p:nvPr/>
        </p:nvSpPr>
        <p:spPr>
          <a:xfrm>
            <a:off x="438912" y="1300000"/>
            <a:ext cx="3990000" cy="3400000"/>
          </a:xfrm>
          <a:prstGeom prst="rect">
            <a:avLst/>
          </a:prstGeom>
          <a:noFill/>
          <a:ln/>
        </p:spPr>
        <p:txBody>
          <a:bodyPr wrap="square" lIns="91440" tIns="45720" rIns="91440" bIns="45720" rtlCol="0" anchor="t">
            <a:normAutofit/>
          </a:bodyPr>
          <a:lstStyle/>
          <a:p>
            <a:pPr marL="0" indent="0" algn="l">
              <a:buNone/>
            </a:pPr>
            <a:r>
              <a:rPr lang="en-US" sz="1100" b="1">
                <a:solidFill>
                  <a:srgbClr val="B88A00"/>
                </a:solidFill>
                <a:latin typeface="Segoe UI" panose="020B0502040204020203" pitchFamily="34" charset="0"/>
              </a:rPr>
              <a:t>Key Protector Types</a:t>
            </a:r>
          </a:p>
          <a:p>
            <a:pPr marL="342900" indent="-342900" algn="l">
              <a:buChar char="•"/>
            </a:pPr>
            <a:r>
              <a:rPr lang="en-US" sz="1100" b="1">
                <a:solidFill>
                  <a:srgbClr val="023047"/>
                </a:solidFill>
                <a:latin typeface="Segoe UI" panose="020B0502040204020203" pitchFamily="34" charset="0"/>
              </a:rPr>
              <a:t>TPM only</a:t>
            </a:r>
            <a:r>
              <a:rPr lang="en-US" sz="1100">
                <a:solidFill>
                  <a:srgbClr val="444444"/>
                </a:solidFill>
                <a:latin typeface="Segoe UI" panose="020B0502040204020203" pitchFamily="34" charset="0"/>
              </a:rPr>
              <a:t> — seamless unlock; VMK sealed in TPM against PCR values</a:t>
            </a:r>
          </a:p>
          <a:p>
            <a:pPr marL="342900" indent="-342900" algn="l">
              <a:buChar char="•"/>
            </a:pPr>
            <a:r>
              <a:rPr lang="en-US" sz="1100" b="1">
                <a:solidFill>
                  <a:srgbClr val="023047"/>
                </a:solidFill>
                <a:latin typeface="Segoe UI" panose="020B0502040204020203" pitchFamily="34" charset="0"/>
              </a:rPr>
              <a:t>TPM + PIN</a:t>
            </a:r>
            <a:r>
              <a:rPr lang="en-US" sz="1100">
                <a:solidFill>
                  <a:srgbClr val="444444"/>
                </a:solidFill>
                <a:latin typeface="Segoe UI" panose="020B0502040204020203" pitchFamily="34" charset="0"/>
              </a:rPr>
              <a:t> — 2FA; PIN 4–20 digits or full keyboard (enhanced PIN); entered before Windows loads</a:t>
            </a:r>
          </a:p>
          <a:p>
            <a:pPr marL="342900" indent="-342900" algn="l">
              <a:buChar char="•"/>
            </a:pPr>
            <a:r>
              <a:rPr lang="en-US" sz="1100" b="1">
                <a:solidFill>
                  <a:srgbClr val="023047"/>
                </a:solidFill>
                <a:latin typeface="Segoe UI" panose="020B0502040204020203" pitchFamily="34" charset="0"/>
              </a:rPr>
              <a:t>TPM + Startup Key</a:t>
            </a:r>
            <a:r>
              <a:rPr lang="en-US" sz="1100">
                <a:solidFill>
                  <a:srgbClr val="444444"/>
                </a:solidFill>
                <a:latin typeface="Segoe UI" panose="020B0502040204020203" pitchFamily="34" charset="0"/>
              </a:rPr>
              <a:t> — USB key inserted at each boot (used in high-security environments)</a:t>
            </a:r>
          </a:p>
          <a:p>
            <a:pPr marL="342900" indent="-342900" algn="l">
              <a:buChar char="•"/>
            </a:pPr>
            <a:r>
              <a:rPr lang="en-US" sz="1100" b="1">
                <a:solidFill>
                  <a:srgbClr val="023047"/>
                </a:solidFill>
                <a:latin typeface="Segoe UI" panose="020B0502040204020203" pitchFamily="34" charset="0"/>
              </a:rPr>
              <a:t>Recovery Password</a:t>
            </a:r>
            <a:r>
              <a:rPr lang="en-US" sz="1100">
                <a:solidFill>
                  <a:srgbClr val="444444"/>
                </a:solidFill>
                <a:latin typeface="Segoe UI" panose="020B0502040204020203" pitchFamily="34" charset="0"/>
              </a:rPr>
              <a:t> — 48-digit numerical key; used when all other protectors fail</a:t>
            </a:r>
          </a:p>
          <a:p>
            <a:pPr marL="342900" indent="-342900" algn="l">
              <a:buChar char="•"/>
            </a:pPr>
            <a:r>
              <a:rPr lang="en-US" sz="1100" b="1">
                <a:solidFill>
                  <a:srgbClr val="023047"/>
                </a:solidFill>
                <a:latin typeface="Segoe UI" panose="020B0502040204020203" pitchFamily="34" charset="0"/>
              </a:rPr>
              <a:t>AD Account/Group (SID)</a:t>
            </a:r>
            <a:r>
              <a:rPr lang="en-US" sz="1100">
                <a:solidFill>
                  <a:srgbClr val="444444"/>
                </a:solidFill>
                <a:latin typeface="Segoe UI" panose="020B0502040204020203" pitchFamily="34" charset="0"/>
              </a:rPr>
              <a:t> — unlocks with domain credentials; used for data drives and cluster volumes</a:t>
            </a:r>
          </a:p>
          <a:p>
            <a:pPr marL="342900" indent="-342900" algn="l">
              <a:buChar char="•"/>
            </a:pPr>
            <a:r>
              <a:rPr lang="en-US" sz="1100" b="1">
                <a:solidFill>
                  <a:srgbClr val="023047"/>
                </a:solidFill>
                <a:latin typeface="Segoe UI" panose="020B0502040204020203" pitchFamily="34" charset="0"/>
              </a:rPr>
              <a:t>Data Recovery Agent (DRA)</a:t>
            </a:r>
            <a:r>
              <a:rPr lang="en-US" sz="1100">
                <a:solidFill>
                  <a:srgbClr val="444444"/>
                </a:solidFill>
                <a:latin typeface="Segoe UI" panose="020B0502040204020203" pitchFamily="34" charset="0"/>
              </a:rPr>
              <a:t> — certificate-based; allows helpdesk recovery without the recovery password</a:t>
            </a:r>
          </a:p>
        </p:txBody>
      </p:sp>
      <p:sp>
        <p:nvSpPr>
          <p:cNvPr id="5" name="RightCol">
            <a:extLst>
              <a:ext uri="{FF2B5EF4-FFF2-40B4-BE49-F238E27FC236}">
                <a16:creationId xmlns:a16="http://schemas.microsoft.com/office/drawing/2014/main" id="{FFF4D9E1-343D-7BB5-3875-F5DECEBD396B}"/>
              </a:ext>
            </a:extLst>
          </p:cNvPr>
          <p:cNvSpPr/>
          <p:nvPr/>
        </p:nvSpPr>
        <p:spPr>
          <a:xfrm>
            <a:off x="4720000" y="1300000"/>
            <a:ext cx="3985088" cy="3400000"/>
          </a:xfrm>
          <a:prstGeom prst="rect">
            <a:avLst/>
          </a:prstGeom>
          <a:noFill/>
          <a:ln/>
        </p:spPr>
        <p:txBody>
          <a:bodyPr wrap="square" lIns="91440" tIns="45720" rIns="91440" bIns="45720" rtlCol="0" anchor="t">
            <a:normAutofit/>
          </a:bodyPr>
          <a:lstStyle/>
          <a:p>
            <a:pPr marL="0" indent="0" algn="l">
              <a:buNone/>
            </a:pPr>
            <a:r>
              <a:rPr lang="en-US" sz="1100" b="1">
                <a:solidFill>
                  <a:srgbClr val="B88A00"/>
                </a:solidFill>
                <a:latin typeface="Segoe UI" panose="020B0502040204020203" pitchFamily="34" charset="0"/>
              </a:rPr>
              <a:t>Where Recovery Keys Are Stored</a:t>
            </a:r>
          </a:p>
          <a:p>
            <a:pPr marL="342900" indent="-342900" algn="l">
              <a:buChar char="•"/>
            </a:pPr>
            <a:r>
              <a:rPr lang="en-US" sz="1100" b="1">
                <a:solidFill>
                  <a:srgbClr val="023047"/>
                </a:solidFill>
                <a:latin typeface="Segoe UI" panose="020B0502040204020203" pitchFamily="34" charset="0"/>
              </a:rPr>
              <a:t>Active Directory DS</a:t>
            </a:r>
            <a:r>
              <a:rPr lang="en-US" sz="1100">
                <a:solidFill>
                  <a:srgbClr val="444444"/>
                </a:solidFill>
                <a:latin typeface="Segoe UI" panose="020B0502040204020203" pitchFamily="34" charset="0"/>
              </a:rPr>
              <a:t> — stored on the computer object; 48-digit password + key package; recommended for domain-joined servers</a:t>
            </a:r>
          </a:p>
          <a:p>
            <a:pPr marL="342900" indent="-342900" algn="l">
              <a:buChar char="•"/>
            </a:pPr>
            <a:r>
              <a:rPr lang="en-US" sz="1100" b="1">
                <a:solidFill>
                  <a:srgbClr val="023047"/>
                </a:solidFill>
                <a:latin typeface="Segoe UI" panose="020B0502040204020203" pitchFamily="34" charset="0"/>
              </a:rPr>
              <a:t>Microsoft Entra ID</a:t>
            </a:r>
            <a:r>
              <a:rPr lang="en-US" sz="1100">
                <a:solidFill>
                  <a:srgbClr val="444444"/>
                </a:solidFill>
                <a:latin typeface="Segoe UI" panose="020B0502040204020203" pitchFamily="34" charset="0"/>
              </a:rPr>
              <a:t> — for Entra-joined or hybrid devices; key retrieved from portal</a:t>
            </a:r>
          </a:p>
          <a:p>
            <a:pPr marL="342900" indent="-342900" algn="l">
              <a:buChar char="•"/>
            </a:pPr>
            <a:r>
              <a:rPr lang="en-US" sz="1100" b="1">
                <a:solidFill>
                  <a:srgbClr val="023047"/>
                </a:solidFill>
                <a:latin typeface="Segoe UI" panose="020B0502040204020203" pitchFamily="34" charset="0"/>
              </a:rPr>
              <a:t>Text file or printed</a:t>
            </a:r>
            <a:r>
              <a:rPr lang="en-US" sz="1100">
                <a:solidFill>
                  <a:srgbClr val="444444"/>
                </a:solidFill>
                <a:latin typeface="Segoe UI" panose="020B0502040204020203" pitchFamily="34" charset="0"/>
              </a:rPr>
              <a:t> — must be stored securely and separately from the encrypted device</a:t>
            </a:r>
          </a:p>
          <a:p>
            <a:pPr marL="0" indent="0" algn="l">
              <a:buNone/>
            </a:pPr>
            <a:r>
              <a:rPr lang="en-US" sz="1100" b="1" i="1">
                <a:solidFill>
                  <a:srgbClr val="B88A00"/>
                </a:solidFill>
                <a:latin typeface="Segoe UI" panose="020B0502040204020203" pitchFamily="34" charset="0"/>
              </a:rPr>
              <a:t>Key rule: never store recovery keys on the encrypted device itself</a:t>
            </a:r>
          </a:p>
          <a:p>
            <a:pPr marL="0" indent="0" algn="l">
              <a:buNone/>
            </a:pPr>
            <a:r>
              <a:rPr lang="en-US" sz="1100" b="1">
                <a:solidFill>
                  <a:srgbClr val="B88A00"/>
                </a:solidFill>
                <a:latin typeface="Segoe UI" panose="020B0502040204020203" pitchFamily="34" charset="0"/>
              </a:rPr>
              <a:t>PowerShell Commands</a:t>
            </a:r>
          </a:p>
          <a:p>
            <a:pPr marL="342900" indent="-342900" algn="l">
              <a:buChar char="•"/>
            </a:pPr>
            <a:r>
              <a:rPr lang="en-US" sz="1100">
                <a:solidFill>
                  <a:srgbClr val="555555"/>
                </a:solidFill>
                <a:latin typeface="Segoe UI" panose="020B0502040204020203" pitchFamily="34" charset="0"/>
              </a:rPr>
              <a:t># List all protectors on C:</a:t>
            </a:r>
          </a:p>
          <a:p>
            <a:pPr marL="342900" indent="-342900" algn="l">
              <a:buChar char="•"/>
            </a:pPr>
            <a:r>
              <a:rPr lang="en-US" sz="1100">
                <a:solidFill>
                  <a:srgbClr val="555555"/>
                </a:solidFill>
                <a:latin typeface="Segoe UI" panose="020B0502040204020203" pitchFamily="34" charset="0"/>
              </a:rPr>
              <a:t>(Get-BitLockerVolume -MountPoint C).KeyProtector</a:t>
            </a:r>
          </a:p>
          <a:p>
            <a:pPr marL="342900" indent="-342900" algn="l">
              <a:buChar char="•"/>
            </a:pPr>
            <a:r>
              <a:rPr lang="en-US" sz="1100">
                <a:solidFill>
                  <a:srgbClr val="555555"/>
                </a:solidFill>
                <a:latin typeface="Segoe UI" panose="020B0502040204020203" pitchFamily="34" charset="0"/>
              </a:rPr>
              <a:t>manage-bde -protectors -get C:</a:t>
            </a:r>
          </a:p>
          <a:p>
            <a:pPr marL="342900" indent="-342900" algn="l">
              <a:buChar char="•"/>
            </a:pPr>
            <a:r>
              <a:rPr lang="en-US" sz="1100">
                <a:solidFill>
                  <a:srgbClr val="555555"/>
                </a:solidFill>
                <a:latin typeface="Segoe UI" panose="020B0502040204020203" pitchFamily="34" charset="0"/>
              </a:rPr>
              <a:t>manage-bde -status C:</a:t>
            </a:r>
          </a:p>
        </p:txBody>
      </p:sp>
      <p:sp>
        <p:nvSpPr>
          <p:cNvPr id="6" name="Footer">
            <a:extLst>
              <a:ext uri="{FF2B5EF4-FFF2-40B4-BE49-F238E27FC236}">
                <a16:creationId xmlns:a16="http://schemas.microsoft.com/office/drawing/2014/main" id="{33656941-FA58-E7AC-AF2B-369A840F9861}"/>
              </a:ext>
            </a:extLst>
          </p:cNvPr>
          <p:cNvSpPr/>
          <p:nvPr/>
        </p:nvSpPr>
        <p:spPr>
          <a:xfrm>
            <a:off x="438912" y="4960620"/>
            <a:ext cx="7132320" cy="182880"/>
          </a:xfrm>
          <a:prstGeom prst="rect">
            <a:avLst/>
          </a:prstGeom>
          <a:noFill/>
          <a:ln/>
        </p:spPr>
        <p:txBody>
          <a:bodyPr wrap="square" lIns="0" tIns="0" rIns="0" bIns="0" rtlCol="0" anchor="ctr">
            <a:normAutofit fontScale="85000" lnSpcReduction="20000"/>
          </a:bodyPr>
          <a:lstStyle/>
          <a:p>
            <a:pPr marL="0" indent="0" algn="l">
              <a:buNone/>
            </a:pPr>
            <a:endParaRPr lang="en-GB"/>
          </a:p>
        </p:txBody>
      </p:sp>
      <p:sp>
        <p:nvSpPr>
          <p:cNvPr id="7" name="Course footer">
            <a:extLst>
              <a:ext uri="{FF2B5EF4-FFF2-40B4-BE49-F238E27FC236}">
                <a16:creationId xmlns:a16="http://schemas.microsoft.com/office/drawing/2014/main" id="{EBCCB7ED-22E0-0033-5E08-0856FEAD572E}"/>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6 | Security &amp; Hardening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D9F33D4E-D5DA-2D64-CB0B-76D726792DC2}"/>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26412664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04FDF-F46F-8D24-8EEE-ABA05473DF94}"/>
              </a:ext>
            </a:extLst>
          </p:cNvPr>
          <p:cNvSpPr>
            <a:spLocks noGrp="1"/>
          </p:cNvSpPr>
          <p:nvPr>
            <p:ph type="title"/>
          </p:nvPr>
        </p:nvSpPr>
        <p:spPr/>
        <p:txBody>
          <a:bodyPr wrap="square">
            <a:noAutofit/>
          </a:bodyPr>
          <a:lstStyle/>
          <a:p>
            <a:r>
              <a:rPr lang="en-GB"/>
              <a:t>Backing Up &amp; Recovering BitLocker Keys</a:t>
            </a:r>
          </a:p>
        </p:txBody>
      </p:sp>
      <p:sp>
        <p:nvSpPr>
          <p:cNvPr id="3" name="Bar">
            <a:extLst>
              <a:ext uri="{FF2B5EF4-FFF2-40B4-BE49-F238E27FC236}">
                <a16:creationId xmlns:a16="http://schemas.microsoft.com/office/drawing/2014/main" id="{C30443FE-DF65-E169-9771-E47E6D80A1E1}"/>
              </a:ext>
            </a:extLst>
          </p:cNvPr>
          <p:cNvSpPr/>
          <p:nvPr/>
        </p:nvSpPr>
        <p:spPr>
          <a:xfrm>
            <a:off x="114300" y="154305"/>
            <a:ext cx="164592" cy="5143500"/>
          </a:xfrm>
          <a:prstGeom prst="rect">
            <a:avLst/>
          </a:prstGeom>
          <a:solidFill>
            <a:srgbClr val="0076D4"/>
          </a:solidFill>
          <a:ln w="12700">
            <a:solidFill>
              <a:srgbClr val="0076D4"/>
            </a:solidFill>
            <a:prstDash val="solid"/>
          </a:ln>
        </p:spPr>
        <p:txBody>
          <a:bodyPr/>
          <a:lstStyle/>
          <a:p>
            <a:endParaRPr lang="en-US"/>
          </a:p>
        </p:txBody>
      </p:sp>
      <p:sp>
        <p:nvSpPr>
          <p:cNvPr id="4" name="LeftCol">
            <a:extLst>
              <a:ext uri="{FF2B5EF4-FFF2-40B4-BE49-F238E27FC236}">
                <a16:creationId xmlns:a16="http://schemas.microsoft.com/office/drawing/2014/main" id="{3E008D56-9AC2-718C-DA5A-2971D6F09F7F}"/>
              </a:ext>
            </a:extLst>
          </p:cNvPr>
          <p:cNvSpPr/>
          <p:nvPr/>
        </p:nvSpPr>
        <p:spPr>
          <a:xfrm>
            <a:off x="571500" y="998047"/>
            <a:ext cx="4114800" cy="3900000"/>
          </a:xfrm>
          <a:prstGeom prst="rect">
            <a:avLst/>
          </a:prstGeom>
          <a:noFill/>
          <a:ln/>
        </p:spPr>
        <p:txBody>
          <a:bodyPr wrap="square" lIns="91440" tIns="45720" rIns="91440" bIns="45720" rtlCol="0" anchor="t">
            <a:normAutofit lnSpcReduction="10000"/>
          </a:bodyPr>
          <a:lstStyle/>
          <a:p>
            <a:pPr marL="0" indent="0">
              <a:buNone/>
            </a:pPr>
            <a:r>
              <a:rPr lang="en-US" sz="1400" b="1" dirty="0">
                <a:solidFill>
                  <a:srgbClr val="B88A00"/>
                </a:solidFill>
                <a:latin typeface="Segoe UI" panose="020B0502040204020203" pitchFamily="34" charset="0"/>
              </a:rPr>
              <a:t>Back Up to Active Directory DS</a:t>
            </a:r>
          </a:p>
          <a:p>
            <a:pPr marL="228600" indent="-228600">
              <a:buChar char="•"/>
            </a:pPr>
            <a:r>
              <a:rPr lang="en-US" sz="1200" dirty="0">
                <a:solidFill>
                  <a:srgbClr val="023047"/>
                </a:solidFill>
                <a:latin typeface="Segoe UI" panose="020B0502040204020203" pitchFamily="34" charset="0"/>
              </a:rPr>
              <a:t>Requires AD DS schema extended for BitLocker</a:t>
            </a:r>
          </a:p>
          <a:p>
            <a:pPr marL="228600" indent="-228600">
              <a:buChar char="•"/>
            </a:pPr>
            <a:r>
              <a:rPr lang="en-US" sz="1100" b="0" dirty="0">
                <a:solidFill>
                  <a:srgbClr val="2C5282"/>
                </a:solidFill>
                <a:latin typeface="Segoe UI" panose="020B0502040204020203" pitchFamily="34" charset="0"/>
              </a:rPr>
              <a:t>$id=(Get-BitLockerVolume C:).KeyProtector | where RecoveryPassword | select -Expand KeyProtectorId</a:t>
            </a:r>
          </a:p>
          <a:p>
            <a:pPr marL="228600" indent="-228600">
              <a:buChar char="•"/>
            </a:pPr>
            <a:r>
              <a:rPr lang="en-US" sz="1100" b="0" dirty="0">
                <a:solidFill>
                  <a:srgbClr val="2C5282"/>
                </a:solidFill>
                <a:latin typeface="Segoe UI" panose="020B0502040204020203" pitchFamily="34" charset="0"/>
              </a:rPr>
              <a:t>Backup-BitLockerKeyProtector -MountPoint C: -KeyProtectorId $id</a:t>
            </a:r>
          </a:p>
          <a:p>
            <a:pPr marL="228600" indent="-228600">
              <a:buChar char="•"/>
            </a:pPr>
            <a:r>
              <a:rPr lang="en-US" sz="1100" b="0" dirty="0">
                <a:solidFill>
                  <a:srgbClr val="2C5282"/>
                </a:solidFill>
                <a:latin typeface="Segoe UI" panose="020B0502040204020203" pitchFamily="34" charset="0"/>
              </a:rPr>
              <a:t>manage-bde -protectors -adbackup C: -id {GUID}</a:t>
            </a:r>
          </a:p>
          <a:p>
            <a:endParaRPr lang="en-US" dirty="0">
              <a:latin typeface="Segoe UI" panose="020B0502040204020203" pitchFamily="34" charset="0"/>
            </a:endParaRPr>
          </a:p>
          <a:p>
            <a:pPr marL="0" indent="0">
              <a:buNone/>
            </a:pPr>
            <a:r>
              <a:rPr lang="en-US" sz="1400" b="1" dirty="0">
                <a:solidFill>
                  <a:srgbClr val="B88A00"/>
                </a:solidFill>
                <a:latin typeface="Segoe UI" panose="020B0502040204020203" pitchFamily="34" charset="0"/>
              </a:rPr>
              <a:t>Back Up to Microsoft Entra ID</a:t>
            </a:r>
          </a:p>
          <a:p>
            <a:pPr marL="228600" indent="-228600">
              <a:buChar char="•"/>
            </a:pPr>
            <a:r>
              <a:rPr lang="en-US" sz="1200" dirty="0">
                <a:solidFill>
                  <a:srgbClr val="023047"/>
                </a:solidFill>
                <a:latin typeface="Segoe UI" panose="020B0502040204020203" pitchFamily="34" charset="0"/>
              </a:rPr>
              <a:t>Device must be Entra ID joined or hybrid joined</a:t>
            </a:r>
          </a:p>
          <a:p>
            <a:pPr marL="228600" indent="-228600">
              <a:buChar char="•"/>
            </a:pPr>
            <a:r>
              <a:rPr lang="en-US" sz="1100" b="0" dirty="0">
                <a:solidFill>
                  <a:srgbClr val="2C5282"/>
                </a:solidFill>
                <a:latin typeface="Segoe UI" panose="020B0502040204020203" pitchFamily="34" charset="0"/>
              </a:rPr>
              <a:t>BackupToAAD-BitLockerKeyProtector -MountPoint C: -KeyProtectorId $id</a:t>
            </a:r>
          </a:p>
          <a:p>
            <a:pPr marL="228600" indent="-228600">
              <a:buChar char="•"/>
            </a:pPr>
            <a:r>
              <a:rPr lang="en-US" sz="1200" dirty="0">
                <a:solidFill>
                  <a:srgbClr val="023047"/>
                </a:solidFill>
                <a:latin typeface="Segoe UI" panose="020B0502040204020203" pitchFamily="34" charset="0"/>
              </a:rPr>
              <a:t>Keys visible in Entra ID portal under device properties</a:t>
            </a:r>
          </a:p>
          <a:p>
            <a:endParaRPr lang="en-US" dirty="0">
              <a:latin typeface="Segoe UI" panose="020B0502040204020203" pitchFamily="34" charset="0"/>
            </a:endParaRPr>
          </a:p>
          <a:p>
            <a:pPr marL="0" indent="0">
              <a:buNone/>
            </a:pPr>
            <a:r>
              <a:rPr lang="en-US" sz="1400" b="1" dirty="0">
                <a:solidFill>
                  <a:srgbClr val="B88A00"/>
                </a:solidFill>
                <a:latin typeface="Segoe UI" panose="020B0502040204020203" pitchFamily="34" charset="0"/>
              </a:rPr>
              <a:t>Group Policy: Mandate Backup Before Enabling</a:t>
            </a:r>
          </a:p>
          <a:p>
            <a:pPr marL="228600" indent="-228600">
              <a:buChar char="•"/>
            </a:pPr>
            <a:r>
              <a:rPr lang="en-US" sz="1200" dirty="0">
                <a:solidFill>
                  <a:srgbClr val="023047"/>
                </a:solidFill>
                <a:latin typeface="Segoe UI" panose="020B0502040204020203" pitchFamily="34" charset="0"/>
              </a:rPr>
              <a:t>Computer Config &gt; Windows Settings &gt; Security Settings &gt; BitLocker Drive Encryption</a:t>
            </a:r>
          </a:p>
          <a:p>
            <a:pPr marL="228600" indent="-228600">
              <a:buChar char="•"/>
            </a:pPr>
            <a:r>
              <a:rPr lang="en-US" sz="1200" dirty="0">
                <a:solidFill>
                  <a:srgbClr val="023047"/>
                </a:solidFill>
                <a:latin typeface="Segoe UI" panose="020B0502040204020203" pitchFamily="34" charset="0"/>
              </a:rPr>
              <a:t>Enable: “Do not enable BitLocker until recovery information is stored in AD DS”</a:t>
            </a:r>
          </a:p>
        </p:txBody>
      </p:sp>
      <p:sp>
        <p:nvSpPr>
          <p:cNvPr id="5" name="RightCol">
            <a:extLst>
              <a:ext uri="{FF2B5EF4-FFF2-40B4-BE49-F238E27FC236}">
                <a16:creationId xmlns:a16="http://schemas.microsoft.com/office/drawing/2014/main" id="{4A3D9E24-0648-DFBB-51AF-8D6AFF1F8D42}"/>
              </a:ext>
            </a:extLst>
          </p:cNvPr>
          <p:cNvSpPr/>
          <p:nvPr/>
        </p:nvSpPr>
        <p:spPr>
          <a:xfrm>
            <a:off x="4914900" y="998047"/>
            <a:ext cx="4114800" cy="3900000"/>
          </a:xfrm>
          <a:prstGeom prst="rect">
            <a:avLst/>
          </a:prstGeom>
          <a:noFill/>
          <a:ln/>
        </p:spPr>
        <p:txBody>
          <a:bodyPr wrap="square" lIns="91440" tIns="45720" rIns="91440" bIns="45720" rtlCol="0" anchor="t">
            <a:normAutofit/>
          </a:bodyPr>
          <a:lstStyle/>
          <a:p>
            <a:pPr marL="0" indent="0">
              <a:buNone/>
            </a:pPr>
            <a:r>
              <a:rPr lang="en-US" sz="1400" b="1" dirty="0">
                <a:solidFill>
                  <a:srgbClr val="B88A00"/>
                </a:solidFill>
                <a:latin typeface="Segoe UI" panose="020B0502040204020203" pitchFamily="34" charset="0"/>
              </a:rPr>
              <a:t>Recovery: 48-Digit Recovery Password</a:t>
            </a:r>
          </a:p>
          <a:p>
            <a:pPr marL="228600" indent="-228600">
              <a:buChar char="•"/>
            </a:pPr>
            <a:r>
              <a:rPr lang="en-US" sz="1200" dirty="0">
                <a:solidFill>
                  <a:srgbClr val="023047"/>
                </a:solidFill>
                <a:latin typeface="Segoe UI" panose="020B0502040204020203" pitchFamily="34" charset="0"/>
              </a:rPr>
              <a:t>At boot: press Esc at BitLocker screen → enter 48-digit key</a:t>
            </a:r>
          </a:p>
          <a:p>
            <a:pPr marL="228600" indent="-228600">
              <a:buChar char="•"/>
            </a:pPr>
            <a:r>
              <a:rPr lang="en-US" sz="1200" dirty="0">
                <a:solidFill>
                  <a:srgbClr val="023047"/>
                </a:solidFill>
                <a:latin typeface="Segoe UI" panose="020B0502040204020203" pitchFamily="34" charset="0"/>
              </a:rPr>
              <a:t>Key ID shown on screen matches entry in AD DS / Entra ID</a:t>
            </a:r>
          </a:p>
          <a:p>
            <a:pPr marL="228600" indent="-228600">
              <a:buChar char="•"/>
            </a:pPr>
            <a:r>
              <a:rPr lang="en-US" sz="1100" b="0" dirty="0">
                <a:solidFill>
                  <a:srgbClr val="2C5282"/>
                </a:solidFill>
                <a:latin typeface="Segoe UI" panose="020B0502040204020203" pitchFamily="34" charset="0"/>
              </a:rPr>
              <a:t>manage-bde -unlock C: -RecoveryPassword 123456-789...</a:t>
            </a:r>
          </a:p>
          <a:p>
            <a:endParaRPr lang="en-US" dirty="0">
              <a:latin typeface="Segoe UI" panose="020B0502040204020203" pitchFamily="34" charset="0"/>
            </a:endParaRPr>
          </a:p>
          <a:p>
            <a:pPr marL="0" indent="0">
              <a:buNone/>
            </a:pPr>
            <a:r>
              <a:rPr lang="en-US" sz="1400" b="1" dirty="0">
                <a:solidFill>
                  <a:srgbClr val="B88A00"/>
                </a:solidFill>
                <a:latin typeface="Segoe UI" panose="020B0502040204020203" pitchFamily="34" charset="0"/>
              </a:rPr>
              <a:t>Recovery: DRA Certificate</a:t>
            </a:r>
          </a:p>
          <a:p>
            <a:pPr marL="228600" indent="-228600">
              <a:buChar char="•"/>
            </a:pPr>
            <a:r>
              <a:rPr lang="en-US" sz="1200" dirty="0">
                <a:solidFill>
                  <a:srgbClr val="023047"/>
                </a:solidFill>
                <a:latin typeface="Segoe UI" panose="020B0502040204020203" pitchFamily="34" charset="0"/>
              </a:rPr>
              <a:t>Data Recovery Agent (DRA) uses X.509 certificate to unlock any protected volume</a:t>
            </a:r>
          </a:p>
          <a:p>
            <a:pPr marL="228600" indent="-228600">
              <a:buChar char="•"/>
            </a:pPr>
            <a:r>
              <a:rPr lang="en-US" sz="1200" dirty="0">
                <a:solidFill>
                  <a:srgbClr val="023047"/>
                </a:solidFill>
                <a:latin typeface="Segoe UI" panose="020B0502040204020203" pitchFamily="34" charset="0"/>
              </a:rPr>
              <a:t>Deployed via Group Policy; certificate stored in domain or PKI infrastructure</a:t>
            </a:r>
          </a:p>
          <a:p>
            <a:endParaRPr lang="en-US" dirty="0">
              <a:latin typeface="Segoe UI" panose="020B0502040204020203" pitchFamily="34" charset="0"/>
            </a:endParaRPr>
          </a:p>
          <a:p>
            <a:pPr marL="0" indent="0">
              <a:buNone/>
            </a:pPr>
            <a:r>
              <a:rPr lang="en-US" sz="1400" b="1" dirty="0">
                <a:solidFill>
                  <a:srgbClr val="B88A00"/>
                </a:solidFill>
                <a:latin typeface="Segoe UI" panose="020B0502040204020203" pitchFamily="34" charset="0"/>
              </a:rPr>
              <a:t>Rotate Recovery Password After Use</a:t>
            </a:r>
          </a:p>
          <a:p>
            <a:pPr marL="228600" indent="-228600">
              <a:buChar char="•"/>
            </a:pPr>
            <a:r>
              <a:rPr lang="en-US" sz="1200" dirty="0">
                <a:solidFill>
                  <a:srgbClr val="023047"/>
                </a:solidFill>
                <a:latin typeface="Segoe UI" panose="020B0502040204020203" pitchFamily="34" charset="0"/>
              </a:rPr>
              <a:t>A used recovery key is a compromised key — rotate immediately</a:t>
            </a:r>
          </a:p>
          <a:p>
            <a:pPr marL="228600" indent="-228600">
              <a:buChar char="•"/>
            </a:pPr>
            <a:r>
              <a:rPr lang="en-US" sz="1100" b="0" dirty="0">
                <a:solidFill>
                  <a:srgbClr val="2C5282"/>
                </a:solidFill>
                <a:latin typeface="Segoe UI" panose="020B0502040204020203" pitchFamily="34" charset="0"/>
              </a:rPr>
              <a:t>Remove-BitLockerKeyProtector C: -KeyProtectorId $oldId</a:t>
            </a:r>
          </a:p>
          <a:p>
            <a:pPr marL="228600" indent="-228600">
              <a:buChar char="•"/>
            </a:pPr>
            <a:r>
              <a:rPr lang="en-US" sz="1100" b="0" dirty="0">
                <a:solidFill>
                  <a:srgbClr val="2C5282"/>
                </a:solidFill>
                <a:latin typeface="Segoe UI" panose="020B0502040204020203" pitchFamily="34" charset="0"/>
              </a:rPr>
              <a:t>Add-BitLockerKeyProtector C: -RecoveryPasswordProtector</a:t>
            </a:r>
          </a:p>
          <a:p>
            <a:pPr marL="228600" indent="-228600">
              <a:buChar char="•"/>
            </a:pPr>
            <a:r>
              <a:rPr lang="en-US" sz="1200" dirty="0">
                <a:solidFill>
                  <a:srgbClr val="023047"/>
                </a:solidFill>
                <a:latin typeface="Segoe UI" panose="020B0502040204020203" pitchFamily="34" charset="0"/>
              </a:rPr>
              <a:t>Then back up new key to AD DS / Entra ID</a:t>
            </a:r>
          </a:p>
        </p:txBody>
      </p:sp>
      <p:sp>
        <p:nvSpPr>
          <p:cNvPr id="6" name="Course footer">
            <a:extLst>
              <a:ext uri="{FF2B5EF4-FFF2-40B4-BE49-F238E27FC236}">
                <a16:creationId xmlns:a16="http://schemas.microsoft.com/office/drawing/2014/main" id="{BA8C0CB2-F8C5-1980-662F-C9FF42527836}"/>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6 | Security &amp; Hardening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7" name="TextBox 6">
            <a:extLst>
              <a:ext uri="{FF2B5EF4-FFF2-40B4-BE49-F238E27FC236}">
                <a16:creationId xmlns:a16="http://schemas.microsoft.com/office/drawing/2014/main" id="{43E7C41E-1570-2F09-002D-BCB017B24E07}"/>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18</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59312917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4F34E-377C-AD64-A007-BB0BF7B7ECCD}"/>
              </a:ext>
            </a:extLst>
          </p:cNvPr>
          <p:cNvSpPr>
            <a:spLocks noGrp="1"/>
          </p:cNvSpPr>
          <p:nvPr>
            <p:ph type="title"/>
          </p:nvPr>
        </p:nvSpPr>
        <p:spPr/>
        <p:txBody>
          <a:bodyPr wrap="square">
            <a:noAutofit/>
          </a:bodyPr>
          <a:lstStyle/>
          <a:p>
            <a:r>
              <a:rPr lang="en-GB"/>
              <a:t>Chapter 6: Key Teaching Points</a:t>
            </a:r>
          </a:p>
        </p:txBody>
      </p:sp>
      <p:sp>
        <p:nvSpPr>
          <p:cNvPr id="3" name="Shape 5">
            <a:extLst>
              <a:ext uri="{FF2B5EF4-FFF2-40B4-BE49-F238E27FC236}">
                <a16:creationId xmlns:a16="http://schemas.microsoft.com/office/drawing/2014/main" id="{48CF90B2-F76E-69EF-FAB8-91A39D803468}"/>
              </a:ext>
            </a:extLst>
          </p:cNvPr>
          <p:cNvSpPr/>
          <p:nvPr/>
        </p:nvSpPr>
        <p:spPr>
          <a:xfrm>
            <a:off x="254000" y="1161891"/>
            <a:ext cx="402336" cy="402336"/>
          </a:xfrm>
          <a:prstGeom prst="ellipse">
            <a:avLst/>
          </a:prstGeom>
          <a:solidFill>
            <a:srgbClr val="0076D4"/>
          </a:solidFill>
          <a:ln w="12700">
            <a:solidFill>
              <a:srgbClr val="0076D4"/>
            </a:solidFill>
            <a:prstDash val="solid"/>
          </a:ln>
        </p:spPr>
        <p:txBody>
          <a:bodyPr/>
          <a:lstStyle/>
          <a:p>
            <a:endParaRPr lang="en-GB"/>
          </a:p>
        </p:txBody>
      </p:sp>
      <p:pic>
        <p:nvPicPr>
          <p:cNvPr id="4" name="Image 0" descr="preencoded.png">
            <a:extLst>
              <a:ext uri="{FF2B5EF4-FFF2-40B4-BE49-F238E27FC236}">
                <a16:creationId xmlns:a16="http://schemas.microsoft.com/office/drawing/2014/main" id="{E974E70F-2CC8-8901-453D-7CF1ADA99CC4}"/>
              </a:ext>
            </a:extLst>
          </p:cNvPr>
          <p:cNvPicPr>
            <a:picLocks noChangeAspect="1"/>
          </p:cNvPicPr>
          <p:nvPr/>
        </p:nvPicPr>
        <p:blipFill>
          <a:blip r:embed="rId2"/>
          <a:stretch>
            <a:fillRect/>
          </a:stretch>
        </p:blipFill>
        <p:spPr>
          <a:xfrm>
            <a:off x="308864" y="1180179"/>
            <a:ext cx="274320" cy="274320"/>
          </a:xfrm>
          <a:prstGeom prst="rect">
            <a:avLst/>
          </a:prstGeom>
        </p:spPr>
      </p:pic>
      <p:sp>
        <p:nvSpPr>
          <p:cNvPr id="5" name="Text 6">
            <a:extLst>
              <a:ext uri="{FF2B5EF4-FFF2-40B4-BE49-F238E27FC236}">
                <a16:creationId xmlns:a16="http://schemas.microsoft.com/office/drawing/2014/main" id="{E4935F6C-B0BE-D417-D53C-2B1BE4D5E877}"/>
              </a:ext>
            </a:extLst>
          </p:cNvPr>
          <p:cNvSpPr/>
          <p:nvPr/>
        </p:nvSpPr>
        <p:spPr>
          <a:xfrm>
            <a:off x="775208" y="1070451"/>
            <a:ext cx="8092440" cy="59436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Security is layered across the full platform — hardware through to operations</a:t>
            </a:r>
            <a:endParaRPr lang="en-US" sz="1500" dirty="0">
              <a:latin typeface="Segoe UI" panose="020B0502040204020203" pitchFamily="34" charset="0"/>
            </a:endParaRPr>
          </a:p>
        </p:txBody>
      </p:sp>
      <p:sp>
        <p:nvSpPr>
          <p:cNvPr id="6" name="Shape 7">
            <a:extLst>
              <a:ext uri="{FF2B5EF4-FFF2-40B4-BE49-F238E27FC236}">
                <a16:creationId xmlns:a16="http://schemas.microsoft.com/office/drawing/2014/main" id="{3E793421-8AFA-BD51-35FF-674F24AEFB00}"/>
              </a:ext>
            </a:extLst>
          </p:cNvPr>
          <p:cNvSpPr/>
          <p:nvPr/>
        </p:nvSpPr>
        <p:spPr>
          <a:xfrm>
            <a:off x="254000" y="1710531"/>
            <a:ext cx="8631936" cy="0"/>
          </a:xfrm>
          <a:prstGeom prst="line">
            <a:avLst/>
          </a:prstGeom>
          <a:noFill/>
          <a:ln w="6350">
            <a:solidFill>
              <a:srgbClr val="BFD9E6"/>
            </a:solidFill>
            <a:prstDash val="solid"/>
          </a:ln>
        </p:spPr>
        <p:txBody>
          <a:bodyPr/>
          <a:lstStyle/>
          <a:p>
            <a:endParaRPr lang="en-GB"/>
          </a:p>
        </p:txBody>
      </p:sp>
      <p:sp>
        <p:nvSpPr>
          <p:cNvPr id="7" name="Shape 8">
            <a:extLst>
              <a:ext uri="{FF2B5EF4-FFF2-40B4-BE49-F238E27FC236}">
                <a16:creationId xmlns:a16="http://schemas.microsoft.com/office/drawing/2014/main" id="{75BC00AF-C067-752B-C3C2-BA2EE15FC4D3}"/>
              </a:ext>
            </a:extLst>
          </p:cNvPr>
          <p:cNvSpPr/>
          <p:nvPr/>
        </p:nvSpPr>
        <p:spPr>
          <a:xfrm>
            <a:off x="254000" y="1911699"/>
            <a:ext cx="402336" cy="402336"/>
          </a:xfrm>
          <a:prstGeom prst="ellipse">
            <a:avLst/>
          </a:prstGeom>
          <a:solidFill>
            <a:srgbClr val="0076D4"/>
          </a:solidFill>
          <a:ln w="12700">
            <a:solidFill>
              <a:srgbClr val="0076D4"/>
            </a:solidFill>
            <a:prstDash val="solid"/>
          </a:ln>
        </p:spPr>
        <p:txBody>
          <a:bodyPr/>
          <a:lstStyle/>
          <a:p>
            <a:endParaRPr lang="en-GB"/>
          </a:p>
        </p:txBody>
      </p:sp>
      <p:pic>
        <p:nvPicPr>
          <p:cNvPr id="8" name="Image 1" descr="preencoded.png">
            <a:extLst>
              <a:ext uri="{FF2B5EF4-FFF2-40B4-BE49-F238E27FC236}">
                <a16:creationId xmlns:a16="http://schemas.microsoft.com/office/drawing/2014/main" id="{819A26C7-46C1-6F3A-2054-545B49884B1F}"/>
              </a:ext>
            </a:extLst>
          </p:cNvPr>
          <p:cNvPicPr>
            <a:picLocks noChangeAspect="1"/>
          </p:cNvPicPr>
          <p:nvPr/>
        </p:nvPicPr>
        <p:blipFill>
          <a:blip r:embed="rId3"/>
          <a:stretch>
            <a:fillRect/>
          </a:stretch>
        </p:blipFill>
        <p:spPr>
          <a:xfrm>
            <a:off x="308864" y="1929987"/>
            <a:ext cx="274320" cy="274320"/>
          </a:xfrm>
          <a:prstGeom prst="rect">
            <a:avLst/>
          </a:prstGeom>
        </p:spPr>
      </p:pic>
      <p:sp>
        <p:nvSpPr>
          <p:cNvPr id="9" name="Text 9">
            <a:extLst>
              <a:ext uri="{FF2B5EF4-FFF2-40B4-BE49-F238E27FC236}">
                <a16:creationId xmlns:a16="http://schemas.microsoft.com/office/drawing/2014/main" id="{1663DDDE-BC2A-8ABF-7EA3-15AF76052B63}"/>
              </a:ext>
            </a:extLst>
          </p:cNvPr>
          <p:cNvSpPr/>
          <p:nvPr/>
        </p:nvSpPr>
        <p:spPr>
          <a:xfrm>
            <a:off x="775208" y="1820259"/>
            <a:ext cx="8092440" cy="59436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VBS changes the trust model by isolating sensitive functions from the OS</a:t>
            </a:r>
            <a:endParaRPr lang="en-US" sz="1500" dirty="0">
              <a:latin typeface="Segoe UI" panose="020B0502040204020203" pitchFamily="34" charset="0"/>
            </a:endParaRPr>
          </a:p>
        </p:txBody>
      </p:sp>
      <p:sp>
        <p:nvSpPr>
          <p:cNvPr id="10" name="Shape 10">
            <a:extLst>
              <a:ext uri="{FF2B5EF4-FFF2-40B4-BE49-F238E27FC236}">
                <a16:creationId xmlns:a16="http://schemas.microsoft.com/office/drawing/2014/main" id="{B92F092E-B89F-8194-3998-C3DC0E988012}"/>
              </a:ext>
            </a:extLst>
          </p:cNvPr>
          <p:cNvSpPr/>
          <p:nvPr/>
        </p:nvSpPr>
        <p:spPr>
          <a:xfrm>
            <a:off x="254000" y="2460339"/>
            <a:ext cx="8631936" cy="0"/>
          </a:xfrm>
          <a:prstGeom prst="line">
            <a:avLst/>
          </a:prstGeom>
          <a:noFill/>
          <a:ln w="6350">
            <a:solidFill>
              <a:srgbClr val="BFD9E6"/>
            </a:solidFill>
            <a:prstDash val="solid"/>
          </a:ln>
        </p:spPr>
        <p:txBody>
          <a:bodyPr/>
          <a:lstStyle/>
          <a:p>
            <a:endParaRPr lang="en-GB"/>
          </a:p>
        </p:txBody>
      </p:sp>
      <p:sp>
        <p:nvSpPr>
          <p:cNvPr id="11" name="Shape 11">
            <a:extLst>
              <a:ext uri="{FF2B5EF4-FFF2-40B4-BE49-F238E27FC236}">
                <a16:creationId xmlns:a16="http://schemas.microsoft.com/office/drawing/2014/main" id="{2EEF2772-15A3-047A-64F8-40AC901E5EBC}"/>
              </a:ext>
            </a:extLst>
          </p:cNvPr>
          <p:cNvSpPr/>
          <p:nvPr/>
        </p:nvSpPr>
        <p:spPr>
          <a:xfrm>
            <a:off x="254000" y="2661507"/>
            <a:ext cx="402336" cy="402336"/>
          </a:xfrm>
          <a:prstGeom prst="ellipse">
            <a:avLst/>
          </a:prstGeom>
          <a:solidFill>
            <a:srgbClr val="0076D4"/>
          </a:solidFill>
          <a:ln w="12700">
            <a:solidFill>
              <a:srgbClr val="0076D4"/>
            </a:solidFill>
            <a:prstDash val="solid"/>
          </a:ln>
        </p:spPr>
        <p:txBody>
          <a:bodyPr/>
          <a:lstStyle/>
          <a:p>
            <a:endParaRPr lang="en-GB"/>
          </a:p>
        </p:txBody>
      </p:sp>
      <p:pic>
        <p:nvPicPr>
          <p:cNvPr id="12" name="Image 2" descr="preencoded.png">
            <a:extLst>
              <a:ext uri="{FF2B5EF4-FFF2-40B4-BE49-F238E27FC236}">
                <a16:creationId xmlns:a16="http://schemas.microsoft.com/office/drawing/2014/main" id="{4E520209-63B8-B0F7-7189-8B63EB647791}"/>
              </a:ext>
            </a:extLst>
          </p:cNvPr>
          <p:cNvPicPr>
            <a:picLocks noChangeAspect="1"/>
          </p:cNvPicPr>
          <p:nvPr/>
        </p:nvPicPr>
        <p:blipFill>
          <a:blip r:embed="rId4"/>
          <a:stretch>
            <a:fillRect/>
          </a:stretch>
        </p:blipFill>
        <p:spPr>
          <a:xfrm>
            <a:off x="308864" y="2679795"/>
            <a:ext cx="274320" cy="274320"/>
          </a:xfrm>
          <a:prstGeom prst="rect">
            <a:avLst/>
          </a:prstGeom>
        </p:spPr>
      </p:pic>
      <p:sp>
        <p:nvSpPr>
          <p:cNvPr id="13" name="Text 12">
            <a:extLst>
              <a:ext uri="{FF2B5EF4-FFF2-40B4-BE49-F238E27FC236}">
                <a16:creationId xmlns:a16="http://schemas.microsoft.com/office/drawing/2014/main" id="{814E73BC-5944-7AA6-5FBF-E15F12C22F55}"/>
              </a:ext>
            </a:extLst>
          </p:cNvPr>
          <p:cNvSpPr/>
          <p:nvPr/>
        </p:nvSpPr>
        <p:spPr>
          <a:xfrm>
            <a:off x="775208" y="2570067"/>
            <a:ext cx="8092440" cy="59436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Baselines reduce drift — but still require testing before rollout</a:t>
            </a:r>
            <a:endParaRPr lang="en-US" sz="1500" dirty="0">
              <a:latin typeface="Segoe UI" panose="020B0502040204020203" pitchFamily="34" charset="0"/>
            </a:endParaRPr>
          </a:p>
        </p:txBody>
      </p:sp>
      <p:sp>
        <p:nvSpPr>
          <p:cNvPr id="14" name="Shape 13">
            <a:extLst>
              <a:ext uri="{FF2B5EF4-FFF2-40B4-BE49-F238E27FC236}">
                <a16:creationId xmlns:a16="http://schemas.microsoft.com/office/drawing/2014/main" id="{8B9A073E-8052-F75A-070A-58CD3F90B34B}"/>
              </a:ext>
            </a:extLst>
          </p:cNvPr>
          <p:cNvSpPr/>
          <p:nvPr/>
        </p:nvSpPr>
        <p:spPr>
          <a:xfrm>
            <a:off x="254000" y="3210147"/>
            <a:ext cx="8631936" cy="0"/>
          </a:xfrm>
          <a:prstGeom prst="line">
            <a:avLst/>
          </a:prstGeom>
          <a:noFill/>
          <a:ln w="6350">
            <a:solidFill>
              <a:srgbClr val="BFD9E6"/>
            </a:solidFill>
            <a:prstDash val="solid"/>
          </a:ln>
        </p:spPr>
        <p:txBody>
          <a:bodyPr/>
          <a:lstStyle/>
          <a:p>
            <a:endParaRPr lang="en-GB"/>
          </a:p>
        </p:txBody>
      </p:sp>
      <p:sp>
        <p:nvSpPr>
          <p:cNvPr id="15" name="Shape 14">
            <a:extLst>
              <a:ext uri="{FF2B5EF4-FFF2-40B4-BE49-F238E27FC236}">
                <a16:creationId xmlns:a16="http://schemas.microsoft.com/office/drawing/2014/main" id="{3318352E-5712-CBC5-1EAA-E7C65C4ED408}"/>
              </a:ext>
            </a:extLst>
          </p:cNvPr>
          <p:cNvSpPr/>
          <p:nvPr/>
        </p:nvSpPr>
        <p:spPr>
          <a:xfrm>
            <a:off x="254000" y="3411315"/>
            <a:ext cx="402336" cy="402336"/>
          </a:xfrm>
          <a:prstGeom prst="ellipse">
            <a:avLst/>
          </a:prstGeom>
          <a:solidFill>
            <a:srgbClr val="0076D4"/>
          </a:solidFill>
          <a:ln w="12700">
            <a:solidFill>
              <a:srgbClr val="0076D4"/>
            </a:solidFill>
            <a:prstDash val="solid"/>
          </a:ln>
        </p:spPr>
        <p:txBody>
          <a:bodyPr/>
          <a:lstStyle/>
          <a:p>
            <a:endParaRPr lang="en-GB"/>
          </a:p>
        </p:txBody>
      </p:sp>
      <p:pic>
        <p:nvPicPr>
          <p:cNvPr id="16" name="Image 3" descr="preencoded.png">
            <a:extLst>
              <a:ext uri="{FF2B5EF4-FFF2-40B4-BE49-F238E27FC236}">
                <a16:creationId xmlns:a16="http://schemas.microsoft.com/office/drawing/2014/main" id="{ED00B6D8-8D32-0B76-9398-7F7D0AF24BA1}"/>
              </a:ext>
            </a:extLst>
          </p:cNvPr>
          <p:cNvPicPr>
            <a:picLocks noChangeAspect="1"/>
          </p:cNvPicPr>
          <p:nvPr/>
        </p:nvPicPr>
        <p:blipFill>
          <a:blip r:embed="rId5"/>
          <a:stretch>
            <a:fillRect/>
          </a:stretch>
        </p:blipFill>
        <p:spPr>
          <a:xfrm>
            <a:off x="308864" y="3429603"/>
            <a:ext cx="274320" cy="274320"/>
          </a:xfrm>
          <a:prstGeom prst="rect">
            <a:avLst/>
          </a:prstGeom>
        </p:spPr>
      </p:pic>
      <p:sp>
        <p:nvSpPr>
          <p:cNvPr id="17" name="Text 15">
            <a:extLst>
              <a:ext uri="{FF2B5EF4-FFF2-40B4-BE49-F238E27FC236}">
                <a16:creationId xmlns:a16="http://schemas.microsoft.com/office/drawing/2014/main" id="{DD922B6A-811D-4102-A339-C3067EAD32B8}"/>
              </a:ext>
            </a:extLst>
          </p:cNvPr>
          <p:cNvSpPr/>
          <p:nvPr/>
        </p:nvSpPr>
        <p:spPr>
          <a:xfrm>
            <a:off x="775208" y="3319875"/>
            <a:ext cx="8092440" cy="59436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Least privilege remains essential at every layer</a:t>
            </a:r>
            <a:endParaRPr lang="en-US" sz="1500" dirty="0">
              <a:latin typeface="Segoe UI" panose="020B0502040204020203" pitchFamily="34" charset="0"/>
            </a:endParaRPr>
          </a:p>
        </p:txBody>
      </p:sp>
      <p:sp>
        <p:nvSpPr>
          <p:cNvPr id="18" name="Shape 16">
            <a:extLst>
              <a:ext uri="{FF2B5EF4-FFF2-40B4-BE49-F238E27FC236}">
                <a16:creationId xmlns:a16="http://schemas.microsoft.com/office/drawing/2014/main" id="{251C8EAA-3120-EA16-12A8-FD1159FC54F1}"/>
              </a:ext>
            </a:extLst>
          </p:cNvPr>
          <p:cNvSpPr/>
          <p:nvPr/>
        </p:nvSpPr>
        <p:spPr>
          <a:xfrm>
            <a:off x="254000" y="3959955"/>
            <a:ext cx="8631936" cy="0"/>
          </a:xfrm>
          <a:prstGeom prst="line">
            <a:avLst/>
          </a:prstGeom>
          <a:noFill/>
          <a:ln w="6350">
            <a:solidFill>
              <a:srgbClr val="BFD9E6"/>
            </a:solidFill>
            <a:prstDash val="solid"/>
          </a:ln>
        </p:spPr>
        <p:txBody>
          <a:bodyPr/>
          <a:lstStyle/>
          <a:p>
            <a:endParaRPr lang="en-GB"/>
          </a:p>
        </p:txBody>
      </p:sp>
      <p:sp>
        <p:nvSpPr>
          <p:cNvPr id="19" name="Shape 17">
            <a:extLst>
              <a:ext uri="{FF2B5EF4-FFF2-40B4-BE49-F238E27FC236}">
                <a16:creationId xmlns:a16="http://schemas.microsoft.com/office/drawing/2014/main" id="{B88C06A7-6923-9818-9765-C1F0E6D2AFAC}"/>
              </a:ext>
            </a:extLst>
          </p:cNvPr>
          <p:cNvSpPr/>
          <p:nvPr/>
        </p:nvSpPr>
        <p:spPr>
          <a:xfrm>
            <a:off x="254000" y="4161123"/>
            <a:ext cx="402336" cy="402336"/>
          </a:xfrm>
          <a:prstGeom prst="ellipse">
            <a:avLst/>
          </a:prstGeom>
          <a:solidFill>
            <a:srgbClr val="0076D4"/>
          </a:solidFill>
          <a:ln w="12700">
            <a:solidFill>
              <a:srgbClr val="0076D4"/>
            </a:solidFill>
            <a:prstDash val="solid"/>
          </a:ln>
        </p:spPr>
        <p:txBody>
          <a:bodyPr/>
          <a:lstStyle/>
          <a:p>
            <a:endParaRPr lang="en-GB"/>
          </a:p>
        </p:txBody>
      </p:sp>
      <p:pic>
        <p:nvPicPr>
          <p:cNvPr id="20" name="Image 4" descr="preencoded.png">
            <a:extLst>
              <a:ext uri="{FF2B5EF4-FFF2-40B4-BE49-F238E27FC236}">
                <a16:creationId xmlns:a16="http://schemas.microsoft.com/office/drawing/2014/main" id="{3F9EBDE7-FD06-D3E5-3081-E26DC12277F1}"/>
              </a:ext>
            </a:extLst>
          </p:cNvPr>
          <p:cNvPicPr>
            <a:picLocks noChangeAspect="1"/>
          </p:cNvPicPr>
          <p:nvPr/>
        </p:nvPicPr>
        <p:blipFill>
          <a:blip r:embed="rId6"/>
          <a:stretch>
            <a:fillRect/>
          </a:stretch>
        </p:blipFill>
        <p:spPr>
          <a:xfrm>
            <a:off x="308864" y="4179411"/>
            <a:ext cx="274320" cy="274320"/>
          </a:xfrm>
          <a:prstGeom prst="rect">
            <a:avLst/>
          </a:prstGeom>
        </p:spPr>
      </p:pic>
      <p:sp>
        <p:nvSpPr>
          <p:cNvPr id="21" name="Text 18">
            <a:extLst>
              <a:ext uri="{FF2B5EF4-FFF2-40B4-BE49-F238E27FC236}">
                <a16:creationId xmlns:a16="http://schemas.microsoft.com/office/drawing/2014/main" id="{B898D5D1-E99D-1219-1FF6-374B81BC877D}"/>
              </a:ext>
            </a:extLst>
          </p:cNvPr>
          <p:cNvSpPr/>
          <p:nvPr/>
        </p:nvSpPr>
        <p:spPr>
          <a:xfrm>
            <a:off x="775208" y="4069683"/>
            <a:ext cx="8092440" cy="59436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Security design choices must be revisited after patching and role changes</a:t>
            </a:r>
            <a:endParaRPr lang="en-US" sz="1500" dirty="0">
              <a:latin typeface="Segoe UI" panose="020B0502040204020203" pitchFamily="34" charset="0"/>
            </a:endParaRPr>
          </a:p>
        </p:txBody>
      </p:sp>
      <p:sp>
        <p:nvSpPr>
          <p:cNvPr id="22" name="Course footer">
            <a:extLst>
              <a:ext uri="{FF2B5EF4-FFF2-40B4-BE49-F238E27FC236}">
                <a16:creationId xmlns:a16="http://schemas.microsoft.com/office/drawing/2014/main" id="{1F0F9B6D-623F-2F3C-C2C6-118BA5246636}"/>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6 | Security &amp; Hardening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3" name="TextBox 22">
            <a:extLst>
              <a:ext uri="{FF2B5EF4-FFF2-40B4-BE49-F238E27FC236}">
                <a16:creationId xmlns:a16="http://schemas.microsoft.com/office/drawing/2014/main" id="{69C97415-36F4-0312-CD43-FF0C1C700034}"/>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42553089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807D71C6-2F22-41FE-801C-BFA3498F6B8E}"/>
              </a:ext>
            </a:extLst>
          </p:cNvPr>
          <p:cNvSpPr/>
          <p:nvPr/>
        </p:nvSpPr>
        <p:spPr>
          <a:xfrm>
            <a:off x="162052" y="0"/>
            <a:ext cx="164592" cy="5143500"/>
          </a:xfrm>
          <a:prstGeom prst="rect">
            <a:avLst/>
          </a:prstGeom>
          <a:solidFill>
            <a:srgbClr val="0076D4"/>
          </a:solidFill>
          <a:ln w="12700">
            <a:solidFill>
              <a:srgbClr val="0076D4"/>
            </a:solidFill>
            <a:prstDash val="solid"/>
          </a:ln>
        </p:spPr>
        <p:txBody>
          <a:bodyPr/>
          <a:lstStyle/>
          <a:p>
            <a:endParaRPr lang="en-US"/>
          </a:p>
        </p:txBody>
      </p:sp>
      <p:sp>
        <p:nvSpPr>
          <p:cNvPr id="6" name="Text 4">
            <a:extLst>
              <a:ext uri="{FF2B5EF4-FFF2-40B4-BE49-F238E27FC236}">
                <a16:creationId xmlns:a16="http://schemas.microsoft.com/office/drawing/2014/main" id="{71DE7AEE-2E7E-B27A-B282-EB44B5D28F03}"/>
              </a:ext>
            </a:extLst>
          </p:cNvPr>
          <p:cNvSpPr/>
          <p:nvPr/>
        </p:nvSpPr>
        <p:spPr>
          <a:xfrm>
            <a:off x="551180" y="1077331"/>
            <a:ext cx="7772400" cy="594360"/>
          </a:xfrm>
          <a:prstGeom prst="rect">
            <a:avLst/>
          </a:prstGeom>
          <a:noFill/>
          <a:ln/>
        </p:spPr>
        <p:txBody>
          <a:bodyPr wrap="square" lIns="0" tIns="0" rIns="0" bIns="0" rtlCol="0" anchor="ctr">
            <a:normAutofit/>
          </a:bodyPr>
          <a:lstStyle/>
          <a:p>
            <a:pPr marL="0" indent="0" algn="l">
              <a:buNone/>
            </a:pPr>
            <a:r>
              <a:rPr lang="en-US" sz="3000" b="1" dirty="0">
                <a:latin typeface="Segoe UI" panose="020B0502040204020203" pitchFamily="34" charset="0"/>
                <a:ea typeface="Calibri" pitchFamily="34" charset="-122"/>
                <a:cs typeface="Calibri" pitchFamily="34" charset="-120"/>
              </a:rPr>
              <a:t>Lab 0601</a:t>
            </a:r>
            <a:endParaRPr lang="en-US" sz="3000" dirty="0">
              <a:latin typeface="Segoe UI" panose="020B0502040204020203" pitchFamily="34" charset="0"/>
            </a:endParaRPr>
          </a:p>
        </p:txBody>
      </p:sp>
      <p:sp>
        <p:nvSpPr>
          <p:cNvPr id="7" name="Text 5">
            <a:extLst>
              <a:ext uri="{FF2B5EF4-FFF2-40B4-BE49-F238E27FC236}">
                <a16:creationId xmlns:a16="http://schemas.microsoft.com/office/drawing/2014/main" id="{5064A413-2CD8-D6D6-0C1D-848079A11695}"/>
              </a:ext>
            </a:extLst>
          </p:cNvPr>
          <p:cNvSpPr/>
          <p:nvPr/>
        </p:nvSpPr>
        <p:spPr>
          <a:xfrm>
            <a:off x="551180" y="1781419"/>
            <a:ext cx="7498080" cy="685800"/>
          </a:xfrm>
          <a:prstGeom prst="rect">
            <a:avLst/>
          </a:prstGeom>
          <a:noFill/>
          <a:ln/>
        </p:spPr>
        <p:txBody>
          <a:bodyPr wrap="square" lIns="0" tIns="0" rIns="0" bIns="0" rtlCol="0" anchor="ctr">
            <a:normAutofit/>
          </a:bodyPr>
          <a:lstStyle/>
          <a:p>
            <a:pPr marL="0" indent="0" algn="l">
              <a:buNone/>
            </a:pPr>
            <a:r>
              <a:rPr lang="en-US" sz="2200" b="1" dirty="0">
                <a:solidFill>
                  <a:srgbClr val="023047"/>
                </a:solidFill>
                <a:latin typeface="Segoe UI" panose="020B0502040204020203" pitchFamily="34" charset="0"/>
                <a:ea typeface="Calibri" pitchFamily="34" charset="-122"/>
                <a:cs typeface="Calibri" pitchFamily="34" charset="-120"/>
              </a:rPr>
              <a:t>Post-Installation Server Configuration and Security Hardening</a:t>
            </a:r>
            <a:endParaRPr lang="en-US" sz="2200" dirty="0">
              <a:latin typeface="Segoe UI" panose="020B0502040204020203" pitchFamily="34" charset="0"/>
            </a:endParaRPr>
          </a:p>
        </p:txBody>
      </p:sp>
      <p:sp>
        <p:nvSpPr>
          <p:cNvPr id="8" name="Shape 6">
            <a:extLst>
              <a:ext uri="{FF2B5EF4-FFF2-40B4-BE49-F238E27FC236}">
                <a16:creationId xmlns:a16="http://schemas.microsoft.com/office/drawing/2014/main" id="{E1BBE2B3-66EA-844A-D67C-D2F929282BB9}"/>
              </a:ext>
            </a:extLst>
          </p:cNvPr>
          <p:cNvSpPr/>
          <p:nvPr/>
        </p:nvSpPr>
        <p:spPr>
          <a:xfrm>
            <a:off x="551180" y="2494651"/>
            <a:ext cx="4114800" cy="36576"/>
          </a:xfrm>
          <a:prstGeom prst="rect">
            <a:avLst/>
          </a:prstGeom>
          <a:solidFill>
            <a:srgbClr val="FB8500"/>
          </a:solidFill>
          <a:ln w="12700">
            <a:solidFill>
              <a:srgbClr val="FB8500"/>
            </a:solidFill>
            <a:prstDash val="solid"/>
          </a:ln>
        </p:spPr>
        <p:txBody>
          <a:bodyPr/>
          <a:lstStyle/>
          <a:p>
            <a:endParaRPr lang="en-US"/>
          </a:p>
        </p:txBody>
      </p:sp>
      <p:sp>
        <p:nvSpPr>
          <p:cNvPr id="9" name="Text 7">
            <a:extLst>
              <a:ext uri="{FF2B5EF4-FFF2-40B4-BE49-F238E27FC236}">
                <a16:creationId xmlns:a16="http://schemas.microsoft.com/office/drawing/2014/main" id="{9673047A-B75F-708D-8583-599B19A9558C}"/>
              </a:ext>
            </a:extLst>
          </p:cNvPr>
          <p:cNvSpPr/>
          <p:nvPr/>
        </p:nvSpPr>
        <p:spPr>
          <a:xfrm>
            <a:off x="551180" y="2604379"/>
            <a:ext cx="7589520" cy="2103120"/>
          </a:xfrm>
          <a:prstGeom prst="rect">
            <a:avLst/>
          </a:prstGeom>
          <a:noFill/>
          <a:ln/>
        </p:spPr>
        <p:txBody>
          <a:bodyPr wrap="square" lIns="0" tIns="0" rIns="0" bIns="0" rtlCol="0" anchor="t">
            <a:normAutofit/>
          </a:bodyPr>
          <a:lstStyle/>
          <a:p>
            <a:pPr marL="0" indent="0" algn="l">
              <a:buNone/>
            </a:pPr>
            <a:r>
              <a:rPr lang="en-US" sz="1400">
                <a:solidFill>
                  <a:srgbClr val="333333"/>
                </a:solidFill>
                <a:latin typeface="Segoe UI" panose="020B0502040204020203" pitchFamily="34" charset="0"/>
                <a:ea typeface="Calibri" pitchFamily="34" charset="-122"/>
                <a:cs typeface="Calibri" pitchFamily="34" charset="-120"/>
              </a:rPr>
              <a:t>In this lab, you will perform essential post-installation configuration tasks on a Windows Server. These tasks are critical for security and operational readiness. You will configure the server name, network settings, and apply security hardening measures.</a:t>
            </a:r>
            <a:endParaRPr lang="en-US" sz="1400" dirty="0">
              <a:latin typeface="Segoe UI" panose="020B0502040204020203" pitchFamily="34" charset="0"/>
            </a:endParaRPr>
          </a:p>
        </p:txBody>
      </p:sp>
      <p:pic>
        <p:nvPicPr>
          <p:cNvPr id="10" name="Image 0" descr="preencoded.png">
            <a:extLst>
              <a:ext uri="{FF2B5EF4-FFF2-40B4-BE49-F238E27FC236}">
                <a16:creationId xmlns:a16="http://schemas.microsoft.com/office/drawing/2014/main" id="{A405B0E0-AA8E-412B-67DB-7FF633DBFCFE}"/>
              </a:ext>
            </a:extLst>
          </p:cNvPr>
          <p:cNvPicPr>
            <a:picLocks noChangeAspect="1"/>
          </p:cNvPicPr>
          <p:nvPr/>
        </p:nvPicPr>
        <p:blipFill>
          <a:blip r:embed="rId2">
            <a:alphaModFix amt="80000"/>
          </a:blip>
          <a:stretch>
            <a:fillRect/>
          </a:stretch>
        </p:blipFill>
        <p:spPr>
          <a:xfrm>
            <a:off x="7454900" y="912739"/>
            <a:ext cx="1554480" cy="1554480"/>
          </a:xfrm>
          <a:prstGeom prst="rect">
            <a:avLst/>
          </a:prstGeom>
        </p:spPr>
      </p:pic>
      <p:sp>
        <p:nvSpPr>
          <p:cNvPr id="11" name="Course footer">
            <a:extLst>
              <a:ext uri="{FF2B5EF4-FFF2-40B4-BE49-F238E27FC236}">
                <a16:creationId xmlns:a16="http://schemas.microsoft.com/office/drawing/2014/main" id="{20729614-F44A-F1BC-CA77-3D9A87813C08}"/>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6 | Security &amp; Hardening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2" name="TextBox 11">
            <a:extLst>
              <a:ext uri="{FF2B5EF4-FFF2-40B4-BE49-F238E27FC236}">
                <a16:creationId xmlns:a16="http://schemas.microsoft.com/office/drawing/2014/main" id="{FF5C45A1-05AC-D5A2-D36C-58C36B0C3DB5}"/>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20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924567268"/>
      </p:ext>
    </p:extLst>
  </p:cSld>
  <p:clrMapOvr>
    <a:masterClrMapping/>
  </p:clrMapOvr>
  <p:transition>
    <p:fade/>
  </p:transition>
</p:sld>
</file>

<file path=ppt/theme/theme1.xml><?xml version="1.0" encoding="utf-8"?>
<a:theme xmlns:a="http://schemas.openxmlformats.org/drawingml/2006/main" name="Microsoft Power Platform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1_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D7C9FD8-7A9E-C146-B952-DB197CDBA71A}">
  <we:reference id="wa200010001" version="1.0.0.1" store="en-US" storeType="OMEX"/>
  <we:alternateReferences>
    <we:reference id="WA200010001" version="1.0.0.1" store="" storeType="OMEX"/>
  </we:alternateReferences>
  <we:properties>
    <we:property name="claude.fileId" value="&quot;4866123b-226d-4eda-a7e8-e9ecb2f4e13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MasterTemplateDeck</Template>
  <TotalTime>20</TotalTime>
  <Words>2484</Words>
  <Application>Microsoft Office PowerPoint</Application>
  <PresentationFormat>On-screen Show (16:9)</PresentationFormat>
  <Paragraphs>296</Paragraphs>
  <Slides>20</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20</vt:i4>
      </vt:variant>
    </vt:vector>
  </HeadingPairs>
  <TitlesOfParts>
    <vt:vector size="27" baseType="lpstr">
      <vt:lpstr>Arial</vt:lpstr>
      <vt:lpstr>Consolas</vt:lpstr>
      <vt:lpstr>Segoe UI</vt:lpstr>
      <vt:lpstr>Segoe UI Semibold</vt:lpstr>
      <vt:lpstr>Wingdings</vt:lpstr>
      <vt:lpstr>Microsoft Power Platform Template</vt:lpstr>
      <vt:lpstr>1_Microsoft Power Platform Template</vt:lpstr>
      <vt:lpstr>Chapter 6: Windows Server 2025
Security &amp; Hardening</vt:lpstr>
      <vt:lpstr>Learning Objectives</vt:lpstr>
      <vt:lpstr>6.1 Security Concepts: Layered Defence</vt:lpstr>
      <vt:lpstr>6.1 Security Concepts: Layered Defence</vt:lpstr>
      <vt:lpstr>Windows Server Security Layers</vt:lpstr>
      <vt:lpstr>Secured-Core and Security Baselines</vt:lpstr>
      <vt:lpstr>Virtualization-Based Security &amp; Credential Guard</vt:lpstr>
      <vt:lpstr>SMB</vt:lpstr>
      <vt:lpstr>Windows Firewall Hardening</vt:lpstr>
      <vt:lpstr>Windows Server 2025 Security Baseline - Detail</vt:lpstr>
      <vt:lpstr>OSConfig - Security Configuration Stack</vt:lpstr>
      <vt:lpstr>OSConfig - Profiles and Configuration</vt:lpstr>
      <vt:lpstr>Security Verification Commands</vt:lpstr>
      <vt:lpstr>BitLocker Drive Encryption</vt:lpstr>
      <vt:lpstr>How BitLocker Works</vt:lpstr>
      <vt:lpstr>BitLocker Requirements</vt:lpstr>
      <vt:lpstr>Key Protectors &amp; Where Keys Are Stored</vt:lpstr>
      <vt:lpstr>Backing Up &amp; Recovering BitLocker Keys</vt:lpstr>
      <vt:lpstr>Chapter 6: Key Teaching Points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Michael Whitehouse</cp:lastModifiedBy>
  <cp:revision>1</cp:revision>
  <dcterms:created xsi:type="dcterms:W3CDTF">2026-04-07T14:56:53Z</dcterms:created>
  <dcterms:modified xsi:type="dcterms:W3CDTF">2026-06-14T13:20:25Z</dcterms:modified>
</cp:coreProperties>
</file>