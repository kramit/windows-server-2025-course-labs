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29"/>
  </p:notesMasterIdLst>
  <p:sldIdLst>
    <p:sldId id="291" r:id="rId3"/>
    <p:sldId id="292" r:id="rId4"/>
    <p:sldId id="293" r:id="rId5"/>
    <p:sldId id="294" r:id="rId6"/>
    <p:sldId id="295" r:id="rId7"/>
    <p:sldId id="296" r:id="rId8"/>
    <p:sldId id="297" r:id="rId9"/>
    <p:sldId id="298" r:id="rId10"/>
    <p:sldId id="299" r:id="rId11"/>
    <p:sldId id="300" r:id="rId12"/>
    <p:sldId id="316" r:id="rId13"/>
    <p:sldId id="301" r:id="rId14"/>
    <p:sldId id="302" r:id="rId15"/>
    <p:sldId id="303" r:id="rId16"/>
    <p:sldId id="304" r:id="rId17"/>
    <p:sldId id="305" r:id="rId18"/>
    <p:sldId id="306" r:id="rId19"/>
    <p:sldId id="307" r:id="rId20"/>
    <p:sldId id="308" r:id="rId21"/>
    <p:sldId id="309" r:id="rId22"/>
    <p:sldId id="310" r:id="rId23"/>
    <p:sldId id="311" r:id="rId24"/>
    <p:sldId id="312" r:id="rId25"/>
    <p:sldId id="313" r:id="rId26"/>
    <p:sldId id="314" r:id="rId27"/>
    <p:sldId id="315" r:id="rId28"/>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560078-F113-4DF4-8156-BC5AEAC76AC9}" v="5" dt="2026-06-14T13:20:40.4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621"/>
    <p:restoredTop sz="94610"/>
  </p:normalViewPr>
  <p:slideViewPr>
    <p:cSldViewPr snapToGrid="0" snapToObjects="1">
      <p:cViewPr varScale="1">
        <p:scale>
          <a:sx n="129" d="100"/>
          <a:sy n="129" d="100"/>
        </p:scale>
        <p:origin x="115" y="30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undo custSel addSld delSld modSld modMainMaster">
      <pc:chgData name="Michael Whitehouse" userId="0ecba9273f6ad366" providerId="LiveId" clId="{F36E82C0-65ED-4BE7-8730-0F102FB388DD}" dt="2026-06-09T16:49:27.738" v="1900" actId="27636"/>
      <pc:docMkLst>
        <pc:docMk/>
      </pc:docMkLst>
      <pc:sldChg chg="modSp add mod">
        <pc:chgData name="Michael Whitehouse" userId="0ecba9273f6ad366" providerId="LiveId" clId="{F36E82C0-65ED-4BE7-8730-0F102FB388DD}" dt="2026-06-09T15:44:27.221" v="6" actId="20577"/>
        <pc:sldMkLst>
          <pc:docMk/>
          <pc:sldMk cId="1034770565" sldId="291"/>
        </pc:sldMkLst>
        <pc:spChg chg="mod">
          <ac:chgData name="Michael Whitehouse" userId="0ecba9273f6ad366" providerId="LiveId" clId="{F36E82C0-65ED-4BE7-8730-0F102FB388DD}" dt="2026-06-09T15:44:27.216" v="5" actId="20577"/>
          <ac:spMkLst>
            <pc:docMk/>
            <pc:sldMk cId="1034770565" sldId="291"/>
            <ac:spMk id="2" creationId="{EBCBC061-261C-B3B0-EA72-11420E79FD43}"/>
          </ac:spMkLst>
        </pc:spChg>
        <pc:spChg chg="mod">
          <ac:chgData name="Michael Whitehouse" userId="0ecba9273f6ad366" providerId="LiveId" clId="{F36E82C0-65ED-4BE7-8730-0F102FB388DD}" dt="2026-06-09T15:44:27.221" v="6" actId="20577"/>
          <ac:spMkLst>
            <pc:docMk/>
            <pc:sldMk cId="1034770565" sldId="291"/>
            <ac:spMk id="3" creationId="{91532F7C-1BA6-74D6-EC9A-DF390B4CDAC4}"/>
          </ac:spMkLst>
        </pc:spChg>
      </pc:sldChg>
      <pc:sldChg chg="addSp modSp add mod modClrScheme chgLayout">
        <pc:chgData name="Michael Whitehouse" userId="0ecba9273f6ad366" providerId="LiveId" clId="{F36E82C0-65ED-4BE7-8730-0F102FB388DD}" dt="2026-06-09T16:43:06.850" v="1885" actId="700"/>
        <pc:sldMkLst>
          <pc:docMk/>
          <pc:sldMk cId="3010545167" sldId="292"/>
        </pc:sldMkLst>
        <pc:spChg chg="mod ord">
          <ac:chgData name="Michael Whitehouse" userId="0ecba9273f6ad366" providerId="LiveId" clId="{F36E82C0-65ED-4BE7-8730-0F102FB388DD}" dt="2026-06-09T16:43:06.850" v="1885" actId="700"/>
          <ac:spMkLst>
            <pc:docMk/>
            <pc:sldMk cId="3010545167" sldId="292"/>
            <ac:spMk id="2" creationId="{C364CD4B-6CA1-AB37-3467-46ABEA59B0B0}"/>
          </ac:spMkLst>
        </pc:spChg>
        <pc:spChg chg="mod ord">
          <ac:chgData name="Michael Whitehouse" userId="0ecba9273f6ad366" providerId="LiveId" clId="{F36E82C0-65ED-4BE7-8730-0F102FB388DD}" dt="2026-06-09T16:43:06.850" v="1885" actId="700"/>
          <ac:spMkLst>
            <pc:docMk/>
            <pc:sldMk cId="3010545167" sldId="292"/>
            <ac:spMk id="3" creationId="{55D1371D-98B3-9D7A-4C1C-836703DF642C}"/>
          </ac:spMkLst>
        </pc:spChg>
        <pc:spChg chg="mod ord">
          <ac:chgData name="Michael Whitehouse" userId="0ecba9273f6ad366" providerId="LiveId" clId="{F36E82C0-65ED-4BE7-8730-0F102FB388DD}" dt="2026-06-09T16:43:06.850" v="1885" actId="700"/>
          <ac:spMkLst>
            <pc:docMk/>
            <pc:sldMk cId="3010545167" sldId="292"/>
            <ac:spMk id="4" creationId="{A6EA01EB-E213-75A8-8429-5A2D5CC16CCB}"/>
          </ac:spMkLst>
        </pc:spChg>
        <pc:spChg chg="mod ord">
          <ac:chgData name="Michael Whitehouse" userId="0ecba9273f6ad366" providerId="LiveId" clId="{F36E82C0-65ED-4BE7-8730-0F102FB388DD}" dt="2026-06-09T16:43:06.850" v="1885" actId="700"/>
          <ac:spMkLst>
            <pc:docMk/>
            <pc:sldMk cId="3010545167" sldId="292"/>
            <ac:spMk id="5" creationId="{859DE871-A834-93F4-65D0-20CDEBDD6DE9}"/>
          </ac:spMkLst>
        </pc:spChg>
        <pc:spChg chg="mod ord">
          <ac:chgData name="Michael Whitehouse" userId="0ecba9273f6ad366" providerId="LiveId" clId="{F36E82C0-65ED-4BE7-8730-0F102FB388DD}" dt="2026-06-09T16:43:06.850" v="1885" actId="700"/>
          <ac:spMkLst>
            <pc:docMk/>
            <pc:sldMk cId="3010545167" sldId="292"/>
            <ac:spMk id="6" creationId="{6452F3B0-D22B-2309-97DD-BD83953406EC}"/>
          </ac:spMkLst>
        </pc:spChg>
        <pc:spChg chg="add mod">
          <ac:chgData name="Michael Whitehouse" userId="0ecba9273f6ad366" providerId="LiveId" clId="{F36E82C0-65ED-4BE7-8730-0F102FB388DD}" dt="2026-06-09T15:44:27.575" v="40" actId="207"/>
          <ac:spMkLst>
            <pc:docMk/>
            <pc:sldMk cId="3010545167" sldId="292"/>
            <ac:spMk id="7" creationId="{9A4E3722-AD31-4193-DDC6-40DD4585C00D}"/>
          </ac:spMkLst>
        </pc:spChg>
        <pc:spChg chg="add mod">
          <ac:chgData name="Michael Whitehouse" userId="0ecba9273f6ad366" providerId="LiveId" clId="{F36E82C0-65ED-4BE7-8730-0F102FB388DD}" dt="2026-06-09T15:44:27.662" v="50" actId="207"/>
          <ac:spMkLst>
            <pc:docMk/>
            <pc:sldMk cId="3010545167" sldId="292"/>
            <ac:spMk id="8" creationId="{B3CB4935-9ECC-8541-8710-DADCF2628E18}"/>
          </ac:spMkLst>
        </pc:spChg>
      </pc:sldChg>
      <pc:sldChg chg="addSp delSp modSp add mod">
        <pc:chgData name="Michael Whitehouse" userId="0ecba9273f6ad366" providerId="LiveId" clId="{F36E82C0-65ED-4BE7-8730-0F102FB388DD}" dt="2026-06-09T16:49:11.986" v="1897" actId="1076"/>
        <pc:sldMkLst>
          <pc:docMk/>
          <pc:sldMk cId="3813771507" sldId="293"/>
        </pc:sldMkLst>
        <pc:spChg chg="mod">
          <ac:chgData name="Michael Whitehouse" userId="0ecba9273f6ad366" providerId="LiveId" clId="{F36E82C0-65ED-4BE7-8730-0F102FB388DD}" dt="2026-06-09T16:49:06.287" v="1893" actId="255"/>
          <ac:spMkLst>
            <pc:docMk/>
            <pc:sldMk cId="3813771507" sldId="293"/>
            <ac:spMk id="2" creationId="{01CAF98D-2B7C-BE65-CB27-09A706164764}"/>
          </ac:spMkLst>
        </pc:spChg>
        <pc:spChg chg="mod">
          <ac:chgData name="Michael Whitehouse" userId="0ecba9273f6ad366" providerId="LiveId" clId="{F36E82C0-65ED-4BE7-8730-0F102FB388DD}" dt="2026-06-09T16:49:06.287" v="1893" actId="255"/>
          <ac:spMkLst>
            <pc:docMk/>
            <pc:sldMk cId="3813771507" sldId="293"/>
            <ac:spMk id="3" creationId="{F4F1CCA1-6BBD-E751-3618-1DCE308EF760}"/>
          </ac:spMkLst>
        </pc:spChg>
        <pc:spChg chg="mod">
          <ac:chgData name="Michael Whitehouse" userId="0ecba9273f6ad366" providerId="LiveId" clId="{F36E82C0-65ED-4BE7-8730-0F102FB388DD}" dt="2026-06-09T16:49:06.287" v="1893" actId="255"/>
          <ac:spMkLst>
            <pc:docMk/>
            <pc:sldMk cId="3813771507" sldId="293"/>
            <ac:spMk id="4" creationId="{D04508DE-8BF6-E3AA-4F8C-C31C6C79A94C}"/>
          </ac:spMkLst>
        </pc:spChg>
        <pc:spChg chg="mod">
          <ac:chgData name="Michael Whitehouse" userId="0ecba9273f6ad366" providerId="LiveId" clId="{F36E82C0-65ED-4BE7-8730-0F102FB388DD}" dt="2026-06-09T16:49:06.287" v="1893" actId="255"/>
          <ac:spMkLst>
            <pc:docMk/>
            <pc:sldMk cId="3813771507" sldId="293"/>
            <ac:spMk id="5" creationId="{5A2C1D8C-5979-6D64-56B9-A1AD6CEB4AA5}"/>
          </ac:spMkLst>
        </pc:spChg>
        <pc:spChg chg="mod">
          <ac:chgData name="Michael Whitehouse" userId="0ecba9273f6ad366" providerId="LiveId" clId="{F36E82C0-65ED-4BE7-8730-0F102FB388DD}" dt="2026-06-09T16:49:06.287" v="1893" actId="255"/>
          <ac:spMkLst>
            <pc:docMk/>
            <pc:sldMk cId="3813771507" sldId="293"/>
            <ac:spMk id="6" creationId="{C790FBF4-81ED-CA5A-5F95-135B3B8BF24E}"/>
          </ac:spMkLst>
        </pc:spChg>
        <pc:spChg chg="mod">
          <ac:chgData name="Michael Whitehouse" userId="0ecba9273f6ad366" providerId="LiveId" clId="{F36E82C0-65ED-4BE7-8730-0F102FB388DD}" dt="2026-06-09T16:49:06.287" v="1893" actId="255"/>
          <ac:spMkLst>
            <pc:docMk/>
            <pc:sldMk cId="3813771507" sldId="293"/>
            <ac:spMk id="7" creationId="{24281261-F313-902F-D336-3239B3279678}"/>
          </ac:spMkLst>
        </pc:spChg>
        <pc:spChg chg="mod">
          <ac:chgData name="Michael Whitehouse" userId="0ecba9273f6ad366" providerId="LiveId" clId="{F36E82C0-65ED-4BE7-8730-0F102FB388DD}" dt="2026-06-09T16:49:06.287" v="1893" actId="255"/>
          <ac:spMkLst>
            <pc:docMk/>
            <pc:sldMk cId="3813771507" sldId="293"/>
            <ac:spMk id="8" creationId="{1F4092E0-E403-2591-ADA8-EA8D48F9D773}"/>
          </ac:spMkLst>
        </pc:spChg>
        <pc:spChg chg="mod">
          <ac:chgData name="Michael Whitehouse" userId="0ecba9273f6ad366" providerId="LiveId" clId="{F36E82C0-65ED-4BE7-8730-0F102FB388DD}" dt="2026-06-09T16:49:11.986" v="1897" actId="1076"/>
          <ac:spMkLst>
            <pc:docMk/>
            <pc:sldMk cId="3813771507" sldId="293"/>
            <ac:spMk id="9" creationId="{7EB49ED9-08BF-8323-BA7C-935D3A8A748C}"/>
          </ac:spMkLst>
        </pc:spChg>
        <pc:spChg chg="mod">
          <ac:chgData name="Michael Whitehouse" userId="0ecba9273f6ad366" providerId="LiveId" clId="{F36E82C0-65ED-4BE7-8730-0F102FB388DD}" dt="2026-06-09T16:49:06.287" v="1893" actId="255"/>
          <ac:spMkLst>
            <pc:docMk/>
            <pc:sldMk cId="3813771507" sldId="293"/>
            <ac:spMk id="10" creationId="{C16083DA-1724-4692-AEBD-3C35DB5EC50A}"/>
          </ac:spMkLst>
        </pc:spChg>
      </pc:sldChg>
      <pc:sldChg chg="addSp delSp modSp add mod chgLayout">
        <pc:chgData name="Michael Whitehouse" userId="0ecba9273f6ad366" providerId="LiveId" clId="{F36E82C0-65ED-4BE7-8730-0F102FB388DD}" dt="2026-06-09T16:45:34.908" v="1886" actId="26606"/>
        <pc:sldMkLst>
          <pc:docMk/>
          <pc:sldMk cId="2125615223" sldId="294"/>
        </pc:sldMkLst>
        <pc:spChg chg="mod ord">
          <ac:chgData name="Michael Whitehouse" userId="0ecba9273f6ad366" providerId="LiveId" clId="{F36E82C0-65ED-4BE7-8730-0F102FB388DD}" dt="2026-06-09T16:09:07.032" v="1733" actId="700"/>
          <ac:spMkLst>
            <pc:docMk/>
            <pc:sldMk cId="2125615223" sldId="294"/>
            <ac:spMk id="2" creationId="{E13B0FCC-9EF8-B4EB-E8F1-3BB67323C4A3}"/>
          </ac:spMkLst>
        </pc:spChg>
        <pc:spChg chg="add mod">
          <ac:chgData name="Michael Whitehouse" userId="0ecba9273f6ad366" providerId="LiveId" clId="{F36E82C0-65ED-4BE7-8730-0F102FB388DD}" dt="2026-06-09T16:45:34.908" v="1886" actId="26606"/>
          <ac:spMkLst>
            <pc:docMk/>
            <pc:sldMk cId="2125615223" sldId="294"/>
            <ac:spMk id="6" creationId="{DACC1791-6691-B0E0-E0AE-D501253B711D}"/>
          </ac:spMkLst>
        </pc:spChg>
        <pc:spChg chg="add mod">
          <ac:chgData name="Michael Whitehouse" userId="0ecba9273f6ad366" providerId="LiveId" clId="{F36E82C0-65ED-4BE7-8730-0F102FB388DD}" dt="2026-06-09T15:44:30.445" v="207" actId="207"/>
          <ac:spMkLst>
            <pc:docMk/>
            <pc:sldMk cId="2125615223" sldId="294"/>
            <ac:spMk id="13" creationId="{E1E60E63-CC05-34FE-F79C-AFD3C12CAAD0}"/>
          </ac:spMkLst>
        </pc:spChg>
        <pc:spChg chg="add mod">
          <ac:chgData name="Michael Whitehouse" userId="0ecba9273f6ad366" providerId="LiveId" clId="{F36E82C0-65ED-4BE7-8730-0F102FB388DD}" dt="2026-06-09T15:44:30.490" v="217" actId="207"/>
          <ac:spMkLst>
            <pc:docMk/>
            <pc:sldMk cId="2125615223" sldId="294"/>
            <ac:spMk id="14" creationId="{47B2C6EB-10AC-02CA-93EB-CB3AA9260819}"/>
          </ac:spMkLst>
        </pc:spChg>
        <pc:picChg chg="add mod">
          <ac:chgData name="Michael Whitehouse" userId="0ecba9273f6ad366" providerId="LiveId" clId="{F36E82C0-65ED-4BE7-8730-0F102FB388DD}" dt="2026-06-09T16:21:01.300" v="1779" actId="1076"/>
          <ac:picMkLst>
            <pc:docMk/>
            <pc:sldMk cId="2125615223" sldId="294"/>
            <ac:picMk id="504" creationId="{00000000-0000-0000-0000-000000000000}"/>
          </ac:picMkLst>
        </pc:picChg>
      </pc:sldChg>
      <pc:sldChg chg="addSp delSp modSp add mod chgLayout">
        <pc:chgData name="Michael Whitehouse" userId="0ecba9273f6ad366" providerId="LiveId" clId="{F36E82C0-65ED-4BE7-8730-0F102FB388DD}" dt="2026-06-09T16:45:34.908" v="1886" actId="26606"/>
        <pc:sldMkLst>
          <pc:docMk/>
          <pc:sldMk cId="1348704882" sldId="295"/>
        </pc:sldMkLst>
        <pc:spChg chg="mod ord">
          <ac:chgData name="Michael Whitehouse" userId="0ecba9273f6ad366" providerId="LiveId" clId="{F36E82C0-65ED-4BE7-8730-0F102FB388DD}" dt="2026-06-09T16:09:20.631" v="1735" actId="700"/>
          <ac:spMkLst>
            <pc:docMk/>
            <pc:sldMk cId="1348704882" sldId="295"/>
            <ac:spMk id="2" creationId="{8DD027A7-A4A6-5160-BE47-3EDD18158579}"/>
          </ac:spMkLst>
        </pc:spChg>
        <pc:spChg chg="add mod">
          <ac:chgData name="Michael Whitehouse" userId="0ecba9273f6ad366" providerId="LiveId" clId="{F36E82C0-65ED-4BE7-8730-0F102FB388DD}" dt="2026-06-09T16:45:34.908" v="1886" actId="26606"/>
          <ac:spMkLst>
            <pc:docMk/>
            <pc:sldMk cId="1348704882" sldId="295"/>
            <ac:spMk id="6" creationId="{003A128D-E038-D46C-4AD5-0AC9DB48583F}"/>
          </ac:spMkLst>
        </pc:spChg>
        <pc:spChg chg="add mod">
          <ac:chgData name="Michael Whitehouse" userId="0ecba9273f6ad366" providerId="LiveId" clId="{F36E82C0-65ED-4BE7-8730-0F102FB388DD}" dt="2026-06-09T15:44:32.596" v="310" actId="207"/>
          <ac:spMkLst>
            <pc:docMk/>
            <pc:sldMk cId="1348704882" sldId="295"/>
            <ac:spMk id="13" creationId="{400944B9-F80C-05AF-17C5-0E5907665C5E}"/>
          </ac:spMkLst>
        </pc:spChg>
        <pc:spChg chg="add mod">
          <ac:chgData name="Michael Whitehouse" userId="0ecba9273f6ad366" providerId="LiveId" clId="{F36E82C0-65ED-4BE7-8730-0F102FB388DD}" dt="2026-06-09T15:44:32.618" v="320" actId="207"/>
          <ac:spMkLst>
            <pc:docMk/>
            <pc:sldMk cId="1348704882" sldId="295"/>
            <ac:spMk id="14" creationId="{D5BEBD38-695A-4F44-627C-613FF901A96B}"/>
          </ac:spMkLst>
        </pc:spChg>
        <pc:picChg chg="add mod">
          <ac:chgData name="Michael Whitehouse" userId="0ecba9273f6ad366" providerId="LiveId" clId="{F36E82C0-65ED-4BE7-8730-0F102FB388DD}" dt="2026-06-09T16:21:12.592" v="1783" actId="14100"/>
          <ac:picMkLst>
            <pc:docMk/>
            <pc:sldMk cId="1348704882" sldId="295"/>
            <ac:picMk id="505" creationId="{00000000-0000-0000-0000-000000000000}"/>
          </ac:picMkLst>
        </pc:picChg>
      </pc:sldChg>
      <pc:sldChg chg="addSp delSp modSp add mod chgLayout">
        <pc:chgData name="Michael Whitehouse" userId="0ecba9273f6ad366" providerId="LiveId" clId="{F36E82C0-65ED-4BE7-8730-0F102FB388DD}" dt="2026-06-09T16:45:34.908" v="1886" actId="26606"/>
        <pc:sldMkLst>
          <pc:docMk/>
          <pc:sldMk cId="3083743426" sldId="296"/>
        </pc:sldMkLst>
        <pc:spChg chg="mod ord">
          <ac:chgData name="Michael Whitehouse" userId="0ecba9273f6ad366" providerId="LiveId" clId="{F36E82C0-65ED-4BE7-8730-0F102FB388DD}" dt="2026-06-09T16:09:51.502" v="1741" actId="700"/>
          <ac:spMkLst>
            <pc:docMk/>
            <pc:sldMk cId="3083743426" sldId="296"/>
            <ac:spMk id="2" creationId="{A24EF0BA-B942-E655-0C49-FC5E0A7E82AC}"/>
          </ac:spMkLst>
        </pc:spChg>
        <pc:spChg chg="add mod">
          <ac:chgData name="Michael Whitehouse" userId="0ecba9273f6ad366" providerId="LiveId" clId="{F36E82C0-65ED-4BE7-8730-0F102FB388DD}" dt="2026-06-09T16:45:34.908" v="1886" actId="26606"/>
          <ac:spMkLst>
            <pc:docMk/>
            <pc:sldMk cId="3083743426" sldId="296"/>
            <ac:spMk id="7" creationId="{C66C762F-F8D1-0264-446F-E2F0EE054453}"/>
          </ac:spMkLst>
        </pc:spChg>
        <pc:spChg chg="add mod">
          <ac:chgData name="Michael Whitehouse" userId="0ecba9273f6ad366" providerId="LiveId" clId="{F36E82C0-65ED-4BE7-8730-0F102FB388DD}" dt="2026-06-09T15:44:34.323" v="415" actId="207"/>
          <ac:spMkLst>
            <pc:docMk/>
            <pc:sldMk cId="3083743426" sldId="296"/>
            <ac:spMk id="14" creationId="{8F49682F-A671-0CA4-A31B-CB1C208DBB35}"/>
          </ac:spMkLst>
        </pc:spChg>
        <pc:spChg chg="add mod">
          <ac:chgData name="Michael Whitehouse" userId="0ecba9273f6ad366" providerId="LiveId" clId="{F36E82C0-65ED-4BE7-8730-0F102FB388DD}" dt="2026-06-09T15:44:34.348" v="425" actId="207"/>
          <ac:spMkLst>
            <pc:docMk/>
            <pc:sldMk cId="3083743426" sldId="296"/>
            <ac:spMk id="15" creationId="{D4AE6289-8D60-5201-9F9A-1B51C9810AA8}"/>
          </ac:spMkLst>
        </pc:spChg>
        <pc:picChg chg="add mod">
          <ac:chgData name="Michael Whitehouse" userId="0ecba9273f6ad366" providerId="LiveId" clId="{F36E82C0-65ED-4BE7-8730-0F102FB388DD}" dt="2026-06-09T16:21:26.038" v="1786" actId="1076"/>
          <ac:picMkLst>
            <pc:docMk/>
            <pc:sldMk cId="3083743426" sldId="296"/>
            <ac:picMk id="506" creationId="{00000000-0000-0000-0000-000000000000}"/>
          </ac:picMkLst>
        </pc:picChg>
      </pc:sldChg>
      <pc:sldChg chg="addSp delSp modSp add mod modClrScheme chgLayout">
        <pc:chgData name="Michael Whitehouse" userId="0ecba9273f6ad366" providerId="LiveId" clId="{F36E82C0-65ED-4BE7-8730-0F102FB388DD}" dt="2026-06-09T16:45:34.908" v="1886" actId="26606"/>
        <pc:sldMkLst>
          <pc:docMk/>
          <pc:sldMk cId="3322107151" sldId="297"/>
        </pc:sldMkLst>
        <pc:spChg chg="mod ord">
          <ac:chgData name="Michael Whitehouse" userId="0ecba9273f6ad366" providerId="LiveId" clId="{F36E82C0-65ED-4BE7-8730-0F102FB388DD}" dt="2026-06-09T16:09:20.631" v="1735" actId="700"/>
          <ac:spMkLst>
            <pc:docMk/>
            <pc:sldMk cId="3322107151" sldId="297"/>
            <ac:spMk id="2" creationId="{30A5653F-9C0C-70A1-5CB0-3A1B794C8535}"/>
          </ac:spMkLst>
        </pc:spChg>
        <pc:spChg chg="add mod">
          <ac:chgData name="Michael Whitehouse" userId="0ecba9273f6ad366" providerId="LiveId" clId="{F36E82C0-65ED-4BE7-8730-0F102FB388DD}" dt="2026-06-09T16:45:34.908" v="1886" actId="26606"/>
          <ac:spMkLst>
            <pc:docMk/>
            <pc:sldMk cId="3322107151" sldId="297"/>
            <ac:spMk id="3" creationId="{D26EC434-4D5E-4016-8EA1-890DF33EEFD0}"/>
          </ac:spMkLst>
        </pc:spChg>
        <pc:spChg chg="add mod">
          <ac:chgData name="Michael Whitehouse" userId="0ecba9273f6ad366" providerId="LiveId" clId="{F36E82C0-65ED-4BE7-8730-0F102FB388DD}" dt="2026-06-09T15:44:36.256" v="512" actId="207"/>
          <ac:spMkLst>
            <pc:docMk/>
            <pc:sldMk cId="3322107151" sldId="297"/>
            <ac:spMk id="10" creationId="{B30AC645-D16A-28FC-1ED9-30B13A5818C8}"/>
          </ac:spMkLst>
        </pc:spChg>
        <pc:spChg chg="add mod">
          <ac:chgData name="Michael Whitehouse" userId="0ecba9273f6ad366" providerId="LiveId" clId="{F36E82C0-65ED-4BE7-8730-0F102FB388DD}" dt="2026-06-09T15:44:36.276" v="522" actId="207"/>
          <ac:spMkLst>
            <pc:docMk/>
            <pc:sldMk cId="3322107151" sldId="297"/>
            <ac:spMk id="11" creationId="{9F5F0C7F-119B-5F6D-C50D-85C0F7628D1D}"/>
          </ac:spMkLst>
        </pc:spChg>
        <pc:picChg chg="add mod">
          <ac:chgData name="Michael Whitehouse" userId="0ecba9273f6ad366" providerId="LiveId" clId="{F36E82C0-65ED-4BE7-8730-0F102FB388DD}" dt="2026-06-09T16:21:31.865" v="1789" actId="1076"/>
          <ac:picMkLst>
            <pc:docMk/>
            <pc:sldMk cId="3322107151" sldId="297"/>
            <ac:picMk id="507" creationId="{00000000-0000-0000-0000-000000000000}"/>
          </ac:picMkLst>
        </pc:picChg>
      </pc:sldChg>
      <pc:sldChg chg="addSp delSp modSp add mod modClrScheme chgLayout">
        <pc:chgData name="Michael Whitehouse" userId="0ecba9273f6ad366" providerId="LiveId" clId="{F36E82C0-65ED-4BE7-8730-0F102FB388DD}" dt="2026-06-09T16:45:34.908" v="1886" actId="26606"/>
        <pc:sldMkLst>
          <pc:docMk/>
          <pc:sldMk cId="1318636158" sldId="298"/>
        </pc:sldMkLst>
        <pc:spChg chg="mod ord">
          <ac:chgData name="Michael Whitehouse" userId="0ecba9273f6ad366" providerId="LiveId" clId="{F36E82C0-65ED-4BE7-8730-0F102FB388DD}" dt="2026-06-09T16:09:20.631" v="1735" actId="700"/>
          <ac:spMkLst>
            <pc:docMk/>
            <pc:sldMk cId="1318636158" sldId="298"/>
            <ac:spMk id="2" creationId="{C03C6F14-94ED-C2A4-B17D-FD15EC0BB160}"/>
          </ac:spMkLst>
        </pc:spChg>
        <pc:spChg chg="add mod">
          <ac:chgData name="Michael Whitehouse" userId="0ecba9273f6ad366" providerId="LiveId" clId="{F36E82C0-65ED-4BE7-8730-0F102FB388DD}" dt="2026-06-09T16:45:34.908" v="1886" actId="26606"/>
          <ac:spMkLst>
            <pc:docMk/>
            <pc:sldMk cId="1318636158" sldId="298"/>
            <ac:spMk id="3" creationId="{3EA0AEFA-6FB5-630D-C1C1-16D90B033E18}"/>
          </ac:spMkLst>
        </pc:spChg>
        <pc:spChg chg="add mod">
          <ac:chgData name="Michael Whitehouse" userId="0ecba9273f6ad366" providerId="LiveId" clId="{F36E82C0-65ED-4BE7-8730-0F102FB388DD}" dt="2026-06-09T15:44:37.784" v="609" actId="207"/>
          <ac:spMkLst>
            <pc:docMk/>
            <pc:sldMk cId="1318636158" sldId="298"/>
            <ac:spMk id="10" creationId="{02435F7A-96C1-BDDD-5383-2AA6B6F39579}"/>
          </ac:spMkLst>
        </pc:spChg>
        <pc:spChg chg="add mod">
          <ac:chgData name="Michael Whitehouse" userId="0ecba9273f6ad366" providerId="LiveId" clId="{F36E82C0-65ED-4BE7-8730-0F102FB388DD}" dt="2026-06-09T15:44:37.809" v="619" actId="207"/>
          <ac:spMkLst>
            <pc:docMk/>
            <pc:sldMk cId="1318636158" sldId="298"/>
            <ac:spMk id="11" creationId="{AF893213-F447-8B8E-2CED-FB4EBC78A478}"/>
          </ac:spMkLst>
        </pc:spChg>
        <pc:picChg chg="add mod">
          <ac:chgData name="Michael Whitehouse" userId="0ecba9273f6ad366" providerId="LiveId" clId="{F36E82C0-65ED-4BE7-8730-0F102FB388DD}" dt="2026-06-09T16:22:06.018" v="1798" actId="14100"/>
          <ac:picMkLst>
            <pc:docMk/>
            <pc:sldMk cId="1318636158" sldId="298"/>
            <ac:picMk id="508" creationId="{00000000-0000-0000-0000-000000000000}"/>
          </ac:picMkLst>
        </pc:picChg>
      </pc:sldChg>
      <pc:sldChg chg="addSp delSp modSp add mod modClrScheme chgLayout">
        <pc:chgData name="Michael Whitehouse" userId="0ecba9273f6ad366" providerId="LiveId" clId="{F36E82C0-65ED-4BE7-8730-0F102FB388DD}" dt="2026-06-09T16:45:34.908" v="1886" actId="26606"/>
        <pc:sldMkLst>
          <pc:docMk/>
          <pc:sldMk cId="1914040733" sldId="299"/>
        </pc:sldMkLst>
        <pc:spChg chg="mod ord">
          <ac:chgData name="Michael Whitehouse" userId="0ecba9273f6ad366" providerId="LiveId" clId="{F36E82C0-65ED-4BE7-8730-0F102FB388DD}" dt="2026-06-09T16:09:20.631" v="1735" actId="700"/>
          <ac:spMkLst>
            <pc:docMk/>
            <pc:sldMk cId="1914040733" sldId="299"/>
            <ac:spMk id="2" creationId="{7B73E84F-F3F4-E9B6-C20B-0E0634DEB675}"/>
          </ac:spMkLst>
        </pc:spChg>
        <pc:spChg chg="add mod">
          <ac:chgData name="Michael Whitehouse" userId="0ecba9273f6ad366" providerId="LiveId" clId="{F36E82C0-65ED-4BE7-8730-0F102FB388DD}" dt="2026-06-09T16:45:34.908" v="1886" actId="26606"/>
          <ac:spMkLst>
            <pc:docMk/>
            <pc:sldMk cId="1914040733" sldId="299"/>
            <ac:spMk id="5" creationId="{BA5887DD-561B-B6B3-D246-15BE84D46632}"/>
          </ac:spMkLst>
        </pc:spChg>
        <pc:spChg chg="add mod">
          <ac:chgData name="Michael Whitehouse" userId="0ecba9273f6ad366" providerId="LiveId" clId="{F36E82C0-65ED-4BE7-8730-0F102FB388DD}" dt="2026-06-09T15:44:39.457" v="710" actId="207"/>
          <ac:spMkLst>
            <pc:docMk/>
            <pc:sldMk cId="1914040733" sldId="299"/>
            <ac:spMk id="12" creationId="{D420C61B-9DB3-CBEE-3AAA-8AFE45474860}"/>
          </ac:spMkLst>
        </pc:spChg>
        <pc:spChg chg="add mod">
          <ac:chgData name="Michael Whitehouse" userId="0ecba9273f6ad366" providerId="LiveId" clId="{F36E82C0-65ED-4BE7-8730-0F102FB388DD}" dt="2026-06-09T15:44:39.475" v="720" actId="207"/>
          <ac:spMkLst>
            <pc:docMk/>
            <pc:sldMk cId="1914040733" sldId="299"/>
            <ac:spMk id="13" creationId="{8125CE1B-6312-C92F-3221-90CB33054C39}"/>
          </ac:spMkLst>
        </pc:spChg>
        <pc:picChg chg="add mod">
          <ac:chgData name="Michael Whitehouse" userId="0ecba9273f6ad366" providerId="LiveId" clId="{F36E82C0-65ED-4BE7-8730-0F102FB388DD}" dt="2026-06-09T16:22:15.640" v="1801" actId="1076"/>
          <ac:picMkLst>
            <pc:docMk/>
            <pc:sldMk cId="1914040733" sldId="299"/>
            <ac:picMk id="509" creationId="{00000000-0000-0000-0000-000000000000}"/>
          </ac:picMkLst>
        </pc:picChg>
      </pc:sldChg>
      <pc:sldChg chg="addSp delSp modSp add mod modClrScheme chgLayout">
        <pc:chgData name="Michael Whitehouse" userId="0ecba9273f6ad366" providerId="LiveId" clId="{F36E82C0-65ED-4BE7-8730-0F102FB388DD}" dt="2026-06-09T16:45:34.908" v="1886" actId="26606"/>
        <pc:sldMkLst>
          <pc:docMk/>
          <pc:sldMk cId="1888585003" sldId="300"/>
        </pc:sldMkLst>
        <pc:spChg chg="mod ord">
          <ac:chgData name="Michael Whitehouse" userId="0ecba9273f6ad366" providerId="LiveId" clId="{F36E82C0-65ED-4BE7-8730-0F102FB388DD}" dt="2026-06-09T16:10:42.928" v="1768" actId="1076"/>
          <ac:spMkLst>
            <pc:docMk/>
            <pc:sldMk cId="1888585003" sldId="300"/>
            <ac:spMk id="10" creationId="{2220DCF3-F707-4154-4663-B8E9FEAE5643}"/>
          </ac:spMkLst>
        </pc:spChg>
        <pc:spChg chg="add mod">
          <ac:chgData name="Michael Whitehouse" userId="0ecba9273f6ad366" providerId="LiveId" clId="{F36E82C0-65ED-4BE7-8730-0F102FB388DD}" dt="2026-06-09T16:45:34.908" v="1886" actId="26606"/>
          <ac:spMkLst>
            <pc:docMk/>
            <pc:sldMk cId="1888585003" sldId="300"/>
            <ac:spMk id="11" creationId="{F1215670-2BCA-90D1-B06F-1478B73B4CE2}"/>
          </ac:spMkLst>
        </pc:spChg>
        <pc:spChg chg="add mod">
          <ac:chgData name="Michael Whitehouse" userId="0ecba9273f6ad366" providerId="LiveId" clId="{F36E82C0-65ED-4BE7-8730-0F102FB388DD}" dt="2026-06-09T15:44:39.737" v="761" actId="207"/>
          <ac:spMkLst>
            <pc:docMk/>
            <pc:sldMk cId="1888585003" sldId="300"/>
            <ac:spMk id="12" creationId="{A5A8A480-D237-A17C-5A1D-33E3601030E1}"/>
          </ac:spMkLst>
        </pc:spChg>
        <pc:spChg chg="add mod">
          <ac:chgData name="Michael Whitehouse" userId="0ecba9273f6ad366" providerId="LiveId" clId="{F36E82C0-65ED-4BE7-8730-0F102FB388DD}" dt="2026-06-09T15:44:39.755" v="771" actId="207"/>
          <ac:spMkLst>
            <pc:docMk/>
            <pc:sldMk cId="1888585003" sldId="300"/>
            <ac:spMk id="13" creationId="{B2A40D76-A96F-69D9-F90B-55DDC1D808E0}"/>
          </ac:spMkLst>
        </pc:spChg>
        <pc:picChg chg="add">
          <ac:chgData name="Michael Whitehouse" userId="0ecba9273f6ad366" providerId="LiveId" clId="{F36E82C0-65ED-4BE7-8730-0F102FB388DD}" dt="2026-06-09T16:14:56.410" v="1773" actId="26606"/>
          <ac:picMkLst>
            <pc:docMk/>
            <pc:sldMk cId="1888585003" sldId="300"/>
            <ac:picMk id="500" creationId="{00000000-0000-0000-0000-000000000000}"/>
          </ac:picMkLst>
        </pc:picChg>
      </pc:sldChg>
      <pc:sldChg chg="addSp modSp add mod">
        <pc:chgData name="Michael Whitehouse" userId="0ecba9273f6ad366" providerId="LiveId" clId="{F36E82C0-65ED-4BE7-8730-0F102FB388DD}" dt="2026-06-09T16:45:34.933" v="1890" actId="27636"/>
        <pc:sldMkLst>
          <pc:docMk/>
          <pc:sldMk cId="1935971009" sldId="301"/>
        </pc:sldMkLst>
        <pc:spChg chg="mod">
          <ac:chgData name="Michael Whitehouse" userId="0ecba9273f6ad366" providerId="LiveId" clId="{F36E82C0-65ED-4BE7-8730-0F102FB388DD}" dt="2026-06-09T15:44:39.769" v="775" actId="139"/>
          <ac:spMkLst>
            <pc:docMk/>
            <pc:sldMk cId="1935971009" sldId="301"/>
            <ac:spMk id="2" creationId="{B59A2EC9-506B-02C6-E223-CA18ACA01B73}"/>
          </ac:spMkLst>
        </pc:spChg>
        <pc:spChg chg="mod">
          <ac:chgData name="Michael Whitehouse" userId="0ecba9273f6ad366" providerId="LiveId" clId="{F36E82C0-65ED-4BE7-8730-0F102FB388DD}" dt="2026-06-09T16:45:34.930" v="1888" actId="27636"/>
          <ac:spMkLst>
            <pc:docMk/>
            <pc:sldMk cId="1935971009" sldId="301"/>
            <ac:spMk id="3" creationId="{B1F4C363-B1B7-9CE5-1234-DF40C0AE314C}"/>
          </ac:spMkLst>
        </pc:spChg>
        <pc:spChg chg="mod">
          <ac:chgData name="Michael Whitehouse" userId="0ecba9273f6ad366" providerId="LiveId" clId="{F36E82C0-65ED-4BE7-8730-0F102FB388DD}" dt="2026-06-09T16:45:34.933" v="1890" actId="27636"/>
          <ac:spMkLst>
            <pc:docMk/>
            <pc:sldMk cId="1935971009" sldId="301"/>
            <ac:spMk id="4" creationId="{495955B7-4EEC-8EC0-589B-0773B4338BC0}"/>
          </ac:spMkLst>
        </pc:spChg>
        <pc:spChg chg="mod">
          <ac:chgData name="Michael Whitehouse" userId="0ecba9273f6ad366" providerId="LiveId" clId="{F36E82C0-65ED-4BE7-8730-0F102FB388DD}" dt="2026-06-09T16:45:34.930" v="1889" actId="27636"/>
          <ac:spMkLst>
            <pc:docMk/>
            <pc:sldMk cId="1935971009" sldId="301"/>
            <ac:spMk id="5" creationId="{76338A6D-671B-3A7E-1A8A-BC54AEC90E24}"/>
          </ac:spMkLst>
        </pc:spChg>
        <pc:spChg chg="mod">
          <ac:chgData name="Michael Whitehouse" userId="0ecba9273f6ad366" providerId="LiveId" clId="{F36E82C0-65ED-4BE7-8730-0F102FB388DD}" dt="2026-06-09T16:45:34.929" v="1887" actId="27636"/>
          <ac:spMkLst>
            <pc:docMk/>
            <pc:sldMk cId="1935971009" sldId="301"/>
            <ac:spMk id="6" creationId="{3C98EC8D-DEAF-B924-4330-E26961F01CE1}"/>
          </ac:spMkLst>
        </pc:spChg>
        <pc:spChg chg="add mod">
          <ac:chgData name="Michael Whitehouse" userId="0ecba9273f6ad366" providerId="LiveId" clId="{F36E82C0-65ED-4BE7-8730-0F102FB388DD}" dt="2026-06-09T15:44:40.034" v="803" actId="207"/>
          <ac:spMkLst>
            <pc:docMk/>
            <pc:sldMk cId="1935971009" sldId="301"/>
            <ac:spMk id="7" creationId="{B096FC57-640D-ED38-871E-4F1D28626066}"/>
          </ac:spMkLst>
        </pc:spChg>
        <pc:spChg chg="add mod">
          <ac:chgData name="Michael Whitehouse" userId="0ecba9273f6ad366" providerId="LiveId" clId="{F36E82C0-65ED-4BE7-8730-0F102FB388DD}" dt="2026-06-09T15:44:40.054" v="813" actId="207"/>
          <ac:spMkLst>
            <pc:docMk/>
            <pc:sldMk cId="1935971009" sldId="301"/>
            <ac:spMk id="8" creationId="{AA6292AF-7D85-8F22-8487-7A2CC208678A}"/>
          </ac:spMkLst>
        </pc:spChg>
      </pc:sldChg>
      <pc:sldChg chg="addSp delSp modSp add mod chgLayout">
        <pc:chgData name="Michael Whitehouse" userId="0ecba9273f6ad366" providerId="LiveId" clId="{F36E82C0-65ED-4BE7-8730-0F102FB388DD}" dt="2026-06-09T16:45:34.908" v="1886" actId="26606"/>
        <pc:sldMkLst>
          <pc:docMk/>
          <pc:sldMk cId="3300314249" sldId="302"/>
        </pc:sldMkLst>
        <pc:spChg chg="mod ord">
          <ac:chgData name="Michael Whitehouse" userId="0ecba9273f6ad366" providerId="LiveId" clId="{F36E82C0-65ED-4BE7-8730-0F102FB388DD}" dt="2026-06-09T16:22:41.650" v="1805" actId="700"/>
          <ac:spMkLst>
            <pc:docMk/>
            <pc:sldMk cId="3300314249" sldId="302"/>
            <ac:spMk id="2" creationId="{998D98C6-BB42-AC4E-08C5-B146D9C787BF}"/>
          </ac:spMkLst>
        </pc:spChg>
        <pc:spChg chg="add mod">
          <ac:chgData name="Michael Whitehouse" userId="0ecba9273f6ad366" providerId="LiveId" clId="{F36E82C0-65ED-4BE7-8730-0F102FB388DD}" dt="2026-06-09T16:45:34.908" v="1886" actId="26606"/>
          <ac:spMkLst>
            <pc:docMk/>
            <pc:sldMk cId="3300314249" sldId="302"/>
            <ac:spMk id="6" creationId="{C60669C1-771F-7EB7-2F5C-26E7F93D9462}"/>
          </ac:spMkLst>
        </pc:spChg>
        <pc:spChg chg="add mod">
          <ac:chgData name="Michael Whitehouse" userId="0ecba9273f6ad366" providerId="LiveId" clId="{F36E82C0-65ED-4BE7-8730-0F102FB388DD}" dt="2026-06-09T15:44:41.521" v="906" actId="207"/>
          <ac:spMkLst>
            <pc:docMk/>
            <pc:sldMk cId="3300314249" sldId="302"/>
            <ac:spMk id="13" creationId="{03C9569E-BA22-EE63-7CA3-C336923C7CBB}"/>
          </ac:spMkLst>
        </pc:spChg>
        <pc:spChg chg="add mod">
          <ac:chgData name="Michael Whitehouse" userId="0ecba9273f6ad366" providerId="LiveId" clId="{F36E82C0-65ED-4BE7-8730-0F102FB388DD}" dt="2026-06-09T15:44:41.541" v="916" actId="207"/>
          <ac:spMkLst>
            <pc:docMk/>
            <pc:sldMk cId="3300314249" sldId="302"/>
            <ac:spMk id="14" creationId="{1AF55D0C-CDFD-8369-575D-04239076F5C5}"/>
          </ac:spMkLst>
        </pc:spChg>
        <pc:picChg chg="add mod">
          <ac:chgData name="Michael Whitehouse" userId="0ecba9273f6ad366" providerId="LiveId" clId="{F36E82C0-65ED-4BE7-8730-0F102FB388DD}" dt="2026-06-09T16:38:36.853" v="1833" actId="1076"/>
          <ac:picMkLst>
            <pc:docMk/>
            <pc:sldMk cId="3300314249" sldId="302"/>
            <ac:picMk id="4" creationId="{B098B2E3-10A3-3349-82C0-8E1A7E1CBB16}"/>
          </ac:picMkLst>
        </pc:picChg>
      </pc:sldChg>
      <pc:sldChg chg="addSp delSp modSp add mod chgLayout">
        <pc:chgData name="Michael Whitehouse" userId="0ecba9273f6ad366" providerId="LiveId" clId="{F36E82C0-65ED-4BE7-8730-0F102FB388DD}" dt="2026-06-09T16:38:58.314" v="1841" actId="1076"/>
        <pc:sldMkLst>
          <pc:docMk/>
          <pc:sldMk cId="2994600200" sldId="303"/>
        </pc:sldMkLst>
        <pc:spChg chg="mod ord">
          <ac:chgData name="Michael Whitehouse" userId="0ecba9273f6ad366" providerId="LiveId" clId="{F36E82C0-65ED-4BE7-8730-0F102FB388DD}" dt="2026-06-09T16:38:50.561" v="1840" actId="1076"/>
          <ac:spMkLst>
            <pc:docMk/>
            <pc:sldMk cId="2994600200" sldId="303"/>
            <ac:spMk id="2" creationId="{A9E03161-7ACF-6D1D-5F30-25ECE1018B95}"/>
          </ac:spMkLst>
        </pc:spChg>
        <pc:spChg chg="add mod">
          <ac:chgData name="Michael Whitehouse" userId="0ecba9273f6ad366" providerId="LiveId" clId="{F36E82C0-65ED-4BE7-8730-0F102FB388DD}" dt="2026-06-09T15:44:42.177" v="939" actId="139"/>
          <ac:spMkLst>
            <pc:docMk/>
            <pc:sldMk cId="2994600200" sldId="303"/>
            <ac:spMk id="7" creationId="{F8FF7A1B-A14D-6DCB-38C7-D486AB8AC77A}"/>
          </ac:spMkLst>
        </pc:spChg>
        <pc:spChg chg="add mod">
          <ac:chgData name="Michael Whitehouse" userId="0ecba9273f6ad366" providerId="LiveId" clId="{F36E82C0-65ED-4BE7-8730-0F102FB388DD}" dt="2026-06-09T15:44:42.549" v="970" actId="139"/>
          <ac:spMkLst>
            <pc:docMk/>
            <pc:sldMk cId="2994600200" sldId="303"/>
            <ac:spMk id="10" creationId="{E6167D86-6C6A-E8AE-C158-31E2D494BA64}"/>
          </ac:spMkLst>
        </pc:spChg>
        <pc:spChg chg="add mod">
          <ac:chgData name="Michael Whitehouse" userId="0ecba9273f6ad366" providerId="LiveId" clId="{F36E82C0-65ED-4BE7-8730-0F102FB388DD}" dt="2026-06-09T16:38:58.314" v="1841" actId="1076"/>
          <ac:spMkLst>
            <pc:docMk/>
            <pc:sldMk cId="2994600200" sldId="303"/>
            <ac:spMk id="11" creationId="{7B9A023D-BF5C-4878-7D2C-57C59F44BE44}"/>
          </ac:spMkLst>
        </pc:spChg>
        <pc:spChg chg="add mod">
          <ac:chgData name="Michael Whitehouse" userId="0ecba9273f6ad366" providerId="LiveId" clId="{F36E82C0-65ED-4BE7-8730-0F102FB388DD}" dt="2026-06-09T15:44:42.795" v="991" actId="139"/>
          <ac:spMkLst>
            <pc:docMk/>
            <pc:sldMk cId="2994600200" sldId="303"/>
            <ac:spMk id="12" creationId="{E3DE34BB-098B-2D5B-A5DA-B2D5407B46B2}"/>
          </ac:spMkLst>
        </pc:spChg>
        <pc:spChg chg="add mod">
          <ac:chgData name="Michael Whitehouse" userId="0ecba9273f6ad366" providerId="LiveId" clId="{F36E82C0-65ED-4BE7-8730-0F102FB388DD}" dt="2026-06-09T15:44:42.811" v="1001" actId="207"/>
          <ac:spMkLst>
            <pc:docMk/>
            <pc:sldMk cId="2994600200" sldId="303"/>
            <ac:spMk id="13" creationId="{58CBE4A8-DF2A-2446-D688-F40F6063EDD1}"/>
          </ac:spMkLst>
        </pc:spChg>
        <pc:spChg chg="add mod">
          <ac:chgData name="Michael Whitehouse" userId="0ecba9273f6ad366" providerId="LiveId" clId="{F36E82C0-65ED-4BE7-8730-0F102FB388DD}" dt="2026-06-09T15:44:42.828" v="1011" actId="207"/>
          <ac:spMkLst>
            <pc:docMk/>
            <pc:sldMk cId="2994600200" sldId="303"/>
            <ac:spMk id="14" creationId="{92175E2C-54ED-7DB7-D5D7-9052DBD35C3B}"/>
          </ac:spMkLst>
        </pc:spChg>
        <pc:picChg chg="add mod">
          <ac:chgData name="Michael Whitehouse" userId="0ecba9273f6ad366" providerId="LiveId" clId="{F36E82C0-65ED-4BE7-8730-0F102FB388DD}" dt="2026-06-09T16:38:41.588" v="1838" actId="1076"/>
          <ac:picMkLst>
            <pc:docMk/>
            <pc:sldMk cId="2994600200" sldId="303"/>
            <ac:picMk id="600" creationId="{00000000-0000-0000-0000-000000000000}"/>
          </ac:picMkLst>
        </pc:picChg>
      </pc:sldChg>
      <pc:sldChg chg="addSp delSp modSp add mod modClrScheme chgLayout">
        <pc:chgData name="Michael Whitehouse" userId="0ecba9273f6ad366" providerId="LiveId" clId="{F36E82C0-65ED-4BE7-8730-0F102FB388DD}" dt="2026-06-09T16:42:47.595" v="1883" actId="1076"/>
        <pc:sldMkLst>
          <pc:docMk/>
          <pc:sldMk cId="2698961203" sldId="304"/>
        </pc:sldMkLst>
        <pc:spChg chg="mod ord">
          <ac:chgData name="Michael Whitehouse" userId="0ecba9273f6ad366" providerId="LiveId" clId="{F36E82C0-65ED-4BE7-8730-0F102FB388DD}" dt="2026-06-09T16:42:32.350" v="1879" actId="700"/>
          <ac:spMkLst>
            <pc:docMk/>
            <pc:sldMk cId="2698961203" sldId="304"/>
            <ac:spMk id="2" creationId="{BBBCFFE5-3FC8-5EA5-3812-B9A05A104F35}"/>
          </ac:spMkLst>
        </pc:spChg>
        <pc:spChg chg="add mod">
          <ac:chgData name="Michael Whitehouse" userId="0ecba9273f6ad366" providerId="LiveId" clId="{F36E82C0-65ED-4BE7-8730-0F102FB388DD}" dt="2026-06-09T16:42:47.595" v="1883" actId="1076"/>
          <ac:spMkLst>
            <pc:docMk/>
            <pc:sldMk cId="2698961203" sldId="304"/>
            <ac:spMk id="3" creationId="{04FB72EC-1E1F-E1DD-B0C1-4E0E28DDE7FD}"/>
          </ac:spMkLst>
        </pc:spChg>
        <pc:spChg chg="add mod">
          <ac:chgData name="Michael Whitehouse" userId="0ecba9273f6ad366" providerId="LiveId" clId="{F36E82C0-65ED-4BE7-8730-0F102FB388DD}" dt="2026-06-09T15:44:43.060" v="1036" actId="207"/>
          <ac:spMkLst>
            <pc:docMk/>
            <pc:sldMk cId="2698961203" sldId="304"/>
            <ac:spMk id="4" creationId="{70E3945F-08B5-6FBC-5482-A627E7242D95}"/>
          </ac:spMkLst>
        </pc:spChg>
        <pc:spChg chg="add mod">
          <ac:chgData name="Michael Whitehouse" userId="0ecba9273f6ad366" providerId="LiveId" clId="{F36E82C0-65ED-4BE7-8730-0F102FB388DD}" dt="2026-06-09T15:44:43.078" v="1046" actId="207"/>
          <ac:spMkLst>
            <pc:docMk/>
            <pc:sldMk cId="2698961203" sldId="304"/>
            <ac:spMk id="5" creationId="{E8B1F786-B3C5-6E3A-211B-C97F398A7E1B}"/>
          </ac:spMkLst>
        </pc:spChg>
      </pc:sldChg>
      <pc:sldChg chg="addSp delSp modSp add mod">
        <pc:chgData name="Michael Whitehouse" userId="0ecba9273f6ad366" providerId="LiveId" clId="{F36E82C0-65ED-4BE7-8730-0F102FB388DD}" dt="2026-06-09T16:39:31.998" v="1851" actId="27636"/>
        <pc:sldMkLst>
          <pc:docMk/>
          <pc:sldMk cId="196313752" sldId="305"/>
        </pc:sldMkLst>
        <pc:spChg chg="mod">
          <ac:chgData name="Michael Whitehouse" userId="0ecba9273f6ad366" providerId="LiveId" clId="{F36E82C0-65ED-4BE7-8730-0F102FB388DD}" dt="2026-06-09T15:44:43.088" v="1050" actId="139"/>
          <ac:spMkLst>
            <pc:docMk/>
            <pc:sldMk cId="196313752" sldId="305"/>
            <ac:spMk id="2" creationId="{A17037D4-C7E4-82CA-818F-52D8DE83AF49}"/>
          </ac:spMkLst>
        </pc:spChg>
        <pc:spChg chg="add mod">
          <ac:chgData name="Michael Whitehouse" userId="0ecba9273f6ad366" providerId="LiveId" clId="{F36E82C0-65ED-4BE7-8730-0F102FB388DD}" dt="2026-06-09T16:39:31.998" v="1851" actId="27636"/>
          <ac:spMkLst>
            <pc:docMk/>
            <pc:sldMk cId="196313752" sldId="305"/>
            <ac:spMk id="5" creationId="{6C8A036B-CFE6-961C-336E-42DC76E63824}"/>
          </ac:spMkLst>
        </pc:spChg>
        <pc:spChg chg="add mod">
          <ac:chgData name="Michael Whitehouse" userId="0ecba9273f6ad366" providerId="LiveId" clId="{F36E82C0-65ED-4BE7-8730-0F102FB388DD}" dt="2026-06-09T15:44:43.335" v="1075" actId="207"/>
          <ac:spMkLst>
            <pc:docMk/>
            <pc:sldMk cId="196313752" sldId="305"/>
            <ac:spMk id="6" creationId="{53C90256-016B-D7EC-CB3B-3B73125631B6}"/>
          </ac:spMkLst>
        </pc:spChg>
        <pc:spChg chg="add mod">
          <ac:chgData name="Michael Whitehouse" userId="0ecba9273f6ad366" providerId="LiveId" clId="{F36E82C0-65ED-4BE7-8730-0F102FB388DD}" dt="2026-06-09T15:44:43.359" v="1085" actId="207"/>
          <ac:spMkLst>
            <pc:docMk/>
            <pc:sldMk cId="196313752" sldId="305"/>
            <ac:spMk id="7" creationId="{22376EA5-4AD3-2339-81AE-E2ADC624A1E5}"/>
          </ac:spMkLst>
        </pc:spChg>
      </pc:sldChg>
      <pc:sldChg chg="addSp delSp modSp add mod modClrScheme chgLayout">
        <pc:chgData name="Michael Whitehouse" userId="0ecba9273f6ad366" providerId="LiveId" clId="{F36E82C0-65ED-4BE7-8730-0F102FB388DD}" dt="2026-06-09T16:40:40.644" v="1858" actId="14100"/>
        <pc:sldMkLst>
          <pc:docMk/>
          <pc:sldMk cId="3177816661" sldId="306"/>
        </pc:sldMkLst>
        <pc:spChg chg="mod ord">
          <ac:chgData name="Michael Whitehouse" userId="0ecba9273f6ad366" providerId="LiveId" clId="{F36E82C0-65ED-4BE7-8730-0F102FB388DD}" dt="2026-06-09T16:40:37.082" v="1857" actId="700"/>
          <ac:spMkLst>
            <pc:docMk/>
            <pc:sldMk cId="3177816661" sldId="306"/>
            <ac:spMk id="2" creationId="{494B7F56-EC19-29F1-AB1A-317358FBFE3E}"/>
          </ac:spMkLst>
        </pc:spChg>
        <pc:spChg chg="add mod">
          <ac:chgData name="Michael Whitehouse" userId="0ecba9273f6ad366" providerId="LiveId" clId="{F36E82C0-65ED-4BE7-8730-0F102FB388DD}" dt="2026-06-09T16:40:40.644" v="1858" actId="14100"/>
          <ac:spMkLst>
            <pc:docMk/>
            <pc:sldMk cId="3177816661" sldId="306"/>
            <ac:spMk id="3" creationId="{2E83A94F-1965-B444-296A-98F194EE65F8}"/>
          </ac:spMkLst>
        </pc:spChg>
        <pc:spChg chg="add mod">
          <ac:chgData name="Michael Whitehouse" userId="0ecba9273f6ad366" providerId="LiveId" clId="{F36E82C0-65ED-4BE7-8730-0F102FB388DD}" dt="2026-06-09T15:44:43.610" v="1110" actId="207"/>
          <ac:spMkLst>
            <pc:docMk/>
            <pc:sldMk cId="3177816661" sldId="306"/>
            <ac:spMk id="4" creationId="{15FA523E-A3EA-7323-4E83-B80C199CE6A8}"/>
          </ac:spMkLst>
        </pc:spChg>
        <pc:spChg chg="add mod">
          <ac:chgData name="Michael Whitehouse" userId="0ecba9273f6ad366" providerId="LiveId" clId="{F36E82C0-65ED-4BE7-8730-0F102FB388DD}" dt="2026-06-09T15:44:43.627" v="1120" actId="207"/>
          <ac:spMkLst>
            <pc:docMk/>
            <pc:sldMk cId="3177816661" sldId="306"/>
            <ac:spMk id="5" creationId="{C9266D7C-B861-1C2D-6590-A5F108B17B20}"/>
          </ac:spMkLst>
        </pc:spChg>
      </pc:sldChg>
      <pc:sldChg chg="addSp modSp add mod modClrScheme chgLayout">
        <pc:chgData name="Michael Whitehouse" userId="0ecba9273f6ad366" providerId="LiveId" clId="{F36E82C0-65ED-4BE7-8730-0F102FB388DD}" dt="2026-06-09T16:40:51.762" v="1860" actId="14100"/>
        <pc:sldMkLst>
          <pc:docMk/>
          <pc:sldMk cId="841100715" sldId="307"/>
        </pc:sldMkLst>
        <pc:spChg chg="mod ord">
          <ac:chgData name="Michael Whitehouse" userId="0ecba9273f6ad366" providerId="LiveId" clId="{F36E82C0-65ED-4BE7-8730-0F102FB388DD}" dt="2026-06-09T16:40:48.598" v="1859" actId="700"/>
          <ac:spMkLst>
            <pc:docMk/>
            <pc:sldMk cId="841100715" sldId="307"/>
            <ac:spMk id="2" creationId="{A8654E9E-2DA4-2D5A-B449-468C42E1F43B}"/>
          </ac:spMkLst>
        </pc:spChg>
        <pc:spChg chg="add mod">
          <ac:chgData name="Michael Whitehouse" userId="0ecba9273f6ad366" providerId="LiveId" clId="{F36E82C0-65ED-4BE7-8730-0F102FB388DD}" dt="2026-06-09T16:40:51.762" v="1860" actId="14100"/>
          <ac:spMkLst>
            <pc:docMk/>
            <pc:sldMk cId="841100715" sldId="307"/>
            <ac:spMk id="3" creationId="{5293E3CF-0072-3650-EA6C-308B73E8E74D}"/>
          </ac:spMkLst>
        </pc:spChg>
        <pc:spChg chg="add mod">
          <ac:chgData name="Michael Whitehouse" userId="0ecba9273f6ad366" providerId="LiveId" clId="{F36E82C0-65ED-4BE7-8730-0F102FB388DD}" dt="2026-06-09T15:44:43.857" v="1145" actId="207"/>
          <ac:spMkLst>
            <pc:docMk/>
            <pc:sldMk cId="841100715" sldId="307"/>
            <ac:spMk id="4" creationId="{1D3B020D-4056-B304-DEF7-F2196522EBDF}"/>
          </ac:spMkLst>
        </pc:spChg>
        <pc:spChg chg="add mod">
          <ac:chgData name="Michael Whitehouse" userId="0ecba9273f6ad366" providerId="LiveId" clId="{F36E82C0-65ED-4BE7-8730-0F102FB388DD}" dt="2026-06-09T15:44:43.875" v="1155" actId="207"/>
          <ac:spMkLst>
            <pc:docMk/>
            <pc:sldMk cId="841100715" sldId="307"/>
            <ac:spMk id="5" creationId="{4FCB77EA-36A7-37DA-20EF-6C1A85D37719}"/>
          </ac:spMkLst>
        </pc:spChg>
      </pc:sldChg>
      <pc:sldChg chg="addSp delSp modSp add mod">
        <pc:chgData name="Michael Whitehouse" userId="0ecba9273f6ad366" providerId="LiveId" clId="{F36E82C0-65ED-4BE7-8730-0F102FB388DD}" dt="2026-06-09T16:40:56.896" v="1862" actId="1076"/>
        <pc:sldMkLst>
          <pc:docMk/>
          <pc:sldMk cId="2428791735" sldId="308"/>
        </pc:sldMkLst>
        <pc:spChg chg="mod">
          <ac:chgData name="Michael Whitehouse" userId="0ecba9273f6ad366" providerId="LiveId" clId="{F36E82C0-65ED-4BE7-8730-0F102FB388DD}" dt="2026-06-09T15:44:43.883" v="1159" actId="139"/>
          <ac:spMkLst>
            <pc:docMk/>
            <pc:sldMk cId="2428791735" sldId="308"/>
            <ac:spMk id="2" creationId="{383BF1FE-8284-EC7D-B3C5-C6ED90614E03}"/>
          </ac:spMkLst>
        </pc:spChg>
        <pc:spChg chg="add mod">
          <ac:chgData name="Michael Whitehouse" userId="0ecba9273f6ad366" providerId="LiveId" clId="{F36E82C0-65ED-4BE7-8730-0F102FB388DD}" dt="2026-06-09T15:44:44.093" v="1182" actId="207"/>
          <ac:spMkLst>
            <pc:docMk/>
            <pc:sldMk cId="2428791735" sldId="308"/>
            <ac:spMk id="6" creationId="{FA50EA1E-D151-DD36-D0CA-C6420D7A8058}"/>
          </ac:spMkLst>
        </pc:spChg>
        <pc:spChg chg="add mod">
          <ac:chgData name="Michael Whitehouse" userId="0ecba9273f6ad366" providerId="LiveId" clId="{F36E82C0-65ED-4BE7-8730-0F102FB388DD}" dt="2026-06-09T15:44:44.116" v="1192" actId="207"/>
          <ac:spMkLst>
            <pc:docMk/>
            <pc:sldMk cId="2428791735" sldId="308"/>
            <ac:spMk id="7" creationId="{95F38366-CDA9-9C6E-E2EF-725518B11E04}"/>
          </ac:spMkLst>
        </pc:spChg>
        <pc:picChg chg="add mod">
          <ac:chgData name="Michael Whitehouse" userId="0ecba9273f6ad366" providerId="LiveId" clId="{F36E82C0-65ED-4BE7-8730-0F102FB388DD}" dt="2026-06-09T16:40:56.896" v="1862" actId="1076"/>
          <ac:picMkLst>
            <pc:docMk/>
            <pc:sldMk cId="2428791735" sldId="308"/>
            <ac:picMk id="5" creationId="{7D8E9146-3168-D176-B1C7-263FB56406F0}"/>
          </ac:picMkLst>
        </pc:picChg>
      </pc:sldChg>
      <pc:sldChg chg="addSp modSp add mod modClrScheme chgLayout">
        <pc:chgData name="Michael Whitehouse" userId="0ecba9273f6ad366" providerId="LiveId" clId="{F36E82C0-65ED-4BE7-8730-0F102FB388DD}" dt="2026-06-09T16:41:08.350" v="1864" actId="14100"/>
        <pc:sldMkLst>
          <pc:docMk/>
          <pc:sldMk cId="1735886656" sldId="309"/>
        </pc:sldMkLst>
        <pc:spChg chg="mod ord">
          <ac:chgData name="Michael Whitehouse" userId="0ecba9273f6ad366" providerId="LiveId" clId="{F36E82C0-65ED-4BE7-8730-0F102FB388DD}" dt="2026-06-09T16:41:05.484" v="1863" actId="700"/>
          <ac:spMkLst>
            <pc:docMk/>
            <pc:sldMk cId="1735886656" sldId="309"/>
            <ac:spMk id="2" creationId="{9B1FA6D9-94C1-9065-9CE0-DB2D45190E62}"/>
          </ac:spMkLst>
        </pc:spChg>
        <pc:spChg chg="add mod">
          <ac:chgData name="Michael Whitehouse" userId="0ecba9273f6ad366" providerId="LiveId" clId="{F36E82C0-65ED-4BE7-8730-0F102FB388DD}" dt="2026-06-09T16:41:08.350" v="1864" actId="14100"/>
          <ac:spMkLst>
            <pc:docMk/>
            <pc:sldMk cId="1735886656" sldId="309"/>
            <ac:spMk id="3" creationId="{94179BE5-5C8A-AA59-5636-6A79C2F63BB9}"/>
          </ac:spMkLst>
        </pc:spChg>
        <pc:spChg chg="add mod">
          <ac:chgData name="Michael Whitehouse" userId="0ecba9273f6ad366" providerId="LiveId" clId="{F36E82C0-65ED-4BE7-8730-0F102FB388DD}" dt="2026-06-09T15:44:44.415" v="1217" actId="207"/>
          <ac:spMkLst>
            <pc:docMk/>
            <pc:sldMk cId="1735886656" sldId="309"/>
            <ac:spMk id="4" creationId="{36FFD552-CAC5-D4F4-8855-F33F85027F65}"/>
          </ac:spMkLst>
        </pc:spChg>
        <pc:spChg chg="add mod">
          <ac:chgData name="Michael Whitehouse" userId="0ecba9273f6ad366" providerId="LiveId" clId="{F36E82C0-65ED-4BE7-8730-0F102FB388DD}" dt="2026-06-09T15:44:44.465" v="1227" actId="207"/>
          <ac:spMkLst>
            <pc:docMk/>
            <pc:sldMk cId="1735886656" sldId="309"/>
            <ac:spMk id="5" creationId="{B9C2E3AA-80A6-E734-AFAC-2AD994382301}"/>
          </ac:spMkLst>
        </pc:spChg>
      </pc:sldChg>
      <pc:sldChg chg="addSp delSp modSp add mod modClrScheme chgLayout">
        <pc:chgData name="Michael Whitehouse" userId="0ecba9273f6ad366" providerId="LiveId" clId="{F36E82C0-65ED-4BE7-8730-0F102FB388DD}" dt="2026-06-09T16:41:18.234" v="1866" actId="14100"/>
        <pc:sldMkLst>
          <pc:docMk/>
          <pc:sldMk cId="620191703" sldId="310"/>
        </pc:sldMkLst>
        <pc:spChg chg="mod ord">
          <ac:chgData name="Michael Whitehouse" userId="0ecba9273f6ad366" providerId="LiveId" clId="{F36E82C0-65ED-4BE7-8730-0F102FB388DD}" dt="2026-06-09T16:41:15.416" v="1865" actId="700"/>
          <ac:spMkLst>
            <pc:docMk/>
            <pc:sldMk cId="620191703" sldId="310"/>
            <ac:spMk id="14" creationId="{38C8CFC7-60D0-A63F-9ED4-E0554402E865}"/>
          </ac:spMkLst>
        </pc:spChg>
        <pc:spChg chg="add mod">
          <ac:chgData name="Michael Whitehouse" userId="0ecba9273f6ad366" providerId="LiveId" clId="{F36E82C0-65ED-4BE7-8730-0F102FB388DD}" dt="2026-06-09T16:41:18.234" v="1866" actId="14100"/>
          <ac:spMkLst>
            <pc:docMk/>
            <pc:sldMk cId="620191703" sldId="310"/>
            <ac:spMk id="15" creationId="{CEB0B96B-7013-81CC-A3CA-C396032554D7}"/>
          </ac:spMkLst>
        </pc:spChg>
        <pc:spChg chg="add mod">
          <ac:chgData name="Michael Whitehouse" userId="0ecba9273f6ad366" providerId="LiveId" clId="{F36E82C0-65ED-4BE7-8730-0F102FB388DD}" dt="2026-06-09T15:44:44.778" v="1276" actId="207"/>
          <ac:spMkLst>
            <pc:docMk/>
            <pc:sldMk cId="620191703" sldId="310"/>
            <ac:spMk id="16" creationId="{DDE7844C-BA80-934F-3190-A572BBAB7074}"/>
          </ac:spMkLst>
        </pc:spChg>
        <pc:spChg chg="add mod">
          <ac:chgData name="Michael Whitehouse" userId="0ecba9273f6ad366" providerId="LiveId" clId="{F36E82C0-65ED-4BE7-8730-0F102FB388DD}" dt="2026-06-09T15:44:44.796" v="1286" actId="207"/>
          <ac:spMkLst>
            <pc:docMk/>
            <pc:sldMk cId="620191703" sldId="310"/>
            <ac:spMk id="17" creationId="{42A45BFE-EA3A-F531-5EC5-EEE5B8ACE82A}"/>
          </ac:spMkLst>
        </pc:spChg>
      </pc:sldChg>
      <pc:sldChg chg="addSp modSp add mod modClrScheme chgLayout">
        <pc:chgData name="Michael Whitehouse" userId="0ecba9273f6ad366" providerId="LiveId" clId="{F36E82C0-65ED-4BE7-8730-0F102FB388DD}" dt="2026-06-09T16:41:23.964" v="1868" actId="14100"/>
        <pc:sldMkLst>
          <pc:docMk/>
          <pc:sldMk cId="1216633250" sldId="311"/>
        </pc:sldMkLst>
        <pc:spChg chg="mod ord">
          <ac:chgData name="Michael Whitehouse" userId="0ecba9273f6ad366" providerId="LiveId" clId="{F36E82C0-65ED-4BE7-8730-0F102FB388DD}" dt="2026-06-09T16:41:21.885" v="1867" actId="700"/>
          <ac:spMkLst>
            <pc:docMk/>
            <pc:sldMk cId="1216633250" sldId="311"/>
            <ac:spMk id="2" creationId="{E774089B-8C14-C7FE-6AFE-96B3F94D0B0A}"/>
          </ac:spMkLst>
        </pc:spChg>
        <pc:spChg chg="add mod">
          <ac:chgData name="Michael Whitehouse" userId="0ecba9273f6ad366" providerId="LiveId" clId="{F36E82C0-65ED-4BE7-8730-0F102FB388DD}" dt="2026-06-09T16:41:23.964" v="1868" actId="14100"/>
          <ac:spMkLst>
            <pc:docMk/>
            <pc:sldMk cId="1216633250" sldId="311"/>
            <ac:spMk id="3" creationId="{6870D226-8C44-63C1-3CAA-79DBC5793B17}"/>
          </ac:spMkLst>
        </pc:spChg>
        <pc:spChg chg="add mod">
          <ac:chgData name="Michael Whitehouse" userId="0ecba9273f6ad366" providerId="LiveId" clId="{F36E82C0-65ED-4BE7-8730-0F102FB388DD}" dt="2026-06-09T15:44:45.043" v="1311" actId="207"/>
          <ac:spMkLst>
            <pc:docMk/>
            <pc:sldMk cId="1216633250" sldId="311"/>
            <ac:spMk id="4" creationId="{BAFE7F19-C622-4A59-ACBD-B18616A64397}"/>
          </ac:spMkLst>
        </pc:spChg>
        <pc:spChg chg="add mod">
          <ac:chgData name="Michael Whitehouse" userId="0ecba9273f6ad366" providerId="LiveId" clId="{F36E82C0-65ED-4BE7-8730-0F102FB388DD}" dt="2026-06-09T15:44:45.060" v="1321" actId="207"/>
          <ac:spMkLst>
            <pc:docMk/>
            <pc:sldMk cId="1216633250" sldId="311"/>
            <ac:spMk id="5" creationId="{288AC8AD-F62B-B311-15DC-434F1C2D32B5}"/>
          </ac:spMkLst>
        </pc:spChg>
      </pc:sldChg>
      <pc:sldChg chg="addSp modSp add mod modClrScheme chgLayout">
        <pc:chgData name="Michael Whitehouse" userId="0ecba9273f6ad366" providerId="LiveId" clId="{F36E82C0-65ED-4BE7-8730-0F102FB388DD}" dt="2026-06-09T16:41:42.021" v="1872" actId="14100"/>
        <pc:sldMkLst>
          <pc:docMk/>
          <pc:sldMk cId="1139400007" sldId="312"/>
        </pc:sldMkLst>
        <pc:spChg chg="mod ord">
          <ac:chgData name="Michael Whitehouse" userId="0ecba9273f6ad366" providerId="LiveId" clId="{F36E82C0-65ED-4BE7-8730-0F102FB388DD}" dt="2026-06-09T16:41:28.768" v="1869" actId="700"/>
          <ac:spMkLst>
            <pc:docMk/>
            <pc:sldMk cId="1139400007" sldId="312"/>
            <ac:spMk id="2" creationId="{0FDFF849-0550-0E95-E66B-ECEE2D1998D6}"/>
          </ac:spMkLst>
        </pc:spChg>
        <pc:spChg chg="add mod">
          <ac:chgData name="Michael Whitehouse" userId="0ecba9273f6ad366" providerId="LiveId" clId="{F36E82C0-65ED-4BE7-8730-0F102FB388DD}" dt="2026-06-09T16:41:42.021" v="1872" actId="14100"/>
          <ac:spMkLst>
            <pc:docMk/>
            <pc:sldMk cId="1139400007" sldId="312"/>
            <ac:spMk id="3" creationId="{C52D85CA-5436-8AE3-BF89-1DC894CB1F88}"/>
          </ac:spMkLst>
        </pc:spChg>
        <pc:spChg chg="add mod">
          <ac:chgData name="Michael Whitehouse" userId="0ecba9273f6ad366" providerId="LiveId" clId="{F36E82C0-65ED-4BE7-8730-0F102FB388DD}" dt="2026-06-09T15:44:45.323" v="1346" actId="207"/>
          <ac:spMkLst>
            <pc:docMk/>
            <pc:sldMk cId="1139400007" sldId="312"/>
            <ac:spMk id="4" creationId="{B34DFBFE-3A29-F100-D254-15A0496A3F18}"/>
          </ac:spMkLst>
        </pc:spChg>
        <pc:spChg chg="add mod">
          <ac:chgData name="Michael Whitehouse" userId="0ecba9273f6ad366" providerId="LiveId" clId="{F36E82C0-65ED-4BE7-8730-0F102FB388DD}" dt="2026-06-09T15:44:45.340" v="1356" actId="207"/>
          <ac:spMkLst>
            <pc:docMk/>
            <pc:sldMk cId="1139400007" sldId="312"/>
            <ac:spMk id="5" creationId="{5F59CEA8-8D05-F151-CD83-355AE943589B}"/>
          </ac:spMkLst>
        </pc:spChg>
      </pc:sldChg>
      <pc:sldChg chg="addSp modSp add mod modClrScheme chgLayout">
        <pc:chgData name="Michael Whitehouse" userId="0ecba9273f6ad366" providerId="LiveId" clId="{F36E82C0-65ED-4BE7-8730-0F102FB388DD}" dt="2026-06-09T16:49:27.738" v="1900" actId="27636"/>
        <pc:sldMkLst>
          <pc:docMk/>
          <pc:sldMk cId="612707807" sldId="313"/>
        </pc:sldMkLst>
        <pc:spChg chg="mod ord">
          <ac:chgData name="Michael Whitehouse" userId="0ecba9273f6ad366" providerId="LiveId" clId="{F36E82C0-65ED-4BE7-8730-0F102FB388DD}" dt="2026-06-09T16:49:27.710" v="1898" actId="700"/>
          <ac:spMkLst>
            <pc:docMk/>
            <pc:sldMk cId="612707807" sldId="313"/>
            <ac:spMk id="2" creationId="{84652487-135A-6C9D-C3B6-B9ED895B4DA8}"/>
          </ac:spMkLst>
        </pc:spChg>
        <pc:spChg chg="mod ord">
          <ac:chgData name="Michael Whitehouse" userId="0ecba9273f6ad366" providerId="LiveId" clId="{F36E82C0-65ED-4BE7-8730-0F102FB388DD}" dt="2026-06-09T16:49:27.737" v="1899" actId="27636"/>
          <ac:spMkLst>
            <pc:docMk/>
            <pc:sldMk cId="612707807" sldId="313"/>
            <ac:spMk id="3" creationId="{C8C2A183-F27F-0C29-1D95-D7E0AE6A6BA3}"/>
          </ac:spMkLst>
        </pc:spChg>
        <pc:spChg chg="mod ord">
          <ac:chgData name="Michael Whitehouse" userId="0ecba9273f6ad366" providerId="LiveId" clId="{F36E82C0-65ED-4BE7-8730-0F102FB388DD}" dt="2026-06-09T16:49:27.710" v="1898" actId="700"/>
          <ac:spMkLst>
            <pc:docMk/>
            <pc:sldMk cId="612707807" sldId="313"/>
            <ac:spMk id="4" creationId="{FC94FE2F-E06D-9EA6-EDA7-FB5915C78F35}"/>
          </ac:spMkLst>
        </pc:spChg>
        <pc:spChg chg="mod ord">
          <ac:chgData name="Michael Whitehouse" userId="0ecba9273f6ad366" providerId="LiveId" clId="{F36E82C0-65ED-4BE7-8730-0F102FB388DD}" dt="2026-06-09T16:49:27.710" v="1898" actId="700"/>
          <ac:spMkLst>
            <pc:docMk/>
            <pc:sldMk cId="612707807" sldId="313"/>
            <ac:spMk id="5" creationId="{8C879B58-61A6-3393-D600-26FE866ADFA8}"/>
          </ac:spMkLst>
        </pc:spChg>
        <pc:spChg chg="mod ord">
          <ac:chgData name="Michael Whitehouse" userId="0ecba9273f6ad366" providerId="LiveId" clId="{F36E82C0-65ED-4BE7-8730-0F102FB388DD}" dt="2026-06-09T16:49:27.738" v="1900" actId="27636"/>
          <ac:spMkLst>
            <pc:docMk/>
            <pc:sldMk cId="612707807" sldId="313"/>
            <ac:spMk id="6" creationId="{128B7374-8D97-FBFF-5F51-D10FC0E7BCD5}"/>
          </ac:spMkLst>
        </pc:spChg>
        <pc:spChg chg="add mod">
          <ac:chgData name="Michael Whitehouse" userId="0ecba9273f6ad366" providerId="LiveId" clId="{F36E82C0-65ED-4BE7-8730-0F102FB388DD}" dt="2026-06-09T15:44:45.560" v="1390" actId="207"/>
          <ac:spMkLst>
            <pc:docMk/>
            <pc:sldMk cId="612707807" sldId="313"/>
            <ac:spMk id="7" creationId="{EA13B8DA-BA32-BE4A-3AAC-BCC163B72A4F}"/>
          </ac:spMkLst>
        </pc:spChg>
        <pc:spChg chg="add mod">
          <ac:chgData name="Michael Whitehouse" userId="0ecba9273f6ad366" providerId="LiveId" clId="{F36E82C0-65ED-4BE7-8730-0F102FB388DD}" dt="2026-06-09T15:44:45.578" v="1400" actId="207"/>
          <ac:spMkLst>
            <pc:docMk/>
            <pc:sldMk cId="612707807" sldId="313"/>
            <ac:spMk id="8" creationId="{CC25B100-DC8F-D6C2-7E8E-2B0E146DF8C6}"/>
          </ac:spMkLst>
        </pc:spChg>
      </pc:sldChg>
      <pc:sldChg chg="addSp delSp modSp add mod">
        <pc:chgData name="Michael Whitehouse" userId="0ecba9273f6ad366" providerId="LiveId" clId="{F36E82C0-65ED-4BE7-8730-0F102FB388DD}" dt="2026-06-09T16:42:16.190" v="1878" actId="1076"/>
        <pc:sldMkLst>
          <pc:docMk/>
          <pc:sldMk cId="425063691" sldId="314"/>
        </pc:sldMkLst>
        <pc:spChg chg="mod">
          <ac:chgData name="Michael Whitehouse" userId="0ecba9273f6ad366" providerId="LiveId" clId="{F36E82C0-65ED-4BE7-8730-0F102FB388DD}" dt="2026-06-09T16:42:16.190" v="1878" actId="1076"/>
          <ac:spMkLst>
            <pc:docMk/>
            <pc:sldMk cId="425063691" sldId="314"/>
            <ac:spMk id="2" creationId="{57291E46-55D3-FF1E-A8A6-D170B0AA4538}"/>
          </ac:spMkLst>
        </pc:spChg>
        <pc:spChg chg="add mod">
          <ac:chgData name="Michael Whitehouse" userId="0ecba9273f6ad366" providerId="LiveId" clId="{F36E82C0-65ED-4BE7-8730-0F102FB388DD}" dt="2026-06-09T16:42:07.587" v="1876" actId="14100"/>
          <ac:spMkLst>
            <pc:docMk/>
            <pc:sldMk cId="425063691" sldId="314"/>
            <ac:spMk id="9" creationId="{0312B4F2-6A1D-A348-CCCB-A860AF30B5A6}"/>
          </ac:spMkLst>
        </pc:spChg>
        <pc:spChg chg="add mod">
          <ac:chgData name="Michael Whitehouse" userId="0ecba9273f6ad366" providerId="LiveId" clId="{F36E82C0-65ED-4BE7-8730-0F102FB388DD}" dt="2026-06-09T16:42:16.190" v="1878" actId="1076"/>
          <ac:spMkLst>
            <pc:docMk/>
            <pc:sldMk cId="425063691" sldId="314"/>
            <ac:spMk id="10" creationId="{D9D8E4A2-45C8-5A91-F89A-392107D3CC5A}"/>
          </ac:spMkLst>
        </pc:spChg>
        <pc:spChg chg="add mod">
          <ac:chgData name="Michael Whitehouse" userId="0ecba9273f6ad366" providerId="LiveId" clId="{F36E82C0-65ED-4BE7-8730-0F102FB388DD}" dt="2026-06-09T16:42:07.587" v="1876" actId="14100"/>
          <ac:spMkLst>
            <pc:docMk/>
            <pc:sldMk cId="425063691" sldId="314"/>
            <ac:spMk id="11" creationId="{9FD627FE-986F-FA9E-0D11-39797B40D8BD}"/>
          </ac:spMkLst>
        </pc:spChg>
        <pc:spChg chg="add mod">
          <ac:chgData name="Michael Whitehouse" userId="0ecba9273f6ad366" providerId="LiveId" clId="{F36E82C0-65ED-4BE7-8730-0F102FB388DD}" dt="2026-06-09T16:42:07.587" v="1876" actId="14100"/>
          <ac:spMkLst>
            <pc:docMk/>
            <pc:sldMk cId="425063691" sldId="314"/>
            <ac:spMk id="12" creationId="{F6DE00F7-68AC-6D4C-3B78-EC606E40B330}"/>
          </ac:spMkLst>
        </pc:spChg>
        <pc:spChg chg="add mod">
          <ac:chgData name="Michael Whitehouse" userId="0ecba9273f6ad366" providerId="LiveId" clId="{F36E82C0-65ED-4BE7-8730-0F102FB388DD}" dt="2026-06-09T16:42:16.190" v="1878" actId="1076"/>
          <ac:spMkLst>
            <pc:docMk/>
            <pc:sldMk cId="425063691" sldId="314"/>
            <ac:spMk id="13" creationId="{99D45EF3-E5A7-C252-D0FA-436CA05669B5}"/>
          </ac:spMkLst>
        </pc:spChg>
        <pc:spChg chg="add mod">
          <ac:chgData name="Michael Whitehouse" userId="0ecba9273f6ad366" providerId="LiveId" clId="{F36E82C0-65ED-4BE7-8730-0F102FB388DD}" dt="2026-06-09T16:42:16.190" v="1878" actId="1076"/>
          <ac:spMkLst>
            <pc:docMk/>
            <pc:sldMk cId="425063691" sldId="314"/>
            <ac:spMk id="14" creationId="{325A8F8E-B05B-766E-EED6-868F0AD0C38F}"/>
          </ac:spMkLst>
        </pc:spChg>
        <pc:spChg chg="add mod">
          <ac:chgData name="Michael Whitehouse" userId="0ecba9273f6ad366" providerId="LiveId" clId="{F36E82C0-65ED-4BE7-8730-0F102FB388DD}" dt="2026-06-09T16:42:07.587" v="1876" actId="14100"/>
          <ac:spMkLst>
            <pc:docMk/>
            <pc:sldMk cId="425063691" sldId="314"/>
            <ac:spMk id="15" creationId="{8946ABF1-B488-3051-F49C-8E50FEFF12D1}"/>
          </ac:spMkLst>
        </pc:spChg>
        <pc:spChg chg="add mod">
          <ac:chgData name="Michael Whitehouse" userId="0ecba9273f6ad366" providerId="LiveId" clId="{F36E82C0-65ED-4BE7-8730-0F102FB388DD}" dt="2026-06-09T16:42:16.190" v="1878" actId="1076"/>
          <ac:spMkLst>
            <pc:docMk/>
            <pc:sldMk cId="425063691" sldId="314"/>
            <ac:spMk id="16" creationId="{CC4A02B6-C2F8-4692-91E5-BBCED8C3B6D3}"/>
          </ac:spMkLst>
        </pc:spChg>
        <pc:spChg chg="add mod">
          <ac:chgData name="Michael Whitehouse" userId="0ecba9273f6ad366" providerId="LiveId" clId="{F36E82C0-65ED-4BE7-8730-0F102FB388DD}" dt="2026-06-09T16:42:16.190" v="1878" actId="1076"/>
          <ac:spMkLst>
            <pc:docMk/>
            <pc:sldMk cId="425063691" sldId="314"/>
            <ac:spMk id="17" creationId="{0F018E77-26B8-BF07-959D-4C7BA67C5F71}"/>
          </ac:spMkLst>
        </pc:spChg>
        <pc:spChg chg="add mod">
          <ac:chgData name="Michael Whitehouse" userId="0ecba9273f6ad366" providerId="LiveId" clId="{F36E82C0-65ED-4BE7-8730-0F102FB388DD}" dt="2026-06-09T16:42:07.587" v="1876" actId="14100"/>
          <ac:spMkLst>
            <pc:docMk/>
            <pc:sldMk cId="425063691" sldId="314"/>
            <ac:spMk id="18" creationId="{3FF93A6E-8E98-0789-408F-D248A4DFC02A}"/>
          </ac:spMkLst>
        </pc:spChg>
        <pc:spChg chg="add mod">
          <ac:chgData name="Michael Whitehouse" userId="0ecba9273f6ad366" providerId="LiveId" clId="{F36E82C0-65ED-4BE7-8730-0F102FB388DD}" dt="2026-06-09T15:44:48.326" v="1530" actId="139"/>
          <ac:spMkLst>
            <pc:docMk/>
            <pc:sldMk cId="425063691" sldId="314"/>
            <ac:spMk id="19" creationId="{CE7BBF9F-CEBF-AF89-7D91-F0F4C40C65EE}"/>
          </ac:spMkLst>
        </pc:spChg>
        <pc:spChg chg="add mod">
          <ac:chgData name="Michael Whitehouse" userId="0ecba9273f6ad366" providerId="LiveId" clId="{F36E82C0-65ED-4BE7-8730-0F102FB388DD}" dt="2026-06-09T16:42:16.190" v="1878" actId="1076"/>
          <ac:spMkLst>
            <pc:docMk/>
            <pc:sldMk cId="425063691" sldId="314"/>
            <ac:spMk id="20" creationId="{51BB6291-4754-8EC3-9E5E-DCA38202FE5A}"/>
          </ac:spMkLst>
        </pc:spChg>
        <pc:spChg chg="add mod">
          <ac:chgData name="Michael Whitehouse" userId="0ecba9273f6ad366" providerId="LiveId" clId="{F36E82C0-65ED-4BE7-8730-0F102FB388DD}" dt="2026-06-09T16:42:16.190" v="1878" actId="1076"/>
          <ac:spMkLst>
            <pc:docMk/>
            <pc:sldMk cId="425063691" sldId="314"/>
            <ac:spMk id="21" creationId="{29CBE4A0-75A7-D28F-7861-73F21CE13D89}"/>
          </ac:spMkLst>
        </pc:spChg>
        <pc:spChg chg="add mod">
          <ac:chgData name="Michael Whitehouse" userId="0ecba9273f6ad366" providerId="LiveId" clId="{F36E82C0-65ED-4BE7-8730-0F102FB388DD}" dt="2026-06-09T16:42:16.190" v="1878" actId="1076"/>
          <ac:spMkLst>
            <pc:docMk/>
            <pc:sldMk cId="425063691" sldId="314"/>
            <ac:spMk id="22" creationId="{0B5862F0-5C63-C2FC-0CE2-543E64BFCC78}"/>
          </ac:spMkLst>
        </pc:spChg>
        <pc:spChg chg="add mod">
          <ac:chgData name="Michael Whitehouse" userId="0ecba9273f6ad366" providerId="LiveId" clId="{F36E82C0-65ED-4BE7-8730-0F102FB388DD}" dt="2026-06-09T15:44:48.867" v="1571" actId="139"/>
          <ac:spMkLst>
            <pc:docMk/>
            <pc:sldMk cId="425063691" sldId="314"/>
            <ac:spMk id="23" creationId="{2B2B3657-23AC-E951-7B24-C487528D1B72}"/>
          </ac:spMkLst>
        </pc:spChg>
        <pc:spChg chg="add mod">
          <ac:chgData name="Michael Whitehouse" userId="0ecba9273f6ad366" providerId="LiveId" clId="{F36E82C0-65ED-4BE7-8730-0F102FB388DD}" dt="2026-06-09T16:42:07.587" v="1876" actId="14100"/>
          <ac:spMkLst>
            <pc:docMk/>
            <pc:sldMk cId="425063691" sldId="314"/>
            <ac:spMk id="24" creationId="{D20ACD39-B7CF-AB4F-7E69-D6E4345430FA}"/>
          </ac:spMkLst>
        </pc:spChg>
        <pc:spChg chg="add mod">
          <ac:chgData name="Michael Whitehouse" userId="0ecba9273f6ad366" providerId="LiveId" clId="{F36E82C0-65ED-4BE7-8730-0F102FB388DD}" dt="2026-06-09T16:42:07.587" v="1876" actId="14100"/>
          <ac:spMkLst>
            <pc:docMk/>
            <pc:sldMk cId="425063691" sldId="314"/>
            <ac:spMk id="25" creationId="{E2C83E60-1FBC-2C31-246B-C6C687C85C3C}"/>
          </ac:spMkLst>
        </pc:spChg>
        <pc:spChg chg="add mod">
          <ac:chgData name="Michael Whitehouse" userId="0ecba9273f6ad366" providerId="LiveId" clId="{F36E82C0-65ED-4BE7-8730-0F102FB388DD}" dt="2026-06-09T16:41:56.024" v="1874" actId="14100"/>
          <ac:spMkLst>
            <pc:docMk/>
            <pc:sldMk cId="425063691" sldId="314"/>
            <ac:spMk id="26" creationId="{D8B7EBC1-9ACB-2CF4-C8F0-D14600263578}"/>
          </ac:spMkLst>
        </pc:spChg>
        <pc:spChg chg="add mod">
          <ac:chgData name="Michael Whitehouse" userId="0ecba9273f6ad366" providerId="LiveId" clId="{F36E82C0-65ED-4BE7-8730-0F102FB388DD}" dt="2026-06-09T16:42:16.190" v="1878" actId="1076"/>
          <ac:spMkLst>
            <pc:docMk/>
            <pc:sldMk cId="425063691" sldId="314"/>
            <ac:spMk id="27" creationId="{848D1610-1F34-ADBA-BCA1-7A4E6DCF52F6}"/>
          </ac:spMkLst>
        </pc:spChg>
        <pc:spChg chg="add mod">
          <ac:chgData name="Michael Whitehouse" userId="0ecba9273f6ad366" providerId="LiveId" clId="{F36E82C0-65ED-4BE7-8730-0F102FB388DD}" dt="2026-06-09T15:44:49.384" v="1622" actId="207"/>
          <ac:spMkLst>
            <pc:docMk/>
            <pc:sldMk cId="425063691" sldId="314"/>
            <ac:spMk id="28" creationId="{4B2CCCBC-ADEA-F538-03AF-E68E1EC23475}"/>
          </ac:spMkLst>
        </pc:spChg>
        <pc:spChg chg="add mod">
          <ac:chgData name="Michael Whitehouse" userId="0ecba9273f6ad366" providerId="LiveId" clId="{F36E82C0-65ED-4BE7-8730-0F102FB388DD}" dt="2026-06-09T15:44:49.404" v="1632" actId="207"/>
          <ac:spMkLst>
            <pc:docMk/>
            <pc:sldMk cId="425063691" sldId="314"/>
            <ac:spMk id="29" creationId="{ADF4D749-21D2-488A-0137-5E457E53B325}"/>
          </ac:spMkLst>
        </pc:spChg>
      </pc:sldChg>
      <pc:sldChg chg="addSp modSp add mod">
        <pc:chgData name="Michael Whitehouse" userId="0ecba9273f6ad366" providerId="LiveId" clId="{F36E82C0-65ED-4BE7-8730-0F102FB388DD}" dt="2026-06-09T15:44:50.370" v="1701" actId="207"/>
        <pc:sldMkLst>
          <pc:docMk/>
          <pc:sldMk cId="90119630" sldId="315"/>
        </pc:sldMkLst>
        <pc:spChg chg="mod">
          <ac:chgData name="Michael Whitehouse" userId="0ecba9273f6ad366" providerId="LiveId" clId="{F36E82C0-65ED-4BE7-8730-0F102FB388DD}" dt="2026-06-09T15:44:49.412" v="1636" actId="139"/>
          <ac:spMkLst>
            <pc:docMk/>
            <pc:sldMk cId="90119630" sldId="315"/>
            <ac:spMk id="2" creationId="{A64495E9-5C28-9ED0-8266-CE7FB97D762C}"/>
          </ac:spMkLst>
        </pc:spChg>
        <pc:spChg chg="add mod">
          <ac:chgData name="Michael Whitehouse" userId="0ecba9273f6ad366" providerId="LiveId" clId="{F36E82C0-65ED-4BE7-8730-0F102FB388DD}" dt="2026-06-09T15:44:49.933" v="1648" actId="207"/>
          <ac:spMkLst>
            <pc:docMk/>
            <pc:sldMk cId="90119630" sldId="315"/>
            <ac:spMk id="3" creationId="{0185656B-B137-1752-93F2-1F76E150CE4F}"/>
          </ac:spMkLst>
        </pc:spChg>
        <pc:spChg chg="add mod">
          <ac:chgData name="Michael Whitehouse" userId="0ecba9273f6ad366" providerId="LiveId" clId="{F36E82C0-65ED-4BE7-8730-0F102FB388DD}" dt="2026-06-09T15:44:50.074" v="1660" actId="207"/>
          <ac:spMkLst>
            <pc:docMk/>
            <pc:sldMk cId="90119630" sldId="315"/>
            <ac:spMk id="4" creationId="{784CB774-6A5F-6E0B-7AEC-BEFF59BACF7F}"/>
          </ac:spMkLst>
        </pc:spChg>
        <pc:spChg chg="add mod">
          <ac:chgData name="Michael Whitehouse" userId="0ecba9273f6ad366" providerId="LiveId" clId="{F36E82C0-65ED-4BE7-8730-0F102FB388DD}" dt="2026-06-09T15:44:50.200" v="1669"/>
          <ac:spMkLst>
            <pc:docMk/>
            <pc:sldMk cId="90119630" sldId="315"/>
            <ac:spMk id="5" creationId="{BEAB3952-128D-BC97-4B45-616648CA1875}"/>
          </ac:spMkLst>
        </pc:spChg>
        <pc:spChg chg="add mod">
          <ac:chgData name="Michael Whitehouse" userId="0ecba9273f6ad366" providerId="LiveId" clId="{F36E82C0-65ED-4BE7-8730-0F102FB388DD}" dt="2026-06-09T15:44:50.333" v="1681" actId="207"/>
          <ac:spMkLst>
            <pc:docMk/>
            <pc:sldMk cId="90119630" sldId="315"/>
            <ac:spMk id="6" creationId="{A6816727-1505-B01B-A5ED-EA3E6773E44D}"/>
          </ac:spMkLst>
        </pc:spChg>
        <pc:spChg chg="add mod">
          <ac:chgData name="Michael Whitehouse" userId="0ecba9273f6ad366" providerId="LiveId" clId="{F36E82C0-65ED-4BE7-8730-0F102FB388DD}" dt="2026-06-09T15:44:50.351" v="1691" actId="207"/>
          <ac:spMkLst>
            <pc:docMk/>
            <pc:sldMk cId="90119630" sldId="315"/>
            <ac:spMk id="7" creationId="{D1DDC211-33C9-DED8-602C-7F7C42C0458E}"/>
          </ac:spMkLst>
        </pc:spChg>
        <pc:spChg chg="add mod">
          <ac:chgData name="Michael Whitehouse" userId="0ecba9273f6ad366" providerId="LiveId" clId="{F36E82C0-65ED-4BE7-8730-0F102FB388DD}" dt="2026-06-09T15:44:50.370" v="1701" actId="207"/>
          <ac:spMkLst>
            <pc:docMk/>
            <pc:sldMk cId="90119630" sldId="315"/>
            <ac:spMk id="8" creationId="{2BA664B9-E771-DB7A-2E6A-82AFFC222151}"/>
          </ac:spMkLst>
        </pc:spChg>
      </pc:sldChg>
      <pc:sldChg chg="addSp new mod">
        <pc:chgData name="Michael Whitehouse" userId="0ecba9273f6ad366" providerId="LiveId" clId="{F36E82C0-65ED-4BE7-8730-0F102FB388DD}" dt="2026-06-09T16:14:41.126" v="1772" actId="22"/>
        <pc:sldMkLst>
          <pc:docMk/>
          <pc:sldMk cId="3218417753" sldId="316"/>
        </pc:sldMkLst>
        <pc:picChg chg="add">
          <ac:chgData name="Michael Whitehouse" userId="0ecba9273f6ad366" providerId="LiveId" clId="{F36E82C0-65ED-4BE7-8730-0F102FB388DD}" dt="2026-06-09T16:14:41.126" v="1772" actId="22"/>
          <ac:picMkLst>
            <pc:docMk/>
            <pc:sldMk cId="3218417753" sldId="316"/>
            <ac:picMk id="4" creationId="{85B684BB-FF80-EBD8-31F2-36B503E479EA}"/>
          </ac:picMkLst>
        </pc:picChg>
      </pc:sldChg>
      <pc:sldMasterChg chg="delSp mod">
        <pc:chgData name="Michael Whitehouse" userId="0ecba9273f6ad366" providerId="LiveId" clId="{F36E82C0-65ED-4BE7-8730-0F102FB388DD}" dt="2026-06-09T15:44:26.974" v="1"/>
        <pc:sldMasterMkLst>
          <pc:docMk/>
          <pc:sldMasterMk cId="1815820217" sldId="2147483650"/>
        </pc:sldMasterMkLst>
      </pc:sldMasterChg>
      <pc:sldMasterChg chg="delSp mod">
        <pc:chgData name="Michael Whitehouse" userId="0ecba9273f6ad366" providerId="LiveId" clId="{F36E82C0-65ED-4BE7-8730-0F102FB388DD}" dt="2026-06-09T15:44:26.998" v="3"/>
        <pc:sldMasterMkLst>
          <pc:docMk/>
          <pc:sldMasterMk cId="1617110785" sldId="214748375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9558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970034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20114996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408711819"/>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79414003"/>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1770557357"/>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52424378"/>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99757154"/>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24880397"/>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28737908"/>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54456763"/>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02112136"/>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97349429"/>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02302292"/>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7003303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0493101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7140540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3032461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5488029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31164440"/>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82183119"/>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1833815642"/>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18963017"/>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2348689033"/>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91198602"/>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24872764"/>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25616904"/>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16392533"/>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046017974"/>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22104803"/>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93637354"/>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82102822"/>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0846771"/>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44515171"/>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64268823"/>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113631047"/>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12003844"/>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29618066"/>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88166075"/>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37467972"/>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9722866"/>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25631741"/>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6899445"/>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02948770"/>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2272882092"/>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592068858"/>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2640365773"/>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9294344"/>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2561370015"/>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9478172"/>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0731768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2793759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93893535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266673133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69302464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00901721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7128453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19436704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4946074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3697717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0285684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94627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9497776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6302611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90346504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48941937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6966669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86439079"/>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261060085"/>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766804009"/>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910037638"/>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72400232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31401128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83291205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13348053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53659105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75938102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88063838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23128594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00307684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04804214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12598452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68221656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2582833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263907840"/>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114111636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16356295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124984301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4964350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59313469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52742876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408459325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163882502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1627190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26309991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7702937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08346785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2239110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9292470"/>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582535950"/>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473069971"/>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1149201004"/>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262324355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95627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292430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1063286532"/>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817825969"/>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1986601698"/>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65059131"/>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68595917"/>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05856541"/>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36216488"/>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06280715"/>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38581791"/>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4127162"/>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17351820"/>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2847652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7063504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8355715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860299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328519283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275165924"/>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847688285"/>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772044379"/>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614025738"/>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396683891"/>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1345098"/>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203027794"/>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52487665"/>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11919131"/>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039928272"/>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2970516126"/>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737172119"/>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85455971"/>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768846361"/>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85192353"/>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478208800"/>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541622376"/>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748390456"/>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621938704"/>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54315553"/>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2769302514"/>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1411626"/>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1439954"/>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789823528"/>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22635909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8788502"/>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804525398"/>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920516590"/>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539400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11507281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495045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815820217"/>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617110785"/>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BC061-261C-B3B0-EA72-11420E79FD43}"/>
              </a:ext>
            </a:extLst>
          </p:cNvPr>
          <p:cNvSpPr>
            <a:spLocks noGrp="1"/>
          </p:cNvSpPr>
          <p:nvPr>
            <p:ph type="title"/>
          </p:nvPr>
        </p:nvSpPr>
        <p:spPr/>
        <p:txBody>
          <a:bodyPr/>
          <a:lstStyle/>
          <a:p>
            <a:r>
              <a:rPr lang="en-GB"/>
              <a:t>Chapter 8: Managing Local
Storage</a:t>
            </a:r>
          </a:p>
        </p:txBody>
      </p:sp>
      <p:sp>
        <p:nvSpPr>
          <p:cNvPr id="3" name="Text Placeholder 2">
            <a:extLst>
              <a:ext uri="{FF2B5EF4-FFF2-40B4-BE49-F238E27FC236}">
                <a16:creationId xmlns:a16="http://schemas.microsoft.com/office/drawing/2014/main" id="{91532F7C-1BA6-74D6-EC9A-DF390B4CDAC4}"/>
              </a:ext>
            </a:extLst>
          </p:cNvPr>
          <p:cNvSpPr>
            <a:spLocks noGrp="1"/>
          </p:cNvSpPr>
          <p:nvPr>
            <p:ph type="body" sz="quarter" idx="15"/>
          </p:nvPr>
        </p:nvSpPr>
        <p:spPr>
          <a:xfrm>
            <a:off x="331851" y="3262586"/>
            <a:ext cx="7202114" cy="388440"/>
          </a:xfrm>
        </p:spPr>
        <p:txBody>
          <a:bodyPr/>
          <a:lstStyle/>
          <a:p>
            <a:r>
              <a:rPr lang="en-GB"/>
              <a:t>Instructor-led overview and operational guidance</a:t>
            </a:r>
          </a:p>
        </p:txBody>
      </p:sp>
    </p:spTree>
    <p:extLst>
      <p:ext uri="{BB962C8B-B14F-4D97-AF65-F5344CB8AC3E}">
        <p14:creationId xmlns:p14="http://schemas.microsoft.com/office/powerpoint/2010/main" val="1034770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4CD4B-6CA1-AB37-3467-46ABEA59B0B0}"/>
              </a:ext>
            </a:extLst>
          </p:cNvPr>
          <p:cNvSpPr>
            <a:spLocks noGrp="1"/>
          </p:cNvSpPr>
          <p:nvPr>
            <p:ph type="title"/>
          </p:nvPr>
        </p:nvSpPr>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55D1371D-98B3-9D7A-4C1C-836703DF642C}"/>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the key administrative ideas in Chapter 8</a:t>
            </a:r>
          </a:p>
        </p:txBody>
      </p:sp>
      <p:sp>
        <p:nvSpPr>
          <p:cNvPr id="4" name="Text Placeholder 3">
            <a:extLst>
              <a:ext uri="{FF2B5EF4-FFF2-40B4-BE49-F238E27FC236}">
                <a16:creationId xmlns:a16="http://schemas.microsoft.com/office/drawing/2014/main" id="{A6EA01EB-E213-75A8-8429-5A2D5CC16CCB}"/>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Identify the relevant Windows Server tools, workflows, and decision points</a:t>
            </a:r>
          </a:p>
        </p:txBody>
      </p:sp>
      <p:sp>
        <p:nvSpPr>
          <p:cNvPr id="5" name="Text Placeholder 4">
            <a:extLst>
              <a:ext uri="{FF2B5EF4-FFF2-40B4-BE49-F238E27FC236}">
                <a16:creationId xmlns:a16="http://schemas.microsoft.com/office/drawing/2014/main" id="{859DE871-A834-93F4-65D0-20CDEBDD6DE9}"/>
              </a:ext>
            </a:extLst>
          </p:cNvPr>
          <p:cNvSpPr>
            <a:spLocks noGrp="1"/>
          </p:cNvSpPr>
          <p:nvPr>
            <p:ph type="body" sz="quarter" idx="4294967295"/>
          </p:nvPr>
        </p:nvSpPr>
        <p:spPr>
          <a:xfrm>
            <a:off x="1490663" y="2727325"/>
            <a:ext cx="7653337" cy="673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Relate the topic set to real operational and security practices</a:t>
            </a:r>
          </a:p>
        </p:txBody>
      </p:sp>
      <p:sp>
        <p:nvSpPr>
          <p:cNvPr id="6" name="Text Placeholder 5">
            <a:extLst>
              <a:ext uri="{FF2B5EF4-FFF2-40B4-BE49-F238E27FC236}">
                <a16:creationId xmlns:a16="http://schemas.microsoft.com/office/drawing/2014/main" id="{6452F3B0-D22B-2309-97DD-BD83953406EC}"/>
              </a:ext>
            </a:extLst>
          </p:cNvPr>
          <p:cNvSpPr>
            <a:spLocks noGrp="1"/>
          </p:cNvSpPr>
          <p:nvPr>
            <p:ph type="body" sz="quarter" idx="4294967295"/>
          </p:nvPr>
        </p:nvSpPr>
        <p:spPr>
          <a:xfrm>
            <a:off x="1490663" y="3544888"/>
            <a:ext cx="7653337" cy="67310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Prepare for later hands-on administration and troubleshooting work</a:t>
            </a:r>
          </a:p>
        </p:txBody>
      </p:sp>
      <p:sp>
        <p:nvSpPr>
          <p:cNvPr id="7" name="Course footer">
            <a:extLst>
              <a:ext uri="{FF2B5EF4-FFF2-40B4-BE49-F238E27FC236}">
                <a16:creationId xmlns:a16="http://schemas.microsoft.com/office/drawing/2014/main" id="{9A4E3722-AD31-4193-DDC6-40DD4585C00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B3CB4935-9ECC-8541-8710-DADCF2628E1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01054516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AF98D-2B7C-BE65-CB27-09A706164764}"/>
              </a:ext>
            </a:extLst>
          </p:cNvPr>
          <p:cNvSpPr>
            <a:spLocks noGrp="1"/>
          </p:cNvSpPr>
          <p:nvPr>
            <p:ph type="title"/>
          </p:nvPr>
        </p:nvSpPr>
        <p:spPr/>
        <p:txBody>
          <a:bodyPr wrap="square">
            <a:noAutofit/>
          </a:bodyPr>
          <a:lstStyle/>
          <a:p>
            <a:r>
              <a:rPr lang="en-GB" sz="1800"/>
              <a:t>Chapter Topics</a:t>
            </a:r>
          </a:p>
        </p:txBody>
      </p:sp>
      <p:sp>
        <p:nvSpPr>
          <p:cNvPr id="3" name="Text Placeholder 2">
            <a:extLst>
              <a:ext uri="{FF2B5EF4-FFF2-40B4-BE49-F238E27FC236}">
                <a16:creationId xmlns:a16="http://schemas.microsoft.com/office/drawing/2014/main" id="{F4F1CCA1-6BBD-E751-3618-1DCE308EF760}"/>
              </a:ext>
            </a:extLst>
          </p:cNvPr>
          <p:cNvSpPr>
            <a:spLocks noGrp="1"/>
          </p:cNvSpPr>
          <p:nvPr>
            <p:ph type="body" sz="quarter" idx="11"/>
          </p:nvPr>
        </p:nvSpPr>
        <p:spPr/>
        <p:txBody>
          <a:bodyPr>
            <a:normAutofit/>
          </a:bodyPr>
          <a:lstStyle/>
          <a:p>
            <a:r>
              <a:rPr lang="en-GB" sz="1800" dirty="0">
                <a:solidFill>
                  <a:srgbClr val="0076D4"/>
                </a:solidFill>
                <a:latin typeface="Segoe UI Semibold" panose="020B0702040204020203" pitchFamily="34" charset="0"/>
              </a:rPr>
              <a:t>01</a:t>
            </a:r>
            <a:r>
              <a:rPr lang="en-GB" sz="1800" dirty="0">
                <a:latin typeface="Segoe UI" panose="020B0502040204020203" pitchFamily="34" charset="0"/>
              </a:rPr>
              <a:t>  8.1 Disks</a:t>
            </a:r>
          </a:p>
        </p:txBody>
      </p:sp>
      <p:sp>
        <p:nvSpPr>
          <p:cNvPr id="4" name="Text Placeholder 3">
            <a:extLst>
              <a:ext uri="{FF2B5EF4-FFF2-40B4-BE49-F238E27FC236}">
                <a16:creationId xmlns:a16="http://schemas.microsoft.com/office/drawing/2014/main" id="{D04508DE-8BF6-E3AA-4F8C-C31C6C79A94C}"/>
              </a:ext>
            </a:extLst>
          </p:cNvPr>
          <p:cNvSpPr>
            <a:spLocks noGrp="1"/>
          </p:cNvSpPr>
          <p:nvPr>
            <p:ph type="body" sz="quarter" idx="15"/>
          </p:nvPr>
        </p:nvSpPr>
        <p:spPr/>
        <p:txBody>
          <a:bodyPr>
            <a:normAutofit/>
          </a:bodyPr>
          <a:lstStyle/>
          <a:p>
            <a:r>
              <a:rPr lang="en-GB" sz="1800" dirty="0">
                <a:solidFill>
                  <a:srgbClr val="0076D4"/>
                </a:solidFill>
                <a:latin typeface="Segoe UI Semibold" panose="020B0702040204020203" pitchFamily="34" charset="0"/>
              </a:rPr>
              <a:t>02</a:t>
            </a:r>
            <a:r>
              <a:rPr lang="en-GB" sz="1800" dirty="0">
                <a:latin typeface="Segoe UI" panose="020B0502040204020203" pitchFamily="34" charset="0"/>
              </a:rPr>
              <a:t>  8.2 Partitions</a:t>
            </a:r>
          </a:p>
        </p:txBody>
      </p:sp>
      <p:sp>
        <p:nvSpPr>
          <p:cNvPr id="5" name="Text Placeholder 4">
            <a:extLst>
              <a:ext uri="{FF2B5EF4-FFF2-40B4-BE49-F238E27FC236}">
                <a16:creationId xmlns:a16="http://schemas.microsoft.com/office/drawing/2014/main" id="{5A2C1D8C-5979-6D64-56B9-A1AD6CEB4AA5}"/>
              </a:ext>
            </a:extLst>
          </p:cNvPr>
          <p:cNvSpPr>
            <a:spLocks noGrp="1"/>
          </p:cNvSpPr>
          <p:nvPr>
            <p:ph type="body" sz="quarter" idx="17"/>
          </p:nvPr>
        </p:nvSpPr>
        <p:spPr/>
        <p:txBody>
          <a:bodyPr>
            <a:normAutofit/>
          </a:bodyPr>
          <a:lstStyle/>
          <a:p>
            <a:r>
              <a:rPr lang="en-GB" sz="1800" dirty="0">
                <a:solidFill>
                  <a:srgbClr val="0076D4"/>
                </a:solidFill>
                <a:latin typeface="Segoe UI Semibold" panose="020B0702040204020203" pitchFamily="34" charset="0"/>
              </a:rPr>
              <a:t>03</a:t>
            </a:r>
            <a:r>
              <a:rPr lang="en-GB" sz="1800" dirty="0">
                <a:latin typeface="Segoe UI" panose="020B0502040204020203" pitchFamily="34" charset="0"/>
              </a:rPr>
              <a:t>  8.3 Volumes</a:t>
            </a:r>
          </a:p>
        </p:txBody>
      </p:sp>
      <p:sp>
        <p:nvSpPr>
          <p:cNvPr id="6" name="Text Placeholder 5">
            <a:extLst>
              <a:ext uri="{FF2B5EF4-FFF2-40B4-BE49-F238E27FC236}">
                <a16:creationId xmlns:a16="http://schemas.microsoft.com/office/drawing/2014/main" id="{C790FBF4-81ED-CA5A-5F95-135B3B8BF24E}"/>
              </a:ext>
            </a:extLst>
          </p:cNvPr>
          <p:cNvSpPr>
            <a:spLocks noGrp="1"/>
          </p:cNvSpPr>
          <p:nvPr>
            <p:ph type="body" sz="quarter" idx="19"/>
          </p:nvPr>
        </p:nvSpPr>
        <p:spPr/>
        <p:txBody>
          <a:bodyPr>
            <a:normAutofit/>
          </a:bodyPr>
          <a:lstStyle/>
          <a:p>
            <a:r>
              <a:rPr lang="en-GB" sz="1800">
                <a:solidFill>
                  <a:srgbClr val="0076D4"/>
                </a:solidFill>
                <a:latin typeface="Segoe UI Semibold" panose="020B0702040204020203" pitchFamily="34" charset="0"/>
              </a:rPr>
              <a:t>04</a:t>
            </a:r>
            <a:r>
              <a:rPr lang="en-GB" sz="1800">
                <a:latin typeface="Segoe UI" panose="020B0502040204020203" pitchFamily="34" charset="0"/>
              </a:rPr>
              <a:t>  8.4 NTFS</a:t>
            </a:r>
          </a:p>
        </p:txBody>
      </p:sp>
      <p:sp>
        <p:nvSpPr>
          <p:cNvPr id="7" name="Text Placeholder 6">
            <a:extLst>
              <a:ext uri="{FF2B5EF4-FFF2-40B4-BE49-F238E27FC236}">
                <a16:creationId xmlns:a16="http://schemas.microsoft.com/office/drawing/2014/main" id="{24281261-F313-902F-D336-3239B3279678}"/>
              </a:ext>
            </a:extLst>
          </p:cNvPr>
          <p:cNvSpPr>
            <a:spLocks noGrp="1"/>
          </p:cNvSpPr>
          <p:nvPr>
            <p:ph type="body" sz="quarter" idx="21"/>
          </p:nvPr>
        </p:nvSpPr>
        <p:spPr/>
        <p:txBody>
          <a:bodyPr>
            <a:normAutofit/>
          </a:bodyPr>
          <a:lstStyle/>
          <a:p>
            <a:r>
              <a:rPr lang="en-GB" sz="1800" dirty="0">
                <a:solidFill>
                  <a:srgbClr val="0076D4"/>
                </a:solidFill>
                <a:latin typeface="Segoe UI Semibold" panose="020B0702040204020203" pitchFamily="34" charset="0"/>
              </a:rPr>
              <a:t>05</a:t>
            </a:r>
            <a:r>
              <a:rPr lang="en-GB" sz="1800" dirty="0">
                <a:latin typeface="Segoe UI" panose="020B0502040204020203" pitchFamily="34" charset="0"/>
              </a:rPr>
              <a:t>  8.5 </a:t>
            </a:r>
            <a:r>
              <a:rPr lang="en-GB" sz="1800" dirty="0" err="1">
                <a:latin typeface="Segoe UI" panose="020B0502040204020203" pitchFamily="34" charset="0"/>
              </a:rPr>
              <a:t>ReFS</a:t>
            </a:r>
            <a:endParaRPr lang="en-GB" sz="1800" dirty="0">
              <a:latin typeface="Segoe UI" panose="020B0502040204020203" pitchFamily="34" charset="0"/>
            </a:endParaRPr>
          </a:p>
        </p:txBody>
      </p:sp>
      <p:sp>
        <p:nvSpPr>
          <p:cNvPr id="8" name="Text Placeholder 7">
            <a:extLst>
              <a:ext uri="{FF2B5EF4-FFF2-40B4-BE49-F238E27FC236}">
                <a16:creationId xmlns:a16="http://schemas.microsoft.com/office/drawing/2014/main" id="{1F4092E0-E403-2591-ADA8-EA8D48F9D773}"/>
              </a:ext>
            </a:extLst>
          </p:cNvPr>
          <p:cNvSpPr>
            <a:spLocks noGrp="1"/>
          </p:cNvSpPr>
          <p:nvPr>
            <p:ph type="body" sz="quarter" idx="22"/>
          </p:nvPr>
        </p:nvSpPr>
        <p:spPr/>
        <p:txBody>
          <a:bodyPr>
            <a:normAutofit/>
          </a:bodyPr>
          <a:lstStyle/>
          <a:p>
            <a:r>
              <a:rPr lang="en-GB" sz="1800" dirty="0">
                <a:solidFill>
                  <a:srgbClr val="0076D4"/>
                </a:solidFill>
                <a:latin typeface="Segoe UI Semibold" panose="020B0702040204020203" pitchFamily="34" charset="0"/>
              </a:rPr>
              <a:t>06</a:t>
            </a:r>
            <a:r>
              <a:rPr lang="en-GB" sz="1800" dirty="0">
                <a:latin typeface="Segoe UI" panose="020B0502040204020203" pitchFamily="34" charset="0"/>
              </a:rPr>
              <a:t>  8.6 RAID</a:t>
            </a:r>
          </a:p>
        </p:txBody>
      </p:sp>
      <p:sp>
        <p:nvSpPr>
          <p:cNvPr id="9" name="Text Placeholder 8">
            <a:extLst>
              <a:ext uri="{FF2B5EF4-FFF2-40B4-BE49-F238E27FC236}">
                <a16:creationId xmlns:a16="http://schemas.microsoft.com/office/drawing/2014/main" id="{7EB49ED9-08BF-8323-BA7C-935D3A8A748C}"/>
              </a:ext>
            </a:extLst>
          </p:cNvPr>
          <p:cNvSpPr>
            <a:spLocks noGrp="1"/>
          </p:cNvSpPr>
          <p:nvPr>
            <p:ph type="body" sz="quarter" idx="23"/>
          </p:nvPr>
        </p:nvSpPr>
        <p:spPr>
          <a:xfrm>
            <a:off x="3058717" y="3724385"/>
            <a:ext cx="5771302" cy="506917"/>
          </a:xfrm>
        </p:spPr>
        <p:txBody>
          <a:bodyPr>
            <a:normAutofit/>
          </a:bodyPr>
          <a:lstStyle/>
          <a:p>
            <a:r>
              <a:rPr lang="en-GB" sz="1800" dirty="0">
                <a:solidFill>
                  <a:srgbClr val="0076D4"/>
                </a:solidFill>
                <a:latin typeface="Segoe UI Semibold" panose="020B0702040204020203" pitchFamily="34" charset="0"/>
              </a:rPr>
              <a:t>07</a:t>
            </a:r>
            <a:r>
              <a:rPr lang="en-GB" sz="1800" dirty="0">
                <a:latin typeface="Segoe UI" panose="020B0502040204020203" pitchFamily="34" charset="0"/>
              </a:rPr>
              <a:t>  8.7 Mount points</a:t>
            </a:r>
          </a:p>
        </p:txBody>
      </p:sp>
      <p:sp>
        <p:nvSpPr>
          <p:cNvPr id="10" name="Text Placeholder 9">
            <a:extLst>
              <a:ext uri="{FF2B5EF4-FFF2-40B4-BE49-F238E27FC236}">
                <a16:creationId xmlns:a16="http://schemas.microsoft.com/office/drawing/2014/main" id="{C16083DA-1724-4692-AEBD-3C35DB5EC50A}"/>
              </a:ext>
            </a:extLst>
          </p:cNvPr>
          <p:cNvSpPr>
            <a:spLocks noGrp="1"/>
          </p:cNvSpPr>
          <p:nvPr>
            <p:ph type="body" sz="quarter" idx="24"/>
          </p:nvPr>
        </p:nvSpPr>
        <p:spPr/>
        <p:txBody>
          <a:bodyPr>
            <a:normAutofit/>
          </a:bodyPr>
          <a:lstStyle/>
          <a:p>
            <a:r>
              <a:rPr lang="en-GB" sz="1800" dirty="0">
                <a:solidFill>
                  <a:srgbClr val="0076D4"/>
                </a:solidFill>
                <a:latin typeface="Segoe UI Semibold" panose="020B0702040204020203" pitchFamily="34" charset="0"/>
              </a:rPr>
              <a:t>08</a:t>
            </a:r>
            <a:r>
              <a:rPr lang="en-GB" sz="1800" dirty="0">
                <a:latin typeface="Segoe UI" panose="020B0502040204020203" pitchFamily="34" charset="0"/>
              </a:rPr>
              <a:t>  8.8 Storage Spaces and Storage Replica</a:t>
            </a:r>
          </a:p>
        </p:txBody>
      </p:sp>
    </p:spTree>
    <p:extLst>
      <p:ext uri="{BB962C8B-B14F-4D97-AF65-F5344CB8AC3E}">
        <p14:creationId xmlns:p14="http://schemas.microsoft.com/office/powerpoint/2010/main" val="381377150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B0FCC-9EF8-B4EB-E8F1-3BB67323C4A3}"/>
              </a:ext>
            </a:extLst>
          </p:cNvPr>
          <p:cNvSpPr>
            <a:spLocks noGrp="1"/>
          </p:cNvSpPr>
          <p:nvPr>
            <p:ph type="title"/>
          </p:nvPr>
        </p:nvSpPr>
        <p:spPr/>
        <p:txBody>
          <a:bodyPr wrap="square">
            <a:noAutofit/>
          </a:bodyPr>
          <a:lstStyle/>
          <a:p>
            <a:r>
              <a:rPr lang="en-GB"/>
              <a:t>8.1 Disks</a:t>
            </a:r>
          </a:p>
        </p:txBody>
      </p:sp>
      <p:sp>
        <p:nvSpPr>
          <p:cNvPr id="6" name="Text 6">
            <a:extLst>
              <a:ext uri="{FF2B5EF4-FFF2-40B4-BE49-F238E27FC236}">
                <a16:creationId xmlns:a16="http://schemas.microsoft.com/office/drawing/2014/main" id="{DACC1791-6691-B0E0-E0AE-D501253B711D}"/>
              </a:ext>
            </a:extLst>
          </p:cNvPr>
          <p:cNvSpPr/>
          <p:nvPr/>
        </p:nvSpPr>
        <p:spPr>
          <a:xfrm>
            <a:off x="2751618" y="1329961"/>
            <a:ext cx="4900000" cy="3977640"/>
          </a:xfrm>
          <a:prstGeom prst="rect">
            <a:avLst/>
          </a:prstGeom>
          <a:noFill/>
          <a:ln/>
        </p:spPr>
        <p:txBody>
          <a:bodyPr wrap="square" lIns="0" tIns="0" rIns="0" bIns="0" rtlCol="0" anchor="t">
            <a:normAutofit/>
          </a:bodyPr>
          <a:lstStyle/>
          <a:p>
            <a:pPr marL="0" indent="0">
              <a:spcAft>
                <a:spcPts val="500"/>
              </a:spcAft>
              <a:buNone/>
            </a:pPr>
            <a:r>
              <a:rPr lang="en-US" sz="1600" b="1">
                <a:solidFill>
                  <a:srgbClr val="023047"/>
                </a:solidFill>
                <a:latin typeface="Segoe UI" panose="020B0502040204020203" pitchFamily="34" charset="0"/>
                <a:ea typeface="Calibri" pitchFamily="34" charset="-122"/>
                <a:cs typeface="Calibri" pitchFamily="34" charset="-120"/>
              </a:rPr>
              <a:t>Disks are the physical or virtual storage devices that form the starting point of local storage configuration in Windows Server.</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Physical disks and virtual disks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Online and offline state</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Initialization and management</a:t>
            </a:r>
            <a:endParaRPr lang="en-US" sz="1600">
              <a:latin typeface="Segoe UI" panose="020B0502040204020203" pitchFamily="34" charset="0"/>
            </a:endParaRPr>
          </a:p>
        </p:txBody>
      </p:sp>
      <p:sp>
        <p:nvSpPr>
          <p:cNvPr id="13" name="Course footer">
            <a:extLst>
              <a:ext uri="{FF2B5EF4-FFF2-40B4-BE49-F238E27FC236}">
                <a16:creationId xmlns:a16="http://schemas.microsoft.com/office/drawing/2014/main" id="{E1E60E63-CC05-34FE-F79C-AFD3C12CAAD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47B2C6EB-10AC-02CA-93EB-CB3AA926081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4" name="Topic Icon"/>
          <p:cNvPicPr>
            <a:picLocks noChangeAspect="1"/>
          </p:cNvPicPr>
          <p:nvPr/>
        </p:nvPicPr>
        <p:blipFill>
          <a:blip r:embed="rId2"/>
          <a:stretch>
            <a:fillRect/>
          </a:stretch>
        </p:blipFill>
        <p:spPr>
          <a:xfrm>
            <a:off x="5984738" y="1894082"/>
            <a:ext cx="2562362" cy="2562362"/>
          </a:xfrm>
          <a:prstGeom prst="rect">
            <a:avLst/>
          </a:prstGeom>
        </p:spPr>
      </p:pic>
    </p:spTree>
    <p:extLst>
      <p:ext uri="{BB962C8B-B14F-4D97-AF65-F5344CB8AC3E}">
        <p14:creationId xmlns:p14="http://schemas.microsoft.com/office/powerpoint/2010/main" val="212561522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027A7-A4A6-5160-BE47-3EDD18158579}"/>
              </a:ext>
            </a:extLst>
          </p:cNvPr>
          <p:cNvSpPr>
            <a:spLocks noGrp="1"/>
          </p:cNvSpPr>
          <p:nvPr>
            <p:ph type="title"/>
          </p:nvPr>
        </p:nvSpPr>
        <p:spPr/>
        <p:txBody>
          <a:bodyPr wrap="square">
            <a:noAutofit/>
          </a:bodyPr>
          <a:lstStyle/>
          <a:p>
            <a:r>
              <a:rPr lang="en-GB"/>
              <a:t>8.2 Partitions</a:t>
            </a:r>
          </a:p>
        </p:txBody>
      </p:sp>
      <p:sp>
        <p:nvSpPr>
          <p:cNvPr id="6" name="Text 6">
            <a:extLst>
              <a:ext uri="{FF2B5EF4-FFF2-40B4-BE49-F238E27FC236}">
                <a16:creationId xmlns:a16="http://schemas.microsoft.com/office/drawing/2014/main" id="{003A128D-E038-D46C-4AD5-0AC9DB48583F}"/>
              </a:ext>
            </a:extLst>
          </p:cNvPr>
          <p:cNvSpPr/>
          <p:nvPr/>
        </p:nvSpPr>
        <p:spPr>
          <a:xfrm>
            <a:off x="2760093" y="1089252"/>
            <a:ext cx="4900000" cy="3977640"/>
          </a:xfrm>
          <a:prstGeom prst="rect">
            <a:avLst/>
          </a:prstGeom>
          <a:noFill/>
          <a:ln/>
        </p:spPr>
        <p:txBody>
          <a:bodyPr wrap="square" lIns="0" tIns="0" rIns="0" bIns="0" rtlCol="0" anchor="t">
            <a:normAutofit/>
          </a:bodyPr>
          <a:lstStyle/>
          <a:p>
            <a:pPr marL="0" indent="0">
              <a:spcAft>
                <a:spcPts val="500"/>
              </a:spcAft>
              <a:buNone/>
            </a:pPr>
            <a:r>
              <a:rPr lang="en-US" sz="1600" b="1">
                <a:solidFill>
                  <a:srgbClr val="023047"/>
                </a:solidFill>
                <a:latin typeface="Segoe UI" panose="020B0502040204020203" pitchFamily="34" charset="0"/>
                <a:ea typeface="Calibri" pitchFamily="34" charset="-122"/>
                <a:cs typeface="Calibri" pitchFamily="34" charset="-120"/>
              </a:rPr>
              <a:t>Partitions divide disk space into manageable regions that can later host volumes and filesystems.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Partition styles and layout</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Reserved and usable regions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Relationship to volumes</a:t>
            </a:r>
            <a:endParaRPr lang="en-US" sz="1600">
              <a:latin typeface="Segoe UI" panose="020B0502040204020203" pitchFamily="34" charset="0"/>
            </a:endParaRPr>
          </a:p>
        </p:txBody>
      </p:sp>
      <p:sp>
        <p:nvSpPr>
          <p:cNvPr id="13" name="Course footer">
            <a:extLst>
              <a:ext uri="{FF2B5EF4-FFF2-40B4-BE49-F238E27FC236}">
                <a16:creationId xmlns:a16="http://schemas.microsoft.com/office/drawing/2014/main" id="{400944B9-F80C-05AF-17C5-0E5907665C5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D5BEBD38-695A-4F44-627C-613FF901A96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5" name="Topic Icon"/>
          <p:cNvPicPr>
            <a:picLocks noChangeAspect="1"/>
          </p:cNvPicPr>
          <p:nvPr/>
        </p:nvPicPr>
        <p:blipFill>
          <a:blip r:embed="rId2"/>
          <a:srcRect l="4371" r="4371"/>
          <a:stretch>
            <a:fillRect/>
          </a:stretch>
        </p:blipFill>
        <p:spPr>
          <a:xfrm>
            <a:off x="6782637" y="2058064"/>
            <a:ext cx="1643386" cy="1643386"/>
          </a:xfrm>
          <a:prstGeom prst="rect">
            <a:avLst/>
          </a:prstGeom>
        </p:spPr>
      </p:pic>
    </p:spTree>
    <p:extLst>
      <p:ext uri="{BB962C8B-B14F-4D97-AF65-F5344CB8AC3E}">
        <p14:creationId xmlns:p14="http://schemas.microsoft.com/office/powerpoint/2010/main" val="134870488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EF0BA-B942-E655-0C49-FC5E0A7E82AC}"/>
              </a:ext>
            </a:extLst>
          </p:cNvPr>
          <p:cNvSpPr>
            <a:spLocks noGrp="1"/>
          </p:cNvSpPr>
          <p:nvPr>
            <p:ph type="title"/>
          </p:nvPr>
        </p:nvSpPr>
        <p:spPr/>
        <p:txBody>
          <a:bodyPr wrap="square">
            <a:noAutofit/>
          </a:bodyPr>
          <a:lstStyle/>
          <a:p>
            <a:r>
              <a:rPr lang="en-GB"/>
              <a:t>8.3 Volumes</a:t>
            </a:r>
          </a:p>
        </p:txBody>
      </p:sp>
      <p:sp>
        <p:nvSpPr>
          <p:cNvPr id="7" name="Text 6">
            <a:extLst>
              <a:ext uri="{FF2B5EF4-FFF2-40B4-BE49-F238E27FC236}">
                <a16:creationId xmlns:a16="http://schemas.microsoft.com/office/drawing/2014/main" id="{C66C762F-F8D1-0264-446F-E2F0EE054453}"/>
              </a:ext>
            </a:extLst>
          </p:cNvPr>
          <p:cNvSpPr/>
          <p:nvPr/>
        </p:nvSpPr>
        <p:spPr>
          <a:xfrm>
            <a:off x="2878920" y="493514"/>
            <a:ext cx="4900000" cy="3977640"/>
          </a:xfrm>
          <a:prstGeom prst="rect">
            <a:avLst/>
          </a:prstGeom>
          <a:noFill/>
          <a:ln/>
        </p:spPr>
        <p:txBody>
          <a:bodyPr wrap="square" lIns="0" tIns="0" rIns="0" bIns="0" rtlCol="0" anchor="t">
            <a:normAutofit/>
          </a:bodyPr>
          <a:lstStyle/>
          <a:p>
            <a:pPr marL="0" indent="0">
              <a:spcAft>
                <a:spcPts val="500"/>
              </a:spcAft>
              <a:buNone/>
            </a:pPr>
            <a:r>
              <a:rPr lang="en-US" sz="1600" b="1">
                <a:solidFill>
                  <a:srgbClr val="023047"/>
                </a:solidFill>
                <a:latin typeface="Segoe UI" panose="020B0502040204020203" pitchFamily="34" charset="0"/>
                <a:ea typeface="Calibri" pitchFamily="34" charset="-122"/>
                <a:cs typeface="Calibri" pitchFamily="34" charset="-120"/>
              </a:rPr>
              <a:t>Volumes are the storage units exposed to the operating system for formatting, drive-letter assignment, and workload use.</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Simple storage allocation</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Drive letters and mount paths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Formatting and capacity management</a:t>
            </a:r>
            <a:endParaRPr lang="en-US" sz="1600">
              <a:latin typeface="Segoe UI" panose="020B0502040204020203" pitchFamily="34" charset="0"/>
            </a:endParaRPr>
          </a:p>
        </p:txBody>
      </p:sp>
      <p:sp>
        <p:nvSpPr>
          <p:cNvPr id="14" name="Course footer">
            <a:extLst>
              <a:ext uri="{FF2B5EF4-FFF2-40B4-BE49-F238E27FC236}">
                <a16:creationId xmlns:a16="http://schemas.microsoft.com/office/drawing/2014/main" id="{8F49682F-A671-0CA4-A31B-CB1C208DBB3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5" name="TextBox 14">
            <a:extLst>
              <a:ext uri="{FF2B5EF4-FFF2-40B4-BE49-F238E27FC236}">
                <a16:creationId xmlns:a16="http://schemas.microsoft.com/office/drawing/2014/main" id="{D4AE6289-8D60-5201-9F9A-1B51C9810AA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6" name="Topic Icon"/>
          <p:cNvPicPr>
            <a:picLocks noChangeAspect="1"/>
          </p:cNvPicPr>
          <p:nvPr/>
        </p:nvPicPr>
        <p:blipFill>
          <a:blip r:embed="rId2"/>
          <a:stretch>
            <a:fillRect/>
          </a:stretch>
        </p:blipFill>
        <p:spPr>
          <a:xfrm>
            <a:off x="6410849" y="2109074"/>
            <a:ext cx="2603003" cy="2603003"/>
          </a:xfrm>
          <a:prstGeom prst="rect">
            <a:avLst/>
          </a:prstGeom>
        </p:spPr>
      </p:pic>
    </p:spTree>
    <p:extLst>
      <p:ext uri="{BB962C8B-B14F-4D97-AF65-F5344CB8AC3E}">
        <p14:creationId xmlns:p14="http://schemas.microsoft.com/office/powerpoint/2010/main" val="308374342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5653F-9C0C-70A1-5CB0-3A1B794C8535}"/>
              </a:ext>
            </a:extLst>
          </p:cNvPr>
          <p:cNvSpPr>
            <a:spLocks noGrp="1"/>
          </p:cNvSpPr>
          <p:nvPr>
            <p:ph type="title"/>
          </p:nvPr>
        </p:nvSpPr>
        <p:spPr/>
        <p:txBody>
          <a:bodyPr wrap="square">
            <a:noAutofit/>
          </a:bodyPr>
          <a:lstStyle/>
          <a:p>
            <a:r>
              <a:rPr lang="en-GB"/>
              <a:t>8.4 NTFS</a:t>
            </a:r>
          </a:p>
        </p:txBody>
      </p:sp>
      <p:sp>
        <p:nvSpPr>
          <p:cNvPr id="3" name="Text 6">
            <a:extLst>
              <a:ext uri="{FF2B5EF4-FFF2-40B4-BE49-F238E27FC236}">
                <a16:creationId xmlns:a16="http://schemas.microsoft.com/office/drawing/2014/main" id="{D26EC434-4D5E-4016-8EA1-890DF33EEFD0}"/>
              </a:ext>
            </a:extLst>
          </p:cNvPr>
          <p:cNvSpPr/>
          <p:nvPr/>
        </p:nvSpPr>
        <p:spPr>
          <a:xfrm>
            <a:off x="2704000" y="325628"/>
            <a:ext cx="4900000" cy="3977640"/>
          </a:xfrm>
          <a:prstGeom prst="rect">
            <a:avLst/>
          </a:prstGeom>
          <a:noFill/>
          <a:ln/>
        </p:spPr>
        <p:txBody>
          <a:bodyPr wrap="square" lIns="0" tIns="0" rIns="0" bIns="0" rtlCol="0" anchor="t">
            <a:normAutofit/>
          </a:bodyPr>
          <a:lstStyle/>
          <a:p>
            <a:pPr marL="0" indent="0">
              <a:spcAft>
                <a:spcPts val="500"/>
              </a:spcAft>
              <a:buNone/>
            </a:pPr>
            <a:r>
              <a:rPr lang="en-US" sz="1600" b="1">
                <a:solidFill>
                  <a:srgbClr val="023047"/>
                </a:solidFill>
                <a:latin typeface="Segoe UI" panose="020B0502040204020203" pitchFamily="34" charset="0"/>
                <a:ea typeface="Calibri" pitchFamily="34" charset="-122"/>
                <a:cs typeface="Calibri" pitchFamily="34" charset="-120"/>
              </a:rPr>
              <a:t>NTFS is the long-standing default filesystem for Windows Server and provides permissions, journaling, quotas, and many enterprise features.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ACL-based security</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Metadata and journaling</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Compatibility with common server workloads</a:t>
            </a:r>
            <a:endParaRPr lang="en-US" sz="1600">
              <a:latin typeface="Segoe UI" panose="020B0502040204020203" pitchFamily="34" charset="0"/>
            </a:endParaRPr>
          </a:p>
        </p:txBody>
      </p:sp>
      <p:sp>
        <p:nvSpPr>
          <p:cNvPr id="10" name="Course footer">
            <a:extLst>
              <a:ext uri="{FF2B5EF4-FFF2-40B4-BE49-F238E27FC236}">
                <a16:creationId xmlns:a16="http://schemas.microsoft.com/office/drawing/2014/main" id="{B30AC645-D16A-28FC-1ED9-30B13A5818C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9F5F0C7F-119B-5F6D-C50D-85C0F7628D1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7" name="Topic Icon"/>
          <p:cNvPicPr>
            <a:picLocks noChangeAspect="1"/>
          </p:cNvPicPr>
          <p:nvPr/>
        </p:nvPicPr>
        <p:blipFill>
          <a:blip r:embed="rId2"/>
          <a:stretch>
            <a:fillRect/>
          </a:stretch>
        </p:blipFill>
        <p:spPr>
          <a:xfrm>
            <a:off x="6373103" y="2316992"/>
            <a:ext cx="2396258" cy="2396258"/>
          </a:xfrm>
          <a:prstGeom prst="rect">
            <a:avLst/>
          </a:prstGeom>
        </p:spPr>
      </p:pic>
    </p:spTree>
    <p:extLst>
      <p:ext uri="{BB962C8B-B14F-4D97-AF65-F5344CB8AC3E}">
        <p14:creationId xmlns:p14="http://schemas.microsoft.com/office/powerpoint/2010/main" val="332210715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C6F14-94ED-C2A4-B17D-FD15EC0BB160}"/>
              </a:ext>
            </a:extLst>
          </p:cNvPr>
          <p:cNvSpPr>
            <a:spLocks noGrp="1"/>
          </p:cNvSpPr>
          <p:nvPr>
            <p:ph type="title"/>
          </p:nvPr>
        </p:nvSpPr>
        <p:spPr/>
        <p:txBody>
          <a:bodyPr wrap="square">
            <a:noAutofit/>
          </a:bodyPr>
          <a:lstStyle/>
          <a:p>
            <a:r>
              <a:rPr lang="en-GB"/>
              <a:t>8.5 ReFS</a:t>
            </a:r>
          </a:p>
        </p:txBody>
      </p:sp>
      <p:sp>
        <p:nvSpPr>
          <p:cNvPr id="3" name="Text 6">
            <a:extLst>
              <a:ext uri="{FF2B5EF4-FFF2-40B4-BE49-F238E27FC236}">
                <a16:creationId xmlns:a16="http://schemas.microsoft.com/office/drawing/2014/main" id="{3EA0AEFA-6FB5-630D-C1C1-16D90B033E18}"/>
              </a:ext>
            </a:extLst>
          </p:cNvPr>
          <p:cNvSpPr/>
          <p:nvPr/>
        </p:nvSpPr>
        <p:spPr>
          <a:xfrm>
            <a:off x="2635460" y="325628"/>
            <a:ext cx="4900000" cy="3977640"/>
          </a:xfrm>
          <a:prstGeom prst="rect">
            <a:avLst/>
          </a:prstGeom>
          <a:noFill/>
          <a:ln/>
        </p:spPr>
        <p:txBody>
          <a:bodyPr wrap="square" lIns="0" tIns="0" rIns="0" bIns="0" rtlCol="0" anchor="t">
            <a:normAutofit/>
          </a:bodyPr>
          <a:lstStyle/>
          <a:p>
            <a:pPr marL="0" indent="0">
              <a:spcAft>
                <a:spcPts val="500"/>
              </a:spcAft>
              <a:buNone/>
            </a:pPr>
            <a:r>
              <a:rPr lang="en-US" sz="1600" b="1">
                <a:solidFill>
                  <a:srgbClr val="023047"/>
                </a:solidFill>
                <a:latin typeface="Segoe UI" panose="020B0502040204020203" pitchFamily="34" charset="0"/>
                <a:ea typeface="Calibri" pitchFamily="34" charset="-122"/>
                <a:cs typeface="Calibri" pitchFamily="34" charset="-120"/>
              </a:rPr>
              <a:t>ReFS is the Resilient File System designed for integrity, resiliency, and specific Windows Server storage scenarios.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Integrity streams and resilience features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Modern storage scenarios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Differences from NTFS behavior</a:t>
            </a:r>
          </a:p>
          <a:p>
            <a:pPr marL="342900" indent="-342900">
              <a:spcAft>
                <a:spcPts val="400"/>
              </a:spcAft>
              <a:buSzPct val="100000"/>
              <a:buChar char="•"/>
            </a:pPr>
            <a:endParaRPr lang="en-US" sz="1600">
              <a:solidFill>
                <a:srgbClr val="023047"/>
              </a:solidFill>
              <a:latin typeface="Segoe UI" panose="020B0502040204020203" pitchFamily="34" charset="0"/>
              <a:ea typeface="Calibri" pitchFamily="34" charset="-122"/>
              <a:cs typeface="Calibri" pitchFamily="34" charset="-120"/>
            </a:endParaRPr>
          </a:p>
          <a:p>
            <a:pPr marL="342900" indent="-342900">
              <a:spcAft>
                <a:spcPts val="400"/>
              </a:spcAft>
              <a:buSzPct val="100000"/>
              <a:buChar char="•"/>
            </a:pPr>
            <a:endParaRPr lang="en-US" sz="1600">
              <a:solidFill>
                <a:srgbClr val="023047"/>
              </a:solidFill>
              <a:latin typeface="Segoe UI" panose="020B0502040204020203" pitchFamily="34" charset="0"/>
              <a:ea typeface="Calibri" pitchFamily="34" charset="-122"/>
              <a:cs typeface="Calibri" pitchFamily="34" charset="-120"/>
            </a:endParaRPr>
          </a:p>
          <a:p>
            <a:pPr marL="342900" indent="-342900">
              <a:spcAft>
                <a:spcPts val="400"/>
              </a:spcAft>
              <a:buSzPct val="100000"/>
              <a:buChar char="•"/>
            </a:pPr>
            <a:endParaRPr lang="en-US" sz="1600">
              <a:solidFill>
                <a:srgbClr val="023047"/>
              </a:solidFill>
              <a:latin typeface="Segoe UI" panose="020B0502040204020203" pitchFamily="34" charset="0"/>
              <a:ea typeface="Calibri" pitchFamily="34" charset="-122"/>
              <a:cs typeface="Calibri" pitchFamily="34" charset="-120"/>
            </a:endParaRPr>
          </a:p>
          <a:p>
            <a:pPr marL="342900" indent="-342900">
              <a:spcAft>
                <a:spcPts val="400"/>
              </a:spcAft>
              <a:buSzPct val="100000"/>
              <a:buChar char="•"/>
            </a:pPr>
            <a:r>
              <a:rPr lang="en-US" sz="1600">
                <a:latin typeface="Segoe UI" panose="020B0502040204020203" pitchFamily="34" charset="0"/>
              </a:rPr>
              <a:t>https://learn.microsoft.com/en-us/windows-server/storage/refs/refs-overview</a:t>
            </a:r>
          </a:p>
        </p:txBody>
      </p:sp>
      <p:sp>
        <p:nvSpPr>
          <p:cNvPr id="10" name="Course footer">
            <a:extLst>
              <a:ext uri="{FF2B5EF4-FFF2-40B4-BE49-F238E27FC236}">
                <a16:creationId xmlns:a16="http://schemas.microsoft.com/office/drawing/2014/main" id="{02435F7A-96C1-BDDD-5383-2AA6B6F3957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AF893213-F447-8B8E-2CED-FB4EBC78A47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8" name="Topic Icon"/>
          <p:cNvPicPr>
            <a:picLocks noChangeAspect="1"/>
          </p:cNvPicPr>
          <p:nvPr/>
        </p:nvPicPr>
        <p:blipFill>
          <a:blip r:embed="rId2"/>
          <a:stretch>
            <a:fillRect/>
          </a:stretch>
        </p:blipFill>
        <p:spPr>
          <a:xfrm>
            <a:off x="6471138" y="1746715"/>
            <a:ext cx="2330866" cy="2752975"/>
          </a:xfrm>
          <a:prstGeom prst="rect">
            <a:avLst/>
          </a:prstGeom>
        </p:spPr>
      </p:pic>
    </p:spTree>
    <p:extLst>
      <p:ext uri="{BB962C8B-B14F-4D97-AF65-F5344CB8AC3E}">
        <p14:creationId xmlns:p14="http://schemas.microsoft.com/office/powerpoint/2010/main" val="131863615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3E84F-F3F4-E9B6-C20B-0E0634DEB675}"/>
              </a:ext>
            </a:extLst>
          </p:cNvPr>
          <p:cNvSpPr>
            <a:spLocks noGrp="1"/>
          </p:cNvSpPr>
          <p:nvPr>
            <p:ph type="title"/>
          </p:nvPr>
        </p:nvSpPr>
        <p:spPr/>
        <p:txBody>
          <a:bodyPr wrap="square">
            <a:noAutofit/>
          </a:bodyPr>
          <a:lstStyle/>
          <a:p>
            <a:r>
              <a:rPr lang="en-GB"/>
              <a:t>8.6 RAID</a:t>
            </a:r>
          </a:p>
        </p:txBody>
      </p:sp>
      <p:sp>
        <p:nvSpPr>
          <p:cNvPr id="5" name="Text 6">
            <a:extLst>
              <a:ext uri="{FF2B5EF4-FFF2-40B4-BE49-F238E27FC236}">
                <a16:creationId xmlns:a16="http://schemas.microsoft.com/office/drawing/2014/main" id="{BA5887DD-561B-B6B3-D246-15BE84D46632}"/>
              </a:ext>
            </a:extLst>
          </p:cNvPr>
          <p:cNvSpPr/>
          <p:nvPr/>
        </p:nvSpPr>
        <p:spPr>
          <a:xfrm>
            <a:off x="2704000" y="498538"/>
            <a:ext cx="4900000" cy="3977640"/>
          </a:xfrm>
          <a:prstGeom prst="rect">
            <a:avLst/>
          </a:prstGeom>
          <a:noFill/>
          <a:ln/>
        </p:spPr>
        <p:txBody>
          <a:bodyPr wrap="square" lIns="0" tIns="0" rIns="0" bIns="0" rtlCol="0" anchor="t">
            <a:normAutofit/>
          </a:bodyPr>
          <a:lstStyle/>
          <a:p>
            <a:pPr marL="0" indent="0">
              <a:spcAft>
                <a:spcPts val="500"/>
              </a:spcAft>
              <a:buNone/>
            </a:pPr>
            <a:r>
              <a:rPr lang="en-US" sz="1600" b="1">
                <a:solidFill>
                  <a:srgbClr val="023047"/>
                </a:solidFill>
                <a:latin typeface="Segoe UI" panose="020B0502040204020203" pitchFamily="34" charset="0"/>
                <a:ea typeface="Calibri" pitchFamily="34" charset="-122"/>
                <a:cs typeface="Calibri" pitchFamily="34" charset="-120"/>
              </a:rPr>
              <a:t>RAID is a storage resiliency and performance concept that Windows administrators need to understand even when implemented in hardware, firmware, or software layers.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Redundancy and striping concepts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Tradeoffs between performance and resilience</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Windows Server storage implications</a:t>
            </a:r>
            <a:endParaRPr lang="en-US" sz="1600">
              <a:latin typeface="Segoe UI" panose="020B0502040204020203" pitchFamily="34" charset="0"/>
            </a:endParaRPr>
          </a:p>
        </p:txBody>
      </p:sp>
      <p:sp>
        <p:nvSpPr>
          <p:cNvPr id="12" name="Course footer">
            <a:extLst>
              <a:ext uri="{FF2B5EF4-FFF2-40B4-BE49-F238E27FC236}">
                <a16:creationId xmlns:a16="http://schemas.microsoft.com/office/drawing/2014/main" id="{D420C61B-9DB3-CBEE-3AAA-8AFE4547486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3" name="TextBox 12">
            <a:extLst>
              <a:ext uri="{FF2B5EF4-FFF2-40B4-BE49-F238E27FC236}">
                <a16:creationId xmlns:a16="http://schemas.microsoft.com/office/drawing/2014/main" id="{8125CE1B-6312-C92F-3221-90CB33054C3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9" name="Topic Icon"/>
          <p:cNvPicPr>
            <a:picLocks noChangeAspect="1"/>
          </p:cNvPicPr>
          <p:nvPr/>
        </p:nvPicPr>
        <p:blipFill>
          <a:blip r:embed="rId2"/>
          <a:stretch>
            <a:fillRect/>
          </a:stretch>
        </p:blipFill>
        <p:spPr>
          <a:xfrm>
            <a:off x="6164664" y="2420867"/>
            <a:ext cx="2467350" cy="2467350"/>
          </a:xfrm>
          <a:prstGeom prst="rect">
            <a:avLst/>
          </a:prstGeom>
        </p:spPr>
      </p:pic>
    </p:spTree>
    <p:extLst>
      <p:ext uri="{BB962C8B-B14F-4D97-AF65-F5344CB8AC3E}">
        <p14:creationId xmlns:p14="http://schemas.microsoft.com/office/powerpoint/2010/main" val="191404073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220DCF3-F707-4154-4663-B8E9FEAE5643}"/>
              </a:ext>
            </a:extLst>
          </p:cNvPr>
          <p:cNvSpPr>
            <a:spLocks noGrp="1"/>
          </p:cNvSpPr>
          <p:nvPr>
            <p:ph type="title" idx="4294967295"/>
          </p:nvPr>
        </p:nvSpPr>
        <p:spPr>
          <a:xfrm>
            <a:off x="368509" y="582453"/>
            <a:ext cx="8505825" cy="511175"/>
          </a:xfrm>
        </p:spPr>
        <p:txBody>
          <a:bodyPr wrap="square">
            <a:noAutofit/>
          </a:bodyPr>
          <a:lstStyle/>
          <a:p>
            <a:r>
              <a:rPr lang="en-GB" dirty="0"/>
              <a:t>RAID: Common Levels at a Glance</a:t>
            </a:r>
          </a:p>
        </p:txBody>
      </p:sp>
      <p:sp>
        <p:nvSpPr>
          <p:cNvPr id="11" name="Text 6">
            <a:extLst>
              <a:ext uri="{FF2B5EF4-FFF2-40B4-BE49-F238E27FC236}">
                <a16:creationId xmlns:a16="http://schemas.microsoft.com/office/drawing/2014/main" id="{F1215670-2BCA-90D1-B06F-1478B73B4CE2}"/>
              </a:ext>
            </a:extLst>
          </p:cNvPr>
          <p:cNvSpPr/>
          <p:nvPr/>
        </p:nvSpPr>
        <p:spPr>
          <a:xfrm>
            <a:off x="323741" y="1220875"/>
            <a:ext cx="5197828" cy="3632125"/>
          </a:xfrm>
          <a:prstGeom prst="rect">
            <a:avLst/>
          </a:prstGeom>
          <a:noFill/>
          <a:ln/>
        </p:spPr>
        <p:txBody>
          <a:bodyPr wrap="square" lIns="0" tIns="0" rIns="0" bIns="0" rtlCol="0" anchor="t">
            <a:normAutofit/>
          </a:bodyPr>
          <a:lstStyle/>
          <a:p>
            <a:pPr>
              <a:spcBef>
                <a:spcPts val="200"/>
              </a:spcBef>
              <a:spcAft>
                <a:spcPts val="200"/>
              </a:spcAft>
              <a:buNone/>
            </a:pPr>
            <a:r>
              <a:rPr lang="en-US" sz="1600" b="1" i="1">
                <a:solidFill>
                  <a:schemeClr val="accent1">
                    <a:lumMod val="75000"/>
                  </a:schemeClr>
                </a:solidFill>
                <a:latin typeface="Segoe UI" panose="020B0502040204020203" pitchFamily="34" charset="0"/>
              </a:rPr>
              <a:t>Striping (performance, no redundancy)</a:t>
            </a:r>
          </a:p>
          <a:p>
            <a:pPr marL="342900" indent="-342900">
              <a:spcAft>
                <a:spcPts val="600"/>
              </a:spcAft>
              <a:buFont typeface="Arial"/>
              <a:buChar char="•"/>
            </a:pPr>
            <a:r>
              <a:rPr lang="en-US" sz="1600" b="1" dirty="0">
                <a:solidFill>
                  <a:schemeClr val="accent1">
                    <a:lumMod val="75000"/>
                  </a:schemeClr>
                </a:solidFill>
                <a:latin typeface="Segoe UI" panose="020B0502040204020203" pitchFamily="34" charset="0"/>
              </a:rPr>
              <a:t>RAID 0: </a:t>
            </a:r>
            <a:r>
              <a:rPr lang="en-US" sz="1600" dirty="0">
                <a:solidFill>
                  <a:schemeClr val="accent1">
                    <a:lumMod val="75000"/>
                  </a:schemeClr>
                </a:solidFill>
                <a:latin typeface="Segoe UI" panose="020B0502040204020203" pitchFamily="34" charset="0"/>
              </a:rPr>
              <a:t>stripes data across 2+ disks for speed; one failure = total loss</a:t>
            </a:r>
          </a:p>
          <a:p>
            <a:pPr>
              <a:spcBef>
                <a:spcPts val="200"/>
              </a:spcBef>
              <a:spcAft>
                <a:spcPts val="200"/>
              </a:spcAft>
              <a:buNone/>
            </a:pPr>
            <a:r>
              <a:rPr lang="en-US" sz="1600" b="1" i="1">
                <a:solidFill>
                  <a:schemeClr val="accent1">
                    <a:lumMod val="75000"/>
                  </a:schemeClr>
                </a:solidFill>
                <a:latin typeface="Segoe UI" panose="020B0502040204020203" pitchFamily="34" charset="0"/>
              </a:rPr>
              <a:t>Mirroring (redundancy via copies)</a:t>
            </a:r>
          </a:p>
          <a:p>
            <a:pPr marL="342900" indent="-342900">
              <a:spcAft>
                <a:spcPts val="600"/>
              </a:spcAft>
              <a:buFont typeface="Arial"/>
              <a:buChar char="•"/>
            </a:pPr>
            <a:r>
              <a:rPr lang="en-US" sz="1600" b="1" dirty="0">
                <a:solidFill>
                  <a:schemeClr val="accent1">
                    <a:lumMod val="75000"/>
                  </a:schemeClr>
                </a:solidFill>
                <a:latin typeface="Segoe UI" panose="020B0502040204020203" pitchFamily="34" charset="0"/>
              </a:rPr>
              <a:t>RAID 1: </a:t>
            </a:r>
            <a:r>
              <a:rPr lang="en-US" sz="1600" dirty="0">
                <a:solidFill>
                  <a:schemeClr val="accent1">
                    <a:lumMod val="75000"/>
                  </a:schemeClr>
                </a:solidFill>
                <a:latin typeface="Segoe UI" panose="020B0502040204020203" pitchFamily="34" charset="0"/>
              </a:rPr>
              <a:t>two-disk mirror; survives one failure, 50% capacity overhead</a:t>
            </a:r>
          </a:p>
          <a:p>
            <a:pPr marL="342900" indent="-342900">
              <a:spcAft>
                <a:spcPts val="600"/>
              </a:spcAft>
              <a:buFont typeface="Arial"/>
              <a:buChar char="•"/>
            </a:pPr>
            <a:r>
              <a:rPr lang="en-US" sz="1600" b="1" dirty="0">
                <a:solidFill>
                  <a:schemeClr val="accent1">
                    <a:lumMod val="75000"/>
                  </a:schemeClr>
                </a:solidFill>
                <a:latin typeface="Segoe UI" panose="020B0502040204020203" pitchFamily="34" charset="0"/>
              </a:rPr>
              <a:t>RAID 10: </a:t>
            </a:r>
            <a:r>
              <a:rPr lang="en-US" sz="1600" dirty="0">
                <a:solidFill>
                  <a:schemeClr val="accent1">
                    <a:lumMod val="75000"/>
                  </a:schemeClr>
                </a:solidFill>
                <a:latin typeface="Segoe UI" panose="020B0502040204020203" pitchFamily="34" charset="0"/>
              </a:rPr>
              <a:t>stripe of mirrors; combines RAID 1 redundancy with RAID 0 speed, expensive</a:t>
            </a:r>
          </a:p>
          <a:p>
            <a:pPr>
              <a:spcBef>
                <a:spcPts val="200"/>
              </a:spcBef>
              <a:spcAft>
                <a:spcPts val="200"/>
              </a:spcAft>
              <a:buNone/>
            </a:pPr>
            <a:r>
              <a:rPr lang="en-US" sz="1600" b="1" i="1">
                <a:solidFill>
                  <a:schemeClr val="accent1">
                    <a:lumMod val="75000"/>
                  </a:schemeClr>
                </a:solidFill>
                <a:latin typeface="Segoe UI" panose="020B0502040204020203" pitchFamily="34" charset="0"/>
              </a:rPr>
              <a:t>Parity (redundancy via math)</a:t>
            </a:r>
          </a:p>
          <a:p>
            <a:pPr marL="342900" indent="-342900">
              <a:spcAft>
                <a:spcPts val="600"/>
              </a:spcAft>
              <a:buFont typeface="Arial"/>
              <a:buChar char="•"/>
            </a:pPr>
            <a:r>
              <a:rPr lang="en-US" sz="1600" b="1" dirty="0">
                <a:solidFill>
                  <a:schemeClr val="accent1">
                    <a:lumMod val="75000"/>
                  </a:schemeClr>
                </a:solidFill>
                <a:latin typeface="Segoe UI" panose="020B0502040204020203" pitchFamily="34" charset="0"/>
              </a:rPr>
              <a:t>RAID 5: </a:t>
            </a:r>
            <a:r>
              <a:rPr lang="en-US" sz="1600" dirty="0">
                <a:solidFill>
                  <a:schemeClr val="accent1">
                    <a:lumMod val="75000"/>
                  </a:schemeClr>
                </a:solidFill>
                <a:latin typeface="Segoe UI" panose="020B0502040204020203" pitchFamily="34" charset="0"/>
              </a:rPr>
              <a:t>stripe + distributed parity (≥3 disks); survives 1 failure; slow rebuilds on large drives</a:t>
            </a:r>
          </a:p>
          <a:p>
            <a:pPr marL="342900" indent="-342900">
              <a:spcAft>
                <a:spcPts val="600"/>
              </a:spcAft>
              <a:buFont typeface="Arial"/>
              <a:buChar char="•"/>
            </a:pPr>
            <a:r>
              <a:rPr lang="en-US" sz="1600" b="1" dirty="0">
                <a:solidFill>
                  <a:schemeClr val="accent1">
                    <a:lumMod val="75000"/>
                  </a:schemeClr>
                </a:solidFill>
                <a:latin typeface="Segoe UI" panose="020B0502040204020203" pitchFamily="34" charset="0"/>
              </a:rPr>
              <a:t>RAID 6: </a:t>
            </a:r>
            <a:r>
              <a:rPr lang="en-US" sz="1600" dirty="0">
                <a:solidFill>
                  <a:schemeClr val="accent1">
                    <a:lumMod val="75000"/>
                  </a:schemeClr>
                </a:solidFill>
                <a:latin typeface="Segoe UI" panose="020B0502040204020203" pitchFamily="34" charset="0"/>
              </a:rPr>
              <a:t>stripe + dual parity (≥4 disks); survives 2 simultaneous failures</a:t>
            </a:r>
          </a:p>
        </p:txBody>
      </p:sp>
      <p:sp>
        <p:nvSpPr>
          <p:cNvPr id="12" name="Course footer">
            <a:extLst>
              <a:ext uri="{FF2B5EF4-FFF2-40B4-BE49-F238E27FC236}">
                <a16:creationId xmlns:a16="http://schemas.microsoft.com/office/drawing/2014/main" id="{A5A8A480-D237-A17C-5A1D-33E3601030E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3" name="TextBox 12">
            <a:extLst>
              <a:ext uri="{FF2B5EF4-FFF2-40B4-BE49-F238E27FC236}">
                <a16:creationId xmlns:a16="http://schemas.microsoft.com/office/drawing/2014/main" id="{B2A40D76-A96F-69D9-F90B-55DDC1D808E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500" name="RAID Concept"/>
          <p:cNvPicPr>
            <a:picLocks noChangeAspect="1"/>
          </p:cNvPicPr>
          <p:nvPr/>
        </p:nvPicPr>
        <p:blipFill>
          <a:blip r:embed="rId2"/>
          <a:srcRect t="17383" b="19727"/>
          <a:stretch>
            <a:fillRect/>
          </a:stretch>
        </p:blipFill>
        <p:spPr>
          <a:xfrm>
            <a:off x="5400000" y="1354143"/>
            <a:ext cx="3500000" cy="3300000"/>
          </a:xfrm>
          <a:prstGeom prst="rect">
            <a:avLst/>
          </a:prstGeom>
        </p:spPr>
      </p:pic>
    </p:spTree>
    <p:extLst>
      <p:ext uri="{BB962C8B-B14F-4D97-AF65-F5344CB8AC3E}">
        <p14:creationId xmlns:p14="http://schemas.microsoft.com/office/powerpoint/2010/main" val="188858500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B684BB-FF80-EBD8-31F2-36B503E479EA}"/>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321841775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2EC9-506B-02C6-E223-CA18ACA01B73}"/>
              </a:ext>
            </a:extLst>
          </p:cNvPr>
          <p:cNvSpPr>
            <a:spLocks noGrp="1"/>
          </p:cNvSpPr>
          <p:nvPr>
            <p:ph type="title"/>
          </p:nvPr>
        </p:nvSpPr>
        <p:spPr/>
        <p:txBody>
          <a:bodyPr wrap="square">
            <a:noAutofit/>
          </a:bodyPr>
          <a:lstStyle/>
          <a:p>
            <a:r>
              <a:rPr lang="en-GB"/>
              <a:t>RAID Today: Less Central, Still Useful</a:t>
            </a:r>
          </a:p>
        </p:txBody>
      </p:sp>
      <p:sp>
        <p:nvSpPr>
          <p:cNvPr id="3" name="Text Placeholder 2">
            <a:extLst>
              <a:ext uri="{FF2B5EF4-FFF2-40B4-BE49-F238E27FC236}">
                <a16:creationId xmlns:a16="http://schemas.microsoft.com/office/drawing/2014/main" id="{B1F4C363-B1B7-9CE5-1234-DF40C0AE314C}"/>
              </a:ext>
            </a:extLst>
          </p:cNvPr>
          <p:cNvSpPr>
            <a:spLocks noGrp="1"/>
          </p:cNvSpPr>
          <p:nvPr>
            <p:ph type="body" sz="quarter" idx="16"/>
          </p:nvPr>
        </p:nvSpPr>
        <p:spPr/>
        <p:txBody>
          <a:bodyPr>
            <a:normAutofit lnSpcReduction="10000"/>
          </a:bodyPr>
          <a:lstStyle/>
          <a:p>
            <a:r>
              <a:rPr lang="en-GB" sz="1700">
                <a:latin typeface="Segoe UI Semibold" panose="020B0702040204020203" pitchFamily="34" charset="0"/>
              </a:rPr>
              <a:t>Why RAID has receded</a:t>
            </a:r>
          </a:p>
        </p:txBody>
      </p:sp>
      <p:sp>
        <p:nvSpPr>
          <p:cNvPr id="4" name="Text Placeholder 3">
            <a:extLst>
              <a:ext uri="{FF2B5EF4-FFF2-40B4-BE49-F238E27FC236}">
                <a16:creationId xmlns:a16="http://schemas.microsoft.com/office/drawing/2014/main" id="{495955B7-4EEC-8EC0-589B-0773B4338BC0}"/>
              </a:ext>
            </a:extLst>
          </p:cNvPr>
          <p:cNvSpPr>
            <a:spLocks noGrp="1"/>
          </p:cNvSpPr>
          <p:nvPr>
            <p:ph type="body" sz="quarter" idx="15"/>
          </p:nvPr>
        </p:nvSpPr>
        <p:spPr>
          <a:xfrm>
            <a:off x="439792" y="1564324"/>
            <a:ext cx="3913133" cy="2015936"/>
          </a:xfrm>
        </p:spPr>
        <p:txBody>
          <a:bodyPr>
            <a:normAutofit fontScale="92500" lnSpcReduction="10000"/>
          </a:bodyPr>
          <a:lstStyle/>
          <a:p>
            <a:pPr>
              <a:spcAft>
                <a:spcPts val="600"/>
              </a:spcAft>
            </a:pPr>
            <a:r>
              <a:rPr lang="en-GB" sz="1500">
                <a:latin typeface="Segoe UI" panose="020B0502040204020203" pitchFamily="34" charset="0"/>
              </a:rPr>
              <a:t>Multi-TB RAID 5 rebuilds can take days and expose a second-failure risk</a:t>
            </a:r>
          </a:p>
          <a:p>
            <a:pPr>
              <a:spcAft>
                <a:spcPts val="600"/>
              </a:spcAft>
            </a:pPr>
            <a:r>
              <a:rPr lang="en-GB" sz="1500">
                <a:latin typeface="Segoe UI" panose="020B0502040204020203" pitchFamily="34" charset="0"/>
              </a:rPr>
              <a:t>Storage Spaces, S2D, and ZFS add resiliency with stronger integrity checks</a:t>
            </a:r>
          </a:p>
          <a:p>
            <a:pPr>
              <a:spcAft>
                <a:spcPts val="600"/>
              </a:spcAft>
            </a:pPr>
            <a:r>
              <a:rPr lang="en-GB" sz="1500">
                <a:latin typeface="Segoe UI" panose="020B0502040204020203" pitchFamily="34" charset="0"/>
              </a:rPr>
              <a:t>Cloud and hyper-converged designs replicate above the physical disk layer</a:t>
            </a:r>
          </a:p>
          <a:p>
            <a:pPr>
              <a:spcAft>
                <a:spcPts val="600"/>
              </a:spcAft>
            </a:pPr>
            <a:r>
              <a:rPr lang="en-GB" sz="1500">
                <a:latin typeface="Segoe UI" panose="020B0502040204020203" pitchFamily="34" charset="0"/>
              </a:rPr>
              <a:t>Flash and NVMe can make the hardware RAID controller the bottleneck</a:t>
            </a:r>
          </a:p>
        </p:txBody>
      </p:sp>
      <p:sp>
        <p:nvSpPr>
          <p:cNvPr id="5" name="Text Placeholder 4">
            <a:extLst>
              <a:ext uri="{FF2B5EF4-FFF2-40B4-BE49-F238E27FC236}">
                <a16:creationId xmlns:a16="http://schemas.microsoft.com/office/drawing/2014/main" id="{76338A6D-671B-3A7E-1A8A-BC54AEC90E24}"/>
              </a:ext>
            </a:extLst>
          </p:cNvPr>
          <p:cNvSpPr>
            <a:spLocks noGrp="1"/>
          </p:cNvSpPr>
          <p:nvPr>
            <p:ph type="body" sz="quarter" idx="19"/>
          </p:nvPr>
        </p:nvSpPr>
        <p:spPr/>
        <p:txBody>
          <a:bodyPr>
            <a:normAutofit lnSpcReduction="10000"/>
          </a:bodyPr>
          <a:lstStyle/>
          <a:p>
            <a:r>
              <a:rPr lang="en-GB" sz="1700">
                <a:latin typeface="Segoe UI Semibold" panose="020B0702040204020203" pitchFamily="34" charset="0"/>
              </a:rPr>
              <a:t>Where RAID still fits</a:t>
            </a:r>
          </a:p>
        </p:txBody>
      </p:sp>
      <p:sp>
        <p:nvSpPr>
          <p:cNvPr id="6" name="Text Placeholder 5">
            <a:extLst>
              <a:ext uri="{FF2B5EF4-FFF2-40B4-BE49-F238E27FC236}">
                <a16:creationId xmlns:a16="http://schemas.microsoft.com/office/drawing/2014/main" id="{3C98EC8D-DEAF-B924-4330-E26961F01CE1}"/>
              </a:ext>
            </a:extLst>
          </p:cNvPr>
          <p:cNvSpPr>
            <a:spLocks noGrp="1"/>
          </p:cNvSpPr>
          <p:nvPr>
            <p:ph type="body" sz="quarter" idx="20"/>
          </p:nvPr>
        </p:nvSpPr>
        <p:spPr>
          <a:xfrm>
            <a:off x="4690248" y="1564324"/>
            <a:ext cx="3890330" cy="2015936"/>
          </a:xfrm>
        </p:spPr>
        <p:txBody>
          <a:bodyPr>
            <a:normAutofit fontScale="92500" lnSpcReduction="10000"/>
          </a:bodyPr>
          <a:lstStyle/>
          <a:p>
            <a:pPr>
              <a:spcAft>
                <a:spcPts val="600"/>
              </a:spcAft>
            </a:pPr>
            <a:r>
              <a:rPr lang="en-GB" sz="1500">
                <a:latin typeface="Segoe UI" panose="020B0502040204020203" pitchFamily="34" charset="0"/>
              </a:rPr>
              <a:t>RAID 1 boot mirrors remain a simple way to protect the operating system</a:t>
            </a:r>
          </a:p>
          <a:p>
            <a:pPr>
              <a:spcAft>
                <a:spcPts val="600"/>
              </a:spcAft>
            </a:pPr>
            <a:r>
              <a:rPr lang="en-GB" sz="1500">
                <a:latin typeface="Segoe UI" panose="020B0502040204020203" pitchFamily="34" charset="0"/>
              </a:rPr>
              <a:t>Small servers and branch offices may still benefit from hardware RAID</a:t>
            </a:r>
          </a:p>
          <a:p>
            <a:pPr>
              <a:spcAft>
                <a:spcPts val="600"/>
              </a:spcAft>
            </a:pPr>
            <a:r>
              <a:rPr lang="en-GB" sz="1500">
                <a:latin typeface="Segoe UI" panose="020B0502040204020203" pitchFamily="34" charset="0"/>
              </a:rPr>
              <a:t>Single-volume LUN appliances may not support software-defined pools</a:t>
            </a:r>
          </a:p>
          <a:p>
            <a:pPr>
              <a:spcAft>
                <a:spcPts val="600"/>
              </a:spcAft>
            </a:pPr>
            <a:r>
              <a:rPr lang="en-GB" sz="1500">
                <a:latin typeface="Segoe UI" panose="020B0502040204020203" pitchFamily="34" charset="0"/>
              </a:rPr>
              <a:t>Backup and archive targets may favor familiar, well-understood redundancy</a:t>
            </a:r>
          </a:p>
        </p:txBody>
      </p:sp>
      <p:sp>
        <p:nvSpPr>
          <p:cNvPr id="7" name="Course footer">
            <a:extLst>
              <a:ext uri="{FF2B5EF4-FFF2-40B4-BE49-F238E27FC236}">
                <a16:creationId xmlns:a16="http://schemas.microsoft.com/office/drawing/2014/main" id="{B096FC57-640D-ED38-871E-4F1D2862606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AA6292AF-7D85-8F22-8487-7A2CC208678A}"/>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93597100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D98C6-BB42-AC4E-08C5-B146D9C787BF}"/>
              </a:ext>
            </a:extLst>
          </p:cNvPr>
          <p:cNvSpPr>
            <a:spLocks noGrp="1"/>
          </p:cNvSpPr>
          <p:nvPr>
            <p:ph type="title"/>
          </p:nvPr>
        </p:nvSpPr>
        <p:spPr/>
        <p:txBody>
          <a:bodyPr wrap="square">
            <a:noAutofit/>
          </a:bodyPr>
          <a:lstStyle/>
          <a:p>
            <a:r>
              <a:rPr lang="en-GB"/>
              <a:t>8.7 Mount points</a:t>
            </a:r>
          </a:p>
        </p:txBody>
      </p:sp>
      <p:sp>
        <p:nvSpPr>
          <p:cNvPr id="6" name="Text 6">
            <a:extLst>
              <a:ext uri="{FF2B5EF4-FFF2-40B4-BE49-F238E27FC236}">
                <a16:creationId xmlns:a16="http://schemas.microsoft.com/office/drawing/2014/main" id="{C60669C1-771F-7EB7-2F5C-26E7F93D9462}"/>
              </a:ext>
            </a:extLst>
          </p:cNvPr>
          <p:cNvSpPr/>
          <p:nvPr/>
        </p:nvSpPr>
        <p:spPr>
          <a:xfrm>
            <a:off x="2704000" y="553466"/>
            <a:ext cx="4900000" cy="3977640"/>
          </a:xfrm>
          <a:prstGeom prst="rect">
            <a:avLst/>
          </a:prstGeom>
          <a:noFill/>
          <a:ln/>
        </p:spPr>
        <p:txBody>
          <a:bodyPr wrap="square" lIns="0" tIns="0" rIns="0" bIns="0" rtlCol="0" anchor="t">
            <a:normAutofit/>
          </a:bodyPr>
          <a:lstStyle/>
          <a:p>
            <a:pPr marL="0" indent="0">
              <a:spcAft>
                <a:spcPts val="500"/>
              </a:spcAft>
              <a:buNone/>
            </a:pPr>
            <a:r>
              <a:rPr lang="en-US" sz="1600" b="1">
                <a:solidFill>
                  <a:srgbClr val="023047"/>
                </a:solidFill>
                <a:latin typeface="Segoe UI" panose="020B0502040204020203" pitchFamily="34" charset="0"/>
                <a:ea typeface="Calibri" pitchFamily="34" charset="-122"/>
                <a:cs typeface="Calibri" pitchFamily="34" charset="-120"/>
              </a:rPr>
              <a:t>Mount points allow administrators to expose storage through folder paths instead of only through drive letters.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Folder-based storage access</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Drive-letter conservation</a:t>
            </a:r>
            <a:endParaRPr lang="en-US" sz="1600">
              <a:latin typeface="Segoe UI" panose="020B0502040204020203" pitchFamily="34" charset="0"/>
            </a:endParaRPr>
          </a:p>
          <a:p>
            <a:pPr marL="342900" indent="-342900">
              <a:spcAft>
                <a:spcPts val="400"/>
              </a:spcAft>
              <a:buSzPct val="100000"/>
              <a:buChar char="•"/>
            </a:pPr>
            <a:r>
              <a:rPr lang="en-US" sz="1600">
                <a:solidFill>
                  <a:srgbClr val="023047"/>
                </a:solidFill>
                <a:latin typeface="Segoe UI" panose="020B0502040204020203" pitchFamily="34" charset="0"/>
                <a:ea typeface="Calibri" pitchFamily="34" charset="-122"/>
                <a:cs typeface="Calibri" pitchFamily="34" charset="-120"/>
              </a:rPr>
              <a:t>Relationship to volume management</a:t>
            </a:r>
            <a:endParaRPr lang="en-US" sz="1600">
              <a:latin typeface="Segoe UI" panose="020B0502040204020203" pitchFamily="34" charset="0"/>
            </a:endParaRPr>
          </a:p>
        </p:txBody>
      </p:sp>
      <p:sp>
        <p:nvSpPr>
          <p:cNvPr id="13" name="Course footer">
            <a:extLst>
              <a:ext uri="{FF2B5EF4-FFF2-40B4-BE49-F238E27FC236}">
                <a16:creationId xmlns:a16="http://schemas.microsoft.com/office/drawing/2014/main" id="{03C9569E-BA22-EE63-7CA3-C336923C7CB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1AF55D0C-CDFD-8369-575D-04239076F5C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4" name="Picture 3">
            <a:extLst>
              <a:ext uri="{FF2B5EF4-FFF2-40B4-BE49-F238E27FC236}">
                <a16:creationId xmlns:a16="http://schemas.microsoft.com/office/drawing/2014/main" id="{B098B2E3-10A3-3349-82C0-8E1A7E1CBB16}"/>
              </a:ext>
            </a:extLst>
          </p:cNvPr>
          <p:cNvPicPr>
            <a:picLocks noChangeAspect="1"/>
          </p:cNvPicPr>
          <p:nvPr/>
        </p:nvPicPr>
        <p:blipFill>
          <a:blip r:embed="rId2"/>
          <a:stretch>
            <a:fillRect/>
          </a:stretch>
        </p:blipFill>
        <p:spPr>
          <a:xfrm>
            <a:off x="3027750" y="2027170"/>
            <a:ext cx="4810398" cy="2368283"/>
          </a:xfrm>
          <a:prstGeom prst="rect">
            <a:avLst/>
          </a:prstGeom>
        </p:spPr>
      </p:pic>
    </p:spTree>
    <p:extLst>
      <p:ext uri="{BB962C8B-B14F-4D97-AF65-F5344CB8AC3E}">
        <p14:creationId xmlns:p14="http://schemas.microsoft.com/office/powerpoint/2010/main" val="330031424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03161-7ACF-6D1D-5F30-25ECE1018B95}"/>
              </a:ext>
            </a:extLst>
          </p:cNvPr>
          <p:cNvSpPr>
            <a:spLocks noGrp="1"/>
          </p:cNvSpPr>
          <p:nvPr>
            <p:ph type="title" idx="4294967295"/>
          </p:nvPr>
        </p:nvSpPr>
        <p:spPr>
          <a:xfrm>
            <a:off x="221064" y="253206"/>
            <a:ext cx="8258175" cy="369888"/>
          </a:xfrm>
        </p:spPr>
        <p:txBody>
          <a:bodyPr wrap="square">
            <a:noAutofit/>
          </a:bodyPr>
          <a:lstStyle/>
          <a:p>
            <a:r>
              <a:rPr lang="en-GB" dirty="0"/>
              <a:t>Mount Points: Paths and Benefits</a:t>
            </a:r>
          </a:p>
        </p:txBody>
      </p:sp>
      <p:sp>
        <p:nvSpPr>
          <p:cNvPr id="7" name="Text 6">
            <a:extLst>
              <a:ext uri="{FF2B5EF4-FFF2-40B4-BE49-F238E27FC236}">
                <a16:creationId xmlns:a16="http://schemas.microsoft.com/office/drawing/2014/main" id="{F8FF7A1B-A14D-6DCB-38C7-D486AB8AC77A}"/>
              </a:ext>
            </a:extLst>
          </p:cNvPr>
          <p:cNvSpPr/>
          <p:nvPr/>
        </p:nvSpPr>
        <p:spPr>
          <a:xfrm>
            <a:off x="285750" y="803275"/>
            <a:ext cx="4800000" cy="1400000"/>
          </a:xfrm>
          <a:prstGeom prst="rect">
            <a:avLst/>
          </a:prstGeom>
          <a:noFill/>
          <a:ln/>
        </p:spPr>
        <p:txBody>
          <a:bodyPr wrap="square" lIns="0" tIns="0" rIns="0" bIns="0" rtlCol="0" anchor="t">
            <a:normAutofit/>
          </a:bodyPr>
          <a:lstStyle/>
          <a:p>
            <a:pPr marL="0" indent="0" algn="l">
              <a:buNone/>
            </a:pPr>
            <a:r>
              <a:rPr lang="en-US" sz="1800" b="1" dirty="0">
                <a:solidFill>
                  <a:srgbClr val="023047"/>
                </a:solidFill>
                <a:latin typeface="Segoe UI" panose="020B0502040204020203" pitchFamily="34" charset="0"/>
              </a:rPr>
              <a:t>What Is a Mount Point?</a:t>
            </a:r>
          </a:p>
          <a:p>
            <a:pPr marL="0" indent="0" algn="l">
              <a:spcBef>
                <a:spcPts val="400"/>
              </a:spcBef>
              <a:buNone/>
            </a:pPr>
            <a:r>
              <a:rPr lang="en-US" sz="1200" dirty="0">
                <a:solidFill>
                  <a:srgbClr val="333333"/>
                </a:solidFill>
                <a:latin typeface="Segoe UI" panose="020B0502040204020203" pitchFamily="34" charset="0"/>
              </a:rPr>
              <a:t>A </a:t>
            </a:r>
            <a:r>
              <a:rPr lang="en-US" sz="1200" b="1" dirty="0">
                <a:solidFill>
                  <a:srgbClr val="023047"/>
                </a:solidFill>
                <a:latin typeface="Segoe UI" panose="020B0502040204020203" pitchFamily="34" charset="0"/>
              </a:rPr>
              <a:t>mount point</a:t>
            </a:r>
            <a:r>
              <a:rPr lang="en-US" sz="1200" dirty="0">
                <a:solidFill>
                  <a:srgbClr val="333333"/>
                </a:solidFill>
                <a:latin typeface="Segoe UI" panose="020B0502040204020203" pitchFamily="34" charset="0"/>
              </a:rPr>
              <a:t> is an empty NTFS folder that provides access to another storage volume, instead of using a separate drive letter.</a:t>
            </a:r>
          </a:p>
          <a:p>
            <a:pPr marL="0" indent="0" algn="l">
              <a:spcBef>
                <a:spcPts val="600"/>
              </a:spcBef>
              <a:buNone/>
            </a:pPr>
            <a:r>
              <a:rPr lang="en-US" sz="1100" i="1" dirty="0">
                <a:solidFill>
                  <a:srgbClr val="666666"/>
                </a:solidFill>
                <a:latin typeface="Segoe UI" panose="020B0502040204020203" pitchFamily="34" charset="0"/>
              </a:rPr>
              <a:t>Not the same as a shortcut — handled at the filesystem level and fully transparent to applications.</a:t>
            </a:r>
          </a:p>
        </p:txBody>
      </p:sp>
      <p:sp>
        <p:nvSpPr>
          <p:cNvPr id="10" name="Text 10">
            <a:extLst>
              <a:ext uri="{FF2B5EF4-FFF2-40B4-BE49-F238E27FC236}">
                <a16:creationId xmlns:a16="http://schemas.microsoft.com/office/drawing/2014/main" id="{E6167D86-6C6A-E8AE-C158-31E2D494BA64}"/>
              </a:ext>
            </a:extLst>
          </p:cNvPr>
          <p:cNvSpPr/>
          <p:nvPr/>
        </p:nvSpPr>
        <p:spPr>
          <a:xfrm>
            <a:off x="5361430" y="2803467"/>
            <a:ext cx="3500000" cy="2050000"/>
          </a:xfrm>
          <a:prstGeom prst="rect">
            <a:avLst/>
          </a:prstGeom>
          <a:noFill/>
          <a:ln/>
        </p:spPr>
        <p:txBody>
          <a:bodyPr wrap="square" lIns="0" tIns="0" rIns="0" bIns="0" rtlCol="0" anchor="t">
            <a:normAutofit/>
          </a:bodyPr>
          <a:lstStyle/>
          <a:p>
            <a:pPr marL="0" indent="0" algn="l">
              <a:buNone/>
            </a:pPr>
            <a:r>
              <a:rPr lang="en-US" sz="1600" b="1" dirty="0">
                <a:solidFill>
                  <a:srgbClr val="023047"/>
                </a:solidFill>
                <a:latin typeface="Segoe UI" panose="020B0502040204020203" pitchFamily="34" charset="0"/>
              </a:rPr>
              <a:t>Key Benefits</a:t>
            </a:r>
          </a:p>
          <a:p>
            <a:pPr marL="228600" indent="-228600" algn="l">
              <a:spcBef>
                <a:spcPts val="600"/>
              </a:spcBef>
              <a:buFont typeface="Arial" pitchFamily="34" charset="0"/>
              <a:buChar char="●"/>
            </a:pPr>
            <a:r>
              <a:rPr lang="en-US" sz="1200" dirty="0">
                <a:solidFill>
                  <a:srgbClr val="333333"/>
                </a:solidFill>
                <a:latin typeface="Segoe UI" panose="020B0502040204020203" pitchFamily="34" charset="0"/>
              </a:rPr>
              <a:t>Conserve drive letters on servers with many volumes</a:t>
            </a:r>
          </a:p>
          <a:p>
            <a:pPr marL="228600" indent="-228600" algn="l">
              <a:spcBef>
                <a:spcPts val="400"/>
              </a:spcBef>
              <a:buFont typeface="Arial" pitchFamily="34" charset="0"/>
              <a:buChar char="●"/>
            </a:pPr>
            <a:r>
              <a:rPr lang="en-US" sz="1200" dirty="0">
                <a:solidFill>
                  <a:srgbClr val="333333"/>
                </a:solidFill>
                <a:latin typeface="Segoe UI" panose="020B0502040204020203" pitchFamily="34" charset="0"/>
              </a:rPr>
              <a:t>Create a cleaner, more logical folder structure</a:t>
            </a:r>
          </a:p>
          <a:p>
            <a:pPr marL="228600" indent="-228600" algn="l">
              <a:spcBef>
                <a:spcPts val="400"/>
              </a:spcBef>
              <a:buFont typeface="Arial" pitchFamily="34" charset="0"/>
              <a:buChar char="●"/>
            </a:pPr>
            <a:r>
              <a:rPr lang="en-US" sz="1200" dirty="0">
                <a:solidFill>
                  <a:srgbClr val="333333"/>
                </a:solidFill>
                <a:latin typeface="Segoe UI" panose="020B0502040204020203" pitchFamily="34" charset="0"/>
              </a:rPr>
              <a:t>Expand storage transparently without changing application paths</a:t>
            </a:r>
          </a:p>
          <a:p>
            <a:pPr marL="228600" indent="-228600" algn="l">
              <a:spcBef>
                <a:spcPts val="400"/>
              </a:spcBef>
              <a:buFont typeface="Arial" pitchFamily="34" charset="0"/>
              <a:buChar char="●"/>
            </a:pPr>
            <a:r>
              <a:rPr lang="en-US" sz="1200" dirty="0">
                <a:solidFill>
                  <a:srgbClr val="333333"/>
                </a:solidFill>
                <a:latin typeface="Segoe UI" panose="020B0502040204020203" pitchFamily="34" charset="0"/>
              </a:rPr>
              <a:t>Support workloads like file servers, SQL Server, backups, and large data stores</a:t>
            </a:r>
          </a:p>
        </p:txBody>
      </p:sp>
      <p:sp>
        <p:nvSpPr>
          <p:cNvPr id="11" name="PathBox">
            <a:extLst>
              <a:ext uri="{FF2B5EF4-FFF2-40B4-BE49-F238E27FC236}">
                <a16:creationId xmlns:a16="http://schemas.microsoft.com/office/drawing/2014/main" id="{7B9A023D-BF5C-4878-7D2C-57C59F44BE44}"/>
              </a:ext>
            </a:extLst>
          </p:cNvPr>
          <p:cNvSpPr/>
          <p:nvPr/>
        </p:nvSpPr>
        <p:spPr>
          <a:xfrm>
            <a:off x="221064" y="2350933"/>
            <a:ext cx="4800000" cy="850000"/>
          </a:xfrm>
          <a:prstGeom prst="roundRect">
            <a:avLst>
              <a:gd name="adj" fmla="val 8000"/>
            </a:avLst>
          </a:prstGeom>
          <a:solidFill>
            <a:srgbClr val="FFFFFF"/>
          </a:solidFill>
          <a:ln w="12700">
            <a:solidFill>
              <a:srgbClr val="0076D4"/>
            </a:solidFill>
            <a:prstDash val="solid"/>
          </a:ln>
        </p:spPr>
        <p:txBody>
          <a:bodyPr/>
          <a:lstStyle/>
          <a:p>
            <a:endParaRPr lang="en-US"/>
          </a:p>
        </p:txBody>
      </p:sp>
      <p:sp>
        <p:nvSpPr>
          <p:cNvPr id="12" name="PathText">
            <a:extLst>
              <a:ext uri="{FF2B5EF4-FFF2-40B4-BE49-F238E27FC236}">
                <a16:creationId xmlns:a16="http://schemas.microsoft.com/office/drawing/2014/main" id="{E3DE34BB-098B-2D5B-A5DA-B2D5407B46B2}"/>
              </a:ext>
            </a:extLst>
          </p:cNvPr>
          <p:cNvSpPr/>
          <p:nvPr/>
        </p:nvSpPr>
        <p:spPr>
          <a:xfrm>
            <a:off x="491430" y="2433467"/>
            <a:ext cx="4400000" cy="690000"/>
          </a:xfrm>
          <a:prstGeom prst="rect">
            <a:avLst/>
          </a:prstGeom>
          <a:noFill/>
          <a:ln/>
        </p:spPr>
        <p:txBody>
          <a:bodyPr wrap="square" lIns="0" tIns="0" rIns="0" bIns="0" rtlCol="0" anchor="ctr">
            <a:normAutofit/>
          </a:bodyPr>
          <a:lstStyle/>
          <a:p>
            <a:pPr marL="0" indent="0" algn="ctr">
              <a:buNone/>
            </a:pPr>
            <a:r>
              <a:rPr lang="en-US" sz="1600" b="1" dirty="0">
                <a:solidFill>
                  <a:srgbClr val="023047"/>
                </a:solidFill>
                <a:latin typeface="Segoe UI" panose="020B0502040204020203" pitchFamily="34" charset="0"/>
              </a:rPr>
              <a:t>E:\</a:t>
            </a:r>
            <a:r>
              <a:rPr lang="en-US" sz="1600" dirty="0">
                <a:solidFill>
                  <a:srgbClr val="FFB703"/>
                </a:solidFill>
                <a:latin typeface="Segoe UI" panose="020B0502040204020203" pitchFamily="34" charset="0"/>
              </a:rPr>
              <a:t>    →    </a:t>
            </a:r>
            <a:r>
              <a:rPr lang="en-US" sz="1600" b="1" dirty="0">
                <a:solidFill>
                  <a:srgbClr val="023047"/>
                </a:solidFill>
                <a:latin typeface="Segoe UI" panose="020B0502040204020203" pitchFamily="34" charset="0"/>
              </a:rPr>
              <a:t>C:\Data\Archive</a:t>
            </a:r>
          </a:p>
          <a:p>
            <a:pPr marL="0" indent="0" algn="ctr">
              <a:spcBef>
                <a:spcPts val="200"/>
              </a:spcBef>
              <a:buNone/>
            </a:pPr>
            <a:r>
              <a:rPr lang="en-US" sz="900" i="1" dirty="0">
                <a:solidFill>
                  <a:srgbClr val="888888"/>
                </a:solidFill>
                <a:latin typeface="Segoe UI" panose="020B0502040204020203" pitchFamily="34" charset="0"/>
              </a:rPr>
              <a:t>traditional drive letter                     mount point path</a:t>
            </a:r>
          </a:p>
        </p:txBody>
      </p:sp>
      <p:sp>
        <p:nvSpPr>
          <p:cNvPr id="13" name="Course footer">
            <a:extLst>
              <a:ext uri="{FF2B5EF4-FFF2-40B4-BE49-F238E27FC236}">
                <a16:creationId xmlns:a16="http://schemas.microsoft.com/office/drawing/2014/main" id="{58CBE4A8-DF2A-2446-D688-F40F6063EDD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92175E2C-54ED-7DB7-D5D7-9052DBD35C3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pic>
        <p:nvPicPr>
          <p:cNvPr id="600" name="Mount Points Concept"/>
          <p:cNvPicPr>
            <a:picLocks noChangeAspect="1"/>
          </p:cNvPicPr>
          <p:nvPr/>
        </p:nvPicPr>
        <p:blipFill>
          <a:blip r:embed="rId2"/>
          <a:stretch>
            <a:fillRect/>
          </a:stretch>
        </p:blipFill>
        <p:spPr>
          <a:xfrm>
            <a:off x="5780215" y="438913"/>
            <a:ext cx="2826477" cy="1884746"/>
          </a:xfrm>
          <a:prstGeom prst="rect">
            <a:avLst/>
          </a:prstGeom>
        </p:spPr>
      </p:pic>
    </p:spTree>
    <p:extLst>
      <p:ext uri="{BB962C8B-B14F-4D97-AF65-F5344CB8AC3E}">
        <p14:creationId xmlns:p14="http://schemas.microsoft.com/office/powerpoint/2010/main" val="299460020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CFFE5-3FC8-5EA5-3812-B9A05A104F35}"/>
              </a:ext>
            </a:extLst>
          </p:cNvPr>
          <p:cNvSpPr>
            <a:spLocks noGrp="1"/>
          </p:cNvSpPr>
          <p:nvPr>
            <p:ph type="title"/>
          </p:nvPr>
        </p:nvSpPr>
        <p:spPr/>
        <p:txBody>
          <a:bodyPr wrap="square">
            <a:noAutofit/>
          </a:bodyPr>
          <a:lstStyle/>
          <a:p>
            <a:r>
              <a:rPr lang="en-GB"/>
              <a:t>8.8 Storage Spaces and Storage Replica</a:t>
            </a:r>
          </a:p>
        </p:txBody>
      </p:sp>
      <p:sp>
        <p:nvSpPr>
          <p:cNvPr id="3" name="Text 6">
            <a:extLst>
              <a:ext uri="{FF2B5EF4-FFF2-40B4-BE49-F238E27FC236}">
                <a16:creationId xmlns:a16="http://schemas.microsoft.com/office/drawing/2014/main" id="{04FB72EC-1E1F-E1DD-B0C1-4E0E28DDE7FD}"/>
              </a:ext>
            </a:extLst>
          </p:cNvPr>
          <p:cNvSpPr/>
          <p:nvPr/>
        </p:nvSpPr>
        <p:spPr>
          <a:xfrm>
            <a:off x="2522135" y="2059911"/>
            <a:ext cx="7064731" cy="3173723"/>
          </a:xfrm>
          <a:prstGeom prst="rect">
            <a:avLst/>
          </a:prstGeom>
          <a:noFill/>
          <a:ln/>
        </p:spPr>
        <p:txBody>
          <a:bodyPr wrap="square" lIns="0" tIns="0" rIns="0" bIns="0" rtlCol="0" anchor="t">
            <a:normAutofit/>
          </a:bodyPr>
          <a:lstStyle/>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Storage Spaces and Storage Replica solve different storage problems</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Pooling is not the same as replication</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Resilience, replication, and backup should not be confused</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70E3945F-08B5-6FBC-5482-A627E7242D9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E8B1F786-B3C5-6E3A-211B-C97F398A7E1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69896120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037D4-C7E4-82CA-818F-52D8DE83AF49}"/>
              </a:ext>
            </a:extLst>
          </p:cNvPr>
          <p:cNvSpPr>
            <a:spLocks noGrp="1"/>
          </p:cNvSpPr>
          <p:nvPr>
            <p:ph type="title"/>
          </p:nvPr>
        </p:nvSpPr>
        <p:spPr/>
        <p:txBody>
          <a:bodyPr wrap="square">
            <a:noAutofit/>
          </a:bodyPr>
          <a:lstStyle/>
          <a:p>
            <a:r>
              <a:rPr lang="en-GB"/>
              <a:t>Storage Spaces: Overview</a:t>
            </a:r>
          </a:p>
        </p:txBody>
      </p:sp>
      <p:sp>
        <p:nvSpPr>
          <p:cNvPr id="5" name="Text 6">
            <a:extLst>
              <a:ext uri="{FF2B5EF4-FFF2-40B4-BE49-F238E27FC236}">
                <a16:creationId xmlns:a16="http://schemas.microsoft.com/office/drawing/2014/main" id="{6C8A036B-CFE6-961C-336E-42DC76E63824}"/>
              </a:ext>
            </a:extLst>
          </p:cNvPr>
          <p:cNvSpPr/>
          <p:nvPr/>
        </p:nvSpPr>
        <p:spPr>
          <a:xfrm>
            <a:off x="770095" y="1092704"/>
            <a:ext cx="7132320" cy="3269182"/>
          </a:xfrm>
          <a:prstGeom prst="rect">
            <a:avLst/>
          </a:prstGeom>
          <a:noFill/>
          <a:ln/>
        </p:spPr>
        <p:txBody>
          <a:bodyPr wrap="square" lIns="0" tIns="0" rIns="0" bIns="0" rtlCol="0" anchor="t">
            <a:normAutofit fontScale="92500" lnSpcReduction="20000"/>
          </a:bodyPr>
          <a:lstStyle/>
          <a:p>
            <a:pPr>
              <a:spcBef>
                <a:spcPts val="400"/>
              </a:spcBef>
              <a:spcAft>
                <a:spcPts val="300"/>
              </a:spcAft>
              <a:buNone/>
            </a:pPr>
            <a:r>
              <a:rPr lang="en-US" sz="1700" b="1" dirty="0">
                <a:solidFill>
                  <a:srgbClr val="FB8500"/>
                </a:solidFill>
                <a:latin typeface="Segoe UI" panose="020B0502040204020203" pitchFamily="34" charset="0"/>
              </a:rPr>
              <a:t>What it is</a:t>
            </a:r>
          </a:p>
          <a:p>
            <a:pPr marL="342900" indent="-342900">
              <a:spcAft>
                <a:spcPts val="700"/>
              </a:spcAft>
              <a:buFont typeface="Arial"/>
              <a:buChar char="•"/>
            </a:pPr>
            <a:r>
              <a:rPr lang="en-US" sz="1600" dirty="0">
                <a:solidFill>
                  <a:srgbClr val="023047"/>
                </a:solidFill>
                <a:latin typeface="Segoe UI" panose="020B0502040204020203" pitchFamily="34" charset="0"/>
              </a:rPr>
              <a:t>Software-defined storage that pools physical disks into one or more storage pools</a:t>
            </a:r>
          </a:p>
          <a:p>
            <a:pPr marL="342900" indent="-342900">
              <a:spcAft>
                <a:spcPts val="700"/>
              </a:spcAft>
              <a:buFont typeface="Arial"/>
              <a:buChar char="•"/>
            </a:pPr>
            <a:r>
              <a:rPr lang="en-US" sz="1600" dirty="0">
                <a:solidFill>
                  <a:srgbClr val="023047"/>
                </a:solidFill>
                <a:latin typeface="Segoe UI" panose="020B0502040204020203" pitchFamily="34" charset="0"/>
              </a:rPr>
              <a:t>Carves virtual disks (storage spaces) from the pool — appear to Windows as regular disks</a:t>
            </a:r>
          </a:p>
          <a:p>
            <a:pPr marL="342900" indent="-342900">
              <a:spcAft>
                <a:spcPts val="700"/>
              </a:spcAft>
              <a:buFont typeface="Arial"/>
              <a:buChar char="•"/>
            </a:pPr>
            <a:r>
              <a:rPr lang="en-US" sz="1600" dirty="0">
                <a:solidFill>
                  <a:srgbClr val="023047"/>
                </a:solidFill>
                <a:latin typeface="Segoe UI" panose="020B0502040204020203" pitchFamily="34" charset="0"/>
              </a:rPr>
              <a:t>Provides resiliency, thin provisioning, and tiering without a hardware RAID controller</a:t>
            </a:r>
          </a:p>
          <a:p>
            <a:pPr>
              <a:spcBef>
                <a:spcPts val="400"/>
              </a:spcBef>
              <a:spcAft>
                <a:spcPts val="300"/>
              </a:spcAft>
              <a:buNone/>
            </a:pPr>
            <a:r>
              <a:rPr lang="en-US" sz="1700" b="1" dirty="0">
                <a:solidFill>
                  <a:srgbClr val="FB8500"/>
                </a:solidFill>
                <a:latin typeface="Segoe UI" panose="020B0502040204020203" pitchFamily="34" charset="0"/>
              </a:rPr>
              <a:t>Why it matters</a:t>
            </a:r>
          </a:p>
          <a:p>
            <a:pPr marL="342900" indent="-342900">
              <a:spcAft>
                <a:spcPts val="700"/>
              </a:spcAft>
              <a:buFont typeface="Arial"/>
              <a:buChar char="•"/>
            </a:pPr>
            <a:r>
              <a:rPr lang="en-US" sz="1600" dirty="0">
                <a:solidFill>
                  <a:srgbClr val="023047"/>
                </a:solidFill>
                <a:latin typeface="Segoe UI" panose="020B0502040204020203" pitchFamily="34" charset="0"/>
              </a:rPr>
              <a:t>Cheaper than SAN or hardware RAID — uses commodity SAS/SATA drives and simple HBAs</a:t>
            </a:r>
          </a:p>
          <a:p>
            <a:pPr marL="342900" indent="-342900">
              <a:spcAft>
                <a:spcPts val="700"/>
              </a:spcAft>
              <a:buFont typeface="Arial"/>
              <a:buChar char="•"/>
            </a:pPr>
            <a:r>
              <a:rPr lang="en-US" sz="1600" dirty="0">
                <a:solidFill>
                  <a:srgbClr val="023047"/>
                </a:solidFill>
                <a:latin typeface="Segoe UI" panose="020B0502040204020203" pitchFamily="34" charset="0"/>
              </a:rPr>
              <a:t>Foundation for Storage Spaces Direct (S2D), the clustered hyper-converged version</a:t>
            </a:r>
          </a:p>
          <a:p>
            <a:pPr marL="342900" indent="-342900">
              <a:spcAft>
                <a:spcPts val="700"/>
              </a:spcAft>
              <a:buFont typeface="Arial"/>
              <a:buChar char="•"/>
            </a:pPr>
            <a:r>
              <a:rPr lang="en-US" sz="1600" dirty="0">
                <a:solidFill>
                  <a:srgbClr val="023047"/>
                </a:solidFill>
                <a:latin typeface="Segoe UI" panose="020B0502040204020203" pitchFamily="34" charset="0"/>
              </a:rPr>
              <a:t>Survives disk failure with mirror or parity layouts; pool grows by adding more disks</a:t>
            </a:r>
          </a:p>
        </p:txBody>
      </p:sp>
      <p:sp>
        <p:nvSpPr>
          <p:cNvPr id="6" name="Course footer">
            <a:extLst>
              <a:ext uri="{FF2B5EF4-FFF2-40B4-BE49-F238E27FC236}">
                <a16:creationId xmlns:a16="http://schemas.microsoft.com/office/drawing/2014/main" id="{53C90256-016B-D7EC-CB3B-3B73125631B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22376EA5-4AD3-2339-81AE-E2ADC624A1E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9631375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B7F56-EC19-29F1-AB1A-317358FBFE3E}"/>
              </a:ext>
            </a:extLst>
          </p:cNvPr>
          <p:cNvSpPr>
            <a:spLocks noGrp="1"/>
          </p:cNvSpPr>
          <p:nvPr>
            <p:ph type="title"/>
          </p:nvPr>
        </p:nvSpPr>
        <p:spPr/>
        <p:txBody>
          <a:bodyPr wrap="square">
            <a:noAutofit/>
          </a:bodyPr>
          <a:lstStyle/>
          <a:p>
            <a:r>
              <a:rPr lang="en-GB" dirty="0"/>
              <a:t>Storage Spaces: Resiliency Layouts</a:t>
            </a:r>
          </a:p>
        </p:txBody>
      </p:sp>
      <p:sp>
        <p:nvSpPr>
          <p:cNvPr id="3" name="Text 6">
            <a:extLst>
              <a:ext uri="{FF2B5EF4-FFF2-40B4-BE49-F238E27FC236}">
                <a16:creationId xmlns:a16="http://schemas.microsoft.com/office/drawing/2014/main" id="{2E83A94F-1965-B444-296A-98F194EE65F8}"/>
              </a:ext>
            </a:extLst>
          </p:cNvPr>
          <p:cNvSpPr/>
          <p:nvPr/>
        </p:nvSpPr>
        <p:spPr>
          <a:xfrm>
            <a:off x="507442" y="874207"/>
            <a:ext cx="8360968" cy="3841938"/>
          </a:xfrm>
          <a:prstGeom prst="rect">
            <a:avLst/>
          </a:prstGeom>
          <a:noFill/>
          <a:ln/>
        </p:spPr>
        <p:txBody>
          <a:bodyPr wrap="square" lIns="0" tIns="0" rIns="0" bIns="0" rtlCol="0" anchor="t">
            <a:normAutofit/>
          </a:bodyPr>
          <a:lstStyle/>
          <a:p>
            <a:pPr>
              <a:spcBef>
                <a:spcPts val="300"/>
              </a:spcBef>
              <a:spcAft>
                <a:spcPts val="300"/>
              </a:spcAft>
              <a:buNone/>
            </a:pPr>
            <a:r>
              <a:rPr lang="en-US" sz="1700" b="1" dirty="0">
                <a:solidFill>
                  <a:srgbClr val="FB8500"/>
                </a:solidFill>
                <a:latin typeface="Segoe UI" panose="020B0502040204020203" pitchFamily="34" charset="0"/>
              </a:rPr>
              <a:t>Simple</a:t>
            </a:r>
          </a:p>
          <a:p>
            <a:pPr marL="342900" indent="-342900">
              <a:spcAft>
                <a:spcPts val="700"/>
              </a:spcAft>
              <a:buFont typeface="Arial"/>
              <a:buChar char="•"/>
            </a:pPr>
            <a:r>
              <a:rPr lang="en-US" sz="1600" dirty="0">
                <a:solidFill>
                  <a:srgbClr val="023047"/>
                </a:solidFill>
                <a:latin typeface="Segoe UI" panose="020B0502040204020203" pitchFamily="34" charset="0"/>
              </a:rPr>
              <a:t>Stripes data across disks (like RAID 0) — fastest, no redundancy, single disk failure = data loss</a:t>
            </a:r>
          </a:p>
          <a:p>
            <a:pPr>
              <a:spcBef>
                <a:spcPts val="300"/>
              </a:spcBef>
              <a:spcAft>
                <a:spcPts val="300"/>
              </a:spcAft>
              <a:buNone/>
            </a:pPr>
            <a:r>
              <a:rPr lang="en-US" sz="1700" b="1" dirty="0">
                <a:solidFill>
                  <a:srgbClr val="FB8500"/>
                </a:solidFill>
                <a:latin typeface="Segoe UI" panose="020B0502040204020203" pitchFamily="34" charset="0"/>
              </a:rPr>
              <a:t>Mirror</a:t>
            </a:r>
          </a:p>
          <a:p>
            <a:pPr marL="342900" indent="-342900">
              <a:spcAft>
                <a:spcPts val="700"/>
              </a:spcAft>
              <a:buFont typeface="Arial"/>
              <a:buChar char="•"/>
            </a:pPr>
            <a:r>
              <a:rPr lang="en-US" sz="1600" dirty="0">
                <a:solidFill>
                  <a:srgbClr val="023047"/>
                </a:solidFill>
                <a:latin typeface="Segoe UI" panose="020B0502040204020203" pitchFamily="34" charset="0"/>
              </a:rPr>
              <a:t>Two-way mirror: 2 copies, survives 1 disk failure (50% capacity overhead)</a:t>
            </a:r>
          </a:p>
          <a:p>
            <a:pPr marL="342900" indent="-342900">
              <a:spcAft>
                <a:spcPts val="700"/>
              </a:spcAft>
              <a:buFont typeface="Arial"/>
              <a:buChar char="•"/>
            </a:pPr>
            <a:r>
              <a:rPr lang="en-US" sz="1600" dirty="0">
                <a:solidFill>
                  <a:srgbClr val="023047"/>
                </a:solidFill>
                <a:latin typeface="Segoe UI" panose="020B0502040204020203" pitchFamily="34" charset="0"/>
              </a:rPr>
              <a:t>Three-way mirror: 3 copies, survives 2 simultaneous failures (67% overhead)</a:t>
            </a:r>
          </a:p>
          <a:p>
            <a:pPr>
              <a:spcBef>
                <a:spcPts val="300"/>
              </a:spcBef>
              <a:spcAft>
                <a:spcPts val="300"/>
              </a:spcAft>
              <a:buNone/>
            </a:pPr>
            <a:r>
              <a:rPr lang="en-US" sz="1700" b="1" dirty="0">
                <a:solidFill>
                  <a:srgbClr val="FB8500"/>
                </a:solidFill>
                <a:latin typeface="Segoe UI" panose="020B0502040204020203" pitchFamily="34" charset="0"/>
              </a:rPr>
              <a:t>Parity</a:t>
            </a:r>
          </a:p>
          <a:p>
            <a:pPr marL="342900" indent="-342900">
              <a:spcAft>
                <a:spcPts val="700"/>
              </a:spcAft>
              <a:buFont typeface="Arial"/>
              <a:buChar char="•"/>
            </a:pPr>
            <a:r>
              <a:rPr lang="en-US" sz="1600" dirty="0">
                <a:solidFill>
                  <a:srgbClr val="023047"/>
                </a:solidFill>
                <a:latin typeface="Segoe UI" panose="020B0502040204020203" pitchFamily="34" charset="0"/>
              </a:rPr>
              <a:t>Stripes with parity (like RAID 5/6) — best capacity efficiency, slower writes</a:t>
            </a:r>
          </a:p>
          <a:p>
            <a:pPr marL="342900" indent="-342900">
              <a:spcAft>
                <a:spcPts val="700"/>
              </a:spcAft>
              <a:buFont typeface="Arial"/>
              <a:buChar char="•"/>
            </a:pPr>
            <a:r>
              <a:rPr lang="en-US" sz="1600" dirty="0">
                <a:solidFill>
                  <a:srgbClr val="023047"/>
                </a:solidFill>
                <a:latin typeface="Segoe UI" panose="020B0502040204020203" pitchFamily="34" charset="0"/>
              </a:rPr>
              <a:t>Single parity needs ≥3 disks; dual parity needs ≥7 disks (S2D)</a:t>
            </a:r>
          </a:p>
          <a:p>
            <a:pPr>
              <a:spcBef>
                <a:spcPts val="300"/>
              </a:spcBef>
              <a:spcAft>
                <a:spcPts val="300"/>
              </a:spcAft>
              <a:buNone/>
            </a:pPr>
            <a:r>
              <a:rPr lang="en-US" sz="1700" b="1" dirty="0">
                <a:solidFill>
                  <a:srgbClr val="FB8500"/>
                </a:solidFill>
                <a:latin typeface="Segoe UI" panose="020B0502040204020203" pitchFamily="34" charset="0"/>
              </a:rPr>
              <a:t>Mirror-accelerated parity (S2D)</a:t>
            </a:r>
          </a:p>
          <a:p>
            <a:pPr marL="342900" indent="-342900">
              <a:spcAft>
                <a:spcPts val="700"/>
              </a:spcAft>
              <a:buFont typeface="Arial"/>
              <a:buChar char="•"/>
            </a:pPr>
            <a:r>
              <a:rPr lang="en-US" sz="1600" dirty="0">
                <a:solidFill>
                  <a:srgbClr val="023047"/>
                </a:solidFill>
                <a:latin typeface="Segoe UI" panose="020B0502040204020203" pitchFamily="34" charset="0"/>
              </a:rPr>
              <a:t>Mirror tier absorbs writes, then drains to parity tier — 2× faster than pure parity in WS2019+</a:t>
            </a:r>
          </a:p>
        </p:txBody>
      </p:sp>
      <p:sp>
        <p:nvSpPr>
          <p:cNvPr id="4" name="Course footer">
            <a:extLst>
              <a:ext uri="{FF2B5EF4-FFF2-40B4-BE49-F238E27FC236}">
                <a16:creationId xmlns:a16="http://schemas.microsoft.com/office/drawing/2014/main" id="{15FA523E-A3EA-7323-4E83-B80C199CE6A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C9266D7C-B861-1C2D-6590-A5F108B17B2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17781666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54E9E-2DA4-2D5A-B449-468C42E1F43B}"/>
              </a:ext>
            </a:extLst>
          </p:cNvPr>
          <p:cNvSpPr>
            <a:spLocks noGrp="1"/>
          </p:cNvSpPr>
          <p:nvPr>
            <p:ph type="title"/>
          </p:nvPr>
        </p:nvSpPr>
        <p:spPr/>
        <p:txBody>
          <a:bodyPr wrap="square">
            <a:noAutofit/>
          </a:bodyPr>
          <a:lstStyle/>
          <a:p>
            <a:r>
              <a:rPr lang="en-GB"/>
              <a:t>Storage Spaces Direct (S2D)</a:t>
            </a:r>
          </a:p>
        </p:txBody>
      </p:sp>
      <p:sp>
        <p:nvSpPr>
          <p:cNvPr id="3" name="Text 6">
            <a:extLst>
              <a:ext uri="{FF2B5EF4-FFF2-40B4-BE49-F238E27FC236}">
                <a16:creationId xmlns:a16="http://schemas.microsoft.com/office/drawing/2014/main" id="{5293E3CF-0072-3650-EA6C-308B73E8E74D}"/>
              </a:ext>
            </a:extLst>
          </p:cNvPr>
          <p:cNvSpPr/>
          <p:nvPr/>
        </p:nvSpPr>
        <p:spPr>
          <a:xfrm>
            <a:off x="438912" y="949569"/>
            <a:ext cx="8429498" cy="3766576"/>
          </a:xfrm>
          <a:prstGeom prst="rect">
            <a:avLst/>
          </a:prstGeom>
          <a:noFill/>
          <a:ln/>
        </p:spPr>
        <p:txBody>
          <a:bodyPr wrap="square" lIns="0" tIns="0" rIns="0" bIns="0" rtlCol="0" anchor="t">
            <a:normAutofit/>
          </a:bodyPr>
          <a:lstStyle/>
          <a:p>
            <a:pPr>
              <a:spcBef>
                <a:spcPts val="300"/>
              </a:spcBef>
              <a:spcAft>
                <a:spcPts val="300"/>
              </a:spcAft>
              <a:buNone/>
            </a:pPr>
            <a:r>
              <a:rPr lang="en-US" sz="1700" b="1" dirty="0">
                <a:solidFill>
                  <a:srgbClr val="FB8500"/>
                </a:solidFill>
                <a:latin typeface="Segoe UI" panose="020B0502040204020203" pitchFamily="34" charset="0"/>
              </a:rPr>
              <a:t>What S2D adds over Storage Spaces</a:t>
            </a:r>
          </a:p>
          <a:p>
            <a:pPr marL="342900" indent="-342900">
              <a:spcAft>
                <a:spcPts val="700"/>
              </a:spcAft>
              <a:buFont typeface="Arial"/>
              <a:buChar char="•"/>
            </a:pPr>
            <a:r>
              <a:rPr lang="en-US" sz="1600" dirty="0">
                <a:solidFill>
                  <a:srgbClr val="023047"/>
                </a:solidFill>
                <a:latin typeface="Segoe UI" panose="020B0502040204020203" pitchFamily="34" charset="0"/>
              </a:rPr>
              <a:t>Pools local drives across a Failover Cluster (no shared SAS) — true software-defined storage</a:t>
            </a:r>
          </a:p>
          <a:p>
            <a:pPr marL="342900" indent="-342900">
              <a:spcAft>
                <a:spcPts val="700"/>
              </a:spcAft>
              <a:buFont typeface="Arial"/>
              <a:buChar char="•"/>
            </a:pPr>
            <a:r>
              <a:rPr lang="en-US" sz="1600" dirty="0">
                <a:solidFill>
                  <a:srgbClr val="023047"/>
                </a:solidFill>
                <a:latin typeface="Segoe UI" panose="020B0502040204020203" pitchFamily="34" charset="0"/>
              </a:rPr>
              <a:t>Hyper-converged: same nodes run Hyper-V VMs and host the storage pool</a:t>
            </a:r>
          </a:p>
          <a:p>
            <a:pPr>
              <a:spcBef>
                <a:spcPts val="300"/>
              </a:spcBef>
              <a:spcAft>
                <a:spcPts val="300"/>
              </a:spcAft>
              <a:buNone/>
            </a:pPr>
            <a:r>
              <a:rPr lang="en-US" sz="1700" b="1" dirty="0">
                <a:solidFill>
                  <a:srgbClr val="FB8500"/>
                </a:solidFill>
                <a:latin typeface="Segoe UI" panose="020B0502040204020203" pitchFamily="34" charset="0"/>
              </a:rPr>
              <a:t>Scale &amp; hardware</a:t>
            </a:r>
          </a:p>
          <a:p>
            <a:pPr marL="342900" indent="-342900">
              <a:spcAft>
                <a:spcPts val="700"/>
              </a:spcAft>
              <a:buFont typeface="Arial"/>
              <a:buChar char="•"/>
            </a:pPr>
            <a:r>
              <a:rPr lang="en-US" sz="1600" dirty="0">
                <a:solidFill>
                  <a:srgbClr val="023047"/>
                </a:solidFill>
                <a:latin typeface="Segoe UI" panose="020B0502040204020203" pitchFamily="34" charset="0"/>
              </a:rPr>
              <a:t>2 to 16 servers per cluster; up to 4 PB per cluster, 400 TB per server (WS2019+)</a:t>
            </a:r>
          </a:p>
          <a:p>
            <a:pPr marL="342900" indent="-342900">
              <a:spcAft>
                <a:spcPts val="700"/>
              </a:spcAft>
              <a:buFont typeface="Arial"/>
              <a:buChar char="•"/>
            </a:pPr>
            <a:r>
              <a:rPr lang="en-US" sz="1600" dirty="0">
                <a:solidFill>
                  <a:srgbClr val="023047"/>
                </a:solidFill>
                <a:latin typeface="Segoe UI" panose="020B0502040204020203" pitchFamily="34" charset="0"/>
              </a:rPr>
              <a:t>All-flash (NVMe/SSD) or hybrid (SSD cache + HDD); all servers must be identical</a:t>
            </a:r>
          </a:p>
          <a:p>
            <a:pPr marL="342900" indent="-342900">
              <a:spcAft>
                <a:spcPts val="700"/>
              </a:spcAft>
              <a:buFont typeface="Arial"/>
              <a:buChar char="•"/>
            </a:pPr>
            <a:r>
              <a:rPr lang="en-US" sz="1600" dirty="0">
                <a:solidFill>
                  <a:srgbClr val="023047"/>
                </a:solidFill>
                <a:latin typeface="Segoe UI" panose="020B0502040204020203" pitchFamily="34" charset="0"/>
              </a:rPr>
              <a:t>Network: 10 GbE minimum; 25 GbE+ with RDMA recommended for 4+ nodes</a:t>
            </a:r>
          </a:p>
          <a:p>
            <a:pPr>
              <a:spcBef>
                <a:spcPts val="300"/>
              </a:spcBef>
              <a:spcAft>
                <a:spcPts val="300"/>
              </a:spcAft>
              <a:buNone/>
            </a:pPr>
            <a:r>
              <a:rPr lang="en-US" sz="1700" b="1" dirty="0">
                <a:solidFill>
                  <a:srgbClr val="FB8500"/>
                </a:solidFill>
                <a:latin typeface="Segoe UI" panose="020B0502040204020203" pitchFamily="34" charset="0"/>
              </a:rPr>
              <a:t>Standalone Storage Spaces requirements</a:t>
            </a:r>
          </a:p>
          <a:p>
            <a:pPr marL="342900" indent="-342900">
              <a:spcAft>
                <a:spcPts val="700"/>
              </a:spcAft>
              <a:buFont typeface="Arial"/>
              <a:buChar char="•"/>
            </a:pPr>
            <a:r>
              <a:rPr lang="en-US" sz="1600" dirty="0">
                <a:solidFill>
                  <a:srgbClr val="023047"/>
                </a:solidFill>
                <a:latin typeface="Segoe UI" panose="020B0502040204020203" pitchFamily="34" charset="0"/>
              </a:rPr>
              <a:t>SAS, SATA, iSCSI, or FC disks — no hardware RAID controllers, simple HBAs only</a:t>
            </a:r>
          </a:p>
          <a:p>
            <a:pPr marL="342900" indent="-342900">
              <a:spcAft>
                <a:spcPts val="700"/>
              </a:spcAft>
              <a:buFont typeface="Arial"/>
              <a:buChar char="•"/>
            </a:pPr>
            <a:r>
              <a:rPr lang="en-US" sz="1600" dirty="0">
                <a:solidFill>
                  <a:srgbClr val="023047"/>
                </a:solidFill>
                <a:latin typeface="Segoe UI" panose="020B0502040204020203" pitchFamily="34" charset="0"/>
              </a:rPr>
              <a:t>Disks must be blank, ≥ 4 GB; JBOD enclosures supported but optional</a:t>
            </a:r>
          </a:p>
        </p:txBody>
      </p:sp>
      <p:sp>
        <p:nvSpPr>
          <p:cNvPr id="4" name="Course footer">
            <a:extLst>
              <a:ext uri="{FF2B5EF4-FFF2-40B4-BE49-F238E27FC236}">
                <a16:creationId xmlns:a16="http://schemas.microsoft.com/office/drawing/2014/main" id="{1D3B020D-4056-B304-DEF7-F2196522EBD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4FCB77EA-36A7-37DA-20EF-6C1A85D3771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84110071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BF1FE-8284-EC7D-B3C5-C6ED90614E03}"/>
              </a:ext>
            </a:extLst>
          </p:cNvPr>
          <p:cNvSpPr>
            <a:spLocks noGrp="1"/>
          </p:cNvSpPr>
          <p:nvPr>
            <p:ph type="title"/>
          </p:nvPr>
        </p:nvSpPr>
        <p:spPr/>
        <p:txBody>
          <a:bodyPr wrap="square">
            <a:noAutofit/>
          </a:bodyPr>
          <a:lstStyle/>
          <a:p>
            <a:r>
              <a:rPr lang="en-GB"/>
              <a:t>Storage Spaces Architecture</a:t>
            </a:r>
          </a:p>
        </p:txBody>
      </p:sp>
      <p:pic>
        <p:nvPicPr>
          <p:cNvPr id="5" name="Picture 4" descr="Screenshot of Hyper-converged deployment stack.">
            <a:extLst>
              <a:ext uri="{FF2B5EF4-FFF2-40B4-BE49-F238E27FC236}">
                <a16:creationId xmlns:a16="http://schemas.microsoft.com/office/drawing/2014/main" id="{7D8E9146-3168-D176-B1C7-263FB56406F0}"/>
              </a:ext>
            </a:extLst>
          </p:cNvPr>
          <p:cNvPicPr>
            <a:picLocks noChangeAspect="1"/>
          </p:cNvPicPr>
          <p:nvPr/>
        </p:nvPicPr>
        <p:blipFill>
          <a:blip r:embed="rId2"/>
          <a:stretch>
            <a:fillRect/>
          </a:stretch>
        </p:blipFill>
        <p:spPr>
          <a:xfrm>
            <a:off x="2185516" y="1072862"/>
            <a:ext cx="3649728" cy="3257383"/>
          </a:xfrm>
          <a:prstGeom prst="rect">
            <a:avLst/>
          </a:prstGeom>
        </p:spPr>
      </p:pic>
      <p:sp>
        <p:nvSpPr>
          <p:cNvPr id="6" name="Course footer">
            <a:extLst>
              <a:ext uri="{FF2B5EF4-FFF2-40B4-BE49-F238E27FC236}">
                <a16:creationId xmlns:a16="http://schemas.microsoft.com/office/drawing/2014/main" id="{FA50EA1E-D151-DD36-D0CA-C6420D7A805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95F38366-CDA9-9C6E-E2EF-725518B11E0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42879173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FA6D9-94C1-9065-9CE0-DB2D45190E62}"/>
              </a:ext>
            </a:extLst>
          </p:cNvPr>
          <p:cNvSpPr>
            <a:spLocks noGrp="1"/>
          </p:cNvSpPr>
          <p:nvPr>
            <p:ph type="title"/>
          </p:nvPr>
        </p:nvSpPr>
        <p:spPr/>
        <p:txBody>
          <a:bodyPr wrap="square">
            <a:noAutofit/>
          </a:bodyPr>
          <a:lstStyle/>
          <a:p>
            <a:r>
              <a:rPr lang="en-GB"/>
              <a:t>Storage Replica: Overview</a:t>
            </a:r>
          </a:p>
        </p:txBody>
      </p:sp>
      <p:sp>
        <p:nvSpPr>
          <p:cNvPr id="3" name="Text 6">
            <a:extLst>
              <a:ext uri="{FF2B5EF4-FFF2-40B4-BE49-F238E27FC236}">
                <a16:creationId xmlns:a16="http://schemas.microsoft.com/office/drawing/2014/main" id="{94179BE5-5C8A-AA59-5636-6A79C2F63BB9}"/>
              </a:ext>
            </a:extLst>
          </p:cNvPr>
          <p:cNvSpPr/>
          <p:nvPr/>
        </p:nvSpPr>
        <p:spPr>
          <a:xfrm>
            <a:off x="438912" y="974689"/>
            <a:ext cx="8429498" cy="3741455"/>
          </a:xfrm>
          <a:prstGeom prst="rect">
            <a:avLst/>
          </a:prstGeom>
          <a:noFill/>
          <a:ln/>
        </p:spPr>
        <p:txBody>
          <a:bodyPr wrap="square" lIns="0" tIns="0" rIns="0" bIns="0" rtlCol="0" anchor="t">
            <a:normAutofit/>
          </a:bodyPr>
          <a:lstStyle/>
          <a:p>
            <a:pPr>
              <a:spcBef>
                <a:spcPts val="300"/>
              </a:spcBef>
              <a:spcAft>
                <a:spcPts val="300"/>
              </a:spcAft>
              <a:buNone/>
            </a:pPr>
            <a:r>
              <a:rPr lang="en-US" sz="1700" b="1" dirty="0">
                <a:solidFill>
                  <a:srgbClr val="FB8500"/>
                </a:solidFill>
                <a:latin typeface="Segoe UI" panose="020B0502040204020203" pitchFamily="34" charset="0"/>
              </a:rPr>
              <a:t>What it is</a:t>
            </a:r>
          </a:p>
          <a:p>
            <a:pPr marL="342900" indent="-342900">
              <a:spcAft>
                <a:spcPts val="700"/>
              </a:spcAft>
              <a:buFont typeface="Arial"/>
              <a:buChar char="•"/>
            </a:pPr>
            <a:r>
              <a:rPr lang="en-US" sz="1600" dirty="0">
                <a:solidFill>
                  <a:srgbClr val="023047"/>
                </a:solidFill>
                <a:latin typeface="Segoe UI" panose="020B0502040204020203" pitchFamily="34" charset="0"/>
              </a:rPr>
              <a:t>Block-level, volume-to-volume replication over SMB 3 — file-system agnostic</a:t>
            </a:r>
          </a:p>
          <a:p>
            <a:pPr marL="342900" indent="-342900">
              <a:spcAft>
                <a:spcPts val="700"/>
              </a:spcAft>
              <a:buFont typeface="Arial"/>
              <a:buChar char="•"/>
            </a:pPr>
            <a:r>
              <a:rPr lang="en-US" sz="1600" dirty="0">
                <a:solidFill>
                  <a:srgbClr val="023047"/>
                </a:solidFill>
                <a:latin typeface="Segoe UI" panose="020B0502040204020203" pitchFamily="34" charset="0"/>
              </a:rPr>
              <a:t>Designed for disaster recovery: replicate a volume to another server, cluster, or site</a:t>
            </a:r>
          </a:p>
          <a:p>
            <a:pPr>
              <a:spcBef>
                <a:spcPts val="300"/>
              </a:spcBef>
              <a:spcAft>
                <a:spcPts val="300"/>
              </a:spcAft>
              <a:buNone/>
            </a:pPr>
            <a:r>
              <a:rPr lang="en-US" sz="1700" b="1" dirty="0">
                <a:solidFill>
                  <a:srgbClr val="FB8500"/>
                </a:solidFill>
                <a:latin typeface="Segoe UI" panose="020B0502040204020203" pitchFamily="34" charset="0"/>
              </a:rPr>
              <a:t>Synchronous vs asynchronous</a:t>
            </a:r>
          </a:p>
          <a:p>
            <a:pPr marL="342900" indent="-342900">
              <a:spcAft>
                <a:spcPts val="700"/>
              </a:spcAft>
              <a:buFont typeface="Arial"/>
              <a:buChar char="•"/>
            </a:pPr>
            <a:r>
              <a:rPr lang="en-US" sz="1600" dirty="0">
                <a:solidFill>
                  <a:srgbClr val="023047"/>
                </a:solidFill>
                <a:latin typeface="Segoe UI" panose="020B0502040204020203" pitchFamily="34" charset="0"/>
              </a:rPr>
              <a:t>Synchronous: zero RPO, write committed on both sides before ack — needs ≤ 5 ms RTT</a:t>
            </a:r>
          </a:p>
          <a:p>
            <a:pPr marL="342900" indent="-342900">
              <a:spcAft>
                <a:spcPts val="700"/>
              </a:spcAft>
              <a:buFont typeface="Arial"/>
              <a:buChar char="•"/>
            </a:pPr>
            <a:r>
              <a:rPr lang="en-US" sz="1600" dirty="0">
                <a:solidFill>
                  <a:srgbClr val="023047"/>
                </a:solidFill>
                <a:latin typeface="Segoe UI" panose="020B0502040204020203" pitchFamily="34" charset="0"/>
              </a:rPr>
              <a:t>Asynchronous: writes ack locally, replicate later — for high-latency or metered links</a:t>
            </a:r>
          </a:p>
          <a:p>
            <a:pPr>
              <a:spcBef>
                <a:spcPts val="300"/>
              </a:spcBef>
              <a:spcAft>
                <a:spcPts val="300"/>
              </a:spcAft>
              <a:buNone/>
            </a:pPr>
            <a:r>
              <a:rPr lang="en-US" sz="1700" b="1" dirty="0">
                <a:solidFill>
                  <a:srgbClr val="FB8500"/>
                </a:solidFill>
                <a:latin typeface="Segoe UI" panose="020B0502040204020203" pitchFamily="34" charset="0"/>
              </a:rPr>
              <a:t>What it is NOT</a:t>
            </a:r>
          </a:p>
          <a:p>
            <a:pPr marL="342900" indent="-342900">
              <a:spcAft>
                <a:spcPts val="700"/>
              </a:spcAft>
              <a:buFont typeface="Arial"/>
              <a:buChar char="•"/>
            </a:pPr>
            <a:r>
              <a:rPr lang="en-US" sz="1600" dirty="0">
                <a:solidFill>
                  <a:srgbClr val="023047"/>
                </a:solidFill>
                <a:latin typeface="Segoe UI" panose="020B0502040204020203" pitchFamily="34" charset="0"/>
              </a:rPr>
              <a:t>Not a backup — replicates data and corruption alike; pair with backups and snapshots</a:t>
            </a:r>
          </a:p>
          <a:p>
            <a:pPr marL="342900" indent="-342900">
              <a:spcAft>
                <a:spcPts val="700"/>
              </a:spcAft>
              <a:buFont typeface="Arial"/>
              <a:buChar char="•"/>
            </a:pPr>
            <a:r>
              <a:rPr lang="en-US" sz="1600" dirty="0">
                <a:solidFill>
                  <a:srgbClr val="023047"/>
                </a:solidFill>
                <a:latin typeface="Segoe UI" panose="020B0502040204020203" pitchFamily="34" charset="0"/>
              </a:rPr>
              <a:t>Not file-level replication like DFS-R — it replicates entire volumes at the block layer</a:t>
            </a:r>
          </a:p>
        </p:txBody>
      </p:sp>
      <p:sp>
        <p:nvSpPr>
          <p:cNvPr id="4" name="Course footer">
            <a:extLst>
              <a:ext uri="{FF2B5EF4-FFF2-40B4-BE49-F238E27FC236}">
                <a16:creationId xmlns:a16="http://schemas.microsoft.com/office/drawing/2014/main" id="{36FFD552-CAC5-D4F4-8855-F33F85027F6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B9C2E3AA-80A6-E734-AFAC-2AD99438230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73588665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8C8CFC7-60D0-A63F-9ED4-E0554402E865}"/>
              </a:ext>
            </a:extLst>
          </p:cNvPr>
          <p:cNvSpPr>
            <a:spLocks noGrp="1"/>
          </p:cNvSpPr>
          <p:nvPr>
            <p:ph type="title"/>
          </p:nvPr>
        </p:nvSpPr>
        <p:spPr/>
        <p:txBody>
          <a:bodyPr wrap="square">
            <a:noAutofit/>
          </a:bodyPr>
          <a:lstStyle/>
          <a:p>
            <a:r>
              <a:rPr lang="en-GB"/>
              <a:t>Storage Replica: Three Deployment Modes</a:t>
            </a:r>
          </a:p>
        </p:txBody>
      </p:sp>
      <p:sp>
        <p:nvSpPr>
          <p:cNvPr id="15" name="Text 6">
            <a:extLst>
              <a:ext uri="{FF2B5EF4-FFF2-40B4-BE49-F238E27FC236}">
                <a16:creationId xmlns:a16="http://schemas.microsoft.com/office/drawing/2014/main" id="{CEB0B96B-7013-81CC-A3CA-C396032554D7}"/>
              </a:ext>
            </a:extLst>
          </p:cNvPr>
          <p:cNvSpPr/>
          <p:nvPr/>
        </p:nvSpPr>
        <p:spPr>
          <a:xfrm>
            <a:off x="441196" y="949569"/>
            <a:ext cx="8427213" cy="3766576"/>
          </a:xfrm>
          <a:prstGeom prst="rect">
            <a:avLst/>
          </a:prstGeom>
          <a:noFill/>
          <a:ln/>
        </p:spPr>
        <p:txBody>
          <a:bodyPr wrap="square" lIns="0" tIns="0" rIns="0" bIns="0" rtlCol="0" anchor="t">
            <a:normAutofit/>
          </a:bodyPr>
          <a:lstStyle/>
          <a:p>
            <a:pPr>
              <a:spcBef>
                <a:spcPts val="300"/>
              </a:spcBef>
              <a:spcAft>
                <a:spcPts val="300"/>
              </a:spcAft>
              <a:buNone/>
            </a:pPr>
            <a:r>
              <a:rPr lang="en-US" sz="1700" b="1" dirty="0">
                <a:solidFill>
                  <a:srgbClr val="FB8500"/>
                </a:solidFill>
                <a:latin typeface="Segoe UI" panose="020B0502040204020203" pitchFamily="34" charset="0"/>
              </a:rPr>
              <a:t>Stretch cluster</a:t>
            </a:r>
          </a:p>
          <a:p>
            <a:pPr marL="342900" indent="-342900">
              <a:spcAft>
                <a:spcPts val="700"/>
              </a:spcAft>
              <a:buFont typeface="Arial"/>
              <a:buChar char="•"/>
            </a:pPr>
            <a:r>
              <a:rPr lang="en-US" sz="1600" dirty="0">
                <a:solidFill>
                  <a:srgbClr val="023047"/>
                </a:solidFill>
                <a:latin typeface="Segoe UI" panose="020B0502040204020203" pitchFamily="34" charset="0"/>
              </a:rPr>
              <a:t>One Failover Cluster spanning two sites — automatic failover via Failover Cluster Manager</a:t>
            </a:r>
          </a:p>
          <a:p>
            <a:pPr marL="342900" indent="-342900">
              <a:spcAft>
                <a:spcPts val="700"/>
              </a:spcAft>
              <a:buFont typeface="Arial"/>
              <a:buChar char="•"/>
            </a:pPr>
            <a:r>
              <a:rPr lang="en-US" sz="1600" dirty="0">
                <a:solidFill>
                  <a:srgbClr val="023047"/>
                </a:solidFill>
                <a:latin typeface="Segoe UI" panose="020B0502040204020203" pitchFamily="34" charset="0"/>
              </a:rPr>
              <a:t>Best for HA with zero RPO when sites are within 5 ms RTT (synchronous)</a:t>
            </a:r>
          </a:p>
          <a:p>
            <a:pPr>
              <a:spcBef>
                <a:spcPts val="300"/>
              </a:spcBef>
              <a:spcAft>
                <a:spcPts val="300"/>
              </a:spcAft>
              <a:buNone/>
            </a:pPr>
            <a:r>
              <a:rPr lang="en-US" sz="1700" b="1" dirty="0">
                <a:solidFill>
                  <a:srgbClr val="FB8500"/>
                </a:solidFill>
                <a:latin typeface="Segoe UI" panose="020B0502040204020203" pitchFamily="34" charset="0"/>
              </a:rPr>
              <a:t>Cluster-to-cluster</a:t>
            </a:r>
          </a:p>
          <a:p>
            <a:pPr marL="342900" indent="-342900">
              <a:spcAft>
                <a:spcPts val="700"/>
              </a:spcAft>
              <a:buFont typeface="Arial"/>
              <a:buChar char="•"/>
            </a:pPr>
            <a:r>
              <a:rPr lang="en-US" sz="1600" dirty="0">
                <a:solidFill>
                  <a:srgbClr val="023047"/>
                </a:solidFill>
                <a:latin typeface="Segoe UI" panose="020B0502040204020203" pitchFamily="34" charset="0"/>
              </a:rPr>
              <a:t>Two separate clusters replicate volumes between each other — manual failover</a:t>
            </a:r>
          </a:p>
          <a:p>
            <a:pPr marL="342900" indent="-342900">
              <a:spcAft>
                <a:spcPts val="700"/>
              </a:spcAft>
              <a:buFont typeface="Arial"/>
              <a:buChar char="•"/>
            </a:pPr>
            <a:r>
              <a:rPr lang="en-US" sz="1600" dirty="0">
                <a:solidFill>
                  <a:srgbClr val="023047"/>
                </a:solidFill>
                <a:latin typeface="Segoe UI" panose="020B0502040204020203" pitchFamily="34" charset="0"/>
              </a:rPr>
              <a:t>Managed via Windows Admin Center or PowerShell; sync or async</a:t>
            </a:r>
          </a:p>
          <a:p>
            <a:pPr>
              <a:spcBef>
                <a:spcPts val="300"/>
              </a:spcBef>
              <a:spcAft>
                <a:spcPts val="300"/>
              </a:spcAft>
              <a:buNone/>
            </a:pPr>
            <a:r>
              <a:rPr lang="en-US" sz="1700" b="1" dirty="0">
                <a:solidFill>
                  <a:srgbClr val="FB8500"/>
                </a:solidFill>
                <a:latin typeface="Segoe UI" panose="020B0502040204020203" pitchFamily="34" charset="0"/>
              </a:rPr>
              <a:t>Server-to-server</a:t>
            </a:r>
          </a:p>
          <a:p>
            <a:pPr marL="342900" indent="-342900">
              <a:spcAft>
                <a:spcPts val="700"/>
              </a:spcAft>
              <a:buFont typeface="Arial"/>
              <a:buChar char="•"/>
            </a:pPr>
            <a:r>
              <a:rPr lang="en-US" sz="1600" dirty="0">
                <a:solidFill>
                  <a:srgbClr val="023047"/>
                </a:solidFill>
                <a:latin typeface="Segoe UI" panose="020B0502040204020203" pitchFamily="34" charset="0"/>
              </a:rPr>
              <a:t>Two standalone servers replicate volumes — simplest topology, manual failover</a:t>
            </a:r>
          </a:p>
          <a:p>
            <a:pPr marL="342900" indent="-342900">
              <a:spcAft>
                <a:spcPts val="700"/>
              </a:spcAft>
              <a:buFont typeface="Arial"/>
              <a:buChar char="•"/>
            </a:pPr>
            <a:r>
              <a:rPr lang="en-US" sz="1600" dirty="0">
                <a:solidFill>
                  <a:srgbClr val="023047"/>
                </a:solidFill>
                <a:latin typeface="Segoe UI" panose="020B0502040204020203" pitchFamily="34" charset="0"/>
              </a:rPr>
              <a:t>Common DR pattern for branch office to datacenter (typically asynchronous)</a:t>
            </a:r>
          </a:p>
        </p:txBody>
      </p:sp>
      <p:sp>
        <p:nvSpPr>
          <p:cNvPr id="16" name="Course footer">
            <a:extLst>
              <a:ext uri="{FF2B5EF4-FFF2-40B4-BE49-F238E27FC236}">
                <a16:creationId xmlns:a16="http://schemas.microsoft.com/office/drawing/2014/main" id="{DDE7844C-BA80-934F-3190-A572BBAB707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7" name="TextBox 16">
            <a:extLst>
              <a:ext uri="{FF2B5EF4-FFF2-40B4-BE49-F238E27FC236}">
                <a16:creationId xmlns:a16="http://schemas.microsoft.com/office/drawing/2014/main" id="{42A45BFE-EA3A-F531-5EC5-EEE5B8ACE82A}"/>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62019170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4089B-8C14-C7FE-6AFE-96B3F94D0B0A}"/>
              </a:ext>
            </a:extLst>
          </p:cNvPr>
          <p:cNvSpPr>
            <a:spLocks noGrp="1"/>
          </p:cNvSpPr>
          <p:nvPr>
            <p:ph type="title"/>
          </p:nvPr>
        </p:nvSpPr>
        <p:spPr/>
        <p:txBody>
          <a:bodyPr wrap="square">
            <a:noAutofit/>
          </a:bodyPr>
          <a:lstStyle/>
          <a:p>
            <a:r>
              <a:rPr lang="en-GB"/>
              <a:t>Storage Replica: Requirements</a:t>
            </a:r>
          </a:p>
        </p:txBody>
      </p:sp>
      <p:sp>
        <p:nvSpPr>
          <p:cNvPr id="3" name="Text 6">
            <a:extLst>
              <a:ext uri="{FF2B5EF4-FFF2-40B4-BE49-F238E27FC236}">
                <a16:creationId xmlns:a16="http://schemas.microsoft.com/office/drawing/2014/main" id="{6870D226-8C44-63C1-3CAA-79DBC5793B17}"/>
              </a:ext>
            </a:extLst>
          </p:cNvPr>
          <p:cNvSpPr/>
          <p:nvPr/>
        </p:nvSpPr>
        <p:spPr>
          <a:xfrm>
            <a:off x="527538" y="939521"/>
            <a:ext cx="8340872" cy="3776624"/>
          </a:xfrm>
          <a:prstGeom prst="rect">
            <a:avLst/>
          </a:prstGeom>
          <a:noFill/>
          <a:ln/>
        </p:spPr>
        <p:txBody>
          <a:bodyPr wrap="square" lIns="0" tIns="0" rIns="0" bIns="0" rtlCol="0" anchor="t">
            <a:normAutofit/>
          </a:bodyPr>
          <a:lstStyle/>
          <a:p>
            <a:pPr>
              <a:spcBef>
                <a:spcPts val="300"/>
              </a:spcBef>
              <a:spcAft>
                <a:spcPts val="300"/>
              </a:spcAft>
              <a:buNone/>
            </a:pPr>
            <a:r>
              <a:rPr lang="en-US" sz="1700" b="1" dirty="0">
                <a:solidFill>
                  <a:srgbClr val="FB8500"/>
                </a:solidFill>
                <a:latin typeface="Segoe UI" panose="020B0502040204020203" pitchFamily="34" charset="0"/>
              </a:rPr>
              <a:t>Infrastructure</a:t>
            </a:r>
          </a:p>
          <a:p>
            <a:pPr marL="342900" indent="-342900">
              <a:spcAft>
                <a:spcPts val="700"/>
              </a:spcAft>
              <a:buFont typeface="Arial"/>
              <a:buChar char="•"/>
            </a:pPr>
            <a:r>
              <a:rPr lang="en-US" sz="1600" dirty="0">
                <a:solidFill>
                  <a:srgbClr val="023047"/>
                </a:solidFill>
                <a:latin typeface="Segoe UI" panose="020B0502040204020203" pitchFamily="34" charset="0"/>
              </a:rPr>
              <a:t>All servers joined to the same Active Directory forest</a:t>
            </a:r>
          </a:p>
          <a:p>
            <a:pPr marL="342900" indent="-342900">
              <a:spcAft>
                <a:spcPts val="700"/>
              </a:spcAft>
              <a:buFont typeface="Arial"/>
              <a:buChar char="•"/>
            </a:pPr>
            <a:r>
              <a:rPr lang="en-US" sz="1600" dirty="0">
                <a:solidFill>
                  <a:srgbClr val="023047"/>
                </a:solidFill>
                <a:latin typeface="Segoe UI" panose="020B0502040204020203" pitchFamily="34" charset="0"/>
              </a:rPr>
              <a:t>Per server: at least 2 GB RAM and 2 cores; Datacenter or Standard edition</a:t>
            </a:r>
          </a:p>
          <a:p>
            <a:pPr marL="342900" indent="-342900">
              <a:spcAft>
                <a:spcPts val="700"/>
              </a:spcAft>
              <a:buFont typeface="Arial"/>
              <a:buChar char="•"/>
            </a:pPr>
            <a:r>
              <a:rPr lang="en-US" sz="1600" dirty="0">
                <a:solidFill>
                  <a:srgbClr val="023047"/>
                </a:solidFill>
                <a:latin typeface="Segoe UI" panose="020B0502040204020203" pitchFamily="34" charset="0"/>
              </a:rPr>
              <a:t>Network ports open between nodes: SMB 445, SMB Direct 5445, WinRM 5985</a:t>
            </a:r>
          </a:p>
          <a:p>
            <a:pPr>
              <a:spcBef>
                <a:spcPts val="300"/>
              </a:spcBef>
              <a:spcAft>
                <a:spcPts val="300"/>
              </a:spcAft>
              <a:buNone/>
            </a:pPr>
            <a:r>
              <a:rPr lang="en-US" sz="1700" b="1" dirty="0">
                <a:solidFill>
                  <a:srgbClr val="FB8500"/>
                </a:solidFill>
                <a:latin typeface="Segoe UI" panose="020B0502040204020203" pitchFamily="34" charset="0"/>
              </a:rPr>
              <a:t>Disks &amp; volumes</a:t>
            </a:r>
          </a:p>
          <a:p>
            <a:pPr marL="342900" indent="-342900">
              <a:spcAft>
                <a:spcPts val="700"/>
              </a:spcAft>
              <a:buFont typeface="Arial"/>
              <a:buChar char="•"/>
            </a:pPr>
            <a:r>
              <a:rPr lang="en-US" sz="1600" dirty="0">
                <a:solidFill>
                  <a:srgbClr val="023047"/>
                </a:solidFill>
                <a:latin typeface="Segoe UI" panose="020B0502040204020203" pitchFamily="34" charset="0"/>
              </a:rPr>
              <a:t>GPT-formatted disks with NTFS or ReFS — replicated volume cannot live on the OS drive</a:t>
            </a:r>
          </a:p>
          <a:p>
            <a:pPr marL="342900" indent="-342900">
              <a:spcAft>
                <a:spcPts val="700"/>
              </a:spcAft>
              <a:buFont typeface="Arial"/>
              <a:buChar char="•"/>
            </a:pPr>
            <a:r>
              <a:rPr lang="en-US" sz="1600" dirty="0">
                <a:solidFill>
                  <a:srgbClr val="023047"/>
                </a:solidFill>
                <a:latin typeface="Segoe UI" panose="020B0502040204020203" pitchFamily="34" charset="0"/>
              </a:rPr>
              <a:t>Dedicated log volume on SSD, ≥ 10 GB recommended (default log size 8 GB)</a:t>
            </a:r>
          </a:p>
          <a:p>
            <a:pPr>
              <a:spcBef>
                <a:spcPts val="300"/>
              </a:spcBef>
              <a:spcAft>
                <a:spcPts val="300"/>
              </a:spcAft>
              <a:buNone/>
            </a:pPr>
            <a:r>
              <a:rPr lang="en-US" sz="1700" b="1" dirty="0">
                <a:solidFill>
                  <a:srgbClr val="FB8500"/>
                </a:solidFill>
                <a:latin typeface="Segoe UI" panose="020B0502040204020203" pitchFamily="34" charset="0"/>
              </a:rPr>
              <a:t>Edition limits</a:t>
            </a:r>
          </a:p>
          <a:p>
            <a:pPr marL="342900" indent="-342900">
              <a:spcAft>
                <a:spcPts val="700"/>
              </a:spcAft>
              <a:buFont typeface="Arial"/>
              <a:buChar char="•"/>
            </a:pPr>
            <a:r>
              <a:rPr lang="en-US" sz="1600" dirty="0">
                <a:solidFill>
                  <a:srgbClr val="023047"/>
                </a:solidFill>
                <a:latin typeface="Segoe UI" panose="020B0502040204020203" pitchFamily="34" charset="0"/>
              </a:rPr>
              <a:t>Standard edition: 1 replicated volume, ≤ 2 TB; Datacenter: unlimited volumes and size</a:t>
            </a:r>
          </a:p>
        </p:txBody>
      </p:sp>
      <p:sp>
        <p:nvSpPr>
          <p:cNvPr id="4" name="Course footer">
            <a:extLst>
              <a:ext uri="{FF2B5EF4-FFF2-40B4-BE49-F238E27FC236}">
                <a16:creationId xmlns:a16="http://schemas.microsoft.com/office/drawing/2014/main" id="{BAFE7F19-C622-4A59-ACBD-B18616A6439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288AC8AD-F62B-B311-15DC-434F1C2D32B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21663325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FF849-0550-0E95-E66B-ECEE2D1998D6}"/>
              </a:ext>
            </a:extLst>
          </p:cNvPr>
          <p:cNvSpPr>
            <a:spLocks noGrp="1"/>
          </p:cNvSpPr>
          <p:nvPr>
            <p:ph type="title"/>
          </p:nvPr>
        </p:nvSpPr>
        <p:spPr/>
        <p:txBody>
          <a:bodyPr wrap="square">
            <a:noAutofit/>
          </a:bodyPr>
          <a:lstStyle/>
          <a:p>
            <a:r>
              <a:rPr lang="en-GB" dirty="0"/>
              <a:t>Evolution Across Windows Server Releases</a:t>
            </a:r>
          </a:p>
        </p:txBody>
      </p:sp>
      <p:sp>
        <p:nvSpPr>
          <p:cNvPr id="3" name="Text 6">
            <a:extLst>
              <a:ext uri="{FF2B5EF4-FFF2-40B4-BE49-F238E27FC236}">
                <a16:creationId xmlns:a16="http://schemas.microsoft.com/office/drawing/2014/main" id="{C52D85CA-5436-8AE3-BF89-1DC894CB1F88}"/>
              </a:ext>
            </a:extLst>
          </p:cNvPr>
          <p:cNvSpPr/>
          <p:nvPr/>
        </p:nvSpPr>
        <p:spPr>
          <a:xfrm>
            <a:off x="497392" y="1210827"/>
            <a:ext cx="8371017" cy="3505318"/>
          </a:xfrm>
          <a:prstGeom prst="rect">
            <a:avLst/>
          </a:prstGeom>
          <a:noFill/>
          <a:ln/>
        </p:spPr>
        <p:txBody>
          <a:bodyPr wrap="square" lIns="0" tIns="0" rIns="0" bIns="0" rtlCol="0" anchor="t">
            <a:normAutofit/>
          </a:bodyPr>
          <a:lstStyle/>
          <a:p>
            <a:pPr marL="342900" indent="-342900">
              <a:spcAft>
                <a:spcPts val="700"/>
              </a:spcAft>
              <a:buFont typeface="Arial"/>
              <a:buChar char="•"/>
            </a:pPr>
            <a:r>
              <a:rPr lang="en-US" sz="1600" b="1" dirty="0">
                <a:solidFill>
                  <a:srgbClr val="FB8500"/>
                </a:solidFill>
                <a:latin typeface="Segoe UI" panose="020B0502040204020203" pitchFamily="34" charset="0"/>
              </a:rPr>
              <a:t>WS 2016: </a:t>
            </a:r>
            <a:r>
              <a:rPr lang="en-US" sz="1600" dirty="0">
                <a:solidFill>
                  <a:srgbClr val="023047"/>
                </a:solidFill>
                <a:latin typeface="Segoe UI" panose="020B0502040204020203" pitchFamily="34" charset="0"/>
              </a:rPr>
              <a:t>S2D and Storage Replica introduced — Datacenter edition only</a:t>
            </a:r>
          </a:p>
          <a:p>
            <a:pPr marL="342900" indent="-342900">
              <a:spcAft>
                <a:spcPts val="700"/>
              </a:spcAft>
              <a:buFont typeface="Arial"/>
              <a:buChar char="•"/>
            </a:pPr>
            <a:r>
              <a:rPr lang="en-US" sz="1600" b="1" dirty="0">
                <a:solidFill>
                  <a:srgbClr val="FB8500"/>
                </a:solidFill>
                <a:latin typeface="Segoe UI" panose="020B0502040204020203" pitchFamily="34" charset="0"/>
              </a:rPr>
              <a:t>WS 2019: </a:t>
            </a:r>
            <a:r>
              <a:rPr lang="en-US" sz="1600" dirty="0">
                <a:solidFill>
                  <a:srgbClr val="023047"/>
                </a:solidFill>
                <a:latin typeface="Segoe UI" panose="020B0502040204020203" pitchFamily="34" charset="0"/>
              </a:rPr>
              <a:t>SR added to Standard (1 vol / 2 TB), test failover, USB witness, mirror-accelerated parity 2× faster, 4 PB cluster scale, Windows Admin Center; shared-SAS Storage Spaces deprecated</a:t>
            </a:r>
          </a:p>
          <a:p>
            <a:pPr marL="342900" indent="-342900">
              <a:spcAft>
                <a:spcPts val="700"/>
              </a:spcAft>
              <a:buFont typeface="Arial"/>
              <a:buChar char="•"/>
            </a:pPr>
            <a:r>
              <a:rPr lang="en-US" sz="1600" b="1" dirty="0">
                <a:solidFill>
                  <a:srgbClr val="FB8500"/>
                </a:solidFill>
                <a:latin typeface="Segoe UI" panose="020B0502040204020203" pitchFamily="34" charset="0"/>
              </a:rPr>
              <a:t>WS 2022: </a:t>
            </a:r>
            <a:r>
              <a:rPr lang="en-US" sz="1600" dirty="0">
                <a:solidFill>
                  <a:srgbClr val="023047"/>
                </a:solidFill>
                <a:latin typeface="Segoe UI" panose="020B0502040204020203" pitchFamily="34" charset="0"/>
              </a:rPr>
              <a:t>SMB compression for Storage Replica reduces WAN bandwidth</a:t>
            </a:r>
          </a:p>
          <a:p>
            <a:pPr marL="342900" indent="-342900">
              <a:spcAft>
                <a:spcPts val="700"/>
              </a:spcAft>
              <a:buFont typeface="Arial"/>
              <a:buChar char="•"/>
            </a:pPr>
            <a:r>
              <a:rPr lang="en-US" sz="1600" b="1" dirty="0">
                <a:solidFill>
                  <a:srgbClr val="FB8500"/>
                </a:solidFill>
                <a:latin typeface="Segoe UI" panose="020B0502040204020203" pitchFamily="34" charset="0"/>
              </a:rPr>
              <a:t>WS 2025: </a:t>
            </a:r>
            <a:r>
              <a:rPr lang="en-US" sz="1600" dirty="0">
                <a:solidFill>
                  <a:srgbClr val="023047"/>
                </a:solidFill>
                <a:latin typeface="Segoe UI" panose="020B0502040204020203" pitchFamily="34" charset="0"/>
              </a:rPr>
              <a:t>SR Enhanced Log (raw block, replaces CLFS — no migration path), thin-provisioned S2D volumes, ReFS native dedup + compression, NVMe perf optimizations</a:t>
            </a:r>
          </a:p>
        </p:txBody>
      </p:sp>
      <p:sp>
        <p:nvSpPr>
          <p:cNvPr id="4" name="Course footer">
            <a:extLst>
              <a:ext uri="{FF2B5EF4-FFF2-40B4-BE49-F238E27FC236}">
                <a16:creationId xmlns:a16="http://schemas.microsoft.com/office/drawing/2014/main" id="{B34DFBFE-3A29-F100-D254-15A0496A3F1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5F59CEA8-8D05-F151-CD83-355AE943589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13940000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52487-135A-6C9D-C3B6-B9ED895B4DA8}"/>
              </a:ext>
            </a:extLst>
          </p:cNvPr>
          <p:cNvSpPr>
            <a:spLocks noGrp="1"/>
          </p:cNvSpPr>
          <p:nvPr>
            <p:ph type="title"/>
          </p:nvPr>
        </p:nvSpPr>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C8C2A183-F27F-0C29-1D95-D7E0AE6A6BA3}"/>
              </a:ext>
            </a:extLst>
          </p:cNvPr>
          <p:cNvSpPr>
            <a:spLocks noGrp="1"/>
          </p:cNvSpPr>
          <p:nvPr>
            <p:ph type="body" sz="quarter" idx="4294967295"/>
          </p:nvPr>
        </p:nvSpPr>
        <p:spPr>
          <a:xfrm>
            <a:off x="1490663" y="1092200"/>
            <a:ext cx="7653337" cy="673100"/>
          </a:xfrm>
        </p:spPr>
        <p:txBody>
          <a:bodyPr>
            <a:normAutofit lnSpcReduction="10000"/>
          </a:bodyPr>
          <a:lstStyle/>
          <a:p>
            <a:r>
              <a:rPr lang="en-GB">
                <a:solidFill>
                  <a:srgbClr val="0076D4"/>
                </a:solidFill>
                <a:latin typeface="Segoe UI Semibold" panose="020B0702040204020203" pitchFamily="34" charset="0"/>
              </a:rPr>
              <a:t>01</a:t>
            </a:r>
            <a:r>
              <a:rPr lang="en-GB">
                <a:latin typeface="Segoe UI" panose="020B0502040204020203" pitchFamily="34" charset="0"/>
              </a:rPr>
              <a:t>  Build a clear mental model from physical disk to partition to volume to filesystem</a:t>
            </a:r>
          </a:p>
        </p:txBody>
      </p:sp>
      <p:sp>
        <p:nvSpPr>
          <p:cNvPr id="4" name="Text Placeholder 3">
            <a:extLst>
              <a:ext uri="{FF2B5EF4-FFF2-40B4-BE49-F238E27FC236}">
                <a16:creationId xmlns:a16="http://schemas.microsoft.com/office/drawing/2014/main" id="{FC94FE2F-E06D-9EA6-EDA7-FB5915C78F35}"/>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Explain how storage choices affect performance, resiliency, and management</a:t>
            </a:r>
          </a:p>
        </p:txBody>
      </p:sp>
      <p:sp>
        <p:nvSpPr>
          <p:cNvPr id="5" name="Text Placeholder 4">
            <a:extLst>
              <a:ext uri="{FF2B5EF4-FFF2-40B4-BE49-F238E27FC236}">
                <a16:creationId xmlns:a16="http://schemas.microsoft.com/office/drawing/2014/main" id="{8C879B58-61A6-3393-D600-26FE866ADFA8}"/>
              </a:ext>
            </a:extLst>
          </p:cNvPr>
          <p:cNvSpPr>
            <a:spLocks noGrp="1"/>
          </p:cNvSpPr>
          <p:nvPr>
            <p:ph type="body" sz="quarter" idx="4294967295"/>
          </p:nvPr>
        </p:nvSpPr>
        <p:spPr>
          <a:xfrm>
            <a:off x="1490663" y="2727325"/>
            <a:ext cx="7653337" cy="673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Tie local storage to later topics such as shares, permissions, and virtualization</a:t>
            </a:r>
          </a:p>
        </p:txBody>
      </p:sp>
      <p:sp>
        <p:nvSpPr>
          <p:cNvPr id="6" name="Text Placeholder 5">
            <a:extLst>
              <a:ext uri="{FF2B5EF4-FFF2-40B4-BE49-F238E27FC236}">
                <a16:creationId xmlns:a16="http://schemas.microsoft.com/office/drawing/2014/main" id="{128B7374-8D97-FBFF-5F51-D10FC0E7BCD5}"/>
              </a:ext>
            </a:extLst>
          </p:cNvPr>
          <p:cNvSpPr>
            <a:spLocks noGrp="1"/>
          </p:cNvSpPr>
          <p:nvPr>
            <p:ph type="body" sz="quarter" idx="4294967295"/>
          </p:nvPr>
        </p:nvSpPr>
        <p:spPr>
          <a:xfrm>
            <a:off x="1490663" y="3544888"/>
            <a:ext cx="7653337" cy="673100"/>
          </a:xfrm>
        </p:spPr>
        <p:txBody>
          <a:bodyPr>
            <a:normAutofit lnSpcReduction="10000"/>
          </a:bodyPr>
          <a:lstStyle/>
          <a:p>
            <a:r>
              <a:rPr lang="en-GB">
                <a:solidFill>
                  <a:srgbClr val="0076D4"/>
                </a:solidFill>
                <a:latin typeface="Segoe UI Semibold" panose="020B0702040204020203" pitchFamily="34" charset="0"/>
              </a:rPr>
              <a:t>04</a:t>
            </a:r>
            <a:r>
              <a:rPr lang="en-GB">
                <a:latin typeface="Segoe UI" panose="020B0502040204020203" pitchFamily="34" charset="0"/>
              </a:rPr>
              <a:t>  Reinforce repeatable administration, validation, and supportable design choices</a:t>
            </a:r>
          </a:p>
        </p:txBody>
      </p:sp>
      <p:sp>
        <p:nvSpPr>
          <p:cNvPr id="7" name="Course footer">
            <a:extLst>
              <a:ext uri="{FF2B5EF4-FFF2-40B4-BE49-F238E27FC236}">
                <a16:creationId xmlns:a16="http://schemas.microsoft.com/office/drawing/2014/main" id="{EA13B8DA-BA32-BE4A-3AAC-BCC163B72A4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CC25B100-DC8F-D6C2-7E8E-2B0E146DF8C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61270780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91E46-55D3-FF1E-A8A6-D170B0AA4538}"/>
              </a:ext>
            </a:extLst>
          </p:cNvPr>
          <p:cNvSpPr>
            <a:spLocks noGrp="1"/>
          </p:cNvSpPr>
          <p:nvPr>
            <p:ph type="title"/>
          </p:nvPr>
        </p:nvSpPr>
        <p:spPr>
          <a:xfrm>
            <a:off x="938590" y="438913"/>
            <a:ext cx="8258700" cy="369332"/>
          </a:xfrm>
        </p:spPr>
        <p:txBody>
          <a:bodyPr wrap="square">
            <a:noAutofit/>
          </a:bodyPr>
          <a:lstStyle/>
          <a:p>
            <a:r>
              <a:rPr lang="en-GB" dirty="0"/>
              <a:t>Knowledge Check</a:t>
            </a:r>
          </a:p>
        </p:txBody>
      </p:sp>
      <p:sp>
        <p:nvSpPr>
          <p:cNvPr id="9" name="Shape 6">
            <a:extLst>
              <a:ext uri="{FF2B5EF4-FFF2-40B4-BE49-F238E27FC236}">
                <a16:creationId xmlns:a16="http://schemas.microsoft.com/office/drawing/2014/main" id="{0312B4F2-6A1D-A348-CCCB-A860AF30B5A6}"/>
              </a:ext>
            </a:extLst>
          </p:cNvPr>
          <p:cNvSpPr/>
          <p:nvPr/>
        </p:nvSpPr>
        <p:spPr>
          <a:xfrm>
            <a:off x="756065" y="1043216"/>
            <a:ext cx="319481" cy="302730"/>
          </a:xfrm>
          <a:prstGeom prst="ellipse">
            <a:avLst/>
          </a:prstGeom>
          <a:solidFill>
            <a:srgbClr val="FFF3CD"/>
          </a:solidFill>
          <a:ln w="19050">
            <a:solidFill>
              <a:srgbClr val="0076D4"/>
            </a:solidFill>
            <a:prstDash val="solid"/>
          </a:ln>
        </p:spPr>
        <p:txBody>
          <a:bodyPr/>
          <a:lstStyle/>
          <a:p>
            <a:endParaRPr lang="en-US"/>
          </a:p>
        </p:txBody>
      </p:sp>
      <p:sp>
        <p:nvSpPr>
          <p:cNvPr id="10" name="Text 7">
            <a:extLst>
              <a:ext uri="{FF2B5EF4-FFF2-40B4-BE49-F238E27FC236}">
                <a16:creationId xmlns:a16="http://schemas.microsoft.com/office/drawing/2014/main" id="{D9D8E4A2-45C8-5A91-F89A-392107D3CC5A}"/>
              </a:ext>
            </a:extLst>
          </p:cNvPr>
          <p:cNvSpPr/>
          <p:nvPr/>
        </p:nvSpPr>
        <p:spPr>
          <a:xfrm>
            <a:off x="756065" y="1043216"/>
            <a:ext cx="319481" cy="302730"/>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1</a:t>
            </a:r>
            <a:endParaRPr lang="en-US" sz="1500" dirty="0">
              <a:latin typeface="Segoe UI" panose="020B0502040204020203" pitchFamily="34" charset="0"/>
            </a:endParaRPr>
          </a:p>
        </p:txBody>
      </p:sp>
      <p:sp>
        <p:nvSpPr>
          <p:cNvPr id="11" name="Text 8">
            <a:extLst>
              <a:ext uri="{FF2B5EF4-FFF2-40B4-BE49-F238E27FC236}">
                <a16:creationId xmlns:a16="http://schemas.microsoft.com/office/drawing/2014/main" id="{9FD627FE-986F-FA9E-0D11-39797B40D8BD}"/>
              </a:ext>
            </a:extLst>
          </p:cNvPr>
          <p:cNvSpPr/>
          <p:nvPr/>
        </p:nvSpPr>
        <p:spPr>
          <a:xfrm>
            <a:off x="1366575" y="994786"/>
            <a:ext cx="6425921" cy="433455"/>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Disks?</a:t>
            </a:r>
            <a:endParaRPr lang="en-US" sz="1500" dirty="0">
              <a:latin typeface="Segoe UI" panose="020B0502040204020203" pitchFamily="34" charset="0"/>
            </a:endParaRPr>
          </a:p>
        </p:txBody>
      </p:sp>
      <p:sp>
        <p:nvSpPr>
          <p:cNvPr id="12" name="Shape 9">
            <a:extLst>
              <a:ext uri="{FF2B5EF4-FFF2-40B4-BE49-F238E27FC236}">
                <a16:creationId xmlns:a16="http://schemas.microsoft.com/office/drawing/2014/main" id="{F6DE00F7-68AC-6D4C-3B78-EC606E40B330}"/>
              </a:ext>
            </a:extLst>
          </p:cNvPr>
          <p:cNvSpPr/>
          <p:nvPr/>
        </p:nvSpPr>
        <p:spPr>
          <a:xfrm>
            <a:off x="851632" y="1428242"/>
            <a:ext cx="6854316" cy="0"/>
          </a:xfrm>
          <a:prstGeom prst="line">
            <a:avLst/>
          </a:prstGeom>
          <a:noFill/>
          <a:ln w="6350">
            <a:solidFill>
              <a:srgbClr val="BFD9E6"/>
            </a:solidFill>
            <a:prstDash val="solid"/>
          </a:ln>
        </p:spPr>
        <p:txBody>
          <a:bodyPr/>
          <a:lstStyle/>
          <a:p>
            <a:endParaRPr lang="en-US"/>
          </a:p>
        </p:txBody>
      </p:sp>
      <p:sp>
        <p:nvSpPr>
          <p:cNvPr id="13" name="Shape 10">
            <a:extLst>
              <a:ext uri="{FF2B5EF4-FFF2-40B4-BE49-F238E27FC236}">
                <a16:creationId xmlns:a16="http://schemas.microsoft.com/office/drawing/2014/main" id="{99D45EF3-E5A7-C252-D0FA-436CA05669B5}"/>
              </a:ext>
            </a:extLst>
          </p:cNvPr>
          <p:cNvSpPr/>
          <p:nvPr/>
        </p:nvSpPr>
        <p:spPr>
          <a:xfrm>
            <a:off x="756065" y="1811312"/>
            <a:ext cx="319481" cy="302730"/>
          </a:xfrm>
          <a:prstGeom prst="ellipse">
            <a:avLst/>
          </a:prstGeom>
          <a:solidFill>
            <a:srgbClr val="FFF3CD"/>
          </a:solidFill>
          <a:ln w="19050">
            <a:solidFill>
              <a:srgbClr val="0076D4"/>
            </a:solidFill>
            <a:prstDash val="solid"/>
          </a:ln>
        </p:spPr>
        <p:txBody>
          <a:bodyPr/>
          <a:lstStyle/>
          <a:p>
            <a:endParaRPr lang="en-US"/>
          </a:p>
        </p:txBody>
      </p:sp>
      <p:sp>
        <p:nvSpPr>
          <p:cNvPr id="14" name="Text 11">
            <a:extLst>
              <a:ext uri="{FF2B5EF4-FFF2-40B4-BE49-F238E27FC236}">
                <a16:creationId xmlns:a16="http://schemas.microsoft.com/office/drawing/2014/main" id="{325A8F8E-B05B-766E-EED6-868F0AD0C38F}"/>
              </a:ext>
            </a:extLst>
          </p:cNvPr>
          <p:cNvSpPr/>
          <p:nvPr/>
        </p:nvSpPr>
        <p:spPr>
          <a:xfrm>
            <a:off x="756065" y="1811312"/>
            <a:ext cx="319481" cy="302730"/>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2</a:t>
            </a:r>
            <a:endParaRPr lang="en-US" sz="1500" dirty="0">
              <a:latin typeface="Segoe UI" panose="020B0502040204020203" pitchFamily="34" charset="0"/>
            </a:endParaRPr>
          </a:p>
        </p:txBody>
      </p:sp>
      <p:sp>
        <p:nvSpPr>
          <p:cNvPr id="15" name="Text 12">
            <a:extLst>
              <a:ext uri="{FF2B5EF4-FFF2-40B4-BE49-F238E27FC236}">
                <a16:creationId xmlns:a16="http://schemas.microsoft.com/office/drawing/2014/main" id="{8946ABF1-B488-3051-F49C-8E50FEFF12D1}"/>
              </a:ext>
            </a:extLst>
          </p:cNvPr>
          <p:cNvSpPr/>
          <p:nvPr/>
        </p:nvSpPr>
        <p:spPr>
          <a:xfrm>
            <a:off x="1366575" y="1762882"/>
            <a:ext cx="6425921" cy="433455"/>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Partitions?</a:t>
            </a:r>
            <a:endParaRPr lang="en-US" sz="1500" dirty="0">
              <a:latin typeface="Segoe UI" panose="020B0502040204020203" pitchFamily="34" charset="0"/>
            </a:endParaRPr>
          </a:p>
        </p:txBody>
      </p:sp>
      <p:sp>
        <p:nvSpPr>
          <p:cNvPr id="16" name="Shape 13">
            <a:extLst>
              <a:ext uri="{FF2B5EF4-FFF2-40B4-BE49-F238E27FC236}">
                <a16:creationId xmlns:a16="http://schemas.microsoft.com/office/drawing/2014/main" id="{CC4A02B6-C2F8-4692-91E5-BBCED8C3B6D3}"/>
              </a:ext>
            </a:extLst>
          </p:cNvPr>
          <p:cNvSpPr/>
          <p:nvPr/>
        </p:nvSpPr>
        <p:spPr>
          <a:xfrm>
            <a:off x="851632" y="2196338"/>
            <a:ext cx="6854316" cy="0"/>
          </a:xfrm>
          <a:prstGeom prst="line">
            <a:avLst/>
          </a:prstGeom>
          <a:noFill/>
          <a:ln w="6350">
            <a:solidFill>
              <a:srgbClr val="BFD9E6"/>
            </a:solidFill>
            <a:prstDash val="solid"/>
          </a:ln>
        </p:spPr>
        <p:txBody>
          <a:bodyPr/>
          <a:lstStyle/>
          <a:p>
            <a:endParaRPr lang="en-US"/>
          </a:p>
        </p:txBody>
      </p:sp>
      <p:sp>
        <p:nvSpPr>
          <p:cNvPr id="17" name="Shape 14">
            <a:extLst>
              <a:ext uri="{FF2B5EF4-FFF2-40B4-BE49-F238E27FC236}">
                <a16:creationId xmlns:a16="http://schemas.microsoft.com/office/drawing/2014/main" id="{0F018E77-26B8-BF07-959D-4C7BA67C5F71}"/>
              </a:ext>
            </a:extLst>
          </p:cNvPr>
          <p:cNvSpPr/>
          <p:nvPr/>
        </p:nvSpPr>
        <p:spPr>
          <a:xfrm>
            <a:off x="756065" y="2579408"/>
            <a:ext cx="319481" cy="302730"/>
          </a:xfrm>
          <a:prstGeom prst="ellipse">
            <a:avLst/>
          </a:prstGeom>
          <a:solidFill>
            <a:srgbClr val="FFF3CD"/>
          </a:solidFill>
          <a:ln w="19050">
            <a:solidFill>
              <a:srgbClr val="0076D4"/>
            </a:solidFill>
            <a:prstDash val="solid"/>
          </a:ln>
        </p:spPr>
        <p:txBody>
          <a:bodyPr/>
          <a:lstStyle/>
          <a:p>
            <a:endParaRPr lang="en-US"/>
          </a:p>
        </p:txBody>
      </p:sp>
      <p:sp>
        <p:nvSpPr>
          <p:cNvPr id="18" name="Text 15">
            <a:extLst>
              <a:ext uri="{FF2B5EF4-FFF2-40B4-BE49-F238E27FC236}">
                <a16:creationId xmlns:a16="http://schemas.microsoft.com/office/drawing/2014/main" id="{3FF93A6E-8E98-0789-408F-D248A4DFC02A}"/>
              </a:ext>
            </a:extLst>
          </p:cNvPr>
          <p:cNvSpPr/>
          <p:nvPr/>
        </p:nvSpPr>
        <p:spPr>
          <a:xfrm>
            <a:off x="756065" y="2579408"/>
            <a:ext cx="319481" cy="302730"/>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3</a:t>
            </a:r>
            <a:endParaRPr lang="en-US" sz="1500" dirty="0">
              <a:latin typeface="Segoe UI" panose="020B0502040204020203" pitchFamily="34" charset="0"/>
            </a:endParaRPr>
          </a:p>
        </p:txBody>
      </p:sp>
      <p:sp>
        <p:nvSpPr>
          <p:cNvPr id="19" name="Text 16">
            <a:extLst>
              <a:ext uri="{FF2B5EF4-FFF2-40B4-BE49-F238E27FC236}">
                <a16:creationId xmlns:a16="http://schemas.microsoft.com/office/drawing/2014/main" id="{CE7BBF9F-CEBF-AF89-7D91-F0F4C40C65EE}"/>
              </a:ext>
            </a:extLst>
          </p:cNvPr>
          <p:cNvSpPr/>
          <p:nvPr/>
        </p:nvSpPr>
        <p:spPr>
          <a:xfrm>
            <a:off x="1366575" y="2530978"/>
            <a:ext cx="6425921" cy="433455"/>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Volumes?</a:t>
            </a:r>
            <a:endParaRPr lang="en-US" sz="1500" dirty="0">
              <a:latin typeface="Segoe UI" panose="020B0502040204020203" pitchFamily="34" charset="0"/>
            </a:endParaRPr>
          </a:p>
        </p:txBody>
      </p:sp>
      <p:sp>
        <p:nvSpPr>
          <p:cNvPr id="20" name="Shape 17">
            <a:extLst>
              <a:ext uri="{FF2B5EF4-FFF2-40B4-BE49-F238E27FC236}">
                <a16:creationId xmlns:a16="http://schemas.microsoft.com/office/drawing/2014/main" id="{51BB6291-4754-8EC3-9E5E-DCA38202FE5A}"/>
              </a:ext>
            </a:extLst>
          </p:cNvPr>
          <p:cNvSpPr/>
          <p:nvPr/>
        </p:nvSpPr>
        <p:spPr>
          <a:xfrm>
            <a:off x="851632" y="2964434"/>
            <a:ext cx="6854316" cy="0"/>
          </a:xfrm>
          <a:prstGeom prst="line">
            <a:avLst/>
          </a:prstGeom>
          <a:noFill/>
          <a:ln w="6350">
            <a:solidFill>
              <a:srgbClr val="BFD9E6"/>
            </a:solidFill>
            <a:prstDash val="solid"/>
          </a:ln>
        </p:spPr>
        <p:txBody>
          <a:bodyPr/>
          <a:lstStyle/>
          <a:p>
            <a:endParaRPr lang="en-US"/>
          </a:p>
        </p:txBody>
      </p:sp>
      <p:sp>
        <p:nvSpPr>
          <p:cNvPr id="21" name="Shape 18">
            <a:extLst>
              <a:ext uri="{FF2B5EF4-FFF2-40B4-BE49-F238E27FC236}">
                <a16:creationId xmlns:a16="http://schemas.microsoft.com/office/drawing/2014/main" id="{29CBE4A0-75A7-D28F-7861-73F21CE13D89}"/>
              </a:ext>
            </a:extLst>
          </p:cNvPr>
          <p:cNvSpPr/>
          <p:nvPr/>
        </p:nvSpPr>
        <p:spPr>
          <a:xfrm>
            <a:off x="756065" y="3347504"/>
            <a:ext cx="319481" cy="302730"/>
          </a:xfrm>
          <a:prstGeom prst="ellipse">
            <a:avLst/>
          </a:prstGeom>
          <a:solidFill>
            <a:srgbClr val="FFF3CD"/>
          </a:solidFill>
          <a:ln w="19050">
            <a:solidFill>
              <a:srgbClr val="0076D4"/>
            </a:solidFill>
            <a:prstDash val="solid"/>
          </a:ln>
        </p:spPr>
        <p:txBody>
          <a:bodyPr/>
          <a:lstStyle/>
          <a:p>
            <a:endParaRPr lang="en-US"/>
          </a:p>
        </p:txBody>
      </p:sp>
      <p:sp>
        <p:nvSpPr>
          <p:cNvPr id="22" name="Text 19">
            <a:extLst>
              <a:ext uri="{FF2B5EF4-FFF2-40B4-BE49-F238E27FC236}">
                <a16:creationId xmlns:a16="http://schemas.microsoft.com/office/drawing/2014/main" id="{0B5862F0-5C63-C2FC-0CE2-543E64BFCC78}"/>
              </a:ext>
            </a:extLst>
          </p:cNvPr>
          <p:cNvSpPr/>
          <p:nvPr/>
        </p:nvSpPr>
        <p:spPr>
          <a:xfrm>
            <a:off x="756065" y="3347504"/>
            <a:ext cx="319481" cy="302730"/>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4</a:t>
            </a:r>
            <a:endParaRPr lang="en-US" sz="1500" dirty="0">
              <a:latin typeface="Segoe UI" panose="020B0502040204020203" pitchFamily="34" charset="0"/>
            </a:endParaRPr>
          </a:p>
        </p:txBody>
      </p:sp>
      <p:sp>
        <p:nvSpPr>
          <p:cNvPr id="23" name="Text 20">
            <a:extLst>
              <a:ext uri="{FF2B5EF4-FFF2-40B4-BE49-F238E27FC236}">
                <a16:creationId xmlns:a16="http://schemas.microsoft.com/office/drawing/2014/main" id="{2B2B3657-23AC-E951-7B24-C487528D1B72}"/>
              </a:ext>
            </a:extLst>
          </p:cNvPr>
          <p:cNvSpPr/>
          <p:nvPr/>
        </p:nvSpPr>
        <p:spPr>
          <a:xfrm>
            <a:off x="1366575" y="3299074"/>
            <a:ext cx="6425921" cy="433455"/>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NTFS?</a:t>
            </a:r>
            <a:endParaRPr lang="en-US" sz="1500" dirty="0">
              <a:latin typeface="Segoe UI" panose="020B0502040204020203" pitchFamily="34" charset="0"/>
            </a:endParaRPr>
          </a:p>
        </p:txBody>
      </p:sp>
      <p:sp>
        <p:nvSpPr>
          <p:cNvPr id="24" name="Shape 21">
            <a:extLst>
              <a:ext uri="{FF2B5EF4-FFF2-40B4-BE49-F238E27FC236}">
                <a16:creationId xmlns:a16="http://schemas.microsoft.com/office/drawing/2014/main" id="{D20ACD39-B7CF-AB4F-7E69-D6E4345430FA}"/>
              </a:ext>
            </a:extLst>
          </p:cNvPr>
          <p:cNvSpPr/>
          <p:nvPr/>
        </p:nvSpPr>
        <p:spPr>
          <a:xfrm>
            <a:off x="851632" y="3732530"/>
            <a:ext cx="6854316" cy="0"/>
          </a:xfrm>
          <a:prstGeom prst="line">
            <a:avLst/>
          </a:prstGeom>
          <a:noFill/>
          <a:ln w="6350">
            <a:solidFill>
              <a:srgbClr val="BFD9E6"/>
            </a:solidFill>
            <a:prstDash val="solid"/>
          </a:ln>
        </p:spPr>
        <p:txBody>
          <a:bodyPr/>
          <a:lstStyle/>
          <a:p>
            <a:endParaRPr lang="en-US"/>
          </a:p>
        </p:txBody>
      </p:sp>
      <p:sp>
        <p:nvSpPr>
          <p:cNvPr id="25" name="Shape 22">
            <a:extLst>
              <a:ext uri="{FF2B5EF4-FFF2-40B4-BE49-F238E27FC236}">
                <a16:creationId xmlns:a16="http://schemas.microsoft.com/office/drawing/2014/main" id="{E2C83E60-1FBC-2C31-246B-C6C687C85C3C}"/>
              </a:ext>
            </a:extLst>
          </p:cNvPr>
          <p:cNvSpPr/>
          <p:nvPr/>
        </p:nvSpPr>
        <p:spPr>
          <a:xfrm>
            <a:off x="756065" y="4115600"/>
            <a:ext cx="319481" cy="302730"/>
          </a:xfrm>
          <a:prstGeom prst="ellipse">
            <a:avLst/>
          </a:prstGeom>
          <a:solidFill>
            <a:srgbClr val="FFF3CD"/>
          </a:solidFill>
          <a:ln w="19050">
            <a:solidFill>
              <a:srgbClr val="0076D4"/>
            </a:solidFill>
            <a:prstDash val="solid"/>
          </a:ln>
        </p:spPr>
        <p:txBody>
          <a:bodyPr/>
          <a:lstStyle/>
          <a:p>
            <a:endParaRPr lang="en-US"/>
          </a:p>
        </p:txBody>
      </p:sp>
      <p:sp>
        <p:nvSpPr>
          <p:cNvPr id="26" name="Text 23">
            <a:extLst>
              <a:ext uri="{FF2B5EF4-FFF2-40B4-BE49-F238E27FC236}">
                <a16:creationId xmlns:a16="http://schemas.microsoft.com/office/drawing/2014/main" id="{D8B7EBC1-9ACB-2CF4-C8F0-D14600263578}"/>
              </a:ext>
            </a:extLst>
          </p:cNvPr>
          <p:cNvSpPr/>
          <p:nvPr/>
        </p:nvSpPr>
        <p:spPr>
          <a:xfrm>
            <a:off x="756065" y="4115600"/>
            <a:ext cx="319481" cy="302730"/>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5</a:t>
            </a:r>
            <a:endParaRPr lang="en-US" sz="1500" dirty="0">
              <a:latin typeface="Segoe UI" panose="020B0502040204020203" pitchFamily="34" charset="0"/>
            </a:endParaRPr>
          </a:p>
        </p:txBody>
      </p:sp>
      <p:sp>
        <p:nvSpPr>
          <p:cNvPr id="27" name="Text 24">
            <a:extLst>
              <a:ext uri="{FF2B5EF4-FFF2-40B4-BE49-F238E27FC236}">
                <a16:creationId xmlns:a16="http://schemas.microsoft.com/office/drawing/2014/main" id="{848D1610-1F34-ADBA-BCA1-7A4E6DCF52F6}"/>
              </a:ext>
            </a:extLst>
          </p:cNvPr>
          <p:cNvSpPr/>
          <p:nvPr/>
        </p:nvSpPr>
        <p:spPr>
          <a:xfrm>
            <a:off x="1366575" y="4067170"/>
            <a:ext cx="6425921" cy="433455"/>
          </a:xfrm>
          <a:prstGeom prst="rect">
            <a:avLst/>
          </a:prstGeom>
          <a:noFill/>
          <a:ln/>
        </p:spPr>
        <p:txBody>
          <a:bodyPr wrap="square" lIns="0" tIns="0" rIns="0" bIns="0" rtlCol="0" anchor="ctr">
            <a:normAutofit lnSpcReduction="10000"/>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Storage Spaces and Storage Replica?</a:t>
            </a:r>
            <a:endParaRPr lang="en-US" sz="1500" dirty="0">
              <a:latin typeface="Segoe UI" panose="020B0502040204020203" pitchFamily="34" charset="0"/>
            </a:endParaRPr>
          </a:p>
        </p:txBody>
      </p:sp>
      <p:sp>
        <p:nvSpPr>
          <p:cNvPr id="28" name="Course footer">
            <a:extLst>
              <a:ext uri="{FF2B5EF4-FFF2-40B4-BE49-F238E27FC236}">
                <a16:creationId xmlns:a16="http://schemas.microsoft.com/office/drawing/2014/main" id="{4B2CCCBC-ADEA-F538-03AF-E68E1EC23475}"/>
              </a:ext>
            </a:extLst>
          </p:cNvPr>
          <p:cNvSpPr txBox="1"/>
          <p:nvPr/>
        </p:nvSpPr>
        <p:spPr>
          <a:xfrm>
            <a:off x="936305"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9" name="TextBox 28">
            <a:extLst>
              <a:ext uri="{FF2B5EF4-FFF2-40B4-BE49-F238E27FC236}">
                <a16:creationId xmlns:a16="http://schemas.microsoft.com/office/drawing/2014/main" id="{ADF4D749-21D2-488A-0137-5E457E53B325}"/>
              </a:ext>
            </a:extLst>
          </p:cNvPr>
          <p:cNvSpPr txBox="1"/>
          <p:nvPr/>
        </p:nvSpPr>
        <p:spPr>
          <a:xfrm>
            <a:off x="8879393"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2506369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495E9-5C28-9ED0-8266-CE7FB97D762C}"/>
              </a:ext>
            </a:extLst>
          </p:cNvPr>
          <p:cNvSpPr>
            <a:spLocks noGrp="1"/>
          </p:cNvSpPr>
          <p:nvPr>
            <p:ph type="title"/>
          </p:nvPr>
        </p:nvSpPr>
        <p:spPr/>
        <p:txBody>
          <a:bodyPr wrap="square">
            <a:noAutofit/>
          </a:bodyPr>
          <a:lstStyle/>
          <a:p>
            <a:r>
              <a:rPr lang="en-GB"/>
              <a:t>PRACTICE LAB</a:t>
            </a:r>
          </a:p>
        </p:txBody>
      </p:sp>
      <p:sp>
        <p:nvSpPr>
          <p:cNvPr id="3" name="Text 4">
            <a:extLst>
              <a:ext uri="{FF2B5EF4-FFF2-40B4-BE49-F238E27FC236}">
                <a16:creationId xmlns:a16="http://schemas.microsoft.com/office/drawing/2014/main" id="{0185656B-B137-1752-93F2-1F76E150CE4F}"/>
              </a:ext>
            </a:extLst>
          </p:cNvPr>
          <p:cNvSpPr/>
          <p:nvPr/>
        </p:nvSpPr>
        <p:spPr>
          <a:xfrm>
            <a:off x="685800" y="961390"/>
            <a:ext cx="7772400" cy="594360"/>
          </a:xfrm>
          <a:prstGeom prst="rect">
            <a:avLst/>
          </a:prstGeom>
          <a:noFill/>
          <a:ln/>
        </p:spPr>
        <p:txBody>
          <a:bodyPr wrap="square" lIns="0" tIns="0" rIns="0" bIns="0" rtlCol="0" anchor="ctr">
            <a:normAutofit/>
          </a:bodyPr>
          <a:lstStyle/>
          <a:p>
            <a:pPr marL="0" indent="0" algn="l">
              <a:buNone/>
            </a:pPr>
            <a:r>
              <a:rPr lang="en-US" sz="3000" b="1" dirty="0">
                <a:solidFill>
                  <a:srgbClr val="000000"/>
                </a:solidFill>
                <a:latin typeface="Segoe UI" panose="020B0502040204020203" pitchFamily="34" charset="0"/>
                <a:ea typeface="Calibri" pitchFamily="34" charset="-122"/>
                <a:cs typeface="Calibri" pitchFamily="34" charset="-120"/>
              </a:rPr>
              <a:t>Lab 0801</a:t>
            </a:r>
            <a:endParaRPr lang="en-US" sz="3000" dirty="0">
              <a:solidFill>
                <a:srgbClr val="000000"/>
              </a:solidFill>
              <a:latin typeface="Segoe UI" panose="020B0502040204020203" pitchFamily="34" charset="0"/>
            </a:endParaRPr>
          </a:p>
        </p:txBody>
      </p:sp>
      <p:sp>
        <p:nvSpPr>
          <p:cNvPr id="4" name="Text 5">
            <a:extLst>
              <a:ext uri="{FF2B5EF4-FFF2-40B4-BE49-F238E27FC236}">
                <a16:creationId xmlns:a16="http://schemas.microsoft.com/office/drawing/2014/main" id="{784CB774-6A5F-6E0B-7AEC-BEFF59BACF7F}"/>
              </a:ext>
            </a:extLst>
          </p:cNvPr>
          <p:cNvSpPr/>
          <p:nvPr/>
        </p:nvSpPr>
        <p:spPr>
          <a:xfrm>
            <a:off x="685800" y="1665478"/>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000000"/>
                </a:solidFill>
                <a:latin typeface="Segoe UI" panose="020B0502040204020203" pitchFamily="34" charset="0"/>
                <a:ea typeface="Calibri" pitchFamily="34" charset="-122"/>
                <a:cs typeface="Calibri" pitchFamily="34" charset="-120"/>
              </a:rPr>
              <a:t>Managing Disks, Volumes, and NTFS Permissions</a:t>
            </a:r>
            <a:endParaRPr lang="en-US" sz="2200" dirty="0">
              <a:solidFill>
                <a:srgbClr val="000000"/>
              </a:solidFill>
              <a:latin typeface="Segoe UI" panose="020B0502040204020203" pitchFamily="34" charset="0"/>
            </a:endParaRPr>
          </a:p>
        </p:txBody>
      </p:sp>
      <p:sp>
        <p:nvSpPr>
          <p:cNvPr id="5" name="Shape 6">
            <a:extLst>
              <a:ext uri="{FF2B5EF4-FFF2-40B4-BE49-F238E27FC236}">
                <a16:creationId xmlns:a16="http://schemas.microsoft.com/office/drawing/2014/main" id="{BEAB3952-128D-BC97-4B45-616648CA1875}"/>
              </a:ext>
            </a:extLst>
          </p:cNvPr>
          <p:cNvSpPr/>
          <p:nvPr/>
        </p:nvSpPr>
        <p:spPr>
          <a:xfrm>
            <a:off x="685800" y="2378710"/>
            <a:ext cx="4114800" cy="36576"/>
          </a:xfrm>
          <a:prstGeom prst="rect">
            <a:avLst/>
          </a:prstGeom>
          <a:solidFill>
            <a:srgbClr val="FB8500"/>
          </a:solidFill>
          <a:ln w="12700">
            <a:solidFill>
              <a:srgbClr val="FB8500"/>
            </a:solidFill>
            <a:prstDash val="solid"/>
          </a:ln>
        </p:spPr>
        <p:txBody>
          <a:bodyPr/>
          <a:lstStyle/>
          <a:p>
            <a:endParaRPr lang="en-US"/>
          </a:p>
        </p:txBody>
      </p:sp>
      <p:sp>
        <p:nvSpPr>
          <p:cNvPr id="6" name="Text 7">
            <a:extLst>
              <a:ext uri="{FF2B5EF4-FFF2-40B4-BE49-F238E27FC236}">
                <a16:creationId xmlns:a16="http://schemas.microsoft.com/office/drawing/2014/main" id="{A6816727-1505-B01B-A5ED-EA3E6773E44D}"/>
              </a:ext>
            </a:extLst>
          </p:cNvPr>
          <p:cNvSpPr/>
          <p:nvPr/>
        </p:nvSpPr>
        <p:spPr>
          <a:xfrm>
            <a:off x="685800" y="2488438"/>
            <a:ext cx="7589520" cy="2103120"/>
          </a:xfrm>
          <a:prstGeom prst="rect">
            <a:avLst/>
          </a:prstGeom>
          <a:noFill/>
          <a:ln/>
        </p:spPr>
        <p:txBody>
          <a:bodyPr wrap="square" lIns="0" tIns="0" rIns="0" bIns="0" rtlCol="0" anchor="t">
            <a:normAutofit/>
          </a:bodyPr>
          <a:lstStyle/>
          <a:p>
            <a:pPr marL="0" indent="0" algn="l">
              <a:buNone/>
            </a:pPr>
            <a:r>
              <a:rPr lang="en-US" sz="1400" dirty="0">
                <a:solidFill>
                  <a:srgbClr val="000000"/>
                </a:solidFill>
                <a:latin typeface="Segoe UI" panose="020B0502040204020203" pitchFamily="34" charset="0"/>
                <a:ea typeface="Calibri" pitchFamily="34" charset="-122"/>
                <a:cs typeface="Calibri" pitchFamily="34" charset="-120"/>
              </a:rPr>
              <a:t>In this lab, you will manage local storage on your Windows Server. You will view disk configuration, create partitions/volumes, format drives, and configure NTFS permissions. Understanding storage management is critical for server operations.</a:t>
            </a:r>
            <a:endParaRPr lang="en-US" sz="1400" dirty="0">
              <a:solidFill>
                <a:srgbClr val="000000"/>
              </a:solidFill>
              <a:latin typeface="Segoe UI" panose="020B0502040204020203" pitchFamily="34" charset="0"/>
            </a:endParaRPr>
          </a:p>
        </p:txBody>
      </p:sp>
      <p:sp>
        <p:nvSpPr>
          <p:cNvPr id="7" name="Course footer">
            <a:extLst>
              <a:ext uri="{FF2B5EF4-FFF2-40B4-BE49-F238E27FC236}">
                <a16:creationId xmlns:a16="http://schemas.microsoft.com/office/drawing/2014/main" id="{D1DDC211-33C9-DED8-602C-7F7C42C0458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8 | Managing Local Storage</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2BA664B9-E771-DB7A-2E6A-82AFFC22215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90119630"/>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45CDDA1-76C3-7B4F-BC3E-7902D1167E3A}">
  <we:reference id="wa200010001" version="1.0.0.1" store="en-US" storeType="OMEX"/>
  <we:alternateReferences>
    <we:reference id="WA200010001" version="1.0.0.1" store="" storeType="OMEX"/>
  </we:alternateReferences>
  <we:properties>
    <we:property name="claude.fileId" value="&quot;fa446e77-e194-42b1-bf8f-133c7196343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839</TotalTime>
  <Words>1841</Words>
  <Application>Microsoft Office PowerPoint</Application>
  <PresentationFormat>On-screen Show (16:9)</PresentationFormat>
  <Paragraphs>223</Paragraphs>
  <Slides>26</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Arial</vt:lpstr>
      <vt:lpstr>Consolas</vt:lpstr>
      <vt:lpstr>Segoe UI</vt:lpstr>
      <vt:lpstr>Segoe UI Semibold</vt:lpstr>
      <vt:lpstr>Wingdings</vt:lpstr>
      <vt:lpstr>Microsoft Power Platform Template</vt:lpstr>
      <vt:lpstr>1_Microsoft Power Platform Template</vt:lpstr>
      <vt:lpstr>Chapter 8: Managing Local
Storage</vt:lpstr>
      <vt:lpstr>Learning Objectives</vt:lpstr>
      <vt:lpstr>Chapter Topics</vt:lpstr>
      <vt:lpstr>8.1 Disks</vt:lpstr>
      <vt:lpstr>8.2 Partitions</vt:lpstr>
      <vt:lpstr>8.3 Volumes</vt:lpstr>
      <vt:lpstr>8.4 NTFS</vt:lpstr>
      <vt:lpstr>8.5 ReFS</vt:lpstr>
      <vt:lpstr>8.6 RAID</vt:lpstr>
      <vt:lpstr>RAID: Common Levels at a Glance</vt:lpstr>
      <vt:lpstr>PowerPoint Presentation</vt:lpstr>
      <vt:lpstr>RAID Today: Less Central, Still Useful</vt:lpstr>
      <vt:lpstr>8.7 Mount points</vt:lpstr>
      <vt:lpstr>Mount Points: Paths and Benefits</vt:lpstr>
      <vt:lpstr>8.8 Storage Spaces and Storage Replica</vt:lpstr>
      <vt:lpstr>Storage Spaces: Overview</vt:lpstr>
      <vt:lpstr>Storage Spaces: Resiliency Layouts</vt:lpstr>
      <vt:lpstr>Storage Spaces Direct (S2D)</vt:lpstr>
      <vt:lpstr>Storage Spaces Architecture</vt:lpstr>
      <vt:lpstr>Storage Replica: Overview</vt:lpstr>
      <vt:lpstr>Storage Replica: Three Deployment Modes</vt:lpstr>
      <vt:lpstr>Storage Replica: Requirements</vt:lpstr>
      <vt:lpstr>Evolution Across Windows Server Releases</vt:lpstr>
      <vt:lpstr>Chapter Summary</vt:lpstr>
      <vt:lpstr>Knowledge Check</vt:lpstr>
      <vt:lpstr>PRACTICE LAB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2026-04-07T14:56:53Z</dcterms:created>
  <dcterms:modified xsi:type="dcterms:W3CDTF">2026-06-14T13:20:41Z</dcterms:modified>
</cp:coreProperties>
</file>