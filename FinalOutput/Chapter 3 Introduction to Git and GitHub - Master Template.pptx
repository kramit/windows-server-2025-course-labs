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6"/>
  </p:notesMasterIdLst>
  <p:sldIdLst>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300" r:id="rId16"/>
    <p:sldId id="291" r:id="rId17"/>
    <p:sldId id="292" r:id="rId18"/>
    <p:sldId id="293" r:id="rId19"/>
    <p:sldId id="294" r:id="rId20"/>
    <p:sldId id="295" r:id="rId21"/>
    <p:sldId id="296" r:id="rId22"/>
    <p:sldId id="297" r:id="rId23"/>
    <p:sldId id="298" r:id="rId24"/>
    <p:sldId id="299" r:id="rId25"/>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E21CF8-3967-4540-8B8D-0A018C76B519}" v="6" dt="2026-06-14T13:16:09.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97"/>
    <p:restoredTop sz="89384" autoAdjust="0"/>
  </p:normalViewPr>
  <p:slideViewPr>
    <p:cSldViewPr snapToGrid="0" snapToObjects="1">
      <p:cViewPr varScale="1">
        <p:scale>
          <a:sx n="121" d="100"/>
          <a:sy n="121"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09T14:14:49.208" v="1963" actId="22"/>
      <pc:docMkLst>
        <pc:docMk/>
      </pc:docMkLst>
      <pc:sldChg chg="modSp add mod">
        <pc:chgData name="Michael Whitehouse" userId="0ecba9273f6ad366" providerId="LiveId" clId="{F36E82C0-65ED-4BE7-8730-0F102FB388DD}" dt="2026-06-09T12:39:21.594" v="6" actId="20577"/>
        <pc:sldMkLst>
          <pc:docMk/>
          <pc:sldMk cId="861547912" sldId="278"/>
        </pc:sldMkLst>
        <pc:spChg chg="mod">
          <ac:chgData name="Michael Whitehouse" userId="0ecba9273f6ad366" providerId="LiveId" clId="{F36E82C0-65ED-4BE7-8730-0F102FB388DD}" dt="2026-06-09T12:39:21.588" v="5" actId="20577"/>
          <ac:spMkLst>
            <pc:docMk/>
            <pc:sldMk cId="861547912" sldId="278"/>
            <ac:spMk id="2" creationId="{758D0D62-EF14-0E04-3290-8E02C5B52574}"/>
          </ac:spMkLst>
        </pc:spChg>
        <pc:spChg chg="mod">
          <ac:chgData name="Michael Whitehouse" userId="0ecba9273f6ad366" providerId="LiveId" clId="{F36E82C0-65ED-4BE7-8730-0F102FB388DD}" dt="2026-06-09T12:39:21.594" v="6" actId="20577"/>
          <ac:spMkLst>
            <pc:docMk/>
            <pc:sldMk cId="861547912" sldId="278"/>
            <ac:spMk id="3" creationId="{AB6F2A0B-ED9A-CEEE-E777-34720C7DA350}"/>
          </ac:spMkLst>
        </pc:spChg>
      </pc:sldChg>
      <pc:sldChg chg="addSp modSp add mod">
        <pc:chgData name="Michael Whitehouse" userId="0ecba9273f6ad366" providerId="LiveId" clId="{F36E82C0-65ED-4BE7-8730-0F102FB388DD}" dt="2026-06-09T12:39:21.979" v="55" actId="207"/>
        <pc:sldMkLst>
          <pc:docMk/>
          <pc:sldMk cId="3630123137" sldId="279"/>
        </pc:sldMkLst>
        <pc:spChg chg="mod">
          <ac:chgData name="Michael Whitehouse" userId="0ecba9273f6ad366" providerId="LiveId" clId="{F36E82C0-65ED-4BE7-8730-0F102FB388DD}" dt="2026-06-09T12:39:21.618" v="10" actId="139"/>
          <ac:spMkLst>
            <pc:docMk/>
            <pc:sldMk cId="3630123137" sldId="279"/>
            <ac:spMk id="2" creationId="{FA02E221-283A-148A-35EB-1C5E7A328373}"/>
          </ac:spMkLst>
        </pc:spChg>
        <pc:spChg chg="mod">
          <ac:chgData name="Michael Whitehouse" userId="0ecba9273f6ad366" providerId="LiveId" clId="{F36E82C0-65ED-4BE7-8730-0F102FB388DD}" dt="2026-06-09T12:39:21.850" v="15" actId="139"/>
          <ac:spMkLst>
            <pc:docMk/>
            <pc:sldMk cId="3630123137" sldId="279"/>
            <ac:spMk id="3" creationId="{FFCFF265-459B-90E7-6514-57BF8013587A}"/>
          </ac:spMkLst>
        </pc:spChg>
        <pc:spChg chg="mod">
          <ac:chgData name="Michael Whitehouse" userId="0ecba9273f6ad366" providerId="LiveId" clId="{F36E82C0-65ED-4BE7-8730-0F102FB388DD}" dt="2026-06-09T12:39:21.864" v="20" actId="139"/>
          <ac:spMkLst>
            <pc:docMk/>
            <pc:sldMk cId="3630123137" sldId="279"/>
            <ac:spMk id="4" creationId="{70AE0ABD-0695-C29B-B054-50153A0E75AB}"/>
          </ac:spMkLst>
        </pc:spChg>
        <pc:spChg chg="mod">
          <ac:chgData name="Michael Whitehouse" userId="0ecba9273f6ad366" providerId="LiveId" clId="{F36E82C0-65ED-4BE7-8730-0F102FB388DD}" dt="2026-06-09T12:39:21.878" v="25" actId="139"/>
          <ac:spMkLst>
            <pc:docMk/>
            <pc:sldMk cId="3630123137" sldId="279"/>
            <ac:spMk id="5" creationId="{73DB21ED-0068-4A88-53D7-B46AA92F285D}"/>
          </ac:spMkLst>
        </pc:spChg>
        <pc:spChg chg="mod">
          <ac:chgData name="Michael Whitehouse" userId="0ecba9273f6ad366" providerId="LiveId" clId="{F36E82C0-65ED-4BE7-8730-0F102FB388DD}" dt="2026-06-09T12:39:21.890" v="30" actId="139"/>
          <ac:spMkLst>
            <pc:docMk/>
            <pc:sldMk cId="3630123137" sldId="279"/>
            <ac:spMk id="6" creationId="{96176E04-E5A4-FFD6-8A74-20D4582B1FA5}"/>
          </ac:spMkLst>
        </pc:spChg>
        <pc:spChg chg="mod">
          <ac:chgData name="Michael Whitehouse" userId="0ecba9273f6ad366" providerId="LiveId" clId="{F36E82C0-65ED-4BE7-8730-0F102FB388DD}" dt="2026-06-09T12:39:21.902" v="35" actId="139"/>
          <ac:spMkLst>
            <pc:docMk/>
            <pc:sldMk cId="3630123137" sldId="279"/>
            <ac:spMk id="7" creationId="{3F0C2307-B016-E366-EEEF-FDF20DA1DC0E}"/>
          </ac:spMkLst>
        </pc:spChg>
        <pc:spChg chg="add mod">
          <ac:chgData name="Michael Whitehouse" userId="0ecba9273f6ad366" providerId="LiveId" clId="{F36E82C0-65ED-4BE7-8730-0F102FB388DD}" dt="2026-06-09T12:39:21.947" v="45" actId="207"/>
          <ac:spMkLst>
            <pc:docMk/>
            <pc:sldMk cId="3630123137" sldId="279"/>
            <ac:spMk id="8" creationId="{3C1D59FC-751D-4348-A094-FE39E19E3EA5}"/>
          </ac:spMkLst>
        </pc:spChg>
        <pc:spChg chg="add mod">
          <ac:chgData name="Michael Whitehouse" userId="0ecba9273f6ad366" providerId="LiveId" clId="{F36E82C0-65ED-4BE7-8730-0F102FB388DD}" dt="2026-06-09T12:39:21.979" v="55" actId="207"/>
          <ac:spMkLst>
            <pc:docMk/>
            <pc:sldMk cId="3630123137" sldId="279"/>
            <ac:spMk id="9" creationId="{C266C6E7-300D-2464-AAE2-E870569EB82D}"/>
          </ac:spMkLst>
        </pc:spChg>
      </pc:sldChg>
      <pc:sldChg chg="modSp add mod">
        <pc:chgData name="Michael Whitehouse" userId="0ecba9273f6ad366" providerId="LiveId" clId="{F36E82C0-65ED-4BE7-8730-0F102FB388DD}" dt="2026-06-09T12:39:21.989" v="59" actId="139"/>
        <pc:sldMkLst>
          <pc:docMk/>
          <pc:sldMk cId="3853410635" sldId="280"/>
        </pc:sldMkLst>
        <pc:spChg chg="mod">
          <ac:chgData name="Michael Whitehouse" userId="0ecba9273f6ad366" providerId="LiveId" clId="{F36E82C0-65ED-4BE7-8730-0F102FB388DD}" dt="2026-06-09T12:39:21.989" v="59" actId="139"/>
          <ac:spMkLst>
            <pc:docMk/>
            <pc:sldMk cId="3853410635" sldId="280"/>
            <ac:spMk id="2" creationId="{90F3099C-58BE-FCCE-1A17-6B9C6033228F}"/>
          </ac:spMkLst>
        </pc:spChg>
      </pc:sldChg>
      <pc:sldChg chg="addSp modSp add mod">
        <pc:chgData name="Michael Whitehouse" userId="0ecba9273f6ad366" providerId="LiveId" clId="{F36E82C0-65ED-4BE7-8730-0F102FB388DD}" dt="2026-06-09T12:39:25.006" v="229" actId="207"/>
        <pc:sldMkLst>
          <pc:docMk/>
          <pc:sldMk cId="1390759598" sldId="281"/>
        </pc:sldMkLst>
        <pc:spChg chg="mod">
          <ac:chgData name="Michael Whitehouse" userId="0ecba9273f6ad366" providerId="LiveId" clId="{F36E82C0-65ED-4BE7-8730-0F102FB388DD}" dt="2026-06-09T12:39:22.001" v="63" actId="139"/>
          <ac:spMkLst>
            <pc:docMk/>
            <pc:sldMk cId="1390759598" sldId="281"/>
            <ac:spMk id="2" creationId="{80BC7D21-F3A6-9361-E145-6BF2874240F1}"/>
          </ac:spMkLst>
        </pc:spChg>
        <pc:spChg chg="add mod">
          <ac:chgData name="Michael Whitehouse" userId="0ecba9273f6ad366" providerId="LiveId" clId="{F36E82C0-65ED-4BE7-8730-0F102FB388DD}" dt="2026-06-09T12:39:23.341" v="74" actId="208"/>
          <ac:spMkLst>
            <pc:docMk/>
            <pc:sldMk cId="1390759598" sldId="281"/>
            <ac:spMk id="3" creationId="{310C13FD-8D49-98AD-DE73-CAFC588BC7C0}"/>
          </ac:spMkLst>
        </pc:spChg>
        <pc:spChg chg="add mod">
          <ac:chgData name="Michael Whitehouse" userId="0ecba9273f6ad366" providerId="LiveId" clId="{F36E82C0-65ED-4BE7-8730-0F102FB388DD}" dt="2026-06-09T12:39:23.475" v="85" actId="139"/>
          <ac:spMkLst>
            <pc:docMk/>
            <pc:sldMk cId="1390759598" sldId="281"/>
            <ac:spMk id="4" creationId="{6B3167F5-CA9F-D7A1-6C69-1A33077F4D07}"/>
          </ac:spMkLst>
        </pc:spChg>
        <pc:spChg chg="add mod">
          <ac:chgData name="Michael Whitehouse" userId="0ecba9273f6ad366" providerId="LiveId" clId="{F36E82C0-65ED-4BE7-8730-0F102FB388DD}" dt="2026-06-09T12:39:23.591" v="94"/>
          <ac:spMkLst>
            <pc:docMk/>
            <pc:sldMk cId="1390759598" sldId="281"/>
            <ac:spMk id="5" creationId="{F1A643B5-B6C7-334B-0E7E-4700C5C6DC61}"/>
          </ac:spMkLst>
        </pc:spChg>
        <pc:spChg chg="add mod">
          <ac:chgData name="Michael Whitehouse" userId="0ecba9273f6ad366" providerId="LiveId" clId="{F36E82C0-65ED-4BE7-8730-0F102FB388DD}" dt="2026-06-09T12:39:23.723" v="105" actId="208"/>
          <ac:spMkLst>
            <pc:docMk/>
            <pc:sldMk cId="1390759598" sldId="281"/>
            <ac:spMk id="6" creationId="{7BEF932D-2308-54D9-004C-2FA2E8E0001D}"/>
          </ac:spMkLst>
        </pc:spChg>
        <pc:spChg chg="add mod">
          <ac:chgData name="Michael Whitehouse" userId="0ecba9273f6ad366" providerId="LiveId" clId="{F36E82C0-65ED-4BE7-8730-0F102FB388DD}" dt="2026-06-09T12:39:23.848" v="116" actId="139"/>
          <ac:spMkLst>
            <pc:docMk/>
            <pc:sldMk cId="1390759598" sldId="281"/>
            <ac:spMk id="7" creationId="{508CB617-ABCE-B693-63DC-A1892ABE3A15}"/>
          </ac:spMkLst>
        </pc:spChg>
        <pc:spChg chg="add mod">
          <ac:chgData name="Michael Whitehouse" userId="0ecba9273f6ad366" providerId="LiveId" clId="{F36E82C0-65ED-4BE7-8730-0F102FB388DD}" dt="2026-06-09T12:39:23.963" v="125"/>
          <ac:spMkLst>
            <pc:docMk/>
            <pc:sldMk cId="1390759598" sldId="281"/>
            <ac:spMk id="8" creationId="{36B63646-3E05-0BDE-BEEF-B13B9DE17C07}"/>
          </ac:spMkLst>
        </pc:spChg>
        <pc:spChg chg="add mod">
          <ac:chgData name="Michael Whitehouse" userId="0ecba9273f6ad366" providerId="LiveId" clId="{F36E82C0-65ED-4BE7-8730-0F102FB388DD}" dt="2026-06-09T12:39:24.090" v="136" actId="208"/>
          <ac:spMkLst>
            <pc:docMk/>
            <pc:sldMk cId="1390759598" sldId="281"/>
            <ac:spMk id="9" creationId="{BBB28849-D2E3-CC05-311E-BAB907C41036}"/>
          </ac:spMkLst>
        </pc:spChg>
        <pc:spChg chg="add mod">
          <ac:chgData name="Michael Whitehouse" userId="0ecba9273f6ad366" providerId="LiveId" clId="{F36E82C0-65ED-4BE7-8730-0F102FB388DD}" dt="2026-06-09T12:39:24.214" v="147" actId="139"/>
          <ac:spMkLst>
            <pc:docMk/>
            <pc:sldMk cId="1390759598" sldId="281"/>
            <ac:spMk id="10" creationId="{CA4679F8-B827-87A3-72C6-6ACE112F417C}"/>
          </ac:spMkLst>
        </pc:spChg>
        <pc:spChg chg="add mod">
          <ac:chgData name="Michael Whitehouse" userId="0ecba9273f6ad366" providerId="LiveId" clId="{F36E82C0-65ED-4BE7-8730-0F102FB388DD}" dt="2026-06-09T12:39:24.335" v="156"/>
          <ac:spMkLst>
            <pc:docMk/>
            <pc:sldMk cId="1390759598" sldId="281"/>
            <ac:spMk id="11" creationId="{A19C1245-E7A5-A209-8028-DDD8CEE927FA}"/>
          </ac:spMkLst>
        </pc:spChg>
        <pc:spChg chg="add mod">
          <ac:chgData name="Michael Whitehouse" userId="0ecba9273f6ad366" providerId="LiveId" clId="{F36E82C0-65ED-4BE7-8730-0F102FB388DD}" dt="2026-06-09T12:39:24.463" v="167" actId="208"/>
          <ac:spMkLst>
            <pc:docMk/>
            <pc:sldMk cId="1390759598" sldId="281"/>
            <ac:spMk id="12" creationId="{9F7C90E6-4464-43F4-16BD-5643D7B4D103}"/>
          </ac:spMkLst>
        </pc:spChg>
        <pc:spChg chg="add mod">
          <ac:chgData name="Michael Whitehouse" userId="0ecba9273f6ad366" providerId="LiveId" clId="{F36E82C0-65ED-4BE7-8730-0F102FB388DD}" dt="2026-06-09T12:39:24.590" v="178" actId="139"/>
          <ac:spMkLst>
            <pc:docMk/>
            <pc:sldMk cId="1390759598" sldId="281"/>
            <ac:spMk id="13" creationId="{69FC07D1-F5FE-C803-0ABE-CA517FCB2C20}"/>
          </ac:spMkLst>
        </pc:spChg>
        <pc:spChg chg="add mod">
          <ac:chgData name="Michael Whitehouse" userId="0ecba9273f6ad366" providerId="LiveId" clId="{F36E82C0-65ED-4BE7-8730-0F102FB388DD}" dt="2026-06-09T12:39:24.709" v="187"/>
          <ac:spMkLst>
            <pc:docMk/>
            <pc:sldMk cId="1390759598" sldId="281"/>
            <ac:spMk id="14" creationId="{A7FDCF47-4BAD-3206-040A-B280ABC539AF}"/>
          </ac:spMkLst>
        </pc:spChg>
        <pc:spChg chg="add mod">
          <ac:chgData name="Michael Whitehouse" userId="0ecba9273f6ad366" providerId="LiveId" clId="{F36E82C0-65ED-4BE7-8730-0F102FB388DD}" dt="2026-06-09T12:39:24.838" v="198" actId="208"/>
          <ac:spMkLst>
            <pc:docMk/>
            <pc:sldMk cId="1390759598" sldId="281"/>
            <ac:spMk id="15" creationId="{CE4E7A92-5140-6E9E-4401-68FA1ECCBA1B}"/>
          </ac:spMkLst>
        </pc:spChg>
        <pc:spChg chg="add mod">
          <ac:chgData name="Michael Whitehouse" userId="0ecba9273f6ad366" providerId="LiveId" clId="{F36E82C0-65ED-4BE7-8730-0F102FB388DD}" dt="2026-06-09T12:39:24.965" v="209" actId="139"/>
          <ac:spMkLst>
            <pc:docMk/>
            <pc:sldMk cId="1390759598" sldId="281"/>
            <ac:spMk id="16" creationId="{D8FAAE71-C80C-5E31-640F-3A4F65CEC525}"/>
          </ac:spMkLst>
        </pc:spChg>
        <pc:spChg chg="add mod">
          <ac:chgData name="Michael Whitehouse" userId="0ecba9273f6ad366" providerId="LiveId" clId="{F36E82C0-65ED-4BE7-8730-0F102FB388DD}" dt="2026-06-09T12:39:24.987" v="219" actId="207"/>
          <ac:spMkLst>
            <pc:docMk/>
            <pc:sldMk cId="1390759598" sldId="281"/>
            <ac:spMk id="17" creationId="{C67A891D-91D6-4600-1DCB-2318B32F44F2}"/>
          </ac:spMkLst>
        </pc:spChg>
        <pc:spChg chg="add mod">
          <ac:chgData name="Michael Whitehouse" userId="0ecba9273f6ad366" providerId="LiveId" clId="{F36E82C0-65ED-4BE7-8730-0F102FB388DD}" dt="2026-06-09T12:39:25.006" v="229" actId="207"/>
          <ac:spMkLst>
            <pc:docMk/>
            <pc:sldMk cId="1390759598" sldId="281"/>
            <ac:spMk id="18" creationId="{94E18B83-7C0D-47FF-A85A-7A61E484DEA3}"/>
          </ac:spMkLst>
        </pc:spChg>
      </pc:sldChg>
      <pc:sldChg chg="addSp modSp add mod">
        <pc:chgData name="Michael Whitehouse" userId="0ecba9273f6ad366" providerId="LiveId" clId="{F36E82C0-65ED-4BE7-8730-0F102FB388DD}" dt="2026-06-09T12:39:27.847" v="399" actId="207"/>
        <pc:sldMkLst>
          <pc:docMk/>
          <pc:sldMk cId="1397702585" sldId="282"/>
        </pc:sldMkLst>
        <pc:spChg chg="mod">
          <ac:chgData name="Michael Whitehouse" userId="0ecba9273f6ad366" providerId="LiveId" clId="{F36E82C0-65ED-4BE7-8730-0F102FB388DD}" dt="2026-06-09T12:39:25.014" v="233" actId="139"/>
          <ac:spMkLst>
            <pc:docMk/>
            <pc:sldMk cId="1397702585" sldId="282"/>
            <ac:spMk id="2" creationId="{C5AB00A0-044F-9CA6-D25A-4592D8FDBA29}"/>
          </ac:spMkLst>
        </pc:spChg>
        <pc:spChg chg="add mod">
          <ac:chgData name="Michael Whitehouse" userId="0ecba9273f6ad366" providerId="LiveId" clId="{F36E82C0-65ED-4BE7-8730-0F102FB388DD}" dt="2026-06-09T12:39:26.198" v="244" actId="208"/>
          <ac:spMkLst>
            <pc:docMk/>
            <pc:sldMk cId="1397702585" sldId="282"/>
            <ac:spMk id="3" creationId="{EFB7FD0A-DFFA-BDC3-BDC8-4080C767D940}"/>
          </ac:spMkLst>
        </pc:spChg>
        <pc:spChg chg="add mod">
          <ac:chgData name="Michael Whitehouse" userId="0ecba9273f6ad366" providerId="LiveId" clId="{F36E82C0-65ED-4BE7-8730-0F102FB388DD}" dt="2026-06-09T12:39:26.318" v="255" actId="139"/>
          <ac:spMkLst>
            <pc:docMk/>
            <pc:sldMk cId="1397702585" sldId="282"/>
            <ac:spMk id="4" creationId="{661BC264-56B3-0937-9A4B-5BD811B13123}"/>
          </ac:spMkLst>
        </pc:spChg>
        <pc:spChg chg="add mod">
          <ac:chgData name="Michael Whitehouse" userId="0ecba9273f6ad366" providerId="LiveId" clId="{F36E82C0-65ED-4BE7-8730-0F102FB388DD}" dt="2026-06-09T12:39:26.435" v="264"/>
          <ac:spMkLst>
            <pc:docMk/>
            <pc:sldMk cId="1397702585" sldId="282"/>
            <ac:spMk id="5" creationId="{8258B6E9-41BC-0A7D-EB73-6BF0FE273667}"/>
          </ac:spMkLst>
        </pc:spChg>
        <pc:spChg chg="add mod">
          <ac:chgData name="Michael Whitehouse" userId="0ecba9273f6ad366" providerId="LiveId" clId="{F36E82C0-65ED-4BE7-8730-0F102FB388DD}" dt="2026-06-09T12:39:26.564" v="275" actId="208"/>
          <ac:spMkLst>
            <pc:docMk/>
            <pc:sldMk cId="1397702585" sldId="282"/>
            <ac:spMk id="6" creationId="{6226DB82-492F-B4CF-3C67-494D1527709E}"/>
          </ac:spMkLst>
        </pc:spChg>
        <pc:spChg chg="add mod">
          <ac:chgData name="Michael Whitehouse" userId="0ecba9273f6ad366" providerId="LiveId" clId="{F36E82C0-65ED-4BE7-8730-0F102FB388DD}" dt="2026-06-09T12:39:26.688" v="286" actId="139"/>
          <ac:spMkLst>
            <pc:docMk/>
            <pc:sldMk cId="1397702585" sldId="282"/>
            <ac:spMk id="7" creationId="{4190ADDB-BD78-6C7A-912B-C1266758A3E5}"/>
          </ac:spMkLst>
        </pc:spChg>
        <pc:spChg chg="add mod">
          <ac:chgData name="Michael Whitehouse" userId="0ecba9273f6ad366" providerId="LiveId" clId="{F36E82C0-65ED-4BE7-8730-0F102FB388DD}" dt="2026-06-09T12:39:26.807" v="295"/>
          <ac:spMkLst>
            <pc:docMk/>
            <pc:sldMk cId="1397702585" sldId="282"/>
            <ac:spMk id="8" creationId="{AFD0CAE7-5DC0-6F07-11AF-1440A1B65938}"/>
          </ac:spMkLst>
        </pc:spChg>
        <pc:spChg chg="add mod">
          <ac:chgData name="Michael Whitehouse" userId="0ecba9273f6ad366" providerId="LiveId" clId="{F36E82C0-65ED-4BE7-8730-0F102FB388DD}" dt="2026-06-09T12:39:26.934" v="306" actId="208"/>
          <ac:spMkLst>
            <pc:docMk/>
            <pc:sldMk cId="1397702585" sldId="282"/>
            <ac:spMk id="9" creationId="{A29CEBBB-1F38-9271-9528-340D0F0E5E29}"/>
          </ac:spMkLst>
        </pc:spChg>
        <pc:spChg chg="add mod">
          <ac:chgData name="Michael Whitehouse" userId="0ecba9273f6ad366" providerId="LiveId" clId="{F36E82C0-65ED-4BE7-8730-0F102FB388DD}" dt="2026-06-09T12:39:27.060" v="317" actId="139"/>
          <ac:spMkLst>
            <pc:docMk/>
            <pc:sldMk cId="1397702585" sldId="282"/>
            <ac:spMk id="10" creationId="{946C8048-3FB6-9F9A-E3B8-A10E88DBC674}"/>
          </ac:spMkLst>
        </pc:spChg>
        <pc:spChg chg="add mod">
          <ac:chgData name="Michael Whitehouse" userId="0ecba9273f6ad366" providerId="LiveId" clId="{F36E82C0-65ED-4BE7-8730-0F102FB388DD}" dt="2026-06-09T12:39:27.176" v="326"/>
          <ac:spMkLst>
            <pc:docMk/>
            <pc:sldMk cId="1397702585" sldId="282"/>
            <ac:spMk id="11" creationId="{C0374126-13F5-0DAA-8935-95F8BF156CC2}"/>
          </ac:spMkLst>
        </pc:spChg>
        <pc:spChg chg="add mod">
          <ac:chgData name="Michael Whitehouse" userId="0ecba9273f6ad366" providerId="LiveId" clId="{F36E82C0-65ED-4BE7-8730-0F102FB388DD}" dt="2026-06-09T12:39:27.306" v="337" actId="208"/>
          <ac:spMkLst>
            <pc:docMk/>
            <pc:sldMk cId="1397702585" sldId="282"/>
            <ac:spMk id="12" creationId="{8352B9D3-FB8F-E9F4-F112-B60C9728DF1B}"/>
          </ac:spMkLst>
        </pc:spChg>
        <pc:spChg chg="add mod">
          <ac:chgData name="Michael Whitehouse" userId="0ecba9273f6ad366" providerId="LiveId" clId="{F36E82C0-65ED-4BE7-8730-0F102FB388DD}" dt="2026-06-09T12:39:27.432" v="348" actId="139"/>
          <ac:spMkLst>
            <pc:docMk/>
            <pc:sldMk cId="1397702585" sldId="282"/>
            <ac:spMk id="13" creationId="{66CC7426-540B-8C48-47C0-D22F2CE1BF18}"/>
          </ac:spMkLst>
        </pc:spChg>
        <pc:spChg chg="add mod">
          <ac:chgData name="Michael Whitehouse" userId="0ecba9273f6ad366" providerId="LiveId" clId="{F36E82C0-65ED-4BE7-8730-0F102FB388DD}" dt="2026-06-09T12:39:27.553" v="357"/>
          <ac:spMkLst>
            <pc:docMk/>
            <pc:sldMk cId="1397702585" sldId="282"/>
            <ac:spMk id="14" creationId="{81AB94BF-90AD-F62E-F7D9-23BD37273266}"/>
          </ac:spMkLst>
        </pc:spChg>
        <pc:spChg chg="add mod">
          <ac:chgData name="Michael Whitehouse" userId="0ecba9273f6ad366" providerId="LiveId" clId="{F36E82C0-65ED-4BE7-8730-0F102FB388DD}" dt="2026-06-09T12:39:27.679" v="368" actId="208"/>
          <ac:spMkLst>
            <pc:docMk/>
            <pc:sldMk cId="1397702585" sldId="282"/>
            <ac:spMk id="15" creationId="{6432F90C-DE25-EDBE-28DE-EF8447824B6B}"/>
          </ac:spMkLst>
        </pc:spChg>
        <pc:spChg chg="add mod">
          <ac:chgData name="Michael Whitehouse" userId="0ecba9273f6ad366" providerId="LiveId" clId="{F36E82C0-65ED-4BE7-8730-0F102FB388DD}" dt="2026-06-09T12:39:27.805" v="379" actId="139"/>
          <ac:spMkLst>
            <pc:docMk/>
            <pc:sldMk cId="1397702585" sldId="282"/>
            <ac:spMk id="16" creationId="{C5C87758-353D-C90F-E76B-A7549C5F9E52}"/>
          </ac:spMkLst>
        </pc:spChg>
        <pc:spChg chg="add mod">
          <ac:chgData name="Michael Whitehouse" userId="0ecba9273f6ad366" providerId="LiveId" clId="{F36E82C0-65ED-4BE7-8730-0F102FB388DD}" dt="2026-06-09T12:39:27.827" v="389" actId="207"/>
          <ac:spMkLst>
            <pc:docMk/>
            <pc:sldMk cId="1397702585" sldId="282"/>
            <ac:spMk id="17" creationId="{408BA493-C069-406E-4602-4FDFEE3629F3}"/>
          </ac:spMkLst>
        </pc:spChg>
        <pc:spChg chg="add mod">
          <ac:chgData name="Michael Whitehouse" userId="0ecba9273f6ad366" providerId="LiveId" clId="{F36E82C0-65ED-4BE7-8730-0F102FB388DD}" dt="2026-06-09T12:39:27.847" v="399" actId="207"/>
          <ac:spMkLst>
            <pc:docMk/>
            <pc:sldMk cId="1397702585" sldId="282"/>
            <ac:spMk id="18" creationId="{ACD34EC6-9AE3-A423-4965-C2CCD36503F9}"/>
          </ac:spMkLst>
        </pc:spChg>
      </pc:sldChg>
      <pc:sldChg chg="addSp modSp add mod">
        <pc:chgData name="Michael Whitehouse" userId="0ecba9273f6ad366" providerId="LiveId" clId="{F36E82C0-65ED-4BE7-8730-0F102FB388DD}" dt="2026-06-09T14:08:55.596" v="1949" actId="255"/>
        <pc:sldMkLst>
          <pc:docMk/>
          <pc:sldMk cId="442043159" sldId="283"/>
        </pc:sldMkLst>
        <pc:spChg chg="mod">
          <ac:chgData name="Michael Whitehouse" userId="0ecba9273f6ad366" providerId="LiveId" clId="{F36E82C0-65ED-4BE7-8730-0F102FB388DD}" dt="2026-06-09T12:39:27.856" v="403" actId="139"/>
          <ac:spMkLst>
            <pc:docMk/>
            <pc:sldMk cId="442043159" sldId="283"/>
            <ac:spMk id="2" creationId="{B24D95E6-1F54-A9A4-97D6-B902F62582AB}"/>
          </ac:spMkLst>
        </pc:spChg>
        <pc:spChg chg="add mod">
          <ac:chgData name="Michael Whitehouse" userId="0ecba9273f6ad366" providerId="LiveId" clId="{F36E82C0-65ED-4BE7-8730-0F102FB388DD}" dt="2026-06-09T14:08:50.391" v="1948" actId="1076"/>
          <ac:spMkLst>
            <pc:docMk/>
            <pc:sldMk cId="442043159" sldId="283"/>
            <ac:spMk id="3" creationId="{129A2AE5-F5C3-550A-82E9-848350FD2CA7}"/>
          </ac:spMkLst>
        </pc:spChg>
        <pc:spChg chg="add mod">
          <ac:chgData name="Michael Whitehouse" userId="0ecba9273f6ad366" providerId="LiveId" clId="{F36E82C0-65ED-4BE7-8730-0F102FB388DD}" dt="2026-06-09T14:08:55.596" v="1949" actId="255"/>
          <ac:spMkLst>
            <pc:docMk/>
            <pc:sldMk cId="442043159" sldId="283"/>
            <ac:spMk id="4" creationId="{61F52CD1-4E00-86C9-6DCB-0CFF22D1E7B8}"/>
          </ac:spMkLst>
        </pc:spChg>
        <pc:spChg chg="add mod">
          <ac:chgData name="Michael Whitehouse" userId="0ecba9273f6ad366" providerId="LiveId" clId="{F36E82C0-65ED-4BE7-8730-0F102FB388DD}" dt="2026-06-09T12:39:28.310" v="433" actId="207"/>
          <ac:spMkLst>
            <pc:docMk/>
            <pc:sldMk cId="442043159" sldId="283"/>
            <ac:spMk id="5" creationId="{6DC6EC0F-00BE-EDAD-34AF-C887931A22C5}"/>
          </ac:spMkLst>
        </pc:spChg>
        <pc:spChg chg="add mod">
          <ac:chgData name="Michael Whitehouse" userId="0ecba9273f6ad366" providerId="LiveId" clId="{F36E82C0-65ED-4BE7-8730-0F102FB388DD}" dt="2026-06-09T12:39:28.329" v="443" actId="207"/>
          <ac:spMkLst>
            <pc:docMk/>
            <pc:sldMk cId="442043159" sldId="283"/>
            <ac:spMk id="6" creationId="{E3FEE2E3-0E8B-DDCC-B0D6-B2E7C180879F}"/>
          </ac:spMkLst>
        </pc:spChg>
      </pc:sldChg>
      <pc:sldChg chg="addSp delSp modSp add mod">
        <pc:chgData name="Michael Whitehouse" userId="0ecba9273f6ad366" providerId="LiveId" clId="{F36E82C0-65ED-4BE7-8730-0F102FB388DD}" dt="2026-06-09T14:06:39.120" v="1946" actId="22"/>
        <pc:sldMkLst>
          <pc:docMk/>
          <pc:sldMk cId="4152682414" sldId="284"/>
        </pc:sldMkLst>
        <pc:spChg chg="mod">
          <ac:chgData name="Michael Whitehouse" userId="0ecba9273f6ad366" providerId="LiveId" clId="{F36E82C0-65ED-4BE7-8730-0F102FB388DD}" dt="2026-06-09T12:39:28.338" v="447" actId="139"/>
          <ac:spMkLst>
            <pc:docMk/>
            <pc:sldMk cId="4152682414" sldId="284"/>
            <ac:spMk id="2" creationId="{77283575-46D2-2440-83AA-15127DD252A2}"/>
          </ac:spMkLst>
        </pc:spChg>
        <pc:spChg chg="add mod">
          <ac:chgData name="Michael Whitehouse" userId="0ecba9273f6ad366" providerId="LiveId" clId="{F36E82C0-65ED-4BE7-8730-0F102FB388DD}" dt="2026-06-09T12:39:28.424" v="465" actId="207"/>
          <ac:spMkLst>
            <pc:docMk/>
            <pc:sldMk cId="4152682414" sldId="284"/>
            <ac:spMk id="4" creationId="{5ADED9D5-EEFB-B3E0-35AC-F06485B8BDAD}"/>
          </ac:spMkLst>
        </pc:spChg>
        <pc:spChg chg="add mod">
          <ac:chgData name="Michael Whitehouse" userId="0ecba9273f6ad366" providerId="LiveId" clId="{F36E82C0-65ED-4BE7-8730-0F102FB388DD}" dt="2026-06-09T12:39:28.443" v="475" actId="207"/>
          <ac:spMkLst>
            <pc:docMk/>
            <pc:sldMk cId="4152682414" sldId="284"/>
            <ac:spMk id="5" creationId="{86353425-36E5-2BF8-57C8-22334D3705DB}"/>
          </ac:spMkLst>
        </pc:spChg>
        <pc:picChg chg="add">
          <ac:chgData name="Michael Whitehouse" userId="0ecba9273f6ad366" providerId="LiveId" clId="{F36E82C0-65ED-4BE7-8730-0F102FB388DD}" dt="2026-06-09T14:06:39.120" v="1946" actId="22"/>
          <ac:picMkLst>
            <pc:docMk/>
            <pc:sldMk cId="4152682414" sldId="284"/>
            <ac:picMk id="8" creationId="{50BB6F3A-D9F2-297E-EA6F-657FA29F1507}"/>
          </ac:picMkLst>
        </pc:picChg>
      </pc:sldChg>
      <pc:sldChg chg="modSp add mod">
        <pc:chgData name="Michael Whitehouse" userId="0ecba9273f6ad366" providerId="LiveId" clId="{F36E82C0-65ED-4BE7-8730-0F102FB388DD}" dt="2026-06-09T12:39:28.451" v="479" actId="139"/>
        <pc:sldMkLst>
          <pc:docMk/>
          <pc:sldMk cId="1247595976" sldId="285"/>
        </pc:sldMkLst>
        <pc:spChg chg="mod">
          <ac:chgData name="Michael Whitehouse" userId="0ecba9273f6ad366" providerId="LiveId" clId="{F36E82C0-65ED-4BE7-8730-0F102FB388DD}" dt="2026-06-09T12:39:28.451" v="479" actId="139"/>
          <ac:spMkLst>
            <pc:docMk/>
            <pc:sldMk cId="1247595976" sldId="285"/>
            <ac:spMk id="2" creationId="{DFDEDA9B-F124-1CAE-FF1F-1DC386E5AA8E}"/>
          </ac:spMkLst>
        </pc:spChg>
      </pc:sldChg>
      <pc:sldChg chg="addSp modSp add mod">
        <pc:chgData name="Michael Whitehouse" userId="0ecba9273f6ad366" providerId="LiveId" clId="{F36E82C0-65ED-4BE7-8730-0F102FB388DD}" dt="2026-06-09T14:05:24.627" v="1939" actId="255"/>
        <pc:sldMkLst>
          <pc:docMk/>
          <pc:sldMk cId="36883516" sldId="286"/>
        </pc:sldMkLst>
        <pc:spChg chg="mod">
          <ac:chgData name="Michael Whitehouse" userId="0ecba9273f6ad366" providerId="LiveId" clId="{F36E82C0-65ED-4BE7-8730-0F102FB388DD}" dt="2026-06-09T12:39:28.462" v="483" actId="139"/>
          <ac:spMkLst>
            <pc:docMk/>
            <pc:sldMk cId="36883516" sldId="286"/>
            <ac:spMk id="2" creationId="{A7AFFD2F-9B2A-91E8-DA53-7F10D45D692E}"/>
          </ac:spMkLst>
        </pc:spChg>
        <pc:spChg chg="add mod">
          <ac:chgData name="Michael Whitehouse" userId="0ecba9273f6ad366" providerId="LiveId" clId="{F36E82C0-65ED-4BE7-8730-0F102FB388DD}" dt="2026-06-09T12:39:28.752" v="492"/>
          <ac:spMkLst>
            <pc:docMk/>
            <pc:sldMk cId="36883516" sldId="286"/>
            <ac:spMk id="3" creationId="{46A6E2F7-00CE-6298-66AE-C4C3E9536FB5}"/>
          </ac:spMkLst>
        </pc:spChg>
        <pc:spChg chg="add mod">
          <ac:chgData name="Michael Whitehouse" userId="0ecba9273f6ad366" providerId="LiveId" clId="{F36E82C0-65ED-4BE7-8730-0F102FB388DD}" dt="2026-06-09T14:05:24.627" v="1939" actId="255"/>
          <ac:spMkLst>
            <pc:docMk/>
            <pc:sldMk cId="36883516" sldId="286"/>
            <ac:spMk id="4" creationId="{B01D491B-893B-A287-FA13-47B6467AC34B}"/>
          </ac:spMkLst>
        </pc:spChg>
        <pc:spChg chg="add mod">
          <ac:chgData name="Michael Whitehouse" userId="0ecba9273f6ad366" providerId="LiveId" clId="{F36E82C0-65ED-4BE7-8730-0F102FB388DD}" dt="2026-06-09T12:39:28.901" v="513" actId="207"/>
          <ac:spMkLst>
            <pc:docMk/>
            <pc:sldMk cId="36883516" sldId="286"/>
            <ac:spMk id="5" creationId="{22BC2262-0CF9-0502-D134-0FB44CC6D55E}"/>
          </ac:spMkLst>
        </pc:spChg>
        <pc:spChg chg="add mod">
          <ac:chgData name="Michael Whitehouse" userId="0ecba9273f6ad366" providerId="LiveId" clId="{F36E82C0-65ED-4BE7-8730-0F102FB388DD}" dt="2026-06-09T12:39:28.921" v="523" actId="207"/>
          <ac:spMkLst>
            <pc:docMk/>
            <pc:sldMk cId="36883516" sldId="286"/>
            <ac:spMk id="6" creationId="{08801082-DC8F-0A1A-19D3-3E1AE74CD803}"/>
          </ac:spMkLst>
        </pc:spChg>
      </pc:sldChg>
      <pc:sldChg chg="addSp modSp add mod">
        <pc:chgData name="Michael Whitehouse" userId="0ecba9273f6ad366" providerId="LiveId" clId="{F36E82C0-65ED-4BE7-8730-0F102FB388DD}" dt="2026-06-09T14:05:34.110" v="1940" actId="255"/>
        <pc:sldMkLst>
          <pc:docMk/>
          <pc:sldMk cId="3677885727" sldId="287"/>
        </pc:sldMkLst>
        <pc:spChg chg="mod">
          <ac:chgData name="Michael Whitehouse" userId="0ecba9273f6ad366" providerId="LiveId" clId="{F36E82C0-65ED-4BE7-8730-0F102FB388DD}" dt="2026-06-09T12:39:28.930" v="527" actId="139"/>
          <ac:spMkLst>
            <pc:docMk/>
            <pc:sldMk cId="3677885727" sldId="287"/>
            <ac:spMk id="2" creationId="{3DD82C08-43CC-EDCE-F55B-BD49E875791D}"/>
          </ac:spMkLst>
        </pc:spChg>
        <pc:spChg chg="add mod">
          <ac:chgData name="Michael Whitehouse" userId="0ecba9273f6ad366" providerId="LiveId" clId="{F36E82C0-65ED-4BE7-8730-0F102FB388DD}" dt="2026-06-09T12:39:29.235" v="536"/>
          <ac:spMkLst>
            <pc:docMk/>
            <pc:sldMk cId="3677885727" sldId="287"/>
            <ac:spMk id="3" creationId="{9D21A953-FD78-00EA-FDDE-D3BA0B453A4F}"/>
          </ac:spMkLst>
        </pc:spChg>
        <pc:spChg chg="add mod">
          <ac:chgData name="Michael Whitehouse" userId="0ecba9273f6ad366" providerId="LiveId" clId="{F36E82C0-65ED-4BE7-8730-0F102FB388DD}" dt="2026-06-09T14:05:34.110" v="1940" actId="255"/>
          <ac:spMkLst>
            <pc:docMk/>
            <pc:sldMk cId="3677885727" sldId="287"/>
            <ac:spMk id="4" creationId="{6905828A-4ED0-DFD6-DED8-CCDBAEA38ECC}"/>
          </ac:spMkLst>
        </pc:spChg>
        <pc:spChg chg="add mod">
          <ac:chgData name="Michael Whitehouse" userId="0ecba9273f6ad366" providerId="LiveId" clId="{F36E82C0-65ED-4BE7-8730-0F102FB388DD}" dt="2026-06-09T12:39:29.397" v="557" actId="207"/>
          <ac:spMkLst>
            <pc:docMk/>
            <pc:sldMk cId="3677885727" sldId="287"/>
            <ac:spMk id="5" creationId="{1F46FA2F-374C-C80B-5476-764CBFF15F05}"/>
          </ac:spMkLst>
        </pc:spChg>
        <pc:spChg chg="add mod">
          <ac:chgData name="Michael Whitehouse" userId="0ecba9273f6ad366" providerId="LiveId" clId="{F36E82C0-65ED-4BE7-8730-0F102FB388DD}" dt="2026-06-09T12:39:29.415" v="567" actId="207"/>
          <ac:spMkLst>
            <pc:docMk/>
            <pc:sldMk cId="3677885727" sldId="287"/>
            <ac:spMk id="6" creationId="{D83AFB20-78B2-C0BD-DCE9-458575497E9B}"/>
          </ac:spMkLst>
        </pc:spChg>
      </pc:sldChg>
      <pc:sldChg chg="addSp modSp add mod">
        <pc:chgData name="Michael Whitehouse" userId="0ecba9273f6ad366" providerId="LiveId" clId="{F36E82C0-65ED-4BE7-8730-0F102FB388DD}" dt="2026-06-09T14:05:42.878" v="1941" actId="255"/>
        <pc:sldMkLst>
          <pc:docMk/>
          <pc:sldMk cId="2028822748" sldId="288"/>
        </pc:sldMkLst>
        <pc:spChg chg="mod">
          <ac:chgData name="Michael Whitehouse" userId="0ecba9273f6ad366" providerId="LiveId" clId="{F36E82C0-65ED-4BE7-8730-0F102FB388DD}" dt="2026-06-09T12:39:29.425" v="571" actId="139"/>
          <ac:spMkLst>
            <pc:docMk/>
            <pc:sldMk cId="2028822748" sldId="288"/>
            <ac:spMk id="2" creationId="{5C7F0C4A-C2AA-A020-503E-89AFC22F9F86}"/>
          </ac:spMkLst>
        </pc:spChg>
        <pc:spChg chg="add mod">
          <ac:chgData name="Michael Whitehouse" userId="0ecba9273f6ad366" providerId="LiveId" clId="{F36E82C0-65ED-4BE7-8730-0F102FB388DD}" dt="2026-06-09T12:39:29.716" v="580"/>
          <ac:spMkLst>
            <pc:docMk/>
            <pc:sldMk cId="2028822748" sldId="288"/>
            <ac:spMk id="3" creationId="{D6513BFD-96BF-6A87-851A-5A29B8FBB93E}"/>
          </ac:spMkLst>
        </pc:spChg>
        <pc:spChg chg="add mod">
          <ac:chgData name="Michael Whitehouse" userId="0ecba9273f6ad366" providerId="LiveId" clId="{F36E82C0-65ED-4BE7-8730-0F102FB388DD}" dt="2026-06-09T14:05:42.878" v="1941" actId="255"/>
          <ac:spMkLst>
            <pc:docMk/>
            <pc:sldMk cId="2028822748" sldId="288"/>
            <ac:spMk id="4" creationId="{2314FE21-18D5-202E-731D-7F701187E4A5}"/>
          </ac:spMkLst>
        </pc:spChg>
        <pc:spChg chg="add mod">
          <ac:chgData name="Michael Whitehouse" userId="0ecba9273f6ad366" providerId="LiveId" clId="{F36E82C0-65ED-4BE7-8730-0F102FB388DD}" dt="2026-06-09T12:39:29.867" v="601" actId="207"/>
          <ac:spMkLst>
            <pc:docMk/>
            <pc:sldMk cId="2028822748" sldId="288"/>
            <ac:spMk id="5" creationId="{CE001B5F-BD62-9610-59A6-7E9AB39E1CF4}"/>
          </ac:spMkLst>
        </pc:spChg>
        <pc:spChg chg="add mod">
          <ac:chgData name="Michael Whitehouse" userId="0ecba9273f6ad366" providerId="LiveId" clId="{F36E82C0-65ED-4BE7-8730-0F102FB388DD}" dt="2026-06-09T12:39:29.884" v="611" actId="207"/>
          <ac:spMkLst>
            <pc:docMk/>
            <pc:sldMk cId="2028822748" sldId="288"/>
            <ac:spMk id="6" creationId="{AF12C33F-B08A-3CDE-989F-5B2307BC69AE}"/>
          </ac:spMkLst>
        </pc:spChg>
      </pc:sldChg>
      <pc:sldChg chg="modSp add mod">
        <pc:chgData name="Michael Whitehouse" userId="0ecba9273f6ad366" providerId="LiveId" clId="{F36E82C0-65ED-4BE7-8730-0F102FB388DD}" dt="2026-06-09T12:39:29.894" v="615" actId="139"/>
        <pc:sldMkLst>
          <pc:docMk/>
          <pc:sldMk cId="49604002" sldId="289"/>
        </pc:sldMkLst>
        <pc:spChg chg="mod">
          <ac:chgData name="Michael Whitehouse" userId="0ecba9273f6ad366" providerId="LiveId" clId="{F36E82C0-65ED-4BE7-8730-0F102FB388DD}" dt="2026-06-09T12:39:29.894" v="615" actId="139"/>
          <ac:spMkLst>
            <pc:docMk/>
            <pc:sldMk cId="49604002" sldId="289"/>
            <ac:spMk id="2" creationId="{C0F10229-9BEB-2E44-379B-4DC24A2A6558}"/>
          </ac:spMkLst>
        </pc:spChg>
      </pc:sldChg>
      <pc:sldChg chg="addSp delSp modSp add mod modClrScheme chgLayout">
        <pc:chgData name="Michael Whitehouse" userId="0ecba9273f6ad366" providerId="LiveId" clId="{F36E82C0-65ED-4BE7-8730-0F102FB388DD}" dt="2026-06-09T14:09:46.396" v="1960" actId="14100"/>
        <pc:sldMkLst>
          <pc:docMk/>
          <pc:sldMk cId="461025233" sldId="290"/>
        </pc:sldMkLst>
        <pc:spChg chg="mod ord">
          <ac:chgData name="Michael Whitehouse" userId="0ecba9273f6ad366" providerId="LiveId" clId="{F36E82C0-65ED-4BE7-8730-0F102FB388DD}" dt="2026-06-09T14:09:21.154" v="1952" actId="700"/>
          <ac:spMkLst>
            <pc:docMk/>
            <pc:sldMk cId="461025233" sldId="290"/>
            <ac:spMk id="2" creationId="{0E69D290-3B1D-F8F1-C0BA-1A5A25517B4C}"/>
          </ac:spMkLst>
        </pc:spChg>
        <pc:spChg chg="add mod">
          <ac:chgData name="Michael Whitehouse" userId="0ecba9273f6ad366" providerId="LiveId" clId="{F36E82C0-65ED-4BE7-8730-0F102FB388DD}" dt="2026-06-09T12:39:31.168" v="630" actId="208"/>
          <ac:spMkLst>
            <pc:docMk/>
            <pc:sldMk cId="461025233" sldId="290"/>
            <ac:spMk id="3" creationId="{03713D5A-5611-CC60-A98D-E4AB2DDB51B7}"/>
          </ac:spMkLst>
        </pc:spChg>
        <pc:spChg chg="add mod">
          <ac:chgData name="Michael Whitehouse" userId="0ecba9273f6ad366" providerId="LiveId" clId="{F36E82C0-65ED-4BE7-8730-0F102FB388DD}" dt="2026-06-09T14:09:31.471" v="1954" actId="14100"/>
          <ac:spMkLst>
            <pc:docMk/>
            <pc:sldMk cId="461025233" sldId="290"/>
            <ac:spMk id="4" creationId="{E6F7D44C-0019-AFC8-CB57-12EFF85D2611}"/>
          </ac:spMkLst>
        </pc:spChg>
        <pc:spChg chg="add mod">
          <ac:chgData name="Michael Whitehouse" userId="0ecba9273f6ad366" providerId="LiveId" clId="{F36E82C0-65ED-4BE7-8730-0F102FB388DD}" dt="2026-06-09T12:39:31.425" v="650"/>
          <ac:spMkLst>
            <pc:docMk/>
            <pc:sldMk cId="461025233" sldId="290"/>
            <ac:spMk id="5" creationId="{CC025B03-F977-0C28-16AE-CF7E5B47E149}"/>
          </ac:spMkLst>
        </pc:spChg>
        <pc:spChg chg="add mod">
          <ac:chgData name="Michael Whitehouse" userId="0ecba9273f6ad366" providerId="LiveId" clId="{F36E82C0-65ED-4BE7-8730-0F102FB388DD}" dt="2026-06-09T12:39:31.553" v="661" actId="208"/>
          <ac:spMkLst>
            <pc:docMk/>
            <pc:sldMk cId="461025233" sldId="290"/>
            <ac:spMk id="6" creationId="{ECCC97DB-5A9E-967C-57DE-46FF7D35E2A2}"/>
          </ac:spMkLst>
        </pc:spChg>
        <pc:spChg chg="add mod">
          <ac:chgData name="Michael Whitehouse" userId="0ecba9273f6ad366" providerId="LiveId" clId="{F36E82C0-65ED-4BE7-8730-0F102FB388DD}" dt="2026-06-09T14:09:41.393" v="1957" actId="14100"/>
          <ac:spMkLst>
            <pc:docMk/>
            <pc:sldMk cId="461025233" sldId="290"/>
            <ac:spMk id="7" creationId="{FD848455-A035-6F4B-1642-D4EBB571DC25}"/>
          </ac:spMkLst>
        </pc:spChg>
        <pc:spChg chg="add mod">
          <ac:chgData name="Michael Whitehouse" userId="0ecba9273f6ad366" providerId="LiveId" clId="{F36E82C0-65ED-4BE7-8730-0F102FB388DD}" dt="2026-06-09T12:39:31.798" v="681"/>
          <ac:spMkLst>
            <pc:docMk/>
            <pc:sldMk cId="461025233" sldId="290"/>
            <ac:spMk id="8" creationId="{4D159D64-A006-82CF-C4E9-E189BD6BAD15}"/>
          </ac:spMkLst>
        </pc:spChg>
        <pc:spChg chg="add mod">
          <ac:chgData name="Michael Whitehouse" userId="0ecba9273f6ad366" providerId="LiveId" clId="{F36E82C0-65ED-4BE7-8730-0F102FB388DD}" dt="2026-06-09T12:39:31.928" v="692" actId="208"/>
          <ac:spMkLst>
            <pc:docMk/>
            <pc:sldMk cId="461025233" sldId="290"/>
            <ac:spMk id="9" creationId="{C1037C91-4FD3-2635-7C79-C905DE264033}"/>
          </ac:spMkLst>
        </pc:spChg>
        <pc:spChg chg="add mod">
          <ac:chgData name="Michael Whitehouse" userId="0ecba9273f6ad366" providerId="LiveId" clId="{F36E82C0-65ED-4BE7-8730-0F102FB388DD}" dt="2026-06-09T14:09:43.113" v="1958" actId="14100"/>
          <ac:spMkLst>
            <pc:docMk/>
            <pc:sldMk cId="461025233" sldId="290"/>
            <ac:spMk id="10" creationId="{F961525D-7DE9-6810-BDDC-B5A6A2831DE6}"/>
          </ac:spMkLst>
        </pc:spChg>
        <pc:spChg chg="add mod">
          <ac:chgData name="Michael Whitehouse" userId="0ecba9273f6ad366" providerId="LiveId" clId="{F36E82C0-65ED-4BE7-8730-0F102FB388DD}" dt="2026-06-09T12:39:32.171" v="712"/>
          <ac:spMkLst>
            <pc:docMk/>
            <pc:sldMk cId="461025233" sldId="290"/>
            <ac:spMk id="11" creationId="{08C3E92C-2DD3-EB0D-5BFB-DD3A82DCCFF2}"/>
          </ac:spMkLst>
        </pc:spChg>
        <pc:spChg chg="add mod">
          <ac:chgData name="Michael Whitehouse" userId="0ecba9273f6ad366" providerId="LiveId" clId="{F36E82C0-65ED-4BE7-8730-0F102FB388DD}" dt="2026-06-09T12:39:32.302" v="723" actId="208"/>
          <ac:spMkLst>
            <pc:docMk/>
            <pc:sldMk cId="461025233" sldId="290"/>
            <ac:spMk id="12" creationId="{383AC0ED-3E2C-F9BC-E123-1BAAEE6E19C4}"/>
          </ac:spMkLst>
        </pc:spChg>
        <pc:spChg chg="add mod">
          <ac:chgData name="Michael Whitehouse" userId="0ecba9273f6ad366" providerId="LiveId" clId="{F36E82C0-65ED-4BE7-8730-0F102FB388DD}" dt="2026-06-09T14:09:44.668" v="1959" actId="14100"/>
          <ac:spMkLst>
            <pc:docMk/>
            <pc:sldMk cId="461025233" sldId="290"/>
            <ac:spMk id="13" creationId="{30B2C9DB-D4CF-4F49-3A7B-1549DD953700}"/>
          </ac:spMkLst>
        </pc:spChg>
        <pc:spChg chg="add mod">
          <ac:chgData name="Michael Whitehouse" userId="0ecba9273f6ad366" providerId="LiveId" clId="{F36E82C0-65ED-4BE7-8730-0F102FB388DD}" dt="2026-06-09T12:39:32.546" v="743"/>
          <ac:spMkLst>
            <pc:docMk/>
            <pc:sldMk cId="461025233" sldId="290"/>
            <ac:spMk id="14" creationId="{269E4C40-17DC-23F4-AFE8-2DA64A3680C5}"/>
          </ac:spMkLst>
        </pc:spChg>
        <pc:spChg chg="add mod">
          <ac:chgData name="Michael Whitehouse" userId="0ecba9273f6ad366" providerId="LiveId" clId="{F36E82C0-65ED-4BE7-8730-0F102FB388DD}" dt="2026-06-09T12:39:32.675" v="754" actId="208"/>
          <ac:spMkLst>
            <pc:docMk/>
            <pc:sldMk cId="461025233" sldId="290"/>
            <ac:spMk id="15" creationId="{BFF2C167-03A1-A0E4-3F74-758D2904046F}"/>
          </ac:spMkLst>
        </pc:spChg>
        <pc:spChg chg="add mod">
          <ac:chgData name="Michael Whitehouse" userId="0ecba9273f6ad366" providerId="LiveId" clId="{F36E82C0-65ED-4BE7-8730-0F102FB388DD}" dt="2026-06-09T14:09:46.396" v="1960" actId="14100"/>
          <ac:spMkLst>
            <pc:docMk/>
            <pc:sldMk cId="461025233" sldId="290"/>
            <ac:spMk id="16" creationId="{04604F64-96B4-7C33-145D-60B82552EDCB}"/>
          </ac:spMkLst>
        </pc:spChg>
        <pc:spChg chg="add mod">
          <ac:chgData name="Michael Whitehouse" userId="0ecba9273f6ad366" providerId="LiveId" clId="{F36E82C0-65ED-4BE7-8730-0F102FB388DD}" dt="2026-06-09T12:39:32.938" v="784" actId="207"/>
          <ac:spMkLst>
            <pc:docMk/>
            <pc:sldMk cId="461025233" sldId="290"/>
            <ac:spMk id="18" creationId="{65049446-5CD3-C302-E034-4C31ABD9E672}"/>
          </ac:spMkLst>
        </pc:spChg>
        <pc:spChg chg="add mod">
          <ac:chgData name="Michael Whitehouse" userId="0ecba9273f6ad366" providerId="LiveId" clId="{F36E82C0-65ED-4BE7-8730-0F102FB388DD}" dt="2026-06-09T12:39:32.957" v="794" actId="207"/>
          <ac:spMkLst>
            <pc:docMk/>
            <pc:sldMk cId="461025233" sldId="290"/>
            <ac:spMk id="19" creationId="{1C739853-539D-450C-B69D-A6011932D477}"/>
          </ac:spMkLst>
        </pc:spChg>
      </pc:sldChg>
      <pc:sldChg chg="addSp modSp add mod">
        <pc:chgData name="Michael Whitehouse" userId="0ecba9273f6ad366" providerId="LiveId" clId="{F36E82C0-65ED-4BE7-8730-0F102FB388DD}" dt="2026-06-09T14:05:50.537" v="1942" actId="255"/>
        <pc:sldMkLst>
          <pc:docMk/>
          <pc:sldMk cId="3050833340" sldId="291"/>
        </pc:sldMkLst>
        <pc:spChg chg="mod">
          <ac:chgData name="Michael Whitehouse" userId="0ecba9273f6ad366" providerId="LiveId" clId="{F36E82C0-65ED-4BE7-8730-0F102FB388DD}" dt="2026-06-09T12:39:32.966" v="798" actId="139"/>
          <ac:spMkLst>
            <pc:docMk/>
            <pc:sldMk cId="3050833340" sldId="291"/>
            <ac:spMk id="2" creationId="{29A0F682-DA0C-9B34-427B-AA3D3EBA5000}"/>
          </ac:spMkLst>
        </pc:spChg>
        <pc:spChg chg="add mod">
          <ac:chgData name="Michael Whitehouse" userId="0ecba9273f6ad366" providerId="LiveId" clId="{F36E82C0-65ED-4BE7-8730-0F102FB388DD}" dt="2026-06-09T12:39:33.249" v="807"/>
          <ac:spMkLst>
            <pc:docMk/>
            <pc:sldMk cId="3050833340" sldId="291"/>
            <ac:spMk id="3" creationId="{C1644409-FF50-97BA-C056-70818C20509C}"/>
          </ac:spMkLst>
        </pc:spChg>
        <pc:spChg chg="add mod">
          <ac:chgData name="Michael Whitehouse" userId="0ecba9273f6ad366" providerId="LiveId" clId="{F36E82C0-65ED-4BE7-8730-0F102FB388DD}" dt="2026-06-09T14:05:50.537" v="1942" actId="255"/>
          <ac:spMkLst>
            <pc:docMk/>
            <pc:sldMk cId="3050833340" sldId="291"/>
            <ac:spMk id="4" creationId="{9955E6A7-E77B-1E33-D151-1BB0B7A0F2E3}"/>
          </ac:spMkLst>
        </pc:spChg>
        <pc:spChg chg="add mod">
          <ac:chgData name="Michael Whitehouse" userId="0ecba9273f6ad366" providerId="LiveId" clId="{F36E82C0-65ED-4BE7-8730-0F102FB388DD}" dt="2026-06-09T12:39:33.401" v="828" actId="207"/>
          <ac:spMkLst>
            <pc:docMk/>
            <pc:sldMk cId="3050833340" sldId="291"/>
            <ac:spMk id="5" creationId="{9AC9E8C2-86C1-E324-F2B5-B68D558397DC}"/>
          </ac:spMkLst>
        </pc:spChg>
        <pc:spChg chg="add mod">
          <ac:chgData name="Michael Whitehouse" userId="0ecba9273f6ad366" providerId="LiveId" clId="{F36E82C0-65ED-4BE7-8730-0F102FB388DD}" dt="2026-06-09T12:39:33.421" v="838" actId="207"/>
          <ac:spMkLst>
            <pc:docMk/>
            <pc:sldMk cId="3050833340" sldId="291"/>
            <ac:spMk id="6" creationId="{71AB3A38-3B32-3BDD-8362-6269EF634F09}"/>
          </ac:spMkLst>
        </pc:spChg>
      </pc:sldChg>
      <pc:sldChg chg="addSp modSp add mod">
        <pc:chgData name="Michael Whitehouse" userId="0ecba9273f6ad366" providerId="LiveId" clId="{F36E82C0-65ED-4BE7-8730-0F102FB388DD}" dt="2026-06-09T12:39:38.550" v="1136" actId="207"/>
        <pc:sldMkLst>
          <pc:docMk/>
          <pc:sldMk cId="3769591774" sldId="292"/>
        </pc:sldMkLst>
        <pc:spChg chg="mod">
          <ac:chgData name="Michael Whitehouse" userId="0ecba9273f6ad366" providerId="LiveId" clId="{F36E82C0-65ED-4BE7-8730-0F102FB388DD}" dt="2026-06-09T12:39:33.431" v="842" actId="139"/>
          <ac:spMkLst>
            <pc:docMk/>
            <pc:sldMk cId="3769591774" sldId="292"/>
            <ac:spMk id="2" creationId="{A5107DFB-5270-E59C-D862-E6101CDEF717}"/>
          </ac:spMkLst>
        </pc:spChg>
        <pc:spChg chg="add mod">
          <ac:chgData name="Michael Whitehouse" userId="0ecba9273f6ad366" providerId="LiveId" clId="{F36E82C0-65ED-4BE7-8730-0F102FB388DD}" dt="2026-06-09T12:39:35.420" v="853" actId="208"/>
          <ac:spMkLst>
            <pc:docMk/>
            <pc:sldMk cId="3769591774" sldId="292"/>
            <ac:spMk id="3" creationId="{49722076-EC6D-B350-296F-B60725A74A49}"/>
          </ac:spMkLst>
        </pc:spChg>
        <pc:spChg chg="add mod">
          <ac:chgData name="Michael Whitehouse" userId="0ecba9273f6ad366" providerId="LiveId" clId="{F36E82C0-65ED-4BE7-8730-0F102FB388DD}" dt="2026-06-09T12:39:35.556" v="864" actId="139"/>
          <ac:spMkLst>
            <pc:docMk/>
            <pc:sldMk cId="3769591774" sldId="292"/>
            <ac:spMk id="4" creationId="{F0942AC6-2DC3-F6AB-ED50-1A9237406C60}"/>
          </ac:spMkLst>
        </pc:spChg>
        <pc:spChg chg="add mod">
          <ac:chgData name="Michael Whitehouse" userId="0ecba9273f6ad366" providerId="LiveId" clId="{F36E82C0-65ED-4BE7-8730-0F102FB388DD}" dt="2026-06-09T12:39:35.681" v="875" actId="208"/>
          <ac:spMkLst>
            <pc:docMk/>
            <pc:sldMk cId="3769591774" sldId="292"/>
            <ac:spMk id="5" creationId="{C62C6124-0F7D-37DD-3296-C78821FFDA3B}"/>
          </ac:spMkLst>
        </pc:spChg>
        <pc:spChg chg="add mod">
          <ac:chgData name="Michael Whitehouse" userId="0ecba9273f6ad366" providerId="LiveId" clId="{F36E82C0-65ED-4BE7-8730-0F102FB388DD}" dt="2026-06-09T12:39:35.802" v="886" actId="139"/>
          <ac:spMkLst>
            <pc:docMk/>
            <pc:sldMk cId="3769591774" sldId="292"/>
            <ac:spMk id="6" creationId="{F4925464-4BD0-2617-DD03-37CD9B1A5D64}"/>
          </ac:spMkLst>
        </pc:spChg>
        <pc:spChg chg="add mod">
          <ac:chgData name="Michael Whitehouse" userId="0ecba9273f6ad366" providerId="LiveId" clId="{F36E82C0-65ED-4BE7-8730-0F102FB388DD}" dt="2026-06-09T12:39:35.919" v="895"/>
          <ac:spMkLst>
            <pc:docMk/>
            <pc:sldMk cId="3769591774" sldId="292"/>
            <ac:spMk id="7" creationId="{02FF1E8D-7BA6-0AEB-0F5C-57BDA93DA20F}"/>
          </ac:spMkLst>
        </pc:spChg>
        <pc:spChg chg="add mod">
          <ac:chgData name="Michael Whitehouse" userId="0ecba9273f6ad366" providerId="LiveId" clId="{F36E82C0-65ED-4BE7-8730-0F102FB388DD}" dt="2026-06-09T12:39:36.048" v="906" actId="208"/>
          <ac:spMkLst>
            <pc:docMk/>
            <pc:sldMk cId="3769591774" sldId="292"/>
            <ac:spMk id="8" creationId="{7045E612-31AE-7AC7-8A6F-AD8C4CCB8A58}"/>
          </ac:spMkLst>
        </pc:spChg>
        <pc:spChg chg="add mod">
          <ac:chgData name="Michael Whitehouse" userId="0ecba9273f6ad366" providerId="LiveId" clId="{F36E82C0-65ED-4BE7-8730-0F102FB388DD}" dt="2026-06-09T12:39:36.174" v="917" actId="139"/>
          <ac:spMkLst>
            <pc:docMk/>
            <pc:sldMk cId="3769591774" sldId="292"/>
            <ac:spMk id="9" creationId="{A8482CBA-E4C4-9E63-8520-71733E625971}"/>
          </ac:spMkLst>
        </pc:spChg>
        <pc:spChg chg="add mod">
          <ac:chgData name="Michael Whitehouse" userId="0ecba9273f6ad366" providerId="LiveId" clId="{F36E82C0-65ED-4BE7-8730-0F102FB388DD}" dt="2026-06-09T12:39:36.291" v="926"/>
          <ac:spMkLst>
            <pc:docMk/>
            <pc:sldMk cId="3769591774" sldId="292"/>
            <ac:spMk id="10" creationId="{1E5810D0-53E2-0B3E-DF12-6CBA22D9BD5D}"/>
          </ac:spMkLst>
        </pc:spChg>
        <pc:spChg chg="add mod">
          <ac:chgData name="Michael Whitehouse" userId="0ecba9273f6ad366" providerId="LiveId" clId="{F36E82C0-65ED-4BE7-8730-0F102FB388DD}" dt="2026-06-09T12:39:36.405" v="937" actId="208"/>
          <ac:spMkLst>
            <pc:docMk/>
            <pc:sldMk cId="3769591774" sldId="292"/>
            <ac:spMk id="11" creationId="{E6599275-EB0A-BD94-D554-6FF47801B4A6}"/>
          </ac:spMkLst>
        </pc:spChg>
        <pc:spChg chg="add mod">
          <ac:chgData name="Michael Whitehouse" userId="0ecba9273f6ad366" providerId="LiveId" clId="{F36E82C0-65ED-4BE7-8730-0F102FB388DD}" dt="2026-06-09T12:39:36.542" v="948" actId="139"/>
          <ac:spMkLst>
            <pc:docMk/>
            <pc:sldMk cId="3769591774" sldId="292"/>
            <ac:spMk id="12" creationId="{A6B136E5-034B-1992-BC05-56925EC91F93}"/>
          </ac:spMkLst>
        </pc:spChg>
        <pc:spChg chg="add mod">
          <ac:chgData name="Michael Whitehouse" userId="0ecba9273f6ad366" providerId="LiveId" clId="{F36E82C0-65ED-4BE7-8730-0F102FB388DD}" dt="2026-06-09T12:39:36.649" v="957"/>
          <ac:spMkLst>
            <pc:docMk/>
            <pc:sldMk cId="3769591774" sldId="292"/>
            <ac:spMk id="13" creationId="{3543DBFE-B6C0-31D3-F6D8-439EAB93A124}"/>
          </ac:spMkLst>
        </pc:spChg>
        <pc:spChg chg="add mod">
          <ac:chgData name="Michael Whitehouse" userId="0ecba9273f6ad366" providerId="LiveId" clId="{F36E82C0-65ED-4BE7-8730-0F102FB388DD}" dt="2026-06-09T12:39:36.777" v="968" actId="208"/>
          <ac:spMkLst>
            <pc:docMk/>
            <pc:sldMk cId="3769591774" sldId="292"/>
            <ac:spMk id="14" creationId="{BD8B784E-F064-838D-B906-5E9940920E1E}"/>
          </ac:spMkLst>
        </pc:spChg>
        <pc:spChg chg="add mod">
          <ac:chgData name="Michael Whitehouse" userId="0ecba9273f6ad366" providerId="LiveId" clId="{F36E82C0-65ED-4BE7-8730-0F102FB388DD}" dt="2026-06-09T12:39:36.901" v="979" actId="139"/>
          <ac:spMkLst>
            <pc:docMk/>
            <pc:sldMk cId="3769591774" sldId="292"/>
            <ac:spMk id="15" creationId="{48B910BC-E4F7-85AE-EC4A-2D1626E06AC9}"/>
          </ac:spMkLst>
        </pc:spChg>
        <pc:spChg chg="add mod">
          <ac:chgData name="Michael Whitehouse" userId="0ecba9273f6ad366" providerId="LiveId" clId="{F36E82C0-65ED-4BE7-8730-0F102FB388DD}" dt="2026-06-09T12:39:37.023" v="990" actId="208"/>
          <ac:spMkLst>
            <pc:docMk/>
            <pc:sldMk cId="3769591774" sldId="292"/>
            <ac:spMk id="16" creationId="{79F5D283-86E9-3B55-9CC8-03B02BA3BE7D}"/>
          </ac:spMkLst>
        </pc:spChg>
        <pc:spChg chg="add mod">
          <ac:chgData name="Michael Whitehouse" userId="0ecba9273f6ad366" providerId="LiveId" clId="{F36E82C0-65ED-4BE7-8730-0F102FB388DD}" dt="2026-06-09T12:39:37.148" v="1001" actId="139"/>
          <ac:spMkLst>
            <pc:docMk/>
            <pc:sldMk cId="3769591774" sldId="292"/>
            <ac:spMk id="17" creationId="{890536E5-C5B6-9861-DA7E-E46CF329C3BB}"/>
          </ac:spMkLst>
        </pc:spChg>
        <pc:spChg chg="add mod">
          <ac:chgData name="Michael Whitehouse" userId="0ecba9273f6ad366" providerId="LiveId" clId="{F36E82C0-65ED-4BE7-8730-0F102FB388DD}" dt="2026-06-09T12:39:37.269" v="1012" actId="208"/>
          <ac:spMkLst>
            <pc:docMk/>
            <pc:sldMk cId="3769591774" sldId="292"/>
            <ac:spMk id="18" creationId="{33A37EF7-4B19-448F-B2D4-D3EA67C6A6C9}"/>
          </ac:spMkLst>
        </pc:spChg>
        <pc:spChg chg="add mod">
          <ac:chgData name="Michael Whitehouse" userId="0ecba9273f6ad366" providerId="LiveId" clId="{F36E82C0-65ED-4BE7-8730-0F102FB388DD}" dt="2026-06-09T12:39:37.395" v="1023" actId="139"/>
          <ac:spMkLst>
            <pc:docMk/>
            <pc:sldMk cId="3769591774" sldId="292"/>
            <ac:spMk id="19" creationId="{C789B40A-64A4-730C-C583-F123635FBD5C}"/>
          </ac:spMkLst>
        </pc:spChg>
        <pc:spChg chg="add mod">
          <ac:chgData name="Michael Whitehouse" userId="0ecba9273f6ad366" providerId="LiveId" clId="{F36E82C0-65ED-4BE7-8730-0F102FB388DD}" dt="2026-06-09T12:39:37.513" v="1032"/>
          <ac:spMkLst>
            <pc:docMk/>
            <pc:sldMk cId="3769591774" sldId="292"/>
            <ac:spMk id="20" creationId="{7672CB4C-3722-C55D-DE3D-CF3C60849458}"/>
          </ac:spMkLst>
        </pc:spChg>
        <pc:spChg chg="add mod">
          <ac:chgData name="Michael Whitehouse" userId="0ecba9273f6ad366" providerId="LiveId" clId="{F36E82C0-65ED-4BE7-8730-0F102FB388DD}" dt="2026-06-09T12:39:37.643" v="1043" actId="208"/>
          <ac:spMkLst>
            <pc:docMk/>
            <pc:sldMk cId="3769591774" sldId="292"/>
            <ac:spMk id="21" creationId="{0A69D035-76A2-BD96-3BEC-AC1F07D96986}"/>
          </ac:spMkLst>
        </pc:spChg>
        <pc:spChg chg="add mod">
          <ac:chgData name="Michael Whitehouse" userId="0ecba9273f6ad366" providerId="LiveId" clId="{F36E82C0-65ED-4BE7-8730-0F102FB388DD}" dt="2026-06-09T12:39:37.767" v="1054" actId="139"/>
          <ac:spMkLst>
            <pc:docMk/>
            <pc:sldMk cId="3769591774" sldId="292"/>
            <ac:spMk id="22" creationId="{087DBCF3-8388-A388-F066-D055E6A8F0CF}"/>
          </ac:spMkLst>
        </pc:spChg>
        <pc:spChg chg="add mod">
          <ac:chgData name="Michael Whitehouse" userId="0ecba9273f6ad366" providerId="LiveId" clId="{F36E82C0-65ED-4BE7-8730-0F102FB388DD}" dt="2026-06-09T12:39:37.882" v="1063"/>
          <ac:spMkLst>
            <pc:docMk/>
            <pc:sldMk cId="3769591774" sldId="292"/>
            <ac:spMk id="23" creationId="{81A6516D-7810-5D25-0478-D0E4622823B2}"/>
          </ac:spMkLst>
        </pc:spChg>
        <pc:spChg chg="add mod">
          <ac:chgData name="Michael Whitehouse" userId="0ecba9273f6ad366" providerId="LiveId" clId="{F36E82C0-65ED-4BE7-8730-0F102FB388DD}" dt="2026-06-09T12:39:37.996" v="1074" actId="208"/>
          <ac:spMkLst>
            <pc:docMk/>
            <pc:sldMk cId="3769591774" sldId="292"/>
            <ac:spMk id="24" creationId="{83E89F5F-33C5-73B3-070D-1DB7182CAD74}"/>
          </ac:spMkLst>
        </pc:spChg>
        <pc:spChg chg="add mod">
          <ac:chgData name="Michael Whitehouse" userId="0ecba9273f6ad366" providerId="LiveId" clId="{F36E82C0-65ED-4BE7-8730-0F102FB388DD}" dt="2026-06-09T12:39:38.124" v="1085" actId="139"/>
          <ac:spMkLst>
            <pc:docMk/>
            <pc:sldMk cId="3769591774" sldId="292"/>
            <ac:spMk id="25" creationId="{CBD04A23-35E8-162C-D5C9-7A3360E75C58}"/>
          </ac:spMkLst>
        </pc:spChg>
        <pc:spChg chg="add mod">
          <ac:chgData name="Michael Whitehouse" userId="0ecba9273f6ad366" providerId="LiveId" clId="{F36E82C0-65ED-4BE7-8730-0F102FB388DD}" dt="2026-06-09T12:39:38.243" v="1094"/>
          <ac:spMkLst>
            <pc:docMk/>
            <pc:sldMk cId="3769591774" sldId="292"/>
            <ac:spMk id="26" creationId="{5D1F5770-9BA3-CE2A-B352-910A85ECB001}"/>
          </ac:spMkLst>
        </pc:spChg>
        <pc:spChg chg="add mod">
          <ac:chgData name="Michael Whitehouse" userId="0ecba9273f6ad366" providerId="LiveId" clId="{F36E82C0-65ED-4BE7-8730-0F102FB388DD}" dt="2026-06-09T12:39:38.360" v="1105" actId="208"/>
          <ac:spMkLst>
            <pc:docMk/>
            <pc:sldMk cId="3769591774" sldId="292"/>
            <ac:spMk id="27" creationId="{3EB695A3-732D-8F83-CA55-6BAF8A65ED1F}"/>
          </ac:spMkLst>
        </pc:spChg>
        <pc:spChg chg="add mod">
          <ac:chgData name="Michael Whitehouse" userId="0ecba9273f6ad366" providerId="LiveId" clId="{F36E82C0-65ED-4BE7-8730-0F102FB388DD}" dt="2026-06-09T12:39:38.500" v="1116" actId="139"/>
          <ac:spMkLst>
            <pc:docMk/>
            <pc:sldMk cId="3769591774" sldId="292"/>
            <ac:spMk id="28" creationId="{B54F5C4A-D4FF-D4C1-FC4A-C17D1E03776C}"/>
          </ac:spMkLst>
        </pc:spChg>
        <pc:spChg chg="add mod">
          <ac:chgData name="Michael Whitehouse" userId="0ecba9273f6ad366" providerId="LiveId" clId="{F36E82C0-65ED-4BE7-8730-0F102FB388DD}" dt="2026-06-09T12:39:38.522" v="1126" actId="207"/>
          <ac:spMkLst>
            <pc:docMk/>
            <pc:sldMk cId="3769591774" sldId="292"/>
            <ac:spMk id="29" creationId="{6C004C69-165D-39FF-9B57-B24C3A498FDD}"/>
          </ac:spMkLst>
        </pc:spChg>
        <pc:spChg chg="add mod">
          <ac:chgData name="Michael Whitehouse" userId="0ecba9273f6ad366" providerId="LiveId" clId="{F36E82C0-65ED-4BE7-8730-0F102FB388DD}" dt="2026-06-09T12:39:38.550" v="1136" actId="207"/>
          <ac:spMkLst>
            <pc:docMk/>
            <pc:sldMk cId="3769591774" sldId="292"/>
            <ac:spMk id="30" creationId="{FC95A425-A78D-FC19-2E00-20D08AC567E3}"/>
          </ac:spMkLst>
        </pc:spChg>
      </pc:sldChg>
      <pc:sldChg chg="modSp add mod">
        <pc:chgData name="Michael Whitehouse" userId="0ecba9273f6ad366" providerId="LiveId" clId="{F36E82C0-65ED-4BE7-8730-0F102FB388DD}" dt="2026-06-09T12:39:38.565" v="1140" actId="139"/>
        <pc:sldMkLst>
          <pc:docMk/>
          <pc:sldMk cId="1252041890" sldId="293"/>
        </pc:sldMkLst>
        <pc:spChg chg="mod">
          <ac:chgData name="Michael Whitehouse" userId="0ecba9273f6ad366" providerId="LiveId" clId="{F36E82C0-65ED-4BE7-8730-0F102FB388DD}" dt="2026-06-09T12:39:38.565" v="1140" actId="139"/>
          <ac:spMkLst>
            <pc:docMk/>
            <pc:sldMk cId="1252041890" sldId="293"/>
            <ac:spMk id="2" creationId="{9C70C3F6-128E-8A47-0267-0D4CED931746}"/>
          </ac:spMkLst>
        </pc:spChg>
      </pc:sldChg>
      <pc:sldChg chg="addSp modSp add mod">
        <pc:chgData name="Michael Whitehouse" userId="0ecba9273f6ad366" providerId="LiveId" clId="{F36E82C0-65ED-4BE7-8730-0F102FB388DD}" dt="2026-06-09T12:39:41.342" v="1310" actId="207"/>
        <pc:sldMkLst>
          <pc:docMk/>
          <pc:sldMk cId="889426842" sldId="294"/>
        </pc:sldMkLst>
        <pc:spChg chg="mod">
          <ac:chgData name="Michael Whitehouse" userId="0ecba9273f6ad366" providerId="LiveId" clId="{F36E82C0-65ED-4BE7-8730-0F102FB388DD}" dt="2026-06-09T12:39:38.579" v="1144" actId="139"/>
          <ac:spMkLst>
            <pc:docMk/>
            <pc:sldMk cId="889426842" sldId="294"/>
            <ac:spMk id="2" creationId="{DEB80705-C7C9-ED99-F5E7-9C548411BE90}"/>
          </ac:spMkLst>
        </pc:spChg>
        <pc:spChg chg="add mod">
          <ac:chgData name="Michael Whitehouse" userId="0ecba9273f6ad366" providerId="LiveId" clId="{F36E82C0-65ED-4BE7-8730-0F102FB388DD}" dt="2026-06-09T12:39:39.699" v="1155" actId="208"/>
          <ac:spMkLst>
            <pc:docMk/>
            <pc:sldMk cId="889426842" sldId="294"/>
            <ac:spMk id="3" creationId="{83F5CB4F-EE4D-51DB-9DD5-CAB0F1A25C70}"/>
          </ac:spMkLst>
        </pc:spChg>
        <pc:spChg chg="add mod">
          <ac:chgData name="Michael Whitehouse" userId="0ecba9273f6ad366" providerId="LiveId" clId="{F36E82C0-65ED-4BE7-8730-0F102FB388DD}" dt="2026-06-09T12:39:39.819" v="1166" actId="139"/>
          <ac:spMkLst>
            <pc:docMk/>
            <pc:sldMk cId="889426842" sldId="294"/>
            <ac:spMk id="4" creationId="{6A465332-1A69-74F5-6130-42DAD843DB93}"/>
          </ac:spMkLst>
        </pc:spChg>
        <pc:spChg chg="add mod">
          <ac:chgData name="Michael Whitehouse" userId="0ecba9273f6ad366" providerId="LiveId" clId="{F36E82C0-65ED-4BE7-8730-0F102FB388DD}" dt="2026-06-09T12:39:39.935" v="1175"/>
          <ac:spMkLst>
            <pc:docMk/>
            <pc:sldMk cId="889426842" sldId="294"/>
            <ac:spMk id="5" creationId="{B6B72824-ED58-670C-BB03-DCA64764B9FD}"/>
          </ac:spMkLst>
        </pc:spChg>
        <pc:spChg chg="add mod">
          <ac:chgData name="Michael Whitehouse" userId="0ecba9273f6ad366" providerId="LiveId" clId="{F36E82C0-65ED-4BE7-8730-0F102FB388DD}" dt="2026-06-09T12:39:40.065" v="1186" actId="208"/>
          <ac:spMkLst>
            <pc:docMk/>
            <pc:sldMk cId="889426842" sldId="294"/>
            <ac:spMk id="6" creationId="{95BF06A8-0222-E611-6012-A86D62277680}"/>
          </ac:spMkLst>
        </pc:spChg>
        <pc:spChg chg="add mod">
          <ac:chgData name="Michael Whitehouse" userId="0ecba9273f6ad366" providerId="LiveId" clId="{F36E82C0-65ED-4BE7-8730-0F102FB388DD}" dt="2026-06-09T12:39:40.194" v="1197" actId="139"/>
          <ac:spMkLst>
            <pc:docMk/>
            <pc:sldMk cId="889426842" sldId="294"/>
            <ac:spMk id="7" creationId="{C7810210-E08D-30D1-2BA4-7528CA9FDE1B}"/>
          </ac:spMkLst>
        </pc:spChg>
        <pc:spChg chg="add mod">
          <ac:chgData name="Michael Whitehouse" userId="0ecba9273f6ad366" providerId="LiveId" clId="{F36E82C0-65ED-4BE7-8730-0F102FB388DD}" dt="2026-06-09T12:39:40.312" v="1206"/>
          <ac:spMkLst>
            <pc:docMk/>
            <pc:sldMk cId="889426842" sldId="294"/>
            <ac:spMk id="8" creationId="{6DCCE489-575E-8451-CAEC-B7403D5F592F}"/>
          </ac:spMkLst>
        </pc:spChg>
        <pc:spChg chg="add mod">
          <ac:chgData name="Michael Whitehouse" userId="0ecba9273f6ad366" providerId="LiveId" clId="{F36E82C0-65ED-4BE7-8730-0F102FB388DD}" dt="2026-06-09T12:39:40.442" v="1217" actId="208"/>
          <ac:spMkLst>
            <pc:docMk/>
            <pc:sldMk cId="889426842" sldId="294"/>
            <ac:spMk id="9" creationId="{5372A6C6-0443-5557-4526-CFB033290297}"/>
          </ac:spMkLst>
        </pc:spChg>
        <pc:spChg chg="add mod">
          <ac:chgData name="Michael Whitehouse" userId="0ecba9273f6ad366" providerId="LiveId" clId="{F36E82C0-65ED-4BE7-8730-0F102FB388DD}" dt="2026-06-09T12:39:40.567" v="1228" actId="139"/>
          <ac:spMkLst>
            <pc:docMk/>
            <pc:sldMk cId="889426842" sldId="294"/>
            <ac:spMk id="10" creationId="{23E008BF-B7DE-BC74-8063-006030785FE5}"/>
          </ac:spMkLst>
        </pc:spChg>
        <pc:spChg chg="add mod">
          <ac:chgData name="Michael Whitehouse" userId="0ecba9273f6ad366" providerId="LiveId" clId="{F36E82C0-65ED-4BE7-8730-0F102FB388DD}" dt="2026-06-09T12:39:40.685" v="1237"/>
          <ac:spMkLst>
            <pc:docMk/>
            <pc:sldMk cId="889426842" sldId="294"/>
            <ac:spMk id="11" creationId="{FFFDB6F7-8894-C282-CDFC-2CE0A6E4565E}"/>
          </ac:spMkLst>
        </pc:spChg>
        <pc:spChg chg="add mod">
          <ac:chgData name="Michael Whitehouse" userId="0ecba9273f6ad366" providerId="LiveId" clId="{F36E82C0-65ED-4BE7-8730-0F102FB388DD}" dt="2026-06-09T12:39:40.812" v="1248" actId="208"/>
          <ac:spMkLst>
            <pc:docMk/>
            <pc:sldMk cId="889426842" sldId="294"/>
            <ac:spMk id="12" creationId="{0D21A111-D309-A23D-D446-C799DBFE9571}"/>
          </ac:spMkLst>
        </pc:spChg>
        <pc:spChg chg="add mod">
          <ac:chgData name="Michael Whitehouse" userId="0ecba9273f6ad366" providerId="LiveId" clId="{F36E82C0-65ED-4BE7-8730-0F102FB388DD}" dt="2026-06-09T12:39:40.935" v="1259" actId="139"/>
          <ac:spMkLst>
            <pc:docMk/>
            <pc:sldMk cId="889426842" sldId="294"/>
            <ac:spMk id="13" creationId="{66CEBEC9-1434-1DBA-09C3-EF8DC1B6FBE3}"/>
          </ac:spMkLst>
        </pc:spChg>
        <pc:spChg chg="add mod">
          <ac:chgData name="Michael Whitehouse" userId="0ecba9273f6ad366" providerId="LiveId" clId="{F36E82C0-65ED-4BE7-8730-0F102FB388DD}" dt="2026-06-09T12:39:41.053" v="1268"/>
          <ac:spMkLst>
            <pc:docMk/>
            <pc:sldMk cId="889426842" sldId="294"/>
            <ac:spMk id="14" creationId="{3AFEA781-977A-D012-CE6C-01A3B17B5D8A}"/>
          </ac:spMkLst>
        </pc:spChg>
        <pc:spChg chg="add mod">
          <ac:chgData name="Michael Whitehouse" userId="0ecba9273f6ad366" providerId="LiveId" clId="{F36E82C0-65ED-4BE7-8730-0F102FB388DD}" dt="2026-06-09T12:39:41.181" v="1279" actId="208"/>
          <ac:spMkLst>
            <pc:docMk/>
            <pc:sldMk cId="889426842" sldId="294"/>
            <ac:spMk id="15" creationId="{8FC6AF76-3E4B-AD91-D8F2-C8C9BF896D81}"/>
          </ac:spMkLst>
        </pc:spChg>
        <pc:spChg chg="add mod">
          <ac:chgData name="Michael Whitehouse" userId="0ecba9273f6ad366" providerId="LiveId" clId="{F36E82C0-65ED-4BE7-8730-0F102FB388DD}" dt="2026-06-09T12:39:41.306" v="1290" actId="139"/>
          <ac:spMkLst>
            <pc:docMk/>
            <pc:sldMk cId="889426842" sldId="294"/>
            <ac:spMk id="16" creationId="{01BA0030-094E-EFA9-AD90-D8EFCF3B407E}"/>
          </ac:spMkLst>
        </pc:spChg>
        <pc:spChg chg="add mod">
          <ac:chgData name="Michael Whitehouse" userId="0ecba9273f6ad366" providerId="LiveId" clId="{F36E82C0-65ED-4BE7-8730-0F102FB388DD}" dt="2026-06-09T12:39:41.325" v="1300" actId="207"/>
          <ac:spMkLst>
            <pc:docMk/>
            <pc:sldMk cId="889426842" sldId="294"/>
            <ac:spMk id="17" creationId="{9435CD19-C447-AB2B-ABD8-EB86D1863F21}"/>
          </ac:spMkLst>
        </pc:spChg>
        <pc:spChg chg="add mod">
          <ac:chgData name="Michael Whitehouse" userId="0ecba9273f6ad366" providerId="LiveId" clId="{F36E82C0-65ED-4BE7-8730-0F102FB388DD}" dt="2026-06-09T12:39:41.342" v="1310" actId="207"/>
          <ac:spMkLst>
            <pc:docMk/>
            <pc:sldMk cId="889426842" sldId="294"/>
            <ac:spMk id="18" creationId="{965D3D1E-B2CD-0DCA-FDF5-282E85F1C0E1}"/>
          </ac:spMkLst>
        </pc:spChg>
      </pc:sldChg>
      <pc:sldChg chg="addSp modSp add mod">
        <pc:chgData name="Michael Whitehouse" userId="0ecba9273f6ad366" providerId="LiveId" clId="{F36E82C0-65ED-4BE7-8730-0F102FB388DD}" dt="2026-06-09T12:39:41.798" v="1354" actId="207"/>
        <pc:sldMkLst>
          <pc:docMk/>
          <pc:sldMk cId="248018068" sldId="295"/>
        </pc:sldMkLst>
        <pc:spChg chg="mod">
          <ac:chgData name="Michael Whitehouse" userId="0ecba9273f6ad366" providerId="LiveId" clId="{F36E82C0-65ED-4BE7-8730-0F102FB388DD}" dt="2026-06-09T12:39:41.350" v="1314" actId="139"/>
          <ac:spMkLst>
            <pc:docMk/>
            <pc:sldMk cId="248018068" sldId="295"/>
            <ac:spMk id="2" creationId="{505AE603-1445-80BC-19E7-45AB3118066A}"/>
          </ac:spMkLst>
        </pc:spChg>
        <pc:spChg chg="add mod">
          <ac:chgData name="Michael Whitehouse" userId="0ecba9273f6ad366" providerId="LiveId" clId="{F36E82C0-65ED-4BE7-8730-0F102FB388DD}" dt="2026-06-09T12:39:41.627" v="1323"/>
          <ac:spMkLst>
            <pc:docMk/>
            <pc:sldMk cId="248018068" sldId="295"/>
            <ac:spMk id="3" creationId="{F6A39894-15B5-D712-2851-B2E223FE0EA1}"/>
          </ac:spMkLst>
        </pc:spChg>
        <pc:spChg chg="add mod">
          <ac:chgData name="Michael Whitehouse" userId="0ecba9273f6ad366" providerId="LiveId" clId="{F36E82C0-65ED-4BE7-8730-0F102FB388DD}" dt="2026-06-09T12:39:41.760" v="1334" actId="139"/>
          <ac:spMkLst>
            <pc:docMk/>
            <pc:sldMk cId="248018068" sldId="295"/>
            <ac:spMk id="4" creationId="{EE4D437D-E289-4F14-A30A-3BE46E57BF3D}"/>
          </ac:spMkLst>
        </pc:spChg>
        <pc:spChg chg="add mod">
          <ac:chgData name="Michael Whitehouse" userId="0ecba9273f6ad366" providerId="LiveId" clId="{F36E82C0-65ED-4BE7-8730-0F102FB388DD}" dt="2026-06-09T12:39:41.778" v="1344" actId="207"/>
          <ac:spMkLst>
            <pc:docMk/>
            <pc:sldMk cId="248018068" sldId="295"/>
            <ac:spMk id="5" creationId="{044145E3-B6D4-9CBA-8E29-3EE729BCC4DE}"/>
          </ac:spMkLst>
        </pc:spChg>
        <pc:spChg chg="add mod">
          <ac:chgData name="Michael Whitehouse" userId="0ecba9273f6ad366" providerId="LiveId" clId="{F36E82C0-65ED-4BE7-8730-0F102FB388DD}" dt="2026-06-09T12:39:41.798" v="1354" actId="207"/>
          <ac:spMkLst>
            <pc:docMk/>
            <pc:sldMk cId="248018068" sldId="295"/>
            <ac:spMk id="6" creationId="{D8999005-B6E8-F046-4ACE-DFD2B9708953}"/>
          </ac:spMkLst>
        </pc:spChg>
      </pc:sldChg>
      <pc:sldChg chg="addSp modSp add mod">
        <pc:chgData name="Michael Whitehouse" userId="0ecba9273f6ad366" providerId="LiveId" clId="{F36E82C0-65ED-4BE7-8730-0F102FB388DD}" dt="2026-06-09T12:39:42.245" v="1398" actId="207"/>
        <pc:sldMkLst>
          <pc:docMk/>
          <pc:sldMk cId="2324000344" sldId="296"/>
        </pc:sldMkLst>
        <pc:spChg chg="mod">
          <ac:chgData name="Michael Whitehouse" userId="0ecba9273f6ad366" providerId="LiveId" clId="{F36E82C0-65ED-4BE7-8730-0F102FB388DD}" dt="2026-06-09T12:39:41.807" v="1358" actId="139"/>
          <ac:spMkLst>
            <pc:docMk/>
            <pc:sldMk cId="2324000344" sldId="296"/>
            <ac:spMk id="2" creationId="{596F5171-EDC4-0BD3-F5A1-B25F4B320CD2}"/>
          </ac:spMkLst>
        </pc:spChg>
        <pc:spChg chg="add mod">
          <ac:chgData name="Michael Whitehouse" userId="0ecba9273f6ad366" providerId="LiveId" clId="{F36E82C0-65ED-4BE7-8730-0F102FB388DD}" dt="2026-06-09T12:39:42.079" v="1367"/>
          <ac:spMkLst>
            <pc:docMk/>
            <pc:sldMk cId="2324000344" sldId="296"/>
            <ac:spMk id="3" creationId="{FE89F086-F1F2-D8E8-F643-39F546DA916D}"/>
          </ac:spMkLst>
        </pc:spChg>
        <pc:spChg chg="add mod">
          <ac:chgData name="Michael Whitehouse" userId="0ecba9273f6ad366" providerId="LiveId" clId="{F36E82C0-65ED-4BE7-8730-0F102FB388DD}" dt="2026-06-09T12:39:42.210" v="1378" actId="139"/>
          <ac:spMkLst>
            <pc:docMk/>
            <pc:sldMk cId="2324000344" sldId="296"/>
            <ac:spMk id="4" creationId="{6F4CBEAF-D630-1540-4615-D3E7BFF06EDB}"/>
          </ac:spMkLst>
        </pc:spChg>
        <pc:spChg chg="add mod">
          <ac:chgData name="Michael Whitehouse" userId="0ecba9273f6ad366" providerId="LiveId" clId="{F36E82C0-65ED-4BE7-8730-0F102FB388DD}" dt="2026-06-09T12:39:42.228" v="1388" actId="207"/>
          <ac:spMkLst>
            <pc:docMk/>
            <pc:sldMk cId="2324000344" sldId="296"/>
            <ac:spMk id="5" creationId="{43CA362E-BA60-6E35-9145-D6CB74496C3B}"/>
          </ac:spMkLst>
        </pc:spChg>
        <pc:spChg chg="add mod">
          <ac:chgData name="Michael Whitehouse" userId="0ecba9273f6ad366" providerId="LiveId" clId="{F36E82C0-65ED-4BE7-8730-0F102FB388DD}" dt="2026-06-09T12:39:42.245" v="1398" actId="207"/>
          <ac:spMkLst>
            <pc:docMk/>
            <pc:sldMk cId="2324000344" sldId="296"/>
            <ac:spMk id="6" creationId="{0BAD90DA-3884-9456-4C30-B5B1060F59E2}"/>
          </ac:spMkLst>
        </pc:spChg>
      </pc:sldChg>
      <pc:sldChg chg="addSp modSp add mod">
        <pc:chgData name="Michael Whitehouse" userId="0ecba9273f6ad366" providerId="LiveId" clId="{F36E82C0-65ED-4BE7-8730-0F102FB388DD}" dt="2026-06-09T12:39:42.693" v="1442" actId="207"/>
        <pc:sldMkLst>
          <pc:docMk/>
          <pc:sldMk cId="440100677" sldId="297"/>
        </pc:sldMkLst>
        <pc:spChg chg="mod">
          <ac:chgData name="Michael Whitehouse" userId="0ecba9273f6ad366" providerId="LiveId" clId="{F36E82C0-65ED-4BE7-8730-0F102FB388DD}" dt="2026-06-09T12:39:42.255" v="1402" actId="139"/>
          <ac:spMkLst>
            <pc:docMk/>
            <pc:sldMk cId="440100677" sldId="297"/>
            <ac:spMk id="2" creationId="{90AC8197-CE59-3F7A-D077-37DE6982FCBD}"/>
          </ac:spMkLst>
        </pc:spChg>
        <pc:spChg chg="add mod">
          <ac:chgData name="Michael Whitehouse" userId="0ecba9273f6ad366" providerId="LiveId" clId="{F36E82C0-65ED-4BE7-8730-0F102FB388DD}" dt="2026-06-09T12:39:42.527" v="1411"/>
          <ac:spMkLst>
            <pc:docMk/>
            <pc:sldMk cId="440100677" sldId="297"/>
            <ac:spMk id="3" creationId="{5C613BC4-0A94-6362-1718-7F624A6E9726}"/>
          </ac:spMkLst>
        </pc:spChg>
        <pc:spChg chg="add mod">
          <ac:chgData name="Michael Whitehouse" userId="0ecba9273f6ad366" providerId="LiveId" clId="{F36E82C0-65ED-4BE7-8730-0F102FB388DD}" dt="2026-06-09T12:39:42.658" v="1422" actId="139"/>
          <ac:spMkLst>
            <pc:docMk/>
            <pc:sldMk cId="440100677" sldId="297"/>
            <ac:spMk id="4" creationId="{39B39568-01EC-6101-F29B-E57831486DA5}"/>
          </ac:spMkLst>
        </pc:spChg>
        <pc:spChg chg="add mod">
          <ac:chgData name="Michael Whitehouse" userId="0ecba9273f6ad366" providerId="LiveId" clId="{F36E82C0-65ED-4BE7-8730-0F102FB388DD}" dt="2026-06-09T12:39:42.675" v="1432" actId="207"/>
          <ac:spMkLst>
            <pc:docMk/>
            <pc:sldMk cId="440100677" sldId="297"/>
            <ac:spMk id="5" creationId="{2F04168D-5CD9-D8F9-311D-65261AC0C808}"/>
          </ac:spMkLst>
        </pc:spChg>
        <pc:spChg chg="add mod">
          <ac:chgData name="Michael Whitehouse" userId="0ecba9273f6ad366" providerId="LiveId" clId="{F36E82C0-65ED-4BE7-8730-0F102FB388DD}" dt="2026-06-09T12:39:42.693" v="1442" actId="207"/>
          <ac:spMkLst>
            <pc:docMk/>
            <pc:sldMk cId="440100677" sldId="297"/>
            <ac:spMk id="6" creationId="{960D2D11-7707-4044-B3C0-E8D3D129E922}"/>
          </ac:spMkLst>
        </pc:spChg>
      </pc:sldChg>
      <pc:sldChg chg="addSp modSp add mod">
        <pc:chgData name="Michael Whitehouse" userId="0ecba9273f6ad366" providerId="LiveId" clId="{F36E82C0-65ED-4BE7-8730-0F102FB388DD}" dt="2026-06-09T12:39:50.098" v="1864" actId="207"/>
        <pc:sldMkLst>
          <pc:docMk/>
          <pc:sldMk cId="345215504" sldId="298"/>
        </pc:sldMkLst>
        <pc:spChg chg="mod">
          <ac:chgData name="Michael Whitehouse" userId="0ecba9273f6ad366" providerId="LiveId" clId="{F36E82C0-65ED-4BE7-8730-0F102FB388DD}" dt="2026-06-09T12:39:42.703" v="1446" actId="139"/>
          <ac:spMkLst>
            <pc:docMk/>
            <pc:sldMk cId="345215504" sldId="298"/>
            <ac:spMk id="2" creationId="{F1D8A4CE-1F91-110D-FE9B-E30C01CC7745}"/>
          </ac:spMkLst>
        </pc:spChg>
        <pc:spChg chg="add mod">
          <ac:chgData name="Michael Whitehouse" userId="0ecba9273f6ad366" providerId="LiveId" clId="{F36E82C0-65ED-4BE7-8730-0F102FB388DD}" dt="2026-06-09T12:39:45.482" v="1457" actId="208"/>
          <ac:spMkLst>
            <pc:docMk/>
            <pc:sldMk cId="345215504" sldId="298"/>
            <ac:spMk id="3" creationId="{829322F7-A247-3633-337F-59BE2C9585AC}"/>
          </ac:spMkLst>
        </pc:spChg>
        <pc:spChg chg="add mod">
          <ac:chgData name="Michael Whitehouse" userId="0ecba9273f6ad366" providerId="LiveId" clId="{F36E82C0-65ED-4BE7-8730-0F102FB388DD}" dt="2026-06-09T12:39:45.604" v="1468" actId="139"/>
          <ac:spMkLst>
            <pc:docMk/>
            <pc:sldMk cId="345215504" sldId="298"/>
            <ac:spMk id="4" creationId="{71581413-EB08-9680-FB19-864EA3F940A3}"/>
          </ac:spMkLst>
        </pc:spChg>
        <pc:spChg chg="add mod">
          <ac:chgData name="Michael Whitehouse" userId="0ecba9273f6ad366" providerId="LiveId" clId="{F36E82C0-65ED-4BE7-8730-0F102FB388DD}" dt="2026-06-09T12:39:45.727" v="1479" actId="208"/>
          <ac:spMkLst>
            <pc:docMk/>
            <pc:sldMk cId="345215504" sldId="298"/>
            <ac:spMk id="5" creationId="{A7C3AC44-930C-4F25-A3E0-6E3160175834}"/>
          </ac:spMkLst>
        </pc:spChg>
        <pc:spChg chg="add mod">
          <ac:chgData name="Michael Whitehouse" userId="0ecba9273f6ad366" providerId="LiveId" clId="{F36E82C0-65ED-4BE7-8730-0F102FB388DD}" dt="2026-06-09T12:39:45.851" v="1490" actId="139"/>
          <ac:spMkLst>
            <pc:docMk/>
            <pc:sldMk cId="345215504" sldId="298"/>
            <ac:spMk id="6" creationId="{BD55E113-EEBD-EF06-96B9-26336D59E68C}"/>
          </ac:spMkLst>
        </pc:spChg>
        <pc:spChg chg="add mod">
          <ac:chgData name="Michael Whitehouse" userId="0ecba9273f6ad366" providerId="LiveId" clId="{F36E82C0-65ED-4BE7-8730-0F102FB388DD}" dt="2026-06-09T12:39:45.967" v="1499"/>
          <ac:spMkLst>
            <pc:docMk/>
            <pc:sldMk cId="345215504" sldId="298"/>
            <ac:spMk id="7" creationId="{E8898D92-8409-9721-FAA2-2697F3C548FB}"/>
          </ac:spMkLst>
        </pc:spChg>
        <pc:spChg chg="add mod">
          <ac:chgData name="Michael Whitehouse" userId="0ecba9273f6ad366" providerId="LiveId" clId="{F36E82C0-65ED-4BE7-8730-0F102FB388DD}" dt="2026-06-09T12:39:46.097" v="1510" actId="208"/>
          <ac:spMkLst>
            <pc:docMk/>
            <pc:sldMk cId="345215504" sldId="298"/>
            <ac:spMk id="8" creationId="{00A1EB55-B7A6-DD30-FD26-F6F24F32A2E1}"/>
          </ac:spMkLst>
        </pc:spChg>
        <pc:spChg chg="add mod">
          <ac:chgData name="Michael Whitehouse" userId="0ecba9273f6ad366" providerId="LiveId" clId="{F36E82C0-65ED-4BE7-8730-0F102FB388DD}" dt="2026-06-09T12:39:46.220" v="1521" actId="139"/>
          <ac:spMkLst>
            <pc:docMk/>
            <pc:sldMk cId="345215504" sldId="298"/>
            <ac:spMk id="9" creationId="{9EC427E2-6500-E91A-5074-42DCD6139BCF}"/>
          </ac:spMkLst>
        </pc:spChg>
        <pc:spChg chg="add mod">
          <ac:chgData name="Michael Whitehouse" userId="0ecba9273f6ad366" providerId="LiveId" clId="{F36E82C0-65ED-4BE7-8730-0F102FB388DD}" dt="2026-06-09T12:39:46.339" v="1530"/>
          <ac:spMkLst>
            <pc:docMk/>
            <pc:sldMk cId="345215504" sldId="298"/>
            <ac:spMk id="10" creationId="{B49BDD70-454B-4F1A-0B4E-24891ADC29B9}"/>
          </ac:spMkLst>
        </pc:spChg>
        <pc:spChg chg="add mod">
          <ac:chgData name="Michael Whitehouse" userId="0ecba9273f6ad366" providerId="LiveId" clId="{F36E82C0-65ED-4BE7-8730-0F102FB388DD}" dt="2026-06-09T12:39:46.466" v="1541" actId="208"/>
          <ac:spMkLst>
            <pc:docMk/>
            <pc:sldMk cId="345215504" sldId="298"/>
            <ac:spMk id="11" creationId="{B945D456-AC79-F022-A5CF-9460A520BF4D}"/>
          </ac:spMkLst>
        </pc:spChg>
        <pc:spChg chg="add mod">
          <ac:chgData name="Michael Whitehouse" userId="0ecba9273f6ad366" providerId="LiveId" clId="{F36E82C0-65ED-4BE7-8730-0F102FB388DD}" dt="2026-06-09T12:39:46.591" v="1552" actId="139"/>
          <ac:spMkLst>
            <pc:docMk/>
            <pc:sldMk cId="345215504" sldId="298"/>
            <ac:spMk id="12" creationId="{D0352B72-3071-76E4-59BD-1A34876BCAEF}"/>
          </ac:spMkLst>
        </pc:spChg>
        <pc:spChg chg="add mod">
          <ac:chgData name="Michael Whitehouse" userId="0ecba9273f6ad366" providerId="LiveId" clId="{F36E82C0-65ED-4BE7-8730-0F102FB388DD}" dt="2026-06-09T12:39:46.710" v="1561"/>
          <ac:spMkLst>
            <pc:docMk/>
            <pc:sldMk cId="345215504" sldId="298"/>
            <ac:spMk id="13" creationId="{DF8BD1B1-AD79-B967-9E5B-26AA4863276A}"/>
          </ac:spMkLst>
        </pc:spChg>
        <pc:spChg chg="add mod">
          <ac:chgData name="Michael Whitehouse" userId="0ecba9273f6ad366" providerId="LiveId" clId="{F36E82C0-65ED-4BE7-8730-0F102FB388DD}" dt="2026-06-09T12:39:46.839" v="1572" actId="208"/>
          <ac:spMkLst>
            <pc:docMk/>
            <pc:sldMk cId="345215504" sldId="298"/>
            <ac:spMk id="14" creationId="{0D8D9F8C-D225-0C9F-196E-FDCF7F543A1F}"/>
          </ac:spMkLst>
        </pc:spChg>
        <pc:spChg chg="add mod">
          <ac:chgData name="Michael Whitehouse" userId="0ecba9273f6ad366" providerId="LiveId" clId="{F36E82C0-65ED-4BE7-8730-0F102FB388DD}" dt="2026-06-09T12:39:46.962" v="1583" actId="139"/>
          <ac:spMkLst>
            <pc:docMk/>
            <pc:sldMk cId="345215504" sldId="298"/>
            <ac:spMk id="15" creationId="{078275A5-5B59-18B4-73B9-8B3527ADE7A8}"/>
          </ac:spMkLst>
        </pc:spChg>
        <pc:spChg chg="add mod">
          <ac:chgData name="Michael Whitehouse" userId="0ecba9273f6ad366" providerId="LiveId" clId="{F36E82C0-65ED-4BE7-8730-0F102FB388DD}" dt="2026-06-09T12:39:47.084" v="1592"/>
          <ac:spMkLst>
            <pc:docMk/>
            <pc:sldMk cId="345215504" sldId="298"/>
            <ac:spMk id="16" creationId="{4E24A044-DA63-B555-3EB1-D52380B09CC0}"/>
          </ac:spMkLst>
        </pc:spChg>
        <pc:spChg chg="add mod">
          <ac:chgData name="Michael Whitehouse" userId="0ecba9273f6ad366" providerId="LiveId" clId="{F36E82C0-65ED-4BE7-8730-0F102FB388DD}" dt="2026-06-09T12:39:47.211" v="1603" actId="208"/>
          <ac:spMkLst>
            <pc:docMk/>
            <pc:sldMk cId="345215504" sldId="298"/>
            <ac:spMk id="17" creationId="{CE9BA708-C4A0-2AF8-8B70-30B165D9D24A}"/>
          </ac:spMkLst>
        </pc:spChg>
        <pc:spChg chg="add mod">
          <ac:chgData name="Michael Whitehouse" userId="0ecba9273f6ad366" providerId="LiveId" clId="{F36E82C0-65ED-4BE7-8730-0F102FB388DD}" dt="2026-06-09T12:39:47.335" v="1614" actId="139"/>
          <ac:spMkLst>
            <pc:docMk/>
            <pc:sldMk cId="345215504" sldId="298"/>
            <ac:spMk id="18" creationId="{EF38ECEC-D4B8-3BAA-BE36-CD1408E4FCBC}"/>
          </ac:spMkLst>
        </pc:spChg>
        <pc:spChg chg="add mod">
          <ac:chgData name="Michael Whitehouse" userId="0ecba9273f6ad366" providerId="LiveId" clId="{F36E82C0-65ED-4BE7-8730-0F102FB388DD}" dt="2026-06-09T12:39:47.454" v="1623"/>
          <ac:spMkLst>
            <pc:docMk/>
            <pc:sldMk cId="345215504" sldId="298"/>
            <ac:spMk id="19" creationId="{C724AC8B-B394-9074-D38C-DE9B7042AD49}"/>
          </ac:spMkLst>
        </pc:spChg>
        <pc:spChg chg="add mod">
          <ac:chgData name="Michael Whitehouse" userId="0ecba9273f6ad366" providerId="LiveId" clId="{F36E82C0-65ED-4BE7-8730-0F102FB388DD}" dt="2026-06-09T12:39:47.582" v="1634" actId="208"/>
          <ac:spMkLst>
            <pc:docMk/>
            <pc:sldMk cId="345215504" sldId="298"/>
            <ac:spMk id="20" creationId="{9978AB98-A474-A4D2-8953-80860C962321}"/>
          </ac:spMkLst>
        </pc:spChg>
        <pc:spChg chg="add mod">
          <ac:chgData name="Michael Whitehouse" userId="0ecba9273f6ad366" providerId="LiveId" clId="{F36E82C0-65ED-4BE7-8730-0F102FB388DD}" dt="2026-06-09T12:39:47.708" v="1645" actId="139"/>
          <ac:spMkLst>
            <pc:docMk/>
            <pc:sldMk cId="345215504" sldId="298"/>
            <ac:spMk id="21" creationId="{52FFAB44-48A1-985E-803C-AC7999D78BFB}"/>
          </ac:spMkLst>
        </pc:spChg>
        <pc:spChg chg="add mod">
          <ac:chgData name="Michael Whitehouse" userId="0ecba9273f6ad366" providerId="LiveId" clId="{F36E82C0-65ED-4BE7-8730-0F102FB388DD}" dt="2026-06-09T12:39:47.835" v="1656" actId="208"/>
          <ac:spMkLst>
            <pc:docMk/>
            <pc:sldMk cId="345215504" sldId="298"/>
            <ac:spMk id="22" creationId="{647B6DC2-284C-BA5F-CC6C-3EACFE57B36E}"/>
          </ac:spMkLst>
        </pc:spChg>
        <pc:spChg chg="add mod">
          <ac:chgData name="Michael Whitehouse" userId="0ecba9273f6ad366" providerId="LiveId" clId="{F36E82C0-65ED-4BE7-8730-0F102FB388DD}" dt="2026-06-09T12:39:47.958" v="1667" actId="139"/>
          <ac:spMkLst>
            <pc:docMk/>
            <pc:sldMk cId="345215504" sldId="298"/>
            <ac:spMk id="23" creationId="{8B206232-7413-A76D-9C9B-C05459D77BE7}"/>
          </ac:spMkLst>
        </pc:spChg>
        <pc:spChg chg="add mod">
          <ac:chgData name="Michael Whitehouse" userId="0ecba9273f6ad366" providerId="LiveId" clId="{F36E82C0-65ED-4BE7-8730-0F102FB388DD}" dt="2026-06-09T12:39:48.082" v="1678" actId="208"/>
          <ac:spMkLst>
            <pc:docMk/>
            <pc:sldMk cId="345215504" sldId="298"/>
            <ac:spMk id="24" creationId="{6D128D87-0E35-1A11-F155-7CD99001AD85}"/>
          </ac:spMkLst>
        </pc:spChg>
        <pc:spChg chg="add mod">
          <ac:chgData name="Michael Whitehouse" userId="0ecba9273f6ad366" providerId="LiveId" clId="{F36E82C0-65ED-4BE7-8730-0F102FB388DD}" dt="2026-06-09T12:39:48.205" v="1689" actId="139"/>
          <ac:spMkLst>
            <pc:docMk/>
            <pc:sldMk cId="345215504" sldId="298"/>
            <ac:spMk id="25" creationId="{8AD88574-3C8B-BA60-2AF0-0B833B4CB4A6}"/>
          </ac:spMkLst>
        </pc:spChg>
        <pc:spChg chg="add mod">
          <ac:chgData name="Michael Whitehouse" userId="0ecba9273f6ad366" providerId="LiveId" clId="{F36E82C0-65ED-4BE7-8730-0F102FB388DD}" dt="2026-06-09T12:39:48.322" v="1698"/>
          <ac:spMkLst>
            <pc:docMk/>
            <pc:sldMk cId="345215504" sldId="298"/>
            <ac:spMk id="26" creationId="{135220D1-905C-E18D-5CC5-17772289CFF2}"/>
          </ac:spMkLst>
        </pc:spChg>
        <pc:spChg chg="add mod">
          <ac:chgData name="Michael Whitehouse" userId="0ecba9273f6ad366" providerId="LiveId" clId="{F36E82C0-65ED-4BE7-8730-0F102FB388DD}" dt="2026-06-09T12:39:48.450" v="1709" actId="208"/>
          <ac:spMkLst>
            <pc:docMk/>
            <pc:sldMk cId="345215504" sldId="298"/>
            <ac:spMk id="27" creationId="{34F3ACEF-8C76-3C19-8EA3-54FDAD530A95}"/>
          </ac:spMkLst>
        </pc:spChg>
        <pc:spChg chg="add mod">
          <ac:chgData name="Michael Whitehouse" userId="0ecba9273f6ad366" providerId="LiveId" clId="{F36E82C0-65ED-4BE7-8730-0F102FB388DD}" dt="2026-06-09T12:39:48.575" v="1720" actId="139"/>
          <ac:spMkLst>
            <pc:docMk/>
            <pc:sldMk cId="345215504" sldId="298"/>
            <ac:spMk id="28" creationId="{4CBBD486-AF6D-0173-0468-E769220E91C9}"/>
          </ac:spMkLst>
        </pc:spChg>
        <pc:spChg chg="add mod">
          <ac:chgData name="Michael Whitehouse" userId="0ecba9273f6ad366" providerId="LiveId" clId="{F36E82C0-65ED-4BE7-8730-0F102FB388DD}" dt="2026-06-09T12:39:48.692" v="1729"/>
          <ac:spMkLst>
            <pc:docMk/>
            <pc:sldMk cId="345215504" sldId="298"/>
            <ac:spMk id="29" creationId="{26C0D3B8-99E3-2C8C-FA9D-42373B0DF39A}"/>
          </ac:spMkLst>
        </pc:spChg>
        <pc:spChg chg="add mod">
          <ac:chgData name="Michael Whitehouse" userId="0ecba9273f6ad366" providerId="LiveId" clId="{F36E82C0-65ED-4BE7-8730-0F102FB388DD}" dt="2026-06-09T12:39:48.819" v="1740" actId="208"/>
          <ac:spMkLst>
            <pc:docMk/>
            <pc:sldMk cId="345215504" sldId="298"/>
            <ac:spMk id="30" creationId="{DF052002-6620-6B33-CD43-068D79ADD8E7}"/>
          </ac:spMkLst>
        </pc:spChg>
        <pc:spChg chg="add mod">
          <ac:chgData name="Michael Whitehouse" userId="0ecba9273f6ad366" providerId="LiveId" clId="{F36E82C0-65ED-4BE7-8730-0F102FB388DD}" dt="2026-06-09T12:39:48.948" v="1751" actId="139"/>
          <ac:spMkLst>
            <pc:docMk/>
            <pc:sldMk cId="345215504" sldId="298"/>
            <ac:spMk id="31" creationId="{03456EEC-E2AD-772A-FE85-4E0BE4B4FE07}"/>
          </ac:spMkLst>
        </pc:spChg>
        <pc:spChg chg="add mod">
          <ac:chgData name="Michael Whitehouse" userId="0ecba9273f6ad366" providerId="LiveId" clId="{F36E82C0-65ED-4BE7-8730-0F102FB388DD}" dt="2026-06-09T12:39:49.065" v="1760"/>
          <ac:spMkLst>
            <pc:docMk/>
            <pc:sldMk cId="345215504" sldId="298"/>
            <ac:spMk id="32" creationId="{A352C9E2-08E3-50DC-3E19-C03203D1A9E4}"/>
          </ac:spMkLst>
        </pc:spChg>
        <pc:spChg chg="add mod">
          <ac:chgData name="Michael Whitehouse" userId="0ecba9273f6ad366" providerId="LiveId" clId="{F36E82C0-65ED-4BE7-8730-0F102FB388DD}" dt="2026-06-09T12:39:49.193" v="1771" actId="208"/>
          <ac:spMkLst>
            <pc:docMk/>
            <pc:sldMk cId="345215504" sldId="298"/>
            <ac:spMk id="33" creationId="{FD91C84B-D823-4809-88B1-66D3F2F387D8}"/>
          </ac:spMkLst>
        </pc:spChg>
        <pc:spChg chg="add mod">
          <ac:chgData name="Michael Whitehouse" userId="0ecba9273f6ad366" providerId="LiveId" clId="{F36E82C0-65ED-4BE7-8730-0F102FB388DD}" dt="2026-06-09T12:39:49.318" v="1782" actId="139"/>
          <ac:spMkLst>
            <pc:docMk/>
            <pc:sldMk cId="345215504" sldId="298"/>
            <ac:spMk id="34" creationId="{09BFE79A-F326-ED3C-586C-345431A794A2}"/>
          </ac:spMkLst>
        </pc:spChg>
        <pc:spChg chg="add mod">
          <ac:chgData name="Michael Whitehouse" userId="0ecba9273f6ad366" providerId="LiveId" clId="{F36E82C0-65ED-4BE7-8730-0F102FB388DD}" dt="2026-06-09T12:39:49.437" v="1791"/>
          <ac:spMkLst>
            <pc:docMk/>
            <pc:sldMk cId="345215504" sldId="298"/>
            <ac:spMk id="35" creationId="{05D96CC3-BBDD-4D56-61EF-99C5F1EC0952}"/>
          </ac:spMkLst>
        </pc:spChg>
        <pc:spChg chg="add mod">
          <ac:chgData name="Michael Whitehouse" userId="0ecba9273f6ad366" providerId="LiveId" clId="{F36E82C0-65ED-4BE7-8730-0F102FB388DD}" dt="2026-06-09T12:39:49.563" v="1802" actId="208"/>
          <ac:spMkLst>
            <pc:docMk/>
            <pc:sldMk cId="345215504" sldId="298"/>
            <ac:spMk id="36" creationId="{E5D15D54-94FC-8716-CBD5-C18620A142E3}"/>
          </ac:spMkLst>
        </pc:spChg>
        <pc:spChg chg="add mod">
          <ac:chgData name="Michael Whitehouse" userId="0ecba9273f6ad366" providerId="LiveId" clId="{F36E82C0-65ED-4BE7-8730-0F102FB388DD}" dt="2026-06-09T12:39:49.689" v="1813" actId="139"/>
          <ac:spMkLst>
            <pc:docMk/>
            <pc:sldMk cId="345215504" sldId="298"/>
            <ac:spMk id="37" creationId="{C8232E21-B09E-E595-AE0D-C88ACE25E3BC}"/>
          </ac:spMkLst>
        </pc:spChg>
        <pc:spChg chg="add mod">
          <ac:chgData name="Michael Whitehouse" userId="0ecba9273f6ad366" providerId="LiveId" clId="{F36E82C0-65ED-4BE7-8730-0F102FB388DD}" dt="2026-06-09T12:39:49.808" v="1822"/>
          <ac:spMkLst>
            <pc:docMk/>
            <pc:sldMk cId="345215504" sldId="298"/>
            <ac:spMk id="38" creationId="{CA96983C-AA8E-777F-9A3B-4806EEBB0BA8}"/>
          </ac:spMkLst>
        </pc:spChg>
        <pc:spChg chg="add mod">
          <ac:chgData name="Michael Whitehouse" userId="0ecba9273f6ad366" providerId="LiveId" clId="{F36E82C0-65ED-4BE7-8730-0F102FB388DD}" dt="2026-06-09T12:39:49.937" v="1833" actId="208"/>
          <ac:spMkLst>
            <pc:docMk/>
            <pc:sldMk cId="345215504" sldId="298"/>
            <ac:spMk id="39" creationId="{90D22D0E-3A39-859C-8B71-10DBED7080C1}"/>
          </ac:spMkLst>
        </pc:spChg>
        <pc:spChg chg="add mod">
          <ac:chgData name="Michael Whitehouse" userId="0ecba9273f6ad366" providerId="LiveId" clId="{F36E82C0-65ED-4BE7-8730-0F102FB388DD}" dt="2026-06-09T12:39:50.062" v="1844" actId="139"/>
          <ac:spMkLst>
            <pc:docMk/>
            <pc:sldMk cId="345215504" sldId="298"/>
            <ac:spMk id="40" creationId="{D183E81A-EB3D-1AE3-C7FA-52BED8D5BE5B}"/>
          </ac:spMkLst>
        </pc:spChg>
        <pc:spChg chg="add mod">
          <ac:chgData name="Michael Whitehouse" userId="0ecba9273f6ad366" providerId="LiveId" clId="{F36E82C0-65ED-4BE7-8730-0F102FB388DD}" dt="2026-06-09T12:39:50.080" v="1854" actId="207"/>
          <ac:spMkLst>
            <pc:docMk/>
            <pc:sldMk cId="345215504" sldId="298"/>
            <ac:spMk id="41" creationId="{1D58D53F-714E-2620-8561-FBE121478DF9}"/>
          </ac:spMkLst>
        </pc:spChg>
        <pc:spChg chg="add mod">
          <ac:chgData name="Michael Whitehouse" userId="0ecba9273f6ad366" providerId="LiveId" clId="{F36E82C0-65ED-4BE7-8730-0F102FB388DD}" dt="2026-06-09T12:39:50.098" v="1864" actId="207"/>
          <ac:spMkLst>
            <pc:docMk/>
            <pc:sldMk cId="345215504" sldId="298"/>
            <ac:spMk id="42" creationId="{8D2CA5ED-3626-5943-CF1D-91D9352508DE}"/>
          </ac:spMkLst>
        </pc:spChg>
      </pc:sldChg>
      <pc:sldChg chg="addSp modSp add mod">
        <pc:chgData name="Michael Whitehouse" userId="0ecba9273f6ad366" providerId="LiveId" clId="{F36E82C0-65ED-4BE7-8730-0F102FB388DD}" dt="2026-06-09T12:39:50.385" v="1913" actId="207"/>
        <pc:sldMkLst>
          <pc:docMk/>
          <pc:sldMk cId="309621692" sldId="299"/>
        </pc:sldMkLst>
        <pc:spChg chg="mod">
          <ac:chgData name="Michael Whitehouse" userId="0ecba9273f6ad366" providerId="LiveId" clId="{F36E82C0-65ED-4BE7-8730-0F102FB388DD}" dt="2026-06-09T12:39:50.107" v="1868" actId="139"/>
          <ac:spMkLst>
            <pc:docMk/>
            <pc:sldMk cId="309621692" sldId="299"/>
            <ac:spMk id="2" creationId="{8AFD87F6-D67F-D7B0-4053-AD3FD9BF7515}"/>
          </ac:spMkLst>
        </pc:spChg>
        <pc:spChg chg="mod">
          <ac:chgData name="Michael Whitehouse" userId="0ecba9273f6ad366" providerId="LiveId" clId="{F36E82C0-65ED-4BE7-8730-0F102FB388DD}" dt="2026-06-09T12:39:50.300" v="1873" actId="139"/>
          <ac:spMkLst>
            <pc:docMk/>
            <pc:sldMk cId="309621692" sldId="299"/>
            <ac:spMk id="3" creationId="{875BF6DE-5D6C-327C-6C00-EF02098DF360}"/>
          </ac:spMkLst>
        </pc:spChg>
        <pc:spChg chg="mod">
          <ac:chgData name="Michael Whitehouse" userId="0ecba9273f6ad366" providerId="LiveId" clId="{F36E82C0-65ED-4BE7-8730-0F102FB388DD}" dt="2026-06-09T12:39:50.312" v="1878" actId="139"/>
          <ac:spMkLst>
            <pc:docMk/>
            <pc:sldMk cId="309621692" sldId="299"/>
            <ac:spMk id="4" creationId="{BDC70E3B-8843-E58A-1B48-E33DB7CE96FA}"/>
          </ac:spMkLst>
        </pc:spChg>
        <pc:spChg chg="mod">
          <ac:chgData name="Michael Whitehouse" userId="0ecba9273f6ad366" providerId="LiveId" clId="{F36E82C0-65ED-4BE7-8730-0F102FB388DD}" dt="2026-06-09T12:39:50.324" v="1883" actId="139"/>
          <ac:spMkLst>
            <pc:docMk/>
            <pc:sldMk cId="309621692" sldId="299"/>
            <ac:spMk id="5" creationId="{B354478B-5512-3969-B8BC-0A9E4F6C476B}"/>
          </ac:spMkLst>
        </pc:spChg>
        <pc:spChg chg="mod">
          <ac:chgData name="Michael Whitehouse" userId="0ecba9273f6ad366" providerId="LiveId" clId="{F36E82C0-65ED-4BE7-8730-0F102FB388DD}" dt="2026-06-09T12:39:50.338" v="1888" actId="139"/>
          <ac:spMkLst>
            <pc:docMk/>
            <pc:sldMk cId="309621692" sldId="299"/>
            <ac:spMk id="6" creationId="{5821648A-D7BE-2890-730B-F6DA8A374384}"/>
          </ac:spMkLst>
        </pc:spChg>
        <pc:spChg chg="mod">
          <ac:chgData name="Michael Whitehouse" userId="0ecba9273f6ad366" providerId="LiveId" clId="{F36E82C0-65ED-4BE7-8730-0F102FB388DD}" dt="2026-06-09T12:39:50.350" v="1893" actId="139"/>
          <ac:spMkLst>
            <pc:docMk/>
            <pc:sldMk cId="309621692" sldId="299"/>
            <ac:spMk id="7" creationId="{ABEACBB7-94C5-A2D0-B3AD-87FB05C8DCAA}"/>
          </ac:spMkLst>
        </pc:spChg>
        <pc:spChg chg="add mod">
          <ac:chgData name="Michael Whitehouse" userId="0ecba9273f6ad366" providerId="LiveId" clId="{F36E82C0-65ED-4BE7-8730-0F102FB388DD}" dt="2026-06-09T12:39:50.367" v="1903" actId="207"/>
          <ac:spMkLst>
            <pc:docMk/>
            <pc:sldMk cId="309621692" sldId="299"/>
            <ac:spMk id="8" creationId="{F1577C3E-EF1D-9DED-4CD3-7AACBE455350}"/>
          </ac:spMkLst>
        </pc:spChg>
        <pc:spChg chg="add mod">
          <ac:chgData name="Michael Whitehouse" userId="0ecba9273f6ad366" providerId="LiveId" clId="{F36E82C0-65ED-4BE7-8730-0F102FB388DD}" dt="2026-06-09T12:39:50.385" v="1913" actId="207"/>
          <ac:spMkLst>
            <pc:docMk/>
            <pc:sldMk cId="309621692" sldId="299"/>
            <ac:spMk id="9" creationId="{C6A4B0A8-F238-ECAB-E447-3E82C1ACA924}"/>
          </ac:spMkLst>
        </pc:spChg>
      </pc:sldChg>
      <pc:sldChg chg="addSp new mod">
        <pc:chgData name="Michael Whitehouse" userId="0ecba9273f6ad366" providerId="LiveId" clId="{F36E82C0-65ED-4BE7-8730-0F102FB388DD}" dt="2026-06-09T14:14:49.208" v="1963" actId="22"/>
        <pc:sldMkLst>
          <pc:docMk/>
          <pc:sldMk cId="1845274891" sldId="300"/>
        </pc:sldMkLst>
        <pc:picChg chg="add">
          <ac:chgData name="Michael Whitehouse" userId="0ecba9273f6ad366" providerId="LiveId" clId="{F36E82C0-65ED-4BE7-8730-0F102FB388DD}" dt="2026-06-09T14:14:49.208" v="1963" actId="22"/>
          <ac:picMkLst>
            <pc:docMk/>
            <pc:sldMk cId="1845274891" sldId="300"/>
            <ac:picMk id="5" creationId="{54FFA2A7-D156-890A-E41B-76D6CF46526E}"/>
          </ac:picMkLst>
        </pc:picChg>
      </pc:sldChg>
      <pc:sldMasterChg chg="delSp mod">
        <pc:chgData name="Michael Whitehouse" userId="0ecba9273f6ad366" providerId="LiveId" clId="{F36E82C0-65ED-4BE7-8730-0F102FB388DD}" dt="2026-06-09T12:39:21.396" v="1"/>
        <pc:sldMasterMkLst>
          <pc:docMk/>
          <pc:sldMasterMk cId="1117525858" sldId="2147483650"/>
        </pc:sldMasterMkLst>
      </pc:sldMasterChg>
      <pc:sldMasterChg chg="delSp mod">
        <pc:chgData name="Michael Whitehouse" userId="0ecba9273f6ad366" providerId="LiveId" clId="{F36E82C0-65ED-4BE7-8730-0F102FB388DD}" dt="2026-06-09T12:39:21.407" v="3"/>
        <pc:sldMasterMkLst>
          <pc:docMk/>
          <pc:sldMasterMk cId="1963712176"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44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75618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696023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233820275"/>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696008532"/>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352094614"/>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3206372"/>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7005986"/>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63978080"/>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16869467"/>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66355613"/>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47829212"/>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82639893"/>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24896175"/>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388242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799660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8822562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44242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2802797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42311729"/>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1630932"/>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682546865"/>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7193025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902425918"/>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6344500"/>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2462673"/>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54599100"/>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13173793"/>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161218141"/>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93341138"/>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75941131"/>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04734151"/>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7590132"/>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40892184"/>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81755419"/>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26684112"/>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79886774"/>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64670309"/>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18512964"/>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1140152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02443229"/>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3068821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25978980"/>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15199519"/>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432643337"/>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8173195"/>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199519929"/>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4433312"/>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402227812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455401"/>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130215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955462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7977785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234111934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210009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371657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504870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69863426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3336269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8530639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3382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4962578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828877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6128898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22981827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2350027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1928013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22104775"/>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06889753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56492098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02237475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44710499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79203482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6259052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403627820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91527141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13851704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6674965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071784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7727200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9444844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5122521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402332503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010550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4672064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52634263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7795801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05065352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536647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05290673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56539588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191819835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83377642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8857180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04385114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5816036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1853828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743116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2171706"/>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8999475"/>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766773161"/>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87559342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18200691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33696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259623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92611190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222311334"/>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948392312"/>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69640728"/>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71706221"/>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92672589"/>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7036672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47699459"/>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40291408"/>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5168488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62033156"/>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2161205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038054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2214532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3486297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408974229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72510544"/>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26434800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63131176"/>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731798325"/>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918057286"/>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801528"/>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66521591"/>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52650861"/>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5823990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09391982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944011866"/>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30972222"/>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23414281"/>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64967395"/>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14335803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51964111"/>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309161327"/>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0065312"/>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189885954"/>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96801393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537244642"/>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296042"/>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69540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371803026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22941257"/>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144885"/>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62308104"/>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737701916"/>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934728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48599908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8579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11752585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96371217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D0D62-EF14-0E04-3290-8E02C5B52574}"/>
              </a:ext>
            </a:extLst>
          </p:cNvPr>
          <p:cNvSpPr>
            <a:spLocks noGrp="1"/>
          </p:cNvSpPr>
          <p:nvPr>
            <p:ph type="title"/>
          </p:nvPr>
        </p:nvSpPr>
        <p:spPr/>
        <p:txBody>
          <a:bodyPr/>
          <a:lstStyle/>
          <a:p>
            <a:r>
              <a:rPr lang="en-GB"/>
              <a:t>Chapter 3
Introduction to Git and GitHub</a:t>
            </a:r>
          </a:p>
        </p:txBody>
      </p:sp>
      <p:sp>
        <p:nvSpPr>
          <p:cNvPr id="3" name="Text Placeholder 2">
            <a:extLst>
              <a:ext uri="{FF2B5EF4-FFF2-40B4-BE49-F238E27FC236}">
                <a16:creationId xmlns:a16="http://schemas.microsoft.com/office/drawing/2014/main" id="{AB6F2A0B-ED9A-CEEE-E777-34720C7DA350}"/>
              </a:ext>
            </a:extLst>
          </p:cNvPr>
          <p:cNvSpPr>
            <a:spLocks noGrp="1"/>
          </p:cNvSpPr>
          <p:nvPr>
            <p:ph type="body" sz="quarter" idx="15"/>
          </p:nvPr>
        </p:nvSpPr>
        <p:spPr>
          <a:xfrm>
            <a:off x="331851" y="3262586"/>
            <a:ext cx="7202114" cy="388440"/>
          </a:xfrm>
        </p:spPr>
        <p:txBody>
          <a:bodyPr/>
          <a:lstStyle/>
          <a:p>
            <a:r>
              <a:rPr lang="en-GB"/>
              <a:t>Version Control | Local Repositories | Branching | GitHub</a:t>
            </a:r>
          </a:p>
        </p:txBody>
      </p:sp>
    </p:spTree>
    <p:extLst>
      <p:ext uri="{BB962C8B-B14F-4D97-AF65-F5344CB8AC3E}">
        <p14:creationId xmlns:p14="http://schemas.microsoft.com/office/powerpoint/2010/main" val="86154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E221-283A-148A-35EB-1C5E7A328373}"/>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FFCFF265-459B-90E7-6514-57BF8013587A}"/>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what version control is and why it matters for infrastructure work</a:t>
            </a:r>
          </a:p>
        </p:txBody>
      </p:sp>
      <p:sp>
        <p:nvSpPr>
          <p:cNvPr id="4" name="Text Placeholder 3">
            <a:extLst>
              <a:ext uri="{FF2B5EF4-FFF2-40B4-BE49-F238E27FC236}">
                <a16:creationId xmlns:a16="http://schemas.microsoft.com/office/drawing/2014/main" id="{70AE0ABD-0695-C29B-B054-50153A0E75AB}"/>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Create and manage a local Git repository using git init, git add, and git commit</a:t>
            </a:r>
          </a:p>
        </p:txBody>
      </p:sp>
      <p:sp>
        <p:nvSpPr>
          <p:cNvPr id="5" name="Text Placeholder 4">
            <a:extLst>
              <a:ext uri="{FF2B5EF4-FFF2-40B4-BE49-F238E27FC236}">
                <a16:creationId xmlns:a16="http://schemas.microsoft.com/office/drawing/2014/main" id="{73DB21ED-0068-4A88-53D7-B46AA92F285D}"/>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View history and track changes with git log, git diff, and git status</a:t>
            </a:r>
          </a:p>
        </p:txBody>
      </p:sp>
      <p:sp>
        <p:nvSpPr>
          <p:cNvPr id="6" name="Text Placeholder 5">
            <a:extLst>
              <a:ext uri="{FF2B5EF4-FFF2-40B4-BE49-F238E27FC236}">
                <a16:creationId xmlns:a16="http://schemas.microsoft.com/office/drawing/2014/main" id="{96176E04-E5A4-FFD6-8A74-20D4582B1FA5}"/>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Create and switch between branches using git branch and git switch</a:t>
            </a:r>
          </a:p>
        </p:txBody>
      </p:sp>
      <p:sp>
        <p:nvSpPr>
          <p:cNvPr id="7" name="Text Placeholder 6">
            <a:extLst>
              <a:ext uri="{FF2B5EF4-FFF2-40B4-BE49-F238E27FC236}">
                <a16:creationId xmlns:a16="http://schemas.microsoft.com/office/drawing/2014/main" id="{3F0C2307-B016-E366-EEEF-FDF20DA1DC0E}"/>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Push to GitHub and collaborate using pull requests and the GitHub CLI</a:t>
            </a:r>
          </a:p>
        </p:txBody>
      </p:sp>
      <p:sp>
        <p:nvSpPr>
          <p:cNvPr id="8" name="Course footer">
            <a:extLst>
              <a:ext uri="{FF2B5EF4-FFF2-40B4-BE49-F238E27FC236}">
                <a16:creationId xmlns:a16="http://schemas.microsoft.com/office/drawing/2014/main" id="{3C1D59FC-751D-4348-A094-FE39E19E3EA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266C6E7-300D-2464-AAE2-E870569EB82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3012313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099C-58BE-FCCE-1A17-6B9C6033228F}"/>
              </a:ext>
            </a:extLst>
          </p:cNvPr>
          <p:cNvSpPr>
            <a:spLocks noGrp="1"/>
          </p:cNvSpPr>
          <p:nvPr>
            <p:ph type="title"/>
          </p:nvPr>
        </p:nvSpPr>
        <p:spPr/>
        <p:txBody>
          <a:bodyPr wrap="square">
            <a:noAutofit/>
          </a:bodyPr>
          <a:lstStyle/>
          <a:p>
            <a:r>
              <a:rPr lang="en-GB"/>
              <a:t>Introduction to Git and Version Control</a:t>
            </a:r>
          </a:p>
        </p:txBody>
      </p:sp>
    </p:spTree>
    <p:extLst>
      <p:ext uri="{BB962C8B-B14F-4D97-AF65-F5344CB8AC3E}">
        <p14:creationId xmlns:p14="http://schemas.microsoft.com/office/powerpoint/2010/main" val="385341063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7D21-F3A6-9361-E145-6BF2874240F1}"/>
              </a:ext>
            </a:extLst>
          </p:cNvPr>
          <p:cNvSpPr>
            <a:spLocks noGrp="1"/>
          </p:cNvSpPr>
          <p:nvPr>
            <p:ph type="title"/>
          </p:nvPr>
        </p:nvSpPr>
        <p:spPr/>
        <p:txBody>
          <a:bodyPr wrap="square">
            <a:noAutofit/>
          </a:bodyPr>
          <a:lstStyle/>
          <a:p>
            <a:r>
              <a:rPr lang="en-GB"/>
              <a:t>What is Version Control?</a:t>
            </a:r>
          </a:p>
        </p:txBody>
      </p:sp>
      <p:sp>
        <p:nvSpPr>
          <p:cNvPr id="3" name="Dot20">
            <a:extLst>
              <a:ext uri="{FF2B5EF4-FFF2-40B4-BE49-F238E27FC236}">
                <a16:creationId xmlns:a16="http://schemas.microsoft.com/office/drawing/2014/main" id="{310C13FD-8D49-98AD-DE73-CAFC588BC7C0}"/>
              </a:ext>
            </a:extLst>
          </p:cNvPr>
          <p:cNvSpPr/>
          <p:nvPr/>
        </p:nvSpPr>
        <p:spPr>
          <a:xfrm>
            <a:off x="273050" y="142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4" name="BT20">
            <a:extLst>
              <a:ext uri="{FF2B5EF4-FFF2-40B4-BE49-F238E27FC236}">
                <a16:creationId xmlns:a16="http://schemas.microsoft.com/office/drawing/2014/main" id="{6B3167F5-CA9F-D7A1-6C69-1A33077F4D07}"/>
              </a:ext>
            </a:extLst>
          </p:cNvPr>
          <p:cNvSpPr/>
          <p:nvPr/>
        </p:nvSpPr>
        <p:spPr>
          <a:xfrm>
            <a:off x="821690" y="135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A system that records every change to files over time, with who made it and why</a:t>
            </a:r>
            <a:endParaRPr lang="en-US" sz="1350" dirty="0">
              <a:latin typeface="Segoe UI" panose="020B0502040204020203" pitchFamily="34" charset="0"/>
            </a:endParaRPr>
          </a:p>
        </p:txBody>
      </p:sp>
      <p:sp>
        <p:nvSpPr>
          <p:cNvPr id="5" name="D0">
            <a:extLst>
              <a:ext uri="{FF2B5EF4-FFF2-40B4-BE49-F238E27FC236}">
                <a16:creationId xmlns:a16="http://schemas.microsoft.com/office/drawing/2014/main" id="{F1A643B5-B6C7-334B-0E7E-4700C5C6DC61}"/>
              </a:ext>
            </a:extLst>
          </p:cNvPr>
          <p:cNvSpPr/>
          <p:nvPr/>
        </p:nvSpPr>
        <p:spPr>
          <a:xfrm>
            <a:off x="273050" y="1904353"/>
            <a:ext cx="8595360" cy="0"/>
          </a:xfrm>
          <a:prstGeom prst="line">
            <a:avLst/>
          </a:prstGeom>
          <a:noFill/>
          <a:ln w="6350">
            <a:solidFill>
              <a:srgbClr val="BFD9E6"/>
            </a:solidFill>
            <a:prstDash val="solid"/>
          </a:ln>
        </p:spPr>
        <p:txBody>
          <a:bodyPr/>
          <a:lstStyle/>
          <a:p>
            <a:endParaRPr lang="en-GB"/>
          </a:p>
        </p:txBody>
      </p:sp>
      <p:sp>
        <p:nvSpPr>
          <p:cNvPr id="6" name="Dot22">
            <a:extLst>
              <a:ext uri="{FF2B5EF4-FFF2-40B4-BE49-F238E27FC236}">
                <a16:creationId xmlns:a16="http://schemas.microsoft.com/office/drawing/2014/main" id="{7BEF932D-2308-54D9-004C-2FA2E8E0001D}"/>
              </a:ext>
            </a:extLst>
          </p:cNvPr>
          <p:cNvSpPr/>
          <p:nvPr/>
        </p:nvSpPr>
        <p:spPr>
          <a:xfrm>
            <a:off x="273050" y="204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7" name="BT22">
            <a:extLst>
              <a:ext uri="{FF2B5EF4-FFF2-40B4-BE49-F238E27FC236}">
                <a16:creationId xmlns:a16="http://schemas.microsoft.com/office/drawing/2014/main" id="{508CB617-ABCE-B693-63DC-A1892ABE3A15}"/>
              </a:ext>
            </a:extLst>
          </p:cNvPr>
          <p:cNvSpPr/>
          <p:nvPr/>
        </p:nvSpPr>
        <p:spPr>
          <a:xfrm>
            <a:off x="821690" y="197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Enables rollback to any previous state — mistakes become recoverable</a:t>
            </a:r>
            <a:endParaRPr lang="en-US" sz="1350" dirty="0">
              <a:latin typeface="Segoe UI" panose="020B0502040204020203" pitchFamily="34" charset="0"/>
            </a:endParaRPr>
          </a:p>
        </p:txBody>
      </p:sp>
      <p:sp>
        <p:nvSpPr>
          <p:cNvPr id="8" name="D1">
            <a:extLst>
              <a:ext uri="{FF2B5EF4-FFF2-40B4-BE49-F238E27FC236}">
                <a16:creationId xmlns:a16="http://schemas.microsoft.com/office/drawing/2014/main" id="{36B63646-3E05-0BDE-BEEF-B13B9DE17C07}"/>
              </a:ext>
            </a:extLst>
          </p:cNvPr>
          <p:cNvSpPr/>
          <p:nvPr/>
        </p:nvSpPr>
        <p:spPr>
          <a:xfrm>
            <a:off x="273050" y="2524353"/>
            <a:ext cx="8595360" cy="0"/>
          </a:xfrm>
          <a:prstGeom prst="line">
            <a:avLst/>
          </a:prstGeom>
          <a:noFill/>
          <a:ln w="6350">
            <a:solidFill>
              <a:srgbClr val="BFD9E6"/>
            </a:solidFill>
            <a:prstDash val="solid"/>
          </a:ln>
        </p:spPr>
        <p:txBody>
          <a:bodyPr/>
          <a:lstStyle/>
          <a:p>
            <a:endParaRPr lang="en-GB"/>
          </a:p>
        </p:txBody>
      </p:sp>
      <p:sp>
        <p:nvSpPr>
          <p:cNvPr id="9" name="Dot24">
            <a:extLst>
              <a:ext uri="{FF2B5EF4-FFF2-40B4-BE49-F238E27FC236}">
                <a16:creationId xmlns:a16="http://schemas.microsoft.com/office/drawing/2014/main" id="{BBB28849-D2E3-CC05-311E-BAB907C41036}"/>
              </a:ext>
            </a:extLst>
          </p:cNvPr>
          <p:cNvSpPr/>
          <p:nvPr/>
        </p:nvSpPr>
        <p:spPr>
          <a:xfrm>
            <a:off x="273050" y="266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0" name="BT24">
            <a:extLst>
              <a:ext uri="{FF2B5EF4-FFF2-40B4-BE49-F238E27FC236}">
                <a16:creationId xmlns:a16="http://schemas.microsoft.com/office/drawing/2014/main" id="{CA4679F8-B827-87A3-72C6-6ACE112F417C}"/>
              </a:ext>
            </a:extLst>
          </p:cNvPr>
          <p:cNvSpPr/>
          <p:nvPr/>
        </p:nvSpPr>
        <p:spPr>
          <a:xfrm>
            <a:off x="821690" y="259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Supports parallel development through branching and merging</a:t>
            </a:r>
            <a:endParaRPr lang="en-US" sz="1350" dirty="0">
              <a:latin typeface="Segoe UI" panose="020B0502040204020203" pitchFamily="34" charset="0"/>
            </a:endParaRPr>
          </a:p>
        </p:txBody>
      </p:sp>
      <p:sp>
        <p:nvSpPr>
          <p:cNvPr id="11" name="D2">
            <a:extLst>
              <a:ext uri="{FF2B5EF4-FFF2-40B4-BE49-F238E27FC236}">
                <a16:creationId xmlns:a16="http://schemas.microsoft.com/office/drawing/2014/main" id="{A19C1245-E7A5-A209-8028-DDD8CEE927FA}"/>
              </a:ext>
            </a:extLst>
          </p:cNvPr>
          <p:cNvSpPr/>
          <p:nvPr/>
        </p:nvSpPr>
        <p:spPr>
          <a:xfrm>
            <a:off x="273050" y="3144353"/>
            <a:ext cx="8595360" cy="0"/>
          </a:xfrm>
          <a:prstGeom prst="line">
            <a:avLst/>
          </a:prstGeom>
          <a:noFill/>
          <a:ln w="6350">
            <a:solidFill>
              <a:srgbClr val="BFD9E6"/>
            </a:solidFill>
            <a:prstDash val="solid"/>
          </a:ln>
        </p:spPr>
        <p:txBody>
          <a:bodyPr/>
          <a:lstStyle/>
          <a:p>
            <a:endParaRPr lang="en-GB"/>
          </a:p>
        </p:txBody>
      </p:sp>
      <p:sp>
        <p:nvSpPr>
          <p:cNvPr id="12" name="Dot26">
            <a:extLst>
              <a:ext uri="{FF2B5EF4-FFF2-40B4-BE49-F238E27FC236}">
                <a16:creationId xmlns:a16="http://schemas.microsoft.com/office/drawing/2014/main" id="{9F7C90E6-4464-43F4-16BD-5643D7B4D103}"/>
              </a:ext>
            </a:extLst>
          </p:cNvPr>
          <p:cNvSpPr/>
          <p:nvPr/>
        </p:nvSpPr>
        <p:spPr>
          <a:xfrm>
            <a:off x="273050" y="328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3" name="BT26">
            <a:extLst>
              <a:ext uri="{FF2B5EF4-FFF2-40B4-BE49-F238E27FC236}">
                <a16:creationId xmlns:a16="http://schemas.microsoft.com/office/drawing/2014/main" id="{69FC07D1-F5FE-C803-0ABE-CA517FCB2C20}"/>
              </a:ext>
            </a:extLst>
          </p:cNvPr>
          <p:cNvSpPr/>
          <p:nvPr/>
        </p:nvSpPr>
        <p:spPr>
          <a:xfrm>
            <a:off x="821690" y="321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Three models: local (file snapshots), centralised (SVN), distributed (Git)</a:t>
            </a:r>
            <a:endParaRPr lang="en-US" sz="1350" dirty="0">
              <a:latin typeface="Segoe UI" panose="020B0502040204020203" pitchFamily="34" charset="0"/>
            </a:endParaRPr>
          </a:p>
        </p:txBody>
      </p:sp>
      <p:sp>
        <p:nvSpPr>
          <p:cNvPr id="14" name="D3">
            <a:extLst>
              <a:ext uri="{FF2B5EF4-FFF2-40B4-BE49-F238E27FC236}">
                <a16:creationId xmlns:a16="http://schemas.microsoft.com/office/drawing/2014/main" id="{A7FDCF47-4BAD-3206-040A-B280ABC539AF}"/>
              </a:ext>
            </a:extLst>
          </p:cNvPr>
          <p:cNvSpPr/>
          <p:nvPr/>
        </p:nvSpPr>
        <p:spPr>
          <a:xfrm>
            <a:off x="273050" y="3764353"/>
            <a:ext cx="8595360" cy="0"/>
          </a:xfrm>
          <a:prstGeom prst="line">
            <a:avLst/>
          </a:prstGeom>
          <a:noFill/>
          <a:ln w="6350">
            <a:solidFill>
              <a:srgbClr val="BFD9E6"/>
            </a:solidFill>
            <a:prstDash val="solid"/>
          </a:ln>
        </p:spPr>
        <p:txBody>
          <a:bodyPr/>
          <a:lstStyle/>
          <a:p>
            <a:endParaRPr lang="en-GB"/>
          </a:p>
        </p:txBody>
      </p:sp>
      <p:sp>
        <p:nvSpPr>
          <p:cNvPr id="15" name="Dot28">
            <a:extLst>
              <a:ext uri="{FF2B5EF4-FFF2-40B4-BE49-F238E27FC236}">
                <a16:creationId xmlns:a16="http://schemas.microsoft.com/office/drawing/2014/main" id="{CE4E7A92-5140-6E9E-4401-68FA1ECCBA1B}"/>
              </a:ext>
            </a:extLst>
          </p:cNvPr>
          <p:cNvSpPr/>
          <p:nvPr/>
        </p:nvSpPr>
        <p:spPr>
          <a:xfrm>
            <a:off x="273050" y="390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6" name="BT28">
            <a:extLst>
              <a:ext uri="{FF2B5EF4-FFF2-40B4-BE49-F238E27FC236}">
                <a16:creationId xmlns:a16="http://schemas.microsoft.com/office/drawing/2014/main" id="{D8FAAE71-C80C-5E31-640F-3A4F65CEC525}"/>
              </a:ext>
            </a:extLst>
          </p:cNvPr>
          <p:cNvSpPr/>
          <p:nvPr/>
        </p:nvSpPr>
        <p:spPr>
          <a:xfrm>
            <a:off x="821690" y="383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Sysadmin use cases: config-as-code, script history, infrastructure automation</a:t>
            </a:r>
            <a:endParaRPr lang="en-US" sz="1350" dirty="0">
              <a:latin typeface="Segoe UI" panose="020B0502040204020203" pitchFamily="34" charset="0"/>
            </a:endParaRPr>
          </a:p>
        </p:txBody>
      </p:sp>
      <p:sp>
        <p:nvSpPr>
          <p:cNvPr id="17" name="Course footer">
            <a:extLst>
              <a:ext uri="{FF2B5EF4-FFF2-40B4-BE49-F238E27FC236}">
                <a16:creationId xmlns:a16="http://schemas.microsoft.com/office/drawing/2014/main" id="{C67A891D-91D6-4600-1DCB-2318B32F44F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94E18B83-7C0D-47FF-A85A-7A61E484DEA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3907595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B00A0-044F-9CA6-D25A-4592D8FDBA29}"/>
              </a:ext>
            </a:extLst>
          </p:cNvPr>
          <p:cNvSpPr>
            <a:spLocks noGrp="1"/>
          </p:cNvSpPr>
          <p:nvPr>
            <p:ph type="title"/>
          </p:nvPr>
        </p:nvSpPr>
        <p:spPr/>
        <p:txBody>
          <a:bodyPr wrap="square">
            <a:noAutofit/>
          </a:bodyPr>
          <a:lstStyle/>
          <a:p>
            <a:r>
              <a:rPr lang="en-GB"/>
              <a:t>What is Git?</a:t>
            </a:r>
          </a:p>
        </p:txBody>
      </p:sp>
      <p:sp>
        <p:nvSpPr>
          <p:cNvPr id="3" name="Dot20">
            <a:extLst>
              <a:ext uri="{FF2B5EF4-FFF2-40B4-BE49-F238E27FC236}">
                <a16:creationId xmlns:a16="http://schemas.microsoft.com/office/drawing/2014/main" id="{EFB7FD0A-DFFA-BDC3-BDC8-4080C767D940}"/>
              </a:ext>
            </a:extLst>
          </p:cNvPr>
          <p:cNvSpPr/>
          <p:nvPr/>
        </p:nvSpPr>
        <p:spPr>
          <a:xfrm>
            <a:off x="273050" y="142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4" name="BT20">
            <a:extLst>
              <a:ext uri="{FF2B5EF4-FFF2-40B4-BE49-F238E27FC236}">
                <a16:creationId xmlns:a16="http://schemas.microsoft.com/office/drawing/2014/main" id="{661BC264-56B3-0937-9A4B-5BD811B13123}"/>
              </a:ext>
            </a:extLst>
          </p:cNvPr>
          <p:cNvSpPr/>
          <p:nvPr/>
        </p:nvSpPr>
        <p:spPr>
          <a:xfrm>
            <a:off x="821690" y="135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Open source distributed version control system created by Linus Torvalds in 2005</a:t>
            </a:r>
            <a:endParaRPr lang="en-US" sz="1350" dirty="0">
              <a:latin typeface="Segoe UI" panose="020B0502040204020203" pitchFamily="34" charset="0"/>
            </a:endParaRPr>
          </a:p>
        </p:txBody>
      </p:sp>
      <p:sp>
        <p:nvSpPr>
          <p:cNvPr id="5" name="D0">
            <a:extLst>
              <a:ext uri="{FF2B5EF4-FFF2-40B4-BE49-F238E27FC236}">
                <a16:creationId xmlns:a16="http://schemas.microsoft.com/office/drawing/2014/main" id="{8258B6E9-41BC-0A7D-EB73-6BF0FE273667}"/>
              </a:ext>
            </a:extLst>
          </p:cNvPr>
          <p:cNvSpPr/>
          <p:nvPr/>
        </p:nvSpPr>
        <p:spPr>
          <a:xfrm>
            <a:off x="273050" y="1904353"/>
            <a:ext cx="8595360" cy="0"/>
          </a:xfrm>
          <a:prstGeom prst="line">
            <a:avLst/>
          </a:prstGeom>
          <a:noFill/>
          <a:ln w="6350">
            <a:solidFill>
              <a:srgbClr val="BFD9E6"/>
            </a:solidFill>
            <a:prstDash val="solid"/>
          </a:ln>
        </p:spPr>
        <p:txBody>
          <a:bodyPr/>
          <a:lstStyle/>
          <a:p>
            <a:endParaRPr lang="en-GB"/>
          </a:p>
        </p:txBody>
      </p:sp>
      <p:sp>
        <p:nvSpPr>
          <p:cNvPr id="6" name="Dot22">
            <a:extLst>
              <a:ext uri="{FF2B5EF4-FFF2-40B4-BE49-F238E27FC236}">
                <a16:creationId xmlns:a16="http://schemas.microsoft.com/office/drawing/2014/main" id="{6226DB82-492F-B4CF-3C67-494D1527709E}"/>
              </a:ext>
            </a:extLst>
          </p:cNvPr>
          <p:cNvSpPr/>
          <p:nvPr/>
        </p:nvSpPr>
        <p:spPr>
          <a:xfrm>
            <a:off x="273050" y="204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7" name="BT22">
            <a:extLst>
              <a:ext uri="{FF2B5EF4-FFF2-40B4-BE49-F238E27FC236}">
                <a16:creationId xmlns:a16="http://schemas.microsoft.com/office/drawing/2014/main" id="{4190ADDB-BD78-6C7A-912B-C1266758A3E5}"/>
              </a:ext>
            </a:extLst>
          </p:cNvPr>
          <p:cNvSpPr/>
          <p:nvPr/>
        </p:nvSpPr>
        <p:spPr>
          <a:xfrm>
            <a:off x="821690" y="197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Every clone contains the complete repository history — no single point of failure</a:t>
            </a:r>
            <a:endParaRPr lang="en-US" sz="1350" dirty="0">
              <a:latin typeface="Segoe UI" panose="020B0502040204020203" pitchFamily="34" charset="0"/>
            </a:endParaRPr>
          </a:p>
        </p:txBody>
      </p:sp>
      <p:sp>
        <p:nvSpPr>
          <p:cNvPr id="8" name="D1">
            <a:extLst>
              <a:ext uri="{FF2B5EF4-FFF2-40B4-BE49-F238E27FC236}">
                <a16:creationId xmlns:a16="http://schemas.microsoft.com/office/drawing/2014/main" id="{AFD0CAE7-5DC0-6F07-11AF-1440A1B65938}"/>
              </a:ext>
            </a:extLst>
          </p:cNvPr>
          <p:cNvSpPr/>
          <p:nvPr/>
        </p:nvSpPr>
        <p:spPr>
          <a:xfrm>
            <a:off x="273050" y="2524353"/>
            <a:ext cx="8595360" cy="0"/>
          </a:xfrm>
          <a:prstGeom prst="line">
            <a:avLst/>
          </a:prstGeom>
          <a:noFill/>
          <a:ln w="6350">
            <a:solidFill>
              <a:srgbClr val="BFD9E6"/>
            </a:solidFill>
            <a:prstDash val="solid"/>
          </a:ln>
        </p:spPr>
        <p:txBody>
          <a:bodyPr/>
          <a:lstStyle/>
          <a:p>
            <a:endParaRPr lang="en-GB"/>
          </a:p>
        </p:txBody>
      </p:sp>
      <p:sp>
        <p:nvSpPr>
          <p:cNvPr id="9" name="Dot24">
            <a:extLst>
              <a:ext uri="{FF2B5EF4-FFF2-40B4-BE49-F238E27FC236}">
                <a16:creationId xmlns:a16="http://schemas.microsoft.com/office/drawing/2014/main" id="{A29CEBBB-1F38-9271-9528-340D0F0E5E29}"/>
              </a:ext>
            </a:extLst>
          </p:cNvPr>
          <p:cNvSpPr/>
          <p:nvPr/>
        </p:nvSpPr>
        <p:spPr>
          <a:xfrm>
            <a:off x="273050" y="266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0" name="BT24">
            <a:extLst>
              <a:ext uri="{FF2B5EF4-FFF2-40B4-BE49-F238E27FC236}">
                <a16:creationId xmlns:a16="http://schemas.microsoft.com/office/drawing/2014/main" id="{946C8048-3FB6-9F9A-E3B8-A10E88DBC674}"/>
              </a:ext>
            </a:extLst>
          </p:cNvPr>
          <p:cNvSpPr/>
          <p:nvPr/>
        </p:nvSpPr>
        <p:spPr>
          <a:xfrm>
            <a:off x="821690" y="259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Fast branching and merging are core operations, not afterthoughts</a:t>
            </a:r>
            <a:endParaRPr lang="en-US" sz="1350" dirty="0">
              <a:latin typeface="Segoe UI" panose="020B0502040204020203" pitchFamily="34" charset="0"/>
            </a:endParaRPr>
          </a:p>
        </p:txBody>
      </p:sp>
      <p:sp>
        <p:nvSpPr>
          <p:cNvPr id="11" name="D2">
            <a:extLst>
              <a:ext uri="{FF2B5EF4-FFF2-40B4-BE49-F238E27FC236}">
                <a16:creationId xmlns:a16="http://schemas.microsoft.com/office/drawing/2014/main" id="{C0374126-13F5-0DAA-8935-95F8BF156CC2}"/>
              </a:ext>
            </a:extLst>
          </p:cNvPr>
          <p:cNvSpPr/>
          <p:nvPr/>
        </p:nvSpPr>
        <p:spPr>
          <a:xfrm>
            <a:off x="273050" y="3144353"/>
            <a:ext cx="8595360" cy="0"/>
          </a:xfrm>
          <a:prstGeom prst="line">
            <a:avLst/>
          </a:prstGeom>
          <a:noFill/>
          <a:ln w="6350">
            <a:solidFill>
              <a:srgbClr val="BFD9E6"/>
            </a:solidFill>
            <a:prstDash val="solid"/>
          </a:ln>
        </p:spPr>
        <p:txBody>
          <a:bodyPr/>
          <a:lstStyle/>
          <a:p>
            <a:endParaRPr lang="en-GB"/>
          </a:p>
        </p:txBody>
      </p:sp>
      <p:sp>
        <p:nvSpPr>
          <p:cNvPr id="12" name="Dot26">
            <a:extLst>
              <a:ext uri="{FF2B5EF4-FFF2-40B4-BE49-F238E27FC236}">
                <a16:creationId xmlns:a16="http://schemas.microsoft.com/office/drawing/2014/main" id="{8352B9D3-FB8F-E9F4-F112-B60C9728DF1B}"/>
              </a:ext>
            </a:extLst>
          </p:cNvPr>
          <p:cNvSpPr/>
          <p:nvPr/>
        </p:nvSpPr>
        <p:spPr>
          <a:xfrm>
            <a:off x="273050" y="328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3" name="BT26">
            <a:extLst>
              <a:ext uri="{FF2B5EF4-FFF2-40B4-BE49-F238E27FC236}">
                <a16:creationId xmlns:a16="http://schemas.microsoft.com/office/drawing/2014/main" id="{66CC7426-540B-8C48-47C0-D22F2CE1BF18}"/>
              </a:ext>
            </a:extLst>
          </p:cNvPr>
          <p:cNvSpPr/>
          <p:nvPr/>
        </p:nvSpPr>
        <p:spPr>
          <a:xfrm>
            <a:off x="821690" y="321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Works offline: commit, branch, and review history without a server connection</a:t>
            </a:r>
            <a:endParaRPr lang="en-US" sz="1350" dirty="0">
              <a:latin typeface="Segoe UI" panose="020B0502040204020203" pitchFamily="34" charset="0"/>
            </a:endParaRPr>
          </a:p>
        </p:txBody>
      </p:sp>
      <p:sp>
        <p:nvSpPr>
          <p:cNvPr id="14" name="D3">
            <a:extLst>
              <a:ext uri="{FF2B5EF4-FFF2-40B4-BE49-F238E27FC236}">
                <a16:creationId xmlns:a16="http://schemas.microsoft.com/office/drawing/2014/main" id="{81AB94BF-90AD-F62E-F7D9-23BD37273266}"/>
              </a:ext>
            </a:extLst>
          </p:cNvPr>
          <p:cNvSpPr/>
          <p:nvPr/>
        </p:nvSpPr>
        <p:spPr>
          <a:xfrm>
            <a:off x="273050" y="3764353"/>
            <a:ext cx="8595360" cy="0"/>
          </a:xfrm>
          <a:prstGeom prst="line">
            <a:avLst/>
          </a:prstGeom>
          <a:noFill/>
          <a:ln w="6350">
            <a:solidFill>
              <a:srgbClr val="BFD9E6"/>
            </a:solidFill>
            <a:prstDash val="solid"/>
          </a:ln>
        </p:spPr>
        <p:txBody>
          <a:bodyPr/>
          <a:lstStyle/>
          <a:p>
            <a:endParaRPr lang="en-GB"/>
          </a:p>
        </p:txBody>
      </p:sp>
      <p:sp>
        <p:nvSpPr>
          <p:cNvPr id="15" name="Dot28">
            <a:extLst>
              <a:ext uri="{FF2B5EF4-FFF2-40B4-BE49-F238E27FC236}">
                <a16:creationId xmlns:a16="http://schemas.microsoft.com/office/drawing/2014/main" id="{6432F90C-DE25-EDBE-28DE-EF8447824B6B}"/>
              </a:ext>
            </a:extLst>
          </p:cNvPr>
          <p:cNvSpPr/>
          <p:nvPr/>
        </p:nvSpPr>
        <p:spPr>
          <a:xfrm>
            <a:off x="273050" y="390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6" name="BT28">
            <a:extLst>
              <a:ext uri="{FF2B5EF4-FFF2-40B4-BE49-F238E27FC236}">
                <a16:creationId xmlns:a16="http://schemas.microsoft.com/office/drawing/2014/main" id="{C5C87758-353D-C90F-E76B-A7549C5F9E52}"/>
              </a:ext>
            </a:extLst>
          </p:cNvPr>
          <p:cNvSpPr/>
          <p:nvPr/>
        </p:nvSpPr>
        <p:spPr>
          <a:xfrm>
            <a:off x="821690" y="383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Industry standard: GitHub, Azure DevOps, and GitLab all build on top of Git</a:t>
            </a:r>
            <a:endParaRPr lang="en-US" sz="1350" dirty="0">
              <a:latin typeface="Segoe UI" panose="020B0502040204020203" pitchFamily="34" charset="0"/>
            </a:endParaRPr>
          </a:p>
        </p:txBody>
      </p:sp>
      <p:sp>
        <p:nvSpPr>
          <p:cNvPr id="17" name="Course footer">
            <a:extLst>
              <a:ext uri="{FF2B5EF4-FFF2-40B4-BE49-F238E27FC236}">
                <a16:creationId xmlns:a16="http://schemas.microsoft.com/office/drawing/2014/main" id="{408BA493-C069-406E-4602-4FDFEE3629F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ACD34EC6-9AE3-A423-4965-C2CCD36503F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3977025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D95E6-1F54-A9A4-97D6-B902F62582AB}"/>
              </a:ext>
            </a:extLst>
          </p:cNvPr>
          <p:cNvSpPr>
            <a:spLocks noGrp="1"/>
          </p:cNvSpPr>
          <p:nvPr>
            <p:ph type="title"/>
          </p:nvPr>
        </p:nvSpPr>
        <p:spPr/>
        <p:txBody>
          <a:bodyPr wrap="square">
            <a:noAutofit/>
          </a:bodyPr>
          <a:lstStyle/>
          <a:p>
            <a:r>
              <a:rPr lang="en-GB" dirty="0"/>
              <a:t>Installing and Configuring Git</a:t>
            </a:r>
          </a:p>
        </p:txBody>
      </p:sp>
      <p:sp>
        <p:nvSpPr>
          <p:cNvPr id="3" name="CodeBg50">
            <a:extLst>
              <a:ext uri="{FF2B5EF4-FFF2-40B4-BE49-F238E27FC236}">
                <a16:creationId xmlns:a16="http://schemas.microsoft.com/office/drawing/2014/main" id="{129A2AE5-F5C3-550A-82E9-848350FD2CA7}"/>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61F52CD1-4E00-86C9-6DCB-0CFF22D1E7B8}"/>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Install Git on Windows Server</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winget install Git.Git</a:t>
            </a:r>
          </a:p>
          <a:p>
            <a:pPr marL="0" indent="0" algn="l">
              <a:buNone/>
            </a:pPr>
            <a:endParaRPr lang="en-US" sz="1600" dirty="0">
              <a:latin typeface="Segoe UI" panose="020B0502040204020203" pitchFamily="34" charset="0"/>
            </a:endParaRPr>
          </a:p>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Configure your identity (required before first commit)</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config --global user.name "Your Name"</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config --global user.email "you@example.com"</a:t>
            </a:r>
          </a:p>
          <a:p>
            <a:pPr marL="0" indent="0" algn="l">
              <a:buNone/>
            </a:pPr>
            <a:endParaRPr lang="en-US" sz="1600" dirty="0">
              <a:latin typeface="Segoe UI" panose="020B0502040204020203" pitchFamily="34" charset="0"/>
            </a:endParaRPr>
          </a:p>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Set default branch name to main</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config --global init.defaultBranch main</a:t>
            </a:r>
          </a:p>
          <a:p>
            <a:pPr marL="0" indent="0" algn="l">
              <a:buNone/>
            </a:pPr>
            <a:endParaRPr lang="en-US" sz="1600" dirty="0">
              <a:latin typeface="Segoe UI" panose="020B0502040204020203" pitchFamily="34" charset="0"/>
            </a:endParaRPr>
          </a:p>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Verify configuration</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config --list</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user.name=Your Name</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user.email=you@example.com</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init.defaultbranch=main</a:t>
            </a:r>
          </a:p>
        </p:txBody>
      </p:sp>
      <p:sp>
        <p:nvSpPr>
          <p:cNvPr id="5" name="Course footer">
            <a:extLst>
              <a:ext uri="{FF2B5EF4-FFF2-40B4-BE49-F238E27FC236}">
                <a16:creationId xmlns:a16="http://schemas.microsoft.com/office/drawing/2014/main" id="{6DC6EC0F-00BE-EDAD-34AF-C887931A22C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E3FEE2E3-0E8B-DDCC-B0D6-B2E7C180879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4204315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3575-46D2-2440-83AA-15127DD252A2}"/>
              </a:ext>
            </a:extLst>
          </p:cNvPr>
          <p:cNvSpPr>
            <a:spLocks noGrp="1"/>
          </p:cNvSpPr>
          <p:nvPr>
            <p:ph type="title"/>
          </p:nvPr>
        </p:nvSpPr>
        <p:spPr/>
        <p:txBody>
          <a:bodyPr wrap="square">
            <a:noAutofit/>
          </a:bodyPr>
          <a:lstStyle/>
          <a:p>
            <a:r>
              <a:rPr lang="en-GB"/>
              <a:t>The Git Workflow</a:t>
            </a:r>
          </a:p>
        </p:txBody>
      </p:sp>
      <p:sp>
        <p:nvSpPr>
          <p:cNvPr id="4" name="Course footer">
            <a:extLst>
              <a:ext uri="{FF2B5EF4-FFF2-40B4-BE49-F238E27FC236}">
                <a16:creationId xmlns:a16="http://schemas.microsoft.com/office/drawing/2014/main" id="{5ADED9D5-EEFB-B3E0-35AC-F06485B8BDA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86353425-36E5-2BF8-57C8-22334D3705D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8" name="Picture 7">
            <a:extLst>
              <a:ext uri="{FF2B5EF4-FFF2-40B4-BE49-F238E27FC236}">
                <a16:creationId xmlns:a16="http://schemas.microsoft.com/office/drawing/2014/main" id="{50BB6F3A-D9F2-297E-EA6F-657FA29F1507}"/>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415268241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EDA9B-F124-1CAE-FF1F-1DC386E5AA8E}"/>
              </a:ext>
            </a:extLst>
          </p:cNvPr>
          <p:cNvSpPr>
            <a:spLocks noGrp="1"/>
          </p:cNvSpPr>
          <p:nvPr>
            <p:ph type="title"/>
          </p:nvPr>
        </p:nvSpPr>
        <p:spPr/>
        <p:txBody>
          <a:bodyPr wrap="square">
            <a:noAutofit/>
          </a:bodyPr>
          <a:lstStyle/>
          <a:p>
            <a:r>
              <a:rPr lang="en-GB"/>
              <a:t>Working with a Local Repository</a:t>
            </a:r>
          </a:p>
        </p:txBody>
      </p:sp>
    </p:spTree>
    <p:extLst>
      <p:ext uri="{BB962C8B-B14F-4D97-AF65-F5344CB8AC3E}">
        <p14:creationId xmlns:p14="http://schemas.microsoft.com/office/powerpoint/2010/main" val="12475959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FFD2F-9B2A-91E8-DA53-7F10D45D692E}"/>
              </a:ext>
            </a:extLst>
          </p:cNvPr>
          <p:cNvSpPr>
            <a:spLocks noGrp="1"/>
          </p:cNvSpPr>
          <p:nvPr>
            <p:ph type="title"/>
          </p:nvPr>
        </p:nvSpPr>
        <p:spPr/>
        <p:txBody>
          <a:bodyPr wrap="square">
            <a:noAutofit/>
          </a:bodyPr>
          <a:lstStyle/>
          <a:p>
            <a:r>
              <a:rPr lang="en-GB"/>
              <a:t>Creating a Local Repository</a:t>
            </a:r>
          </a:p>
        </p:txBody>
      </p:sp>
      <p:sp>
        <p:nvSpPr>
          <p:cNvPr id="3" name="CodeBg50">
            <a:extLst>
              <a:ext uri="{FF2B5EF4-FFF2-40B4-BE49-F238E27FC236}">
                <a16:creationId xmlns:a16="http://schemas.microsoft.com/office/drawing/2014/main" id="{46A6E2F7-00CE-6298-66AE-C4C3E9536FB5}"/>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B01D491B-893B-A287-FA13-47B6467AC34B}"/>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Create a project folder</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mkdir C:\Projects\WebApp</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cd C:\Projects\WebApp</a:t>
            </a:r>
          </a:p>
          <a:p>
            <a:pPr marL="0" indent="0" algn="l">
              <a:buNone/>
            </a:pPr>
            <a:endParaRPr lang="en-US" sz="1600" dirty="0">
              <a:latin typeface="Segoe UI" panose="020B0502040204020203" pitchFamily="34" charset="0"/>
            </a:endParaRPr>
          </a:p>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Initialise the repository</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init</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Initialized empty Git repository in C:/Projects/WebApp/.git/</a:t>
            </a:r>
          </a:p>
          <a:p>
            <a:pPr marL="0" indent="0" algn="l">
              <a:buNone/>
            </a:pPr>
            <a:endParaRPr lang="en-US" sz="1600" dirty="0">
              <a:latin typeface="Segoe UI" panose="020B0502040204020203" pitchFamily="34" charset="0"/>
            </a:endParaRPr>
          </a:p>
          <a:p>
            <a:pPr marL="0" indent="0" algn="l">
              <a:buNone/>
            </a:pPr>
            <a:r>
              <a:rPr lang="en-US" sz="1600" dirty="0">
                <a:solidFill>
                  <a:srgbClr val="5A6B7D"/>
                </a:solidFill>
                <a:latin typeface="Segoe UI" panose="020B0502040204020203" pitchFamily="34" charset="0"/>
                <a:ea typeface="Consolas" pitchFamily="49" charset="-122"/>
                <a:cs typeface="Consolas" pitchFamily="49" charset="-120"/>
              </a:rPr>
              <a:t># .git holds all history: objects/ refs/ HEAD</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status</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On branch main</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No commits yet</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nothing to commit (create/copy files and use git add to track)</a:t>
            </a:r>
          </a:p>
        </p:txBody>
      </p:sp>
      <p:sp>
        <p:nvSpPr>
          <p:cNvPr id="5" name="Course footer">
            <a:extLst>
              <a:ext uri="{FF2B5EF4-FFF2-40B4-BE49-F238E27FC236}">
                <a16:creationId xmlns:a16="http://schemas.microsoft.com/office/drawing/2014/main" id="{22BC2262-0CF9-0502-D134-0FB44CC6D55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08801082-DC8F-0A1A-19D3-3E1AE74CD80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88351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82C08-43CC-EDCE-F55B-BD49E875791D}"/>
              </a:ext>
            </a:extLst>
          </p:cNvPr>
          <p:cNvSpPr>
            <a:spLocks noGrp="1"/>
          </p:cNvSpPr>
          <p:nvPr>
            <p:ph type="title"/>
          </p:nvPr>
        </p:nvSpPr>
        <p:spPr/>
        <p:txBody>
          <a:bodyPr wrap="square">
            <a:noAutofit/>
          </a:bodyPr>
          <a:lstStyle/>
          <a:p>
            <a:r>
              <a:rPr lang="en-GB"/>
              <a:t>Staging and Committing</a:t>
            </a:r>
          </a:p>
        </p:txBody>
      </p:sp>
      <p:sp>
        <p:nvSpPr>
          <p:cNvPr id="3" name="CodeBg50">
            <a:extLst>
              <a:ext uri="{FF2B5EF4-FFF2-40B4-BE49-F238E27FC236}">
                <a16:creationId xmlns:a16="http://schemas.microsoft.com/office/drawing/2014/main" id="{9D21A953-FD78-00EA-FDDE-D3BA0B453A4F}"/>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6905828A-4ED0-DFD6-DED8-CCDBAEA38ECC}"/>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echo "# My Project" &gt; README.md</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status</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Untracked files:  README.md</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add README.md          # stage one file</a:t>
            </a: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add .                  # stage everything</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status</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Changes to be committed:  new file: README.md</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commit -m "Initial commit: add README"</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[main (root-commit) b299732] Initial commit: add README</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 1 file changed, 1 insertion(+)</a:t>
            </a:r>
          </a:p>
        </p:txBody>
      </p:sp>
      <p:sp>
        <p:nvSpPr>
          <p:cNvPr id="5" name="Course footer">
            <a:extLst>
              <a:ext uri="{FF2B5EF4-FFF2-40B4-BE49-F238E27FC236}">
                <a16:creationId xmlns:a16="http://schemas.microsoft.com/office/drawing/2014/main" id="{1F46FA2F-374C-C80B-5476-764CBFF15F0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D83AFB20-78B2-C0BD-DCE9-458575497E9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7788572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F0C4A-C2AA-A020-503E-89AFC22F9F86}"/>
              </a:ext>
            </a:extLst>
          </p:cNvPr>
          <p:cNvSpPr>
            <a:spLocks noGrp="1"/>
          </p:cNvSpPr>
          <p:nvPr>
            <p:ph type="title"/>
          </p:nvPr>
        </p:nvSpPr>
        <p:spPr/>
        <p:txBody>
          <a:bodyPr wrap="square">
            <a:noAutofit/>
          </a:bodyPr>
          <a:lstStyle/>
          <a:p>
            <a:r>
              <a:rPr lang="en-GB"/>
              <a:t>Viewing History and Tracking Changes</a:t>
            </a:r>
          </a:p>
        </p:txBody>
      </p:sp>
      <p:sp>
        <p:nvSpPr>
          <p:cNvPr id="3" name="CodeBg50">
            <a:extLst>
              <a:ext uri="{FF2B5EF4-FFF2-40B4-BE49-F238E27FC236}">
                <a16:creationId xmlns:a16="http://schemas.microsoft.com/office/drawing/2014/main" id="{D6513BFD-96BF-6A87-851A-5A29B8FBB93E}"/>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2314FE21-18D5-202E-731D-7F701187E4A5}"/>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log --oneline</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b389f89 Add server config</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ba4b620 Add deploy script</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b299732 Initial commit: add README</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log</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commit b389f89  Author: You  Date: Tue May 19</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    Add server config</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diff README.md</a:t>
            </a:r>
          </a:p>
          <a:p>
            <a:pPr marL="0" indent="0" algn="l">
              <a:buNone/>
            </a:pPr>
            <a:r>
              <a:rPr lang="en-US" sz="1600" dirty="0">
                <a:solidFill>
                  <a:srgbClr val="219EBC"/>
                </a:solidFill>
                <a:latin typeface="Segoe UI" panose="020B0502040204020203" pitchFamily="34" charset="0"/>
                <a:ea typeface="Consolas" pitchFamily="49" charset="-122"/>
                <a:cs typeface="Consolas" pitchFamily="49" charset="-120"/>
              </a:rPr>
              <a:t>-# My Project</a:t>
            </a:r>
          </a:p>
          <a:p>
            <a:pPr marL="0" indent="0" algn="l">
              <a:buNone/>
            </a:pPr>
            <a:r>
              <a:rPr lang="en-US" sz="1600" dirty="0">
                <a:solidFill>
                  <a:srgbClr val="219EBC"/>
                </a:solidFill>
                <a:latin typeface="Segoe UI" panose="020B0502040204020203" pitchFamily="34" charset="0"/>
                <a:ea typeface="Consolas" pitchFamily="49" charset="-122"/>
                <a:cs typeface="Consolas" pitchFamily="49" charset="-120"/>
              </a:rPr>
              <a:t>+# My Project - WebApp</a:t>
            </a:r>
          </a:p>
          <a:p>
            <a:pPr marL="0" indent="0" algn="l">
              <a:buNone/>
            </a:pPr>
            <a:endParaRPr lang="en-US" sz="1600" dirty="0">
              <a:latin typeface="Segoe UI" panose="020B0502040204020203" pitchFamily="34" charset="0"/>
            </a:endParaRPr>
          </a:p>
          <a:p>
            <a:pPr marL="0" indent="0" algn="l">
              <a:buNone/>
            </a:pPr>
            <a:r>
              <a:rPr lang="en-US" sz="1600" dirty="0">
                <a:solidFill>
                  <a:srgbClr val="FFB703"/>
                </a:solidFill>
                <a:latin typeface="Segoe UI" panose="020B0502040204020203" pitchFamily="34" charset="0"/>
                <a:ea typeface="Consolas" pitchFamily="49" charset="-122"/>
                <a:cs typeface="Consolas" pitchFamily="49" charset="-120"/>
              </a:rPr>
              <a:t>git show HEAD</a:t>
            </a:r>
          </a:p>
          <a:p>
            <a:pPr marL="0" indent="0" algn="l">
              <a:buNone/>
            </a:pPr>
            <a:r>
              <a:rPr lang="en-US" sz="1600" dirty="0">
                <a:solidFill>
                  <a:srgbClr val="8ECAE6"/>
                </a:solidFill>
                <a:latin typeface="Segoe UI" panose="020B0502040204020203" pitchFamily="34" charset="0"/>
                <a:ea typeface="Consolas" pitchFamily="49" charset="-122"/>
                <a:cs typeface="Consolas" pitchFamily="49" charset="-120"/>
              </a:rPr>
              <a:t>Shows full diff + metadata of most recent commit</a:t>
            </a:r>
          </a:p>
        </p:txBody>
      </p:sp>
      <p:sp>
        <p:nvSpPr>
          <p:cNvPr id="5" name="Course footer">
            <a:extLst>
              <a:ext uri="{FF2B5EF4-FFF2-40B4-BE49-F238E27FC236}">
                <a16:creationId xmlns:a16="http://schemas.microsoft.com/office/drawing/2014/main" id="{CE001B5F-BD62-9610-59A6-7E9AB39E1CF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AF12C33F-B08A-3CDE-989F-5B2307BC69A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02882274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10229-9BEB-2E44-379B-4DC24A2A6558}"/>
              </a:ext>
            </a:extLst>
          </p:cNvPr>
          <p:cNvSpPr>
            <a:spLocks noGrp="1"/>
          </p:cNvSpPr>
          <p:nvPr>
            <p:ph type="title"/>
          </p:nvPr>
        </p:nvSpPr>
        <p:spPr/>
        <p:txBody>
          <a:bodyPr wrap="square">
            <a:noAutofit/>
          </a:bodyPr>
          <a:lstStyle/>
          <a:p>
            <a:r>
              <a:rPr lang="en-GB"/>
              <a:t>Branching in Git</a:t>
            </a:r>
          </a:p>
        </p:txBody>
      </p:sp>
    </p:spTree>
    <p:extLst>
      <p:ext uri="{BB962C8B-B14F-4D97-AF65-F5344CB8AC3E}">
        <p14:creationId xmlns:p14="http://schemas.microsoft.com/office/powerpoint/2010/main" val="4960400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D290-3B1D-F8F1-C0BA-1A5A25517B4C}"/>
              </a:ext>
            </a:extLst>
          </p:cNvPr>
          <p:cNvSpPr>
            <a:spLocks noGrp="1"/>
          </p:cNvSpPr>
          <p:nvPr>
            <p:ph type="title"/>
          </p:nvPr>
        </p:nvSpPr>
        <p:spPr/>
        <p:txBody>
          <a:bodyPr wrap="square">
            <a:noAutofit/>
          </a:bodyPr>
          <a:lstStyle/>
          <a:p>
            <a:r>
              <a:rPr lang="en-GB"/>
              <a:t>What is a Branch?</a:t>
            </a:r>
          </a:p>
        </p:txBody>
      </p:sp>
      <p:sp>
        <p:nvSpPr>
          <p:cNvPr id="3" name="Dot20">
            <a:extLst>
              <a:ext uri="{FF2B5EF4-FFF2-40B4-BE49-F238E27FC236}">
                <a16:creationId xmlns:a16="http://schemas.microsoft.com/office/drawing/2014/main" id="{03713D5A-5611-CC60-A98D-E4AB2DDB51B7}"/>
              </a:ext>
            </a:extLst>
          </p:cNvPr>
          <p:cNvSpPr/>
          <p:nvPr/>
        </p:nvSpPr>
        <p:spPr>
          <a:xfrm>
            <a:off x="228600" y="142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4" name="BT20">
            <a:extLst>
              <a:ext uri="{FF2B5EF4-FFF2-40B4-BE49-F238E27FC236}">
                <a16:creationId xmlns:a16="http://schemas.microsoft.com/office/drawing/2014/main" id="{E6F7D44C-0019-AFC8-CB57-12EFF85D2611}"/>
              </a:ext>
            </a:extLst>
          </p:cNvPr>
          <p:cNvSpPr/>
          <p:nvPr/>
        </p:nvSpPr>
        <p:spPr>
          <a:xfrm>
            <a:off x="777239" y="1356201"/>
            <a:ext cx="7813867" cy="548640"/>
          </a:xfrm>
          <a:prstGeom prst="rect">
            <a:avLst/>
          </a:prstGeom>
          <a:noFill/>
          <a:ln/>
        </p:spPr>
        <p:txBody>
          <a:bodyPr wrap="square" lIns="0" tIns="0" rIns="0" bIns="0" rtlCol="0" anchor="ctr">
            <a:normAutofit/>
          </a:bodyPr>
          <a:lstStyle/>
          <a:p>
            <a:pPr marL="0" indent="0" algn="l">
              <a:buNone/>
            </a:pPr>
            <a:r>
              <a:rPr lang="en-US" sz="1250" dirty="0">
                <a:solidFill>
                  <a:srgbClr val="023047"/>
                </a:solidFill>
                <a:latin typeface="Segoe UI" panose="020B0502040204020203" pitchFamily="34" charset="0"/>
                <a:ea typeface="Calibri" pitchFamily="34" charset="-122"/>
                <a:cs typeface="Calibri" pitchFamily="34" charset="-120"/>
              </a:rPr>
              <a:t>A lightweight movable pointer to a specific commit</a:t>
            </a:r>
            <a:endParaRPr lang="en-US" sz="1250" dirty="0">
              <a:latin typeface="Segoe UI" panose="020B0502040204020203" pitchFamily="34" charset="0"/>
            </a:endParaRPr>
          </a:p>
        </p:txBody>
      </p:sp>
      <p:sp>
        <p:nvSpPr>
          <p:cNvPr id="5" name="D0">
            <a:extLst>
              <a:ext uri="{FF2B5EF4-FFF2-40B4-BE49-F238E27FC236}">
                <a16:creationId xmlns:a16="http://schemas.microsoft.com/office/drawing/2014/main" id="{CC025B03-F977-0C28-16AE-CF7E5B47E149}"/>
              </a:ext>
            </a:extLst>
          </p:cNvPr>
          <p:cNvSpPr/>
          <p:nvPr/>
        </p:nvSpPr>
        <p:spPr>
          <a:xfrm>
            <a:off x="228600" y="1904353"/>
            <a:ext cx="4115520" cy="0"/>
          </a:xfrm>
          <a:prstGeom prst="line">
            <a:avLst/>
          </a:prstGeom>
          <a:noFill/>
          <a:ln w="6350">
            <a:solidFill>
              <a:srgbClr val="BFD9E6"/>
            </a:solidFill>
            <a:prstDash val="solid"/>
          </a:ln>
        </p:spPr>
        <p:txBody>
          <a:bodyPr/>
          <a:lstStyle/>
          <a:p>
            <a:endParaRPr lang="en-GB"/>
          </a:p>
        </p:txBody>
      </p:sp>
      <p:sp>
        <p:nvSpPr>
          <p:cNvPr id="6" name="Dot22">
            <a:extLst>
              <a:ext uri="{FF2B5EF4-FFF2-40B4-BE49-F238E27FC236}">
                <a16:creationId xmlns:a16="http://schemas.microsoft.com/office/drawing/2014/main" id="{ECCC97DB-5A9E-967C-57DE-46FF7D35E2A2}"/>
              </a:ext>
            </a:extLst>
          </p:cNvPr>
          <p:cNvSpPr/>
          <p:nvPr/>
        </p:nvSpPr>
        <p:spPr>
          <a:xfrm>
            <a:off x="228600" y="204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7" name="BT22">
            <a:extLst>
              <a:ext uri="{FF2B5EF4-FFF2-40B4-BE49-F238E27FC236}">
                <a16:creationId xmlns:a16="http://schemas.microsoft.com/office/drawing/2014/main" id="{FD848455-A035-6F4B-1642-D4EBB571DC25}"/>
              </a:ext>
            </a:extLst>
          </p:cNvPr>
          <p:cNvSpPr/>
          <p:nvPr/>
        </p:nvSpPr>
        <p:spPr>
          <a:xfrm>
            <a:off x="777240" y="1976201"/>
            <a:ext cx="6148100" cy="548640"/>
          </a:xfrm>
          <a:prstGeom prst="rect">
            <a:avLst/>
          </a:prstGeom>
          <a:noFill/>
          <a:ln/>
        </p:spPr>
        <p:txBody>
          <a:bodyPr wrap="square" lIns="0" tIns="0" rIns="0" bIns="0" rtlCol="0" anchor="ctr">
            <a:normAutofit/>
          </a:bodyPr>
          <a:lstStyle/>
          <a:p>
            <a:pPr marL="0" indent="0" algn="l">
              <a:buNone/>
            </a:pPr>
            <a:r>
              <a:rPr lang="en-US" sz="1250" dirty="0">
                <a:solidFill>
                  <a:srgbClr val="023047"/>
                </a:solidFill>
                <a:latin typeface="Segoe UI" panose="020B0502040204020203" pitchFamily="34" charset="0"/>
                <a:ea typeface="Calibri" pitchFamily="34" charset="-122"/>
                <a:cs typeface="Calibri" pitchFamily="34" charset="-120"/>
              </a:rPr>
              <a:t>main is the primary integration branch — always deployable</a:t>
            </a:r>
            <a:endParaRPr lang="en-US" sz="1250" dirty="0">
              <a:latin typeface="Segoe UI" panose="020B0502040204020203" pitchFamily="34" charset="0"/>
            </a:endParaRPr>
          </a:p>
        </p:txBody>
      </p:sp>
      <p:sp>
        <p:nvSpPr>
          <p:cNvPr id="8" name="D1">
            <a:extLst>
              <a:ext uri="{FF2B5EF4-FFF2-40B4-BE49-F238E27FC236}">
                <a16:creationId xmlns:a16="http://schemas.microsoft.com/office/drawing/2014/main" id="{4D159D64-A006-82CF-C4E9-E189BD6BAD15}"/>
              </a:ext>
            </a:extLst>
          </p:cNvPr>
          <p:cNvSpPr/>
          <p:nvPr/>
        </p:nvSpPr>
        <p:spPr>
          <a:xfrm>
            <a:off x="228600" y="2524353"/>
            <a:ext cx="4115520" cy="0"/>
          </a:xfrm>
          <a:prstGeom prst="line">
            <a:avLst/>
          </a:prstGeom>
          <a:noFill/>
          <a:ln w="6350">
            <a:solidFill>
              <a:srgbClr val="BFD9E6"/>
            </a:solidFill>
            <a:prstDash val="solid"/>
          </a:ln>
        </p:spPr>
        <p:txBody>
          <a:bodyPr/>
          <a:lstStyle/>
          <a:p>
            <a:endParaRPr lang="en-GB"/>
          </a:p>
        </p:txBody>
      </p:sp>
      <p:sp>
        <p:nvSpPr>
          <p:cNvPr id="9" name="Dot24">
            <a:extLst>
              <a:ext uri="{FF2B5EF4-FFF2-40B4-BE49-F238E27FC236}">
                <a16:creationId xmlns:a16="http://schemas.microsoft.com/office/drawing/2014/main" id="{C1037C91-4FD3-2635-7C79-C905DE264033}"/>
              </a:ext>
            </a:extLst>
          </p:cNvPr>
          <p:cNvSpPr/>
          <p:nvPr/>
        </p:nvSpPr>
        <p:spPr>
          <a:xfrm>
            <a:off x="228600" y="266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0" name="BT24">
            <a:extLst>
              <a:ext uri="{FF2B5EF4-FFF2-40B4-BE49-F238E27FC236}">
                <a16:creationId xmlns:a16="http://schemas.microsoft.com/office/drawing/2014/main" id="{F961525D-7DE9-6810-BDDC-B5A6A2831DE6}"/>
              </a:ext>
            </a:extLst>
          </p:cNvPr>
          <p:cNvSpPr/>
          <p:nvPr/>
        </p:nvSpPr>
        <p:spPr>
          <a:xfrm>
            <a:off x="777239" y="2596201"/>
            <a:ext cx="6743523" cy="548640"/>
          </a:xfrm>
          <a:prstGeom prst="rect">
            <a:avLst/>
          </a:prstGeom>
          <a:noFill/>
          <a:ln/>
        </p:spPr>
        <p:txBody>
          <a:bodyPr wrap="square" lIns="0" tIns="0" rIns="0" bIns="0" rtlCol="0" anchor="ctr">
            <a:normAutofit/>
          </a:bodyPr>
          <a:lstStyle/>
          <a:p>
            <a:pPr marL="0" indent="0" algn="l">
              <a:buNone/>
            </a:pPr>
            <a:r>
              <a:rPr lang="en-US" sz="1250" dirty="0">
                <a:solidFill>
                  <a:srgbClr val="023047"/>
                </a:solidFill>
                <a:latin typeface="Segoe UI" panose="020B0502040204020203" pitchFamily="34" charset="0"/>
                <a:ea typeface="Calibri" pitchFamily="34" charset="-122"/>
                <a:cs typeface="Calibri" pitchFamily="34" charset="-120"/>
              </a:rPr>
              <a:t>Feature branches isolate work in progress from stable code</a:t>
            </a:r>
            <a:endParaRPr lang="en-US" sz="1250" dirty="0">
              <a:latin typeface="Segoe UI" panose="020B0502040204020203" pitchFamily="34" charset="0"/>
            </a:endParaRPr>
          </a:p>
        </p:txBody>
      </p:sp>
      <p:sp>
        <p:nvSpPr>
          <p:cNvPr id="11" name="D2">
            <a:extLst>
              <a:ext uri="{FF2B5EF4-FFF2-40B4-BE49-F238E27FC236}">
                <a16:creationId xmlns:a16="http://schemas.microsoft.com/office/drawing/2014/main" id="{08C3E92C-2DD3-EB0D-5BFB-DD3A82DCCFF2}"/>
              </a:ext>
            </a:extLst>
          </p:cNvPr>
          <p:cNvSpPr/>
          <p:nvPr/>
        </p:nvSpPr>
        <p:spPr>
          <a:xfrm>
            <a:off x="228600" y="3144353"/>
            <a:ext cx="4115520" cy="0"/>
          </a:xfrm>
          <a:prstGeom prst="line">
            <a:avLst/>
          </a:prstGeom>
          <a:noFill/>
          <a:ln w="6350">
            <a:solidFill>
              <a:srgbClr val="BFD9E6"/>
            </a:solidFill>
            <a:prstDash val="solid"/>
          </a:ln>
        </p:spPr>
        <p:txBody>
          <a:bodyPr/>
          <a:lstStyle/>
          <a:p>
            <a:endParaRPr lang="en-GB"/>
          </a:p>
        </p:txBody>
      </p:sp>
      <p:sp>
        <p:nvSpPr>
          <p:cNvPr id="12" name="Dot26">
            <a:extLst>
              <a:ext uri="{FF2B5EF4-FFF2-40B4-BE49-F238E27FC236}">
                <a16:creationId xmlns:a16="http://schemas.microsoft.com/office/drawing/2014/main" id="{383AC0ED-3E2C-F9BC-E123-1BAAEE6E19C4}"/>
              </a:ext>
            </a:extLst>
          </p:cNvPr>
          <p:cNvSpPr/>
          <p:nvPr/>
        </p:nvSpPr>
        <p:spPr>
          <a:xfrm>
            <a:off x="228600" y="328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3" name="BT26">
            <a:extLst>
              <a:ext uri="{FF2B5EF4-FFF2-40B4-BE49-F238E27FC236}">
                <a16:creationId xmlns:a16="http://schemas.microsoft.com/office/drawing/2014/main" id="{30B2C9DB-D4CF-4F49-3A7B-1549DD953700}"/>
              </a:ext>
            </a:extLst>
          </p:cNvPr>
          <p:cNvSpPr/>
          <p:nvPr/>
        </p:nvSpPr>
        <p:spPr>
          <a:xfrm>
            <a:off x="777239" y="3216201"/>
            <a:ext cx="7132319" cy="548640"/>
          </a:xfrm>
          <a:prstGeom prst="rect">
            <a:avLst/>
          </a:prstGeom>
          <a:noFill/>
          <a:ln/>
        </p:spPr>
        <p:txBody>
          <a:bodyPr wrap="square" lIns="0" tIns="0" rIns="0" bIns="0" rtlCol="0" anchor="ctr">
            <a:normAutofit/>
          </a:bodyPr>
          <a:lstStyle/>
          <a:p>
            <a:pPr marL="0" indent="0" algn="l">
              <a:buNone/>
            </a:pPr>
            <a:r>
              <a:rPr lang="en-US" sz="1250" dirty="0">
                <a:solidFill>
                  <a:srgbClr val="023047"/>
                </a:solidFill>
                <a:latin typeface="Segoe UI" panose="020B0502040204020203" pitchFamily="34" charset="0"/>
                <a:ea typeface="Calibri" pitchFamily="34" charset="-122"/>
                <a:cs typeface="Calibri" pitchFamily="34" charset="-120"/>
              </a:rPr>
              <a:t>Creating a branch is instant — just a new pointer reference</a:t>
            </a:r>
            <a:endParaRPr lang="en-US" sz="1250" dirty="0">
              <a:latin typeface="Segoe UI" panose="020B0502040204020203" pitchFamily="34" charset="0"/>
            </a:endParaRPr>
          </a:p>
        </p:txBody>
      </p:sp>
      <p:sp>
        <p:nvSpPr>
          <p:cNvPr id="14" name="D3">
            <a:extLst>
              <a:ext uri="{FF2B5EF4-FFF2-40B4-BE49-F238E27FC236}">
                <a16:creationId xmlns:a16="http://schemas.microsoft.com/office/drawing/2014/main" id="{269E4C40-17DC-23F4-AFE8-2DA64A3680C5}"/>
              </a:ext>
            </a:extLst>
          </p:cNvPr>
          <p:cNvSpPr/>
          <p:nvPr/>
        </p:nvSpPr>
        <p:spPr>
          <a:xfrm>
            <a:off x="228600" y="3764353"/>
            <a:ext cx="4115520" cy="0"/>
          </a:xfrm>
          <a:prstGeom prst="line">
            <a:avLst/>
          </a:prstGeom>
          <a:noFill/>
          <a:ln w="6350">
            <a:solidFill>
              <a:srgbClr val="BFD9E6"/>
            </a:solidFill>
            <a:prstDash val="solid"/>
          </a:ln>
        </p:spPr>
        <p:txBody>
          <a:bodyPr/>
          <a:lstStyle/>
          <a:p>
            <a:endParaRPr lang="en-GB"/>
          </a:p>
        </p:txBody>
      </p:sp>
      <p:sp>
        <p:nvSpPr>
          <p:cNvPr id="15" name="Dot28">
            <a:extLst>
              <a:ext uri="{FF2B5EF4-FFF2-40B4-BE49-F238E27FC236}">
                <a16:creationId xmlns:a16="http://schemas.microsoft.com/office/drawing/2014/main" id="{BFF2C167-03A1-A0E4-3F74-758D2904046F}"/>
              </a:ext>
            </a:extLst>
          </p:cNvPr>
          <p:cNvSpPr/>
          <p:nvPr/>
        </p:nvSpPr>
        <p:spPr>
          <a:xfrm>
            <a:off x="228600" y="390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6" name="BT28">
            <a:extLst>
              <a:ext uri="{FF2B5EF4-FFF2-40B4-BE49-F238E27FC236}">
                <a16:creationId xmlns:a16="http://schemas.microsoft.com/office/drawing/2014/main" id="{04604F64-96B4-7C33-145D-60B82552EDCB}"/>
              </a:ext>
            </a:extLst>
          </p:cNvPr>
          <p:cNvSpPr/>
          <p:nvPr/>
        </p:nvSpPr>
        <p:spPr>
          <a:xfrm>
            <a:off x="777239" y="3774357"/>
            <a:ext cx="7360211" cy="548640"/>
          </a:xfrm>
          <a:prstGeom prst="rect">
            <a:avLst/>
          </a:prstGeom>
          <a:noFill/>
          <a:ln/>
        </p:spPr>
        <p:txBody>
          <a:bodyPr wrap="square" lIns="0" tIns="0" rIns="0" bIns="0" rtlCol="0" anchor="ctr">
            <a:normAutofit/>
          </a:bodyPr>
          <a:lstStyle/>
          <a:p>
            <a:pPr marL="0" indent="0" algn="l">
              <a:buNone/>
            </a:pPr>
            <a:r>
              <a:rPr lang="en-US" sz="1250" dirty="0">
                <a:solidFill>
                  <a:srgbClr val="023047"/>
                </a:solidFill>
                <a:latin typeface="Segoe UI" panose="020B0502040204020203" pitchFamily="34" charset="0"/>
                <a:ea typeface="Calibri" pitchFamily="34" charset="-122"/>
                <a:cs typeface="Calibri" pitchFamily="34" charset="-120"/>
              </a:rPr>
              <a:t>Merge or rebase to integrate branch changes back into main</a:t>
            </a:r>
            <a:endParaRPr lang="en-US" sz="1250" dirty="0">
              <a:latin typeface="Segoe UI" panose="020B0502040204020203" pitchFamily="34" charset="0"/>
            </a:endParaRPr>
          </a:p>
        </p:txBody>
      </p:sp>
      <p:sp>
        <p:nvSpPr>
          <p:cNvPr id="18" name="Course footer">
            <a:extLst>
              <a:ext uri="{FF2B5EF4-FFF2-40B4-BE49-F238E27FC236}">
                <a16:creationId xmlns:a16="http://schemas.microsoft.com/office/drawing/2014/main" id="{65049446-5CD3-C302-E034-4C31ABD9E67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1C739853-539D-450C-B69D-A6011932D47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6102523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C9AB8-2139-268C-5F1A-4D3C03FD2296}"/>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54FFA2A7-D156-890A-E41B-76D6CF46526E}"/>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184527489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F682-DA0C-9B34-427B-AA3D3EBA5000}"/>
              </a:ext>
            </a:extLst>
          </p:cNvPr>
          <p:cNvSpPr>
            <a:spLocks noGrp="1"/>
          </p:cNvSpPr>
          <p:nvPr>
            <p:ph type="title"/>
          </p:nvPr>
        </p:nvSpPr>
        <p:spPr/>
        <p:txBody>
          <a:bodyPr wrap="square">
            <a:noAutofit/>
          </a:bodyPr>
          <a:lstStyle/>
          <a:p>
            <a:r>
              <a:rPr lang="en-GB"/>
              <a:t>Creating and Switching Branches</a:t>
            </a:r>
          </a:p>
        </p:txBody>
      </p:sp>
      <p:sp>
        <p:nvSpPr>
          <p:cNvPr id="3" name="CodeBg50">
            <a:extLst>
              <a:ext uri="{FF2B5EF4-FFF2-40B4-BE49-F238E27FC236}">
                <a16:creationId xmlns:a16="http://schemas.microsoft.com/office/drawing/2014/main" id="{C1644409-FF50-97BA-C056-70818C20509C}"/>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9955E6A7-E77B-1E33-D151-1BB0B7A0F2E3}"/>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1400" dirty="0">
                <a:solidFill>
                  <a:srgbClr val="5A6B7D"/>
                </a:solidFill>
                <a:latin typeface="Segoe UI" panose="020B0502040204020203" pitchFamily="34" charset="0"/>
                <a:ea typeface="Consolas" pitchFamily="49" charset="-122"/>
                <a:cs typeface="Consolas" pitchFamily="49" charset="-120"/>
              </a:rPr>
              <a:t># List branches (* = current)</a:t>
            </a:r>
          </a:p>
          <a:p>
            <a:pPr marL="0" indent="0" algn="l">
              <a:buNone/>
            </a:pPr>
            <a:r>
              <a:rPr lang="en-US" sz="1400" dirty="0">
                <a:solidFill>
                  <a:srgbClr val="FFB703"/>
                </a:solidFill>
                <a:latin typeface="Segoe UI" panose="020B0502040204020203" pitchFamily="34" charset="0"/>
                <a:ea typeface="Consolas" pitchFamily="49" charset="-122"/>
                <a:cs typeface="Consolas" pitchFamily="49" charset="-120"/>
              </a:rPr>
              <a:t>git branch</a:t>
            </a:r>
          </a:p>
          <a:p>
            <a:pPr marL="0" indent="0" algn="l">
              <a:buNone/>
            </a:pPr>
            <a:r>
              <a:rPr lang="en-US" sz="1400" dirty="0">
                <a:solidFill>
                  <a:srgbClr val="8ECAE6"/>
                </a:solidFill>
                <a:latin typeface="Segoe UI" panose="020B0502040204020203" pitchFamily="34" charset="0"/>
                <a:ea typeface="Consolas" pitchFamily="49" charset="-122"/>
                <a:cs typeface="Consolas" pitchFamily="49" charset="-120"/>
              </a:rPr>
              <a:t>* main</a:t>
            </a:r>
          </a:p>
          <a:p>
            <a:pPr marL="0" indent="0" algn="l">
              <a:buNone/>
            </a:pPr>
            <a:endParaRPr lang="en-US" sz="1400" dirty="0">
              <a:latin typeface="Segoe UI" panose="020B0502040204020203" pitchFamily="34" charset="0"/>
            </a:endParaRPr>
          </a:p>
          <a:p>
            <a:pPr marL="0" indent="0" algn="l">
              <a:buNone/>
            </a:pPr>
            <a:r>
              <a:rPr lang="en-US" sz="1400" dirty="0">
                <a:solidFill>
                  <a:srgbClr val="5A6B7D"/>
                </a:solidFill>
                <a:latin typeface="Segoe UI" panose="020B0502040204020203" pitchFamily="34" charset="0"/>
                <a:ea typeface="Consolas" pitchFamily="49" charset="-122"/>
                <a:cs typeface="Consolas" pitchFamily="49" charset="-120"/>
              </a:rPr>
              <a:t># Create a new branch</a:t>
            </a:r>
          </a:p>
          <a:p>
            <a:pPr marL="0" indent="0" algn="l">
              <a:buNone/>
            </a:pPr>
            <a:r>
              <a:rPr lang="en-US" sz="1400" dirty="0">
                <a:solidFill>
                  <a:srgbClr val="FFB703"/>
                </a:solidFill>
                <a:latin typeface="Segoe UI" panose="020B0502040204020203" pitchFamily="34" charset="0"/>
                <a:ea typeface="Consolas" pitchFamily="49" charset="-122"/>
                <a:cs typeface="Consolas" pitchFamily="49" charset="-120"/>
              </a:rPr>
              <a:t>git branch feature/add-config</a:t>
            </a:r>
          </a:p>
          <a:p>
            <a:pPr marL="0" indent="0" algn="l">
              <a:buNone/>
            </a:pPr>
            <a:endParaRPr lang="en-US" sz="1400" dirty="0">
              <a:latin typeface="Segoe UI" panose="020B0502040204020203" pitchFamily="34" charset="0"/>
            </a:endParaRPr>
          </a:p>
          <a:p>
            <a:pPr marL="0" indent="0" algn="l">
              <a:buNone/>
            </a:pPr>
            <a:r>
              <a:rPr lang="en-US" sz="1400" dirty="0">
                <a:solidFill>
                  <a:srgbClr val="5A6B7D"/>
                </a:solidFill>
                <a:latin typeface="Segoe UI" panose="020B0502040204020203" pitchFamily="34" charset="0"/>
                <a:ea typeface="Consolas" pitchFamily="49" charset="-122"/>
                <a:cs typeface="Consolas" pitchFamily="49" charset="-120"/>
              </a:rPr>
              <a:t># Switch to it</a:t>
            </a:r>
          </a:p>
          <a:p>
            <a:pPr marL="0" indent="0" algn="l">
              <a:buNone/>
            </a:pPr>
            <a:r>
              <a:rPr lang="en-US" sz="1400" dirty="0">
                <a:solidFill>
                  <a:srgbClr val="FFB703"/>
                </a:solidFill>
                <a:latin typeface="Segoe UI" panose="020B0502040204020203" pitchFamily="34" charset="0"/>
                <a:ea typeface="Consolas" pitchFamily="49" charset="-122"/>
                <a:cs typeface="Consolas" pitchFamily="49" charset="-120"/>
              </a:rPr>
              <a:t>git switch feature/add-config</a:t>
            </a:r>
          </a:p>
          <a:p>
            <a:pPr marL="0" indent="0" algn="l">
              <a:buNone/>
            </a:pPr>
            <a:r>
              <a:rPr lang="en-US" sz="1400" dirty="0">
                <a:solidFill>
                  <a:srgbClr val="8ECAE6"/>
                </a:solidFill>
                <a:latin typeface="Segoe UI" panose="020B0502040204020203" pitchFamily="34" charset="0"/>
                <a:ea typeface="Consolas" pitchFamily="49" charset="-122"/>
                <a:cs typeface="Consolas" pitchFamily="49" charset="-120"/>
              </a:rPr>
              <a:t>Switched to branch 'feature/add-config'</a:t>
            </a:r>
          </a:p>
          <a:p>
            <a:pPr marL="0" indent="0" algn="l">
              <a:buNone/>
            </a:pPr>
            <a:endParaRPr lang="en-US" sz="1400" dirty="0">
              <a:latin typeface="Segoe UI" panose="020B0502040204020203" pitchFamily="34" charset="0"/>
            </a:endParaRPr>
          </a:p>
          <a:p>
            <a:pPr marL="0" indent="0" algn="l">
              <a:buNone/>
            </a:pPr>
            <a:r>
              <a:rPr lang="en-US" sz="1400" dirty="0">
                <a:solidFill>
                  <a:srgbClr val="5A6B7D"/>
                </a:solidFill>
                <a:latin typeface="Segoe UI" panose="020B0502040204020203" pitchFamily="34" charset="0"/>
                <a:ea typeface="Consolas" pitchFamily="49" charset="-122"/>
                <a:cs typeface="Consolas" pitchFamily="49" charset="-120"/>
              </a:rPr>
              <a:t># Create and switch in one step</a:t>
            </a:r>
          </a:p>
          <a:p>
            <a:pPr marL="0" indent="0" algn="l">
              <a:buNone/>
            </a:pPr>
            <a:r>
              <a:rPr lang="en-US" sz="1400" dirty="0">
                <a:solidFill>
                  <a:srgbClr val="FFB703"/>
                </a:solidFill>
                <a:latin typeface="Segoe UI" panose="020B0502040204020203" pitchFamily="34" charset="0"/>
                <a:ea typeface="Consolas" pitchFamily="49" charset="-122"/>
                <a:cs typeface="Consolas" pitchFamily="49" charset="-120"/>
              </a:rPr>
              <a:t>git switch -c feature/new-feature</a:t>
            </a:r>
          </a:p>
          <a:p>
            <a:pPr marL="0" indent="0" algn="l">
              <a:buNone/>
            </a:pPr>
            <a:endParaRPr lang="en-US" sz="1400" dirty="0">
              <a:latin typeface="Segoe UI" panose="020B0502040204020203" pitchFamily="34" charset="0"/>
            </a:endParaRPr>
          </a:p>
          <a:p>
            <a:pPr marL="0" indent="0" algn="l">
              <a:buNone/>
            </a:pPr>
            <a:r>
              <a:rPr lang="en-US" sz="1400" dirty="0">
                <a:solidFill>
                  <a:srgbClr val="FFB703"/>
                </a:solidFill>
                <a:latin typeface="Segoe UI" panose="020B0502040204020203" pitchFamily="34" charset="0"/>
                <a:ea typeface="Consolas" pitchFamily="49" charset="-122"/>
                <a:cs typeface="Consolas" pitchFamily="49" charset="-120"/>
              </a:rPr>
              <a:t>git branch</a:t>
            </a:r>
          </a:p>
          <a:p>
            <a:pPr marL="0" indent="0" algn="l">
              <a:buNone/>
            </a:pPr>
            <a:r>
              <a:rPr lang="en-US" sz="1400" dirty="0">
                <a:solidFill>
                  <a:srgbClr val="8ECAE6"/>
                </a:solidFill>
                <a:latin typeface="Segoe UI" panose="020B0502040204020203" pitchFamily="34" charset="0"/>
                <a:ea typeface="Consolas" pitchFamily="49" charset="-122"/>
                <a:cs typeface="Consolas" pitchFamily="49" charset="-120"/>
              </a:rPr>
              <a:t>* feature/add-config    main</a:t>
            </a:r>
          </a:p>
        </p:txBody>
      </p:sp>
      <p:sp>
        <p:nvSpPr>
          <p:cNvPr id="5" name="Course footer">
            <a:extLst>
              <a:ext uri="{FF2B5EF4-FFF2-40B4-BE49-F238E27FC236}">
                <a16:creationId xmlns:a16="http://schemas.microsoft.com/office/drawing/2014/main" id="{9AC9E8C2-86C1-E324-F2B5-B68D558397D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71AB3A38-3B32-3BDD-8362-6269EF634F0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5083334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7DFB-5270-E59C-D862-E6101CDEF717}"/>
              </a:ext>
            </a:extLst>
          </p:cNvPr>
          <p:cNvSpPr>
            <a:spLocks noGrp="1"/>
          </p:cNvSpPr>
          <p:nvPr>
            <p:ph type="title"/>
          </p:nvPr>
        </p:nvSpPr>
        <p:spPr/>
        <p:txBody>
          <a:bodyPr wrap="square">
            <a:noAutofit/>
          </a:bodyPr>
          <a:lstStyle/>
          <a:p>
            <a:r>
              <a:rPr lang="en-GB"/>
              <a:t>Branch Isolation in Practice</a:t>
            </a:r>
          </a:p>
        </p:txBody>
      </p:sp>
      <p:sp>
        <p:nvSpPr>
          <p:cNvPr id="3" name="LH">
            <a:extLst>
              <a:ext uri="{FF2B5EF4-FFF2-40B4-BE49-F238E27FC236}">
                <a16:creationId xmlns:a16="http://schemas.microsoft.com/office/drawing/2014/main" id="{49722076-EC6D-B350-296F-B60725A74A49}"/>
              </a:ext>
            </a:extLst>
          </p:cNvPr>
          <p:cNvSpPr/>
          <p:nvPr/>
        </p:nvSpPr>
        <p:spPr>
          <a:xfrm>
            <a:off x="361950" y="1502251"/>
            <a:ext cx="4115520" cy="457200"/>
          </a:xfrm>
          <a:prstGeom prst="rect">
            <a:avLst/>
          </a:prstGeom>
          <a:solidFill>
            <a:srgbClr val="243A5E"/>
          </a:solidFill>
          <a:ln w="12700">
            <a:solidFill>
              <a:srgbClr val="243A5E"/>
            </a:solidFill>
            <a:prstDash val="solid"/>
          </a:ln>
        </p:spPr>
        <p:txBody>
          <a:bodyPr/>
          <a:lstStyle/>
          <a:p>
            <a:endParaRPr lang="en-GB"/>
          </a:p>
        </p:txBody>
      </p:sp>
      <p:sp>
        <p:nvSpPr>
          <p:cNvPr id="4" name="LT">
            <a:extLst>
              <a:ext uri="{FF2B5EF4-FFF2-40B4-BE49-F238E27FC236}">
                <a16:creationId xmlns:a16="http://schemas.microsoft.com/office/drawing/2014/main" id="{F0942AC6-2DC3-F6AB-ED50-1A9237406C60}"/>
              </a:ext>
            </a:extLst>
          </p:cNvPr>
          <p:cNvSpPr/>
          <p:nvPr/>
        </p:nvSpPr>
        <p:spPr>
          <a:xfrm>
            <a:off x="361950" y="1502251"/>
            <a:ext cx="4115520" cy="45720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egoe UI" panose="020B0502040204020203" pitchFamily="34" charset="0"/>
                <a:ea typeface="Calibri" pitchFamily="34" charset="-122"/>
                <a:cs typeface="Calibri" pitchFamily="34" charset="-120"/>
              </a:rPr>
              <a:t>On feature/add-config</a:t>
            </a:r>
            <a:endParaRPr lang="en-US" sz="1400" dirty="0">
              <a:latin typeface="Segoe UI" panose="020B0502040204020203" pitchFamily="34" charset="0"/>
            </a:endParaRPr>
          </a:p>
        </p:txBody>
      </p:sp>
      <p:sp>
        <p:nvSpPr>
          <p:cNvPr id="5" name="Dot22">
            <a:extLst>
              <a:ext uri="{FF2B5EF4-FFF2-40B4-BE49-F238E27FC236}">
                <a16:creationId xmlns:a16="http://schemas.microsoft.com/office/drawing/2014/main" id="{C62C6124-0F7D-37DD-3296-C78821FFDA3B}"/>
              </a:ext>
            </a:extLst>
          </p:cNvPr>
          <p:cNvSpPr/>
          <p:nvPr/>
        </p:nvSpPr>
        <p:spPr>
          <a:xfrm>
            <a:off x="361950" y="208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6" name="BT22">
            <a:extLst>
              <a:ext uri="{FF2B5EF4-FFF2-40B4-BE49-F238E27FC236}">
                <a16:creationId xmlns:a16="http://schemas.microsoft.com/office/drawing/2014/main" id="{F4925464-4BD0-2617-DD03-37CD9B1A5D64}"/>
              </a:ext>
            </a:extLst>
          </p:cNvPr>
          <p:cNvSpPr/>
          <p:nvPr/>
        </p:nvSpPr>
        <p:spPr>
          <a:xfrm>
            <a:off x="910590" y="200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Changes here do not affect main</a:t>
            </a:r>
            <a:endParaRPr lang="en-US" sz="1200" dirty="0">
              <a:latin typeface="Segoe UI" panose="020B0502040204020203" pitchFamily="34" charset="0"/>
            </a:endParaRPr>
          </a:p>
        </p:txBody>
      </p:sp>
      <p:sp>
        <p:nvSpPr>
          <p:cNvPr id="7" name="LD0">
            <a:extLst>
              <a:ext uri="{FF2B5EF4-FFF2-40B4-BE49-F238E27FC236}">
                <a16:creationId xmlns:a16="http://schemas.microsoft.com/office/drawing/2014/main" id="{02FF1E8D-7BA6-0AEB-0F5C-57BDA93DA20F}"/>
              </a:ext>
            </a:extLst>
          </p:cNvPr>
          <p:cNvSpPr/>
          <p:nvPr/>
        </p:nvSpPr>
        <p:spPr>
          <a:xfrm>
            <a:off x="361950" y="2522251"/>
            <a:ext cx="4115520" cy="0"/>
          </a:xfrm>
          <a:prstGeom prst="line">
            <a:avLst/>
          </a:prstGeom>
          <a:noFill/>
          <a:ln w="6350">
            <a:solidFill>
              <a:srgbClr val="BFD9E6"/>
            </a:solidFill>
            <a:prstDash val="solid"/>
          </a:ln>
        </p:spPr>
        <p:txBody>
          <a:bodyPr/>
          <a:lstStyle/>
          <a:p>
            <a:endParaRPr lang="en-GB"/>
          </a:p>
        </p:txBody>
      </p:sp>
      <p:sp>
        <p:nvSpPr>
          <p:cNvPr id="8" name="Dot24">
            <a:extLst>
              <a:ext uri="{FF2B5EF4-FFF2-40B4-BE49-F238E27FC236}">
                <a16:creationId xmlns:a16="http://schemas.microsoft.com/office/drawing/2014/main" id="{7045E612-31AE-7AC7-8A6F-AD8C4CCB8A58}"/>
              </a:ext>
            </a:extLst>
          </p:cNvPr>
          <p:cNvSpPr/>
          <p:nvPr/>
        </p:nvSpPr>
        <p:spPr>
          <a:xfrm>
            <a:off x="361950" y="264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9" name="BT24">
            <a:extLst>
              <a:ext uri="{FF2B5EF4-FFF2-40B4-BE49-F238E27FC236}">
                <a16:creationId xmlns:a16="http://schemas.microsoft.com/office/drawing/2014/main" id="{A8482CBA-E4C4-9E63-8520-71733E625971}"/>
              </a:ext>
            </a:extLst>
          </p:cNvPr>
          <p:cNvSpPr/>
          <p:nvPr/>
        </p:nvSpPr>
        <p:spPr>
          <a:xfrm>
            <a:off x="910590" y="256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Commit freely without risk</a:t>
            </a:r>
            <a:endParaRPr lang="en-US" sz="1200" dirty="0">
              <a:latin typeface="Segoe UI" panose="020B0502040204020203" pitchFamily="34" charset="0"/>
            </a:endParaRPr>
          </a:p>
        </p:txBody>
      </p:sp>
      <p:sp>
        <p:nvSpPr>
          <p:cNvPr id="10" name="LD1">
            <a:extLst>
              <a:ext uri="{FF2B5EF4-FFF2-40B4-BE49-F238E27FC236}">
                <a16:creationId xmlns:a16="http://schemas.microsoft.com/office/drawing/2014/main" id="{1E5810D0-53E2-0B3E-DF12-6CBA22D9BD5D}"/>
              </a:ext>
            </a:extLst>
          </p:cNvPr>
          <p:cNvSpPr/>
          <p:nvPr/>
        </p:nvSpPr>
        <p:spPr>
          <a:xfrm>
            <a:off x="361950" y="3082251"/>
            <a:ext cx="4115520" cy="0"/>
          </a:xfrm>
          <a:prstGeom prst="line">
            <a:avLst/>
          </a:prstGeom>
          <a:noFill/>
          <a:ln w="6350">
            <a:solidFill>
              <a:srgbClr val="BFD9E6"/>
            </a:solidFill>
            <a:prstDash val="solid"/>
          </a:ln>
        </p:spPr>
        <p:txBody>
          <a:bodyPr/>
          <a:lstStyle/>
          <a:p>
            <a:endParaRPr lang="en-GB"/>
          </a:p>
        </p:txBody>
      </p:sp>
      <p:sp>
        <p:nvSpPr>
          <p:cNvPr id="11" name="Dot26">
            <a:extLst>
              <a:ext uri="{FF2B5EF4-FFF2-40B4-BE49-F238E27FC236}">
                <a16:creationId xmlns:a16="http://schemas.microsoft.com/office/drawing/2014/main" id="{E6599275-EB0A-BD94-D554-6FF47801B4A6}"/>
              </a:ext>
            </a:extLst>
          </p:cNvPr>
          <p:cNvSpPr/>
          <p:nvPr/>
        </p:nvSpPr>
        <p:spPr>
          <a:xfrm>
            <a:off x="361950" y="320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12" name="BT26">
            <a:extLst>
              <a:ext uri="{FF2B5EF4-FFF2-40B4-BE49-F238E27FC236}">
                <a16:creationId xmlns:a16="http://schemas.microsoft.com/office/drawing/2014/main" id="{A6B136E5-034B-1992-BC05-56925EC91F93}"/>
              </a:ext>
            </a:extLst>
          </p:cNvPr>
          <p:cNvSpPr/>
          <p:nvPr/>
        </p:nvSpPr>
        <p:spPr>
          <a:xfrm>
            <a:off x="910590" y="312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switch main to return</a:t>
            </a:r>
            <a:endParaRPr lang="en-US" sz="1200" dirty="0">
              <a:latin typeface="Segoe UI" panose="020B0502040204020203" pitchFamily="34" charset="0"/>
            </a:endParaRPr>
          </a:p>
        </p:txBody>
      </p:sp>
      <p:sp>
        <p:nvSpPr>
          <p:cNvPr id="13" name="LD2">
            <a:extLst>
              <a:ext uri="{FF2B5EF4-FFF2-40B4-BE49-F238E27FC236}">
                <a16:creationId xmlns:a16="http://schemas.microsoft.com/office/drawing/2014/main" id="{3543DBFE-B6C0-31D3-F6D8-439EAB93A124}"/>
              </a:ext>
            </a:extLst>
          </p:cNvPr>
          <p:cNvSpPr/>
          <p:nvPr/>
        </p:nvSpPr>
        <p:spPr>
          <a:xfrm>
            <a:off x="361950" y="3642251"/>
            <a:ext cx="4115520" cy="0"/>
          </a:xfrm>
          <a:prstGeom prst="line">
            <a:avLst/>
          </a:prstGeom>
          <a:noFill/>
          <a:ln w="6350">
            <a:solidFill>
              <a:srgbClr val="BFD9E6"/>
            </a:solidFill>
            <a:prstDash val="solid"/>
          </a:ln>
        </p:spPr>
        <p:txBody>
          <a:bodyPr/>
          <a:lstStyle/>
          <a:p>
            <a:endParaRPr lang="en-GB"/>
          </a:p>
        </p:txBody>
      </p:sp>
      <p:sp>
        <p:nvSpPr>
          <p:cNvPr id="14" name="Dot28">
            <a:extLst>
              <a:ext uri="{FF2B5EF4-FFF2-40B4-BE49-F238E27FC236}">
                <a16:creationId xmlns:a16="http://schemas.microsoft.com/office/drawing/2014/main" id="{BD8B784E-F064-838D-B906-5E9940920E1E}"/>
              </a:ext>
            </a:extLst>
          </p:cNvPr>
          <p:cNvSpPr/>
          <p:nvPr/>
        </p:nvSpPr>
        <p:spPr>
          <a:xfrm>
            <a:off x="361950" y="376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15" name="BT28">
            <a:extLst>
              <a:ext uri="{FF2B5EF4-FFF2-40B4-BE49-F238E27FC236}">
                <a16:creationId xmlns:a16="http://schemas.microsoft.com/office/drawing/2014/main" id="{48B910BC-E4F7-85AE-EC4A-2D1626E06AC9}"/>
              </a:ext>
            </a:extLst>
          </p:cNvPr>
          <p:cNvSpPr/>
          <p:nvPr/>
        </p:nvSpPr>
        <p:spPr>
          <a:xfrm>
            <a:off x="910590" y="368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main stays in a deployable state</a:t>
            </a:r>
            <a:endParaRPr lang="en-US" sz="1200" dirty="0">
              <a:latin typeface="Segoe UI" panose="020B0502040204020203" pitchFamily="34" charset="0"/>
            </a:endParaRPr>
          </a:p>
        </p:txBody>
      </p:sp>
      <p:sp>
        <p:nvSpPr>
          <p:cNvPr id="16" name="RH">
            <a:extLst>
              <a:ext uri="{FF2B5EF4-FFF2-40B4-BE49-F238E27FC236}">
                <a16:creationId xmlns:a16="http://schemas.microsoft.com/office/drawing/2014/main" id="{79F5D283-86E9-3B55-9CC8-03B02BA3BE7D}"/>
              </a:ext>
            </a:extLst>
          </p:cNvPr>
          <p:cNvSpPr/>
          <p:nvPr/>
        </p:nvSpPr>
        <p:spPr>
          <a:xfrm>
            <a:off x="4660350" y="1502251"/>
            <a:ext cx="4115520" cy="457200"/>
          </a:xfrm>
          <a:prstGeom prst="rect">
            <a:avLst/>
          </a:prstGeom>
          <a:solidFill>
            <a:srgbClr val="0076D4"/>
          </a:solidFill>
          <a:ln w="12700">
            <a:solidFill>
              <a:srgbClr val="0076D4"/>
            </a:solidFill>
            <a:prstDash val="solid"/>
          </a:ln>
        </p:spPr>
        <p:txBody>
          <a:bodyPr/>
          <a:lstStyle/>
          <a:p>
            <a:endParaRPr lang="en-GB"/>
          </a:p>
        </p:txBody>
      </p:sp>
      <p:sp>
        <p:nvSpPr>
          <p:cNvPr id="17" name="RT">
            <a:extLst>
              <a:ext uri="{FF2B5EF4-FFF2-40B4-BE49-F238E27FC236}">
                <a16:creationId xmlns:a16="http://schemas.microsoft.com/office/drawing/2014/main" id="{890536E5-C5B6-9861-DA7E-E46CF329C3BB}"/>
              </a:ext>
            </a:extLst>
          </p:cNvPr>
          <p:cNvSpPr/>
          <p:nvPr/>
        </p:nvSpPr>
        <p:spPr>
          <a:xfrm>
            <a:off x="4660350" y="1502251"/>
            <a:ext cx="4115520" cy="45720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egoe UI" panose="020B0502040204020203" pitchFamily="34" charset="0"/>
                <a:ea typeface="Calibri" pitchFamily="34" charset="-122"/>
                <a:cs typeface="Calibri" pitchFamily="34" charset="-120"/>
              </a:rPr>
              <a:t>Why this matters</a:t>
            </a:r>
            <a:endParaRPr lang="en-US" sz="1400" dirty="0">
              <a:latin typeface="Segoe UI" panose="020B0502040204020203" pitchFamily="34" charset="0"/>
            </a:endParaRPr>
          </a:p>
        </p:txBody>
      </p:sp>
      <p:sp>
        <p:nvSpPr>
          <p:cNvPr id="18" name="Dot42">
            <a:extLst>
              <a:ext uri="{FF2B5EF4-FFF2-40B4-BE49-F238E27FC236}">
                <a16:creationId xmlns:a16="http://schemas.microsoft.com/office/drawing/2014/main" id="{33A37EF7-4B19-448F-B2D4-D3EA67C6A6C9}"/>
              </a:ext>
            </a:extLst>
          </p:cNvPr>
          <p:cNvSpPr/>
          <p:nvPr/>
        </p:nvSpPr>
        <p:spPr>
          <a:xfrm>
            <a:off x="4660350" y="208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19" name="BT42">
            <a:extLst>
              <a:ext uri="{FF2B5EF4-FFF2-40B4-BE49-F238E27FC236}">
                <a16:creationId xmlns:a16="http://schemas.microsoft.com/office/drawing/2014/main" id="{C789B40A-64A4-730C-C583-F123635FBD5C}"/>
              </a:ext>
            </a:extLst>
          </p:cNvPr>
          <p:cNvSpPr/>
          <p:nvPr/>
        </p:nvSpPr>
        <p:spPr>
          <a:xfrm>
            <a:off x="5208990" y="200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Safe experimentation without impact</a:t>
            </a:r>
            <a:endParaRPr lang="en-US" sz="1200" dirty="0">
              <a:latin typeface="Segoe UI" panose="020B0502040204020203" pitchFamily="34" charset="0"/>
            </a:endParaRPr>
          </a:p>
        </p:txBody>
      </p:sp>
      <p:sp>
        <p:nvSpPr>
          <p:cNvPr id="20" name="RD0">
            <a:extLst>
              <a:ext uri="{FF2B5EF4-FFF2-40B4-BE49-F238E27FC236}">
                <a16:creationId xmlns:a16="http://schemas.microsoft.com/office/drawing/2014/main" id="{7672CB4C-3722-C55D-DE3D-CF3C60849458}"/>
              </a:ext>
            </a:extLst>
          </p:cNvPr>
          <p:cNvSpPr/>
          <p:nvPr/>
        </p:nvSpPr>
        <p:spPr>
          <a:xfrm>
            <a:off x="4660350" y="2522251"/>
            <a:ext cx="4115520" cy="0"/>
          </a:xfrm>
          <a:prstGeom prst="line">
            <a:avLst/>
          </a:prstGeom>
          <a:noFill/>
          <a:ln w="6350">
            <a:solidFill>
              <a:srgbClr val="BFD9E6"/>
            </a:solidFill>
            <a:prstDash val="solid"/>
          </a:ln>
        </p:spPr>
        <p:txBody>
          <a:bodyPr/>
          <a:lstStyle/>
          <a:p>
            <a:endParaRPr lang="en-GB"/>
          </a:p>
        </p:txBody>
      </p:sp>
      <p:sp>
        <p:nvSpPr>
          <p:cNvPr id="21" name="Dot44">
            <a:extLst>
              <a:ext uri="{FF2B5EF4-FFF2-40B4-BE49-F238E27FC236}">
                <a16:creationId xmlns:a16="http://schemas.microsoft.com/office/drawing/2014/main" id="{0A69D035-76A2-BD96-3BEC-AC1F07D96986}"/>
              </a:ext>
            </a:extLst>
          </p:cNvPr>
          <p:cNvSpPr/>
          <p:nvPr/>
        </p:nvSpPr>
        <p:spPr>
          <a:xfrm>
            <a:off x="4660350" y="264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22" name="BT44">
            <a:extLst>
              <a:ext uri="{FF2B5EF4-FFF2-40B4-BE49-F238E27FC236}">
                <a16:creationId xmlns:a16="http://schemas.microsoft.com/office/drawing/2014/main" id="{087DBCF3-8388-A388-F066-D055E6A8F0CF}"/>
              </a:ext>
            </a:extLst>
          </p:cNvPr>
          <p:cNvSpPr/>
          <p:nvPr/>
        </p:nvSpPr>
        <p:spPr>
          <a:xfrm>
            <a:off x="5208990" y="256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Multiple engineers work in parallel</a:t>
            </a:r>
            <a:endParaRPr lang="en-US" sz="1200" dirty="0">
              <a:latin typeface="Segoe UI" panose="020B0502040204020203" pitchFamily="34" charset="0"/>
            </a:endParaRPr>
          </a:p>
        </p:txBody>
      </p:sp>
      <p:sp>
        <p:nvSpPr>
          <p:cNvPr id="23" name="RD1">
            <a:extLst>
              <a:ext uri="{FF2B5EF4-FFF2-40B4-BE49-F238E27FC236}">
                <a16:creationId xmlns:a16="http://schemas.microsoft.com/office/drawing/2014/main" id="{81A6516D-7810-5D25-0478-D0E4622823B2}"/>
              </a:ext>
            </a:extLst>
          </p:cNvPr>
          <p:cNvSpPr/>
          <p:nvPr/>
        </p:nvSpPr>
        <p:spPr>
          <a:xfrm>
            <a:off x="4660350" y="3082251"/>
            <a:ext cx="4115520" cy="0"/>
          </a:xfrm>
          <a:prstGeom prst="line">
            <a:avLst/>
          </a:prstGeom>
          <a:noFill/>
          <a:ln w="6350">
            <a:solidFill>
              <a:srgbClr val="BFD9E6"/>
            </a:solidFill>
            <a:prstDash val="solid"/>
          </a:ln>
        </p:spPr>
        <p:txBody>
          <a:bodyPr/>
          <a:lstStyle/>
          <a:p>
            <a:endParaRPr lang="en-GB"/>
          </a:p>
        </p:txBody>
      </p:sp>
      <p:sp>
        <p:nvSpPr>
          <p:cNvPr id="24" name="Dot46">
            <a:extLst>
              <a:ext uri="{FF2B5EF4-FFF2-40B4-BE49-F238E27FC236}">
                <a16:creationId xmlns:a16="http://schemas.microsoft.com/office/drawing/2014/main" id="{83E89F5F-33C5-73B3-070D-1DB7182CAD74}"/>
              </a:ext>
            </a:extLst>
          </p:cNvPr>
          <p:cNvSpPr/>
          <p:nvPr/>
        </p:nvSpPr>
        <p:spPr>
          <a:xfrm>
            <a:off x="4660350" y="320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25" name="BT46">
            <a:extLst>
              <a:ext uri="{FF2B5EF4-FFF2-40B4-BE49-F238E27FC236}">
                <a16:creationId xmlns:a16="http://schemas.microsoft.com/office/drawing/2014/main" id="{CBD04A23-35E8-162C-D5C9-7A3360E75C58}"/>
              </a:ext>
            </a:extLst>
          </p:cNvPr>
          <p:cNvSpPr/>
          <p:nvPr/>
        </p:nvSpPr>
        <p:spPr>
          <a:xfrm>
            <a:off x="5208990" y="312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Broken code stays on the feature branch</a:t>
            </a:r>
            <a:endParaRPr lang="en-US" sz="1200" dirty="0">
              <a:latin typeface="Segoe UI" panose="020B0502040204020203" pitchFamily="34" charset="0"/>
            </a:endParaRPr>
          </a:p>
        </p:txBody>
      </p:sp>
      <p:sp>
        <p:nvSpPr>
          <p:cNvPr id="26" name="RD2">
            <a:extLst>
              <a:ext uri="{FF2B5EF4-FFF2-40B4-BE49-F238E27FC236}">
                <a16:creationId xmlns:a16="http://schemas.microsoft.com/office/drawing/2014/main" id="{5D1F5770-9BA3-CE2A-B352-910A85ECB001}"/>
              </a:ext>
            </a:extLst>
          </p:cNvPr>
          <p:cNvSpPr/>
          <p:nvPr/>
        </p:nvSpPr>
        <p:spPr>
          <a:xfrm>
            <a:off x="4660350" y="3642251"/>
            <a:ext cx="4115520" cy="0"/>
          </a:xfrm>
          <a:prstGeom prst="line">
            <a:avLst/>
          </a:prstGeom>
          <a:noFill/>
          <a:ln w="6350">
            <a:solidFill>
              <a:srgbClr val="BFD9E6"/>
            </a:solidFill>
            <a:prstDash val="solid"/>
          </a:ln>
        </p:spPr>
        <p:txBody>
          <a:bodyPr/>
          <a:lstStyle/>
          <a:p>
            <a:endParaRPr lang="en-GB"/>
          </a:p>
        </p:txBody>
      </p:sp>
      <p:sp>
        <p:nvSpPr>
          <p:cNvPr id="27" name="Dot48">
            <a:extLst>
              <a:ext uri="{FF2B5EF4-FFF2-40B4-BE49-F238E27FC236}">
                <a16:creationId xmlns:a16="http://schemas.microsoft.com/office/drawing/2014/main" id="{3EB695A3-732D-8F83-CA55-6BAF8A65ED1F}"/>
              </a:ext>
            </a:extLst>
          </p:cNvPr>
          <p:cNvSpPr/>
          <p:nvPr/>
        </p:nvSpPr>
        <p:spPr>
          <a:xfrm>
            <a:off x="4660350" y="3762251"/>
            <a:ext cx="402336" cy="402336"/>
          </a:xfrm>
          <a:prstGeom prst="ellipse">
            <a:avLst/>
          </a:prstGeom>
          <a:solidFill>
            <a:srgbClr val="0076D4"/>
          </a:solidFill>
          <a:ln w="12700">
            <a:solidFill>
              <a:srgbClr val="0076D4"/>
            </a:solidFill>
            <a:prstDash val="solid"/>
          </a:ln>
        </p:spPr>
        <p:txBody>
          <a:bodyPr/>
          <a:lstStyle/>
          <a:p>
            <a:endParaRPr lang="en-GB"/>
          </a:p>
        </p:txBody>
      </p:sp>
      <p:sp>
        <p:nvSpPr>
          <p:cNvPr id="28" name="BT48">
            <a:extLst>
              <a:ext uri="{FF2B5EF4-FFF2-40B4-BE49-F238E27FC236}">
                <a16:creationId xmlns:a16="http://schemas.microsoft.com/office/drawing/2014/main" id="{B54F5C4A-D4FF-D4C1-FC4A-C17D1E03776C}"/>
              </a:ext>
            </a:extLst>
          </p:cNvPr>
          <p:cNvSpPr/>
          <p:nvPr/>
        </p:nvSpPr>
        <p:spPr>
          <a:xfrm>
            <a:off x="5208990" y="368909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Merge only when work is reviewed and tested</a:t>
            </a:r>
            <a:endParaRPr lang="en-US" sz="1200" dirty="0">
              <a:latin typeface="Segoe UI" panose="020B0502040204020203" pitchFamily="34" charset="0"/>
            </a:endParaRPr>
          </a:p>
        </p:txBody>
      </p:sp>
      <p:sp>
        <p:nvSpPr>
          <p:cNvPr id="29" name="Course footer">
            <a:extLst>
              <a:ext uri="{FF2B5EF4-FFF2-40B4-BE49-F238E27FC236}">
                <a16:creationId xmlns:a16="http://schemas.microsoft.com/office/drawing/2014/main" id="{6C004C69-165D-39FF-9B57-B24C3A498FD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0" name="TextBox 29">
            <a:extLst>
              <a:ext uri="{FF2B5EF4-FFF2-40B4-BE49-F238E27FC236}">
                <a16:creationId xmlns:a16="http://schemas.microsoft.com/office/drawing/2014/main" id="{FC95A425-A78D-FC19-2E00-20D08AC567E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6959177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C3F6-128E-8A47-0267-0D4CED931746}"/>
              </a:ext>
            </a:extLst>
          </p:cNvPr>
          <p:cNvSpPr>
            <a:spLocks noGrp="1"/>
          </p:cNvSpPr>
          <p:nvPr>
            <p:ph type="title"/>
          </p:nvPr>
        </p:nvSpPr>
        <p:spPr/>
        <p:txBody>
          <a:bodyPr wrap="square">
            <a:noAutofit/>
          </a:bodyPr>
          <a:lstStyle/>
          <a:p>
            <a:r>
              <a:rPr lang="en-GB"/>
              <a:t>GitHub, Pull Requests, and Collaboration</a:t>
            </a:r>
          </a:p>
        </p:txBody>
      </p:sp>
    </p:spTree>
    <p:extLst>
      <p:ext uri="{BB962C8B-B14F-4D97-AF65-F5344CB8AC3E}">
        <p14:creationId xmlns:p14="http://schemas.microsoft.com/office/powerpoint/2010/main" val="125204189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80705-C7C9-ED99-F5E7-9C548411BE90}"/>
              </a:ext>
            </a:extLst>
          </p:cNvPr>
          <p:cNvSpPr>
            <a:spLocks noGrp="1"/>
          </p:cNvSpPr>
          <p:nvPr>
            <p:ph type="title"/>
          </p:nvPr>
        </p:nvSpPr>
        <p:spPr/>
        <p:txBody>
          <a:bodyPr wrap="square">
            <a:noAutofit/>
          </a:bodyPr>
          <a:lstStyle/>
          <a:p>
            <a:r>
              <a:rPr lang="en-GB"/>
              <a:t>Introduction to GitHub</a:t>
            </a:r>
          </a:p>
        </p:txBody>
      </p:sp>
      <p:sp>
        <p:nvSpPr>
          <p:cNvPr id="3" name="Dot20">
            <a:extLst>
              <a:ext uri="{FF2B5EF4-FFF2-40B4-BE49-F238E27FC236}">
                <a16:creationId xmlns:a16="http://schemas.microsoft.com/office/drawing/2014/main" id="{83F5CB4F-EE4D-51DB-9DD5-CAB0F1A25C70}"/>
              </a:ext>
            </a:extLst>
          </p:cNvPr>
          <p:cNvSpPr/>
          <p:nvPr/>
        </p:nvSpPr>
        <p:spPr>
          <a:xfrm>
            <a:off x="273050" y="142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4" name="BT20">
            <a:extLst>
              <a:ext uri="{FF2B5EF4-FFF2-40B4-BE49-F238E27FC236}">
                <a16:creationId xmlns:a16="http://schemas.microsoft.com/office/drawing/2014/main" id="{6A465332-1A69-74F5-6130-42DAD843DB93}"/>
              </a:ext>
            </a:extLst>
          </p:cNvPr>
          <p:cNvSpPr/>
          <p:nvPr/>
        </p:nvSpPr>
        <p:spPr>
          <a:xfrm>
            <a:off x="821690" y="135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Cloud-hosted Git service owned by Microsoft since 2018</a:t>
            </a:r>
            <a:endParaRPr lang="en-US" sz="1350" dirty="0">
              <a:latin typeface="Segoe UI" panose="020B0502040204020203" pitchFamily="34" charset="0"/>
            </a:endParaRPr>
          </a:p>
        </p:txBody>
      </p:sp>
      <p:sp>
        <p:nvSpPr>
          <p:cNvPr id="5" name="D0">
            <a:extLst>
              <a:ext uri="{FF2B5EF4-FFF2-40B4-BE49-F238E27FC236}">
                <a16:creationId xmlns:a16="http://schemas.microsoft.com/office/drawing/2014/main" id="{B6B72824-ED58-670C-BB03-DCA64764B9FD}"/>
              </a:ext>
            </a:extLst>
          </p:cNvPr>
          <p:cNvSpPr/>
          <p:nvPr/>
        </p:nvSpPr>
        <p:spPr>
          <a:xfrm>
            <a:off x="273050" y="1904353"/>
            <a:ext cx="8595360" cy="0"/>
          </a:xfrm>
          <a:prstGeom prst="line">
            <a:avLst/>
          </a:prstGeom>
          <a:noFill/>
          <a:ln w="6350">
            <a:solidFill>
              <a:srgbClr val="BFD9E6"/>
            </a:solidFill>
            <a:prstDash val="solid"/>
          </a:ln>
        </p:spPr>
        <p:txBody>
          <a:bodyPr/>
          <a:lstStyle/>
          <a:p>
            <a:endParaRPr lang="en-GB"/>
          </a:p>
        </p:txBody>
      </p:sp>
      <p:sp>
        <p:nvSpPr>
          <p:cNvPr id="6" name="Dot22">
            <a:extLst>
              <a:ext uri="{FF2B5EF4-FFF2-40B4-BE49-F238E27FC236}">
                <a16:creationId xmlns:a16="http://schemas.microsoft.com/office/drawing/2014/main" id="{95BF06A8-0222-E611-6012-A86D62277680}"/>
              </a:ext>
            </a:extLst>
          </p:cNvPr>
          <p:cNvSpPr/>
          <p:nvPr/>
        </p:nvSpPr>
        <p:spPr>
          <a:xfrm>
            <a:off x="273050" y="204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7" name="BT22">
            <a:extLst>
              <a:ext uri="{FF2B5EF4-FFF2-40B4-BE49-F238E27FC236}">
                <a16:creationId xmlns:a16="http://schemas.microsoft.com/office/drawing/2014/main" id="{C7810210-E08D-30D1-2BA4-7528CA9FDE1B}"/>
              </a:ext>
            </a:extLst>
          </p:cNvPr>
          <p:cNvSpPr/>
          <p:nvPr/>
        </p:nvSpPr>
        <p:spPr>
          <a:xfrm>
            <a:off x="821690" y="197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Adds web interface, issues, pull requests, Actions (CI/CD), and wiki</a:t>
            </a:r>
            <a:endParaRPr lang="en-US" sz="1350" dirty="0">
              <a:latin typeface="Segoe UI" panose="020B0502040204020203" pitchFamily="34" charset="0"/>
            </a:endParaRPr>
          </a:p>
        </p:txBody>
      </p:sp>
      <p:sp>
        <p:nvSpPr>
          <p:cNvPr id="8" name="D1">
            <a:extLst>
              <a:ext uri="{FF2B5EF4-FFF2-40B4-BE49-F238E27FC236}">
                <a16:creationId xmlns:a16="http://schemas.microsoft.com/office/drawing/2014/main" id="{6DCCE489-575E-8451-CAEC-B7403D5F592F}"/>
              </a:ext>
            </a:extLst>
          </p:cNvPr>
          <p:cNvSpPr/>
          <p:nvPr/>
        </p:nvSpPr>
        <p:spPr>
          <a:xfrm>
            <a:off x="273050" y="2524353"/>
            <a:ext cx="8595360" cy="0"/>
          </a:xfrm>
          <a:prstGeom prst="line">
            <a:avLst/>
          </a:prstGeom>
          <a:noFill/>
          <a:ln w="6350">
            <a:solidFill>
              <a:srgbClr val="BFD9E6"/>
            </a:solidFill>
            <a:prstDash val="solid"/>
          </a:ln>
        </p:spPr>
        <p:txBody>
          <a:bodyPr/>
          <a:lstStyle/>
          <a:p>
            <a:endParaRPr lang="en-GB"/>
          </a:p>
        </p:txBody>
      </p:sp>
      <p:sp>
        <p:nvSpPr>
          <p:cNvPr id="9" name="Dot24">
            <a:extLst>
              <a:ext uri="{FF2B5EF4-FFF2-40B4-BE49-F238E27FC236}">
                <a16:creationId xmlns:a16="http://schemas.microsoft.com/office/drawing/2014/main" id="{5372A6C6-0443-5557-4526-CFB033290297}"/>
              </a:ext>
            </a:extLst>
          </p:cNvPr>
          <p:cNvSpPr/>
          <p:nvPr/>
        </p:nvSpPr>
        <p:spPr>
          <a:xfrm>
            <a:off x="273050" y="266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0" name="BT24">
            <a:extLst>
              <a:ext uri="{FF2B5EF4-FFF2-40B4-BE49-F238E27FC236}">
                <a16:creationId xmlns:a16="http://schemas.microsoft.com/office/drawing/2014/main" id="{23E008BF-B7DE-BC74-8063-006030785FE5}"/>
              </a:ext>
            </a:extLst>
          </p:cNvPr>
          <p:cNvSpPr/>
          <p:nvPr/>
        </p:nvSpPr>
        <p:spPr>
          <a:xfrm>
            <a:off x="821690" y="259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Public repos: open source sharing; private repos: team and org access</a:t>
            </a:r>
            <a:endParaRPr lang="en-US" sz="1350" dirty="0">
              <a:latin typeface="Segoe UI" panose="020B0502040204020203" pitchFamily="34" charset="0"/>
            </a:endParaRPr>
          </a:p>
        </p:txBody>
      </p:sp>
      <p:sp>
        <p:nvSpPr>
          <p:cNvPr id="11" name="D2">
            <a:extLst>
              <a:ext uri="{FF2B5EF4-FFF2-40B4-BE49-F238E27FC236}">
                <a16:creationId xmlns:a16="http://schemas.microsoft.com/office/drawing/2014/main" id="{FFFDB6F7-8894-C282-CDFC-2CE0A6E4565E}"/>
              </a:ext>
            </a:extLst>
          </p:cNvPr>
          <p:cNvSpPr/>
          <p:nvPr/>
        </p:nvSpPr>
        <p:spPr>
          <a:xfrm>
            <a:off x="273050" y="3144353"/>
            <a:ext cx="8595360" cy="0"/>
          </a:xfrm>
          <a:prstGeom prst="line">
            <a:avLst/>
          </a:prstGeom>
          <a:noFill/>
          <a:ln w="6350">
            <a:solidFill>
              <a:srgbClr val="BFD9E6"/>
            </a:solidFill>
            <a:prstDash val="solid"/>
          </a:ln>
        </p:spPr>
        <p:txBody>
          <a:bodyPr/>
          <a:lstStyle/>
          <a:p>
            <a:endParaRPr lang="en-GB"/>
          </a:p>
        </p:txBody>
      </p:sp>
      <p:sp>
        <p:nvSpPr>
          <p:cNvPr id="12" name="Dot26">
            <a:extLst>
              <a:ext uri="{FF2B5EF4-FFF2-40B4-BE49-F238E27FC236}">
                <a16:creationId xmlns:a16="http://schemas.microsoft.com/office/drawing/2014/main" id="{0D21A111-D309-A23D-D446-C799DBFE9571}"/>
              </a:ext>
            </a:extLst>
          </p:cNvPr>
          <p:cNvSpPr/>
          <p:nvPr/>
        </p:nvSpPr>
        <p:spPr>
          <a:xfrm>
            <a:off x="273050" y="328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3" name="BT26">
            <a:extLst>
              <a:ext uri="{FF2B5EF4-FFF2-40B4-BE49-F238E27FC236}">
                <a16:creationId xmlns:a16="http://schemas.microsoft.com/office/drawing/2014/main" id="{66CEBEC9-1434-1DBA-09C3-EF8DC1B6FBE3}"/>
              </a:ext>
            </a:extLst>
          </p:cNvPr>
          <p:cNvSpPr/>
          <p:nvPr/>
        </p:nvSpPr>
        <p:spPr>
          <a:xfrm>
            <a:off x="821690" y="321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GitHub CLI (gh): create repos, open PRs, and merge from the command line</a:t>
            </a:r>
            <a:endParaRPr lang="en-US" sz="1350" dirty="0">
              <a:latin typeface="Segoe UI" panose="020B0502040204020203" pitchFamily="34" charset="0"/>
            </a:endParaRPr>
          </a:p>
        </p:txBody>
      </p:sp>
      <p:sp>
        <p:nvSpPr>
          <p:cNvPr id="14" name="D3">
            <a:extLst>
              <a:ext uri="{FF2B5EF4-FFF2-40B4-BE49-F238E27FC236}">
                <a16:creationId xmlns:a16="http://schemas.microsoft.com/office/drawing/2014/main" id="{3AFEA781-977A-D012-CE6C-01A3B17B5D8A}"/>
              </a:ext>
            </a:extLst>
          </p:cNvPr>
          <p:cNvSpPr/>
          <p:nvPr/>
        </p:nvSpPr>
        <p:spPr>
          <a:xfrm>
            <a:off x="273050" y="3764353"/>
            <a:ext cx="8595360" cy="0"/>
          </a:xfrm>
          <a:prstGeom prst="line">
            <a:avLst/>
          </a:prstGeom>
          <a:noFill/>
          <a:ln w="6350">
            <a:solidFill>
              <a:srgbClr val="BFD9E6"/>
            </a:solidFill>
            <a:prstDash val="solid"/>
          </a:ln>
        </p:spPr>
        <p:txBody>
          <a:bodyPr/>
          <a:lstStyle/>
          <a:p>
            <a:endParaRPr lang="en-GB"/>
          </a:p>
        </p:txBody>
      </p:sp>
      <p:sp>
        <p:nvSpPr>
          <p:cNvPr id="15" name="Dot28">
            <a:extLst>
              <a:ext uri="{FF2B5EF4-FFF2-40B4-BE49-F238E27FC236}">
                <a16:creationId xmlns:a16="http://schemas.microsoft.com/office/drawing/2014/main" id="{8FC6AF76-3E4B-AD91-D8F2-C8C9BF896D81}"/>
              </a:ext>
            </a:extLst>
          </p:cNvPr>
          <p:cNvSpPr/>
          <p:nvPr/>
        </p:nvSpPr>
        <p:spPr>
          <a:xfrm>
            <a:off x="273050" y="3909353"/>
            <a:ext cx="402336" cy="402336"/>
          </a:xfrm>
          <a:prstGeom prst="ellipse">
            <a:avLst/>
          </a:prstGeom>
          <a:solidFill>
            <a:srgbClr val="0076D4"/>
          </a:solidFill>
          <a:ln w="12700">
            <a:solidFill>
              <a:srgbClr val="0076D4"/>
            </a:solidFill>
            <a:prstDash val="solid"/>
          </a:ln>
        </p:spPr>
        <p:txBody>
          <a:bodyPr/>
          <a:lstStyle/>
          <a:p>
            <a:endParaRPr lang="en-GB"/>
          </a:p>
        </p:txBody>
      </p:sp>
      <p:sp>
        <p:nvSpPr>
          <p:cNvPr id="16" name="BT28">
            <a:extLst>
              <a:ext uri="{FF2B5EF4-FFF2-40B4-BE49-F238E27FC236}">
                <a16:creationId xmlns:a16="http://schemas.microsoft.com/office/drawing/2014/main" id="{01BA0030-094E-EFA9-AD90-D8EFCF3B407E}"/>
              </a:ext>
            </a:extLst>
          </p:cNvPr>
          <p:cNvSpPr/>
          <p:nvPr/>
        </p:nvSpPr>
        <p:spPr>
          <a:xfrm>
            <a:off x="821690" y="3836201"/>
            <a:ext cx="8046720" cy="548640"/>
          </a:xfrm>
          <a:prstGeom prst="rect">
            <a:avLst/>
          </a:prstGeom>
          <a:noFill/>
          <a:ln/>
        </p:spPr>
        <p:txBody>
          <a:bodyPr wrap="square" lIns="0" tIns="0" rIns="0" bIns="0" rtlCol="0" anchor="ctr">
            <a:normAutofit/>
          </a:bodyPr>
          <a:lstStyle/>
          <a:p>
            <a:pPr marL="0" indent="0" algn="l">
              <a:buNone/>
            </a:pPr>
            <a:r>
              <a:rPr lang="en-US" sz="1350" dirty="0">
                <a:solidFill>
                  <a:srgbClr val="023047"/>
                </a:solidFill>
                <a:latin typeface="Segoe UI" panose="020B0502040204020203" pitchFamily="34" charset="0"/>
                <a:ea typeface="Calibri" pitchFamily="34" charset="-122"/>
                <a:cs typeface="Calibri" pitchFamily="34" charset="-120"/>
              </a:rPr>
              <a:t>GitHub Free: unlimited public and private repositories for individuals</a:t>
            </a:r>
            <a:endParaRPr lang="en-US" sz="1350" dirty="0">
              <a:latin typeface="Segoe UI" panose="020B0502040204020203" pitchFamily="34" charset="0"/>
            </a:endParaRPr>
          </a:p>
        </p:txBody>
      </p:sp>
      <p:sp>
        <p:nvSpPr>
          <p:cNvPr id="17" name="Course footer">
            <a:extLst>
              <a:ext uri="{FF2B5EF4-FFF2-40B4-BE49-F238E27FC236}">
                <a16:creationId xmlns:a16="http://schemas.microsoft.com/office/drawing/2014/main" id="{9435CD19-C447-AB2B-ABD8-EB86D1863F2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965D3D1E-B2CD-0DCA-FDF5-282E85F1C0E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8942684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E603-1445-80BC-19E7-45AB3118066A}"/>
              </a:ext>
            </a:extLst>
          </p:cNvPr>
          <p:cNvSpPr>
            <a:spLocks noGrp="1"/>
          </p:cNvSpPr>
          <p:nvPr>
            <p:ph type="title"/>
          </p:nvPr>
        </p:nvSpPr>
        <p:spPr/>
        <p:txBody>
          <a:bodyPr wrap="square">
            <a:noAutofit/>
          </a:bodyPr>
          <a:lstStyle/>
          <a:p>
            <a:r>
              <a:rPr lang="en-GB"/>
              <a:t>Connecting to GitHub</a:t>
            </a:r>
          </a:p>
        </p:txBody>
      </p:sp>
      <p:sp>
        <p:nvSpPr>
          <p:cNvPr id="3" name="CodeBg50">
            <a:extLst>
              <a:ext uri="{FF2B5EF4-FFF2-40B4-BE49-F238E27FC236}">
                <a16:creationId xmlns:a16="http://schemas.microsoft.com/office/drawing/2014/main" id="{F6A39894-15B5-D712-2851-B2E223FE0EA1}"/>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EE4D437D-E289-4F14-A30A-3BE46E57BF3D}"/>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Authenticate once with GitHub CLI</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gh auth login</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Option A: create repo and push in one step</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gh repo create WebApp --public --source=. --push</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Option B: link an existing remote manually</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remote add origin https://github.com/user/WebApp.git</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push -u origin main</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Enumerating objects: 5, done.</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Branch 'main' set up to track 'origin/main'.</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Verify remote</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remote -v</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origin  https://github.com/user/WebApp.git (fetch)</a:t>
            </a:r>
          </a:p>
        </p:txBody>
      </p:sp>
      <p:sp>
        <p:nvSpPr>
          <p:cNvPr id="5" name="Course footer">
            <a:extLst>
              <a:ext uri="{FF2B5EF4-FFF2-40B4-BE49-F238E27FC236}">
                <a16:creationId xmlns:a16="http://schemas.microsoft.com/office/drawing/2014/main" id="{044145E3-B6D4-9CBA-8E29-3EE729BCC4D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D8999005-B6E8-F046-4ACE-DFD2B970895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801806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F5171-EDC4-0BD3-F5A1-B25F4B320CD2}"/>
              </a:ext>
            </a:extLst>
          </p:cNvPr>
          <p:cNvSpPr>
            <a:spLocks noGrp="1"/>
          </p:cNvSpPr>
          <p:nvPr>
            <p:ph type="title"/>
          </p:nvPr>
        </p:nvSpPr>
        <p:spPr/>
        <p:txBody>
          <a:bodyPr wrap="square">
            <a:noAutofit/>
          </a:bodyPr>
          <a:lstStyle/>
          <a:p>
            <a:r>
              <a:rPr lang="en-GB"/>
              <a:t>Creating a Pull Request</a:t>
            </a:r>
          </a:p>
        </p:txBody>
      </p:sp>
      <p:sp>
        <p:nvSpPr>
          <p:cNvPr id="3" name="CodeBg50">
            <a:extLst>
              <a:ext uri="{FF2B5EF4-FFF2-40B4-BE49-F238E27FC236}">
                <a16:creationId xmlns:a16="http://schemas.microsoft.com/office/drawing/2014/main" id="{FE89F086-F1F2-D8E8-F643-39F546DA916D}"/>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6F4CBEAF-D630-1540-4615-D3E7BFF06EDB}"/>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Ensure your branch is pushed to GitHub</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push origin feature/add-config</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Create a pull request via GitHub CLI</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gh pr create \</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  --title "Add server configuration" \</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  --body "Adds config.json for deployment" \</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  --base main</a:t>
            </a:r>
          </a:p>
          <a:p>
            <a:pPr marL="0" indent="0" algn="l">
              <a:buNone/>
            </a:pPr>
            <a:endParaRPr lang="en-US" sz="700" dirty="0">
              <a:latin typeface="Segoe UI" panose="020B0502040204020203" pitchFamily="34" charset="0"/>
            </a:endParaRP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Creating pull request for feature/add-config into main</a:t>
            </a:r>
          </a:p>
          <a:p>
            <a:pPr marL="0" indent="0" algn="l">
              <a:buNone/>
            </a:pPr>
            <a:r>
              <a:rPr lang="en-US" sz="930" dirty="0">
                <a:solidFill>
                  <a:srgbClr val="219EBC"/>
                </a:solidFill>
                <a:latin typeface="Segoe UI" panose="020B0502040204020203" pitchFamily="34" charset="0"/>
                <a:ea typeface="Consolas" pitchFamily="49" charset="-122"/>
                <a:cs typeface="Consolas" pitchFamily="49" charset="-120"/>
              </a:rPr>
              <a:t>https://github.com/user/WebApp/pull/1</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View open pull requests</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gh pr list</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#1  Add server configuration  feature/add-config  OPEN</a:t>
            </a:r>
          </a:p>
        </p:txBody>
      </p:sp>
      <p:sp>
        <p:nvSpPr>
          <p:cNvPr id="5" name="Course footer">
            <a:extLst>
              <a:ext uri="{FF2B5EF4-FFF2-40B4-BE49-F238E27FC236}">
                <a16:creationId xmlns:a16="http://schemas.microsoft.com/office/drawing/2014/main" id="{43CA362E-BA60-6E35-9145-D6CB74496C3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0BAD90DA-3884-9456-4C30-B5B1060F59E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32400034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8197-CE59-3F7A-D077-37DE6982FCBD}"/>
              </a:ext>
            </a:extLst>
          </p:cNvPr>
          <p:cNvSpPr>
            <a:spLocks noGrp="1"/>
          </p:cNvSpPr>
          <p:nvPr>
            <p:ph type="title"/>
          </p:nvPr>
        </p:nvSpPr>
        <p:spPr/>
        <p:txBody>
          <a:bodyPr wrap="square">
            <a:noAutofit/>
          </a:bodyPr>
          <a:lstStyle/>
          <a:p>
            <a:r>
              <a:rPr lang="en-GB"/>
              <a:t>Merging and Branch Cleanup</a:t>
            </a:r>
          </a:p>
        </p:txBody>
      </p:sp>
      <p:sp>
        <p:nvSpPr>
          <p:cNvPr id="3" name="CodeBg50">
            <a:extLst>
              <a:ext uri="{FF2B5EF4-FFF2-40B4-BE49-F238E27FC236}">
                <a16:creationId xmlns:a16="http://schemas.microsoft.com/office/drawing/2014/main" id="{5C613BC4-0A94-6362-1718-7F624A6E9726}"/>
              </a:ext>
            </a:extLst>
          </p:cNvPr>
          <p:cNvSpPr/>
          <p:nvPr/>
        </p:nvSpPr>
        <p:spPr>
          <a:xfrm>
            <a:off x="273050" y="810101"/>
            <a:ext cx="8595360" cy="4110000"/>
          </a:xfrm>
          <a:prstGeom prst="rect">
            <a:avLst/>
          </a:prstGeom>
          <a:solidFill>
            <a:srgbClr val="011627"/>
          </a:solidFill>
          <a:ln w="12700">
            <a:solidFill>
              <a:srgbClr val="011627"/>
            </a:solidFill>
            <a:prstDash val="solid"/>
          </a:ln>
        </p:spPr>
        <p:txBody>
          <a:bodyPr/>
          <a:lstStyle/>
          <a:p>
            <a:endParaRPr lang="en-GB"/>
          </a:p>
        </p:txBody>
      </p:sp>
      <p:sp>
        <p:nvSpPr>
          <p:cNvPr id="4" name="CodeTxt50">
            <a:extLst>
              <a:ext uri="{FF2B5EF4-FFF2-40B4-BE49-F238E27FC236}">
                <a16:creationId xmlns:a16="http://schemas.microsoft.com/office/drawing/2014/main" id="{39B39568-01EC-6101-F29B-E57831486DA5}"/>
              </a:ext>
            </a:extLst>
          </p:cNvPr>
          <p:cNvSpPr/>
          <p:nvPr/>
        </p:nvSpPr>
        <p:spPr>
          <a:xfrm>
            <a:off x="364490" y="901541"/>
            <a:ext cx="8412480" cy="3927120"/>
          </a:xfrm>
          <a:prstGeom prst="rect">
            <a:avLst/>
          </a:prstGeom>
          <a:noFill/>
          <a:ln/>
        </p:spPr>
        <p:txBody>
          <a:bodyPr wrap="square" lIns="0" tIns="0" rIns="0" bIns="0" rtlCol="0" anchor="t">
            <a:normAutofit/>
          </a:bodyPr>
          <a:lstStyle/>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Merge the pull request (squash into one commit)</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gh pr merge --squash</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Merging pull request #1 (Add server configuration)</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Switch back to main and pull the merge commit</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switch main</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pull origin main</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Already up to date.</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Delete local feature branch</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branch -d feature/add-config</a:t>
            </a:r>
          </a:p>
          <a:p>
            <a:pPr marL="0" indent="0" algn="l">
              <a:buNone/>
            </a:pPr>
            <a:r>
              <a:rPr lang="en-US" sz="930" dirty="0">
                <a:solidFill>
                  <a:srgbClr val="8ECAE6"/>
                </a:solidFill>
                <a:latin typeface="Segoe UI" panose="020B0502040204020203" pitchFamily="34" charset="0"/>
                <a:ea typeface="Consolas" pitchFamily="49" charset="-122"/>
                <a:cs typeface="Consolas" pitchFamily="49" charset="-120"/>
              </a:rPr>
              <a:t>Deleted branch feature/add-config (was ba4b620).</a:t>
            </a:r>
          </a:p>
          <a:p>
            <a:pPr marL="0" indent="0" algn="l">
              <a:buNone/>
            </a:pPr>
            <a:endParaRPr lang="en-US" sz="700" dirty="0">
              <a:latin typeface="Segoe UI" panose="020B0502040204020203" pitchFamily="34" charset="0"/>
            </a:endParaRPr>
          </a:p>
          <a:p>
            <a:pPr marL="0" indent="0" algn="l">
              <a:buNone/>
            </a:pPr>
            <a:r>
              <a:rPr lang="en-US" sz="930" dirty="0">
                <a:solidFill>
                  <a:srgbClr val="5A6B7D"/>
                </a:solidFill>
                <a:latin typeface="Segoe UI" panose="020B0502040204020203" pitchFamily="34" charset="0"/>
                <a:ea typeface="Consolas" pitchFamily="49" charset="-122"/>
                <a:cs typeface="Consolas" pitchFamily="49" charset="-120"/>
              </a:rPr>
              <a:t># Delete remote branch if not auto-deleted</a:t>
            </a:r>
          </a:p>
          <a:p>
            <a:pPr marL="0" indent="0" algn="l">
              <a:buNone/>
            </a:pPr>
            <a:r>
              <a:rPr lang="en-US" sz="930" dirty="0">
                <a:solidFill>
                  <a:srgbClr val="FFB703"/>
                </a:solidFill>
                <a:latin typeface="Segoe UI" panose="020B0502040204020203" pitchFamily="34" charset="0"/>
                <a:ea typeface="Consolas" pitchFamily="49" charset="-122"/>
                <a:cs typeface="Consolas" pitchFamily="49" charset="-120"/>
              </a:rPr>
              <a:t>git push origin --delete feature/add-config</a:t>
            </a:r>
          </a:p>
        </p:txBody>
      </p:sp>
      <p:sp>
        <p:nvSpPr>
          <p:cNvPr id="5" name="Course footer">
            <a:extLst>
              <a:ext uri="{FF2B5EF4-FFF2-40B4-BE49-F238E27FC236}">
                <a16:creationId xmlns:a16="http://schemas.microsoft.com/office/drawing/2014/main" id="{2F04168D-5CD9-D8F9-311D-65261AC0C80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960D2D11-7707-4044-B3C0-E8D3D129E92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401006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A4CE-1F91-110D-FE9B-E30C01CC7745}"/>
              </a:ext>
            </a:extLst>
          </p:cNvPr>
          <p:cNvSpPr>
            <a:spLocks noGrp="1"/>
          </p:cNvSpPr>
          <p:nvPr>
            <p:ph type="title"/>
          </p:nvPr>
        </p:nvSpPr>
        <p:spPr/>
        <p:txBody>
          <a:bodyPr wrap="square">
            <a:noAutofit/>
          </a:bodyPr>
          <a:lstStyle/>
          <a:p>
            <a:r>
              <a:rPr lang="en-GB"/>
              <a:t>Key Git Commands</a:t>
            </a:r>
          </a:p>
        </p:txBody>
      </p:sp>
      <p:sp>
        <p:nvSpPr>
          <p:cNvPr id="3" name="LH">
            <a:extLst>
              <a:ext uri="{FF2B5EF4-FFF2-40B4-BE49-F238E27FC236}">
                <a16:creationId xmlns:a16="http://schemas.microsoft.com/office/drawing/2014/main" id="{829322F7-A247-3633-337F-59BE2C9585AC}"/>
              </a:ext>
            </a:extLst>
          </p:cNvPr>
          <p:cNvSpPr/>
          <p:nvPr/>
        </p:nvSpPr>
        <p:spPr>
          <a:xfrm>
            <a:off x="361950" y="937101"/>
            <a:ext cx="4115520" cy="457200"/>
          </a:xfrm>
          <a:prstGeom prst="rect">
            <a:avLst/>
          </a:prstGeom>
          <a:solidFill>
            <a:srgbClr val="243A5E"/>
          </a:solidFill>
          <a:ln w="12700">
            <a:solidFill>
              <a:srgbClr val="243A5E"/>
            </a:solidFill>
            <a:prstDash val="solid"/>
          </a:ln>
        </p:spPr>
        <p:txBody>
          <a:bodyPr/>
          <a:lstStyle/>
          <a:p>
            <a:endParaRPr lang="en-GB"/>
          </a:p>
        </p:txBody>
      </p:sp>
      <p:sp>
        <p:nvSpPr>
          <p:cNvPr id="4" name="LT">
            <a:extLst>
              <a:ext uri="{FF2B5EF4-FFF2-40B4-BE49-F238E27FC236}">
                <a16:creationId xmlns:a16="http://schemas.microsoft.com/office/drawing/2014/main" id="{71581413-EB08-9680-FB19-864EA3F940A3}"/>
              </a:ext>
            </a:extLst>
          </p:cNvPr>
          <p:cNvSpPr/>
          <p:nvPr/>
        </p:nvSpPr>
        <p:spPr>
          <a:xfrm>
            <a:off x="361950" y="937101"/>
            <a:ext cx="4115520" cy="45720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egoe UI" panose="020B0502040204020203" pitchFamily="34" charset="0"/>
                <a:ea typeface="Calibri" pitchFamily="34" charset="-122"/>
                <a:cs typeface="Calibri" pitchFamily="34" charset="-120"/>
              </a:rPr>
              <a:t>Setup and History</a:t>
            </a:r>
            <a:endParaRPr lang="en-US" sz="1400" dirty="0">
              <a:latin typeface="Segoe UI" panose="020B0502040204020203" pitchFamily="34" charset="0"/>
            </a:endParaRPr>
          </a:p>
        </p:txBody>
      </p:sp>
      <p:sp>
        <p:nvSpPr>
          <p:cNvPr id="5" name="Dot22">
            <a:extLst>
              <a:ext uri="{FF2B5EF4-FFF2-40B4-BE49-F238E27FC236}">
                <a16:creationId xmlns:a16="http://schemas.microsoft.com/office/drawing/2014/main" id="{A7C3AC44-930C-4F25-A3E0-6E3160175834}"/>
              </a:ext>
            </a:extLst>
          </p:cNvPr>
          <p:cNvSpPr/>
          <p:nvPr/>
        </p:nvSpPr>
        <p:spPr>
          <a:xfrm>
            <a:off x="361950" y="151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6" name="BT22">
            <a:extLst>
              <a:ext uri="{FF2B5EF4-FFF2-40B4-BE49-F238E27FC236}">
                <a16:creationId xmlns:a16="http://schemas.microsoft.com/office/drawing/2014/main" id="{BD55E113-EEBD-EF06-96B9-26336D59E68C}"/>
              </a:ext>
            </a:extLst>
          </p:cNvPr>
          <p:cNvSpPr/>
          <p:nvPr/>
        </p:nvSpPr>
        <p:spPr>
          <a:xfrm>
            <a:off x="910590" y="144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init — initialise a repository</a:t>
            </a:r>
            <a:endParaRPr lang="en-US" sz="1200" dirty="0">
              <a:latin typeface="Segoe UI" panose="020B0502040204020203" pitchFamily="34" charset="0"/>
            </a:endParaRPr>
          </a:p>
        </p:txBody>
      </p:sp>
      <p:sp>
        <p:nvSpPr>
          <p:cNvPr id="7" name="LD0">
            <a:extLst>
              <a:ext uri="{FF2B5EF4-FFF2-40B4-BE49-F238E27FC236}">
                <a16:creationId xmlns:a16="http://schemas.microsoft.com/office/drawing/2014/main" id="{E8898D92-8409-9721-FAA2-2697F3C548FB}"/>
              </a:ext>
            </a:extLst>
          </p:cNvPr>
          <p:cNvSpPr/>
          <p:nvPr/>
        </p:nvSpPr>
        <p:spPr>
          <a:xfrm>
            <a:off x="361950" y="1957101"/>
            <a:ext cx="4115520" cy="0"/>
          </a:xfrm>
          <a:prstGeom prst="line">
            <a:avLst/>
          </a:prstGeom>
          <a:noFill/>
          <a:ln w="6350">
            <a:solidFill>
              <a:srgbClr val="BFD9E6"/>
            </a:solidFill>
            <a:prstDash val="solid"/>
          </a:ln>
        </p:spPr>
        <p:txBody>
          <a:bodyPr/>
          <a:lstStyle/>
          <a:p>
            <a:endParaRPr lang="en-GB"/>
          </a:p>
        </p:txBody>
      </p:sp>
      <p:sp>
        <p:nvSpPr>
          <p:cNvPr id="8" name="Dot24">
            <a:extLst>
              <a:ext uri="{FF2B5EF4-FFF2-40B4-BE49-F238E27FC236}">
                <a16:creationId xmlns:a16="http://schemas.microsoft.com/office/drawing/2014/main" id="{00A1EB55-B7A6-DD30-FD26-F6F24F32A2E1}"/>
              </a:ext>
            </a:extLst>
          </p:cNvPr>
          <p:cNvSpPr/>
          <p:nvPr/>
        </p:nvSpPr>
        <p:spPr>
          <a:xfrm>
            <a:off x="361950" y="207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9" name="BT24">
            <a:extLst>
              <a:ext uri="{FF2B5EF4-FFF2-40B4-BE49-F238E27FC236}">
                <a16:creationId xmlns:a16="http://schemas.microsoft.com/office/drawing/2014/main" id="{9EC427E2-6500-E91A-5074-42DCD6139BCF}"/>
              </a:ext>
            </a:extLst>
          </p:cNvPr>
          <p:cNvSpPr/>
          <p:nvPr/>
        </p:nvSpPr>
        <p:spPr>
          <a:xfrm>
            <a:off x="910590" y="200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config — set user.name / user.email</a:t>
            </a:r>
            <a:endParaRPr lang="en-US" sz="1200" dirty="0">
              <a:latin typeface="Segoe UI" panose="020B0502040204020203" pitchFamily="34" charset="0"/>
            </a:endParaRPr>
          </a:p>
        </p:txBody>
      </p:sp>
      <p:sp>
        <p:nvSpPr>
          <p:cNvPr id="10" name="LD1">
            <a:extLst>
              <a:ext uri="{FF2B5EF4-FFF2-40B4-BE49-F238E27FC236}">
                <a16:creationId xmlns:a16="http://schemas.microsoft.com/office/drawing/2014/main" id="{B49BDD70-454B-4F1A-0B4E-24891ADC29B9}"/>
              </a:ext>
            </a:extLst>
          </p:cNvPr>
          <p:cNvSpPr/>
          <p:nvPr/>
        </p:nvSpPr>
        <p:spPr>
          <a:xfrm>
            <a:off x="361950" y="2517101"/>
            <a:ext cx="4115520" cy="0"/>
          </a:xfrm>
          <a:prstGeom prst="line">
            <a:avLst/>
          </a:prstGeom>
          <a:noFill/>
          <a:ln w="6350">
            <a:solidFill>
              <a:srgbClr val="BFD9E6"/>
            </a:solidFill>
            <a:prstDash val="solid"/>
          </a:ln>
        </p:spPr>
        <p:txBody>
          <a:bodyPr/>
          <a:lstStyle/>
          <a:p>
            <a:endParaRPr lang="en-GB"/>
          </a:p>
        </p:txBody>
      </p:sp>
      <p:sp>
        <p:nvSpPr>
          <p:cNvPr id="11" name="Dot26">
            <a:extLst>
              <a:ext uri="{FF2B5EF4-FFF2-40B4-BE49-F238E27FC236}">
                <a16:creationId xmlns:a16="http://schemas.microsoft.com/office/drawing/2014/main" id="{B945D456-AC79-F022-A5CF-9460A520BF4D}"/>
              </a:ext>
            </a:extLst>
          </p:cNvPr>
          <p:cNvSpPr/>
          <p:nvPr/>
        </p:nvSpPr>
        <p:spPr>
          <a:xfrm>
            <a:off x="361950" y="263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12" name="BT26">
            <a:extLst>
              <a:ext uri="{FF2B5EF4-FFF2-40B4-BE49-F238E27FC236}">
                <a16:creationId xmlns:a16="http://schemas.microsoft.com/office/drawing/2014/main" id="{D0352B72-3071-76E4-59BD-1A34876BCAEF}"/>
              </a:ext>
            </a:extLst>
          </p:cNvPr>
          <p:cNvSpPr/>
          <p:nvPr/>
        </p:nvSpPr>
        <p:spPr>
          <a:xfrm>
            <a:off x="910590" y="256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add — stage changes</a:t>
            </a:r>
            <a:endParaRPr lang="en-US" sz="1200" dirty="0">
              <a:latin typeface="Segoe UI" panose="020B0502040204020203" pitchFamily="34" charset="0"/>
            </a:endParaRPr>
          </a:p>
        </p:txBody>
      </p:sp>
      <p:sp>
        <p:nvSpPr>
          <p:cNvPr id="13" name="LD2">
            <a:extLst>
              <a:ext uri="{FF2B5EF4-FFF2-40B4-BE49-F238E27FC236}">
                <a16:creationId xmlns:a16="http://schemas.microsoft.com/office/drawing/2014/main" id="{DF8BD1B1-AD79-B967-9E5B-26AA4863276A}"/>
              </a:ext>
            </a:extLst>
          </p:cNvPr>
          <p:cNvSpPr/>
          <p:nvPr/>
        </p:nvSpPr>
        <p:spPr>
          <a:xfrm>
            <a:off x="361950" y="3077101"/>
            <a:ext cx="4115520" cy="0"/>
          </a:xfrm>
          <a:prstGeom prst="line">
            <a:avLst/>
          </a:prstGeom>
          <a:noFill/>
          <a:ln w="6350">
            <a:solidFill>
              <a:srgbClr val="BFD9E6"/>
            </a:solidFill>
            <a:prstDash val="solid"/>
          </a:ln>
        </p:spPr>
        <p:txBody>
          <a:bodyPr/>
          <a:lstStyle/>
          <a:p>
            <a:endParaRPr lang="en-GB"/>
          </a:p>
        </p:txBody>
      </p:sp>
      <p:sp>
        <p:nvSpPr>
          <p:cNvPr id="14" name="Dot28">
            <a:extLst>
              <a:ext uri="{FF2B5EF4-FFF2-40B4-BE49-F238E27FC236}">
                <a16:creationId xmlns:a16="http://schemas.microsoft.com/office/drawing/2014/main" id="{0D8D9F8C-D225-0C9F-196E-FDCF7F543A1F}"/>
              </a:ext>
            </a:extLst>
          </p:cNvPr>
          <p:cNvSpPr/>
          <p:nvPr/>
        </p:nvSpPr>
        <p:spPr>
          <a:xfrm>
            <a:off x="361950" y="319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15" name="BT28">
            <a:extLst>
              <a:ext uri="{FF2B5EF4-FFF2-40B4-BE49-F238E27FC236}">
                <a16:creationId xmlns:a16="http://schemas.microsoft.com/office/drawing/2014/main" id="{078275A5-5B59-18B4-73B9-8B3527ADE7A8}"/>
              </a:ext>
            </a:extLst>
          </p:cNvPr>
          <p:cNvSpPr/>
          <p:nvPr/>
        </p:nvSpPr>
        <p:spPr>
          <a:xfrm>
            <a:off x="910590" y="312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commit — record staged snapshot</a:t>
            </a:r>
            <a:endParaRPr lang="en-US" sz="1200" dirty="0">
              <a:latin typeface="Segoe UI" panose="020B0502040204020203" pitchFamily="34" charset="0"/>
            </a:endParaRPr>
          </a:p>
        </p:txBody>
      </p:sp>
      <p:sp>
        <p:nvSpPr>
          <p:cNvPr id="16" name="LD3">
            <a:extLst>
              <a:ext uri="{FF2B5EF4-FFF2-40B4-BE49-F238E27FC236}">
                <a16:creationId xmlns:a16="http://schemas.microsoft.com/office/drawing/2014/main" id="{4E24A044-DA63-B555-3EB1-D52380B09CC0}"/>
              </a:ext>
            </a:extLst>
          </p:cNvPr>
          <p:cNvSpPr/>
          <p:nvPr/>
        </p:nvSpPr>
        <p:spPr>
          <a:xfrm>
            <a:off x="361950" y="3637101"/>
            <a:ext cx="4115520" cy="0"/>
          </a:xfrm>
          <a:prstGeom prst="line">
            <a:avLst/>
          </a:prstGeom>
          <a:noFill/>
          <a:ln w="6350">
            <a:solidFill>
              <a:srgbClr val="BFD9E6"/>
            </a:solidFill>
            <a:prstDash val="solid"/>
          </a:ln>
        </p:spPr>
        <p:txBody>
          <a:bodyPr/>
          <a:lstStyle/>
          <a:p>
            <a:endParaRPr lang="en-GB"/>
          </a:p>
        </p:txBody>
      </p:sp>
      <p:sp>
        <p:nvSpPr>
          <p:cNvPr id="17" name="Dot30">
            <a:extLst>
              <a:ext uri="{FF2B5EF4-FFF2-40B4-BE49-F238E27FC236}">
                <a16:creationId xmlns:a16="http://schemas.microsoft.com/office/drawing/2014/main" id="{CE9BA708-C4A0-2AF8-8B70-30B165D9D24A}"/>
              </a:ext>
            </a:extLst>
          </p:cNvPr>
          <p:cNvSpPr/>
          <p:nvPr/>
        </p:nvSpPr>
        <p:spPr>
          <a:xfrm>
            <a:off x="361950" y="375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18" name="BT30">
            <a:extLst>
              <a:ext uri="{FF2B5EF4-FFF2-40B4-BE49-F238E27FC236}">
                <a16:creationId xmlns:a16="http://schemas.microsoft.com/office/drawing/2014/main" id="{EF38ECEC-D4B8-3BAA-BE36-CD1408E4FCBC}"/>
              </a:ext>
            </a:extLst>
          </p:cNvPr>
          <p:cNvSpPr/>
          <p:nvPr/>
        </p:nvSpPr>
        <p:spPr>
          <a:xfrm>
            <a:off x="910590" y="368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log / --oneline — view history</a:t>
            </a:r>
            <a:endParaRPr lang="en-US" sz="1200" dirty="0">
              <a:latin typeface="Segoe UI" panose="020B0502040204020203" pitchFamily="34" charset="0"/>
            </a:endParaRPr>
          </a:p>
        </p:txBody>
      </p:sp>
      <p:sp>
        <p:nvSpPr>
          <p:cNvPr id="19" name="LD4">
            <a:extLst>
              <a:ext uri="{FF2B5EF4-FFF2-40B4-BE49-F238E27FC236}">
                <a16:creationId xmlns:a16="http://schemas.microsoft.com/office/drawing/2014/main" id="{C724AC8B-B394-9074-D38C-DE9B7042AD49}"/>
              </a:ext>
            </a:extLst>
          </p:cNvPr>
          <p:cNvSpPr/>
          <p:nvPr/>
        </p:nvSpPr>
        <p:spPr>
          <a:xfrm>
            <a:off x="361950" y="4197101"/>
            <a:ext cx="4115520" cy="0"/>
          </a:xfrm>
          <a:prstGeom prst="line">
            <a:avLst/>
          </a:prstGeom>
          <a:noFill/>
          <a:ln w="6350">
            <a:solidFill>
              <a:srgbClr val="BFD9E6"/>
            </a:solidFill>
            <a:prstDash val="solid"/>
          </a:ln>
        </p:spPr>
        <p:txBody>
          <a:bodyPr/>
          <a:lstStyle/>
          <a:p>
            <a:endParaRPr lang="en-GB"/>
          </a:p>
        </p:txBody>
      </p:sp>
      <p:sp>
        <p:nvSpPr>
          <p:cNvPr id="20" name="Dot32">
            <a:extLst>
              <a:ext uri="{FF2B5EF4-FFF2-40B4-BE49-F238E27FC236}">
                <a16:creationId xmlns:a16="http://schemas.microsoft.com/office/drawing/2014/main" id="{9978AB98-A474-A4D2-8953-80860C962321}"/>
              </a:ext>
            </a:extLst>
          </p:cNvPr>
          <p:cNvSpPr/>
          <p:nvPr/>
        </p:nvSpPr>
        <p:spPr>
          <a:xfrm>
            <a:off x="361950" y="431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21" name="BT32">
            <a:extLst>
              <a:ext uri="{FF2B5EF4-FFF2-40B4-BE49-F238E27FC236}">
                <a16:creationId xmlns:a16="http://schemas.microsoft.com/office/drawing/2014/main" id="{52FFAB44-48A1-985E-803C-AC7999D78BFB}"/>
              </a:ext>
            </a:extLst>
          </p:cNvPr>
          <p:cNvSpPr/>
          <p:nvPr/>
        </p:nvSpPr>
        <p:spPr>
          <a:xfrm>
            <a:off x="910590" y="424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diff — show unstaged changes</a:t>
            </a:r>
            <a:endParaRPr lang="en-US" sz="1200" dirty="0">
              <a:latin typeface="Segoe UI" panose="020B0502040204020203" pitchFamily="34" charset="0"/>
            </a:endParaRPr>
          </a:p>
        </p:txBody>
      </p:sp>
      <p:sp>
        <p:nvSpPr>
          <p:cNvPr id="22" name="RH">
            <a:extLst>
              <a:ext uri="{FF2B5EF4-FFF2-40B4-BE49-F238E27FC236}">
                <a16:creationId xmlns:a16="http://schemas.microsoft.com/office/drawing/2014/main" id="{647B6DC2-284C-BA5F-CC6C-3EACFE57B36E}"/>
              </a:ext>
            </a:extLst>
          </p:cNvPr>
          <p:cNvSpPr/>
          <p:nvPr/>
        </p:nvSpPr>
        <p:spPr>
          <a:xfrm>
            <a:off x="4660350" y="937101"/>
            <a:ext cx="4115520" cy="457200"/>
          </a:xfrm>
          <a:prstGeom prst="rect">
            <a:avLst/>
          </a:prstGeom>
          <a:solidFill>
            <a:srgbClr val="0076D4"/>
          </a:solidFill>
          <a:ln w="12700">
            <a:solidFill>
              <a:srgbClr val="0076D4"/>
            </a:solidFill>
            <a:prstDash val="solid"/>
          </a:ln>
        </p:spPr>
        <p:txBody>
          <a:bodyPr/>
          <a:lstStyle/>
          <a:p>
            <a:endParaRPr lang="en-GB"/>
          </a:p>
        </p:txBody>
      </p:sp>
      <p:sp>
        <p:nvSpPr>
          <p:cNvPr id="23" name="RT">
            <a:extLst>
              <a:ext uri="{FF2B5EF4-FFF2-40B4-BE49-F238E27FC236}">
                <a16:creationId xmlns:a16="http://schemas.microsoft.com/office/drawing/2014/main" id="{8B206232-7413-A76D-9C9B-C05459D77BE7}"/>
              </a:ext>
            </a:extLst>
          </p:cNvPr>
          <p:cNvSpPr/>
          <p:nvPr/>
        </p:nvSpPr>
        <p:spPr>
          <a:xfrm>
            <a:off x="4660350" y="937101"/>
            <a:ext cx="4115520" cy="45720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egoe UI" panose="020B0502040204020203" pitchFamily="34" charset="0"/>
                <a:ea typeface="Calibri" pitchFamily="34" charset="-122"/>
                <a:cs typeface="Calibri" pitchFamily="34" charset="-120"/>
              </a:rPr>
              <a:t>Branching and Remote</a:t>
            </a:r>
            <a:endParaRPr lang="en-US" sz="1400" dirty="0">
              <a:latin typeface="Segoe UI" panose="020B0502040204020203" pitchFamily="34" charset="0"/>
            </a:endParaRPr>
          </a:p>
        </p:txBody>
      </p:sp>
      <p:sp>
        <p:nvSpPr>
          <p:cNvPr id="24" name="Dot42">
            <a:extLst>
              <a:ext uri="{FF2B5EF4-FFF2-40B4-BE49-F238E27FC236}">
                <a16:creationId xmlns:a16="http://schemas.microsoft.com/office/drawing/2014/main" id="{6D128D87-0E35-1A11-F155-7CD99001AD85}"/>
              </a:ext>
            </a:extLst>
          </p:cNvPr>
          <p:cNvSpPr/>
          <p:nvPr/>
        </p:nvSpPr>
        <p:spPr>
          <a:xfrm>
            <a:off x="4660350" y="151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25" name="BT42">
            <a:extLst>
              <a:ext uri="{FF2B5EF4-FFF2-40B4-BE49-F238E27FC236}">
                <a16:creationId xmlns:a16="http://schemas.microsoft.com/office/drawing/2014/main" id="{8AD88574-3C8B-BA60-2AF0-0B833B4CB4A6}"/>
              </a:ext>
            </a:extLst>
          </p:cNvPr>
          <p:cNvSpPr/>
          <p:nvPr/>
        </p:nvSpPr>
        <p:spPr>
          <a:xfrm>
            <a:off x="5208990" y="144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branch — list or create branches</a:t>
            </a:r>
            <a:endParaRPr lang="en-US" sz="1200" dirty="0">
              <a:latin typeface="Segoe UI" panose="020B0502040204020203" pitchFamily="34" charset="0"/>
            </a:endParaRPr>
          </a:p>
        </p:txBody>
      </p:sp>
      <p:sp>
        <p:nvSpPr>
          <p:cNvPr id="26" name="RD0">
            <a:extLst>
              <a:ext uri="{FF2B5EF4-FFF2-40B4-BE49-F238E27FC236}">
                <a16:creationId xmlns:a16="http://schemas.microsoft.com/office/drawing/2014/main" id="{135220D1-905C-E18D-5CC5-17772289CFF2}"/>
              </a:ext>
            </a:extLst>
          </p:cNvPr>
          <p:cNvSpPr/>
          <p:nvPr/>
        </p:nvSpPr>
        <p:spPr>
          <a:xfrm>
            <a:off x="4660350" y="1957101"/>
            <a:ext cx="4115520" cy="0"/>
          </a:xfrm>
          <a:prstGeom prst="line">
            <a:avLst/>
          </a:prstGeom>
          <a:noFill/>
          <a:ln w="6350">
            <a:solidFill>
              <a:srgbClr val="BFD9E6"/>
            </a:solidFill>
            <a:prstDash val="solid"/>
          </a:ln>
        </p:spPr>
        <p:txBody>
          <a:bodyPr/>
          <a:lstStyle/>
          <a:p>
            <a:endParaRPr lang="en-GB"/>
          </a:p>
        </p:txBody>
      </p:sp>
      <p:sp>
        <p:nvSpPr>
          <p:cNvPr id="27" name="Dot44">
            <a:extLst>
              <a:ext uri="{FF2B5EF4-FFF2-40B4-BE49-F238E27FC236}">
                <a16:creationId xmlns:a16="http://schemas.microsoft.com/office/drawing/2014/main" id="{34F3ACEF-8C76-3C19-8EA3-54FDAD530A95}"/>
              </a:ext>
            </a:extLst>
          </p:cNvPr>
          <p:cNvSpPr/>
          <p:nvPr/>
        </p:nvSpPr>
        <p:spPr>
          <a:xfrm>
            <a:off x="4660350" y="207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28" name="BT44">
            <a:extLst>
              <a:ext uri="{FF2B5EF4-FFF2-40B4-BE49-F238E27FC236}">
                <a16:creationId xmlns:a16="http://schemas.microsoft.com/office/drawing/2014/main" id="{4CBBD486-AF6D-0173-0468-E769220E91C9}"/>
              </a:ext>
            </a:extLst>
          </p:cNvPr>
          <p:cNvSpPr/>
          <p:nvPr/>
        </p:nvSpPr>
        <p:spPr>
          <a:xfrm>
            <a:off x="5208990" y="200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switch -c — create and switch</a:t>
            </a:r>
            <a:endParaRPr lang="en-US" sz="1200" dirty="0">
              <a:latin typeface="Segoe UI" panose="020B0502040204020203" pitchFamily="34" charset="0"/>
            </a:endParaRPr>
          </a:p>
        </p:txBody>
      </p:sp>
      <p:sp>
        <p:nvSpPr>
          <p:cNvPr id="29" name="RD1">
            <a:extLst>
              <a:ext uri="{FF2B5EF4-FFF2-40B4-BE49-F238E27FC236}">
                <a16:creationId xmlns:a16="http://schemas.microsoft.com/office/drawing/2014/main" id="{26C0D3B8-99E3-2C8C-FA9D-42373B0DF39A}"/>
              </a:ext>
            </a:extLst>
          </p:cNvPr>
          <p:cNvSpPr/>
          <p:nvPr/>
        </p:nvSpPr>
        <p:spPr>
          <a:xfrm>
            <a:off x="4660350" y="2517101"/>
            <a:ext cx="4115520" cy="0"/>
          </a:xfrm>
          <a:prstGeom prst="line">
            <a:avLst/>
          </a:prstGeom>
          <a:noFill/>
          <a:ln w="6350">
            <a:solidFill>
              <a:srgbClr val="BFD9E6"/>
            </a:solidFill>
            <a:prstDash val="solid"/>
          </a:ln>
        </p:spPr>
        <p:txBody>
          <a:bodyPr/>
          <a:lstStyle/>
          <a:p>
            <a:endParaRPr lang="en-GB"/>
          </a:p>
        </p:txBody>
      </p:sp>
      <p:sp>
        <p:nvSpPr>
          <p:cNvPr id="30" name="Dot46">
            <a:extLst>
              <a:ext uri="{FF2B5EF4-FFF2-40B4-BE49-F238E27FC236}">
                <a16:creationId xmlns:a16="http://schemas.microsoft.com/office/drawing/2014/main" id="{DF052002-6620-6B33-CD43-068D79ADD8E7}"/>
              </a:ext>
            </a:extLst>
          </p:cNvPr>
          <p:cNvSpPr/>
          <p:nvPr/>
        </p:nvSpPr>
        <p:spPr>
          <a:xfrm>
            <a:off x="4660350" y="263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31" name="BT46">
            <a:extLst>
              <a:ext uri="{FF2B5EF4-FFF2-40B4-BE49-F238E27FC236}">
                <a16:creationId xmlns:a16="http://schemas.microsoft.com/office/drawing/2014/main" id="{03456EEC-E2AD-772A-FE85-4E0BE4B4FE07}"/>
              </a:ext>
            </a:extLst>
          </p:cNvPr>
          <p:cNvSpPr/>
          <p:nvPr/>
        </p:nvSpPr>
        <p:spPr>
          <a:xfrm>
            <a:off x="5208990" y="256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merge — merge branch into current</a:t>
            </a:r>
            <a:endParaRPr lang="en-US" sz="1200" dirty="0">
              <a:latin typeface="Segoe UI" panose="020B0502040204020203" pitchFamily="34" charset="0"/>
            </a:endParaRPr>
          </a:p>
        </p:txBody>
      </p:sp>
      <p:sp>
        <p:nvSpPr>
          <p:cNvPr id="32" name="RD2">
            <a:extLst>
              <a:ext uri="{FF2B5EF4-FFF2-40B4-BE49-F238E27FC236}">
                <a16:creationId xmlns:a16="http://schemas.microsoft.com/office/drawing/2014/main" id="{A352C9E2-08E3-50DC-3E19-C03203D1A9E4}"/>
              </a:ext>
            </a:extLst>
          </p:cNvPr>
          <p:cNvSpPr/>
          <p:nvPr/>
        </p:nvSpPr>
        <p:spPr>
          <a:xfrm>
            <a:off x="4660350" y="3077101"/>
            <a:ext cx="4115520" cy="0"/>
          </a:xfrm>
          <a:prstGeom prst="line">
            <a:avLst/>
          </a:prstGeom>
          <a:noFill/>
          <a:ln w="6350">
            <a:solidFill>
              <a:srgbClr val="BFD9E6"/>
            </a:solidFill>
            <a:prstDash val="solid"/>
          </a:ln>
        </p:spPr>
        <p:txBody>
          <a:bodyPr/>
          <a:lstStyle/>
          <a:p>
            <a:endParaRPr lang="en-GB"/>
          </a:p>
        </p:txBody>
      </p:sp>
      <p:sp>
        <p:nvSpPr>
          <p:cNvPr id="33" name="Dot48">
            <a:extLst>
              <a:ext uri="{FF2B5EF4-FFF2-40B4-BE49-F238E27FC236}">
                <a16:creationId xmlns:a16="http://schemas.microsoft.com/office/drawing/2014/main" id="{FD91C84B-D823-4809-88B1-66D3F2F387D8}"/>
              </a:ext>
            </a:extLst>
          </p:cNvPr>
          <p:cNvSpPr/>
          <p:nvPr/>
        </p:nvSpPr>
        <p:spPr>
          <a:xfrm>
            <a:off x="4660350" y="319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34" name="BT48">
            <a:extLst>
              <a:ext uri="{FF2B5EF4-FFF2-40B4-BE49-F238E27FC236}">
                <a16:creationId xmlns:a16="http://schemas.microsoft.com/office/drawing/2014/main" id="{09BFE79A-F326-ED3C-586C-345431A794A2}"/>
              </a:ext>
            </a:extLst>
          </p:cNvPr>
          <p:cNvSpPr/>
          <p:nvPr/>
        </p:nvSpPr>
        <p:spPr>
          <a:xfrm>
            <a:off x="5208990" y="312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push — upload commits to remote</a:t>
            </a:r>
            <a:endParaRPr lang="en-US" sz="1200" dirty="0">
              <a:latin typeface="Segoe UI" panose="020B0502040204020203" pitchFamily="34" charset="0"/>
            </a:endParaRPr>
          </a:p>
        </p:txBody>
      </p:sp>
      <p:sp>
        <p:nvSpPr>
          <p:cNvPr id="35" name="RD3">
            <a:extLst>
              <a:ext uri="{FF2B5EF4-FFF2-40B4-BE49-F238E27FC236}">
                <a16:creationId xmlns:a16="http://schemas.microsoft.com/office/drawing/2014/main" id="{05D96CC3-BBDD-4D56-61EF-99C5F1EC0952}"/>
              </a:ext>
            </a:extLst>
          </p:cNvPr>
          <p:cNvSpPr/>
          <p:nvPr/>
        </p:nvSpPr>
        <p:spPr>
          <a:xfrm>
            <a:off x="4660350" y="3637101"/>
            <a:ext cx="4115520" cy="0"/>
          </a:xfrm>
          <a:prstGeom prst="line">
            <a:avLst/>
          </a:prstGeom>
          <a:noFill/>
          <a:ln w="6350">
            <a:solidFill>
              <a:srgbClr val="BFD9E6"/>
            </a:solidFill>
            <a:prstDash val="solid"/>
          </a:ln>
        </p:spPr>
        <p:txBody>
          <a:bodyPr/>
          <a:lstStyle/>
          <a:p>
            <a:endParaRPr lang="en-GB"/>
          </a:p>
        </p:txBody>
      </p:sp>
      <p:sp>
        <p:nvSpPr>
          <p:cNvPr id="36" name="Dot50">
            <a:extLst>
              <a:ext uri="{FF2B5EF4-FFF2-40B4-BE49-F238E27FC236}">
                <a16:creationId xmlns:a16="http://schemas.microsoft.com/office/drawing/2014/main" id="{E5D15D54-94FC-8716-CBD5-C18620A142E3}"/>
              </a:ext>
            </a:extLst>
          </p:cNvPr>
          <p:cNvSpPr/>
          <p:nvPr/>
        </p:nvSpPr>
        <p:spPr>
          <a:xfrm>
            <a:off x="4660350" y="375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37" name="BT50">
            <a:extLst>
              <a:ext uri="{FF2B5EF4-FFF2-40B4-BE49-F238E27FC236}">
                <a16:creationId xmlns:a16="http://schemas.microsoft.com/office/drawing/2014/main" id="{C8232E21-B09E-E595-AE0D-C88ACE25E3BC}"/>
              </a:ext>
            </a:extLst>
          </p:cNvPr>
          <p:cNvSpPr/>
          <p:nvPr/>
        </p:nvSpPr>
        <p:spPr>
          <a:xfrm>
            <a:off x="5208990" y="368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git pull — fetch and merge remote</a:t>
            </a:r>
            <a:endParaRPr lang="en-US" sz="1200" dirty="0">
              <a:latin typeface="Segoe UI" panose="020B0502040204020203" pitchFamily="34" charset="0"/>
            </a:endParaRPr>
          </a:p>
        </p:txBody>
      </p:sp>
      <p:sp>
        <p:nvSpPr>
          <p:cNvPr id="38" name="RD4">
            <a:extLst>
              <a:ext uri="{FF2B5EF4-FFF2-40B4-BE49-F238E27FC236}">
                <a16:creationId xmlns:a16="http://schemas.microsoft.com/office/drawing/2014/main" id="{CA96983C-AA8E-777F-9A3B-4806EEBB0BA8}"/>
              </a:ext>
            </a:extLst>
          </p:cNvPr>
          <p:cNvSpPr/>
          <p:nvPr/>
        </p:nvSpPr>
        <p:spPr>
          <a:xfrm>
            <a:off x="4660350" y="4197101"/>
            <a:ext cx="4115520" cy="0"/>
          </a:xfrm>
          <a:prstGeom prst="line">
            <a:avLst/>
          </a:prstGeom>
          <a:noFill/>
          <a:ln w="6350">
            <a:solidFill>
              <a:srgbClr val="BFD9E6"/>
            </a:solidFill>
            <a:prstDash val="solid"/>
          </a:ln>
        </p:spPr>
        <p:txBody>
          <a:bodyPr/>
          <a:lstStyle/>
          <a:p>
            <a:endParaRPr lang="en-GB"/>
          </a:p>
        </p:txBody>
      </p:sp>
      <p:sp>
        <p:nvSpPr>
          <p:cNvPr id="39" name="Dot52">
            <a:extLst>
              <a:ext uri="{FF2B5EF4-FFF2-40B4-BE49-F238E27FC236}">
                <a16:creationId xmlns:a16="http://schemas.microsoft.com/office/drawing/2014/main" id="{90D22D0E-3A39-859C-8B71-10DBED7080C1}"/>
              </a:ext>
            </a:extLst>
          </p:cNvPr>
          <p:cNvSpPr/>
          <p:nvPr/>
        </p:nvSpPr>
        <p:spPr>
          <a:xfrm>
            <a:off x="4660350" y="4317101"/>
            <a:ext cx="402336" cy="402336"/>
          </a:xfrm>
          <a:prstGeom prst="ellipse">
            <a:avLst/>
          </a:prstGeom>
          <a:solidFill>
            <a:srgbClr val="0076D4"/>
          </a:solidFill>
          <a:ln w="12700">
            <a:solidFill>
              <a:srgbClr val="0076D4"/>
            </a:solidFill>
            <a:prstDash val="solid"/>
          </a:ln>
        </p:spPr>
        <p:txBody>
          <a:bodyPr/>
          <a:lstStyle/>
          <a:p>
            <a:endParaRPr lang="en-GB"/>
          </a:p>
        </p:txBody>
      </p:sp>
      <p:sp>
        <p:nvSpPr>
          <p:cNvPr id="40" name="BT52">
            <a:extLst>
              <a:ext uri="{FF2B5EF4-FFF2-40B4-BE49-F238E27FC236}">
                <a16:creationId xmlns:a16="http://schemas.microsoft.com/office/drawing/2014/main" id="{D183E81A-EB3D-1AE3-C7FA-52BED8D5BE5B}"/>
              </a:ext>
            </a:extLst>
          </p:cNvPr>
          <p:cNvSpPr/>
          <p:nvPr/>
        </p:nvSpPr>
        <p:spPr>
          <a:xfrm>
            <a:off x="5208990" y="4243949"/>
            <a:ext cx="3566880" cy="548640"/>
          </a:xfrm>
          <a:prstGeom prst="rect">
            <a:avLst/>
          </a:prstGeom>
          <a:noFill/>
          <a:ln/>
        </p:spPr>
        <p:txBody>
          <a:bodyPr wrap="square" lIns="0" tIns="0" rIns="0" bIns="0" rtlCol="0" anchor="ctr">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gh pr create — open a pull request</a:t>
            </a:r>
            <a:endParaRPr lang="en-US" sz="1200" dirty="0">
              <a:latin typeface="Segoe UI" panose="020B0502040204020203" pitchFamily="34" charset="0"/>
            </a:endParaRPr>
          </a:p>
        </p:txBody>
      </p:sp>
      <p:sp>
        <p:nvSpPr>
          <p:cNvPr id="41" name="Course footer">
            <a:extLst>
              <a:ext uri="{FF2B5EF4-FFF2-40B4-BE49-F238E27FC236}">
                <a16:creationId xmlns:a16="http://schemas.microsoft.com/office/drawing/2014/main" id="{1D58D53F-714E-2620-8561-FBE121478DF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8D2CA5ED-3626-5943-CF1D-91D9352508D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521550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87F6-D67F-D7B0-4053-AD3FD9BF7515}"/>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875BF6DE-5D6C-327C-6C00-EF02098DF360}"/>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Git is a distributed VCS that records every change with full history</a:t>
            </a:r>
          </a:p>
        </p:txBody>
      </p:sp>
      <p:sp>
        <p:nvSpPr>
          <p:cNvPr id="4" name="Text Placeholder 3">
            <a:extLst>
              <a:ext uri="{FF2B5EF4-FFF2-40B4-BE49-F238E27FC236}">
                <a16:creationId xmlns:a16="http://schemas.microsoft.com/office/drawing/2014/main" id="{BDC70E3B-8843-E58A-1B48-E33DB7CE96FA}"/>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Local workflow: git init then git add then git commit then git log</a:t>
            </a:r>
          </a:p>
        </p:txBody>
      </p:sp>
      <p:sp>
        <p:nvSpPr>
          <p:cNvPr id="5" name="Text Placeholder 4">
            <a:extLst>
              <a:ext uri="{FF2B5EF4-FFF2-40B4-BE49-F238E27FC236}">
                <a16:creationId xmlns:a16="http://schemas.microsoft.com/office/drawing/2014/main" id="{B354478B-5512-3969-B8BC-0A9E4F6C476B}"/>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Branches let you work in isolation without disrupting the main branch</a:t>
            </a:r>
          </a:p>
        </p:txBody>
      </p:sp>
      <p:sp>
        <p:nvSpPr>
          <p:cNvPr id="6" name="Text Placeholder 5">
            <a:extLst>
              <a:ext uri="{FF2B5EF4-FFF2-40B4-BE49-F238E27FC236}">
                <a16:creationId xmlns:a16="http://schemas.microsoft.com/office/drawing/2014/main" id="{5821648A-D7BE-2890-730B-F6DA8A374384}"/>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GitHub hosts remote repositories and enables structured team collaboration</a:t>
            </a:r>
          </a:p>
        </p:txBody>
      </p:sp>
      <p:sp>
        <p:nvSpPr>
          <p:cNvPr id="7" name="Text Placeholder 6">
            <a:extLst>
              <a:ext uri="{FF2B5EF4-FFF2-40B4-BE49-F238E27FC236}">
                <a16:creationId xmlns:a16="http://schemas.microsoft.com/office/drawing/2014/main" id="{ABEACBB7-94C5-A2D0-B3AD-87FB05C8DCAA}"/>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Pull requests provide code review and a clear audit trail before merging</a:t>
            </a:r>
          </a:p>
        </p:txBody>
      </p:sp>
      <p:sp>
        <p:nvSpPr>
          <p:cNvPr id="8" name="Course footer">
            <a:extLst>
              <a:ext uri="{FF2B5EF4-FFF2-40B4-BE49-F238E27FC236}">
                <a16:creationId xmlns:a16="http://schemas.microsoft.com/office/drawing/2014/main" id="{F1577C3E-EF1D-9DED-4CD3-7AACBE45535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3 | Introduction to Git and GitHub</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6A4B0A8-F238-ECAB-E447-3E82C1ACA92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9621692"/>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1455276-6054-4BB0-B959-52FA9E22CF50}">
  <we:reference id="wa200010001" version="1.0.0.1" store="en-US" storeType="OMEX"/>
  <we:alternateReferences>
    <we:reference id="WA200010001" version="1.0.0.1" store="" storeType="OMEX"/>
  </we:alternateReferences>
  <we:properties>
    <we:property name="claude.fileId" value="&quot;74f93daf-4331-4ca5-b5c3-ec1e4d7b32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103</TotalTime>
  <Words>1466</Words>
  <Application>Microsoft Office PowerPoint</Application>
  <PresentationFormat>On-screen Show (16:9)</PresentationFormat>
  <Paragraphs>230</Paragraphs>
  <Slides>23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Consolas</vt:lpstr>
      <vt:lpstr>Segoe UI</vt:lpstr>
      <vt:lpstr>Segoe UI Semibold</vt:lpstr>
      <vt:lpstr>Wingdings</vt:lpstr>
      <vt:lpstr>Microsoft Power Platform Template</vt:lpstr>
      <vt:lpstr>1_Microsoft Power Platform Template</vt:lpstr>
      <vt:lpstr>Chapter 3
Introduction to Git and GitHub</vt:lpstr>
      <vt:lpstr>Learning Objectives</vt:lpstr>
      <vt:lpstr>Introduction to Git and Version Control</vt:lpstr>
      <vt:lpstr>What is Version Control?</vt:lpstr>
      <vt:lpstr>What is Git?</vt:lpstr>
      <vt:lpstr>Installing and Configuring Git</vt:lpstr>
      <vt:lpstr>The Git Workflow</vt:lpstr>
      <vt:lpstr>Working with a Local Repository</vt:lpstr>
      <vt:lpstr>Creating a Local Repository</vt:lpstr>
      <vt:lpstr>Staging and Committing</vt:lpstr>
      <vt:lpstr>Viewing History and Tracking Changes</vt:lpstr>
      <vt:lpstr>Branching in Git</vt:lpstr>
      <vt:lpstr>What is a Branch?</vt:lpstr>
      <vt:lpstr>PowerPoint Presentation</vt:lpstr>
      <vt:lpstr>Creating and Switching Branches</vt:lpstr>
      <vt:lpstr>Branch Isolation in Practice</vt:lpstr>
      <vt:lpstr>GitHub, Pull Requests, and Collaboration</vt:lpstr>
      <vt:lpstr>Introduction to GitHub</vt:lpstr>
      <vt:lpstr>Connecting to GitHub</vt:lpstr>
      <vt:lpstr>Creating a Pull Request</vt:lpstr>
      <vt:lpstr>Merging and Branch Cleanup</vt:lpstr>
      <vt:lpstr>Key Git Commands</vt:lpstr>
      <vt:lpstr>Chapter 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Windows Server</dc:title>
  <dc:subject>PptxGenJS Presentation</dc:subject>
  <dc:creator>Windows Server 2025 Course</dc:creator>
  <cp:lastModifiedBy>Michael Whitehouse</cp:lastModifiedBy>
  <cp:revision>1</cp:revision>
  <dcterms:created xsi:type="dcterms:W3CDTF">2026-04-07T14:10:03Z</dcterms:created>
  <dcterms:modified xsi:type="dcterms:W3CDTF">2026-06-14T13:16:17Z</dcterms:modified>
</cp:coreProperties>
</file>