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54" r:id="rId2"/>
  </p:sldMasterIdLst>
  <p:notesMasterIdLst>
    <p:notesMasterId r:id="rId19"/>
  </p:notesMasterIdLst>
  <p:sldIdLst>
    <p:sldId id="272" r:id="rId3"/>
    <p:sldId id="273" r:id="rId4"/>
    <p:sldId id="274" r:id="rId5"/>
    <p:sldId id="275" r:id="rId6"/>
    <p:sldId id="276" r:id="rId7"/>
    <p:sldId id="277" r:id="rId8"/>
    <p:sldId id="278" r:id="rId9"/>
    <p:sldId id="279" r:id="rId10"/>
    <p:sldId id="280" r:id="rId11"/>
    <p:sldId id="281" r:id="rId12"/>
    <p:sldId id="282" r:id="rId13"/>
    <p:sldId id="283" r:id="rId14"/>
    <p:sldId id="284" r:id="rId15"/>
    <p:sldId id="285" r:id="rId16"/>
    <p:sldId id="286" r:id="rId17"/>
    <p:sldId id="287" r:id="rId18"/>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656E18-12BB-415B-A942-818566E9F022}" v="1" dt="2026-06-14T13:22:09.7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6018" autoAdjust="0"/>
    <p:restoredTop sz="94610"/>
  </p:normalViewPr>
  <p:slideViewPr>
    <p:cSldViewPr snapToGrid="0" snapToObjects="1">
      <p:cViewPr varScale="1">
        <p:scale>
          <a:sx n="129" d="100"/>
          <a:sy n="129" d="100"/>
        </p:scale>
        <p:origin x="101" y="30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custSel addSld delSld modSld modMainMaster">
      <pc:chgData name="Michael Whitehouse" userId="0ecba9273f6ad366" providerId="LiveId" clId="{F36E82C0-65ED-4BE7-8730-0F102FB388DD}" dt="2026-06-11T11:36:34.045" v="2284" actId="1076"/>
      <pc:docMkLst>
        <pc:docMk/>
      </pc:docMkLst>
      <pc:sldChg chg="modSp add mod">
        <pc:chgData name="Michael Whitehouse" userId="0ecba9273f6ad366" providerId="LiveId" clId="{F36E82C0-65ED-4BE7-8730-0F102FB388DD}" dt="2026-06-09T17:32:24.685" v="6" actId="20577"/>
        <pc:sldMkLst>
          <pc:docMk/>
          <pc:sldMk cId="3623616334" sldId="272"/>
        </pc:sldMkLst>
        <pc:spChg chg="mod">
          <ac:chgData name="Michael Whitehouse" userId="0ecba9273f6ad366" providerId="LiveId" clId="{F36E82C0-65ED-4BE7-8730-0F102FB388DD}" dt="2026-06-09T17:32:24.682" v="5" actId="20577"/>
          <ac:spMkLst>
            <pc:docMk/>
            <pc:sldMk cId="3623616334" sldId="272"/>
            <ac:spMk id="2" creationId="{B8003AC5-A756-6010-51ED-80214D683B2F}"/>
          </ac:spMkLst>
        </pc:spChg>
        <pc:spChg chg="mod">
          <ac:chgData name="Michael Whitehouse" userId="0ecba9273f6ad366" providerId="LiveId" clId="{F36E82C0-65ED-4BE7-8730-0F102FB388DD}" dt="2026-06-09T17:32:24.685" v="6" actId="20577"/>
          <ac:spMkLst>
            <pc:docMk/>
            <pc:sldMk cId="3623616334" sldId="272"/>
            <ac:spMk id="3" creationId="{33F3776C-4D00-A367-DCE4-09E86CEBD9B8}"/>
          </ac:spMkLst>
        </pc:spChg>
      </pc:sldChg>
      <pc:sldChg chg="addSp modSp add mod modClrScheme chgLayout">
        <pc:chgData name="Michael Whitehouse" userId="0ecba9273f6ad366" providerId="LiveId" clId="{F36E82C0-65ED-4BE7-8730-0F102FB388DD}" dt="2026-06-11T11:36:29.719" v="2283" actId="1076"/>
        <pc:sldMkLst>
          <pc:docMk/>
          <pc:sldMk cId="3962163040" sldId="273"/>
        </pc:sldMkLst>
        <pc:spChg chg="mod ord">
          <ac:chgData name="Michael Whitehouse" userId="0ecba9273f6ad366" providerId="LiveId" clId="{F36E82C0-65ED-4BE7-8730-0F102FB388DD}" dt="2026-06-11T11:36:29.719" v="2283" actId="1076"/>
          <ac:spMkLst>
            <pc:docMk/>
            <pc:sldMk cId="3962163040" sldId="273"/>
            <ac:spMk id="2" creationId="{BAA75C79-5983-4A9F-E34B-40696659C4B5}"/>
          </ac:spMkLst>
        </pc:spChg>
        <pc:spChg chg="mod ord">
          <ac:chgData name="Michael Whitehouse" userId="0ecba9273f6ad366" providerId="LiveId" clId="{F36E82C0-65ED-4BE7-8730-0F102FB388DD}" dt="2026-06-11T11:33:48.495" v="2254" actId="700"/>
          <ac:spMkLst>
            <pc:docMk/>
            <pc:sldMk cId="3962163040" sldId="273"/>
            <ac:spMk id="3" creationId="{063F6524-77BD-3071-6A54-16A5A43C5A86}"/>
          </ac:spMkLst>
        </pc:spChg>
        <pc:spChg chg="mod ord">
          <ac:chgData name="Michael Whitehouse" userId="0ecba9273f6ad366" providerId="LiveId" clId="{F36E82C0-65ED-4BE7-8730-0F102FB388DD}" dt="2026-06-11T11:33:48.495" v="2254" actId="700"/>
          <ac:spMkLst>
            <pc:docMk/>
            <pc:sldMk cId="3962163040" sldId="273"/>
            <ac:spMk id="4" creationId="{0F696A13-2F66-8E9C-F406-61CDE69C515F}"/>
          </ac:spMkLst>
        </pc:spChg>
        <pc:spChg chg="mod ord">
          <ac:chgData name="Michael Whitehouse" userId="0ecba9273f6ad366" providerId="LiveId" clId="{F36E82C0-65ED-4BE7-8730-0F102FB388DD}" dt="2026-06-11T11:33:48.495" v="2254" actId="700"/>
          <ac:spMkLst>
            <pc:docMk/>
            <pc:sldMk cId="3962163040" sldId="273"/>
            <ac:spMk id="5" creationId="{98384375-871A-5CCE-B894-853C98B0DB39}"/>
          </ac:spMkLst>
        </pc:spChg>
        <pc:spChg chg="mod ord">
          <ac:chgData name="Michael Whitehouse" userId="0ecba9273f6ad366" providerId="LiveId" clId="{F36E82C0-65ED-4BE7-8730-0F102FB388DD}" dt="2026-06-11T11:33:48.495" v="2254" actId="700"/>
          <ac:spMkLst>
            <pc:docMk/>
            <pc:sldMk cId="3962163040" sldId="273"/>
            <ac:spMk id="6" creationId="{D2E5E2B9-7514-06A9-7BBE-9A035E7BB88A}"/>
          </ac:spMkLst>
        </pc:spChg>
        <pc:spChg chg="add mod">
          <ac:chgData name="Michael Whitehouse" userId="0ecba9273f6ad366" providerId="LiveId" clId="{F36E82C0-65ED-4BE7-8730-0F102FB388DD}" dt="2026-06-09T17:32:24.844" v="40" actId="207"/>
          <ac:spMkLst>
            <pc:docMk/>
            <pc:sldMk cId="3962163040" sldId="273"/>
            <ac:spMk id="7" creationId="{88543D03-66F5-6E42-A0C0-CF1F81728F92}"/>
          </ac:spMkLst>
        </pc:spChg>
        <pc:spChg chg="add mod">
          <ac:chgData name="Michael Whitehouse" userId="0ecba9273f6ad366" providerId="LiveId" clId="{F36E82C0-65ED-4BE7-8730-0F102FB388DD}" dt="2026-06-09T17:32:24.860" v="50" actId="207"/>
          <ac:spMkLst>
            <pc:docMk/>
            <pc:sldMk cId="3962163040" sldId="273"/>
            <ac:spMk id="8" creationId="{FCC74648-037C-9A8B-280F-D88F89379786}"/>
          </ac:spMkLst>
        </pc:spChg>
      </pc:sldChg>
      <pc:sldChg chg="addSp modSp add mod modClrScheme chgLayout">
        <pc:chgData name="Michael Whitehouse" userId="0ecba9273f6ad366" providerId="LiveId" clId="{F36E82C0-65ED-4BE7-8730-0F102FB388DD}" dt="2026-06-11T11:36:34.045" v="2284" actId="1076"/>
        <pc:sldMkLst>
          <pc:docMk/>
          <pc:sldMk cId="354474152" sldId="274"/>
        </pc:sldMkLst>
        <pc:spChg chg="mod ord">
          <ac:chgData name="Michael Whitehouse" userId="0ecba9273f6ad366" providerId="LiveId" clId="{F36E82C0-65ED-4BE7-8730-0F102FB388DD}" dt="2026-06-11T11:36:34.045" v="2284" actId="1076"/>
          <ac:spMkLst>
            <pc:docMk/>
            <pc:sldMk cId="354474152" sldId="274"/>
            <ac:spMk id="2" creationId="{6E0387DB-DD2B-73AE-5FD8-13229715E9C4}"/>
          </ac:spMkLst>
        </pc:spChg>
        <pc:spChg chg="mod ord">
          <ac:chgData name="Michael Whitehouse" userId="0ecba9273f6ad366" providerId="LiveId" clId="{F36E82C0-65ED-4BE7-8730-0F102FB388DD}" dt="2026-06-11T11:33:48.495" v="2254" actId="700"/>
          <ac:spMkLst>
            <pc:docMk/>
            <pc:sldMk cId="354474152" sldId="274"/>
            <ac:spMk id="3" creationId="{D60AC257-BFF3-80E1-FF58-A05E20532CB0}"/>
          </ac:spMkLst>
        </pc:spChg>
        <pc:spChg chg="mod ord">
          <ac:chgData name="Michael Whitehouse" userId="0ecba9273f6ad366" providerId="LiveId" clId="{F36E82C0-65ED-4BE7-8730-0F102FB388DD}" dt="2026-06-11T11:33:48.495" v="2254" actId="700"/>
          <ac:spMkLst>
            <pc:docMk/>
            <pc:sldMk cId="354474152" sldId="274"/>
            <ac:spMk id="4" creationId="{5FFC4C90-5677-28B3-066F-BFFD129C5758}"/>
          </ac:spMkLst>
        </pc:spChg>
        <pc:spChg chg="mod ord">
          <ac:chgData name="Michael Whitehouse" userId="0ecba9273f6ad366" providerId="LiveId" clId="{F36E82C0-65ED-4BE7-8730-0F102FB388DD}" dt="2026-06-11T11:33:48.495" v="2254" actId="700"/>
          <ac:spMkLst>
            <pc:docMk/>
            <pc:sldMk cId="354474152" sldId="274"/>
            <ac:spMk id="5" creationId="{295B41D5-C0A3-E81A-E455-778873B3E56A}"/>
          </ac:spMkLst>
        </pc:spChg>
        <pc:spChg chg="mod ord">
          <ac:chgData name="Michael Whitehouse" userId="0ecba9273f6ad366" providerId="LiveId" clId="{F36E82C0-65ED-4BE7-8730-0F102FB388DD}" dt="2026-06-11T11:33:48.495" v="2254" actId="700"/>
          <ac:spMkLst>
            <pc:docMk/>
            <pc:sldMk cId="354474152" sldId="274"/>
            <ac:spMk id="6" creationId="{F3747A23-138E-CD7E-CB9F-782C296564E5}"/>
          </ac:spMkLst>
        </pc:spChg>
        <pc:spChg chg="mod ord">
          <ac:chgData name="Michael Whitehouse" userId="0ecba9273f6ad366" providerId="LiveId" clId="{F36E82C0-65ED-4BE7-8730-0F102FB388DD}" dt="2026-06-11T11:33:48.495" v="2254" actId="700"/>
          <ac:spMkLst>
            <pc:docMk/>
            <pc:sldMk cId="354474152" sldId="274"/>
            <ac:spMk id="7" creationId="{C7BAD117-9456-C53A-E9F3-3FC89C0C7EA7}"/>
          </ac:spMkLst>
        </pc:spChg>
        <pc:spChg chg="add mod">
          <ac:chgData name="Michael Whitehouse" userId="0ecba9273f6ad366" providerId="LiveId" clId="{F36E82C0-65ED-4BE7-8730-0F102FB388DD}" dt="2026-06-09T17:32:25.057" v="89" actId="207"/>
          <ac:spMkLst>
            <pc:docMk/>
            <pc:sldMk cId="354474152" sldId="274"/>
            <ac:spMk id="8" creationId="{23322132-4AE8-BDAE-62EF-924357EB6C34}"/>
          </ac:spMkLst>
        </pc:spChg>
        <pc:spChg chg="add mod">
          <ac:chgData name="Michael Whitehouse" userId="0ecba9273f6ad366" providerId="LiveId" clId="{F36E82C0-65ED-4BE7-8730-0F102FB388DD}" dt="2026-06-09T17:32:25.072" v="99" actId="207"/>
          <ac:spMkLst>
            <pc:docMk/>
            <pc:sldMk cId="354474152" sldId="274"/>
            <ac:spMk id="9" creationId="{3091EAB4-0E3D-0BE2-6116-AA87919BEB98}"/>
          </ac:spMkLst>
        </pc:spChg>
      </pc:sldChg>
      <pc:sldChg chg="addSp modSp add mod modClrScheme chgLayout">
        <pc:chgData name="Michael Whitehouse" userId="0ecba9273f6ad366" providerId="LiveId" clId="{F36E82C0-65ED-4BE7-8730-0F102FB388DD}" dt="2026-06-11T11:36:20.776" v="2282" actId="1076"/>
        <pc:sldMkLst>
          <pc:docMk/>
          <pc:sldMk cId="3868458692" sldId="275"/>
        </pc:sldMkLst>
        <pc:spChg chg="mod ord">
          <ac:chgData name="Michael Whitehouse" userId="0ecba9273f6ad366" providerId="LiveId" clId="{F36E82C0-65ED-4BE7-8730-0F102FB388DD}" dt="2026-06-11T11:36:20.776" v="2282" actId="1076"/>
          <ac:spMkLst>
            <pc:docMk/>
            <pc:sldMk cId="3868458692" sldId="275"/>
            <ac:spMk id="2" creationId="{51043E32-C287-8BE9-00A7-77D0C47FEB7E}"/>
          </ac:spMkLst>
        </pc:spChg>
        <pc:spChg chg="add mod">
          <ac:chgData name="Michael Whitehouse" userId="0ecba9273f6ad366" providerId="LiveId" clId="{F36E82C0-65ED-4BE7-8730-0F102FB388DD}" dt="2026-06-09T17:32:25.341" v="112"/>
          <ac:spMkLst>
            <pc:docMk/>
            <pc:sldMk cId="3868458692" sldId="275"/>
            <ac:spMk id="3" creationId="{94906701-259E-2359-31F7-4A60326239DB}"/>
          </ac:spMkLst>
        </pc:spChg>
        <pc:spChg chg="add mod">
          <ac:chgData name="Michael Whitehouse" userId="0ecba9273f6ad366" providerId="LiveId" clId="{F36E82C0-65ED-4BE7-8730-0F102FB388DD}" dt="2026-06-09T17:32:25.474" v="123" actId="139"/>
          <ac:spMkLst>
            <pc:docMk/>
            <pc:sldMk cId="3868458692" sldId="275"/>
            <ac:spMk id="4" creationId="{833882E9-2008-19CB-A711-41EC973493D4}"/>
          </ac:spMkLst>
        </pc:spChg>
        <pc:spChg chg="add mod">
          <ac:chgData name="Michael Whitehouse" userId="0ecba9273f6ad366" providerId="LiveId" clId="{F36E82C0-65ED-4BE7-8730-0F102FB388DD}" dt="2026-06-09T17:32:25.598" v="134" actId="139"/>
          <ac:spMkLst>
            <pc:docMk/>
            <pc:sldMk cId="3868458692" sldId="275"/>
            <ac:spMk id="5" creationId="{79F58865-B231-2F3F-D9AB-2AF0C933E406}"/>
          </ac:spMkLst>
        </pc:spChg>
        <pc:spChg chg="add mod">
          <ac:chgData name="Michael Whitehouse" userId="0ecba9273f6ad366" providerId="LiveId" clId="{F36E82C0-65ED-4BE7-8730-0F102FB388DD}" dt="2026-06-09T17:32:25.615" v="144" actId="207"/>
          <ac:spMkLst>
            <pc:docMk/>
            <pc:sldMk cId="3868458692" sldId="275"/>
            <ac:spMk id="6" creationId="{5820B31F-99A5-8E9C-79C6-33326257A394}"/>
          </ac:spMkLst>
        </pc:spChg>
        <pc:spChg chg="add mod">
          <ac:chgData name="Michael Whitehouse" userId="0ecba9273f6ad366" providerId="LiveId" clId="{F36E82C0-65ED-4BE7-8730-0F102FB388DD}" dt="2026-06-09T17:32:25.631" v="154" actId="207"/>
          <ac:spMkLst>
            <pc:docMk/>
            <pc:sldMk cId="3868458692" sldId="275"/>
            <ac:spMk id="7" creationId="{7DAA6F90-AAFE-E98D-75C1-C5CC5703D90F}"/>
          </ac:spMkLst>
        </pc:spChg>
      </pc:sldChg>
      <pc:sldChg chg="addSp modSp add mod modClrScheme chgLayout">
        <pc:chgData name="Michael Whitehouse" userId="0ecba9273f6ad366" providerId="LiveId" clId="{F36E82C0-65ED-4BE7-8730-0F102FB388DD}" dt="2026-06-11T11:36:14.204" v="2281" actId="1076"/>
        <pc:sldMkLst>
          <pc:docMk/>
          <pc:sldMk cId="2304472671" sldId="276"/>
        </pc:sldMkLst>
        <pc:spChg chg="mod ord">
          <ac:chgData name="Michael Whitehouse" userId="0ecba9273f6ad366" providerId="LiveId" clId="{F36E82C0-65ED-4BE7-8730-0F102FB388DD}" dt="2026-06-11T11:36:14.204" v="2281" actId="1076"/>
          <ac:spMkLst>
            <pc:docMk/>
            <pc:sldMk cId="2304472671" sldId="276"/>
            <ac:spMk id="2" creationId="{F8FA9A2B-163B-0A46-DC30-529F111AAD80}"/>
          </ac:spMkLst>
        </pc:spChg>
        <pc:spChg chg="add mod">
          <ac:chgData name="Michael Whitehouse" userId="0ecba9273f6ad366" providerId="LiveId" clId="{F36E82C0-65ED-4BE7-8730-0F102FB388DD}" dt="2026-06-09T17:32:25.902" v="167"/>
          <ac:spMkLst>
            <pc:docMk/>
            <pc:sldMk cId="2304472671" sldId="276"/>
            <ac:spMk id="3" creationId="{D33789BC-1F1C-DE35-E58D-2437A9008B02}"/>
          </ac:spMkLst>
        </pc:spChg>
        <pc:spChg chg="add mod">
          <ac:chgData name="Michael Whitehouse" userId="0ecba9273f6ad366" providerId="LiveId" clId="{F36E82C0-65ED-4BE7-8730-0F102FB388DD}" dt="2026-06-09T17:32:26.034" v="178" actId="139"/>
          <ac:spMkLst>
            <pc:docMk/>
            <pc:sldMk cId="2304472671" sldId="276"/>
            <ac:spMk id="4" creationId="{7E0A2B1B-9E17-5103-01CA-2EC5D40D8F34}"/>
          </ac:spMkLst>
        </pc:spChg>
        <pc:spChg chg="add mod">
          <ac:chgData name="Michael Whitehouse" userId="0ecba9273f6ad366" providerId="LiveId" clId="{F36E82C0-65ED-4BE7-8730-0F102FB388DD}" dt="2026-06-09T17:32:26.160" v="189" actId="139"/>
          <ac:spMkLst>
            <pc:docMk/>
            <pc:sldMk cId="2304472671" sldId="276"/>
            <ac:spMk id="5" creationId="{BB137139-6FA1-4686-4DCF-D490E33A49AA}"/>
          </ac:spMkLst>
        </pc:spChg>
        <pc:spChg chg="add mod">
          <ac:chgData name="Michael Whitehouse" userId="0ecba9273f6ad366" providerId="LiveId" clId="{F36E82C0-65ED-4BE7-8730-0F102FB388DD}" dt="2026-06-09T17:32:26.175" v="199" actId="207"/>
          <ac:spMkLst>
            <pc:docMk/>
            <pc:sldMk cId="2304472671" sldId="276"/>
            <ac:spMk id="6" creationId="{52CD14DA-24B4-4A63-517A-0F2E537FAC78}"/>
          </ac:spMkLst>
        </pc:spChg>
        <pc:spChg chg="add mod">
          <ac:chgData name="Michael Whitehouse" userId="0ecba9273f6ad366" providerId="LiveId" clId="{F36E82C0-65ED-4BE7-8730-0F102FB388DD}" dt="2026-06-09T17:32:26.191" v="209" actId="207"/>
          <ac:spMkLst>
            <pc:docMk/>
            <pc:sldMk cId="2304472671" sldId="276"/>
            <ac:spMk id="7" creationId="{92DFE9E9-05A3-0F77-9836-8D0FEBA8B85F}"/>
          </ac:spMkLst>
        </pc:spChg>
      </pc:sldChg>
      <pc:sldChg chg="addSp delSp modSp add mod modClrScheme chgLayout">
        <pc:chgData name="Michael Whitehouse" userId="0ecba9273f6ad366" providerId="LiveId" clId="{F36E82C0-65ED-4BE7-8730-0F102FB388DD}" dt="2026-06-11T11:36:10.893" v="2280" actId="1076"/>
        <pc:sldMkLst>
          <pc:docMk/>
          <pc:sldMk cId="1838930709" sldId="277"/>
        </pc:sldMkLst>
        <pc:spChg chg="mod ord">
          <ac:chgData name="Michael Whitehouse" userId="0ecba9273f6ad366" providerId="LiveId" clId="{F36E82C0-65ED-4BE7-8730-0F102FB388DD}" dt="2026-06-11T11:36:10.893" v="2280" actId="1076"/>
          <ac:spMkLst>
            <pc:docMk/>
            <pc:sldMk cId="1838930709" sldId="277"/>
            <ac:spMk id="2" creationId="{B0F5F167-83BC-212A-5F8F-FDC14CB545AA}"/>
          </ac:spMkLst>
        </pc:spChg>
        <pc:spChg chg="add mod">
          <ac:chgData name="Michael Whitehouse" userId="0ecba9273f6ad366" providerId="LiveId" clId="{F36E82C0-65ED-4BE7-8730-0F102FB388DD}" dt="2026-06-09T17:32:26.462" v="226"/>
          <ac:spMkLst>
            <pc:docMk/>
            <pc:sldMk cId="1838930709" sldId="277"/>
            <ac:spMk id="5" creationId="{71A97E8D-09CB-73E0-1E15-A0C9E336CAB7}"/>
          </ac:spMkLst>
        </pc:spChg>
        <pc:spChg chg="add mod">
          <ac:chgData name="Michael Whitehouse" userId="0ecba9273f6ad366" providerId="LiveId" clId="{F36E82C0-65ED-4BE7-8730-0F102FB388DD}" dt="2026-06-09T17:32:26.581" v="237" actId="139"/>
          <ac:spMkLst>
            <pc:docMk/>
            <pc:sldMk cId="1838930709" sldId="277"/>
            <ac:spMk id="6" creationId="{E3DE6B90-0838-1406-8311-0FE093DB688D}"/>
          </ac:spMkLst>
        </pc:spChg>
        <pc:spChg chg="add mod">
          <ac:chgData name="Michael Whitehouse" userId="0ecba9273f6ad366" providerId="LiveId" clId="{F36E82C0-65ED-4BE7-8730-0F102FB388DD}" dt="2026-06-09T17:32:26.706" v="248" actId="139"/>
          <ac:spMkLst>
            <pc:docMk/>
            <pc:sldMk cId="1838930709" sldId="277"/>
            <ac:spMk id="7" creationId="{FA05B9E0-4CA7-68FC-15A4-186B84C702E0}"/>
          </ac:spMkLst>
        </pc:spChg>
        <pc:spChg chg="add mod">
          <ac:chgData name="Michael Whitehouse" userId="0ecba9273f6ad366" providerId="LiveId" clId="{F36E82C0-65ED-4BE7-8730-0F102FB388DD}" dt="2026-06-09T17:32:26.721" v="258" actId="207"/>
          <ac:spMkLst>
            <pc:docMk/>
            <pc:sldMk cId="1838930709" sldId="277"/>
            <ac:spMk id="8" creationId="{A0036ACF-0F14-8CCF-E153-E281BE7D0A1E}"/>
          </ac:spMkLst>
        </pc:spChg>
        <pc:spChg chg="add mod">
          <ac:chgData name="Michael Whitehouse" userId="0ecba9273f6ad366" providerId="LiveId" clId="{F36E82C0-65ED-4BE7-8730-0F102FB388DD}" dt="2026-06-09T17:32:26.735" v="268" actId="207"/>
          <ac:spMkLst>
            <pc:docMk/>
            <pc:sldMk cId="1838930709" sldId="277"/>
            <ac:spMk id="9" creationId="{88580206-26E9-C1B0-9BAB-918E2E9C4C5F}"/>
          </ac:spMkLst>
        </pc:spChg>
      </pc:sldChg>
      <pc:sldChg chg="addSp modSp add mod modClrScheme chgLayout">
        <pc:chgData name="Michael Whitehouse" userId="0ecba9273f6ad366" providerId="LiveId" clId="{F36E82C0-65ED-4BE7-8730-0F102FB388DD}" dt="2026-06-11T11:36:05.359" v="2279" actId="1076"/>
        <pc:sldMkLst>
          <pc:docMk/>
          <pc:sldMk cId="2841540151" sldId="278"/>
        </pc:sldMkLst>
        <pc:spChg chg="mod ord">
          <ac:chgData name="Michael Whitehouse" userId="0ecba9273f6ad366" providerId="LiveId" clId="{F36E82C0-65ED-4BE7-8730-0F102FB388DD}" dt="2026-06-11T11:36:05.359" v="2279" actId="1076"/>
          <ac:spMkLst>
            <pc:docMk/>
            <pc:sldMk cId="2841540151" sldId="278"/>
            <ac:spMk id="2" creationId="{2BF60B39-87BB-7B35-AA81-0A45BB3F12E0}"/>
          </ac:spMkLst>
        </pc:spChg>
        <pc:spChg chg="add mod">
          <ac:chgData name="Michael Whitehouse" userId="0ecba9273f6ad366" providerId="LiveId" clId="{F36E82C0-65ED-4BE7-8730-0F102FB388DD}" dt="2026-06-09T17:32:27.980" v="281"/>
          <ac:spMkLst>
            <pc:docMk/>
            <pc:sldMk cId="2841540151" sldId="278"/>
            <ac:spMk id="3" creationId="{162841DA-3C2B-067B-2056-76CD72BB2790}"/>
          </ac:spMkLst>
        </pc:spChg>
        <pc:spChg chg="add mod">
          <ac:chgData name="Michael Whitehouse" userId="0ecba9273f6ad366" providerId="LiveId" clId="{F36E82C0-65ED-4BE7-8730-0F102FB388DD}" dt="2026-06-09T17:32:28.111" v="292" actId="139"/>
          <ac:spMkLst>
            <pc:docMk/>
            <pc:sldMk cId="2841540151" sldId="278"/>
            <ac:spMk id="4" creationId="{96A18753-58D6-A6BC-B6B8-83E7CFC1207B}"/>
          </ac:spMkLst>
        </pc:spChg>
        <pc:spChg chg="add mod">
          <ac:chgData name="Michael Whitehouse" userId="0ecba9273f6ad366" providerId="LiveId" clId="{F36E82C0-65ED-4BE7-8730-0F102FB388DD}" dt="2026-06-09T17:32:28.234" v="304" actId="139"/>
          <ac:spMkLst>
            <pc:docMk/>
            <pc:sldMk cId="2841540151" sldId="278"/>
            <ac:spMk id="5" creationId="{EEE27FBF-9BF4-BDCD-04C1-74EE348B6FA4}"/>
          </ac:spMkLst>
        </pc:spChg>
        <pc:spChg chg="add mod">
          <ac:chgData name="Michael Whitehouse" userId="0ecba9273f6ad366" providerId="LiveId" clId="{F36E82C0-65ED-4BE7-8730-0F102FB388DD}" dt="2026-06-09T17:32:28.357" v="315" actId="139"/>
          <ac:spMkLst>
            <pc:docMk/>
            <pc:sldMk cId="2841540151" sldId="278"/>
            <ac:spMk id="6" creationId="{8E1B8376-9C8C-7913-FFFA-CF42F4A90838}"/>
          </ac:spMkLst>
        </pc:spChg>
        <pc:spChg chg="add mod">
          <ac:chgData name="Michael Whitehouse" userId="0ecba9273f6ad366" providerId="LiveId" clId="{F36E82C0-65ED-4BE7-8730-0F102FB388DD}" dt="2026-06-09T17:32:28.484" v="326" actId="139"/>
          <ac:spMkLst>
            <pc:docMk/>
            <pc:sldMk cId="2841540151" sldId="278"/>
            <ac:spMk id="7" creationId="{19FFA58B-A4F5-EBFD-C5B0-C3464FB1EDE6}"/>
          </ac:spMkLst>
        </pc:spChg>
        <pc:spChg chg="add mod">
          <ac:chgData name="Michael Whitehouse" userId="0ecba9273f6ad366" providerId="LiveId" clId="{F36E82C0-65ED-4BE7-8730-0F102FB388DD}" dt="2026-06-09T17:32:28.609" v="338" actId="139"/>
          <ac:spMkLst>
            <pc:docMk/>
            <pc:sldMk cId="2841540151" sldId="278"/>
            <ac:spMk id="8" creationId="{4D88F1E9-31D2-C716-6B66-984D95CAC0AC}"/>
          </ac:spMkLst>
        </pc:spChg>
        <pc:spChg chg="add mod">
          <ac:chgData name="Michael Whitehouse" userId="0ecba9273f6ad366" providerId="LiveId" clId="{F36E82C0-65ED-4BE7-8730-0F102FB388DD}" dt="2026-06-09T17:32:28.732" v="350" actId="139"/>
          <ac:spMkLst>
            <pc:docMk/>
            <pc:sldMk cId="2841540151" sldId="278"/>
            <ac:spMk id="9" creationId="{47F70DD1-4066-9DDE-7D49-FD160446BB98}"/>
          </ac:spMkLst>
        </pc:spChg>
        <pc:spChg chg="add mod">
          <ac:chgData name="Michael Whitehouse" userId="0ecba9273f6ad366" providerId="LiveId" clId="{F36E82C0-65ED-4BE7-8730-0F102FB388DD}" dt="2026-06-09T17:32:28.855" v="361" actId="139"/>
          <ac:spMkLst>
            <pc:docMk/>
            <pc:sldMk cId="2841540151" sldId="278"/>
            <ac:spMk id="10" creationId="{B2FB3319-CB11-CA6C-7171-5BBC6E25A625}"/>
          </ac:spMkLst>
        </pc:spChg>
        <pc:spChg chg="add mod">
          <ac:chgData name="Michael Whitehouse" userId="0ecba9273f6ad366" providerId="LiveId" clId="{F36E82C0-65ED-4BE7-8730-0F102FB388DD}" dt="2026-06-09T17:32:28.979" v="372" actId="139"/>
          <ac:spMkLst>
            <pc:docMk/>
            <pc:sldMk cId="2841540151" sldId="278"/>
            <ac:spMk id="11" creationId="{CCC91B0F-6B4D-1C95-F305-465EEBBAF099}"/>
          </ac:spMkLst>
        </pc:spChg>
        <pc:spChg chg="add mod">
          <ac:chgData name="Michael Whitehouse" userId="0ecba9273f6ad366" providerId="LiveId" clId="{F36E82C0-65ED-4BE7-8730-0F102FB388DD}" dt="2026-06-09T17:32:29.105" v="383" actId="139"/>
          <ac:spMkLst>
            <pc:docMk/>
            <pc:sldMk cId="2841540151" sldId="278"/>
            <ac:spMk id="12" creationId="{7B887D72-2616-D3EE-04E4-56404F00AA99}"/>
          </ac:spMkLst>
        </pc:spChg>
        <pc:spChg chg="add mod">
          <ac:chgData name="Michael Whitehouse" userId="0ecba9273f6ad366" providerId="LiveId" clId="{F36E82C0-65ED-4BE7-8730-0F102FB388DD}" dt="2026-06-09T17:32:29.231" v="394" actId="139"/>
          <ac:spMkLst>
            <pc:docMk/>
            <pc:sldMk cId="2841540151" sldId="278"/>
            <ac:spMk id="13" creationId="{711E97E4-8DF3-66E2-85F9-22104AF3BB5C}"/>
          </ac:spMkLst>
        </pc:spChg>
        <pc:spChg chg="add mod">
          <ac:chgData name="Michael Whitehouse" userId="0ecba9273f6ad366" providerId="LiveId" clId="{F36E82C0-65ED-4BE7-8730-0F102FB388DD}" dt="2026-06-09T17:32:29.353" v="405" actId="139"/>
          <ac:spMkLst>
            <pc:docMk/>
            <pc:sldMk cId="2841540151" sldId="278"/>
            <ac:spMk id="14" creationId="{0ADCC980-D62C-9B10-9442-0CBEA6AF05FF}"/>
          </ac:spMkLst>
        </pc:spChg>
        <pc:spChg chg="add mod">
          <ac:chgData name="Michael Whitehouse" userId="0ecba9273f6ad366" providerId="LiveId" clId="{F36E82C0-65ED-4BE7-8730-0F102FB388DD}" dt="2026-06-09T17:32:29.476" v="416" actId="139"/>
          <ac:spMkLst>
            <pc:docMk/>
            <pc:sldMk cId="2841540151" sldId="278"/>
            <ac:spMk id="15" creationId="{B34E12D4-9F08-9DF6-4FE5-5CFF68E6271A}"/>
          </ac:spMkLst>
        </pc:spChg>
        <pc:spChg chg="add mod">
          <ac:chgData name="Michael Whitehouse" userId="0ecba9273f6ad366" providerId="LiveId" clId="{F36E82C0-65ED-4BE7-8730-0F102FB388DD}" dt="2026-06-09T17:32:29.490" v="426" actId="207"/>
          <ac:spMkLst>
            <pc:docMk/>
            <pc:sldMk cId="2841540151" sldId="278"/>
            <ac:spMk id="16" creationId="{87DDAEAB-E0AF-2A58-BDB1-804800ABDCAA}"/>
          </ac:spMkLst>
        </pc:spChg>
        <pc:spChg chg="add mod">
          <ac:chgData name="Michael Whitehouse" userId="0ecba9273f6ad366" providerId="LiveId" clId="{F36E82C0-65ED-4BE7-8730-0F102FB388DD}" dt="2026-06-09T17:32:29.503" v="436" actId="207"/>
          <ac:spMkLst>
            <pc:docMk/>
            <pc:sldMk cId="2841540151" sldId="278"/>
            <ac:spMk id="17" creationId="{14BF932E-CA87-43FE-45A9-C2BB56D6EB13}"/>
          </ac:spMkLst>
        </pc:spChg>
      </pc:sldChg>
      <pc:sldChg chg="addSp modSp add mod modClrScheme chgLayout">
        <pc:chgData name="Michael Whitehouse" userId="0ecba9273f6ad366" providerId="LiveId" clId="{F36E82C0-65ED-4BE7-8730-0F102FB388DD}" dt="2026-06-11T11:35:55.402" v="2278" actId="1076"/>
        <pc:sldMkLst>
          <pc:docMk/>
          <pc:sldMk cId="279470003" sldId="279"/>
        </pc:sldMkLst>
        <pc:spChg chg="mod ord">
          <ac:chgData name="Michael Whitehouse" userId="0ecba9273f6ad366" providerId="LiveId" clId="{F36E82C0-65ED-4BE7-8730-0F102FB388DD}" dt="2026-06-11T11:35:55.402" v="2278" actId="1076"/>
          <ac:spMkLst>
            <pc:docMk/>
            <pc:sldMk cId="279470003" sldId="279"/>
            <ac:spMk id="2" creationId="{968F399E-D133-C01C-24D7-6275AAA06DE5}"/>
          </ac:spMkLst>
        </pc:spChg>
        <pc:spChg chg="add mod">
          <ac:chgData name="Michael Whitehouse" userId="0ecba9273f6ad366" providerId="LiveId" clId="{F36E82C0-65ED-4BE7-8730-0F102FB388DD}" dt="2026-06-09T17:32:29.766" v="449"/>
          <ac:spMkLst>
            <pc:docMk/>
            <pc:sldMk cId="279470003" sldId="279"/>
            <ac:spMk id="3" creationId="{95183FDC-85D5-CC0C-C636-BFC35FA0FEA6}"/>
          </ac:spMkLst>
        </pc:spChg>
        <pc:spChg chg="add mod">
          <ac:chgData name="Michael Whitehouse" userId="0ecba9273f6ad366" providerId="LiveId" clId="{F36E82C0-65ED-4BE7-8730-0F102FB388DD}" dt="2026-06-11T11:33:48.547" v="2255" actId="27636"/>
          <ac:spMkLst>
            <pc:docMk/>
            <pc:sldMk cId="279470003" sldId="279"/>
            <ac:spMk id="4" creationId="{B67C0F7B-AA71-D528-4395-E18F3E68411A}"/>
          </ac:spMkLst>
        </pc:spChg>
        <pc:spChg chg="add mod">
          <ac:chgData name="Michael Whitehouse" userId="0ecba9273f6ad366" providerId="LiveId" clId="{F36E82C0-65ED-4BE7-8730-0F102FB388DD}" dt="2026-06-09T17:32:30.020" v="471" actId="139"/>
          <ac:spMkLst>
            <pc:docMk/>
            <pc:sldMk cId="279470003" sldId="279"/>
            <ac:spMk id="5" creationId="{3C216115-54F8-2A43-8C04-204096697E0A}"/>
          </ac:spMkLst>
        </pc:spChg>
        <pc:spChg chg="add mod">
          <ac:chgData name="Michael Whitehouse" userId="0ecba9273f6ad366" providerId="LiveId" clId="{F36E82C0-65ED-4BE7-8730-0F102FB388DD}" dt="2026-06-09T17:32:30.033" v="481" actId="207"/>
          <ac:spMkLst>
            <pc:docMk/>
            <pc:sldMk cId="279470003" sldId="279"/>
            <ac:spMk id="6" creationId="{7AFCD653-DF7A-7BC7-39FD-AFDC1CE5F39E}"/>
          </ac:spMkLst>
        </pc:spChg>
        <pc:spChg chg="add mod">
          <ac:chgData name="Michael Whitehouse" userId="0ecba9273f6ad366" providerId="LiveId" clId="{F36E82C0-65ED-4BE7-8730-0F102FB388DD}" dt="2026-06-09T17:32:30.047" v="491" actId="207"/>
          <ac:spMkLst>
            <pc:docMk/>
            <pc:sldMk cId="279470003" sldId="279"/>
            <ac:spMk id="7" creationId="{91499E45-D6B0-7D18-010C-A8CD65DF1A74}"/>
          </ac:spMkLst>
        </pc:spChg>
      </pc:sldChg>
      <pc:sldChg chg="addSp modSp add mod modClrScheme chgLayout">
        <pc:chgData name="Michael Whitehouse" userId="0ecba9273f6ad366" providerId="LiveId" clId="{F36E82C0-65ED-4BE7-8730-0F102FB388DD}" dt="2026-06-11T11:35:42.987" v="2277" actId="1076"/>
        <pc:sldMkLst>
          <pc:docMk/>
          <pc:sldMk cId="4076290449" sldId="280"/>
        </pc:sldMkLst>
        <pc:spChg chg="mod ord">
          <ac:chgData name="Michael Whitehouse" userId="0ecba9273f6ad366" providerId="LiveId" clId="{F36E82C0-65ED-4BE7-8730-0F102FB388DD}" dt="2026-06-11T11:35:42.987" v="2277" actId="1076"/>
          <ac:spMkLst>
            <pc:docMk/>
            <pc:sldMk cId="4076290449" sldId="280"/>
            <ac:spMk id="2" creationId="{57C42918-EAAE-1B45-7247-A5742EAFF894}"/>
          </ac:spMkLst>
        </pc:spChg>
        <pc:spChg chg="add mod">
          <ac:chgData name="Michael Whitehouse" userId="0ecba9273f6ad366" providerId="LiveId" clId="{F36E82C0-65ED-4BE7-8730-0F102FB388DD}" dt="2026-06-09T17:32:32.152" v="507" actId="139"/>
          <ac:spMkLst>
            <pc:docMk/>
            <pc:sldMk cId="4076290449" sldId="280"/>
            <ac:spMk id="3" creationId="{B2B0EA12-6D38-6D1E-88FA-9EACF16E83FA}"/>
          </ac:spMkLst>
        </pc:spChg>
        <pc:spChg chg="add mod">
          <ac:chgData name="Michael Whitehouse" userId="0ecba9273f6ad366" providerId="LiveId" clId="{F36E82C0-65ED-4BE7-8730-0F102FB388DD}" dt="2026-06-09T17:32:32.277" v="519" actId="139"/>
          <ac:spMkLst>
            <pc:docMk/>
            <pc:sldMk cId="4076290449" sldId="280"/>
            <ac:spMk id="4" creationId="{3F514431-6B0E-2D8C-78E1-59E465AE406A}"/>
          </ac:spMkLst>
        </pc:spChg>
        <pc:spChg chg="add mod">
          <ac:chgData name="Michael Whitehouse" userId="0ecba9273f6ad366" providerId="LiveId" clId="{F36E82C0-65ED-4BE7-8730-0F102FB388DD}" dt="2026-06-09T17:32:32.400" v="531" actId="139"/>
          <ac:spMkLst>
            <pc:docMk/>
            <pc:sldMk cId="4076290449" sldId="280"/>
            <ac:spMk id="5" creationId="{53F924EC-3BAA-54AB-108A-8C2F10F800F2}"/>
          </ac:spMkLst>
        </pc:spChg>
        <pc:spChg chg="add mod">
          <ac:chgData name="Michael Whitehouse" userId="0ecba9273f6ad366" providerId="LiveId" clId="{F36E82C0-65ED-4BE7-8730-0F102FB388DD}" dt="2026-06-09T17:32:32.523" v="542" actId="139"/>
          <ac:spMkLst>
            <pc:docMk/>
            <pc:sldMk cId="4076290449" sldId="280"/>
            <ac:spMk id="6" creationId="{1592F5BE-22E3-40C3-257A-4D1EA93D0B0B}"/>
          </ac:spMkLst>
        </pc:spChg>
        <pc:spChg chg="add mod">
          <ac:chgData name="Michael Whitehouse" userId="0ecba9273f6ad366" providerId="LiveId" clId="{F36E82C0-65ED-4BE7-8730-0F102FB388DD}" dt="2026-06-09T17:32:32.648" v="553" actId="139"/>
          <ac:spMkLst>
            <pc:docMk/>
            <pc:sldMk cId="4076290449" sldId="280"/>
            <ac:spMk id="7" creationId="{8FE76C9F-BC0C-1D17-8FE1-1032FE16DDA3}"/>
          </ac:spMkLst>
        </pc:spChg>
        <pc:spChg chg="add mod">
          <ac:chgData name="Michael Whitehouse" userId="0ecba9273f6ad366" providerId="LiveId" clId="{F36E82C0-65ED-4BE7-8730-0F102FB388DD}" dt="2026-06-09T17:32:32.771" v="564" actId="139"/>
          <ac:spMkLst>
            <pc:docMk/>
            <pc:sldMk cId="4076290449" sldId="280"/>
            <ac:spMk id="8" creationId="{0F1EFABE-8B0F-CA59-BF2D-39F9BF46FFB0}"/>
          </ac:spMkLst>
        </pc:spChg>
        <pc:spChg chg="add mod">
          <ac:chgData name="Michael Whitehouse" userId="0ecba9273f6ad366" providerId="LiveId" clId="{F36E82C0-65ED-4BE7-8730-0F102FB388DD}" dt="2026-06-09T17:32:32.884" v="575" actId="139"/>
          <ac:spMkLst>
            <pc:docMk/>
            <pc:sldMk cId="4076290449" sldId="280"/>
            <ac:spMk id="9" creationId="{7AD8723E-6ED5-0981-1DC5-251CE7130524}"/>
          </ac:spMkLst>
        </pc:spChg>
        <pc:spChg chg="add mod">
          <ac:chgData name="Michael Whitehouse" userId="0ecba9273f6ad366" providerId="LiveId" clId="{F36E82C0-65ED-4BE7-8730-0F102FB388DD}" dt="2026-06-09T17:32:33.009" v="586" actId="139"/>
          <ac:spMkLst>
            <pc:docMk/>
            <pc:sldMk cId="4076290449" sldId="280"/>
            <ac:spMk id="10" creationId="{E89CA341-E20C-CDB4-63BC-CD2D4D0C10F9}"/>
          </ac:spMkLst>
        </pc:spChg>
        <pc:spChg chg="add mod">
          <ac:chgData name="Michael Whitehouse" userId="0ecba9273f6ad366" providerId="LiveId" clId="{F36E82C0-65ED-4BE7-8730-0F102FB388DD}" dt="2026-06-09T17:32:33.132" v="597" actId="139"/>
          <ac:spMkLst>
            <pc:docMk/>
            <pc:sldMk cId="4076290449" sldId="280"/>
            <ac:spMk id="11" creationId="{C30B4529-52D3-229F-FEC0-A34201CF5DA7}"/>
          </ac:spMkLst>
        </pc:spChg>
        <pc:spChg chg="add mod">
          <ac:chgData name="Michael Whitehouse" userId="0ecba9273f6ad366" providerId="LiveId" clId="{F36E82C0-65ED-4BE7-8730-0F102FB388DD}" dt="2026-06-09T17:32:33.261" v="608" actId="139"/>
          <ac:spMkLst>
            <pc:docMk/>
            <pc:sldMk cId="4076290449" sldId="280"/>
            <ac:spMk id="12" creationId="{6B5CEF1E-DE84-E6BB-3B92-4BE185CC7696}"/>
          </ac:spMkLst>
        </pc:spChg>
        <pc:spChg chg="add mod">
          <ac:chgData name="Michael Whitehouse" userId="0ecba9273f6ad366" providerId="LiveId" clId="{F36E82C0-65ED-4BE7-8730-0F102FB388DD}" dt="2026-06-09T17:32:33.380" v="619" actId="139"/>
          <ac:spMkLst>
            <pc:docMk/>
            <pc:sldMk cId="4076290449" sldId="280"/>
            <ac:spMk id="13" creationId="{30C581B8-182B-47AC-05B7-7317EF928A38}"/>
          </ac:spMkLst>
        </pc:spChg>
        <pc:spChg chg="add mod">
          <ac:chgData name="Michael Whitehouse" userId="0ecba9273f6ad366" providerId="LiveId" clId="{F36E82C0-65ED-4BE7-8730-0F102FB388DD}" dt="2026-06-09T17:32:33.505" v="630" actId="139"/>
          <ac:spMkLst>
            <pc:docMk/>
            <pc:sldMk cId="4076290449" sldId="280"/>
            <ac:spMk id="14" creationId="{D7B65E60-0BF3-A107-C192-F71475E71F2C}"/>
          </ac:spMkLst>
        </pc:spChg>
        <pc:spChg chg="add mod">
          <ac:chgData name="Michael Whitehouse" userId="0ecba9273f6ad366" providerId="LiveId" clId="{F36E82C0-65ED-4BE7-8730-0F102FB388DD}" dt="2026-06-09T17:32:33.634" v="641" actId="139"/>
          <ac:spMkLst>
            <pc:docMk/>
            <pc:sldMk cId="4076290449" sldId="280"/>
            <ac:spMk id="15" creationId="{50413CC4-7F15-9A2E-DA69-D4791EBE1927}"/>
          </ac:spMkLst>
        </pc:spChg>
        <pc:spChg chg="add mod">
          <ac:chgData name="Michael Whitehouse" userId="0ecba9273f6ad366" providerId="LiveId" clId="{F36E82C0-65ED-4BE7-8730-0F102FB388DD}" dt="2026-06-09T17:32:33.756" v="652" actId="139"/>
          <ac:spMkLst>
            <pc:docMk/>
            <pc:sldMk cId="4076290449" sldId="280"/>
            <ac:spMk id="16" creationId="{E47DFA34-0900-B472-B885-CA41AED7D73C}"/>
          </ac:spMkLst>
        </pc:spChg>
        <pc:spChg chg="add mod">
          <ac:chgData name="Michael Whitehouse" userId="0ecba9273f6ad366" providerId="LiveId" clId="{F36E82C0-65ED-4BE7-8730-0F102FB388DD}" dt="2026-06-09T17:32:33.882" v="663" actId="139"/>
          <ac:spMkLst>
            <pc:docMk/>
            <pc:sldMk cId="4076290449" sldId="280"/>
            <ac:spMk id="17" creationId="{B2A7E1F1-3483-FF82-5F4C-20E3D5061F20}"/>
          </ac:spMkLst>
        </pc:spChg>
        <pc:spChg chg="add mod">
          <ac:chgData name="Michael Whitehouse" userId="0ecba9273f6ad366" providerId="LiveId" clId="{F36E82C0-65ED-4BE7-8730-0F102FB388DD}" dt="2026-06-09T17:32:34.005" v="674" actId="139"/>
          <ac:spMkLst>
            <pc:docMk/>
            <pc:sldMk cId="4076290449" sldId="280"/>
            <ac:spMk id="18" creationId="{F3DBFE96-793A-7209-6A8A-8B08EE1E007C}"/>
          </ac:spMkLst>
        </pc:spChg>
        <pc:spChg chg="add mod">
          <ac:chgData name="Michael Whitehouse" userId="0ecba9273f6ad366" providerId="LiveId" clId="{F36E82C0-65ED-4BE7-8730-0F102FB388DD}" dt="2026-06-09T17:32:34.128" v="685" actId="139"/>
          <ac:spMkLst>
            <pc:docMk/>
            <pc:sldMk cId="4076290449" sldId="280"/>
            <ac:spMk id="19" creationId="{4732AE71-3C03-BB5E-A0B8-F8305522EBEC}"/>
          </ac:spMkLst>
        </pc:spChg>
        <pc:spChg chg="add mod">
          <ac:chgData name="Michael Whitehouse" userId="0ecba9273f6ad366" providerId="LiveId" clId="{F36E82C0-65ED-4BE7-8730-0F102FB388DD}" dt="2026-06-09T17:32:34.255" v="696" actId="139"/>
          <ac:spMkLst>
            <pc:docMk/>
            <pc:sldMk cId="4076290449" sldId="280"/>
            <ac:spMk id="20" creationId="{87781018-9122-9A6C-B464-93143307BBC2}"/>
          </ac:spMkLst>
        </pc:spChg>
        <pc:spChg chg="add mod">
          <ac:chgData name="Michael Whitehouse" userId="0ecba9273f6ad366" providerId="LiveId" clId="{F36E82C0-65ED-4BE7-8730-0F102FB388DD}" dt="2026-06-09T17:32:34.378" v="707" actId="139"/>
          <ac:spMkLst>
            <pc:docMk/>
            <pc:sldMk cId="4076290449" sldId="280"/>
            <ac:spMk id="21" creationId="{768F2C9A-2609-267C-4FE3-72900ACC64C9}"/>
          </ac:spMkLst>
        </pc:spChg>
        <pc:spChg chg="add mod">
          <ac:chgData name="Michael Whitehouse" userId="0ecba9273f6ad366" providerId="LiveId" clId="{F36E82C0-65ED-4BE7-8730-0F102FB388DD}" dt="2026-06-09T17:32:34.503" v="718" actId="139"/>
          <ac:spMkLst>
            <pc:docMk/>
            <pc:sldMk cId="4076290449" sldId="280"/>
            <ac:spMk id="22" creationId="{255F707F-584D-467A-FAA5-54049046EF6F}"/>
          </ac:spMkLst>
        </pc:spChg>
        <pc:spChg chg="add mod">
          <ac:chgData name="Michael Whitehouse" userId="0ecba9273f6ad366" providerId="LiveId" clId="{F36E82C0-65ED-4BE7-8730-0F102FB388DD}" dt="2026-06-09T17:32:34.626" v="729" actId="139"/>
          <ac:spMkLst>
            <pc:docMk/>
            <pc:sldMk cId="4076290449" sldId="280"/>
            <ac:spMk id="23" creationId="{7FC89E8E-D869-1330-D40C-32058974A5AE}"/>
          </ac:spMkLst>
        </pc:spChg>
        <pc:spChg chg="add mod">
          <ac:chgData name="Michael Whitehouse" userId="0ecba9273f6ad366" providerId="LiveId" clId="{F36E82C0-65ED-4BE7-8730-0F102FB388DD}" dt="2026-06-09T17:32:34.753" v="740" actId="139"/>
          <ac:spMkLst>
            <pc:docMk/>
            <pc:sldMk cId="4076290449" sldId="280"/>
            <ac:spMk id="24" creationId="{B172EA9B-D9EE-7C69-3CA5-31545BDCDB31}"/>
          </ac:spMkLst>
        </pc:spChg>
        <pc:spChg chg="add mod">
          <ac:chgData name="Michael Whitehouse" userId="0ecba9273f6ad366" providerId="LiveId" clId="{F36E82C0-65ED-4BE7-8730-0F102FB388DD}" dt="2026-06-09T17:32:34.876" v="751" actId="139"/>
          <ac:spMkLst>
            <pc:docMk/>
            <pc:sldMk cId="4076290449" sldId="280"/>
            <ac:spMk id="25" creationId="{84F1D3A5-2096-125A-5526-7C744107837F}"/>
          </ac:spMkLst>
        </pc:spChg>
        <pc:spChg chg="add mod">
          <ac:chgData name="Michael Whitehouse" userId="0ecba9273f6ad366" providerId="LiveId" clId="{F36E82C0-65ED-4BE7-8730-0F102FB388DD}" dt="2026-06-09T17:32:35" v="762" actId="139"/>
          <ac:spMkLst>
            <pc:docMk/>
            <pc:sldMk cId="4076290449" sldId="280"/>
            <ac:spMk id="26" creationId="{5C90E9BC-CDA8-3C42-B236-6F74D4D6A793}"/>
          </ac:spMkLst>
        </pc:spChg>
        <pc:spChg chg="add mod">
          <ac:chgData name="Michael Whitehouse" userId="0ecba9273f6ad366" providerId="LiveId" clId="{F36E82C0-65ED-4BE7-8730-0F102FB388DD}" dt="2026-06-09T17:32:35.127" v="773" actId="139"/>
          <ac:spMkLst>
            <pc:docMk/>
            <pc:sldMk cId="4076290449" sldId="280"/>
            <ac:spMk id="27" creationId="{DE98CACC-089D-B601-2BB8-E0637BC37ADE}"/>
          </ac:spMkLst>
        </pc:spChg>
        <pc:spChg chg="add mod">
          <ac:chgData name="Michael Whitehouse" userId="0ecba9273f6ad366" providerId="LiveId" clId="{F36E82C0-65ED-4BE7-8730-0F102FB388DD}" dt="2026-06-09T17:32:35.251" v="784" actId="139"/>
          <ac:spMkLst>
            <pc:docMk/>
            <pc:sldMk cId="4076290449" sldId="280"/>
            <ac:spMk id="28" creationId="{E4D8CC21-35E0-2FC4-2219-30FC172FC138}"/>
          </ac:spMkLst>
        </pc:spChg>
        <pc:spChg chg="add mod">
          <ac:chgData name="Michael Whitehouse" userId="0ecba9273f6ad366" providerId="LiveId" clId="{F36E82C0-65ED-4BE7-8730-0F102FB388DD}" dt="2026-06-09T17:32:35.376" v="795" actId="139"/>
          <ac:spMkLst>
            <pc:docMk/>
            <pc:sldMk cId="4076290449" sldId="280"/>
            <ac:spMk id="29" creationId="{ED53CEF3-AAC9-72AC-B054-40200FC826BF}"/>
          </ac:spMkLst>
        </pc:spChg>
        <pc:spChg chg="add mod">
          <ac:chgData name="Michael Whitehouse" userId="0ecba9273f6ad366" providerId="LiveId" clId="{F36E82C0-65ED-4BE7-8730-0F102FB388DD}" dt="2026-06-09T17:32:35.500" v="806" actId="139"/>
          <ac:spMkLst>
            <pc:docMk/>
            <pc:sldMk cId="4076290449" sldId="280"/>
            <ac:spMk id="30" creationId="{5FFA287A-5F16-D95F-6AD8-91D406940975}"/>
          </ac:spMkLst>
        </pc:spChg>
        <pc:spChg chg="add mod">
          <ac:chgData name="Michael Whitehouse" userId="0ecba9273f6ad366" providerId="LiveId" clId="{F36E82C0-65ED-4BE7-8730-0F102FB388DD}" dt="2026-06-09T17:32:35.625" v="817" actId="139"/>
          <ac:spMkLst>
            <pc:docMk/>
            <pc:sldMk cId="4076290449" sldId="280"/>
            <ac:spMk id="31" creationId="{962AF533-1ADC-D717-C51E-3CA57EAB4CD8}"/>
          </ac:spMkLst>
        </pc:spChg>
        <pc:spChg chg="add mod">
          <ac:chgData name="Michael Whitehouse" userId="0ecba9273f6ad366" providerId="LiveId" clId="{F36E82C0-65ED-4BE7-8730-0F102FB388DD}" dt="2026-06-09T17:32:35.749" v="828" actId="139"/>
          <ac:spMkLst>
            <pc:docMk/>
            <pc:sldMk cId="4076290449" sldId="280"/>
            <ac:spMk id="32" creationId="{11DD4196-5FAF-5E7C-4F27-F283C1FB0FBD}"/>
          </ac:spMkLst>
        </pc:spChg>
        <pc:spChg chg="add mod">
          <ac:chgData name="Michael Whitehouse" userId="0ecba9273f6ad366" providerId="LiveId" clId="{F36E82C0-65ED-4BE7-8730-0F102FB388DD}" dt="2026-06-09T17:32:35.878" v="839" actId="139"/>
          <ac:spMkLst>
            <pc:docMk/>
            <pc:sldMk cId="4076290449" sldId="280"/>
            <ac:spMk id="33" creationId="{E233DA5B-4799-2F73-62F3-29DDDD61E303}"/>
          </ac:spMkLst>
        </pc:spChg>
        <pc:spChg chg="add mod">
          <ac:chgData name="Michael Whitehouse" userId="0ecba9273f6ad366" providerId="LiveId" clId="{F36E82C0-65ED-4BE7-8730-0F102FB388DD}" dt="2026-06-09T17:32:35.999" v="850" actId="139"/>
          <ac:spMkLst>
            <pc:docMk/>
            <pc:sldMk cId="4076290449" sldId="280"/>
            <ac:spMk id="34" creationId="{FA18AB22-FCCE-5228-35C5-D954442DF34F}"/>
          </ac:spMkLst>
        </pc:spChg>
        <pc:spChg chg="add mod">
          <ac:chgData name="Michael Whitehouse" userId="0ecba9273f6ad366" providerId="LiveId" clId="{F36E82C0-65ED-4BE7-8730-0F102FB388DD}" dt="2026-06-09T17:32:36.123" v="861" actId="139"/>
          <ac:spMkLst>
            <pc:docMk/>
            <pc:sldMk cId="4076290449" sldId="280"/>
            <ac:spMk id="35" creationId="{62DE304D-3C65-1DCE-8607-03747C5B4F20}"/>
          </ac:spMkLst>
        </pc:spChg>
        <pc:spChg chg="add mod">
          <ac:chgData name="Michael Whitehouse" userId="0ecba9273f6ad366" providerId="LiveId" clId="{F36E82C0-65ED-4BE7-8730-0F102FB388DD}" dt="2026-06-09T17:32:36.247" v="872" actId="139"/>
          <ac:spMkLst>
            <pc:docMk/>
            <pc:sldMk cId="4076290449" sldId="280"/>
            <ac:spMk id="36" creationId="{ED9F7542-426A-9B8A-2CDB-99D07CA7182C}"/>
          </ac:spMkLst>
        </pc:spChg>
        <pc:spChg chg="add mod">
          <ac:chgData name="Michael Whitehouse" userId="0ecba9273f6ad366" providerId="LiveId" clId="{F36E82C0-65ED-4BE7-8730-0F102FB388DD}" dt="2026-06-09T17:32:36.373" v="883" actId="139"/>
          <ac:spMkLst>
            <pc:docMk/>
            <pc:sldMk cId="4076290449" sldId="280"/>
            <ac:spMk id="37" creationId="{F352194E-98A8-5D97-34E0-79F6EB4A3B3E}"/>
          </ac:spMkLst>
        </pc:spChg>
        <pc:spChg chg="add mod">
          <ac:chgData name="Michael Whitehouse" userId="0ecba9273f6ad366" providerId="LiveId" clId="{F36E82C0-65ED-4BE7-8730-0F102FB388DD}" dt="2026-06-09T17:32:36.498" v="894" actId="139"/>
          <ac:spMkLst>
            <pc:docMk/>
            <pc:sldMk cId="4076290449" sldId="280"/>
            <ac:spMk id="38" creationId="{24584269-2E44-6079-BCC8-097B8DF7AD07}"/>
          </ac:spMkLst>
        </pc:spChg>
        <pc:spChg chg="add mod">
          <ac:chgData name="Michael Whitehouse" userId="0ecba9273f6ad366" providerId="LiveId" clId="{F36E82C0-65ED-4BE7-8730-0F102FB388DD}" dt="2026-06-09T17:32:36.624" v="905" actId="139"/>
          <ac:spMkLst>
            <pc:docMk/>
            <pc:sldMk cId="4076290449" sldId="280"/>
            <ac:spMk id="39" creationId="{F2A5AE1E-B60D-BDFF-2B0B-BD575F237376}"/>
          </ac:spMkLst>
        </pc:spChg>
        <pc:spChg chg="add mod">
          <ac:chgData name="Michael Whitehouse" userId="0ecba9273f6ad366" providerId="LiveId" clId="{F36E82C0-65ED-4BE7-8730-0F102FB388DD}" dt="2026-06-09T17:32:36.747" v="916" actId="139"/>
          <ac:spMkLst>
            <pc:docMk/>
            <pc:sldMk cId="4076290449" sldId="280"/>
            <ac:spMk id="40" creationId="{96D882A0-165D-72CF-76E5-72A9DA92027B}"/>
          </ac:spMkLst>
        </pc:spChg>
        <pc:spChg chg="add mod">
          <ac:chgData name="Michael Whitehouse" userId="0ecba9273f6ad366" providerId="LiveId" clId="{F36E82C0-65ED-4BE7-8730-0F102FB388DD}" dt="2026-06-09T17:32:36.872" v="927" actId="139"/>
          <ac:spMkLst>
            <pc:docMk/>
            <pc:sldMk cId="4076290449" sldId="280"/>
            <ac:spMk id="41" creationId="{1C6960BF-D902-9F26-4390-A5B5E4108DDB}"/>
          </ac:spMkLst>
        </pc:spChg>
        <pc:spChg chg="add mod">
          <ac:chgData name="Michael Whitehouse" userId="0ecba9273f6ad366" providerId="LiveId" clId="{F36E82C0-65ED-4BE7-8730-0F102FB388DD}" dt="2026-06-09T17:32:36.994" v="938" actId="139"/>
          <ac:spMkLst>
            <pc:docMk/>
            <pc:sldMk cId="4076290449" sldId="280"/>
            <ac:spMk id="42" creationId="{C06C428B-8017-7041-9240-B27EC537C7EE}"/>
          </ac:spMkLst>
        </pc:spChg>
        <pc:spChg chg="add mod">
          <ac:chgData name="Michael Whitehouse" userId="0ecba9273f6ad366" providerId="LiveId" clId="{F36E82C0-65ED-4BE7-8730-0F102FB388DD}" dt="2026-06-09T17:32:37.121" v="949" actId="139"/>
          <ac:spMkLst>
            <pc:docMk/>
            <pc:sldMk cId="4076290449" sldId="280"/>
            <ac:spMk id="43" creationId="{D180AEE0-B2B7-DA39-9BC2-4E873873B922}"/>
          </ac:spMkLst>
        </pc:spChg>
        <pc:spChg chg="add mod">
          <ac:chgData name="Michael Whitehouse" userId="0ecba9273f6ad366" providerId="LiveId" clId="{F36E82C0-65ED-4BE7-8730-0F102FB388DD}" dt="2026-06-09T17:32:37.246" v="960" actId="139"/>
          <ac:spMkLst>
            <pc:docMk/>
            <pc:sldMk cId="4076290449" sldId="280"/>
            <ac:spMk id="44" creationId="{B9EB97C0-7DD2-91F3-54C8-3CC02B1B4BD3}"/>
          </ac:spMkLst>
        </pc:spChg>
        <pc:spChg chg="add mod">
          <ac:chgData name="Michael Whitehouse" userId="0ecba9273f6ad366" providerId="LiveId" clId="{F36E82C0-65ED-4BE7-8730-0F102FB388DD}" dt="2026-06-09T17:32:37.371" v="971" actId="139"/>
          <ac:spMkLst>
            <pc:docMk/>
            <pc:sldMk cId="4076290449" sldId="280"/>
            <ac:spMk id="45" creationId="{D2FDBD30-947C-467D-AFAF-246D80057A9D}"/>
          </ac:spMkLst>
        </pc:spChg>
        <pc:spChg chg="add mod">
          <ac:chgData name="Michael Whitehouse" userId="0ecba9273f6ad366" providerId="LiveId" clId="{F36E82C0-65ED-4BE7-8730-0F102FB388DD}" dt="2026-06-09T17:32:37.495" v="982" actId="139"/>
          <ac:spMkLst>
            <pc:docMk/>
            <pc:sldMk cId="4076290449" sldId="280"/>
            <ac:spMk id="46" creationId="{C87841A1-7252-57D6-93D0-068ACF859434}"/>
          </ac:spMkLst>
        </pc:spChg>
        <pc:spChg chg="add mod">
          <ac:chgData name="Michael Whitehouse" userId="0ecba9273f6ad366" providerId="LiveId" clId="{F36E82C0-65ED-4BE7-8730-0F102FB388DD}" dt="2026-06-09T17:32:37.508" v="992" actId="207"/>
          <ac:spMkLst>
            <pc:docMk/>
            <pc:sldMk cId="4076290449" sldId="280"/>
            <ac:spMk id="47" creationId="{DE20813F-C4B1-F3E0-1C13-00CF843D9404}"/>
          </ac:spMkLst>
        </pc:spChg>
        <pc:spChg chg="add mod">
          <ac:chgData name="Michael Whitehouse" userId="0ecba9273f6ad366" providerId="LiveId" clId="{F36E82C0-65ED-4BE7-8730-0F102FB388DD}" dt="2026-06-09T17:32:37.522" v="1002" actId="207"/>
          <ac:spMkLst>
            <pc:docMk/>
            <pc:sldMk cId="4076290449" sldId="280"/>
            <ac:spMk id="48" creationId="{C4907841-E085-958C-BCD3-A2266DEDA1EF}"/>
          </ac:spMkLst>
        </pc:spChg>
      </pc:sldChg>
      <pc:sldChg chg="addSp delSp modSp add mod chgLayout">
        <pc:chgData name="Michael Whitehouse" userId="0ecba9273f6ad366" providerId="LiveId" clId="{F36E82C0-65ED-4BE7-8730-0F102FB388DD}" dt="2026-06-11T11:35:37.183" v="2276" actId="1076"/>
        <pc:sldMkLst>
          <pc:docMk/>
          <pc:sldMk cId="579466089" sldId="281"/>
        </pc:sldMkLst>
        <pc:spChg chg="mod ord">
          <ac:chgData name="Michael Whitehouse" userId="0ecba9273f6ad366" providerId="LiveId" clId="{F36E82C0-65ED-4BE7-8730-0F102FB388DD}" dt="2026-06-11T11:35:37.183" v="2276" actId="1076"/>
          <ac:spMkLst>
            <pc:docMk/>
            <pc:sldMk cId="579466089" sldId="281"/>
            <ac:spMk id="2" creationId="{E51F9D44-D7CA-6AA1-6B02-8C97F060F70D}"/>
          </ac:spMkLst>
        </pc:spChg>
        <pc:spChg chg="add mod">
          <ac:chgData name="Michael Whitehouse" userId="0ecba9273f6ad366" providerId="LiveId" clId="{F36E82C0-65ED-4BE7-8730-0F102FB388DD}" dt="2026-06-09T17:32:38.635" v="1023"/>
          <ac:spMkLst>
            <pc:docMk/>
            <pc:sldMk cId="579466089" sldId="281"/>
            <ac:spMk id="7" creationId="{6204431A-6C91-ADA6-CE9A-E20F3488015E}"/>
          </ac:spMkLst>
        </pc:spChg>
        <pc:spChg chg="add mod">
          <ac:chgData name="Michael Whitehouse" userId="0ecba9273f6ad366" providerId="LiveId" clId="{F36E82C0-65ED-4BE7-8730-0F102FB388DD}" dt="2026-06-09T17:32:38.768" v="1034" actId="139"/>
          <ac:spMkLst>
            <pc:docMk/>
            <pc:sldMk cId="579466089" sldId="281"/>
            <ac:spMk id="8" creationId="{A18F577B-9CA2-BA6D-49DA-47D768584D0E}"/>
          </ac:spMkLst>
        </pc:spChg>
        <pc:spChg chg="add mod">
          <ac:chgData name="Michael Whitehouse" userId="0ecba9273f6ad366" providerId="LiveId" clId="{F36E82C0-65ED-4BE7-8730-0F102FB388DD}" dt="2026-06-09T17:32:38.890" v="1046" actId="139"/>
          <ac:spMkLst>
            <pc:docMk/>
            <pc:sldMk cId="579466089" sldId="281"/>
            <ac:spMk id="9" creationId="{18D2E1B4-8F30-CECF-8038-F74FF81F5EA6}"/>
          </ac:spMkLst>
        </pc:spChg>
        <pc:spChg chg="add mod">
          <ac:chgData name="Michael Whitehouse" userId="0ecba9273f6ad366" providerId="LiveId" clId="{F36E82C0-65ED-4BE7-8730-0F102FB388DD}" dt="2026-06-09T17:32:39.015" v="1058" actId="139"/>
          <ac:spMkLst>
            <pc:docMk/>
            <pc:sldMk cId="579466089" sldId="281"/>
            <ac:spMk id="10" creationId="{162970CB-ED80-A43A-19AE-B62BF03618D5}"/>
          </ac:spMkLst>
        </pc:spChg>
        <pc:spChg chg="add mod">
          <ac:chgData name="Michael Whitehouse" userId="0ecba9273f6ad366" providerId="LiveId" clId="{F36E82C0-65ED-4BE7-8730-0F102FB388DD}" dt="2026-06-09T17:32:39.140" v="1070" actId="139"/>
          <ac:spMkLst>
            <pc:docMk/>
            <pc:sldMk cId="579466089" sldId="281"/>
            <ac:spMk id="11" creationId="{C34079FB-5BC2-4F6A-3712-7C84EA04411D}"/>
          </ac:spMkLst>
        </pc:spChg>
        <pc:spChg chg="add mod">
          <ac:chgData name="Michael Whitehouse" userId="0ecba9273f6ad366" providerId="LiveId" clId="{F36E82C0-65ED-4BE7-8730-0F102FB388DD}" dt="2026-06-09T17:32:39.265" v="1082" actId="139"/>
          <ac:spMkLst>
            <pc:docMk/>
            <pc:sldMk cId="579466089" sldId="281"/>
            <ac:spMk id="12" creationId="{BC4D9D45-0D34-120B-B318-2F74C6EA307A}"/>
          </ac:spMkLst>
        </pc:spChg>
        <pc:spChg chg="add mod">
          <ac:chgData name="Michael Whitehouse" userId="0ecba9273f6ad366" providerId="LiveId" clId="{F36E82C0-65ED-4BE7-8730-0F102FB388DD}" dt="2026-06-09T17:32:39.390" v="1094" actId="139"/>
          <ac:spMkLst>
            <pc:docMk/>
            <pc:sldMk cId="579466089" sldId="281"/>
            <ac:spMk id="13" creationId="{B190F5AC-FED0-5878-EA4F-4A82163E9F90}"/>
          </ac:spMkLst>
        </pc:spChg>
        <pc:spChg chg="add mod">
          <ac:chgData name="Michael Whitehouse" userId="0ecba9273f6ad366" providerId="LiveId" clId="{F36E82C0-65ED-4BE7-8730-0F102FB388DD}" dt="2026-06-09T17:32:39.515" v="1106" actId="139"/>
          <ac:spMkLst>
            <pc:docMk/>
            <pc:sldMk cId="579466089" sldId="281"/>
            <ac:spMk id="14" creationId="{73742EF6-52AF-1F58-69AC-7ED71BACDE14}"/>
          </ac:spMkLst>
        </pc:spChg>
        <pc:spChg chg="add mod">
          <ac:chgData name="Michael Whitehouse" userId="0ecba9273f6ad366" providerId="LiveId" clId="{F36E82C0-65ED-4BE7-8730-0F102FB388DD}" dt="2026-06-09T17:32:39.640" v="1118" actId="139"/>
          <ac:spMkLst>
            <pc:docMk/>
            <pc:sldMk cId="579466089" sldId="281"/>
            <ac:spMk id="15" creationId="{2F0281A4-72DD-D485-5E6F-E65133D72D97}"/>
          </ac:spMkLst>
        </pc:spChg>
        <pc:spChg chg="add mod">
          <ac:chgData name="Michael Whitehouse" userId="0ecba9273f6ad366" providerId="LiveId" clId="{F36E82C0-65ED-4BE7-8730-0F102FB388DD}" dt="2026-06-09T17:32:39.764" v="1130" actId="139"/>
          <ac:spMkLst>
            <pc:docMk/>
            <pc:sldMk cId="579466089" sldId="281"/>
            <ac:spMk id="16" creationId="{37E1747D-1E30-FB9E-DBF5-C6BDE818D2B9}"/>
          </ac:spMkLst>
        </pc:spChg>
        <pc:spChg chg="add mod">
          <ac:chgData name="Michael Whitehouse" userId="0ecba9273f6ad366" providerId="LiveId" clId="{F36E82C0-65ED-4BE7-8730-0F102FB388DD}" dt="2026-06-09T17:32:39.889" v="1142" actId="139"/>
          <ac:spMkLst>
            <pc:docMk/>
            <pc:sldMk cId="579466089" sldId="281"/>
            <ac:spMk id="17" creationId="{4653D7C0-1DD2-2E25-D0C7-C044C93B713A}"/>
          </ac:spMkLst>
        </pc:spChg>
        <pc:spChg chg="add mod">
          <ac:chgData name="Michael Whitehouse" userId="0ecba9273f6ad366" providerId="LiveId" clId="{F36E82C0-65ED-4BE7-8730-0F102FB388DD}" dt="2026-06-09T17:32:40.013" v="1154" actId="139"/>
          <ac:spMkLst>
            <pc:docMk/>
            <pc:sldMk cId="579466089" sldId="281"/>
            <ac:spMk id="18" creationId="{AD941447-9480-4370-22BC-912CC0DC11D2}"/>
          </ac:spMkLst>
        </pc:spChg>
        <pc:spChg chg="add mod">
          <ac:chgData name="Michael Whitehouse" userId="0ecba9273f6ad366" providerId="LiveId" clId="{F36E82C0-65ED-4BE7-8730-0F102FB388DD}" dt="2026-06-09T17:32:40.140" v="1166" actId="139"/>
          <ac:spMkLst>
            <pc:docMk/>
            <pc:sldMk cId="579466089" sldId="281"/>
            <ac:spMk id="19" creationId="{F86DB45F-9773-5532-8845-21E7B177BBD4}"/>
          </ac:spMkLst>
        </pc:spChg>
        <pc:spChg chg="add mod">
          <ac:chgData name="Michael Whitehouse" userId="0ecba9273f6ad366" providerId="LiveId" clId="{F36E82C0-65ED-4BE7-8730-0F102FB388DD}" dt="2026-06-09T17:32:40.262" v="1178" actId="139"/>
          <ac:spMkLst>
            <pc:docMk/>
            <pc:sldMk cId="579466089" sldId="281"/>
            <ac:spMk id="20" creationId="{5AADC49C-F2C0-C047-577C-ED9F4F88E9F9}"/>
          </ac:spMkLst>
        </pc:spChg>
        <pc:spChg chg="add mod">
          <ac:chgData name="Michael Whitehouse" userId="0ecba9273f6ad366" providerId="LiveId" clId="{F36E82C0-65ED-4BE7-8730-0F102FB388DD}" dt="2026-06-09T17:32:40.388" v="1190" actId="139"/>
          <ac:spMkLst>
            <pc:docMk/>
            <pc:sldMk cId="579466089" sldId="281"/>
            <ac:spMk id="21" creationId="{2BD7EAD6-C81C-42D3-DCA1-3C8444B7B930}"/>
          </ac:spMkLst>
        </pc:spChg>
        <pc:spChg chg="add mod">
          <ac:chgData name="Michael Whitehouse" userId="0ecba9273f6ad366" providerId="LiveId" clId="{F36E82C0-65ED-4BE7-8730-0F102FB388DD}" dt="2026-06-09T17:32:40.514" v="1202" actId="139"/>
          <ac:spMkLst>
            <pc:docMk/>
            <pc:sldMk cId="579466089" sldId="281"/>
            <ac:spMk id="22" creationId="{B6A53A91-3F52-336B-5A3B-7A17B75B6CA5}"/>
          </ac:spMkLst>
        </pc:spChg>
        <pc:spChg chg="add mod">
          <ac:chgData name="Michael Whitehouse" userId="0ecba9273f6ad366" providerId="LiveId" clId="{F36E82C0-65ED-4BE7-8730-0F102FB388DD}" dt="2026-06-09T17:32:40.638" v="1214" actId="139"/>
          <ac:spMkLst>
            <pc:docMk/>
            <pc:sldMk cId="579466089" sldId="281"/>
            <ac:spMk id="23" creationId="{353E685C-87A2-0CA1-9A7D-A8B6A473464F}"/>
          </ac:spMkLst>
        </pc:spChg>
        <pc:spChg chg="add mod">
          <ac:chgData name="Michael Whitehouse" userId="0ecba9273f6ad366" providerId="LiveId" clId="{F36E82C0-65ED-4BE7-8730-0F102FB388DD}" dt="2026-06-09T17:32:40.762" v="1226" actId="139"/>
          <ac:spMkLst>
            <pc:docMk/>
            <pc:sldMk cId="579466089" sldId="281"/>
            <ac:spMk id="24" creationId="{DE83A28D-3F7F-A2DC-1EF1-7EE3777B4EA7}"/>
          </ac:spMkLst>
        </pc:spChg>
        <pc:spChg chg="add mod">
          <ac:chgData name="Michael Whitehouse" userId="0ecba9273f6ad366" providerId="LiveId" clId="{F36E82C0-65ED-4BE7-8730-0F102FB388DD}" dt="2026-06-09T17:32:40.886" v="1238" actId="139"/>
          <ac:spMkLst>
            <pc:docMk/>
            <pc:sldMk cId="579466089" sldId="281"/>
            <ac:spMk id="25" creationId="{8E72CED1-B756-6DBB-4584-CBD5E97C3FFD}"/>
          </ac:spMkLst>
        </pc:spChg>
        <pc:spChg chg="add mod">
          <ac:chgData name="Michael Whitehouse" userId="0ecba9273f6ad366" providerId="LiveId" clId="{F36E82C0-65ED-4BE7-8730-0F102FB388DD}" dt="2026-06-09T17:32:41.011" v="1250" actId="139"/>
          <ac:spMkLst>
            <pc:docMk/>
            <pc:sldMk cId="579466089" sldId="281"/>
            <ac:spMk id="26" creationId="{F22851DC-1E39-A0D7-CC46-AF0AB8D380B4}"/>
          </ac:spMkLst>
        </pc:spChg>
        <pc:spChg chg="add mod">
          <ac:chgData name="Michael Whitehouse" userId="0ecba9273f6ad366" providerId="LiveId" clId="{F36E82C0-65ED-4BE7-8730-0F102FB388DD}" dt="2026-06-09T17:32:41.133" v="1261" actId="139"/>
          <ac:spMkLst>
            <pc:docMk/>
            <pc:sldMk cId="579466089" sldId="281"/>
            <ac:spMk id="27" creationId="{5757057C-C4ED-61B7-96D7-7D6B35E13C85}"/>
          </ac:spMkLst>
        </pc:spChg>
        <pc:spChg chg="add mod">
          <ac:chgData name="Michael Whitehouse" userId="0ecba9273f6ad366" providerId="LiveId" clId="{F36E82C0-65ED-4BE7-8730-0F102FB388DD}" dt="2026-06-09T17:32:41.260" v="1272" actId="139"/>
          <ac:spMkLst>
            <pc:docMk/>
            <pc:sldMk cId="579466089" sldId="281"/>
            <ac:spMk id="28" creationId="{35D8D648-DA63-393B-400E-A3713C964318}"/>
          </ac:spMkLst>
        </pc:spChg>
        <pc:spChg chg="add mod">
          <ac:chgData name="Michael Whitehouse" userId="0ecba9273f6ad366" providerId="LiveId" clId="{F36E82C0-65ED-4BE7-8730-0F102FB388DD}" dt="2026-06-09T17:32:41.272" v="1282" actId="207"/>
          <ac:spMkLst>
            <pc:docMk/>
            <pc:sldMk cId="579466089" sldId="281"/>
            <ac:spMk id="29" creationId="{75AB9677-F6C4-901B-2433-C78A0A7ED689}"/>
          </ac:spMkLst>
        </pc:spChg>
        <pc:spChg chg="add mod">
          <ac:chgData name="Michael Whitehouse" userId="0ecba9273f6ad366" providerId="LiveId" clId="{F36E82C0-65ED-4BE7-8730-0F102FB388DD}" dt="2026-06-09T17:32:41.286" v="1292" actId="207"/>
          <ac:spMkLst>
            <pc:docMk/>
            <pc:sldMk cId="579466089" sldId="281"/>
            <ac:spMk id="30" creationId="{4B2CC2D1-6787-F742-9FF2-8D8288CEF65E}"/>
          </ac:spMkLst>
        </pc:spChg>
      </pc:sldChg>
      <pc:sldChg chg="addSp delSp modSp add mod modClrScheme chgLayout">
        <pc:chgData name="Michael Whitehouse" userId="0ecba9273f6ad366" providerId="LiveId" clId="{F36E82C0-65ED-4BE7-8730-0F102FB388DD}" dt="2026-06-11T11:35:15.334" v="2275" actId="14100"/>
        <pc:sldMkLst>
          <pc:docMk/>
          <pc:sldMk cId="1023858847" sldId="282"/>
        </pc:sldMkLst>
        <pc:spChg chg="mod ord">
          <ac:chgData name="Michael Whitehouse" userId="0ecba9273f6ad366" providerId="LiveId" clId="{F36E82C0-65ED-4BE7-8730-0F102FB388DD}" dt="2026-06-11T11:34:09.911" v="2272" actId="1076"/>
          <ac:spMkLst>
            <pc:docMk/>
            <pc:sldMk cId="1023858847" sldId="282"/>
            <ac:spMk id="2" creationId="{5456AF2F-C445-D460-86B2-56406394A1EB}"/>
          </ac:spMkLst>
        </pc:spChg>
        <pc:spChg chg="add mod">
          <ac:chgData name="Michael Whitehouse" userId="0ecba9273f6ad366" providerId="LiveId" clId="{F36E82C0-65ED-4BE7-8730-0F102FB388DD}" dt="2026-06-11T11:35:15.334" v="2275" actId="14100"/>
          <ac:spMkLst>
            <pc:docMk/>
            <pc:sldMk cId="1023858847" sldId="282"/>
            <ac:spMk id="4" creationId="{955F91C6-BF19-70F9-2793-FAD188BB9ABA}"/>
          </ac:spMkLst>
        </pc:spChg>
        <pc:spChg chg="add mod">
          <ac:chgData name="Michael Whitehouse" userId="0ecba9273f6ad366" providerId="LiveId" clId="{F36E82C0-65ED-4BE7-8730-0F102FB388DD}" dt="2026-06-11T11:33:48.558" v="2257" actId="27636"/>
          <ac:spMkLst>
            <pc:docMk/>
            <pc:sldMk cId="1023858847" sldId="282"/>
            <ac:spMk id="5" creationId="{479E0FC4-73BD-F297-A4A0-0223AFC91BEF}"/>
          </ac:spMkLst>
        </pc:spChg>
        <pc:spChg chg="add mod">
          <ac:chgData name="Michael Whitehouse" userId="0ecba9273f6ad366" providerId="LiveId" clId="{F36E82C0-65ED-4BE7-8730-0F102FB388DD}" dt="2026-06-09T17:32:42.877" v="1337" actId="207"/>
          <ac:spMkLst>
            <pc:docMk/>
            <pc:sldMk cId="1023858847" sldId="282"/>
            <ac:spMk id="6" creationId="{2176FD79-8887-0441-C5E0-0760452D3643}"/>
          </ac:spMkLst>
        </pc:spChg>
        <pc:spChg chg="add mod">
          <ac:chgData name="Michael Whitehouse" userId="0ecba9273f6ad366" providerId="LiveId" clId="{F36E82C0-65ED-4BE7-8730-0F102FB388DD}" dt="2026-06-09T17:32:43.006" v="1349" actId="139"/>
          <ac:spMkLst>
            <pc:docMk/>
            <pc:sldMk cId="1023858847" sldId="282"/>
            <ac:spMk id="7" creationId="{10BBD1F7-E1D9-800B-5BEE-842DB46F5EF9}"/>
          </ac:spMkLst>
        </pc:spChg>
        <pc:spChg chg="add mod">
          <ac:chgData name="Michael Whitehouse" userId="0ecba9273f6ad366" providerId="LiveId" clId="{F36E82C0-65ED-4BE7-8730-0F102FB388DD}" dt="2026-06-09T17:32:43.128" v="1361" actId="139"/>
          <ac:spMkLst>
            <pc:docMk/>
            <pc:sldMk cId="1023858847" sldId="282"/>
            <ac:spMk id="8" creationId="{DD8E72BF-F756-B5B8-E6CB-DB6D26D0B15B}"/>
          </ac:spMkLst>
        </pc:spChg>
        <pc:spChg chg="add mod">
          <ac:chgData name="Michael Whitehouse" userId="0ecba9273f6ad366" providerId="LiveId" clId="{F36E82C0-65ED-4BE7-8730-0F102FB388DD}" dt="2026-06-09T17:32:43.252" v="1371" actId="207"/>
          <ac:spMkLst>
            <pc:docMk/>
            <pc:sldMk cId="1023858847" sldId="282"/>
            <ac:spMk id="9" creationId="{B4446B01-9DED-7EA7-EC08-BE6CE719918D}"/>
          </ac:spMkLst>
        </pc:spChg>
        <pc:spChg chg="add mod">
          <ac:chgData name="Michael Whitehouse" userId="0ecba9273f6ad366" providerId="LiveId" clId="{F36E82C0-65ED-4BE7-8730-0F102FB388DD}" dt="2026-06-09T17:32:43.380" v="1383" actId="139"/>
          <ac:spMkLst>
            <pc:docMk/>
            <pc:sldMk cId="1023858847" sldId="282"/>
            <ac:spMk id="10" creationId="{23565738-6D84-F705-01FD-2EB166501810}"/>
          </ac:spMkLst>
        </pc:spChg>
        <pc:spChg chg="add mod">
          <ac:chgData name="Michael Whitehouse" userId="0ecba9273f6ad366" providerId="LiveId" clId="{F36E82C0-65ED-4BE7-8730-0F102FB388DD}" dt="2026-06-09T17:32:43.497" v="1393" actId="207"/>
          <ac:spMkLst>
            <pc:docMk/>
            <pc:sldMk cId="1023858847" sldId="282"/>
            <ac:spMk id="11" creationId="{FE1ED166-DF4A-AB41-E234-577A6F2D9C44}"/>
          </ac:spMkLst>
        </pc:spChg>
        <pc:spChg chg="add mod">
          <ac:chgData name="Michael Whitehouse" userId="0ecba9273f6ad366" providerId="LiveId" clId="{F36E82C0-65ED-4BE7-8730-0F102FB388DD}" dt="2026-06-09T17:32:43.626" v="1405" actId="139"/>
          <ac:spMkLst>
            <pc:docMk/>
            <pc:sldMk cId="1023858847" sldId="282"/>
            <ac:spMk id="12" creationId="{6133F770-A975-51ED-F0A5-5A845A1C4F64}"/>
          </ac:spMkLst>
        </pc:spChg>
        <pc:spChg chg="add mod">
          <ac:chgData name="Michael Whitehouse" userId="0ecba9273f6ad366" providerId="LiveId" clId="{F36E82C0-65ED-4BE7-8730-0F102FB388DD}" dt="2026-06-11T11:33:48.556" v="2256" actId="27636"/>
          <ac:spMkLst>
            <pc:docMk/>
            <pc:sldMk cId="1023858847" sldId="282"/>
            <ac:spMk id="13" creationId="{8E8A4071-3001-94DF-30E2-3E99B7DDE4BB}"/>
          </ac:spMkLst>
        </pc:spChg>
        <pc:spChg chg="add mod">
          <ac:chgData name="Michael Whitehouse" userId="0ecba9273f6ad366" providerId="LiveId" clId="{F36E82C0-65ED-4BE7-8730-0F102FB388DD}" dt="2026-06-09T17:32:43.877" v="1429" actId="139"/>
          <ac:spMkLst>
            <pc:docMk/>
            <pc:sldMk cId="1023858847" sldId="282"/>
            <ac:spMk id="14" creationId="{BFF16F80-DF44-A4BD-3585-B4E511C7057D}"/>
          </ac:spMkLst>
        </pc:spChg>
        <pc:spChg chg="add mod">
          <ac:chgData name="Michael Whitehouse" userId="0ecba9273f6ad366" providerId="LiveId" clId="{F36E82C0-65ED-4BE7-8730-0F102FB388DD}" dt="2026-06-09T17:32:44.002" v="1441" actId="139"/>
          <ac:spMkLst>
            <pc:docMk/>
            <pc:sldMk cId="1023858847" sldId="282"/>
            <ac:spMk id="15" creationId="{EDFC55AE-C9F6-0C09-68CD-696403CDA42B}"/>
          </ac:spMkLst>
        </pc:spChg>
        <pc:spChg chg="add mod">
          <ac:chgData name="Michael Whitehouse" userId="0ecba9273f6ad366" providerId="LiveId" clId="{F36E82C0-65ED-4BE7-8730-0F102FB388DD}" dt="2026-06-09T17:32:44.123" v="1451" actId="207"/>
          <ac:spMkLst>
            <pc:docMk/>
            <pc:sldMk cId="1023858847" sldId="282"/>
            <ac:spMk id="16" creationId="{5D42008C-543E-1242-59AC-F5AEC01E726D}"/>
          </ac:spMkLst>
        </pc:spChg>
        <pc:spChg chg="add mod">
          <ac:chgData name="Michael Whitehouse" userId="0ecba9273f6ad366" providerId="LiveId" clId="{F36E82C0-65ED-4BE7-8730-0F102FB388DD}" dt="2026-06-09T17:32:44.252" v="1463" actId="139"/>
          <ac:spMkLst>
            <pc:docMk/>
            <pc:sldMk cId="1023858847" sldId="282"/>
            <ac:spMk id="17" creationId="{D1342705-0C5B-C3C7-0553-E77A0B617309}"/>
          </ac:spMkLst>
        </pc:spChg>
        <pc:spChg chg="add mod">
          <ac:chgData name="Michael Whitehouse" userId="0ecba9273f6ad366" providerId="LiveId" clId="{F36E82C0-65ED-4BE7-8730-0F102FB388DD}" dt="2026-06-09T17:32:44.369" v="1473" actId="207"/>
          <ac:spMkLst>
            <pc:docMk/>
            <pc:sldMk cId="1023858847" sldId="282"/>
            <ac:spMk id="18" creationId="{DA5874A7-36E2-42D0-38B9-862690FDB64B}"/>
          </ac:spMkLst>
        </pc:spChg>
        <pc:spChg chg="add mod">
          <ac:chgData name="Michael Whitehouse" userId="0ecba9273f6ad366" providerId="LiveId" clId="{F36E82C0-65ED-4BE7-8730-0F102FB388DD}" dt="2026-06-09T17:32:44.482" v="1485" actId="139"/>
          <ac:spMkLst>
            <pc:docMk/>
            <pc:sldMk cId="1023858847" sldId="282"/>
            <ac:spMk id="19" creationId="{5578D5A3-E775-11A8-627E-986CD8F72054}"/>
          </ac:spMkLst>
        </pc:spChg>
        <pc:spChg chg="add mod">
          <ac:chgData name="Michael Whitehouse" userId="0ecba9273f6ad366" providerId="LiveId" clId="{F36E82C0-65ED-4BE7-8730-0F102FB388DD}" dt="2026-06-09T17:32:44.605" v="1497" actId="139"/>
          <ac:spMkLst>
            <pc:docMk/>
            <pc:sldMk cId="1023858847" sldId="282"/>
            <ac:spMk id="20" creationId="{3ECE1855-0CFE-1BF9-623F-019D95A8EA60}"/>
          </ac:spMkLst>
        </pc:spChg>
        <pc:spChg chg="add mod">
          <ac:chgData name="Michael Whitehouse" userId="0ecba9273f6ad366" providerId="LiveId" clId="{F36E82C0-65ED-4BE7-8730-0F102FB388DD}" dt="2026-06-09T17:32:44.735" v="1509" actId="139"/>
          <ac:spMkLst>
            <pc:docMk/>
            <pc:sldMk cId="1023858847" sldId="282"/>
            <ac:spMk id="21" creationId="{E527D071-8387-66EA-BF1B-493504F56EBA}"/>
          </ac:spMkLst>
        </pc:spChg>
        <pc:spChg chg="add mod">
          <ac:chgData name="Michael Whitehouse" userId="0ecba9273f6ad366" providerId="LiveId" clId="{F36E82C0-65ED-4BE7-8730-0F102FB388DD}" dt="2026-06-09T17:32:44.867" v="1521" actId="139"/>
          <ac:spMkLst>
            <pc:docMk/>
            <pc:sldMk cId="1023858847" sldId="282"/>
            <ac:spMk id="22" creationId="{E9C5FBE3-F170-CB0B-A93D-5FFD9C19E975}"/>
          </ac:spMkLst>
        </pc:spChg>
        <pc:spChg chg="add mod">
          <ac:chgData name="Michael Whitehouse" userId="0ecba9273f6ad366" providerId="LiveId" clId="{F36E82C0-65ED-4BE7-8730-0F102FB388DD}" dt="2026-06-09T17:32:44.979" v="1531" actId="207"/>
          <ac:spMkLst>
            <pc:docMk/>
            <pc:sldMk cId="1023858847" sldId="282"/>
            <ac:spMk id="23" creationId="{8A15E7DE-A280-DC01-C14E-CE27204AFFF2}"/>
          </ac:spMkLst>
        </pc:spChg>
        <pc:spChg chg="add mod">
          <ac:chgData name="Michael Whitehouse" userId="0ecba9273f6ad366" providerId="LiveId" clId="{F36E82C0-65ED-4BE7-8730-0F102FB388DD}" dt="2026-06-09T17:32:45.109" v="1543" actId="139"/>
          <ac:spMkLst>
            <pc:docMk/>
            <pc:sldMk cId="1023858847" sldId="282"/>
            <ac:spMk id="24" creationId="{05B9C4C8-D26F-8E8E-F191-70C39141FDC7}"/>
          </ac:spMkLst>
        </pc:spChg>
        <pc:spChg chg="add mod">
          <ac:chgData name="Michael Whitehouse" userId="0ecba9273f6ad366" providerId="LiveId" clId="{F36E82C0-65ED-4BE7-8730-0F102FB388DD}" dt="2026-06-09T17:32:45.226" v="1553" actId="207"/>
          <ac:spMkLst>
            <pc:docMk/>
            <pc:sldMk cId="1023858847" sldId="282"/>
            <ac:spMk id="25" creationId="{97771834-77D3-D4E1-F1F7-36B26E22D7BA}"/>
          </ac:spMkLst>
        </pc:spChg>
        <pc:spChg chg="add mod">
          <ac:chgData name="Michael Whitehouse" userId="0ecba9273f6ad366" providerId="LiveId" clId="{F36E82C0-65ED-4BE7-8730-0F102FB388DD}" dt="2026-06-09T17:32:45.355" v="1565" actId="139"/>
          <ac:spMkLst>
            <pc:docMk/>
            <pc:sldMk cId="1023858847" sldId="282"/>
            <ac:spMk id="26" creationId="{9AA7A618-C915-AC36-8E9A-7D56C3797CCE}"/>
          </ac:spMkLst>
        </pc:spChg>
        <pc:spChg chg="add mod">
          <ac:chgData name="Michael Whitehouse" userId="0ecba9273f6ad366" providerId="LiveId" clId="{F36E82C0-65ED-4BE7-8730-0F102FB388DD}" dt="2026-06-09T17:32:45.483" v="1577" actId="139"/>
          <ac:spMkLst>
            <pc:docMk/>
            <pc:sldMk cId="1023858847" sldId="282"/>
            <ac:spMk id="27" creationId="{48D1F74D-8413-07BD-B1FC-282CD7756FBF}"/>
          </ac:spMkLst>
        </pc:spChg>
        <pc:spChg chg="add mod">
          <ac:chgData name="Michael Whitehouse" userId="0ecba9273f6ad366" providerId="LiveId" clId="{F36E82C0-65ED-4BE7-8730-0F102FB388DD}" dt="2026-06-09T17:32:45.499" v="1587" actId="207"/>
          <ac:spMkLst>
            <pc:docMk/>
            <pc:sldMk cId="1023858847" sldId="282"/>
            <ac:spMk id="28" creationId="{2A18D4AB-FE9E-5CAC-B831-462CEC9D5888}"/>
          </ac:spMkLst>
        </pc:spChg>
        <pc:spChg chg="add mod">
          <ac:chgData name="Michael Whitehouse" userId="0ecba9273f6ad366" providerId="LiveId" clId="{F36E82C0-65ED-4BE7-8730-0F102FB388DD}" dt="2026-06-09T17:32:45.512" v="1597" actId="207"/>
          <ac:spMkLst>
            <pc:docMk/>
            <pc:sldMk cId="1023858847" sldId="282"/>
            <ac:spMk id="29" creationId="{B32D37F9-ADD3-C1C3-29F1-3A1B88C8CD4C}"/>
          </ac:spMkLst>
        </pc:spChg>
      </pc:sldChg>
      <pc:sldChg chg="addSp delSp modSp add mod modClrScheme chgLayout">
        <pc:chgData name="Michael Whitehouse" userId="0ecba9273f6ad366" providerId="LiveId" clId="{F36E82C0-65ED-4BE7-8730-0F102FB388DD}" dt="2026-06-11T11:33:57.275" v="2271" actId="478"/>
        <pc:sldMkLst>
          <pc:docMk/>
          <pc:sldMk cId="3919782437" sldId="283"/>
        </pc:sldMkLst>
        <pc:spChg chg="mod ord">
          <ac:chgData name="Michael Whitehouse" userId="0ecba9273f6ad366" providerId="LiveId" clId="{F36E82C0-65ED-4BE7-8730-0F102FB388DD}" dt="2026-06-11T11:33:48.495" v="2254" actId="700"/>
          <ac:spMkLst>
            <pc:docMk/>
            <pc:sldMk cId="3919782437" sldId="283"/>
            <ac:spMk id="2" creationId="{14BE81EA-1ADD-4C16-E1C8-0263370E30A3}"/>
          </ac:spMkLst>
        </pc:spChg>
        <pc:spChg chg="add mod">
          <ac:chgData name="Michael Whitehouse" userId="0ecba9273f6ad366" providerId="LiveId" clId="{F36E82C0-65ED-4BE7-8730-0F102FB388DD}" dt="2026-06-09T17:32:46.693" v="1625" actId="207"/>
          <ac:spMkLst>
            <pc:docMk/>
            <pc:sldMk cId="3919782437" sldId="283"/>
            <ac:spMk id="6" creationId="{232FC57E-6A4A-062F-2C76-B847AE4042F6}"/>
          </ac:spMkLst>
        </pc:spChg>
        <pc:spChg chg="add mod">
          <ac:chgData name="Michael Whitehouse" userId="0ecba9273f6ad366" providerId="LiveId" clId="{F36E82C0-65ED-4BE7-8730-0F102FB388DD}" dt="2026-06-11T11:33:48.565" v="2264" actId="27636"/>
          <ac:spMkLst>
            <pc:docMk/>
            <pc:sldMk cId="3919782437" sldId="283"/>
            <ac:spMk id="7" creationId="{442553F7-647E-92EC-F27D-31FB7647A8D6}"/>
          </ac:spMkLst>
        </pc:spChg>
        <pc:spChg chg="add mod">
          <ac:chgData name="Michael Whitehouse" userId="0ecba9273f6ad366" providerId="LiveId" clId="{F36E82C0-65ED-4BE7-8730-0F102FB388DD}" dt="2026-06-09T17:32:46.944" v="1649" actId="139"/>
          <ac:spMkLst>
            <pc:docMk/>
            <pc:sldMk cId="3919782437" sldId="283"/>
            <ac:spMk id="8" creationId="{B6BAE46F-EAAD-94DE-678D-9EB39FF48D69}"/>
          </ac:spMkLst>
        </pc:spChg>
        <pc:spChg chg="add mod">
          <ac:chgData name="Michael Whitehouse" userId="0ecba9273f6ad366" providerId="LiveId" clId="{F36E82C0-65ED-4BE7-8730-0F102FB388DD}" dt="2026-06-09T17:32:47.068" v="1661" actId="139"/>
          <ac:spMkLst>
            <pc:docMk/>
            <pc:sldMk cId="3919782437" sldId="283"/>
            <ac:spMk id="9" creationId="{7148BF18-8CBC-140E-79BA-6BC122BD5236}"/>
          </ac:spMkLst>
        </pc:spChg>
        <pc:spChg chg="add mod">
          <ac:chgData name="Michael Whitehouse" userId="0ecba9273f6ad366" providerId="LiveId" clId="{F36E82C0-65ED-4BE7-8730-0F102FB388DD}" dt="2026-06-09T17:32:47.193" v="1673" actId="139"/>
          <ac:spMkLst>
            <pc:docMk/>
            <pc:sldMk cId="3919782437" sldId="283"/>
            <ac:spMk id="10" creationId="{BCE693D0-9ADD-A5AB-452C-865AE019C926}"/>
          </ac:spMkLst>
        </pc:spChg>
        <pc:spChg chg="add mod">
          <ac:chgData name="Michael Whitehouse" userId="0ecba9273f6ad366" providerId="LiveId" clId="{F36E82C0-65ED-4BE7-8730-0F102FB388DD}" dt="2026-06-09T17:32:47.314" v="1682"/>
          <ac:spMkLst>
            <pc:docMk/>
            <pc:sldMk cId="3919782437" sldId="283"/>
            <ac:spMk id="11" creationId="{3E2806EE-DC07-D95E-3A18-FC39E720C389}"/>
          </ac:spMkLst>
        </pc:spChg>
        <pc:spChg chg="add mod">
          <ac:chgData name="Michael Whitehouse" userId="0ecba9273f6ad366" providerId="LiveId" clId="{F36E82C0-65ED-4BE7-8730-0F102FB388DD}" dt="2026-06-09T17:32:47.438" v="1691"/>
          <ac:spMkLst>
            <pc:docMk/>
            <pc:sldMk cId="3919782437" sldId="283"/>
            <ac:spMk id="12" creationId="{467340D0-A790-9658-4B24-ABB8428A5B03}"/>
          </ac:spMkLst>
        </pc:spChg>
        <pc:spChg chg="add mod">
          <ac:chgData name="Michael Whitehouse" userId="0ecba9273f6ad366" providerId="LiveId" clId="{F36E82C0-65ED-4BE7-8730-0F102FB388DD}" dt="2026-06-09T17:32:47.562" v="1700"/>
          <ac:spMkLst>
            <pc:docMk/>
            <pc:sldMk cId="3919782437" sldId="283"/>
            <ac:spMk id="13" creationId="{A7EF542C-7DAD-2B3B-B3B3-414E1E9F5E5A}"/>
          </ac:spMkLst>
        </pc:spChg>
        <pc:spChg chg="add mod">
          <ac:chgData name="Michael Whitehouse" userId="0ecba9273f6ad366" providerId="LiveId" clId="{F36E82C0-65ED-4BE7-8730-0F102FB388DD}" dt="2026-06-09T17:32:47.691" v="1711" actId="139"/>
          <ac:spMkLst>
            <pc:docMk/>
            <pc:sldMk cId="3919782437" sldId="283"/>
            <ac:spMk id="14" creationId="{8A52F5E7-5EA5-E13C-8E74-F8C95EC83709}"/>
          </ac:spMkLst>
        </pc:spChg>
        <pc:spChg chg="add mod">
          <ac:chgData name="Michael Whitehouse" userId="0ecba9273f6ad366" providerId="LiveId" clId="{F36E82C0-65ED-4BE7-8730-0F102FB388DD}" dt="2026-06-11T11:33:48.563" v="2261" actId="27636"/>
          <ac:spMkLst>
            <pc:docMk/>
            <pc:sldMk cId="3919782437" sldId="283"/>
            <ac:spMk id="15" creationId="{AAC8E9CD-9DD8-2B9D-ACD8-D5C73D714475}"/>
          </ac:spMkLst>
        </pc:spChg>
        <pc:spChg chg="add mod">
          <ac:chgData name="Michael Whitehouse" userId="0ecba9273f6ad366" providerId="LiveId" clId="{F36E82C0-65ED-4BE7-8730-0F102FB388DD}" dt="2026-06-11T11:33:48.567" v="2267" actId="27636"/>
          <ac:spMkLst>
            <pc:docMk/>
            <pc:sldMk cId="3919782437" sldId="283"/>
            <ac:spMk id="16" creationId="{3C93C298-1DB5-F428-9EE9-947D5E5E5A11}"/>
          </ac:spMkLst>
        </pc:spChg>
        <pc:spChg chg="add mod">
          <ac:chgData name="Michael Whitehouse" userId="0ecba9273f6ad366" providerId="LiveId" clId="{F36E82C0-65ED-4BE7-8730-0F102FB388DD}" dt="2026-06-11T11:33:48.565" v="2265" actId="27636"/>
          <ac:spMkLst>
            <pc:docMk/>
            <pc:sldMk cId="3919782437" sldId="283"/>
            <ac:spMk id="17" creationId="{EA2555A8-B72A-E466-358F-F7ED3A229952}"/>
          </ac:spMkLst>
        </pc:spChg>
        <pc:spChg chg="add mod">
          <ac:chgData name="Michael Whitehouse" userId="0ecba9273f6ad366" providerId="LiveId" clId="{F36E82C0-65ED-4BE7-8730-0F102FB388DD}" dt="2026-06-11T11:33:48.561" v="2259" actId="27636"/>
          <ac:spMkLst>
            <pc:docMk/>
            <pc:sldMk cId="3919782437" sldId="283"/>
            <ac:spMk id="18" creationId="{C41F4A03-1E5E-6616-C90F-C4A5EDA8E291}"/>
          </ac:spMkLst>
        </pc:spChg>
        <pc:spChg chg="add mod">
          <ac:chgData name="Michael Whitehouse" userId="0ecba9273f6ad366" providerId="LiveId" clId="{F36E82C0-65ED-4BE7-8730-0F102FB388DD}" dt="2026-06-11T11:33:48.563" v="2262" actId="27636"/>
          <ac:spMkLst>
            <pc:docMk/>
            <pc:sldMk cId="3919782437" sldId="283"/>
            <ac:spMk id="19" creationId="{A90E22F5-392D-51FC-7D0E-33D4990CE5C0}"/>
          </ac:spMkLst>
        </pc:spChg>
        <pc:spChg chg="add mod">
          <ac:chgData name="Michael Whitehouse" userId="0ecba9273f6ad366" providerId="LiveId" clId="{F36E82C0-65ED-4BE7-8730-0F102FB388DD}" dt="2026-06-09T17:32:48.434" v="1781" actId="207"/>
          <ac:spMkLst>
            <pc:docMk/>
            <pc:sldMk cId="3919782437" sldId="283"/>
            <ac:spMk id="20" creationId="{8459E5DC-44D0-0529-5148-9F16BF9DDD85}"/>
          </ac:spMkLst>
        </pc:spChg>
        <pc:spChg chg="add mod">
          <ac:chgData name="Michael Whitehouse" userId="0ecba9273f6ad366" providerId="LiveId" clId="{F36E82C0-65ED-4BE7-8730-0F102FB388DD}" dt="2026-06-11T11:33:48.566" v="2266" actId="27636"/>
          <ac:spMkLst>
            <pc:docMk/>
            <pc:sldMk cId="3919782437" sldId="283"/>
            <ac:spMk id="21" creationId="{564B103C-702E-1356-B247-70BE20FAF338}"/>
          </ac:spMkLst>
        </pc:spChg>
        <pc:spChg chg="add mod">
          <ac:chgData name="Michael Whitehouse" userId="0ecba9273f6ad366" providerId="LiveId" clId="{F36E82C0-65ED-4BE7-8730-0F102FB388DD}" dt="2026-06-09T17:32:48.688" v="1804" actId="139"/>
          <ac:spMkLst>
            <pc:docMk/>
            <pc:sldMk cId="3919782437" sldId="283"/>
            <ac:spMk id="22" creationId="{26F1CB84-79D8-AF42-72FA-8473B931B843}"/>
          </ac:spMkLst>
        </pc:spChg>
        <pc:spChg chg="add mod">
          <ac:chgData name="Michael Whitehouse" userId="0ecba9273f6ad366" providerId="LiveId" clId="{F36E82C0-65ED-4BE7-8730-0F102FB388DD}" dt="2026-06-11T11:33:48.561" v="2258" actId="27636"/>
          <ac:spMkLst>
            <pc:docMk/>
            <pc:sldMk cId="3919782437" sldId="283"/>
            <ac:spMk id="23" creationId="{C04FC6FF-9ECF-6D58-6B4D-89FBB59A4BFD}"/>
          </ac:spMkLst>
        </pc:spChg>
        <pc:spChg chg="add mod">
          <ac:chgData name="Michael Whitehouse" userId="0ecba9273f6ad366" providerId="LiveId" clId="{F36E82C0-65ED-4BE7-8730-0F102FB388DD}" dt="2026-06-11T11:33:48.565" v="2263" actId="27636"/>
          <ac:spMkLst>
            <pc:docMk/>
            <pc:sldMk cId="3919782437" sldId="283"/>
            <ac:spMk id="24" creationId="{76F61D61-96B5-4BFB-8120-3002D9AEAE63}"/>
          </ac:spMkLst>
        </pc:spChg>
        <pc:spChg chg="add mod">
          <ac:chgData name="Michael Whitehouse" userId="0ecba9273f6ad366" providerId="LiveId" clId="{F36E82C0-65ED-4BE7-8730-0F102FB388DD}" dt="2026-06-11T11:33:48.562" v="2260" actId="27636"/>
          <ac:spMkLst>
            <pc:docMk/>
            <pc:sldMk cId="3919782437" sldId="283"/>
            <ac:spMk id="25" creationId="{FDAC2E79-8818-E4D2-15F7-C9E5AF2B1455}"/>
          </ac:spMkLst>
        </pc:spChg>
        <pc:spChg chg="add mod">
          <ac:chgData name="Michael Whitehouse" userId="0ecba9273f6ad366" providerId="LiveId" clId="{F36E82C0-65ED-4BE7-8730-0F102FB388DD}" dt="2026-06-09T17:32:49.074" v="1850" actId="207"/>
          <ac:spMkLst>
            <pc:docMk/>
            <pc:sldMk cId="3919782437" sldId="283"/>
            <ac:spMk id="26" creationId="{DA5C8EA7-4F50-8414-51B2-596586BB9BB8}"/>
          </ac:spMkLst>
        </pc:spChg>
        <pc:spChg chg="add mod">
          <ac:chgData name="Michael Whitehouse" userId="0ecba9273f6ad366" providerId="LiveId" clId="{F36E82C0-65ED-4BE7-8730-0F102FB388DD}" dt="2026-06-09T17:32:49.089" v="1860" actId="207"/>
          <ac:spMkLst>
            <pc:docMk/>
            <pc:sldMk cId="3919782437" sldId="283"/>
            <ac:spMk id="27" creationId="{E0A1B0AE-F075-89C3-3F16-48389DCD7DE0}"/>
          </ac:spMkLst>
        </pc:spChg>
      </pc:sldChg>
      <pc:sldChg chg="addSp delSp modSp add mod modClrScheme chgLayout">
        <pc:chgData name="Michael Whitehouse" userId="0ecba9273f6ad366" providerId="LiveId" clId="{F36E82C0-65ED-4BE7-8730-0F102FB388DD}" dt="2026-06-11T11:33:48.495" v="2254" actId="700"/>
        <pc:sldMkLst>
          <pc:docMk/>
          <pc:sldMk cId="81992091" sldId="284"/>
        </pc:sldMkLst>
        <pc:spChg chg="mod ord">
          <ac:chgData name="Michael Whitehouse" userId="0ecba9273f6ad366" providerId="LiveId" clId="{F36E82C0-65ED-4BE7-8730-0F102FB388DD}" dt="2026-06-11T11:33:48.495" v="2254" actId="700"/>
          <ac:spMkLst>
            <pc:docMk/>
            <pc:sldMk cId="81992091" sldId="284"/>
            <ac:spMk id="2" creationId="{65AB7175-2A57-1C6A-1835-FEA7FFCA5B12}"/>
          </ac:spMkLst>
        </pc:spChg>
        <pc:spChg chg="add mod">
          <ac:chgData name="Michael Whitehouse" userId="0ecba9273f6ad366" providerId="LiveId" clId="{F36E82C0-65ED-4BE7-8730-0F102FB388DD}" dt="2026-06-09T17:32:49.281" v="1879" actId="139"/>
          <ac:spMkLst>
            <pc:docMk/>
            <pc:sldMk cId="81992091" sldId="284"/>
            <ac:spMk id="5" creationId="{29391B7C-95E3-15B6-92B1-158BAEC399EC}"/>
          </ac:spMkLst>
        </pc:spChg>
        <pc:spChg chg="add mod">
          <ac:chgData name="Michael Whitehouse" userId="0ecba9273f6ad366" providerId="LiveId" clId="{F36E82C0-65ED-4BE7-8730-0F102FB388DD}" dt="2026-06-09T17:32:49.295" v="1889" actId="207"/>
          <ac:spMkLst>
            <pc:docMk/>
            <pc:sldMk cId="81992091" sldId="284"/>
            <ac:spMk id="6" creationId="{53F571BA-C0EE-B090-0574-1A9911883152}"/>
          </ac:spMkLst>
        </pc:spChg>
        <pc:spChg chg="add mod">
          <ac:chgData name="Michael Whitehouse" userId="0ecba9273f6ad366" providerId="LiveId" clId="{F36E82C0-65ED-4BE7-8730-0F102FB388DD}" dt="2026-06-09T17:32:49.309" v="1899" actId="207"/>
          <ac:spMkLst>
            <pc:docMk/>
            <pc:sldMk cId="81992091" sldId="284"/>
            <ac:spMk id="7" creationId="{CA2A4AAD-C832-43C8-98AC-9E8719C5BA15}"/>
          </ac:spMkLst>
        </pc:spChg>
      </pc:sldChg>
      <pc:sldChg chg="addSp modSp add mod modClrScheme chgLayout">
        <pc:chgData name="Michael Whitehouse" userId="0ecba9273f6ad366" providerId="LiveId" clId="{F36E82C0-65ED-4BE7-8730-0F102FB388DD}" dt="2026-06-11T11:33:48.570" v="2269" actId="27636"/>
        <pc:sldMkLst>
          <pc:docMk/>
          <pc:sldMk cId="973179333" sldId="285"/>
        </pc:sldMkLst>
        <pc:spChg chg="mod ord">
          <ac:chgData name="Michael Whitehouse" userId="0ecba9273f6ad366" providerId="LiveId" clId="{F36E82C0-65ED-4BE7-8730-0F102FB388DD}" dt="2026-06-11T11:33:48.495" v="2254" actId="700"/>
          <ac:spMkLst>
            <pc:docMk/>
            <pc:sldMk cId="973179333" sldId="285"/>
            <ac:spMk id="2" creationId="{EA5F1B79-2357-F397-A342-E3DE38B4B0DF}"/>
          </ac:spMkLst>
        </pc:spChg>
        <pc:spChg chg="mod ord">
          <ac:chgData name="Michael Whitehouse" userId="0ecba9273f6ad366" providerId="LiveId" clId="{F36E82C0-65ED-4BE7-8730-0F102FB388DD}" dt="2026-06-11T11:33:48.495" v="2254" actId="700"/>
          <ac:spMkLst>
            <pc:docMk/>
            <pc:sldMk cId="973179333" sldId="285"/>
            <ac:spMk id="3" creationId="{EC13B6A5-DDD3-D934-88EA-A107C85DD357}"/>
          </ac:spMkLst>
        </pc:spChg>
        <pc:spChg chg="mod ord">
          <ac:chgData name="Michael Whitehouse" userId="0ecba9273f6ad366" providerId="LiveId" clId="{F36E82C0-65ED-4BE7-8730-0F102FB388DD}" dt="2026-06-11T11:33:48.495" v="2254" actId="700"/>
          <ac:spMkLst>
            <pc:docMk/>
            <pc:sldMk cId="973179333" sldId="285"/>
            <ac:spMk id="4" creationId="{95300670-8D38-5D33-3231-D2D90638396B}"/>
          </ac:spMkLst>
        </pc:spChg>
        <pc:spChg chg="mod ord">
          <ac:chgData name="Michael Whitehouse" userId="0ecba9273f6ad366" providerId="LiveId" clId="{F36E82C0-65ED-4BE7-8730-0F102FB388DD}" dt="2026-06-11T11:33:48.570" v="2268" actId="27636"/>
          <ac:spMkLst>
            <pc:docMk/>
            <pc:sldMk cId="973179333" sldId="285"/>
            <ac:spMk id="5" creationId="{94F9C17C-F714-03D2-142F-AB1D4352DD47}"/>
          </ac:spMkLst>
        </pc:spChg>
        <pc:spChg chg="mod ord">
          <ac:chgData name="Michael Whitehouse" userId="0ecba9273f6ad366" providerId="LiveId" clId="{F36E82C0-65ED-4BE7-8730-0F102FB388DD}" dt="2026-06-11T11:33:48.570" v="2269" actId="27636"/>
          <ac:spMkLst>
            <pc:docMk/>
            <pc:sldMk cId="973179333" sldId="285"/>
            <ac:spMk id="6" creationId="{23EE3E35-DB5C-D004-8691-7AF3B2186B14}"/>
          </ac:spMkLst>
        </pc:spChg>
        <pc:spChg chg="add mod">
          <ac:chgData name="Michael Whitehouse" userId="0ecba9273f6ad366" providerId="LiveId" clId="{F36E82C0-65ED-4BE7-8730-0F102FB388DD}" dt="2026-06-09T17:32:49.458" v="1933" actId="207"/>
          <ac:spMkLst>
            <pc:docMk/>
            <pc:sldMk cId="973179333" sldId="285"/>
            <ac:spMk id="7" creationId="{53B942A4-279C-0CB2-12A3-EBA3DC6C55A0}"/>
          </ac:spMkLst>
        </pc:spChg>
        <pc:spChg chg="add mod">
          <ac:chgData name="Michael Whitehouse" userId="0ecba9273f6ad366" providerId="LiveId" clId="{F36E82C0-65ED-4BE7-8730-0F102FB388DD}" dt="2026-06-09T17:32:49.473" v="1943" actId="207"/>
          <ac:spMkLst>
            <pc:docMk/>
            <pc:sldMk cId="973179333" sldId="285"/>
            <ac:spMk id="8" creationId="{85A88637-8ABD-4BB8-CA6F-2E5A65BCD2A3}"/>
          </ac:spMkLst>
        </pc:spChg>
      </pc:sldChg>
      <pc:sldChg chg="addSp delSp modSp add mod modClrScheme chgLayout">
        <pc:chgData name="Michael Whitehouse" userId="0ecba9273f6ad366" providerId="LiveId" clId="{F36E82C0-65ED-4BE7-8730-0F102FB388DD}" dt="2026-06-11T11:33:52.326" v="2270" actId="1076"/>
        <pc:sldMkLst>
          <pc:docMk/>
          <pc:sldMk cId="3728068042" sldId="286"/>
        </pc:sldMkLst>
        <pc:spChg chg="mod ord">
          <ac:chgData name="Michael Whitehouse" userId="0ecba9273f6ad366" providerId="LiveId" clId="{F36E82C0-65ED-4BE7-8730-0F102FB388DD}" dt="2026-06-11T11:33:52.326" v="2270" actId="1076"/>
          <ac:spMkLst>
            <pc:docMk/>
            <pc:sldMk cId="3728068042" sldId="286"/>
            <ac:spMk id="2" creationId="{DB3DCED1-EB33-5237-D323-8FCA1F2CF98C}"/>
          </ac:spMkLst>
        </pc:spChg>
        <pc:spChg chg="add mod">
          <ac:chgData name="Michael Whitehouse" userId="0ecba9273f6ad366" providerId="LiveId" clId="{F36E82C0-65ED-4BE7-8730-0F102FB388DD}" dt="2026-06-09T17:32:50.263" v="1969" actId="208"/>
          <ac:spMkLst>
            <pc:docMk/>
            <pc:sldMk cId="3728068042" sldId="286"/>
            <ac:spMk id="9" creationId="{188787A6-FEED-285C-8D5D-E5D4B374BF45}"/>
          </ac:spMkLst>
        </pc:spChg>
        <pc:spChg chg="add mod">
          <ac:chgData name="Michael Whitehouse" userId="0ecba9273f6ad366" providerId="LiveId" clId="{F36E82C0-65ED-4BE7-8730-0F102FB388DD}" dt="2026-06-09T17:32:50.391" v="1980" actId="139"/>
          <ac:spMkLst>
            <pc:docMk/>
            <pc:sldMk cId="3728068042" sldId="286"/>
            <ac:spMk id="10" creationId="{EC5026CE-99CC-BFC4-BB8B-5A2AFD96BF86}"/>
          </ac:spMkLst>
        </pc:spChg>
        <pc:spChg chg="add mod">
          <ac:chgData name="Michael Whitehouse" userId="0ecba9273f6ad366" providerId="LiveId" clId="{F36E82C0-65ED-4BE7-8730-0F102FB388DD}" dt="2026-06-09T17:32:50.515" v="1991" actId="139"/>
          <ac:spMkLst>
            <pc:docMk/>
            <pc:sldMk cId="3728068042" sldId="286"/>
            <ac:spMk id="11" creationId="{BABB0F3A-588A-9827-B689-F3F94E5F725E}"/>
          </ac:spMkLst>
        </pc:spChg>
        <pc:spChg chg="add mod">
          <ac:chgData name="Michael Whitehouse" userId="0ecba9273f6ad366" providerId="LiveId" clId="{F36E82C0-65ED-4BE7-8730-0F102FB388DD}" dt="2026-06-09T17:32:50.632" v="2000"/>
          <ac:spMkLst>
            <pc:docMk/>
            <pc:sldMk cId="3728068042" sldId="286"/>
            <ac:spMk id="12" creationId="{62817B70-9A9A-DD24-90E5-6D2C01D1BE1E}"/>
          </ac:spMkLst>
        </pc:spChg>
        <pc:spChg chg="add mod">
          <ac:chgData name="Michael Whitehouse" userId="0ecba9273f6ad366" providerId="LiveId" clId="{F36E82C0-65ED-4BE7-8730-0F102FB388DD}" dt="2026-06-09T17:32:50.743" v="2010" actId="208"/>
          <ac:spMkLst>
            <pc:docMk/>
            <pc:sldMk cId="3728068042" sldId="286"/>
            <ac:spMk id="13" creationId="{21230222-7C3D-FDEE-A6A2-B5229CED9CA6}"/>
          </ac:spMkLst>
        </pc:spChg>
        <pc:spChg chg="add mod">
          <ac:chgData name="Michael Whitehouse" userId="0ecba9273f6ad366" providerId="LiveId" clId="{F36E82C0-65ED-4BE7-8730-0F102FB388DD}" dt="2026-06-09T17:32:50.920" v="2021" actId="139"/>
          <ac:spMkLst>
            <pc:docMk/>
            <pc:sldMk cId="3728068042" sldId="286"/>
            <ac:spMk id="14" creationId="{8FDBAE9A-8C8A-287C-C988-1EE70092BDF4}"/>
          </ac:spMkLst>
        </pc:spChg>
        <pc:spChg chg="add mod">
          <ac:chgData name="Michael Whitehouse" userId="0ecba9273f6ad366" providerId="LiveId" clId="{F36E82C0-65ED-4BE7-8730-0F102FB388DD}" dt="2026-06-09T17:32:51.043" v="2032" actId="139"/>
          <ac:spMkLst>
            <pc:docMk/>
            <pc:sldMk cId="3728068042" sldId="286"/>
            <ac:spMk id="15" creationId="{CA388794-FC42-EB78-FC1B-9A16D8E5C811}"/>
          </ac:spMkLst>
        </pc:spChg>
        <pc:spChg chg="add mod">
          <ac:chgData name="Michael Whitehouse" userId="0ecba9273f6ad366" providerId="LiveId" clId="{F36E82C0-65ED-4BE7-8730-0F102FB388DD}" dt="2026-06-09T17:32:51.163" v="2041"/>
          <ac:spMkLst>
            <pc:docMk/>
            <pc:sldMk cId="3728068042" sldId="286"/>
            <ac:spMk id="16" creationId="{E3E6555B-1A27-11FF-D362-3A78CDE78C47}"/>
          </ac:spMkLst>
        </pc:spChg>
        <pc:spChg chg="add mod">
          <ac:chgData name="Michael Whitehouse" userId="0ecba9273f6ad366" providerId="LiveId" clId="{F36E82C0-65ED-4BE7-8730-0F102FB388DD}" dt="2026-06-09T17:32:51.275" v="2051" actId="208"/>
          <ac:spMkLst>
            <pc:docMk/>
            <pc:sldMk cId="3728068042" sldId="286"/>
            <ac:spMk id="17" creationId="{C34DC656-6BE5-AA14-F97B-55327FEB6C70}"/>
          </ac:spMkLst>
        </pc:spChg>
        <pc:spChg chg="add mod">
          <ac:chgData name="Michael Whitehouse" userId="0ecba9273f6ad366" providerId="LiveId" clId="{F36E82C0-65ED-4BE7-8730-0F102FB388DD}" dt="2026-06-09T17:32:51.400" v="2062" actId="139"/>
          <ac:spMkLst>
            <pc:docMk/>
            <pc:sldMk cId="3728068042" sldId="286"/>
            <ac:spMk id="18" creationId="{7DA05239-C816-639E-4524-B88A2FAB6B68}"/>
          </ac:spMkLst>
        </pc:spChg>
        <pc:spChg chg="add mod">
          <ac:chgData name="Michael Whitehouse" userId="0ecba9273f6ad366" providerId="LiveId" clId="{F36E82C0-65ED-4BE7-8730-0F102FB388DD}" dt="2026-06-09T17:32:51.525" v="2073" actId="139"/>
          <ac:spMkLst>
            <pc:docMk/>
            <pc:sldMk cId="3728068042" sldId="286"/>
            <ac:spMk id="19" creationId="{162FEF4F-D0EE-2ECC-5D2B-9928274410FB}"/>
          </ac:spMkLst>
        </pc:spChg>
        <pc:spChg chg="add mod">
          <ac:chgData name="Michael Whitehouse" userId="0ecba9273f6ad366" providerId="LiveId" clId="{F36E82C0-65ED-4BE7-8730-0F102FB388DD}" dt="2026-06-09T17:32:51.645" v="2082"/>
          <ac:spMkLst>
            <pc:docMk/>
            <pc:sldMk cId="3728068042" sldId="286"/>
            <ac:spMk id="20" creationId="{7DE3C157-EDFC-380C-9DA6-685C5C01C559}"/>
          </ac:spMkLst>
        </pc:spChg>
        <pc:spChg chg="add mod">
          <ac:chgData name="Michael Whitehouse" userId="0ecba9273f6ad366" providerId="LiveId" clId="{F36E82C0-65ED-4BE7-8730-0F102FB388DD}" dt="2026-06-09T17:32:51.755" v="2092" actId="208"/>
          <ac:spMkLst>
            <pc:docMk/>
            <pc:sldMk cId="3728068042" sldId="286"/>
            <ac:spMk id="21" creationId="{24304039-BF00-5433-15C2-E9E4E0608DDD}"/>
          </ac:spMkLst>
        </pc:spChg>
        <pc:spChg chg="add mod">
          <ac:chgData name="Michael Whitehouse" userId="0ecba9273f6ad366" providerId="LiveId" clId="{F36E82C0-65ED-4BE7-8730-0F102FB388DD}" dt="2026-06-09T17:32:51.881" v="2103" actId="139"/>
          <ac:spMkLst>
            <pc:docMk/>
            <pc:sldMk cId="3728068042" sldId="286"/>
            <ac:spMk id="22" creationId="{867DC458-3E99-CB4D-E70F-6B57C47A246C}"/>
          </ac:spMkLst>
        </pc:spChg>
        <pc:spChg chg="add mod">
          <ac:chgData name="Michael Whitehouse" userId="0ecba9273f6ad366" providerId="LiveId" clId="{F36E82C0-65ED-4BE7-8730-0F102FB388DD}" dt="2026-06-09T17:32:52.006" v="2114" actId="139"/>
          <ac:spMkLst>
            <pc:docMk/>
            <pc:sldMk cId="3728068042" sldId="286"/>
            <ac:spMk id="23" creationId="{A293236B-A04D-3DB9-2ED8-4BB3004FF7D7}"/>
          </ac:spMkLst>
        </pc:spChg>
        <pc:spChg chg="add mod">
          <ac:chgData name="Michael Whitehouse" userId="0ecba9273f6ad366" providerId="LiveId" clId="{F36E82C0-65ED-4BE7-8730-0F102FB388DD}" dt="2026-06-09T17:32:52.021" v="2124" actId="207"/>
          <ac:spMkLst>
            <pc:docMk/>
            <pc:sldMk cId="3728068042" sldId="286"/>
            <ac:spMk id="24" creationId="{7146C094-B7A8-7DF2-DAAD-7A8889819842}"/>
          </ac:spMkLst>
        </pc:spChg>
        <pc:spChg chg="add mod">
          <ac:chgData name="Michael Whitehouse" userId="0ecba9273f6ad366" providerId="LiveId" clId="{F36E82C0-65ED-4BE7-8730-0F102FB388DD}" dt="2026-06-09T17:32:52.036" v="2134" actId="207"/>
          <ac:spMkLst>
            <pc:docMk/>
            <pc:sldMk cId="3728068042" sldId="286"/>
            <ac:spMk id="25" creationId="{AA5161C7-7CC0-EC00-BCCB-059D53F4E3C1}"/>
          </ac:spMkLst>
        </pc:spChg>
      </pc:sldChg>
      <pc:sldChg chg="addSp delSp modSp add mod">
        <pc:chgData name="Michael Whitehouse" userId="0ecba9273f6ad366" providerId="LiveId" clId="{F36E82C0-65ED-4BE7-8730-0F102FB388DD}" dt="2026-06-11T11:33:37.974" v="2253" actId="1076"/>
        <pc:sldMkLst>
          <pc:docMk/>
          <pc:sldMk cId="2817836504" sldId="287"/>
        </pc:sldMkLst>
        <pc:spChg chg="mod">
          <ac:chgData name="Michael Whitehouse" userId="0ecba9273f6ad366" providerId="LiveId" clId="{F36E82C0-65ED-4BE7-8730-0F102FB388DD}" dt="2026-06-09T17:32:52.042" v="2138" actId="139"/>
          <ac:spMkLst>
            <pc:docMk/>
            <pc:sldMk cId="2817836504" sldId="287"/>
            <ac:spMk id="2" creationId="{8351F16C-05DB-C48B-8969-D1F3162F89FA}"/>
          </ac:spMkLst>
        </pc:spChg>
        <pc:spChg chg="add mod">
          <ac:chgData name="Michael Whitehouse" userId="0ecba9273f6ad366" providerId="LiveId" clId="{F36E82C0-65ED-4BE7-8730-0F102FB388DD}" dt="2026-06-11T11:33:37.974" v="2253" actId="1076"/>
          <ac:spMkLst>
            <pc:docMk/>
            <pc:sldMk cId="2817836504" sldId="287"/>
            <ac:spMk id="3" creationId="{B75B739A-312D-0815-4DB4-26CA7AF128A8}"/>
          </ac:spMkLst>
        </pc:spChg>
        <pc:spChg chg="add mod">
          <ac:chgData name="Michael Whitehouse" userId="0ecba9273f6ad366" providerId="LiveId" clId="{F36E82C0-65ED-4BE7-8730-0F102FB388DD}" dt="2026-06-09T17:32:52.724" v="2172" actId="207"/>
          <ac:spMkLst>
            <pc:docMk/>
            <pc:sldMk cId="2817836504" sldId="287"/>
            <ac:spMk id="5" creationId="{306C74C5-CDB4-97EC-D616-7BB641027432}"/>
          </ac:spMkLst>
        </pc:spChg>
        <pc:spChg chg="add mod">
          <ac:chgData name="Michael Whitehouse" userId="0ecba9273f6ad366" providerId="LiveId" clId="{F36E82C0-65ED-4BE7-8730-0F102FB388DD}" dt="2026-06-09T17:32:52.849" v="2184" actId="207"/>
          <ac:spMkLst>
            <pc:docMk/>
            <pc:sldMk cId="2817836504" sldId="287"/>
            <ac:spMk id="6" creationId="{7227AB02-BFD5-5074-7AFB-F8E42977F71F}"/>
          </ac:spMkLst>
        </pc:spChg>
        <pc:spChg chg="add mod">
          <ac:chgData name="Michael Whitehouse" userId="0ecba9273f6ad366" providerId="LiveId" clId="{F36E82C0-65ED-4BE7-8730-0F102FB388DD}" dt="2026-06-09T17:32:52.968" v="2193"/>
          <ac:spMkLst>
            <pc:docMk/>
            <pc:sldMk cId="2817836504" sldId="287"/>
            <ac:spMk id="7" creationId="{1F5330F5-B4AA-4093-AD80-0D8B557DD7EC}"/>
          </ac:spMkLst>
        </pc:spChg>
        <pc:spChg chg="add mod">
          <ac:chgData name="Michael Whitehouse" userId="0ecba9273f6ad366" providerId="LiveId" clId="{F36E82C0-65ED-4BE7-8730-0F102FB388DD}" dt="2026-06-09T17:32:53.101" v="2205" actId="207"/>
          <ac:spMkLst>
            <pc:docMk/>
            <pc:sldMk cId="2817836504" sldId="287"/>
            <ac:spMk id="8" creationId="{2FDFCD76-49DE-CB23-1344-7573AE4FD633}"/>
          </ac:spMkLst>
        </pc:spChg>
        <pc:spChg chg="add mod">
          <ac:chgData name="Michael Whitehouse" userId="0ecba9273f6ad366" providerId="LiveId" clId="{F36E82C0-65ED-4BE7-8730-0F102FB388DD}" dt="2026-06-09T17:32:53.234" v="2224" actId="207"/>
          <ac:spMkLst>
            <pc:docMk/>
            <pc:sldMk cId="2817836504" sldId="287"/>
            <ac:spMk id="10" creationId="{7A8F1CF7-9166-E787-5D68-2E44E371278D}"/>
          </ac:spMkLst>
        </pc:spChg>
        <pc:spChg chg="add mod">
          <ac:chgData name="Michael Whitehouse" userId="0ecba9273f6ad366" providerId="LiveId" clId="{F36E82C0-65ED-4BE7-8730-0F102FB388DD}" dt="2026-06-09T17:32:53.248" v="2234" actId="207"/>
          <ac:spMkLst>
            <pc:docMk/>
            <pc:sldMk cId="2817836504" sldId="287"/>
            <ac:spMk id="11" creationId="{F49F77AF-2E41-2A8E-C97B-7254AF3EDECE}"/>
          </ac:spMkLst>
        </pc:spChg>
      </pc:sldChg>
      <pc:sldMasterChg chg="delSp mod">
        <pc:chgData name="Michael Whitehouse" userId="0ecba9273f6ad366" providerId="LiveId" clId="{F36E82C0-65ED-4BE7-8730-0F102FB388DD}" dt="2026-06-09T17:32:24.618" v="1"/>
        <pc:sldMasterMkLst>
          <pc:docMk/>
          <pc:sldMasterMk cId="1493126061" sldId="2147483650"/>
        </pc:sldMasterMkLst>
      </pc:sldMasterChg>
      <pc:sldMasterChg chg="delSp mod">
        <pc:chgData name="Michael Whitehouse" userId="0ecba9273f6ad366" providerId="LiveId" clId="{F36E82C0-65ED-4BE7-8730-0F102FB388DD}" dt="2026-06-09T17:32:24.627" v="3"/>
        <pc:sldMasterMkLst>
          <pc:docMk/>
          <pc:sldMasterMk cId="1651219317" sldId="214748375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7259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155428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2100423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3979857096"/>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437669299"/>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3062964282"/>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95879000"/>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18167877"/>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42273141"/>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46839157"/>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12449841"/>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66819488"/>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48202247"/>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08096278"/>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7746501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37464404"/>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0842134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5904707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539629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925990"/>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18964059"/>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3296730808"/>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182448398"/>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448074409"/>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54140493"/>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27837101"/>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34639264"/>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85131571"/>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760840308"/>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50690875"/>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74715423"/>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86529435"/>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69261707"/>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30852073"/>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0022061"/>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36128186"/>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55137061"/>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72837269"/>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2672920"/>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48787667"/>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12012914"/>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05232639"/>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02641460"/>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51367162"/>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2983755205"/>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2683075357"/>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4250481401"/>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0491393"/>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1146996054"/>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55902"/>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085186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6026189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20200588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38923126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68142841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37013105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2518425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69090931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7608271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8999432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8467569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648553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5338813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28092127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75295345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40638983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4315965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657094400"/>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3198093805"/>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665256243"/>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451439600"/>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108839788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196956636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400678505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185411969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243419650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9231097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427825660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86739382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277594832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44993090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14381246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175010256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47398295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83160646"/>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318749178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9473705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425148921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0279740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50866913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80764797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381596795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176136589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89104393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44143689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0041291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77059544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35937953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8056629"/>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237223455"/>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033136952"/>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608251221"/>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187758940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833548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34844318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650285549"/>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164760004"/>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4224980863"/>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38268571"/>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81413890"/>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68677152"/>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02799407"/>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15293218"/>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04188917"/>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29683071"/>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00124119"/>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5316956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3434153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9305791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5597331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241616407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972798219"/>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793913481"/>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597750154"/>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959688700"/>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564786977"/>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1076418"/>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3068381"/>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79778830"/>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44890291"/>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678280788"/>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1376631428"/>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45089705"/>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43093645"/>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11193992"/>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248145976"/>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937592323"/>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038487456"/>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745100701"/>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628276856"/>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3022721512"/>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856911829"/>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5874695"/>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4972360"/>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1953024518"/>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747307069"/>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7059470"/>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80838806"/>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3673072777"/>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4180904"/>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246907204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75226225"/>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slideLayout" Target="../slideLayouts/slideLayout149.xml"/><Relationship Id="rId50" Type="http://schemas.openxmlformats.org/officeDocument/2006/relationships/theme" Target="../theme/theme2.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49" Type="http://schemas.openxmlformats.org/officeDocument/2006/relationships/slideLayout" Target="../slideLayouts/slideLayout151.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48" Type="http://schemas.openxmlformats.org/officeDocument/2006/relationships/slideLayout" Target="../slideLayouts/slideLayout150.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 Id="rId1" Type="http://schemas.openxmlformats.org/officeDocument/2006/relationships/slideLayout" Target="../slideLayouts/slideLayout103.xml"/><Relationship Id="rId6"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49312606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65121931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 id="2147483785" r:id="rId31"/>
    <p:sldLayoutId id="2147483786" r:id="rId32"/>
    <p:sldLayoutId id="2147483787" r:id="rId33"/>
    <p:sldLayoutId id="2147483788" r:id="rId34"/>
    <p:sldLayoutId id="2147483789" r:id="rId35"/>
    <p:sldLayoutId id="2147483790" r:id="rId36"/>
    <p:sldLayoutId id="2147483791" r:id="rId37"/>
    <p:sldLayoutId id="2147483792" r:id="rId38"/>
    <p:sldLayoutId id="2147483793" r:id="rId39"/>
    <p:sldLayoutId id="2147483794" r:id="rId40"/>
    <p:sldLayoutId id="2147483795" r:id="rId41"/>
    <p:sldLayoutId id="2147483796" r:id="rId42"/>
    <p:sldLayoutId id="2147483797" r:id="rId43"/>
    <p:sldLayoutId id="2147483798" r:id="rId44"/>
    <p:sldLayoutId id="2147483799" r:id="rId45"/>
    <p:sldLayoutId id="2147483800" r:id="rId46"/>
    <p:sldLayoutId id="2147483801" r:id="rId47"/>
    <p:sldLayoutId id="2147483802" r:id="rId48"/>
    <p:sldLayoutId id="2147483803"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03AC5-A756-6010-51ED-80214D683B2F}"/>
              </a:ext>
            </a:extLst>
          </p:cNvPr>
          <p:cNvSpPr>
            <a:spLocks noGrp="1"/>
          </p:cNvSpPr>
          <p:nvPr>
            <p:ph type="title"/>
          </p:nvPr>
        </p:nvSpPr>
        <p:spPr/>
        <p:txBody>
          <a:bodyPr/>
          <a:lstStyle/>
          <a:p>
            <a:r>
              <a:rPr lang="en-GB"/>
              <a:t>Chapter 12: Licensing</a:t>
            </a:r>
          </a:p>
        </p:txBody>
      </p:sp>
      <p:sp>
        <p:nvSpPr>
          <p:cNvPr id="3" name="Text Placeholder 2">
            <a:extLst>
              <a:ext uri="{FF2B5EF4-FFF2-40B4-BE49-F238E27FC236}">
                <a16:creationId xmlns:a16="http://schemas.microsoft.com/office/drawing/2014/main" id="{33F3776C-4D00-A367-DCE4-09E86CEBD9B8}"/>
              </a:ext>
            </a:extLst>
          </p:cNvPr>
          <p:cNvSpPr>
            <a:spLocks noGrp="1"/>
          </p:cNvSpPr>
          <p:nvPr>
            <p:ph type="body" sz="quarter" idx="15"/>
          </p:nvPr>
        </p:nvSpPr>
        <p:spPr>
          <a:xfrm>
            <a:off x="331851" y="3262586"/>
            <a:ext cx="7202114" cy="388440"/>
          </a:xfrm>
        </p:spPr>
        <p:txBody>
          <a:bodyPr/>
          <a:lstStyle/>
          <a:p>
            <a:r>
              <a:rPr lang="en-GB"/>
              <a:t>Instructor-led overview and operational guidance</a:t>
            </a:r>
          </a:p>
        </p:txBody>
      </p:sp>
    </p:spTree>
    <p:extLst>
      <p:ext uri="{BB962C8B-B14F-4D97-AF65-F5344CB8AC3E}">
        <p14:creationId xmlns:p14="http://schemas.microsoft.com/office/powerpoint/2010/main" val="3623616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75C79-5983-4A9F-E34B-40696659C4B5}"/>
              </a:ext>
            </a:extLst>
          </p:cNvPr>
          <p:cNvSpPr>
            <a:spLocks noGrp="1"/>
          </p:cNvSpPr>
          <p:nvPr>
            <p:ph type="title" idx="4294967295"/>
          </p:nvPr>
        </p:nvSpPr>
        <p:spPr>
          <a:xfrm>
            <a:off x="1490663" y="257174"/>
            <a:ext cx="8505825" cy="509588"/>
          </a:xfrm>
        </p:spPr>
        <p:txBody>
          <a:bodyPr wrap="square">
            <a:noAutofit/>
          </a:bodyPr>
          <a:lstStyle/>
          <a:p>
            <a:r>
              <a:rPr lang="en-GB" dirty="0"/>
              <a:t>Learning Objectives</a:t>
            </a:r>
          </a:p>
        </p:txBody>
      </p:sp>
      <p:sp>
        <p:nvSpPr>
          <p:cNvPr id="3" name="Text Placeholder 2">
            <a:extLst>
              <a:ext uri="{FF2B5EF4-FFF2-40B4-BE49-F238E27FC236}">
                <a16:creationId xmlns:a16="http://schemas.microsoft.com/office/drawing/2014/main" id="{063F6524-77BD-3071-6A54-16A5A43C5A86}"/>
              </a:ext>
            </a:extLst>
          </p:cNvPr>
          <p:cNvSpPr>
            <a:spLocks noGrp="1"/>
          </p:cNvSpPr>
          <p:nvPr>
            <p:ph type="body" sz="quarter" idx="4294967295"/>
          </p:nvPr>
        </p:nvSpPr>
        <p:spPr>
          <a:xfrm>
            <a:off x="1490663" y="1092200"/>
            <a:ext cx="7653337" cy="67310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Explain the key administrative ideas in Chapter 12</a:t>
            </a:r>
          </a:p>
        </p:txBody>
      </p:sp>
      <p:sp>
        <p:nvSpPr>
          <p:cNvPr id="4" name="Text Placeholder 3">
            <a:extLst>
              <a:ext uri="{FF2B5EF4-FFF2-40B4-BE49-F238E27FC236}">
                <a16:creationId xmlns:a16="http://schemas.microsoft.com/office/drawing/2014/main" id="{0F696A13-2F66-8E9C-F406-61CDE69C515F}"/>
              </a:ext>
            </a:extLst>
          </p:cNvPr>
          <p:cNvSpPr>
            <a:spLocks noGrp="1"/>
          </p:cNvSpPr>
          <p:nvPr>
            <p:ph type="body" sz="quarter" idx="4294967295"/>
          </p:nvPr>
        </p:nvSpPr>
        <p:spPr>
          <a:xfrm>
            <a:off x="1490663" y="1909763"/>
            <a:ext cx="7653337" cy="673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Identify the relevant Windows Server tools, workflows, and decision points</a:t>
            </a:r>
          </a:p>
        </p:txBody>
      </p:sp>
      <p:sp>
        <p:nvSpPr>
          <p:cNvPr id="5" name="Text Placeholder 4">
            <a:extLst>
              <a:ext uri="{FF2B5EF4-FFF2-40B4-BE49-F238E27FC236}">
                <a16:creationId xmlns:a16="http://schemas.microsoft.com/office/drawing/2014/main" id="{98384375-871A-5CCE-B894-853C98B0DB39}"/>
              </a:ext>
            </a:extLst>
          </p:cNvPr>
          <p:cNvSpPr>
            <a:spLocks noGrp="1"/>
          </p:cNvSpPr>
          <p:nvPr>
            <p:ph type="body" sz="quarter" idx="4294967295"/>
          </p:nvPr>
        </p:nvSpPr>
        <p:spPr>
          <a:xfrm>
            <a:off x="1490663" y="2727325"/>
            <a:ext cx="7653337" cy="673100"/>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Relate the topic set to real operational and security practices</a:t>
            </a:r>
          </a:p>
        </p:txBody>
      </p:sp>
      <p:sp>
        <p:nvSpPr>
          <p:cNvPr id="6" name="Text Placeholder 5">
            <a:extLst>
              <a:ext uri="{FF2B5EF4-FFF2-40B4-BE49-F238E27FC236}">
                <a16:creationId xmlns:a16="http://schemas.microsoft.com/office/drawing/2014/main" id="{D2E5E2B9-7514-06A9-7BBE-9A035E7BB88A}"/>
              </a:ext>
            </a:extLst>
          </p:cNvPr>
          <p:cNvSpPr>
            <a:spLocks noGrp="1"/>
          </p:cNvSpPr>
          <p:nvPr>
            <p:ph type="body" sz="quarter" idx="4294967295"/>
          </p:nvPr>
        </p:nvSpPr>
        <p:spPr>
          <a:xfrm>
            <a:off x="1490663" y="3544888"/>
            <a:ext cx="7653337" cy="673100"/>
          </a:xfrm>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Prepare for later hands-on administration and troubleshooting work</a:t>
            </a:r>
          </a:p>
        </p:txBody>
      </p:sp>
      <p:sp>
        <p:nvSpPr>
          <p:cNvPr id="7" name="Course footer">
            <a:extLst>
              <a:ext uri="{FF2B5EF4-FFF2-40B4-BE49-F238E27FC236}">
                <a16:creationId xmlns:a16="http://schemas.microsoft.com/office/drawing/2014/main" id="{88543D03-66F5-6E42-A0C0-CF1F81728F92}"/>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FCC74648-037C-9A8B-280F-D88F8937978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96216304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387DB-DD2B-73AE-5FD8-13229715E9C4}"/>
              </a:ext>
            </a:extLst>
          </p:cNvPr>
          <p:cNvSpPr>
            <a:spLocks noGrp="1"/>
          </p:cNvSpPr>
          <p:nvPr>
            <p:ph type="title" idx="4294967295"/>
          </p:nvPr>
        </p:nvSpPr>
        <p:spPr>
          <a:xfrm>
            <a:off x="1490663" y="333374"/>
            <a:ext cx="8505825" cy="509588"/>
          </a:xfrm>
        </p:spPr>
        <p:txBody>
          <a:bodyPr wrap="square">
            <a:noAutofit/>
          </a:bodyPr>
          <a:lstStyle/>
          <a:p>
            <a:r>
              <a:rPr lang="en-GB" dirty="0"/>
              <a:t>Chapter Topics</a:t>
            </a:r>
          </a:p>
        </p:txBody>
      </p:sp>
      <p:sp>
        <p:nvSpPr>
          <p:cNvPr id="3" name="Text Placeholder 2">
            <a:extLst>
              <a:ext uri="{FF2B5EF4-FFF2-40B4-BE49-F238E27FC236}">
                <a16:creationId xmlns:a16="http://schemas.microsoft.com/office/drawing/2014/main" id="{D60AC257-BFF3-80E1-FF58-A05E20532CB0}"/>
              </a:ext>
            </a:extLst>
          </p:cNvPr>
          <p:cNvSpPr>
            <a:spLocks noGrp="1"/>
          </p:cNvSpPr>
          <p:nvPr>
            <p:ph type="body" sz="quarter" idx="4294967295"/>
          </p:nvPr>
        </p:nvSpPr>
        <p:spPr>
          <a:xfrm>
            <a:off x="1490663" y="1092200"/>
            <a:ext cx="7653337" cy="67310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12.1 Windows Server editions</a:t>
            </a:r>
          </a:p>
        </p:txBody>
      </p:sp>
      <p:sp>
        <p:nvSpPr>
          <p:cNvPr id="4" name="Text Placeholder 3">
            <a:extLst>
              <a:ext uri="{FF2B5EF4-FFF2-40B4-BE49-F238E27FC236}">
                <a16:creationId xmlns:a16="http://schemas.microsoft.com/office/drawing/2014/main" id="{5FFC4C90-5677-28B3-066F-BFFD129C5758}"/>
              </a:ext>
            </a:extLst>
          </p:cNvPr>
          <p:cNvSpPr>
            <a:spLocks noGrp="1"/>
          </p:cNvSpPr>
          <p:nvPr>
            <p:ph type="body" sz="quarter" idx="4294967295"/>
          </p:nvPr>
        </p:nvSpPr>
        <p:spPr>
          <a:xfrm>
            <a:off x="1490663" y="1854200"/>
            <a:ext cx="7653337" cy="673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12.2 Licensing</a:t>
            </a:r>
          </a:p>
        </p:txBody>
      </p:sp>
      <p:sp>
        <p:nvSpPr>
          <p:cNvPr id="5" name="Text Placeholder 4">
            <a:extLst>
              <a:ext uri="{FF2B5EF4-FFF2-40B4-BE49-F238E27FC236}">
                <a16:creationId xmlns:a16="http://schemas.microsoft.com/office/drawing/2014/main" id="{295B41D5-C0A3-E81A-E455-778873B3E56A}"/>
              </a:ext>
            </a:extLst>
          </p:cNvPr>
          <p:cNvSpPr>
            <a:spLocks noGrp="1"/>
          </p:cNvSpPr>
          <p:nvPr>
            <p:ph type="body" sz="quarter" idx="4294967295"/>
          </p:nvPr>
        </p:nvSpPr>
        <p:spPr>
          <a:xfrm>
            <a:off x="1490663" y="2616200"/>
            <a:ext cx="7653337" cy="671513"/>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12.3 Windows Server Pay-as-you-go</a:t>
            </a:r>
          </a:p>
        </p:txBody>
      </p:sp>
      <p:sp>
        <p:nvSpPr>
          <p:cNvPr id="6" name="Text Placeholder 5">
            <a:extLst>
              <a:ext uri="{FF2B5EF4-FFF2-40B4-BE49-F238E27FC236}">
                <a16:creationId xmlns:a16="http://schemas.microsoft.com/office/drawing/2014/main" id="{F3747A23-138E-CD7E-CB9F-782C296564E5}"/>
              </a:ext>
            </a:extLst>
          </p:cNvPr>
          <p:cNvSpPr>
            <a:spLocks noGrp="1"/>
          </p:cNvSpPr>
          <p:nvPr>
            <p:ph type="body" sz="quarter" idx="4294967295"/>
          </p:nvPr>
        </p:nvSpPr>
        <p:spPr>
          <a:xfrm>
            <a:off x="1490663" y="3376613"/>
            <a:ext cx="7653337" cy="673100"/>
          </a:xfrm>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12.4 Virtualization rights</a:t>
            </a:r>
          </a:p>
        </p:txBody>
      </p:sp>
      <p:sp>
        <p:nvSpPr>
          <p:cNvPr id="7" name="Text Placeholder 6">
            <a:extLst>
              <a:ext uri="{FF2B5EF4-FFF2-40B4-BE49-F238E27FC236}">
                <a16:creationId xmlns:a16="http://schemas.microsoft.com/office/drawing/2014/main" id="{C7BAD117-9456-C53A-E9F3-3FC89C0C7EA7}"/>
              </a:ext>
            </a:extLst>
          </p:cNvPr>
          <p:cNvSpPr>
            <a:spLocks noGrp="1"/>
          </p:cNvSpPr>
          <p:nvPr>
            <p:ph type="body" sz="quarter" idx="4294967295"/>
          </p:nvPr>
        </p:nvSpPr>
        <p:spPr>
          <a:xfrm>
            <a:off x="1490663" y="4138613"/>
            <a:ext cx="7653337" cy="673100"/>
          </a:xfrm>
        </p:spPr>
        <p:txBody>
          <a:bodyPr>
            <a:normAutofit/>
          </a:bodyPr>
          <a:lstStyle/>
          <a:p>
            <a:r>
              <a:rPr lang="en-GB">
                <a:solidFill>
                  <a:srgbClr val="0076D4"/>
                </a:solidFill>
                <a:latin typeface="Segoe UI Semibold" panose="020B0702040204020203" pitchFamily="34" charset="0"/>
              </a:rPr>
              <a:t>05</a:t>
            </a:r>
            <a:r>
              <a:rPr lang="en-GB">
                <a:latin typeface="Segoe UI" panose="020B0502040204020203" pitchFamily="34" charset="0"/>
              </a:rPr>
              <a:t>  12.5 Azure Hybrid Benefit</a:t>
            </a:r>
          </a:p>
        </p:txBody>
      </p:sp>
      <p:sp>
        <p:nvSpPr>
          <p:cNvPr id="8" name="Course footer">
            <a:extLst>
              <a:ext uri="{FF2B5EF4-FFF2-40B4-BE49-F238E27FC236}">
                <a16:creationId xmlns:a16="http://schemas.microsoft.com/office/drawing/2014/main" id="{23322132-4AE8-BDAE-62EF-924357EB6C3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3091EAB4-0E3D-0BE2-6116-AA87919BEB9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5447415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3E32-C287-8BE9-00A7-77D0C47FEB7E}"/>
              </a:ext>
            </a:extLst>
          </p:cNvPr>
          <p:cNvSpPr>
            <a:spLocks noGrp="1"/>
          </p:cNvSpPr>
          <p:nvPr>
            <p:ph type="title" idx="4294967295"/>
          </p:nvPr>
        </p:nvSpPr>
        <p:spPr>
          <a:xfrm>
            <a:off x="177800" y="216425"/>
            <a:ext cx="8258175" cy="369888"/>
          </a:xfrm>
        </p:spPr>
        <p:txBody>
          <a:bodyPr wrap="square">
            <a:noAutofit/>
          </a:bodyPr>
          <a:lstStyle/>
          <a:p>
            <a:r>
              <a:rPr lang="en-GB" dirty="0"/>
              <a:t>12.1 Windows Server Editions</a:t>
            </a:r>
          </a:p>
        </p:txBody>
      </p:sp>
      <p:sp>
        <p:nvSpPr>
          <p:cNvPr id="3" name="Divider">
            <a:extLst>
              <a:ext uri="{FF2B5EF4-FFF2-40B4-BE49-F238E27FC236}">
                <a16:creationId xmlns:a16="http://schemas.microsoft.com/office/drawing/2014/main" id="{94906701-259E-2359-31F7-4A60326239DB}"/>
              </a:ext>
            </a:extLst>
          </p:cNvPr>
          <p:cNvSpPr/>
          <p:nvPr/>
        </p:nvSpPr>
        <p:spPr>
          <a:xfrm>
            <a:off x="4534920" y="727075"/>
            <a:ext cx="18000" cy="4200000"/>
          </a:xfrm>
          <a:prstGeom prst="rect">
            <a:avLst/>
          </a:prstGeom>
          <a:solidFill>
            <a:srgbClr val="8ECAE6"/>
          </a:solidFill>
          <a:ln w="0">
            <a:noFill/>
          </a:ln>
        </p:spPr>
        <p:txBody>
          <a:bodyPr/>
          <a:lstStyle/>
          <a:p>
            <a:endParaRPr lang="en-GB"/>
          </a:p>
        </p:txBody>
      </p:sp>
      <p:sp>
        <p:nvSpPr>
          <p:cNvPr id="4" name="Left">
            <a:extLst>
              <a:ext uri="{FF2B5EF4-FFF2-40B4-BE49-F238E27FC236}">
                <a16:creationId xmlns:a16="http://schemas.microsoft.com/office/drawing/2014/main" id="{833882E9-2008-19CB-A711-41EC973493D4}"/>
              </a:ext>
            </a:extLst>
          </p:cNvPr>
          <p:cNvSpPr/>
          <p:nvPr/>
        </p:nvSpPr>
        <p:spPr>
          <a:xfrm>
            <a:off x="177800" y="727075"/>
            <a:ext cx="4310000" cy="4200000"/>
          </a:xfrm>
          <a:prstGeom prst="rect">
            <a:avLst/>
          </a:prstGeom>
          <a:noFill/>
          <a:ln/>
        </p:spPr>
        <p:txBody>
          <a:bodyPr wrap="square" lIns="91440" tIns="45720" rIns="91440" bIns="45720" rtlCol="0" anchor="t">
            <a:normAutofit/>
          </a:bodyPr>
          <a:lstStyle/>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Standard Edition</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General-purpose workloads: files, print, web, apps</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2 Windows Server VMs per licence (+ 1 Hyper-V host)</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Supports most roles: AD DS, DNS, IIS, Remote Desktop, File Server</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Cannot stack licences to exceed 2 VMs without additional purchase</a:t>
            </a:r>
            <a:endParaRPr lang="en-US" sz="1050" dirty="0">
              <a:latin typeface="Segoe UI" panose="020B0502040204020203" pitchFamily="34" charset="0"/>
            </a:endParaRP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Datacenter Edition</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Unlimited Windows Server VMs on licensed host</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All Standard features plus: Storage Spaces Direct, Storage Replica,</a:t>
            </a:r>
            <a:endParaRPr lang="en-US" sz="1050" dirty="0">
              <a:latin typeface="Segoe UI" panose="020B0502040204020203" pitchFamily="34" charset="0"/>
            </a:endParaRPr>
          </a:p>
          <a:p>
            <a:pPr marL="685800" indent="-342900">
              <a:spcAft>
                <a:spcPts val="100"/>
              </a:spcAft>
              <a:buSzPct val="80000"/>
              <a:buChar char="–"/>
            </a:pPr>
            <a:r>
              <a:rPr lang="en-US" sz="950" dirty="0">
                <a:solidFill>
                  <a:srgbClr val="444444"/>
                </a:solidFill>
                <a:latin typeface="Segoe UI" panose="020B0502040204020203" pitchFamily="34" charset="0"/>
                <a:ea typeface="Calibri" pitchFamily="34" charset="-122"/>
                <a:cs typeface="Calibri" pitchFamily="34" charset="-120"/>
              </a:rPr>
              <a:t>Shielded VMs, Software-Defined Networking, SDDC Management</a:t>
            </a:r>
            <a:endParaRPr lang="en-US" sz="9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Right choice for dense virtualisation environments or private cloud</a:t>
            </a:r>
            <a:endParaRPr lang="en-US" sz="1050" dirty="0">
              <a:latin typeface="Segoe UI" panose="020B0502040204020203" pitchFamily="34" charset="0"/>
            </a:endParaRP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Datacenter: Azure Edition</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Virtual-machine-only — not for bare-metal on-premises deployment</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Requires Software Assurance, Server subscription, or cloud licensing</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Unique features: Azure Automanage, Hotpatch, SMB over QUIC</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Designed for Azure and Azure Local (formerly Azure Stack HCI)</a:t>
            </a:r>
            <a:endParaRPr lang="en-US" sz="1050" dirty="0">
              <a:latin typeface="Segoe UI" panose="020B0502040204020203" pitchFamily="34" charset="0"/>
            </a:endParaRPr>
          </a:p>
        </p:txBody>
      </p:sp>
      <p:sp>
        <p:nvSpPr>
          <p:cNvPr id="5" name="Right">
            <a:extLst>
              <a:ext uri="{FF2B5EF4-FFF2-40B4-BE49-F238E27FC236}">
                <a16:creationId xmlns:a16="http://schemas.microsoft.com/office/drawing/2014/main" id="{79F58865-B231-2F3F-D9AB-2AF0C933E406}"/>
              </a:ext>
            </a:extLst>
          </p:cNvPr>
          <p:cNvSpPr/>
          <p:nvPr/>
        </p:nvSpPr>
        <p:spPr>
          <a:xfrm>
            <a:off x="4604920" y="727075"/>
            <a:ext cx="4360000" cy="4200000"/>
          </a:xfrm>
          <a:prstGeom prst="rect">
            <a:avLst/>
          </a:prstGeom>
          <a:solidFill>
            <a:srgbClr val="F0F8FB"/>
          </a:solidFill>
          <a:ln w="9000">
            <a:solidFill>
              <a:srgbClr val="8ECAE6"/>
            </a:solidFill>
            <a:prstDash val="solid"/>
          </a:ln>
        </p:spPr>
        <p:txBody>
          <a:bodyPr wrap="square" lIns="91440" tIns="45720" rIns="91440" bIns="45720" rtlCol="0" anchor="t">
            <a:normAutofit/>
          </a:bodyPr>
          <a:lstStyle/>
          <a:p>
            <a:pPr marL="0" indent="0">
              <a:spcAft>
                <a:spcPts val="200"/>
              </a:spcAft>
              <a:buNone/>
            </a:pPr>
            <a:r>
              <a:rPr lang="en-US" sz="1200" b="1" dirty="0">
                <a:solidFill>
                  <a:srgbClr val="219EBC"/>
                </a:solidFill>
                <a:latin typeface="Segoe UI" panose="020B0502040204020203" pitchFamily="34" charset="0"/>
                <a:ea typeface="Calibri" pitchFamily="34" charset="-122"/>
                <a:cs typeface="Calibri" pitchFamily="34" charset="-120"/>
              </a:rPr>
              <a:t>Check Installed Edition</a:t>
            </a:r>
            <a:endParaRPr lang="en-US" sz="12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Get-ComputerInfo | Select-Object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WindowsProductName, WindowsEditionId</a:t>
            </a:r>
            <a:endParaRPr lang="en-US" sz="88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Activation status</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cscript slmgr.vbs /dlv</a:t>
            </a:r>
            <a:endParaRPr lang="en-US" sz="880" dirty="0">
              <a:latin typeface="Segoe UI" panose="020B0502040204020203" pitchFamily="34" charset="0"/>
            </a:endParaRP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Edition Upgrade Path</a:t>
            </a:r>
            <a:endParaRPr lang="en-US" sz="12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Standard → Datacenter: licence purchase + DISM upgrade</a:t>
            </a:r>
            <a:endParaRPr lang="en-US" sz="10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DISM /Online /Set-Edition:ServerDatacenter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/ProductKey:XXXXX /AcceptEula</a:t>
            </a:r>
            <a:endParaRPr lang="en-US" sz="88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FFB703"/>
                </a:solidFill>
                <a:latin typeface="Segoe UI" panose="020B0502040204020203" pitchFamily="34" charset="0"/>
                <a:ea typeface="Calibri" pitchFamily="34" charset="-122"/>
                <a:cs typeface="Calibri" pitchFamily="34" charset="-120"/>
              </a:rPr>
              <a:t>Key Admin Rule</a:t>
            </a:r>
            <a:endParaRPr lang="en-US" sz="12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Never choose edition by habit — map workload density and</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feature requirements to the licensing tier first.</a:t>
            </a:r>
            <a:endParaRPr lang="en-US" sz="1000" dirty="0">
              <a:latin typeface="Segoe UI" panose="020B0502040204020203" pitchFamily="34" charset="0"/>
            </a:endParaRPr>
          </a:p>
        </p:txBody>
      </p:sp>
      <p:sp>
        <p:nvSpPr>
          <p:cNvPr id="6" name="Course footer">
            <a:extLst>
              <a:ext uri="{FF2B5EF4-FFF2-40B4-BE49-F238E27FC236}">
                <a16:creationId xmlns:a16="http://schemas.microsoft.com/office/drawing/2014/main" id="{5820B31F-99A5-8E9C-79C6-33326257A39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7DAA6F90-AAFE-E98D-75C1-C5CC5703D90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86845869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A9A2B-163B-0A46-DC30-529F111AAD80}"/>
              </a:ext>
            </a:extLst>
          </p:cNvPr>
          <p:cNvSpPr>
            <a:spLocks noGrp="1"/>
          </p:cNvSpPr>
          <p:nvPr>
            <p:ph type="title" idx="4294967295"/>
          </p:nvPr>
        </p:nvSpPr>
        <p:spPr>
          <a:xfrm>
            <a:off x="177800" y="134937"/>
            <a:ext cx="8258175" cy="327025"/>
          </a:xfrm>
        </p:spPr>
        <p:txBody>
          <a:bodyPr wrap="square">
            <a:noAutofit/>
          </a:bodyPr>
          <a:lstStyle/>
          <a:p>
            <a:r>
              <a:rPr lang="en-GB" dirty="0"/>
              <a:t>12.2 Licensing</a:t>
            </a:r>
          </a:p>
        </p:txBody>
      </p:sp>
      <p:sp>
        <p:nvSpPr>
          <p:cNvPr id="3" name="Divider">
            <a:extLst>
              <a:ext uri="{FF2B5EF4-FFF2-40B4-BE49-F238E27FC236}">
                <a16:creationId xmlns:a16="http://schemas.microsoft.com/office/drawing/2014/main" id="{D33789BC-1F1C-DE35-E58D-2437A9008B02}"/>
              </a:ext>
            </a:extLst>
          </p:cNvPr>
          <p:cNvSpPr/>
          <p:nvPr/>
        </p:nvSpPr>
        <p:spPr>
          <a:xfrm>
            <a:off x="4534920" y="727075"/>
            <a:ext cx="18000" cy="4200000"/>
          </a:xfrm>
          <a:prstGeom prst="rect">
            <a:avLst/>
          </a:prstGeom>
          <a:solidFill>
            <a:srgbClr val="8ECAE6"/>
          </a:solidFill>
          <a:ln w="0">
            <a:noFill/>
          </a:ln>
        </p:spPr>
        <p:txBody>
          <a:bodyPr/>
          <a:lstStyle/>
          <a:p>
            <a:endParaRPr lang="en-GB"/>
          </a:p>
        </p:txBody>
      </p:sp>
      <p:sp>
        <p:nvSpPr>
          <p:cNvPr id="4" name="Left">
            <a:extLst>
              <a:ext uri="{FF2B5EF4-FFF2-40B4-BE49-F238E27FC236}">
                <a16:creationId xmlns:a16="http://schemas.microsoft.com/office/drawing/2014/main" id="{7E0A2B1B-9E17-5103-01CA-2EC5D40D8F34}"/>
              </a:ext>
            </a:extLst>
          </p:cNvPr>
          <p:cNvSpPr/>
          <p:nvPr/>
        </p:nvSpPr>
        <p:spPr>
          <a:xfrm>
            <a:off x="177800" y="727075"/>
            <a:ext cx="4310000" cy="4200000"/>
          </a:xfrm>
          <a:prstGeom prst="rect">
            <a:avLst/>
          </a:prstGeom>
          <a:noFill/>
          <a:ln/>
        </p:spPr>
        <p:txBody>
          <a:bodyPr wrap="square" lIns="91440" tIns="45720" rIns="91440" bIns="45720" rtlCol="0" anchor="t">
            <a:normAutofit/>
          </a:bodyPr>
          <a:lstStyle/>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The Licensing Model — Three Layers</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1.  Edition licence — covers the host OS and sets VM entitlements</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2.  Core-based licensing — every physical server needs a minimum of 16 core licences (8 per processor, 2-proc minimum)</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3.  Client Access Licences (CALs) — required for every user or device accessing the server</a:t>
            </a:r>
            <a:endParaRPr lang="en-US" sz="105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Core Counting Rules</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Minimum 16 cores per server regardless of actual core count</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Minimum 8 cores per physical processor</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All physical cores on the server must be covered — no skipping</a:t>
            </a:r>
            <a:endParaRPr lang="en-US" sz="1050" dirty="0">
              <a:latin typeface="Segoe UI" panose="020B0502040204020203" pitchFamily="34" charset="0"/>
            </a:endParaRPr>
          </a:p>
          <a:p>
            <a:pPr marL="685800" indent="-342900">
              <a:spcAft>
                <a:spcPts val="100"/>
              </a:spcAft>
              <a:buSzPct val="80000"/>
              <a:buChar char="–"/>
            </a:pPr>
            <a:r>
              <a:rPr lang="en-US" sz="950" dirty="0">
                <a:solidFill>
                  <a:srgbClr val="444444"/>
                </a:solidFill>
                <a:latin typeface="Segoe UI" panose="020B0502040204020203" pitchFamily="34" charset="0"/>
                <a:ea typeface="Calibri" pitchFamily="34" charset="-122"/>
                <a:cs typeface="Calibri" pitchFamily="34" charset="-120"/>
              </a:rPr>
              <a:t>Example: 2-socket, 10-core-per-socket = 20 cores → buy 20 core licences</a:t>
            </a:r>
            <a:endParaRPr lang="en-US" sz="95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CAL Types</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Windows Server CAL — covers access to the server OS and built-in roles</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RDS (Remote Desktop Services) CAL — additional requirement for RDS sessions</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User CAL: one per user regardless of device count</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Device CAL: one per device regardless of user count</a:t>
            </a:r>
            <a:endParaRPr lang="en-US" sz="1050" dirty="0">
              <a:latin typeface="Segoe UI" panose="020B0502040204020203" pitchFamily="34" charset="0"/>
            </a:endParaRPr>
          </a:p>
        </p:txBody>
      </p:sp>
      <p:sp>
        <p:nvSpPr>
          <p:cNvPr id="5" name="Right">
            <a:extLst>
              <a:ext uri="{FF2B5EF4-FFF2-40B4-BE49-F238E27FC236}">
                <a16:creationId xmlns:a16="http://schemas.microsoft.com/office/drawing/2014/main" id="{BB137139-6FA1-4686-4DCF-D490E33A49AA}"/>
              </a:ext>
            </a:extLst>
          </p:cNvPr>
          <p:cNvSpPr/>
          <p:nvPr/>
        </p:nvSpPr>
        <p:spPr>
          <a:xfrm>
            <a:off x="4604920" y="727075"/>
            <a:ext cx="4360000" cy="4200000"/>
          </a:xfrm>
          <a:prstGeom prst="rect">
            <a:avLst/>
          </a:prstGeom>
          <a:solidFill>
            <a:srgbClr val="F0F8FB"/>
          </a:solidFill>
          <a:ln w="9000">
            <a:solidFill>
              <a:srgbClr val="8ECAE6"/>
            </a:solidFill>
            <a:prstDash val="solid"/>
          </a:ln>
        </p:spPr>
        <p:txBody>
          <a:bodyPr wrap="square" lIns="91440" tIns="45720" rIns="91440" bIns="45720" rtlCol="0" anchor="t">
            <a:normAutofit/>
          </a:bodyPr>
          <a:lstStyle/>
          <a:p>
            <a:pPr marL="0" indent="0">
              <a:spcAft>
                <a:spcPts val="200"/>
              </a:spcAft>
              <a:buNone/>
            </a:pPr>
            <a:r>
              <a:rPr lang="en-US" sz="1200" b="1" dirty="0">
                <a:solidFill>
                  <a:srgbClr val="219EBC"/>
                </a:solidFill>
                <a:latin typeface="Segoe UI" panose="020B0502040204020203" pitchFamily="34" charset="0"/>
                <a:ea typeface="Calibri" pitchFamily="34" charset="-122"/>
                <a:cs typeface="Calibri" pitchFamily="34" charset="-120"/>
              </a:rPr>
              <a:t>Check Activation State</a:t>
            </a:r>
            <a:endParaRPr lang="en-US" sz="1200" dirty="0">
              <a:latin typeface="Segoe UI" panose="020B0502040204020203" pitchFamily="34" charset="0"/>
            </a:endParaRPr>
          </a:p>
          <a:p>
            <a:pPr marL="0" indent="0">
              <a:spcAft>
                <a:spcPts val="80"/>
              </a:spcAft>
              <a:buNone/>
            </a:pPr>
            <a:r>
              <a:rPr lang="en-US" sz="880" dirty="0">
                <a:solidFill>
                  <a:srgbClr val="5E7A5E"/>
                </a:solidFill>
                <a:latin typeface="Segoe UI" panose="020B0502040204020203" pitchFamily="34" charset="0"/>
                <a:ea typeface="Consolas" pitchFamily="49" charset="-122"/>
                <a:cs typeface="Consolas" pitchFamily="49" charset="-120"/>
              </a:rPr>
              <a:t># Detailed licence info for this OS</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cscript C:\Windows\System32\slmgr.vbs /dlv</a:t>
            </a:r>
            <a:endParaRPr lang="en-US" sz="880" dirty="0">
              <a:latin typeface="Segoe UI" panose="020B0502040204020203" pitchFamily="34" charset="0"/>
            </a:endParaRPr>
          </a:p>
          <a:p>
            <a:pPr>
              <a:buNone/>
            </a:pPr>
            <a:endParaRPr lang="en-US" sz="200" dirty="0">
              <a:latin typeface="Segoe UI" panose="020B0502040204020203" pitchFamily="34" charset="0"/>
            </a:endParaRPr>
          </a:p>
          <a:p>
            <a:pPr marL="0" indent="0">
              <a:spcAft>
                <a:spcPts val="80"/>
              </a:spcAft>
              <a:buNone/>
            </a:pPr>
            <a:r>
              <a:rPr lang="en-US" sz="880" dirty="0">
                <a:solidFill>
                  <a:srgbClr val="5E7A5E"/>
                </a:solidFill>
                <a:latin typeface="Segoe UI" panose="020B0502040204020203" pitchFamily="34" charset="0"/>
                <a:ea typeface="Consolas" pitchFamily="49" charset="-122"/>
                <a:cs typeface="Consolas" pitchFamily="49" charset="-120"/>
              </a:rPr>
              <a:t># Quick expiry check</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cscript C:\Windows\System32\slmgr.vbs /xpr</a:t>
            </a:r>
            <a:endParaRPr lang="en-US" sz="880" dirty="0">
              <a:latin typeface="Segoe UI" panose="020B0502040204020203" pitchFamily="34" charset="0"/>
            </a:endParaRPr>
          </a:p>
          <a:p>
            <a:pPr>
              <a:buNone/>
            </a:pPr>
            <a:endParaRPr lang="en-US" sz="200" dirty="0">
              <a:latin typeface="Segoe UI" panose="020B0502040204020203" pitchFamily="34" charset="0"/>
            </a:endParaRPr>
          </a:p>
          <a:p>
            <a:pPr marL="0" indent="0">
              <a:spcAft>
                <a:spcPts val="80"/>
              </a:spcAft>
              <a:buNone/>
            </a:pPr>
            <a:r>
              <a:rPr lang="en-US" sz="880" dirty="0">
                <a:solidFill>
                  <a:srgbClr val="5E7A5E"/>
                </a:solidFill>
                <a:latin typeface="Segoe UI" panose="020B0502040204020203" pitchFamily="34" charset="0"/>
                <a:ea typeface="Consolas" pitchFamily="49" charset="-122"/>
                <a:cs typeface="Consolas" pitchFamily="49" charset="-120"/>
              </a:rPr>
              <a:t># Show KMS server used</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cscript C:\Windows\System32\slmgr.vbs /skms</a:t>
            </a:r>
            <a:endParaRPr lang="en-US" sz="88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C1121F"/>
                </a:solidFill>
                <a:latin typeface="Segoe UI" panose="020B0502040204020203" pitchFamily="34" charset="0"/>
                <a:ea typeface="Calibri" pitchFamily="34" charset="-122"/>
                <a:cs typeface="Calibri" pitchFamily="34" charset="-120"/>
              </a:rPr>
              <a:t>Important Caveat</a:t>
            </a:r>
            <a:endParaRPr lang="en-US" sz="1200" dirty="0">
              <a:latin typeface="Segoe UI" panose="020B0502040204020203" pitchFamily="34" charset="0"/>
            </a:endParaRPr>
          </a:p>
          <a:p>
            <a:pPr marL="342900" indent="-342900">
              <a:spcAft>
                <a:spcPts val="160"/>
              </a:spcAft>
              <a:buSzPct val="100000"/>
              <a:buChar char="•"/>
            </a:pPr>
            <a:r>
              <a:rPr lang="en-US" sz="1000" dirty="0">
                <a:solidFill>
                  <a:srgbClr val="7B2D00"/>
                </a:solidFill>
                <a:latin typeface="Segoe UI" panose="020B0502040204020203" pitchFamily="34" charset="0"/>
                <a:ea typeface="Calibri" pitchFamily="34" charset="-122"/>
                <a:cs typeface="Calibri" pitchFamily="34" charset="-120"/>
              </a:rPr>
              <a:t>slmgr output confirms OS activation state only</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7B2D00"/>
                </a:solidFill>
                <a:latin typeface="Segoe UI" panose="020B0502040204020203" pitchFamily="34" charset="0"/>
                <a:ea typeface="Calibri" pitchFamily="34" charset="-122"/>
                <a:cs typeface="Calibri" pitchFamily="34" charset="-120"/>
              </a:rPr>
              <a:t>It does NOT prove CAL compliance, virtualization rights,</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7B2D00"/>
                </a:solidFill>
                <a:latin typeface="Segoe UI" panose="020B0502040204020203" pitchFamily="34" charset="0"/>
                <a:ea typeface="Calibri" pitchFamily="34" charset="-122"/>
                <a:cs typeface="Calibri" pitchFamily="34" charset="-120"/>
              </a:rPr>
              <a:t>or Azure benefit eligibility — those live in licence records</a:t>
            </a:r>
            <a:endParaRPr lang="en-US" sz="100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Who to Escalate To</a:t>
            </a:r>
            <a:endParaRPr lang="en-US" sz="12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Ambiguous licensing questions belong with Microsoft licensing specialists or volume licensing agreements — not administrators</a:t>
            </a:r>
            <a:endParaRPr lang="en-US" sz="1000" dirty="0">
              <a:latin typeface="Segoe UI" panose="020B0502040204020203" pitchFamily="34" charset="0"/>
            </a:endParaRPr>
          </a:p>
        </p:txBody>
      </p:sp>
      <p:sp>
        <p:nvSpPr>
          <p:cNvPr id="6" name="Course footer">
            <a:extLst>
              <a:ext uri="{FF2B5EF4-FFF2-40B4-BE49-F238E27FC236}">
                <a16:creationId xmlns:a16="http://schemas.microsoft.com/office/drawing/2014/main" id="{52CD14DA-24B4-4A63-517A-0F2E537FAC7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92DFE9E9-05A3-0F77-9836-8D0FEBA8B85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30447267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5F167-83BC-212A-5F8F-FDC14CB545AA}"/>
              </a:ext>
            </a:extLst>
          </p:cNvPr>
          <p:cNvSpPr>
            <a:spLocks noGrp="1"/>
          </p:cNvSpPr>
          <p:nvPr>
            <p:ph type="title" idx="4294967295"/>
          </p:nvPr>
        </p:nvSpPr>
        <p:spPr>
          <a:xfrm>
            <a:off x="177800" y="216425"/>
            <a:ext cx="8258175" cy="369888"/>
          </a:xfrm>
        </p:spPr>
        <p:txBody>
          <a:bodyPr wrap="square">
            <a:noAutofit/>
          </a:bodyPr>
          <a:lstStyle/>
          <a:p>
            <a:r>
              <a:rPr lang="en-GB"/>
              <a:t>12.3 Windows Server Pay-as-you-go</a:t>
            </a:r>
          </a:p>
        </p:txBody>
      </p:sp>
      <p:sp>
        <p:nvSpPr>
          <p:cNvPr id="5" name="Divider">
            <a:extLst>
              <a:ext uri="{FF2B5EF4-FFF2-40B4-BE49-F238E27FC236}">
                <a16:creationId xmlns:a16="http://schemas.microsoft.com/office/drawing/2014/main" id="{71A97E8D-09CB-73E0-1E15-A0C9E336CAB7}"/>
              </a:ext>
            </a:extLst>
          </p:cNvPr>
          <p:cNvSpPr/>
          <p:nvPr/>
        </p:nvSpPr>
        <p:spPr>
          <a:xfrm>
            <a:off x="4534920" y="727075"/>
            <a:ext cx="18000" cy="4200000"/>
          </a:xfrm>
          <a:prstGeom prst="rect">
            <a:avLst/>
          </a:prstGeom>
          <a:solidFill>
            <a:srgbClr val="8ECAE6"/>
          </a:solidFill>
          <a:ln w="0">
            <a:noFill/>
          </a:ln>
        </p:spPr>
        <p:txBody>
          <a:bodyPr/>
          <a:lstStyle/>
          <a:p>
            <a:endParaRPr lang="en-GB"/>
          </a:p>
        </p:txBody>
      </p:sp>
      <p:sp>
        <p:nvSpPr>
          <p:cNvPr id="6" name="Left">
            <a:extLst>
              <a:ext uri="{FF2B5EF4-FFF2-40B4-BE49-F238E27FC236}">
                <a16:creationId xmlns:a16="http://schemas.microsoft.com/office/drawing/2014/main" id="{E3DE6B90-0838-1406-8311-0FE093DB688D}"/>
              </a:ext>
            </a:extLst>
          </p:cNvPr>
          <p:cNvSpPr/>
          <p:nvPr/>
        </p:nvSpPr>
        <p:spPr>
          <a:xfrm>
            <a:off x="177800" y="727075"/>
            <a:ext cx="4310000" cy="4200000"/>
          </a:xfrm>
          <a:prstGeom prst="rect">
            <a:avLst/>
          </a:prstGeom>
          <a:noFill/>
          <a:ln/>
        </p:spPr>
        <p:txBody>
          <a:bodyPr wrap="square" lIns="91440" tIns="45720" rIns="91440" bIns="45720" rtlCol="0" anchor="t">
            <a:normAutofit/>
          </a:bodyPr>
          <a:lstStyle/>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What It Is</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Azure Arc-delivered billing model for Windows Server 2025 running OUTSIDE Azure</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Eliminates need for perpetual core licence on eligible machines</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Billed per-machine through your Azure subscription — metered monthly</a:t>
            </a:r>
            <a:endParaRPr lang="en-US" sz="105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Prerequisites</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Windows Server 2025 Standard or Datacenter (not Azure Edition)</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Machine onboarded to Azure Arc (Azure Connected Machine agent v1.47+)</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Active Azure subscription linked to the Arc resource</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No existing OEM, Retail, or Volume Licence activation on the machine</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Internet access for Arc agent heartbeat and billing telemetry</a:t>
            </a:r>
            <a:endParaRPr lang="en-US" sz="105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Key Limitations</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Applies only to the individual Arc-connected machine — not guest VMs</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Does NOT grant Automatic VM Activation (AVMA) rights for Hyper-V guests</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Billing continues until explicitly disabled or machine removed from Arc</a:t>
            </a:r>
            <a:endParaRPr lang="en-US" sz="1050" dirty="0">
              <a:latin typeface="Segoe UI" panose="020B0502040204020203" pitchFamily="34" charset="0"/>
            </a:endParaRPr>
          </a:p>
        </p:txBody>
      </p:sp>
      <p:sp>
        <p:nvSpPr>
          <p:cNvPr id="7" name="Right">
            <a:extLst>
              <a:ext uri="{FF2B5EF4-FFF2-40B4-BE49-F238E27FC236}">
                <a16:creationId xmlns:a16="http://schemas.microsoft.com/office/drawing/2014/main" id="{FA05B9E0-4CA7-68FC-15A4-186B84C702E0}"/>
              </a:ext>
            </a:extLst>
          </p:cNvPr>
          <p:cNvSpPr/>
          <p:nvPr/>
        </p:nvSpPr>
        <p:spPr>
          <a:xfrm>
            <a:off x="4604920" y="727075"/>
            <a:ext cx="4360000" cy="4200000"/>
          </a:xfrm>
          <a:prstGeom prst="rect">
            <a:avLst/>
          </a:prstGeom>
          <a:solidFill>
            <a:srgbClr val="F0F8FB"/>
          </a:solidFill>
          <a:ln w="9000">
            <a:solidFill>
              <a:srgbClr val="8ECAE6"/>
            </a:solidFill>
            <a:prstDash val="solid"/>
          </a:ln>
        </p:spPr>
        <p:txBody>
          <a:bodyPr wrap="square" lIns="91440" tIns="45720" rIns="91440" bIns="45720" rtlCol="0" anchor="t">
            <a:normAutofit/>
          </a:bodyPr>
          <a:lstStyle/>
          <a:p>
            <a:pPr marL="0" indent="0">
              <a:spcAft>
                <a:spcPts val="200"/>
              </a:spcAft>
              <a:buNone/>
            </a:pPr>
            <a:r>
              <a:rPr lang="en-US" sz="1200" b="1" dirty="0">
                <a:solidFill>
                  <a:srgbClr val="219EBC"/>
                </a:solidFill>
                <a:latin typeface="Segoe UI" panose="020B0502040204020203" pitchFamily="34" charset="0"/>
                <a:ea typeface="Calibri" pitchFamily="34" charset="-122"/>
                <a:cs typeface="Calibri" pitchFamily="34" charset="-120"/>
              </a:rPr>
              <a:t>Enable via Azure PowerShell</a:t>
            </a:r>
            <a:endParaRPr lang="en-US" sz="1200" dirty="0">
              <a:latin typeface="Segoe UI" panose="020B0502040204020203" pitchFamily="34" charset="0"/>
            </a:endParaRPr>
          </a:p>
          <a:p>
            <a:pPr marL="0" indent="0">
              <a:spcAft>
                <a:spcPts val="80"/>
              </a:spcAft>
              <a:buNone/>
            </a:pPr>
            <a:r>
              <a:rPr lang="en-US" sz="880" dirty="0">
                <a:solidFill>
                  <a:srgbClr val="5E7A5E"/>
                </a:solidFill>
                <a:latin typeface="Segoe UI" panose="020B0502040204020203" pitchFamily="34" charset="0"/>
                <a:ea typeface="Consolas" pitchFamily="49" charset="-122"/>
                <a:cs typeface="Consolas" pitchFamily="49" charset="-120"/>
              </a:rPr>
              <a:t># Connect to Azure</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Connect-AzAccount</a:t>
            </a:r>
            <a:endParaRPr lang="en-US" sz="880" dirty="0">
              <a:latin typeface="Segoe UI" panose="020B0502040204020203" pitchFamily="34" charset="0"/>
            </a:endParaRPr>
          </a:p>
          <a:p>
            <a:pPr>
              <a:buNone/>
            </a:pPr>
            <a:endParaRPr lang="en-US" sz="150" dirty="0">
              <a:latin typeface="Segoe UI" panose="020B0502040204020203" pitchFamily="34" charset="0"/>
            </a:endParaRPr>
          </a:p>
          <a:p>
            <a:pPr marL="0" indent="0">
              <a:spcAft>
                <a:spcPts val="80"/>
              </a:spcAft>
              <a:buNone/>
            </a:pPr>
            <a:r>
              <a:rPr lang="en-US" sz="880" dirty="0">
                <a:solidFill>
                  <a:srgbClr val="5E7A5E"/>
                </a:solidFill>
                <a:latin typeface="Segoe UI" panose="020B0502040204020203" pitchFamily="34" charset="0"/>
                <a:ea typeface="Consolas" pitchFamily="49" charset="-122"/>
                <a:cs typeface="Consolas" pitchFamily="49" charset="-120"/>
              </a:rPr>
              <a:t># Get the Arc machine resource</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$m = Get-AzResource -Name 'LON-SRV1'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-ResourceType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'Microsoft.HybridCompute/machines'</a:t>
            </a:r>
            <a:endParaRPr lang="en-US" sz="880" dirty="0">
              <a:latin typeface="Segoe UI" panose="020B0502040204020203" pitchFamily="34" charset="0"/>
            </a:endParaRPr>
          </a:p>
          <a:p>
            <a:pPr>
              <a:buNone/>
            </a:pPr>
            <a:endParaRPr lang="en-US" sz="150" dirty="0">
              <a:latin typeface="Segoe UI" panose="020B0502040204020203" pitchFamily="34" charset="0"/>
            </a:endParaRPr>
          </a:p>
          <a:p>
            <a:pPr marL="0" indent="0">
              <a:spcAft>
                <a:spcPts val="80"/>
              </a:spcAft>
              <a:buNone/>
            </a:pPr>
            <a:r>
              <a:rPr lang="en-US" sz="880" dirty="0">
                <a:solidFill>
                  <a:srgbClr val="5E7A5E"/>
                </a:solidFill>
                <a:latin typeface="Segoe UI" panose="020B0502040204020203" pitchFamily="34" charset="0"/>
                <a:ea typeface="Consolas" pitchFamily="49" charset="-122"/>
                <a:cs typeface="Consolas" pitchFamily="49" charset="-120"/>
              </a:rPr>
              <a:t># Build licence profile path</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$lpId = $m.ResourceId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'/licenseProfiles/default'</a:t>
            </a:r>
            <a:endParaRPr lang="en-US" sz="880" dirty="0">
              <a:latin typeface="Segoe UI" panose="020B0502040204020203" pitchFamily="34" charset="0"/>
            </a:endParaRPr>
          </a:p>
          <a:p>
            <a:pPr>
              <a:buNone/>
            </a:pPr>
            <a:endParaRPr lang="en-US" sz="150" dirty="0">
              <a:latin typeface="Segoe UI" panose="020B0502040204020203" pitchFamily="34" charset="0"/>
            </a:endParaRPr>
          </a:p>
          <a:p>
            <a:pPr marL="0" indent="0">
              <a:spcAft>
                <a:spcPts val="80"/>
              </a:spcAft>
              <a:buNone/>
            </a:pPr>
            <a:r>
              <a:rPr lang="en-US" sz="880" dirty="0">
                <a:solidFill>
                  <a:srgbClr val="5E7A5E"/>
                </a:solidFill>
                <a:latin typeface="Segoe UI" panose="020B0502040204020203" pitchFamily="34" charset="0"/>
                <a:ea typeface="Consolas" pitchFamily="49" charset="-122"/>
                <a:cs typeface="Consolas" pitchFamily="49" charset="-120"/>
              </a:rPr>
              <a:t># Enable Pay-as-you-go</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$prop = @{ productProfile =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productType = 'WindowsServer'</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subscriptionStatus = 'Enabled'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New-AzResource -ResourceId $lpId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-Properties $prop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-Location $m.Location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-ApiVersion '2023-10-03-preview'</a:t>
            </a:r>
            <a:endParaRPr lang="en-US" sz="880" dirty="0">
              <a:latin typeface="Segoe UI" panose="020B0502040204020203" pitchFamily="34" charset="0"/>
            </a:endParaRPr>
          </a:p>
          <a:p>
            <a:pPr>
              <a:buNone/>
            </a:pPr>
            <a:endParaRPr lang="en-US" sz="25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Disable Pay-as-you-go</a:t>
            </a:r>
            <a:endParaRPr lang="en-US" sz="12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Change subscriptionStatus to 'Disabled'</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and use Set-AzResource instead</a:t>
            </a:r>
            <a:endParaRPr lang="en-US" sz="880" dirty="0">
              <a:latin typeface="Segoe UI" panose="020B0502040204020203" pitchFamily="34" charset="0"/>
            </a:endParaRPr>
          </a:p>
        </p:txBody>
      </p:sp>
      <p:sp>
        <p:nvSpPr>
          <p:cNvPr id="8" name="Course footer">
            <a:extLst>
              <a:ext uri="{FF2B5EF4-FFF2-40B4-BE49-F238E27FC236}">
                <a16:creationId xmlns:a16="http://schemas.microsoft.com/office/drawing/2014/main" id="{A0036ACF-0F14-8CCF-E153-E281BE7D0A1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88580206-26E9-C1B0-9BAB-918E2E9C4C5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83893070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60B39-87BB-7B35-AA81-0A45BB3F12E0}"/>
              </a:ext>
            </a:extLst>
          </p:cNvPr>
          <p:cNvSpPr>
            <a:spLocks noGrp="1"/>
          </p:cNvSpPr>
          <p:nvPr>
            <p:ph type="title" idx="4294967295"/>
          </p:nvPr>
        </p:nvSpPr>
        <p:spPr>
          <a:xfrm>
            <a:off x="361950" y="200350"/>
            <a:ext cx="8258175" cy="327025"/>
          </a:xfrm>
        </p:spPr>
        <p:txBody>
          <a:bodyPr wrap="square">
            <a:noAutofit/>
          </a:bodyPr>
          <a:lstStyle/>
          <a:p>
            <a:r>
              <a:rPr lang="en-GB" dirty="0"/>
              <a:t>12.4 Virtualization Rights</a:t>
            </a:r>
          </a:p>
        </p:txBody>
      </p:sp>
      <p:sp>
        <p:nvSpPr>
          <p:cNvPr id="3" name="Divider">
            <a:extLst>
              <a:ext uri="{FF2B5EF4-FFF2-40B4-BE49-F238E27FC236}">
                <a16:creationId xmlns:a16="http://schemas.microsoft.com/office/drawing/2014/main" id="{162841DA-3C2B-067B-2056-76CD72BB2790}"/>
              </a:ext>
            </a:extLst>
          </p:cNvPr>
          <p:cNvSpPr/>
          <p:nvPr/>
        </p:nvSpPr>
        <p:spPr>
          <a:xfrm>
            <a:off x="4719070" y="727075"/>
            <a:ext cx="18000" cy="4200000"/>
          </a:xfrm>
          <a:prstGeom prst="rect">
            <a:avLst/>
          </a:prstGeom>
          <a:solidFill>
            <a:srgbClr val="8ECAE6"/>
          </a:solidFill>
          <a:ln w="0">
            <a:noFill/>
          </a:ln>
        </p:spPr>
        <p:txBody>
          <a:bodyPr/>
          <a:lstStyle/>
          <a:p>
            <a:endParaRPr lang="en-GB"/>
          </a:p>
        </p:txBody>
      </p:sp>
      <p:sp>
        <p:nvSpPr>
          <p:cNvPr id="4" name="Left">
            <a:extLst>
              <a:ext uri="{FF2B5EF4-FFF2-40B4-BE49-F238E27FC236}">
                <a16:creationId xmlns:a16="http://schemas.microsoft.com/office/drawing/2014/main" id="{96A18753-58D6-A6BC-B6B8-83E7CFC1207B}"/>
              </a:ext>
            </a:extLst>
          </p:cNvPr>
          <p:cNvSpPr/>
          <p:nvPr/>
        </p:nvSpPr>
        <p:spPr>
          <a:xfrm>
            <a:off x="361950" y="727075"/>
            <a:ext cx="4310000" cy="4200000"/>
          </a:xfrm>
          <a:prstGeom prst="rect">
            <a:avLst/>
          </a:prstGeom>
          <a:noFill/>
          <a:ln/>
        </p:spPr>
        <p:txBody>
          <a:bodyPr wrap="square" lIns="91440" tIns="45720" rIns="91440" bIns="45720" rtlCol="0" anchor="t">
            <a:normAutofit/>
          </a:bodyPr>
          <a:lstStyle/>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What Virtualization Rights Mean</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A Windows Server licence on a physical host grants rights to run guest VMs</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The number of permitted guest VMs is determined by the edition</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AVMA (Automatic VM Activation) lets guests activate from a licensed Datacenter host</a:t>
            </a:r>
            <a:endParaRPr lang="en-US" sz="105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Standard Edition Rights</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One Standard licence = up to 2 Windows Server guest VMs</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Plus one Hyper-V host OS (must be used only for virtualisation)</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Need more than 2 VMs? Purchase additional Standard licences (stacking allowed)</a:t>
            </a:r>
            <a:endParaRPr lang="en-US" sz="1050" dirty="0">
              <a:latin typeface="Segoe UI" panose="020B0502040204020203" pitchFamily="34" charset="0"/>
            </a:endParaRPr>
          </a:p>
          <a:p>
            <a:pPr marL="685800" indent="-342900">
              <a:spcAft>
                <a:spcPts val="100"/>
              </a:spcAft>
              <a:buSzPct val="80000"/>
              <a:buChar char="–"/>
            </a:pPr>
            <a:r>
              <a:rPr lang="en-US" sz="950" dirty="0">
                <a:solidFill>
                  <a:srgbClr val="444444"/>
                </a:solidFill>
                <a:latin typeface="Segoe UI" panose="020B0502040204020203" pitchFamily="34" charset="0"/>
                <a:ea typeface="Calibri" pitchFamily="34" charset="-122"/>
                <a:cs typeface="Calibri" pitchFamily="34" charset="-120"/>
              </a:rPr>
              <a:t>3rd-4th VM: buy a 2nd Standard licence and apply it to the same host</a:t>
            </a:r>
            <a:endParaRPr lang="en-US" sz="95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Datacenter Edition Rights</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One Datacenter licence = unlimited Windows Server guest VMs</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Plus one Hyper-V host OS</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Most cost-effective at 9+ VMs per host</a:t>
            </a:r>
            <a:endParaRPr lang="en-US" sz="105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Common Pitfall</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C1121F"/>
                </a:solidFill>
                <a:latin typeface="Segoe UI" panose="020B0502040204020203" pitchFamily="34" charset="0"/>
                <a:ea typeface="Calibri" pitchFamily="34" charset="-122"/>
                <a:cs typeface="Calibri" pitchFamily="34" charset="-120"/>
              </a:rPr>
              <a:t>Get-VM shows inventory — not licencing compliance</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Count VMs, map to licences, document the position separately</a:t>
            </a:r>
            <a:endParaRPr lang="en-US" sz="1050" dirty="0">
              <a:latin typeface="Segoe UI" panose="020B0502040204020203" pitchFamily="34" charset="0"/>
            </a:endParaRPr>
          </a:p>
        </p:txBody>
      </p:sp>
      <p:sp>
        <p:nvSpPr>
          <p:cNvPr id="5" name="ColHdr20">
            <a:extLst>
              <a:ext uri="{FF2B5EF4-FFF2-40B4-BE49-F238E27FC236}">
                <a16:creationId xmlns:a16="http://schemas.microsoft.com/office/drawing/2014/main" id="{EEE27FBF-9BF4-BDCD-04C1-74EE348B6FA4}"/>
              </a:ext>
            </a:extLst>
          </p:cNvPr>
          <p:cNvSpPr/>
          <p:nvPr/>
        </p:nvSpPr>
        <p:spPr>
          <a:xfrm>
            <a:off x="4879070" y="757075"/>
            <a:ext cx="1850000" cy="380000"/>
          </a:xfrm>
          <a:prstGeom prst="rect">
            <a:avLst/>
          </a:prstGeom>
          <a:solidFill>
            <a:srgbClr val="243A5E"/>
          </a:solidFill>
          <a:ln w="0">
            <a:noFill/>
          </a:ln>
        </p:spPr>
        <p:txBody>
          <a:bodyPr wrap="square" lIns="45720" tIns="45720" rIns="45720" bIns="45720" rtlCol="0" anchor="ctr">
            <a:normAutofit/>
          </a:bodyPr>
          <a:lstStyle/>
          <a:p>
            <a:pPr algn="ctr">
              <a:buNone/>
            </a:pPr>
            <a:r>
              <a:rPr lang="en-US" sz="1000" b="1" dirty="0">
                <a:solidFill>
                  <a:srgbClr val="FFFFFF"/>
                </a:solidFill>
                <a:latin typeface="Segoe UI" panose="020B0502040204020203" pitchFamily="34" charset="0"/>
                <a:ea typeface="Calibri" pitchFamily="34" charset="-122"/>
                <a:cs typeface="Calibri" pitchFamily="34" charset="-120"/>
              </a:rPr>
              <a:t>Standard</a:t>
            </a:r>
            <a:endParaRPr lang="en-US" sz="1000" dirty="0">
              <a:latin typeface="Segoe UI" panose="020B0502040204020203" pitchFamily="34" charset="0"/>
            </a:endParaRPr>
          </a:p>
        </p:txBody>
      </p:sp>
      <p:sp>
        <p:nvSpPr>
          <p:cNvPr id="6" name="VM21">
            <a:extLst>
              <a:ext uri="{FF2B5EF4-FFF2-40B4-BE49-F238E27FC236}">
                <a16:creationId xmlns:a16="http://schemas.microsoft.com/office/drawing/2014/main" id="{8E1B8376-9C8C-7913-FFFA-CF42F4A90838}"/>
              </a:ext>
            </a:extLst>
          </p:cNvPr>
          <p:cNvSpPr/>
          <p:nvPr/>
        </p:nvSpPr>
        <p:spPr>
          <a:xfrm>
            <a:off x="4970510" y="1197075"/>
            <a:ext cx="1667120" cy="320000"/>
          </a:xfrm>
          <a:prstGeom prst="rect">
            <a:avLst/>
          </a:prstGeom>
          <a:solidFill>
            <a:srgbClr val="2D6A4F"/>
          </a:solidFill>
          <a:ln w="0">
            <a:noFill/>
          </a:ln>
        </p:spPr>
        <p:txBody>
          <a:bodyPr wrap="square" lIns="45720" tIns="18000" rIns="45720" bIns="18000" rtlCol="0" anchor="ctr">
            <a:normAutofit/>
          </a:bodyPr>
          <a:lstStyle/>
          <a:p>
            <a:pPr algn="ctr">
              <a:buNone/>
            </a:pPr>
            <a:r>
              <a:rPr lang="en-US" sz="900" dirty="0">
                <a:solidFill>
                  <a:srgbClr val="FFFFFF"/>
                </a:solidFill>
                <a:latin typeface="Segoe UI" panose="020B0502040204020203" pitchFamily="34" charset="0"/>
                <a:ea typeface="Calibri" pitchFamily="34" charset="-122"/>
                <a:cs typeface="Calibri" pitchFamily="34" charset="-120"/>
              </a:rPr>
              <a:t>Windows Server VM</a:t>
            </a:r>
            <a:endParaRPr lang="en-US" sz="900" dirty="0">
              <a:latin typeface="Segoe UI" panose="020B0502040204020203" pitchFamily="34" charset="0"/>
            </a:endParaRPr>
          </a:p>
        </p:txBody>
      </p:sp>
      <p:sp>
        <p:nvSpPr>
          <p:cNvPr id="7" name="VM22">
            <a:extLst>
              <a:ext uri="{FF2B5EF4-FFF2-40B4-BE49-F238E27FC236}">
                <a16:creationId xmlns:a16="http://schemas.microsoft.com/office/drawing/2014/main" id="{19FFA58B-A4F5-EBFD-C5B0-C3464FB1EDE6}"/>
              </a:ext>
            </a:extLst>
          </p:cNvPr>
          <p:cNvSpPr/>
          <p:nvPr/>
        </p:nvSpPr>
        <p:spPr>
          <a:xfrm>
            <a:off x="4970510" y="1577075"/>
            <a:ext cx="1667120" cy="320000"/>
          </a:xfrm>
          <a:prstGeom prst="rect">
            <a:avLst/>
          </a:prstGeom>
          <a:solidFill>
            <a:srgbClr val="2D6A4F"/>
          </a:solidFill>
          <a:ln w="0">
            <a:noFill/>
          </a:ln>
        </p:spPr>
        <p:txBody>
          <a:bodyPr wrap="square" lIns="45720" tIns="18000" rIns="45720" bIns="18000" rtlCol="0" anchor="ctr">
            <a:normAutofit/>
          </a:bodyPr>
          <a:lstStyle/>
          <a:p>
            <a:pPr algn="ctr">
              <a:buNone/>
            </a:pPr>
            <a:r>
              <a:rPr lang="en-US" sz="900" dirty="0">
                <a:solidFill>
                  <a:srgbClr val="FFFFFF"/>
                </a:solidFill>
                <a:latin typeface="Segoe UI" panose="020B0502040204020203" pitchFamily="34" charset="0"/>
                <a:ea typeface="Calibri" pitchFamily="34" charset="-122"/>
                <a:cs typeface="Calibri" pitchFamily="34" charset="-120"/>
              </a:rPr>
              <a:t>Windows Server VM</a:t>
            </a:r>
            <a:endParaRPr lang="en-US" sz="900" dirty="0">
              <a:latin typeface="Segoe UI" panose="020B0502040204020203" pitchFamily="34" charset="0"/>
            </a:endParaRPr>
          </a:p>
        </p:txBody>
      </p:sp>
      <p:sp>
        <p:nvSpPr>
          <p:cNvPr id="8" name="Ftr23">
            <a:extLst>
              <a:ext uri="{FF2B5EF4-FFF2-40B4-BE49-F238E27FC236}">
                <a16:creationId xmlns:a16="http://schemas.microsoft.com/office/drawing/2014/main" id="{4D88F1E9-31D2-C716-6B66-984D95CAC0AC}"/>
              </a:ext>
            </a:extLst>
          </p:cNvPr>
          <p:cNvSpPr/>
          <p:nvPr/>
        </p:nvSpPr>
        <p:spPr>
          <a:xfrm>
            <a:off x="4879070" y="2017075"/>
            <a:ext cx="1850000" cy="320000"/>
          </a:xfrm>
          <a:prstGeom prst="rect">
            <a:avLst/>
          </a:prstGeom>
          <a:solidFill>
            <a:srgbClr val="0076D4"/>
          </a:solidFill>
          <a:ln w="0">
            <a:noFill/>
          </a:ln>
        </p:spPr>
        <p:txBody>
          <a:bodyPr wrap="square" lIns="45720" tIns="18000" rIns="45720" bIns="18000" rtlCol="0" anchor="ctr">
            <a:normAutofit/>
          </a:bodyPr>
          <a:lstStyle/>
          <a:p>
            <a:pPr algn="ctr">
              <a:buNone/>
            </a:pPr>
            <a:r>
              <a:rPr lang="en-US" sz="950" b="1" dirty="0">
                <a:solidFill>
                  <a:srgbClr val="FFFFFF"/>
                </a:solidFill>
                <a:latin typeface="Segoe UI" panose="020B0502040204020203" pitchFamily="34" charset="0"/>
                <a:ea typeface="Calibri" pitchFamily="34" charset="-122"/>
                <a:cs typeface="Calibri" pitchFamily="34" charset="-120"/>
              </a:rPr>
              <a:t>2 VMs per licence</a:t>
            </a:r>
            <a:endParaRPr lang="en-US" sz="950" dirty="0">
              <a:latin typeface="Segoe UI" panose="020B0502040204020203" pitchFamily="34" charset="0"/>
            </a:endParaRPr>
          </a:p>
        </p:txBody>
      </p:sp>
      <p:sp>
        <p:nvSpPr>
          <p:cNvPr id="9" name="ColHdr24">
            <a:extLst>
              <a:ext uri="{FF2B5EF4-FFF2-40B4-BE49-F238E27FC236}">
                <a16:creationId xmlns:a16="http://schemas.microsoft.com/office/drawing/2014/main" id="{47F70DD1-4066-9DDE-7D49-FD160446BB98}"/>
              </a:ext>
            </a:extLst>
          </p:cNvPr>
          <p:cNvSpPr/>
          <p:nvPr/>
        </p:nvSpPr>
        <p:spPr>
          <a:xfrm>
            <a:off x="6929069" y="757075"/>
            <a:ext cx="1850000" cy="380000"/>
          </a:xfrm>
          <a:prstGeom prst="rect">
            <a:avLst/>
          </a:prstGeom>
          <a:solidFill>
            <a:srgbClr val="0076D4"/>
          </a:solidFill>
          <a:ln w="0">
            <a:noFill/>
          </a:ln>
        </p:spPr>
        <p:txBody>
          <a:bodyPr wrap="square" lIns="45720" tIns="45720" rIns="45720" bIns="45720" rtlCol="0" anchor="ctr">
            <a:normAutofit/>
          </a:bodyPr>
          <a:lstStyle/>
          <a:p>
            <a:pPr algn="ctr">
              <a:buNone/>
            </a:pPr>
            <a:r>
              <a:rPr lang="en-US" sz="1000" b="1" dirty="0">
                <a:solidFill>
                  <a:srgbClr val="FFFFFF"/>
                </a:solidFill>
                <a:latin typeface="Segoe UI" panose="020B0502040204020203" pitchFamily="34" charset="0"/>
                <a:ea typeface="Calibri" pitchFamily="34" charset="-122"/>
                <a:cs typeface="Calibri" pitchFamily="34" charset="-120"/>
              </a:rPr>
              <a:t>Datacenter</a:t>
            </a:r>
            <a:endParaRPr lang="en-US" sz="1000" dirty="0">
              <a:latin typeface="Segoe UI" panose="020B0502040204020203" pitchFamily="34" charset="0"/>
            </a:endParaRPr>
          </a:p>
        </p:txBody>
      </p:sp>
      <p:sp>
        <p:nvSpPr>
          <p:cNvPr id="10" name="VM25">
            <a:extLst>
              <a:ext uri="{FF2B5EF4-FFF2-40B4-BE49-F238E27FC236}">
                <a16:creationId xmlns:a16="http://schemas.microsoft.com/office/drawing/2014/main" id="{B2FB3319-CB11-CA6C-7171-5BBC6E25A625}"/>
              </a:ext>
            </a:extLst>
          </p:cNvPr>
          <p:cNvSpPr/>
          <p:nvPr/>
        </p:nvSpPr>
        <p:spPr>
          <a:xfrm>
            <a:off x="7020509" y="1197075"/>
            <a:ext cx="1667120" cy="320000"/>
          </a:xfrm>
          <a:prstGeom prst="rect">
            <a:avLst/>
          </a:prstGeom>
          <a:solidFill>
            <a:srgbClr val="2D6A4F"/>
          </a:solidFill>
          <a:ln w="0">
            <a:noFill/>
          </a:ln>
        </p:spPr>
        <p:txBody>
          <a:bodyPr wrap="square" lIns="45720" tIns="18000" rIns="45720" bIns="18000" rtlCol="0" anchor="ctr">
            <a:normAutofit/>
          </a:bodyPr>
          <a:lstStyle/>
          <a:p>
            <a:pPr algn="ctr">
              <a:buNone/>
            </a:pPr>
            <a:r>
              <a:rPr lang="en-US" sz="900" dirty="0">
                <a:solidFill>
                  <a:srgbClr val="FFFFFF"/>
                </a:solidFill>
                <a:latin typeface="Segoe UI" panose="020B0502040204020203" pitchFamily="34" charset="0"/>
                <a:ea typeface="Calibri" pitchFamily="34" charset="-122"/>
                <a:cs typeface="Calibri" pitchFamily="34" charset="-120"/>
              </a:rPr>
              <a:t>Windows Server VM</a:t>
            </a:r>
            <a:endParaRPr lang="en-US" sz="900" dirty="0">
              <a:latin typeface="Segoe UI" panose="020B0502040204020203" pitchFamily="34" charset="0"/>
            </a:endParaRPr>
          </a:p>
        </p:txBody>
      </p:sp>
      <p:sp>
        <p:nvSpPr>
          <p:cNvPr id="11" name="VM26">
            <a:extLst>
              <a:ext uri="{FF2B5EF4-FFF2-40B4-BE49-F238E27FC236}">
                <a16:creationId xmlns:a16="http://schemas.microsoft.com/office/drawing/2014/main" id="{CCC91B0F-6B4D-1C95-F305-465EEBBAF099}"/>
              </a:ext>
            </a:extLst>
          </p:cNvPr>
          <p:cNvSpPr/>
          <p:nvPr/>
        </p:nvSpPr>
        <p:spPr>
          <a:xfrm>
            <a:off x="7020509" y="1577075"/>
            <a:ext cx="1667120" cy="320000"/>
          </a:xfrm>
          <a:prstGeom prst="rect">
            <a:avLst/>
          </a:prstGeom>
          <a:solidFill>
            <a:srgbClr val="2D6A4F"/>
          </a:solidFill>
          <a:ln w="0">
            <a:noFill/>
          </a:ln>
        </p:spPr>
        <p:txBody>
          <a:bodyPr wrap="square" lIns="45720" tIns="18000" rIns="45720" bIns="18000" rtlCol="0" anchor="ctr">
            <a:normAutofit/>
          </a:bodyPr>
          <a:lstStyle/>
          <a:p>
            <a:pPr algn="ctr">
              <a:buNone/>
            </a:pPr>
            <a:r>
              <a:rPr lang="en-US" sz="900" dirty="0">
                <a:solidFill>
                  <a:srgbClr val="FFFFFF"/>
                </a:solidFill>
                <a:latin typeface="Segoe UI" panose="020B0502040204020203" pitchFamily="34" charset="0"/>
                <a:ea typeface="Calibri" pitchFamily="34" charset="-122"/>
                <a:cs typeface="Calibri" pitchFamily="34" charset="-120"/>
              </a:rPr>
              <a:t>Windows Server VM</a:t>
            </a:r>
            <a:endParaRPr lang="en-US" sz="900" dirty="0">
              <a:latin typeface="Segoe UI" panose="020B0502040204020203" pitchFamily="34" charset="0"/>
            </a:endParaRPr>
          </a:p>
        </p:txBody>
      </p:sp>
      <p:sp>
        <p:nvSpPr>
          <p:cNvPr id="12" name="VM27">
            <a:extLst>
              <a:ext uri="{FF2B5EF4-FFF2-40B4-BE49-F238E27FC236}">
                <a16:creationId xmlns:a16="http://schemas.microsoft.com/office/drawing/2014/main" id="{7B887D72-2616-D3EE-04E4-56404F00AA99}"/>
              </a:ext>
            </a:extLst>
          </p:cNvPr>
          <p:cNvSpPr/>
          <p:nvPr/>
        </p:nvSpPr>
        <p:spPr>
          <a:xfrm>
            <a:off x="7020509" y="1957075"/>
            <a:ext cx="1667120" cy="320000"/>
          </a:xfrm>
          <a:prstGeom prst="rect">
            <a:avLst/>
          </a:prstGeom>
          <a:solidFill>
            <a:srgbClr val="8ECAE6"/>
          </a:solidFill>
          <a:ln w="0">
            <a:noFill/>
          </a:ln>
        </p:spPr>
        <p:txBody>
          <a:bodyPr wrap="square" lIns="45720" tIns="18000" rIns="45720" bIns="18000" rtlCol="0" anchor="ctr">
            <a:normAutofit/>
          </a:bodyPr>
          <a:lstStyle/>
          <a:p>
            <a:pPr algn="ctr">
              <a:buNone/>
            </a:pPr>
            <a:r>
              <a:rPr lang="en-US" sz="900" dirty="0">
                <a:solidFill>
                  <a:srgbClr val="023047"/>
                </a:solidFill>
                <a:latin typeface="Segoe UI" panose="020B0502040204020203" pitchFamily="34" charset="0"/>
                <a:ea typeface="Calibri" pitchFamily="34" charset="-122"/>
                <a:cs typeface="Calibri" pitchFamily="34" charset="-120"/>
              </a:rPr>
              <a:t>Windows Server VM</a:t>
            </a:r>
            <a:endParaRPr lang="en-US" sz="900" dirty="0">
              <a:latin typeface="Segoe UI" panose="020B0502040204020203" pitchFamily="34" charset="0"/>
            </a:endParaRPr>
          </a:p>
        </p:txBody>
      </p:sp>
      <p:sp>
        <p:nvSpPr>
          <p:cNvPr id="13" name="VM28">
            <a:extLst>
              <a:ext uri="{FF2B5EF4-FFF2-40B4-BE49-F238E27FC236}">
                <a16:creationId xmlns:a16="http://schemas.microsoft.com/office/drawing/2014/main" id="{711E97E4-8DF3-66E2-85F9-22104AF3BB5C}"/>
              </a:ext>
            </a:extLst>
          </p:cNvPr>
          <p:cNvSpPr/>
          <p:nvPr/>
        </p:nvSpPr>
        <p:spPr>
          <a:xfrm>
            <a:off x="7020509" y="2337075"/>
            <a:ext cx="1667120" cy="320000"/>
          </a:xfrm>
          <a:prstGeom prst="rect">
            <a:avLst/>
          </a:prstGeom>
          <a:solidFill>
            <a:srgbClr val="8ECAE6"/>
          </a:solidFill>
          <a:ln w="0">
            <a:noFill/>
          </a:ln>
        </p:spPr>
        <p:txBody>
          <a:bodyPr wrap="square" lIns="45720" tIns="18000" rIns="45720" bIns="18000" rtlCol="0" anchor="ctr">
            <a:normAutofit/>
          </a:bodyPr>
          <a:lstStyle/>
          <a:p>
            <a:pPr algn="ctr">
              <a:buNone/>
            </a:pPr>
            <a:r>
              <a:rPr lang="en-US" sz="900" dirty="0">
                <a:solidFill>
                  <a:srgbClr val="023047"/>
                </a:solidFill>
                <a:latin typeface="Segoe UI" panose="020B0502040204020203" pitchFamily="34" charset="0"/>
                <a:ea typeface="Calibri" pitchFamily="34" charset="-122"/>
                <a:cs typeface="Calibri" pitchFamily="34" charset="-120"/>
              </a:rPr>
              <a:t>...</a:t>
            </a:r>
            <a:endParaRPr lang="en-US" sz="900" dirty="0">
              <a:latin typeface="Segoe UI" panose="020B0502040204020203" pitchFamily="34" charset="0"/>
            </a:endParaRPr>
          </a:p>
        </p:txBody>
      </p:sp>
      <p:sp>
        <p:nvSpPr>
          <p:cNvPr id="14" name="Ftr29">
            <a:extLst>
              <a:ext uri="{FF2B5EF4-FFF2-40B4-BE49-F238E27FC236}">
                <a16:creationId xmlns:a16="http://schemas.microsoft.com/office/drawing/2014/main" id="{0ADCC980-D62C-9B10-9442-0CBEA6AF05FF}"/>
              </a:ext>
            </a:extLst>
          </p:cNvPr>
          <p:cNvSpPr/>
          <p:nvPr/>
        </p:nvSpPr>
        <p:spPr>
          <a:xfrm>
            <a:off x="6929069" y="2777075"/>
            <a:ext cx="1850000" cy="320000"/>
          </a:xfrm>
          <a:prstGeom prst="rect">
            <a:avLst/>
          </a:prstGeom>
          <a:solidFill>
            <a:srgbClr val="2D6A4F"/>
          </a:solidFill>
          <a:ln w="0">
            <a:noFill/>
          </a:ln>
        </p:spPr>
        <p:txBody>
          <a:bodyPr wrap="square" lIns="45720" tIns="18000" rIns="45720" bIns="18000" rtlCol="0" anchor="ctr">
            <a:normAutofit/>
          </a:bodyPr>
          <a:lstStyle/>
          <a:p>
            <a:pPr algn="ctr">
              <a:buNone/>
            </a:pPr>
            <a:r>
              <a:rPr lang="en-US" sz="950" b="1" dirty="0">
                <a:solidFill>
                  <a:srgbClr val="FFFFFF"/>
                </a:solidFill>
                <a:latin typeface="Segoe UI" panose="020B0502040204020203" pitchFamily="34" charset="0"/>
                <a:ea typeface="Calibri" pitchFamily="34" charset="-122"/>
                <a:cs typeface="Calibri" pitchFamily="34" charset="-120"/>
              </a:rPr>
              <a:t>Unlimited VMs</a:t>
            </a:r>
            <a:endParaRPr lang="en-US" sz="950" dirty="0">
              <a:latin typeface="Segoe UI" panose="020B0502040204020203" pitchFamily="34" charset="0"/>
            </a:endParaRPr>
          </a:p>
        </p:txBody>
      </p:sp>
      <p:sp>
        <p:nvSpPr>
          <p:cNvPr id="15" name="VS">
            <a:extLst>
              <a:ext uri="{FF2B5EF4-FFF2-40B4-BE49-F238E27FC236}">
                <a16:creationId xmlns:a16="http://schemas.microsoft.com/office/drawing/2014/main" id="{B34E12D4-9F08-9DF6-4FE5-5CFF68E6271A}"/>
              </a:ext>
            </a:extLst>
          </p:cNvPr>
          <p:cNvSpPr/>
          <p:nvPr/>
        </p:nvSpPr>
        <p:spPr>
          <a:xfrm>
            <a:off x="6739070" y="1227075"/>
            <a:ext cx="180000" cy="400000"/>
          </a:xfrm>
          <a:prstGeom prst="rect">
            <a:avLst/>
          </a:prstGeom>
          <a:noFill/>
          <a:ln/>
        </p:spPr>
        <p:txBody>
          <a:bodyPr wrap="square" lIns="0" tIns="0" rIns="0" bIns="0" rtlCol="0" anchor="ctr">
            <a:normAutofit/>
          </a:bodyPr>
          <a:lstStyle/>
          <a:p>
            <a:pPr algn="ctr">
              <a:buNone/>
            </a:pPr>
            <a:r>
              <a:rPr lang="en-US" sz="1100" b="1" dirty="0">
                <a:solidFill>
                  <a:srgbClr val="FFB703"/>
                </a:solidFill>
                <a:latin typeface="Segoe UI" panose="020B0502040204020203" pitchFamily="34" charset="0"/>
                <a:ea typeface="Calibri" pitchFamily="34" charset="-122"/>
                <a:cs typeface="Calibri" pitchFamily="34" charset="-120"/>
              </a:rPr>
              <a:t>vs</a:t>
            </a:r>
            <a:endParaRPr lang="en-US" sz="1100" dirty="0">
              <a:latin typeface="Segoe UI" panose="020B0502040204020203" pitchFamily="34" charset="0"/>
            </a:endParaRPr>
          </a:p>
        </p:txBody>
      </p:sp>
      <p:sp>
        <p:nvSpPr>
          <p:cNvPr id="16" name="Course footer">
            <a:extLst>
              <a:ext uri="{FF2B5EF4-FFF2-40B4-BE49-F238E27FC236}">
                <a16:creationId xmlns:a16="http://schemas.microsoft.com/office/drawing/2014/main" id="{87DDAEAB-E0AF-2A58-BDB1-804800ABDCA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7" name="TextBox 16">
            <a:extLst>
              <a:ext uri="{FF2B5EF4-FFF2-40B4-BE49-F238E27FC236}">
                <a16:creationId xmlns:a16="http://schemas.microsoft.com/office/drawing/2014/main" id="{14BF932E-CA87-43FE-45A9-C2BB56D6EB1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84154015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F399E-D133-C01C-24D7-6275AAA06DE5}"/>
              </a:ext>
            </a:extLst>
          </p:cNvPr>
          <p:cNvSpPr>
            <a:spLocks noGrp="1"/>
          </p:cNvSpPr>
          <p:nvPr>
            <p:ph type="title" idx="4294967295"/>
          </p:nvPr>
        </p:nvSpPr>
        <p:spPr>
          <a:xfrm>
            <a:off x="177800" y="274637"/>
            <a:ext cx="8258175" cy="327025"/>
          </a:xfrm>
        </p:spPr>
        <p:txBody>
          <a:bodyPr wrap="square">
            <a:noAutofit/>
          </a:bodyPr>
          <a:lstStyle/>
          <a:p>
            <a:r>
              <a:rPr lang="en-GB" dirty="0"/>
              <a:t>12.5 Azure Hybrid Benefit</a:t>
            </a:r>
          </a:p>
        </p:txBody>
      </p:sp>
      <p:sp>
        <p:nvSpPr>
          <p:cNvPr id="3" name="Divider">
            <a:extLst>
              <a:ext uri="{FF2B5EF4-FFF2-40B4-BE49-F238E27FC236}">
                <a16:creationId xmlns:a16="http://schemas.microsoft.com/office/drawing/2014/main" id="{95183FDC-85D5-CC0C-C636-BFC35FA0FEA6}"/>
              </a:ext>
            </a:extLst>
          </p:cNvPr>
          <p:cNvSpPr/>
          <p:nvPr/>
        </p:nvSpPr>
        <p:spPr>
          <a:xfrm>
            <a:off x="4534920" y="727075"/>
            <a:ext cx="18000" cy="4200000"/>
          </a:xfrm>
          <a:prstGeom prst="rect">
            <a:avLst/>
          </a:prstGeom>
          <a:solidFill>
            <a:srgbClr val="8ECAE6"/>
          </a:solidFill>
          <a:ln w="0">
            <a:noFill/>
          </a:ln>
        </p:spPr>
        <p:txBody>
          <a:bodyPr/>
          <a:lstStyle/>
          <a:p>
            <a:endParaRPr lang="en-GB"/>
          </a:p>
        </p:txBody>
      </p:sp>
      <p:sp>
        <p:nvSpPr>
          <p:cNvPr id="4" name="Left">
            <a:extLst>
              <a:ext uri="{FF2B5EF4-FFF2-40B4-BE49-F238E27FC236}">
                <a16:creationId xmlns:a16="http://schemas.microsoft.com/office/drawing/2014/main" id="{B67C0F7B-AA71-D528-4395-E18F3E68411A}"/>
              </a:ext>
            </a:extLst>
          </p:cNvPr>
          <p:cNvSpPr/>
          <p:nvPr/>
        </p:nvSpPr>
        <p:spPr>
          <a:xfrm>
            <a:off x="177800" y="727075"/>
            <a:ext cx="4310000" cy="4200000"/>
          </a:xfrm>
          <a:prstGeom prst="rect">
            <a:avLst/>
          </a:prstGeom>
          <a:noFill/>
          <a:ln/>
        </p:spPr>
        <p:txBody>
          <a:bodyPr wrap="square" lIns="91440" tIns="45720" rIns="91440" bIns="45720" rtlCol="0" anchor="t">
            <a:normAutofit lnSpcReduction="10000"/>
          </a:bodyPr>
          <a:lstStyle/>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What It Is</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Applies existing on-premises Windows Server core licences with active Software Assurance to reduce Azure VM costs</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Removes the Windows Server licence component from Azure VM pricing — you only pay for compute</a:t>
            </a:r>
            <a:endParaRPr lang="en-US" sz="105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Eligibility</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Qualifying Standard or Datacenter core licences with active SA or qualifying subscription</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Minimum 8 core licences per Azure VM</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Applies to: Azure VMs, Azure Local (HCI), AKS Hybrid</a:t>
            </a:r>
            <a:endParaRPr lang="en-US" sz="105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How to Apply</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New VM: enable during creation under the Licensing step in Azure portal</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Existing VM: change licencing setting in VM properties in Azure portal</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PowerShell: Set-AzVM -LicenseType Windows_Server</a:t>
            </a:r>
            <a:endParaRPr lang="en-US" sz="105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Compliance Requirement</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You must periodically inventory all Azure Hybrid Benefit-enabled workloads</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The number of enabled workloads must not exceed your eligible licence pool</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Microsoft may audit — keep SA certificates and licence records accessible</a:t>
            </a:r>
            <a:endParaRPr lang="en-US" sz="1050" dirty="0">
              <a:latin typeface="Segoe UI" panose="020B0502040204020203" pitchFamily="34" charset="0"/>
            </a:endParaRPr>
          </a:p>
        </p:txBody>
      </p:sp>
      <p:sp>
        <p:nvSpPr>
          <p:cNvPr id="5" name="Right">
            <a:extLst>
              <a:ext uri="{FF2B5EF4-FFF2-40B4-BE49-F238E27FC236}">
                <a16:creationId xmlns:a16="http://schemas.microsoft.com/office/drawing/2014/main" id="{3C216115-54F8-2A43-8C04-204096697E0A}"/>
              </a:ext>
            </a:extLst>
          </p:cNvPr>
          <p:cNvSpPr/>
          <p:nvPr/>
        </p:nvSpPr>
        <p:spPr>
          <a:xfrm>
            <a:off x="4604920" y="727075"/>
            <a:ext cx="4360000" cy="4200000"/>
          </a:xfrm>
          <a:prstGeom prst="rect">
            <a:avLst/>
          </a:prstGeom>
          <a:solidFill>
            <a:srgbClr val="F0F8FB"/>
          </a:solidFill>
          <a:ln w="9000">
            <a:solidFill>
              <a:srgbClr val="8ECAE6"/>
            </a:solidFill>
            <a:prstDash val="solid"/>
          </a:ln>
        </p:spPr>
        <p:txBody>
          <a:bodyPr wrap="square" lIns="91440" tIns="45720" rIns="91440" bIns="45720" rtlCol="0" anchor="t">
            <a:normAutofit/>
          </a:bodyPr>
          <a:lstStyle/>
          <a:p>
            <a:pPr marL="0" indent="0">
              <a:spcAft>
                <a:spcPts val="200"/>
              </a:spcAft>
              <a:buNone/>
            </a:pPr>
            <a:r>
              <a:rPr lang="en-US" sz="1200" b="1" dirty="0">
                <a:solidFill>
                  <a:srgbClr val="219EBC"/>
                </a:solidFill>
                <a:latin typeface="Segoe UI" panose="020B0502040204020203" pitchFamily="34" charset="0"/>
                <a:ea typeface="Calibri" pitchFamily="34" charset="-122"/>
                <a:cs typeface="Calibri" pitchFamily="34" charset="-120"/>
              </a:rPr>
              <a:t>PowerShell — Apply Benefit</a:t>
            </a:r>
            <a:endParaRPr lang="en-US" sz="1200" dirty="0">
              <a:latin typeface="Segoe UI" panose="020B0502040204020203" pitchFamily="34" charset="0"/>
            </a:endParaRPr>
          </a:p>
          <a:p>
            <a:pPr marL="0" indent="0">
              <a:spcAft>
                <a:spcPts val="80"/>
              </a:spcAft>
              <a:buNone/>
            </a:pPr>
            <a:r>
              <a:rPr lang="en-US" sz="880" dirty="0">
                <a:solidFill>
                  <a:srgbClr val="5E7A5E"/>
                </a:solidFill>
                <a:latin typeface="Segoe UI" panose="020B0502040204020203" pitchFamily="34" charset="0"/>
                <a:ea typeface="Consolas" pitchFamily="49" charset="-122"/>
                <a:cs typeface="Consolas" pitchFamily="49" charset="-120"/>
              </a:rPr>
              <a:t># Connect to Azure</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Connect-AzAccount</a:t>
            </a:r>
            <a:endParaRPr lang="en-US" sz="880" dirty="0">
              <a:latin typeface="Segoe UI" panose="020B0502040204020203" pitchFamily="34" charset="0"/>
            </a:endParaRPr>
          </a:p>
          <a:p>
            <a:pPr>
              <a:buNone/>
            </a:pPr>
            <a:endParaRPr lang="en-US" sz="150" dirty="0">
              <a:latin typeface="Segoe UI" panose="020B0502040204020203" pitchFamily="34" charset="0"/>
            </a:endParaRPr>
          </a:p>
          <a:p>
            <a:pPr marL="0" indent="0">
              <a:spcAft>
                <a:spcPts val="80"/>
              </a:spcAft>
              <a:buNone/>
            </a:pPr>
            <a:r>
              <a:rPr lang="en-US" sz="880" dirty="0">
                <a:solidFill>
                  <a:srgbClr val="5E7A5E"/>
                </a:solidFill>
                <a:latin typeface="Segoe UI" panose="020B0502040204020203" pitchFamily="34" charset="0"/>
                <a:ea typeface="Consolas" pitchFamily="49" charset="-122"/>
                <a:cs typeface="Consolas" pitchFamily="49" charset="-120"/>
              </a:rPr>
              <a:t># Apply benefit to existing VM</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$vm = Get-AzVM -Name 'LON-VM1'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-ResourceGroupName 'Contoso-RG'</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$vm.LicenseType = 'Windows_Server'</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Update-AzVM -ResourceGroupName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'Contoso-RG' -VM $vm</a:t>
            </a:r>
            <a:endParaRPr lang="en-US" sz="880" dirty="0">
              <a:latin typeface="Segoe UI" panose="020B0502040204020203" pitchFamily="34" charset="0"/>
            </a:endParaRPr>
          </a:p>
          <a:p>
            <a:pPr>
              <a:buNone/>
            </a:pPr>
            <a:endParaRPr lang="en-US" sz="200" dirty="0">
              <a:latin typeface="Segoe UI" panose="020B0502040204020203" pitchFamily="34" charset="0"/>
            </a:endParaRPr>
          </a:p>
          <a:p>
            <a:pPr marL="0" indent="0">
              <a:spcAft>
                <a:spcPts val="80"/>
              </a:spcAft>
              <a:buNone/>
            </a:pPr>
            <a:r>
              <a:rPr lang="en-US" sz="880" dirty="0">
                <a:solidFill>
                  <a:srgbClr val="5E7A5E"/>
                </a:solidFill>
                <a:latin typeface="Segoe UI" panose="020B0502040204020203" pitchFamily="34" charset="0"/>
                <a:ea typeface="Consolas" pitchFamily="49" charset="-122"/>
                <a:cs typeface="Consolas" pitchFamily="49" charset="-120"/>
              </a:rPr>
              <a:t># List VMs using Hybrid Benefit</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Get-AzVM | Where-Object {</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  $_.LicenseType -eq 'Windows_Server'</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a:t>
            </a:r>
            <a:endParaRPr lang="en-US" sz="88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2D6A4F"/>
                </a:solidFill>
                <a:latin typeface="Segoe UI" panose="020B0502040204020203" pitchFamily="34" charset="0"/>
                <a:ea typeface="Calibri" pitchFamily="34" charset="-122"/>
                <a:cs typeface="Calibri" pitchFamily="34" charset="-120"/>
              </a:rPr>
              <a:t>Cost Saving Example</a:t>
            </a:r>
            <a:endParaRPr lang="en-US" sz="1200" dirty="0">
              <a:latin typeface="Segoe UI" panose="020B0502040204020203" pitchFamily="34" charset="0"/>
            </a:endParaRPr>
          </a:p>
          <a:p>
            <a:pPr marL="342900" indent="-342900">
              <a:spcAft>
                <a:spcPts val="160"/>
              </a:spcAft>
              <a:buSzPct val="100000"/>
              <a:buChar char="•"/>
            </a:pPr>
            <a:r>
              <a:rPr lang="en-US" sz="1000" dirty="0">
                <a:solidFill>
                  <a:srgbClr val="023047"/>
                </a:solidFill>
                <a:latin typeface="Segoe UI" panose="020B0502040204020203" pitchFamily="34" charset="0"/>
                <a:ea typeface="Calibri" pitchFamily="34" charset="-122"/>
                <a:cs typeface="Calibri" pitchFamily="34" charset="-120"/>
              </a:rPr>
              <a:t>D4s v5 (4 core, Windows): ~$280/mo</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2D6A4F"/>
                </a:solidFill>
                <a:latin typeface="Segoe UI" panose="020B0502040204020203" pitchFamily="34" charset="0"/>
                <a:ea typeface="Calibri" pitchFamily="34" charset="-122"/>
                <a:cs typeface="Calibri" pitchFamily="34" charset="-120"/>
              </a:rPr>
              <a:t>D4s v5 with Hybrid Benefit: ~$170/mo</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2D6A4F"/>
                </a:solidFill>
                <a:latin typeface="Segoe UI" panose="020B0502040204020203" pitchFamily="34" charset="0"/>
                <a:ea typeface="Calibri" pitchFamily="34" charset="-122"/>
                <a:cs typeface="Calibri" pitchFamily="34" charset="-120"/>
              </a:rPr>
              <a:t>~40% saving on the Windows licence component</a:t>
            </a:r>
            <a:endParaRPr lang="en-US" sz="1000" dirty="0">
              <a:latin typeface="Segoe UI" panose="020B0502040204020203" pitchFamily="34" charset="0"/>
            </a:endParaRPr>
          </a:p>
          <a:p>
            <a:pPr>
              <a:buNone/>
            </a:pPr>
            <a:endParaRPr lang="en-US" sz="250" dirty="0">
              <a:latin typeface="Segoe UI" panose="020B0502040204020203" pitchFamily="34" charset="0"/>
            </a:endParaRPr>
          </a:p>
          <a:p>
            <a:pPr marL="0" indent="0">
              <a:spcAft>
                <a:spcPts val="200"/>
              </a:spcAft>
              <a:buNone/>
            </a:pPr>
            <a:r>
              <a:rPr lang="en-US" sz="1200" b="1" dirty="0">
                <a:solidFill>
                  <a:srgbClr val="C1121F"/>
                </a:solidFill>
                <a:latin typeface="Segoe UI" panose="020B0502040204020203" pitchFamily="34" charset="0"/>
                <a:ea typeface="Calibri" pitchFamily="34" charset="-122"/>
                <a:cs typeface="Calibri" pitchFamily="34" charset="-120"/>
              </a:rPr>
              <a:t>Not the Same As Pay-as-you-go</a:t>
            </a:r>
            <a:endParaRPr lang="en-US" sz="1200" dirty="0">
              <a:latin typeface="Segoe UI" panose="020B0502040204020203" pitchFamily="34" charset="0"/>
            </a:endParaRPr>
          </a:p>
          <a:p>
            <a:pPr marL="342900" indent="-342900">
              <a:spcAft>
                <a:spcPts val="160"/>
              </a:spcAft>
              <a:buSzPct val="100000"/>
              <a:buChar char="•"/>
            </a:pPr>
            <a:r>
              <a:rPr lang="en-US" sz="1000" dirty="0">
                <a:solidFill>
                  <a:srgbClr val="7B2D00"/>
                </a:solidFill>
                <a:latin typeface="Segoe UI" panose="020B0502040204020203" pitchFamily="34" charset="0"/>
                <a:ea typeface="Calibri" pitchFamily="34" charset="-122"/>
                <a:cs typeface="Calibri" pitchFamily="34" charset="-120"/>
              </a:rPr>
              <a:t>Hybrid Benefit = bring your own SA licence to Azure</a:t>
            </a:r>
            <a:endParaRPr lang="en-US" sz="1000" dirty="0">
              <a:latin typeface="Segoe UI" panose="020B0502040204020203" pitchFamily="34" charset="0"/>
            </a:endParaRPr>
          </a:p>
          <a:p>
            <a:pPr marL="342900" indent="-342900">
              <a:spcAft>
                <a:spcPts val="160"/>
              </a:spcAft>
              <a:buSzPct val="100000"/>
              <a:buChar char="•"/>
            </a:pPr>
            <a:r>
              <a:rPr lang="en-US" sz="1000" dirty="0">
                <a:solidFill>
                  <a:srgbClr val="7B2D00"/>
                </a:solidFill>
                <a:latin typeface="Segoe UI" panose="020B0502040204020203" pitchFamily="34" charset="0"/>
                <a:ea typeface="Calibri" pitchFamily="34" charset="-122"/>
                <a:cs typeface="Calibri" pitchFamily="34" charset="-120"/>
              </a:rPr>
              <a:t>Pay-as-you-go = metered billing via Azure Arc on-premises</a:t>
            </a:r>
            <a:endParaRPr lang="en-US" sz="1000" dirty="0">
              <a:latin typeface="Segoe UI" panose="020B0502040204020203" pitchFamily="34" charset="0"/>
            </a:endParaRPr>
          </a:p>
        </p:txBody>
      </p:sp>
      <p:sp>
        <p:nvSpPr>
          <p:cNvPr id="6" name="Course footer">
            <a:extLst>
              <a:ext uri="{FF2B5EF4-FFF2-40B4-BE49-F238E27FC236}">
                <a16:creationId xmlns:a16="http://schemas.microsoft.com/office/drawing/2014/main" id="{7AFCD653-DF7A-7BC7-39FD-AFDC1CE5F39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91499E45-D6B0-7D18-010C-A8CD65DF1A7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7947000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42918-EAAE-1B45-7247-A5742EAFF894}"/>
              </a:ext>
            </a:extLst>
          </p:cNvPr>
          <p:cNvSpPr>
            <a:spLocks noGrp="1"/>
          </p:cNvSpPr>
          <p:nvPr>
            <p:ph type="title" idx="4294967295"/>
          </p:nvPr>
        </p:nvSpPr>
        <p:spPr>
          <a:xfrm>
            <a:off x="260350" y="127537"/>
            <a:ext cx="8258175" cy="327025"/>
          </a:xfrm>
        </p:spPr>
        <p:txBody>
          <a:bodyPr wrap="square">
            <a:noAutofit/>
          </a:bodyPr>
          <a:lstStyle/>
          <a:p>
            <a:r>
              <a:rPr lang="en-GB" dirty="0"/>
              <a:t>Edition Comparison Matrix</a:t>
            </a:r>
          </a:p>
        </p:txBody>
      </p:sp>
      <p:sp>
        <p:nvSpPr>
          <p:cNvPr id="3" name="ColHdr0">
            <a:extLst>
              <a:ext uri="{FF2B5EF4-FFF2-40B4-BE49-F238E27FC236}">
                <a16:creationId xmlns:a16="http://schemas.microsoft.com/office/drawing/2014/main" id="{B2B0EA12-6D38-6D1E-88FA-9EACF16E83FA}"/>
              </a:ext>
            </a:extLst>
          </p:cNvPr>
          <p:cNvSpPr/>
          <p:nvPr/>
        </p:nvSpPr>
        <p:spPr>
          <a:xfrm>
            <a:off x="2500350" y="587375"/>
            <a:ext cx="2100000" cy="480000"/>
          </a:xfrm>
          <a:prstGeom prst="rect">
            <a:avLst/>
          </a:prstGeom>
          <a:solidFill>
            <a:srgbClr val="243A5E"/>
          </a:solidFill>
          <a:ln w="0">
            <a:noFill/>
          </a:ln>
        </p:spPr>
        <p:txBody>
          <a:bodyPr wrap="square" lIns="45720" tIns="45720" rIns="45720" bIns="45720" rtlCol="0" anchor="ctr">
            <a:normAutofit/>
          </a:bodyPr>
          <a:lstStyle/>
          <a:p>
            <a:pPr algn="ctr">
              <a:buNone/>
            </a:pPr>
            <a:r>
              <a:rPr lang="en-US" sz="1050" b="1" dirty="0">
                <a:solidFill>
                  <a:srgbClr val="FFFFFF"/>
                </a:solidFill>
                <a:latin typeface="Segoe UI" panose="020B0502040204020203" pitchFamily="34" charset="0"/>
                <a:ea typeface="Calibri" pitchFamily="34" charset="-122"/>
                <a:cs typeface="Calibri" pitchFamily="34" charset="-120"/>
              </a:rPr>
              <a:t>Standard</a:t>
            </a:r>
            <a:endParaRPr lang="en-US" sz="1050" dirty="0">
              <a:latin typeface="Segoe UI" panose="020B0502040204020203" pitchFamily="34" charset="0"/>
            </a:endParaRPr>
          </a:p>
        </p:txBody>
      </p:sp>
      <p:sp>
        <p:nvSpPr>
          <p:cNvPr id="4" name="ColHdr1">
            <a:extLst>
              <a:ext uri="{FF2B5EF4-FFF2-40B4-BE49-F238E27FC236}">
                <a16:creationId xmlns:a16="http://schemas.microsoft.com/office/drawing/2014/main" id="{3F514431-6B0E-2D8C-78E1-59E465AE406A}"/>
              </a:ext>
            </a:extLst>
          </p:cNvPr>
          <p:cNvSpPr/>
          <p:nvPr/>
        </p:nvSpPr>
        <p:spPr>
          <a:xfrm>
            <a:off x="4640350" y="587375"/>
            <a:ext cx="2100000" cy="480000"/>
          </a:xfrm>
          <a:prstGeom prst="rect">
            <a:avLst/>
          </a:prstGeom>
          <a:solidFill>
            <a:srgbClr val="0076D4"/>
          </a:solidFill>
          <a:ln w="0">
            <a:noFill/>
          </a:ln>
        </p:spPr>
        <p:txBody>
          <a:bodyPr wrap="square" lIns="45720" tIns="45720" rIns="45720" bIns="45720" rtlCol="0" anchor="ctr">
            <a:normAutofit/>
          </a:bodyPr>
          <a:lstStyle/>
          <a:p>
            <a:pPr algn="ctr">
              <a:buNone/>
            </a:pPr>
            <a:r>
              <a:rPr lang="en-US" sz="1050" b="1" dirty="0">
                <a:solidFill>
                  <a:srgbClr val="FFFFFF"/>
                </a:solidFill>
                <a:latin typeface="Segoe UI" panose="020B0502040204020203" pitchFamily="34" charset="0"/>
                <a:ea typeface="Calibri" pitchFamily="34" charset="-122"/>
                <a:cs typeface="Calibri" pitchFamily="34" charset="-120"/>
              </a:rPr>
              <a:t>Datacenter</a:t>
            </a:r>
            <a:endParaRPr lang="en-US" sz="1050" dirty="0">
              <a:latin typeface="Segoe UI" panose="020B0502040204020203" pitchFamily="34" charset="0"/>
            </a:endParaRPr>
          </a:p>
        </p:txBody>
      </p:sp>
      <p:sp>
        <p:nvSpPr>
          <p:cNvPr id="5" name="ColHdr2">
            <a:extLst>
              <a:ext uri="{FF2B5EF4-FFF2-40B4-BE49-F238E27FC236}">
                <a16:creationId xmlns:a16="http://schemas.microsoft.com/office/drawing/2014/main" id="{53F924EC-3BAA-54AB-108A-8C2F10F800F2}"/>
              </a:ext>
            </a:extLst>
          </p:cNvPr>
          <p:cNvSpPr/>
          <p:nvPr/>
        </p:nvSpPr>
        <p:spPr>
          <a:xfrm>
            <a:off x="6780350" y="587375"/>
            <a:ext cx="2100000" cy="480000"/>
          </a:xfrm>
          <a:prstGeom prst="rect">
            <a:avLst/>
          </a:prstGeom>
          <a:solidFill>
            <a:srgbClr val="0076D4"/>
          </a:solidFill>
          <a:ln w="0">
            <a:noFill/>
          </a:ln>
        </p:spPr>
        <p:txBody>
          <a:bodyPr wrap="square" lIns="45720" tIns="45720" rIns="45720" bIns="45720" rtlCol="0" anchor="ctr">
            <a:normAutofit/>
          </a:bodyPr>
          <a:lstStyle/>
          <a:p>
            <a:pPr algn="ctr">
              <a:buNone/>
            </a:pPr>
            <a:r>
              <a:rPr lang="en-US" sz="1050" b="1" dirty="0">
                <a:solidFill>
                  <a:srgbClr val="023047"/>
                </a:solidFill>
                <a:latin typeface="Segoe UI" panose="020B0502040204020203" pitchFamily="34" charset="0"/>
                <a:ea typeface="Calibri" pitchFamily="34" charset="-122"/>
                <a:cs typeface="Calibri" pitchFamily="34" charset="-120"/>
              </a:rPr>
              <a:t>Datacenter: Azure Edition</a:t>
            </a:r>
            <a:endParaRPr lang="en-US" sz="1050" dirty="0">
              <a:latin typeface="Segoe UI" panose="020B0502040204020203" pitchFamily="34" charset="0"/>
            </a:endParaRPr>
          </a:p>
        </p:txBody>
      </p:sp>
      <p:sp>
        <p:nvSpPr>
          <p:cNvPr id="6" name="RowHdrHdr">
            <a:extLst>
              <a:ext uri="{FF2B5EF4-FFF2-40B4-BE49-F238E27FC236}">
                <a16:creationId xmlns:a16="http://schemas.microsoft.com/office/drawing/2014/main" id="{1592F5BE-22E3-40C3-257A-4D1EA93D0B0B}"/>
              </a:ext>
            </a:extLst>
          </p:cNvPr>
          <p:cNvSpPr/>
          <p:nvPr/>
        </p:nvSpPr>
        <p:spPr>
          <a:xfrm>
            <a:off x="260350" y="587375"/>
            <a:ext cx="2200000" cy="480000"/>
          </a:xfrm>
          <a:prstGeom prst="rect">
            <a:avLst/>
          </a:prstGeom>
          <a:solidFill>
            <a:srgbClr val="D8EEF8"/>
          </a:solidFill>
          <a:ln w="0">
            <a:noFill/>
          </a:ln>
        </p:spPr>
        <p:txBody>
          <a:bodyPr wrap="square" lIns="45720" tIns="45720" rIns="45720" bIns="45720" rtlCol="0" anchor="ctr">
            <a:normAutofit/>
          </a:bodyPr>
          <a:lstStyle/>
          <a:p>
            <a:pPr algn="ctr">
              <a:buNone/>
            </a:pPr>
            <a:r>
              <a:rPr lang="en-US" sz="1050" b="1" dirty="0">
                <a:solidFill>
                  <a:srgbClr val="023047"/>
                </a:solidFill>
                <a:latin typeface="Segoe UI" panose="020B0502040204020203" pitchFamily="34" charset="0"/>
                <a:ea typeface="Calibri" pitchFamily="34" charset="-122"/>
                <a:cs typeface="Calibri" pitchFamily="34" charset="-120"/>
              </a:rPr>
              <a:t>Feature</a:t>
            </a:r>
            <a:endParaRPr lang="en-US" sz="1050" dirty="0">
              <a:latin typeface="Segoe UI" panose="020B0502040204020203" pitchFamily="34" charset="0"/>
            </a:endParaRPr>
          </a:p>
        </p:txBody>
      </p:sp>
      <p:sp>
        <p:nvSpPr>
          <p:cNvPr id="7" name="RowLbl0">
            <a:extLst>
              <a:ext uri="{FF2B5EF4-FFF2-40B4-BE49-F238E27FC236}">
                <a16:creationId xmlns:a16="http://schemas.microsoft.com/office/drawing/2014/main" id="{8FE76C9F-BC0C-1D17-8FE1-1032FE16DDA3}"/>
              </a:ext>
            </a:extLst>
          </p:cNvPr>
          <p:cNvSpPr/>
          <p:nvPr/>
        </p:nvSpPr>
        <p:spPr>
          <a:xfrm>
            <a:off x="260350" y="1087375"/>
            <a:ext cx="2200000" cy="380000"/>
          </a:xfrm>
          <a:prstGeom prst="rect">
            <a:avLst/>
          </a:prstGeom>
          <a:solidFill>
            <a:srgbClr val="F0F8FB"/>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VM Rights</a:t>
            </a:r>
            <a:endParaRPr lang="en-US" sz="950" dirty="0">
              <a:latin typeface="Segoe UI" panose="020B0502040204020203" pitchFamily="34" charset="0"/>
            </a:endParaRPr>
          </a:p>
        </p:txBody>
      </p:sp>
      <p:sp>
        <p:nvSpPr>
          <p:cNvPr id="8" name="Cell0_0">
            <a:extLst>
              <a:ext uri="{FF2B5EF4-FFF2-40B4-BE49-F238E27FC236}">
                <a16:creationId xmlns:a16="http://schemas.microsoft.com/office/drawing/2014/main" id="{0F1EFABE-8B0F-CA59-BF2D-39F9BF46FFB0}"/>
              </a:ext>
            </a:extLst>
          </p:cNvPr>
          <p:cNvSpPr/>
          <p:nvPr/>
        </p:nvSpPr>
        <p:spPr>
          <a:xfrm>
            <a:off x="2500350" y="10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2 per licence</a:t>
            </a:r>
            <a:endParaRPr lang="en-US" sz="900" dirty="0">
              <a:latin typeface="Segoe UI" panose="020B0502040204020203" pitchFamily="34" charset="0"/>
            </a:endParaRPr>
          </a:p>
        </p:txBody>
      </p:sp>
      <p:sp>
        <p:nvSpPr>
          <p:cNvPr id="9" name="Cell0_1">
            <a:extLst>
              <a:ext uri="{FF2B5EF4-FFF2-40B4-BE49-F238E27FC236}">
                <a16:creationId xmlns:a16="http://schemas.microsoft.com/office/drawing/2014/main" id="{7AD8723E-6ED5-0981-1DC5-251CE7130524}"/>
              </a:ext>
            </a:extLst>
          </p:cNvPr>
          <p:cNvSpPr/>
          <p:nvPr/>
        </p:nvSpPr>
        <p:spPr>
          <a:xfrm>
            <a:off x="4640350" y="10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Unlimited</a:t>
            </a:r>
            <a:endParaRPr lang="en-US" sz="900" dirty="0">
              <a:latin typeface="Segoe UI" panose="020B0502040204020203" pitchFamily="34" charset="0"/>
            </a:endParaRPr>
          </a:p>
        </p:txBody>
      </p:sp>
      <p:sp>
        <p:nvSpPr>
          <p:cNvPr id="10" name="Cell0_2">
            <a:extLst>
              <a:ext uri="{FF2B5EF4-FFF2-40B4-BE49-F238E27FC236}">
                <a16:creationId xmlns:a16="http://schemas.microsoft.com/office/drawing/2014/main" id="{E89CA341-E20C-CDB4-63BC-CD2D4D0C10F9}"/>
              </a:ext>
            </a:extLst>
          </p:cNvPr>
          <p:cNvSpPr/>
          <p:nvPr/>
        </p:nvSpPr>
        <p:spPr>
          <a:xfrm>
            <a:off x="6780350" y="10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Unlimited (VMs only)</a:t>
            </a:r>
            <a:endParaRPr lang="en-US" sz="900" dirty="0">
              <a:latin typeface="Segoe UI" panose="020B0502040204020203" pitchFamily="34" charset="0"/>
            </a:endParaRPr>
          </a:p>
        </p:txBody>
      </p:sp>
      <p:sp>
        <p:nvSpPr>
          <p:cNvPr id="11" name="RowLbl1">
            <a:extLst>
              <a:ext uri="{FF2B5EF4-FFF2-40B4-BE49-F238E27FC236}">
                <a16:creationId xmlns:a16="http://schemas.microsoft.com/office/drawing/2014/main" id="{C30B4529-52D3-229F-FEC0-A34201CF5DA7}"/>
              </a:ext>
            </a:extLst>
          </p:cNvPr>
          <p:cNvSpPr/>
          <p:nvPr/>
        </p:nvSpPr>
        <p:spPr>
          <a:xfrm>
            <a:off x="260350" y="1487375"/>
            <a:ext cx="2200000" cy="380000"/>
          </a:xfrm>
          <a:prstGeom prst="rect">
            <a:avLst/>
          </a:prstGeom>
          <a:solidFill>
            <a:srgbClr val="FFFFFF"/>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Hyper-V Host</a:t>
            </a:r>
            <a:endParaRPr lang="en-US" sz="950" dirty="0">
              <a:latin typeface="Segoe UI" panose="020B0502040204020203" pitchFamily="34" charset="0"/>
            </a:endParaRPr>
          </a:p>
        </p:txBody>
      </p:sp>
      <p:sp>
        <p:nvSpPr>
          <p:cNvPr id="12" name="Cell1_0">
            <a:extLst>
              <a:ext uri="{FF2B5EF4-FFF2-40B4-BE49-F238E27FC236}">
                <a16:creationId xmlns:a16="http://schemas.microsoft.com/office/drawing/2014/main" id="{6B5CEF1E-DE84-E6BB-3B92-4BE185CC7696}"/>
              </a:ext>
            </a:extLst>
          </p:cNvPr>
          <p:cNvSpPr/>
          <p:nvPr/>
        </p:nvSpPr>
        <p:spPr>
          <a:xfrm>
            <a:off x="2500350" y="14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Yes (1 per licence)</a:t>
            </a:r>
            <a:endParaRPr lang="en-US" sz="900" dirty="0">
              <a:latin typeface="Segoe UI" panose="020B0502040204020203" pitchFamily="34" charset="0"/>
            </a:endParaRPr>
          </a:p>
        </p:txBody>
      </p:sp>
      <p:sp>
        <p:nvSpPr>
          <p:cNvPr id="13" name="Cell1_1">
            <a:extLst>
              <a:ext uri="{FF2B5EF4-FFF2-40B4-BE49-F238E27FC236}">
                <a16:creationId xmlns:a16="http://schemas.microsoft.com/office/drawing/2014/main" id="{30C581B8-182B-47AC-05B7-7317EF928A38}"/>
              </a:ext>
            </a:extLst>
          </p:cNvPr>
          <p:cNvSpPr/>
          <p:nvPr/>
        </p:nvSpPr>
        <p:spPr>
          <a:xfrm>
            <a:off x="4640350" y="14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Yes (1 per licence)</a:t>
            </a:r>
            <a:endParaRPr lang="en-US" sz="900" dirty="0">
              <a:latin typeface="Segoe UI" panose="020B0502040204020203" pitchFamily="34" charset="0"/>
            </a:endParaRPr>
          </a:p>
        </p:txBody>
      </p:sp>
      <p:sp>
        <p:nvSpPr>
          <p:cNvPr id="14" name="Cell1_2">
            <a:extLst>
              <a:ext uri="{FF2B5EF4-FFF2-40B4-BE49-F238E27FC236}">
                <a16:creationId xmlns:a16="http://schemas.microsoft.com/office/drawing/2014/main" id="{D7B65E60-0BF3-A107-C192-F71475E71F2C}"/>
              </a:ext>
            </a:extLst>
          </p:cNvPr>
          <p:cNvSpPr/>
          <p:nvPr/>
        </p:nvSpPr>
        <p:spPr>
          <a:xfrm>
            <a:off x="6780350" y="14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No bare-metal use</a:t>
            </a:r>
            <a:endParaRPr lang="en-US" sz="900" dirty="0">
              <a:latin typeface="Segoe UI" panose="020B0502040204020203" pitchFamily="34" charset="0"/>
            </a:endParaRPr>
          </a:p>
        </p:txBody>
      </p:sp>
      <p:sp>
        <p:nvSpPr>
          <p:cNvPr id="15" name="RowLbl2">
            <a:extLst>
              <a:ext uri="{FF2B5EF4-FFF2-40B4-BE49-F238E27FC236}">
                <a16:creationId xmlns:a16="http://schemas.microsoft.com/office/drawing/2014/main" id="{50413CC4-7F15-9A2E-DA69-D4791EBE1927}"/>
              </a:ext>
            </a:extLst>
          </p:cNvPr>
          <p:cNvSpPr/>
          <p:nvPr/>
        </p:nvSpPr>
        <p:spPr>
          <a:xfrm>
            <a:off x="260350" y="1887375"/>
            <a:ext cx="2200000" cy="380000"/>
          </a:xfrm>
          <a:prstGeom prst="rect">
            <a:avLst/>
          </a:prstGeom>
          <a:solidFill>
            <a:srgbClr val="F0F8FB"/>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Storage Spaces Direct</a:t>
            </a:r>
            <a:endParaRPr lang="en-US" sz="950" dirty="0">
              <a:latin typeface="Segoe UI" panose="020B0502040204020203" pitchFamily="34" charset="0"/>
            </a:endParaRPr>
          </a:p>
        </p:txBody>
      </p:sp>
      <p:sp>
        <p:nvSpPr>
          <p:cNvPr id="16" name="Cell2_0">
            <a:extLst>
              <a:ext uri="{FF2B5EF4-FFF2-40B4-BE49-F238E27FC236}">
                <a16:creationId xmlns:a16="http://schemas.microsoft.com/office/drawing/2014/main" id="{E47DFA34-0900-B472-B885-CA41AED7D73C}"/>
              </a:ext>
            </a:extLst>
          </p:cNvPr>
          <p:cNvSpPr/>
          <p:nvPr/>
        </p:nvSpPr>
        <p:spPr>
          <a:xfrm>
            <a:off x="2500350" y="18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dirty="0">
                <a:solidFill>
                  <a:srgbClr val="AAAAAA"/>
                </a:solidFill>
                <a:latin typeface="Segoe UI" panose="020B0502040204020203" pitchFamily="34" charset="0"/>
                <a:ea typeface="Calibri" pitchFamily="34" charset="-122"/>
                <a:cs typeface="Calibri" pitchFamily="34" charset="-120"/>
              </a:rPr>
              <a:t>No</a:t>
            </a:r>
            <a:endParaRPr lang="en-US" sz="900" dirty="0">
              <a:latin typeface="Segoe UI" panose="020B0502040204020203" pitchFamily="34" charset="0"/>
            </a:endParaRPr>
          </a:p>
        </p:txBody>
      </p:sp>
      <p:sp>
        <p:nvSpPr>
          <p:cNvPr id="17" name="Cell2_1">
            <a:extLst>
              <a:ext uri="{FF2B5EF4-FFF2-40B4-BE49-F238E27FC236}">
                <a16:creationId xmlns:a16="http://schemas.microsoft.com/office/drawing/2014/main" id="{B2A7E1F1-3483-FF82-5F4C-20E3D5061F20}"/>
              </a:ext>
            </a:extLst>
          </p:cNvPr>
          <p:cNvSpPr/>
          <p:nvPr/>
        </p:nvSpPr>
        <p:spPr>
          <a:xfrm>
            <a:off x="4640350" y="18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Yes</a:t>
            </a:r>
            <a:endParaRPr lang="en-US" sz="900" dirty="0">
              <a:latin typeface="Segoe UI" panose="020B0502040204020203" pitchFamily="34" charset="0"/>
            </a:endParaRPr>
          </a:p>
        </p:txBody>
      </p:sp>
      <p:sp>
        <p:nvSpPr>
          <p:cNvPr id="18" name="Cell2_2">
            <a:extLst>
              <a:ext uri="{FF2B5EF4-FFF2-40B4-BE49-F238E27FC236}">
                <a16:creationId xmlns:a16="http://schemas.microsoft.com/office/drawing/2014/main" id="{F3DBFE96-793A-7209-6A8A-8B08EE1E007C}"/>
              </a:ext>
            </a:extLst>
          </p:cNvPr>
          <p:cNvSpPr/>
          <p:nvPr/>
        </p:nvSpPr>
        <p:spPr>
          <a:xfrm>
            <a:off x="6780350" y="18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Yes</a:t>
            </a:r>
            <a:endParaRPr lang="en-US" sz="900" dirty="0">
              <a:latin typeface="Segoe UI" panose="020B0502040204020203" pitchFamily="34" charset="0"/>
            </a:endParaRPr>
          </a:p>
        </p:txBody>
      </p:sp>
      <p:sp>
        <p:nvSpPr>
          <p:cNvPr id="19" name="RowLbl3">
            <a:extLst>
              <a:ext uri="{FF2B5EF4-FFF2-40B4-BE49-F238E27FC236}">
                <a16:creationId xmlns:a16="http://schemas.microsoft.com/office/drawing/2014/main" id="{4732AE71-3C03-BB5E-A0B8-F8305522EBEC}"/>
              </a:ext>
            </a:extLst>
          </p:cNvPr>
          <p:cNvSpPr/>
          <p:nvPr/>
        </p:nvSpPr>
        <p:spPr>
          <a:xfrm>
            <a:off x="260350" y="2287375"/>
            <a:ext cx="2200000" cy="380000"/>
          </a:xfrm>
          <a:prstGeom prst="rect">
            <a:avLst/>
          </a:prstGeom>
          <a:solidFill>
            <a:srgbClr val="FFFFFF"/>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Shielded VMs</a:t>
            </a:r>
            <a:endParaRPr lang="en-US" sz="950" dirty="0">
              <a:latin typeface="Segoe UI" panose="020B0502040204020203" pitchFamily="34" charset="0"/>
            </a:endParaRPr>
          </a:p>
        </p:txBody>
      </p:sp>
      <p:sp>
        <p:nvSpPr>
          <p:cNvPr id="20" name="Cell3_0">
            <a:extLst>
              <a:ext uri="{FF2B5EF4-FFF2-40B4-BE49-F238E27FC236}">
                <a16:creationId xmlns:a16="http://schemas.microsoft.com/office/drawing/2014/main" id="{87781018-9122-9A6C-B464-93143307BBC2}"/>
              </a:ext>
            </a:extLst>
          </p:cNvPr>
          <p:cNvSpPr/>
          <p:nvPr/>
        </p:nvSpPr>
        <p:spPr>
          <a:xfrm>
            <a:off x="2500350" y="22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dirty="0">
                <a:solidFill>
                  <a:srgbClr val="AAAAAA"/>
                </a:solidFill>
                <a:latin typeface="Segoe UI" panose="020B0502040204020203" pitchFamily="34" charset="0"/>
                <a:ea typeface="Calibri" pitchFamily="34" charset="-122"/>
                <a:cs typeface="Calibri" pitchFamily="34" charset="-120"/>
              </a:rPr>
              <a:t>No</a:t>
            </a:r>
            <a:endParaRPr lang="en-US" sz="900" dirty="0">
              <a:latin typeface="Segoe UI" panose="020B0502040204020203" pitchFamily="34" charset="0"/>
            </a:endParaRPr>
          </a:p>
        </p:txBody>
      </p:sp>
      <p:sp>
        <p:nvSpPr>
          <p:cNvPr id="21" name="Cell3_1">
            <a:extLst>
              <a:ext uri="{FF2B5EF4-FFF2-40B4-BE49-F238E27FC236}">
                <a16:creationId xmlns:a16="http://schemas.microsoft.com/office/drawing/2014/main" id="{768F2C9A-2609-267C-4FE3-72900ACC64C9}"/>
              </a:ext>
            </a:extLst>
          </p:cNvPr>
          <p:cNvSpPr/>
          <p:nvPr/>
        </p:nvSpPr>
        <p:spPr>
          <a:xfrm>
            <a:off x="4640350" y="22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Yes</a:t>
            </a:r>
            <a:endParaRPr lang="en-US" sz="900" dirty="0">
              <a:latin typeface="Segoe UI" panose="020B0502040204020203" pitchFamily="34" charset="0"/>
            </a:endParaRPr>
          </a:p>
        </p:txBody>
      </p:sp>
      <p:sp>
        <p:nvSpPr>
          <p:cNvPr id="22" name="Cell3_2">
            <a:extLst>
              <a:ext uri="{FF2B5EF4-FFF2-40B4-BE49-F238E27FC236}">
                <a16:creationId xmlns:a16="http://schemas.microsoft.com/office/drawing/2014/main" id="{255F707F-584D-467A-FAA5-54049046EF6F}"/>
              </a:ext>
            </a:extLst>
          </p:cNvPr>
          <p:cNvSpPr/>
          <p:nvPr/>
        </p:nvSpPr>
        <p:spPr>
          <a:xfrm>
            <a:off x="6780350" y="22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Yes</a:t>
            </a:r>
            <a:endParaRPr lang="en-US" sz="900" dirty="0">
              <a:latin typeface="Segoe UI" panose="020B0502040204020203" pitchFamily="34" charset="0"/>
            </a:endParaRPr>
          </a:p>
        </p:txBody>
      </p:sp>
      <p:sp>
        <p:nvSpPr>
          <p:cNvPr id="23" name="RowLbl4">
            <a:extLst>
              <a:ext uri="{FF2B5EF4-FFF2-40B4-BE49-F238E27FC236}">
                <a16:creationId xmlns:a16="http://schemas.microsoft.com/office/drawing/2014/main" id="{7FC89E8E-D869-1330-D40C-32058974A5AE}"/>
              </a:ext>
            </a:extLst>
          </p:cNvPr>
          <p:cNvSpPr/>
          <p:nvPr/>
        </p:nvSpPr>
        <p:spPr>
          <a:xfrm>
            <a:off x="260350" y="2687375"/>
            <a:ext cx="2200000" cy="380000"/>
          </a:xfrm>
          <a:prstGeom prst="rect">
            <a:avLst/>
          </a:prstGeom>
          <a:solidFill>
            <a:srgbClr val="F0F8FB"/>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SDDC Management</a:t>
            </a:r>
            <a:endParaRPr lang="en-US" sz="950" dirty="0">
              <a:latin typeface="Segoe UI" panose="020B0502040204020203" pitchFamily="34" charset="0"/>
            </a:endParaRPr>
          </a:p>
        </p:txBody>
      </p:sp>
      <p:sp>
        <p:nvSpPr>
          <p:cNvPr id="24" name="Cell4_0">
            <a:extLst>
              <a:ext uri="{FF2B5EF4-FFF2-40B4-BE49-F238E27FC236}">
                <a16:creationId xmlns:a16="http://schemas.microsoft.com/office/drawing/2014/main" id="{B172EA9B-D9EE-7C69-3CA5-31545BDCDB31}"/>
              </a:ext>
            </a:extLst>
          </p:cNvPr>
          <p:cNvSpPr/>
          <p:nvPr/>
        </p:nvSpPr>
        <p:spPr>
          <a:xfrm>
            <a:off x="2500350" y="26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dirty="0">
                <a:solidFill>
                  <a:srgbClr val="AAAAAA"/>
                </a:solidFill>
                <a:latin typeface="Segoe UI" panose="020B0502040204020203" pitchFamily="34" charset="0"/>
                <a:ea typeface="Calibri" pitchFamily="34" charset="-122"/>
                <a:cs typeface="Calibri" pitchFamily="34" charset="-120"/>
              </a:rPr>
              <a:t>No</a:t>
            </a:r>
            <a:endParaRPr lang="en-US" sz="900" dirty="0">
              <a:latin typeface="Segoe UI" panose="020B0502040204020203" pitchFamily="34" charset="0"/>
            </a:endParaRPr>
          </a:p>
        </p:txBody>
      </p:sp>
      <p:sp>
        <p:nvSpPr>
          <p:cNvPr id="25" name="Cell4_1">
            <a:extLst>
              <a:ext uri="{FF2B5EF4-FFF2-40B4-BE49-F238E27FC236}">
                <a16:creationId xmlns:a16="http://schemas.microsoft.com/office/drawing/2014/main" id="{84F1D3A5-2096-125A-5526-7C744107837F}"/>
              </a:ext>
            </a:extLst>
          </p:cNvPr>
          <p:cNvSpPr/>
          <p:nvPr/>
        </p:nvSpPr>
        <p:spPr>
          <a:xfrm>
            <a:off x="4640350" y="26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Yes</a:t>
            </a:r>
            <a:endParaRPr lang="en-US" sz="900" dirty="0">
              <a:latin typeface="Segoe UI" panose="020B0502040204020203" pitchFamily="34" charset="0"/>
            </a:endParaRPr>
          </a:p>
        </p:txBody>
      </p:sp>
      <p:sp>
        <p:nvSpPr>
          <p:cNvPr id="26" name="Cell4_2">
            <a:extLst>
              <a:ext uri="{FF2B5EF4-FFF2-40B4-BE49-F238E27FC236}">
                <a16:creationId xmlns:a16="http://schemas.microsoft.com/office/drawing/2014/main" id="{5C90E9BC-CDA8-3C42-B236-6F74D4D6A793}"/>
              </a:ext>
            </a:extLst>
          </p:cNvPr>
          <p:cNvSpPr/>
          <p:nvPr/>
        </p:nvSpPr>
        <p:spPr>
          <a:xfrm>
            <a:off x="6780350" y="26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Yes</a:t>
            </a:r>
            <a:endParaRPr lang="en-US" sz="900" dirty="0">
              <a:latin typeface="Segoe UI" panose="020B0502040204020203" pitchFamily="34" charset="0"/>
            </a:endParaRPr>
          </a:p>
        </p:txBody>
      </p:sp>
      <p:sp>
        <p:nvSpPr>
          <p:cNvPr id="27" name="RowLbl5">
            <a:extLst>
              <a:ext uri="{FF2B5EF4-FFF2-40B4-BE49-F238E27FC236}">
                <a16:creationId xmlns:a16="http://schemas.microsoft.com/office/drawing/2014/main" id="{DE98CACC-089D-B601-2BB8-E0637BC37ADE}"/>
              </a:ext>
            </a:extLst>
          </p:cNvPr>
          <p:cNvSpPr/>
          <p:nvPr/>
        </p:nvSpPr>
        <p:spPr>
          <a:xfrm>
            <a:off x="260350" y="3087375"/>
            <a:ext cx="2200000" cy="380000"/>
          </a:xfrm>
          <a:prstGeom prst="rect">
            <a:avLst/>
          </a:prstGeom>
          <a:solidFill>
            <a:srgbClr val="FFFFFF"/>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SMB over QUIC</a:t>
            </a:r>
            <a:endParaRPr lang="en-US" sz="950" dirty="0">
              <a:latin typeface="Segoe UI" panose="020B0502040204020203" pitchFamily="34" charset="0"/>
            </a:endParaRPr>
          </a:p>
        </p:txBody>
      </p:sp>
      <p:sp>
        <p:nvSpPr>
          <p:cNvPr id="28" name="Cell5_0">
            <a:extLst>
              <a:ext uri="{FF2B5EF4-FFF2-40B4-BE49-F238E27FC236}">
                <a16:creationId xmlns:a16="http://schemas.microsoft.com/office/drawing/2014/main" id="{E4D8CC21-35E0-2FC4-2219-30FC172FC138}"/>
              </a:ext>
            </a:extLst>
          </p:cNvPr>
          <p:cNvSpPr/>
          <p:nvPr/>
        </p:nvSpPr>
        <p:spPr>
          <a:xfrm>
            <a:off x="2500350" y="30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dirty="0">
                <a:solidFill>
                  <a:srgbClr val="AAAAAA"/>
                </a:solidFill>
                <a:latin typeface="Segoe UI" panose="020B0502040204020203" pitchFamily="34" charset="0"/>
                <a:ea typeface="Calibri" pitchFamily="34" charset="-122"/>
                <a:cs typeface="Calibri" pitchFamily="34" charset="-120"/>
              </a:rPr>
              <a:t>No</a:t>
            </a:r>
            <a:endParaRPr lang="en-US" sz="900" dirty="0">
              <a:latin typeface="Segoe UI" panose="020B0502040204020203" pitchFamily="34" charset="0"/>
            </a:endParaRPr>
          </a:p>
        </p:txBody>
      </p:sp>
      <p:sp>
        <p:nvSpPr>
          <p:cNvPr id="29" name="Cell5_1">
            <a:extLst>
              <a:ext uri="{FF2B5EF4-FFF2-40B4-BE49-F238E27FC236}">
                <a16:creationId xmlns:a16="http://schemas.microsoft.com/office/drawing/2014/main" id="{ED53CEF3-AAC9-72AC-B054-40200FC826BF}"/>
              </a:ext>
            </a:extLst>
          </p:cNvPr>
          <p:cNvSpPr/>
          <p:nvPr/>
        </p:nvSpPr>
        <p:spPr>
          <a:xfrm>
            <a:off x="4640350" y="30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dirty="0">
                <a:solidFill>
                  <a:srgbClr val="AAAAAA"/>
                </a:solidFill>
                <a:latin typeface="Segoe UI" panose="020B0502040204020203" pitchFamily="34" charset="0"/>
                <a:ea typeface="Calibri" pitchFamily="34" charset="-122"/>
                <a:cs typeface="Calibri" pitchFamily="34" charset="-120"/>
              </a:rPr>
              <a:t>No</a:t>
            </a:r>
            <a:endParaRPr lang="en-US" sz="900" dirty="0">
              <a:latin typeface="Segoe UI" panose="020B0502040204020203" pitchFamily="34" charset="0"/>
            </a:endParaRPr>
          </a:p>
        </p:txBody>
      </p:sp>
      <p:sp>
        <p:nvSpPr>
          <p:cNvPr id="30" name="Cell5_2">
            <a:extLst>
              <a:ext uri="{FF2B5EF4-FFF2-40B4-BE49-F238E27FC236}">
                <a16:creationId xmlns:a16="http://schemas.microsoft.com/office/drawing/2014/main" id="{5FFA287A-5F16-D95F-6AD8-91D406940975}"/>
              </a:ext>
            </a:extLst>
          </p:cNvPr>
          <p:cNvSpPr/>
          <p:nvPr/>
        </p:nvSpPr>
        <p:spPr>
          <a:xfrm>
            <a:off x="6780350" y="30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Yes</a:t>
            </a:r>
            <a:endParaRPr lang="en-US" sz="900" dirty="0">
              <a:latin typeface="Segoe UI" panose="020B0502040204020203" pitchFamily="34" charset="0"/>
            </a:endParaRPr>
          </a:p>
        </p:txBody>
      </p:sp>
      <p:sp>
        <p:nvSpPr>
          <p:cNvPr id="31" name="RowLbl6">
            <a:extLst>
              <a:ext uri="{FF2B5EF4-FFF2-40B4-BE49-F238E27FC236}">
                <a16:creationId xmlns:a16="http://schemas.microsoft.com/office/drawing/2014/main" id="{962AF533-1ADC-D717-C51E-3CA57EAB4CD8}"/>
              </a:ext>
            </a:extLst>
          </p:cNvPr>
          <p:cNvSpPr/>
          <p:nvPr/>
        </p:nvSpPr>
        <p:spPr>
          <a:xfrm>
            <a:off x="260350" y="3487375"/>
            <a:ext cx="2200000" cy="380000"/>
          </a:xfrm>
          <a:prstGeom prst="rect">
            <a:avLst/>
          </a:prstGeom>
          <a:solidFill>
            <a:srgbClr val="F0F8FB"/>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Azure Automanage</a:t>
            </a:r>
            <a:endParaRPr lang="en-US" sz="950" dirty="0">
              <a:latin typeface="Segoe UI" panose="020B0502040204020203" pitchFamily="34" charset="0"/>
            </a:endParaRPr>
          </a:p>
        </p:txBody>
      </p:sp>
      <p:sp>
        <p:nvSpPr>
          <p:cNvPr id="32" name="Cell6_0">
            <a:extLst>
              <a:ext uri="{FF2B5EF4-FFF2-40B4-BE49-F238E27FC236}">
                <a16:creationId xmlns:a16="http://schemas.microsoft.com/office/drawing/2014/main" id="{11DD4196-5FAF-5E7C-4F27-F283C1FB0FBD}"/>
              </a:ext>
            </a:extLst>
          </p:cNvPr>
          <p:cNvSpPr/>
          <p:nvPr/>
        </p:nvSpPr>
        <p:spPr>
          <a:xfrm>
            <a:off x="2500350" y="34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dirty="0">
                <a:solidFill>
                  <a:srgbClr val="AAAAAA"/>
                </a:solidFill>
                <a:latin typeface="Segoe UI" panose="020B0502040204020203" pitchFamily="34" charset="0"/>
                <a:ea typeface="Calibri" pitchFamily="34" charset="-122"/>
                <a:cs typeface="Calibri" pitchFamily="34" charset="-120"/>
              </a:rPr>
              <a:t>No</a:t>
            </a:r>
            <a:endParaRPr lang="en-US" sz="900" dirty="0">
              <a:latin typeface="Segoe UI" panose="020B0502040204020203" pitchFamily="34" charset="0"/>
            </a:endParaRPr>
          </a:p>
        </p:txBody>
      </p:sp>
      <p:sp>
        <p:nvSpPr>
          <p:cNvPr id="33" name="Cell6_1">
            <a:extLst>
              <a:ext uri="{FF2B5EF4-FFF2-40B4-BE49-F238E27FC236}">
                <a16:creationId xmlns:a16="http://schemas.microsoft.com/office/drawing/2014/main" id="{E233DA5B-4799-2F73-62F3-29DDDD61E303}"/>
              </a:ext>
            </a:extLst>
          </p:cNvPr>
          <p:cNvSpPr/>
          <p:nvPr/>
        </p:nvSpPr>
        <p:spPr>
          <a:xfrm>
            <a:off x="4640350" y="34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dirty="0">
                <a:solidFill>
                  <a:srgbClr val="AAAAAA"/>
                </a:solidFill>
                <a:latin typeface="Segoe UI" panose="020B0502040204020203" pitchFamily="34" charset="0"/>
                <a:ea typeface="Calibri" pitchFamily="34" charset="-122"/>
                <a:cs typeface="Calibri" pitchFamily="34" charset="-120"/>
              </a:rPr>
              <a:t>No</a:t>
            </a:r>
            <a:endParaRPr lang="en-US" sz="900" dirty="0">
              <a:latin typeface="Segoe UI" panose="020B0502040204020203" pitchFamily="34" charset="0"/>
            </a:endParaRPr>
          </a:p>
        </p:txBody>
      </p:sp>
      <p:sp>
        <p:nvSpPr>
          <p:cNvPr id="34" name="Cell6_2">
            <a:extLst>
              <a:ext uri="{FF2B5EF4-FFF2-40B4-BE49-F238E27FC236}">
                <a16:creationId xmlns:a16="http://schemas.microsoft.com/office/drawing/2014/main" id="{FA18AB22-FCCE-5228-35C5-D954442DF34F}"/>
              </a:ext>
            </a:extLst>
          </p:cNvPr>
          <p:cNvSpPr/>
          <p:nvPr/>
        </p:nvSpPr>
        <p:spPr>
          <a:xfrm>
            <a:off x="6780350" y="34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Yes</a:t>
            </a:r>
            <a:endParaRPr lang="en-US" sz="900" dirty="0">
              <a:latin typeface="Segoe UI" panose="020B0502040204020203" pitchFamily="34" charset="0"/>
            </a:endParaRPr>
          </a:p>
        </p:txBody>
      </p:sp>
      <p:sp>
        <p:nvSpPr>
          <p:cNvPr id="35" name="RowLbl7">
            <a:extLst>
              <a:ext uri="{FF2B5EF4-FFF2-40B4-BE49-F238E27FC236}">
                <a16:creationId xmlns:a16="http://schemas.microsoft.com/office/drawing/2014/main" id="{62DE304D-3C65-1DCE-8607-03747C5B4F20}"/>
              </a:ext>
            </a:extLst>
          </p:cNvPr>
          <p:cNvSpPr/>
          <p:nvPr/>
        </p:nvSpPr>
        <p:spPr>
          <a:xfrm>
            <a:off x="260350" y="3887375"/>
            <a:ext cx="2200000" cy="380000"/>
          </a:xfrm>
          <a:prstGeom prst="rect">
            <a:avLst/>
          </a:prstGeom>
          <a:solidFill>
            <a:srgbClr val="FFFFFF"/>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Hotpatch</a:t>
            </a:r>
            <a:endParaRPr lang="en-US" sz="950" dirty="0">
              <a:latin typeface="Segoe UI" panose="020B0502040204020203" pitchFamily="34" charset="0"/>
            </a:endParaRPr>
          </a:p>
        </p:txBody>
      </p:sp>
      <p:sp>
        <p:nvSpPr>
          <p:cNvPr id="36" name="Cell7_0">
            <a:extLst>
              <a:ext uri="{FF2B5EF4-FFF2-40B4-BE49-F238E27FC236}">
                <a16:creationId xmlns:a16="http://schemas.microsoft.com/office/drawing/2014/main" id="{ED9F7542-426A-9B8A-2CDB-99D07CA7182C}"/>
              </a:ext>
            </a:extLst>
          </p:cNvPr>
          <p:cNvSpPr/>
          <p:nvPr/>
        </p:nvSpPr>
        <p:spPr>
          <a:xfrm>
            <a:off x="2500350" y="38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dirty="0">
                <a:solidFill>
                  <a:srgbClr val="AAAAAA"/>
                </a:solidFill>
                <a:latin typeface="Segoe UI" panose="020B0502040204020203" pitchFamily="34" charset="0"/>
                <a:ea typeface="Calibri" pitchFamily="34" charset="-122"/>
                <a:cs typeface="Calibri" pitchFamily="34" charset="-120"/>
              </a:rPr>
              <a:t>No</a:t>
            </a:r>
            <a:endParaRPr lang="en-US" sz="900" dirty="0">
              <a:latin typeface="Segoe UI" panose="020B0502040204020203" pitchFamily="34" charset="0"/>
            </a:endParaRPr>
          </a:p>
        </p:txBody>
      </p:sp>
      <p:sp>
        <p:nvSpPr>
          <p:cNvPr id="37" name="Cell7_1">
            <a:extLst>
              <a:ext uri="{FF2B5EF4-FFF2-40B4-BE49-F238E27FC236}">
                <a16:creationId xmlns:a16="http://schemas.microsoft.com/office/drawing/2014/main" id="{F352194E-98A8-5D97-34E0-79F6EB4A3B3E}"/>
              </a:ext>
            </a:extLst>
          </p:cNvPr>
          <p:cNvSpPr/>
          <p:nvPr/>
        </p:nvSpPr>
        <p:spPr>
          <a:xfrm>
            <a:off x="4640350" y="38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dirty="0">
                <a:solidFill>
                  <a:srgbClr val="AAAAAA"/>
                </a:solidFill>
                <a:latin typeface="Segoe UI" panose="020B0502040204020203" pitchFamily="34" charset="0"/>
                <a:ea typeface="Calibri" pitchFamily="34" charset="-122"/>
                <a:cs typeface="Calibri" pitchFamily="34" charset="-120"/>
              </a:rPr>
              <a:t>No</a:t>
            </a:r>
            <a:endParaRPr lang="en-US" sz="900" dirty="0">
              <a:latin typeface="Segoe UI" panose="020B0502040204020203" pitchFamily="34" charset="0"/>
            </a:endParaRPr>
          </a:p>
        </p:txBody>
      </p:sp>
      <p:sp>
        <p:nvSpPr>
          <p:cNvPr id="38" name="Cell7_2">
            <a:extLst>
              <a:ext uri="{FF2B5EF4-FFF2-40B4-BE49-F238E27FC236}">
                <a16:creationId xmlns:a16="http://schemas.microsoft.com/office/drawing/2014/main" id="{24584269-2E44-6079-BCC8-097B8DF7AD07}"/>
              </a:ext>
            </a:extLst>
          </p:cNvPr>
          <p:cNvSpPr/>
          <p:nvPr/>
        </p:nvSpPr>
        <p:spPr>
          <a:xfrm>
            <a:off x="6780350" y="38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Yes</a:t>
            </a:r>
            <a:endParaRPr lang="en-US" sz="900" dirty="0">
              <a:latin typeface="Segoe UI" panose="020B0502040204020203" pitchFamily="34" charset="0"/>
            </a:endParaRPr>
          </a:p>
        </p:txBody>
      </p:sp>
      <p:sp>
        <p:nvSpPr>
          <p:cNvPr id="39" name="RowLbl8">
            <a:extLst>
              <a:ext uri="{FF2B5EF4-FFF2-40B4-BE49-F238E27FC236}">
                <a16:creationId xmlns:a16="http://schemas.microsoft.com/office/drawing/2014/main" id="{F2A5AE1E-B60D-BDFF-2B0B-BD575F237376}"/>
              </a:ext>
            </a:extLst>
          </p:cNvPr>
          <p:cNvSpPr/>
          <p:nvPr/>
        </p:nvSpPr>
        <p:spPr>
          <a:xfrm>
            <a:off x="260350" y="4287375"/>
            <a:ext cx="2200000" cy="380000"/>
          </a:xfrm>
          <a:prstGeom prst="rect">
            <a:avLst/>
          </a:prstGeom>
          <a:solidFill>
            <a:srgbClr val="F0F8FB"/>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Deployment</a:t>
            </a:r>
            <a:endParaRPr lang="en-US" sz="950" dirty="0">
              <a:latin typeface="Segoe UI" panose="020B0502040204020203" pitchFamily="34" charset="0"/>
            </a:endParaRPr>
          </a:p>
        </p:txBody>
      </p:sp>
      <p:sp>
        <p:nvSpPr>
          <p:cNvPr id="40" name="Cell8_0">
            <a:extLst>
              <a:ext uri="{FF2B5EF4-FFF2-40B4-BE49-F238E27FC236}">
                <a16:creationId xmlns:a16="http://schemas.microsoft.com/office/drawing/2014/main" id="{96D882A0-165D-72CF-76E5-72A9DA92027B}"/>
              </a:ext>
            </a:extLst>
          </p:cNvPr>
          <p:cNvSpPr/>
          <p:nvPr/>
        </p:nvSpPr>
        <p:spPr>
          <a:xfrm>
            <a:off x="2500350" y="42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Physical or VM</a:t>
            </a:r>
            <a:endParaRPr lang="en-US" sz="900" dirty="0">
              <a:latin typeface="Segoe UI" panose="020B0502040204020203" pitchFamily="34" charset="0"/>
            </a:endParaRPr>
          </a:p>
        </p:txBody>
      </p:sp>
      <p:sp>
        <p:nvSpPr>
          <p:cNvPr id="41" name="Cell8_1">
            <a:extLst>
              <a:ext uri="{FF2B5EF4-FFF2-40B4-BE49-F238E27FC236}">
                <a16:creationId xmlns:a16="http://schemas.microsoft.com/office/drawing/2014/main" id="{1C6960BF-D902-9F26-4390-A5B5E4108DDB}"/>
              </a:ext>
            </a:extLst>
          </p:cNvPr>
          <p:cNvSpPr/>
          <p:nvPr/>
        </p:nvSpPr>
        <p:spPr>
          <a:xfrm>
            <a:off x="4640350" y="42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Physical or VM</a:t>
            </a:r>
            <a:endParaRPr lang="en-US" sz="900" dirty="0">
              <a:latin typeface="Segoe UI" panose="020B0502040204020203" pitchFamily="34" charset="0"/>
            </a:endParaRPr>
          </a:p>
        </p:txBody>
      </p:sp>
      <p:sp>
        <p:nvSpPr>
          <p:cNvPr id="42" name="Cell8_2">
            <a:extLst>
              <a:ext uri="{FF2B5EF4-FFF2-40B4-BE49-F238E27FC236}">
                <a16:creationId xmlns:a16="http://schemas.microsoft.com/office/drawing/2014/main" id="{C06C428B-8017-7041-9240-B27EC537C7EE}"/>
              </a:ext>
            </a:extLst>
          </p:cNvPr>
          <p:cNvSpPr/>
          <p:nvPr/>
        </p:nvSpPr>
        <p:spPr>
          <a:xfrm>
            <a:off x="6780350" y="4287375"/>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VM only (Azure/HCI)</a:t>
            </a:r>
            <a:endParaRPr lang="en-US" sz="900" dirty="0">
              <a:latin typeface="Segoe UI" panose="020B0502040204020203" pitchFamily="34" charset="0"/>
            </a:endParaRPr>
          </a:p>
        </p:txBody>
      </p:sp>
      <p:sp>
        <p:nvSpPr>
          <p:cNvPr id="43" name="RowLbl9">
            <a:extLst>
              <a:ext uri="{FF2B5EF4-FFF2-40B4-BE49-F238E27FC236}">
                <a16:creationId xmlns:a16="http://schemas.microsoft.com/office/drawing/2014/main" id="{D180AEE0-B2B7-DA39-9BC2-4E873873B922}"/>
              </a:ext>
            </a:extLst>
          </p:cNvPr>
          <p:cNvSpPr/>
          <p:nvPr/>
        </p:nvSpPr>
        <p:spPr>
          <a:xfrm>
            <a:off x="260350" y="4687375"/>
            <a:ext cx="2200000" cy="380000"/>
          </a:xfrm>
          <a:prstGeom prst="rect">
            <a:avLst/>
          </a:prstGeom>
          <a:solidFill>
            <a:srgbClr val="FFFFFF"/>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Licensing</a:t>
            </a:r>
            <a:endParaRPr lang="en-US" sz="950" dirty="0">
              <a:latin typeface="Segoe UI" panose="020B0502040204020203" pitchFamily="34" charset="0"/>
            </a:endParaRPr>
          </a:p>
        </p:txBody>
      </p:sp>
      <p:sp>
        <p:nvSpPr>
          <p:cNvPr id="44" name="Cell9_0">
            <a:extLst>
              <a:ext uri="{FF2B5EF4-FFF2-40B4-BE49-F238E27FC236}">
                <a16:creationId xmlns:a16="http://schemas.microsoft.com/office/drawing/2014/main" id="{B9EB97C0-7DD2-91F3-54C8-3CC02B1B4BD3}"/>
              </a:ext>
            </a:extLst>
          </p:cNvPr>
          <p:cNvSpPr/>
          <p:nvPr/>
        </p:nvSpPr>
        <p:spPr>
          <a:xfrm>
            <a:off x="2500350" y="46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Core + CAL</a:t>
            </a:r>
            <a:endParaRPr lang="en-US" sz="900" dirty="0">
              <a:latin typeface="Segoe UI" panose="020B0502040204020203" pitchFamily="34" charset="0"/>
            </a:endParaRPr>
          </a:p>
        </p:txBody>
      </p:sp>
      <p:sp>
        <p:nvSpPr>
          <p:cNvPr id="45" name="Cell9_1">
            <a:extLst>
              <a:ext uri="{FF2B5EF4-FFF2-40B4-BE49-F238E27FC236}">
                <a16:creationId xmlns:a16="http://schemas.microsoft.com/office/drawing/2014/main" id="{D2FDBD30-947C-467D-AFAF-246D80057A9D}"/>
              </a:ext>
            </a:extLst>
          </p:cNvPr>
          <p:cNvSpPr/>
          <p:nvPr/>
        </p:nvSpPr>
        <p:spPr>
          <a:xfrm>
            <a:off x="4640350" y="46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Core + CAL</a:t>
            </a:r>
            <a:endParaRPr lang="en-US" sz="900" dirty="0">
              <a:latin typeface="Segoe UI" panose="020B0502040204020203" pitchFamily="34" charset="0"/>
            </a:endParaRPr>
          </a:p>
        </p:txBody>
      </p:sp>
      <p:sp>
        <p:nvSpPr>
          <p:cNvPr id="46" name="Cell9_2">
            <a:extLst>
              <a:ext uri="{FF2B5EF4-FFF2-40B4-BE49-F238E27FC236}">
                <a16:creationId xmlns:a16="http://schemas.microsoft.com/office/drawing/2014/main" id="{C87841A1-7252-57D6-93D0-068ACF859434}"/>
              </a:ext>
            </a:extLst>
          </p:cNvPr>
          <p:cNvSpPr/>
          <p:nvPr/>
        </p:nvSpPr>
        <p:spPr>
          <a:xfrm>
            <a:off x="6780350" y="4687375"/>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SA / Subscription</a:t>
            </a:r>
            <a:endParaRPr lang="en-US" sz="900" dirty="0">
              <a:latin typeface="Segoe UI" panose="020B0502040204020203" pitchFamily="34" charset="0"/>
            </a:endParaRPr>
          </a:p>
        </p:txBody>
      </p:sp>
      <p:sp>
        <p:nvSpPr>
          <p:cNvPr id="47" name="Course footer">
            <a:extLst>
              <a:ext uri="{FF2B5EF4-FFF2-40B4-BE49-F238E27FC236}">
                <a16:creationId xmlns:a16="http://schemas.microsoft.com/office/drawing/2014/main" id="{DE20813F-C4B1-F3E0-1C13-00CF843D940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48" name="TextBox 47">
            <a:extLst>
              <a:ext uri="{FF2B5EF4-FFF2-40B4-BE49-F238E27FC236}">
                <a16:creationId xmlns:a16="http://schemas.microsoft.com/office/drawing/2014/main" id="{C4907841-E085-958C-BCD3-A2266DEDA1E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07629044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F9D44-D7CA-6AA1-6B02-8C97F060F70D}"/>
              </a:ext>
            </a:extLst>
          </p:cNvPr>
          <p:cNvSpPr>
            <a:spLocks noGrp="1"/>
          </p:cNvSpPr>
          <p:nvPr>
            <p:ph type="title" idx="4294967295"/>
          </p:nvPr>
        </p:nvSpPr>
        <p:spPr>
          <a:xfrm>
            <a:off x="241300" y="272131"/>
            <a:ext cx="8258175" cy="369888"/>
          </a:xfrm>
        </p:spPr>
        <p:txBody>
          <a:bodyPr wrap="square">
            <a:noAutofit/>
          </a:bodyPr>
          <a:lstStyle/>
          <a:p>
            <a:r>
              <a:rPr lang="en-GB" dirty="0"/>
              <a:t>Core-Based Licensing &amp; CALs</a:t>
            </a:r>
          </a:p>
        </p:txBody>
      </p:sp>
      <p:sp>
        <p:nvSpPr>
          <p:cNvPr id="7" name="Divider">
            <a:extLst>
              <a:ext uri="{FF2B5EF4-FFF2-40B4-BE49-F238E27FC236}">
                <a16:creationId xmlns:a16="http://schemas.microsoft.com/office/drawing/2014/main" id="{6204431A-6C91-ADA6-CE9A-E20F3488015E}"/>
              </a:ext>
            </a:extLst>
          </p:cNvPr>
          <p:cNvSpPr/>
          <p:nvPr/>
        </p:nvSpPr>
        <p:spPr>
          <a:xfrm>
            <a:off x="4598420" y="727075"/>
            <a:ext cx="18000" cy="4200000"/>
          </a:xfrm>
          <a:prstGeom prst="rect">
            <a:avLst/>
          </a:prstGeom>
          <a:solidFill>
            <a:srgbClr val="8ECAE6"/>
          </a:solidFill>
          <a:ln w="0">
            <a:noFill/>
          </a:ln>
        </p:spPr>
        <p:txBody>
          <a:bodyPr/>
          <a:lstStyle/>
          <a:p>
            <a:endParaRPr lang="en-GB"/>
          </a:p>
        </p:txBody>
      </p:sp>
      <p:sp>
        <p:nvSpPr>
          <p:cNvPr id="8" name="Left">
            <a:extLst>
              <a:ext uri="{FF2B5EF4-FFF2-40B4-BE49-F238E27FC236}">
                <a16:creationId xmlns:a16="http://schemas.microsoft.com/office/drawing/2014/main" id="{A18F577B-9CA2-BA6D-49DA-47D768584D0E}"/>
              </a:ext>
            </a:extLst>
          </p:cNvPr>
          <p:cNvSpPr/>
          <p:nvPr/>
        </p:nvSpPr>
        <p:spPr>
          <a:xfrm>
            <a:off x="241300" y="727075"/>
            <a:ext cx="4310000" cy="4200000"/>
          </a:xfrm>
          <a:prstGeom prst="rect">
            <a:avLst/>
          </a:prstGeom>
          <a:noFill/>
          <a:ln/>
        </p:spPr>
        <p:txBody>
          <a:bodyPr wrap="square" lIns="91440" tIns="45720" rIns="91440" bIns="45720" rtlCol="0" anchor="t">
            <a:normAutofit/>
          </a:bodyPr>
          <a:lstStyle/>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Core-Based Licensing Rules</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Every physical processor must be covered — minimum 8 core licences per proc</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Every server must have a minimum of 16 core licences total</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All physical cores must be covered — you cannot exclude low-use processors</a:t>
            </a:r>
            <a:endParaRPr lang="en-US" sz="1050" dirty="0">
              <a:latin typeface="Segoe UI" panose="020B0502040204020203" pitchFamily="34" charset="0"/>
            </a:endParaRPr>
          </a:p>
          <a:p>
            <a:pPr marL="685800" indent="-342900">
              <a:spcAft>
                <a:spcPts val="100"/>
              </a:spcAft>
              <a:buSzPct val="80000"/>
              <a:buChar char="–"/>
            </a:pPr>
            <a:r>
              <a:rPr lang="en-US" sz="950" dirty="0">
                <a:solidFill>
                  <a:srgbClr val="444444"/>
                </a:solidFill>
                <a:latin typeface="Segoe UI" panose="020B0502040204020203" pitchFamily="34" charset="0"/>
                <a:ea typeface="Calibri" pitchFamily="34" charset="-122"/>
                <a:cs typeface="Calibri" pitchFamily="34" charset="-120"/>
              </a:rPr>
              <a:t>2-socket, 12-core per socket = 24 cores → buy 24 core licences</a:t>
            </a:r>
            <a:endParaRPr lang="en-US" sz="950" dirty="0">
              <a:latin typeface="Segoe UI" panose="020B0502040204020203" pitchFamily="34" charset="0"/>
            </a:endParaRPr>
          </a:p>
          <a:p>
            <a:pPr marL="685800" indent="-342900">
              <a:spcAft>
                <a:spcPts val="100"/>
              </a:spcAft>
              <a:buSzPct val="80000"/>
              <a:buChar char="–"/>
            </a:pPr>
            <a:r>
              <a:rPr lang="en-US" sz="950" dirty="0">
                <a:solidFill>
                  <a:srgbClr val="444444"/>
                </a:solidFill>
                <a:latin typeface="Segoe UI" panose="020B0502040204020203" pitchFamily="34" charset="0"/>
                <a:ea typeface="Calibri" pitchFamily="34" charset="-122"/>
                <a:cs typeface="Calibri" pitchFamily="34" charset="-120"/>
              </a:rPr>
              <a:t>2-socket, 6-core per socket = 12 cores → buy 16 (minimum applies)</a:t>
            </a:r>
            <a:endParaRPr lang="en-US" sz="95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Client Access Licences (CALs)</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Required for every user or device that accesses the server</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Windows Server CAL — covers basic server access and built-in roles</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RDS CAL — additional requirement on top of base CAL for RDS sessions</a:t>
            </a:r>
            <a:endParaRPr lang="en-US" sz="1050" dirty="0">
              <a:latin typeface="Segoe UI" panose="020B0502040204020203" pitchFamily="34" charset="0"/>
            </a:endParaRPr>
          </a:p>
          <a:p>
            <a:pPr marL="685800" indent="-342900">
              <a:spcAft>
                <a:spcPts val="100"/>
              </a:spcAft>
              <a:buSzPct val="80000"/>
              <a:buChar char="–"/>
            </a:pPr>
            <a:r>
              <a:rPr lang="en-US" sz="950" dirty="0">
                <a:solidFill>
                  <a:srgbClr val="444444"/>
                </a:solidFill>
                <a:latin typeface="Segoe UI" panose="020B0502040204020203" pitchFamily="34" charset="0"/>
                <a:ea typeface="Calibri" pitchFamily="34" charset="-122"/>
                <a:cs typeface="Calibri" pitchFamily="34" charset="-120"/>
              </a:rPr>
              <a:t>Per User CAL: one CAL per person, any number of devices</a:t>
            </a:r>
            <a:endParaRPr lang="en-US" sz="950" dirty="0">
              <a:latin typeface="Segoe UI" panose="020B0502040204020203" pitchFamily="34" charset="0"/>
            </a:endParaRPr>
          </a:p>
          <a:p>
            <a:pPr marL="685800" indent="-342900">
              <a:spcAft>
                <a:spcPts val="100"/>
              </a:spcAft>
              <a:buSzPct val="80000"/>
              <a:buChar char="–"/>
            </a:pPr>
            <a:r>
              <a:rPr lang="en-US" sz="950" dirty="0">
                <a:solidFill>
                  <a:srgbClr val="444444"/>
                </a:solidFill>
                <a:latin typeface="Segoe UI" panose="020B0502040204020203" pitchFamily="34" charset="0"/>
                <a:ea typeface="Calibri" pitchFamily="34" charset="-122"/>
                <a:cs typeface="Calibri" pitchFamily="34" charset="-120"/>
              </a:rPr>
              <a:t>Per Device CAL: one CAL per device, any number of users</a:t>
            </a:r>
            <a:endParaRPr lang="en-US" sz="950" dirty="0">
              <a:latin typeface="Segoe UI" panose="020B0502040204020203" pitchFamily="34" charset="0"/>
            </a:endParaRP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ea typeface="Calibri" pitchFamily="34" charset="-122"/>
                <a:cs typeface="Calibri" pitchFamily="34" charset="-120"/>
              </a:rPr>
              <a:t>CAL Buying Decision</a:t>
            </a:r>
            <a:endParaRPr lang="en-US" sz="120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Users with multiple devices (laptops, phones, home PCs) → User CAL</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Shared workstations accessed by many staff → Device CAL</a:t>
            </a:r>
            <a:endParaRPr lang="en-US" sz="1050" dirty="0">
              <a:latin typeface="Segoe UI" panose="020B0502040204020203" pitchFamily="34" charset="0"/>
            </a:endParaRPr>
          </a:p>
          <a:p>
            <a:pPr marL="342900" indent="-342900">
              <a:spcAft>
                <a:spcPts val="160"/>
              </a:spcAft>
              <a:buSzPct val="100000"/>
              <a:buChar char="•"/>
            </a:pPr>
            <a:r>
              <a:rPr lang="en-US" sz="1050" dirty="0">
                <a:solidFill>
                  <a:srgbClr val="023047"/>
                </a:solidFill>
                <a:latin typeface="Segoe UI" panose="020B0502040204020203" pitchFamily="34" charset="0"/>
                <a:ea typeface="Calibri" pitchFamily="34" charset="-122"/>
                <a:cs typeface="Calibri" pitchFamily="34" charset="-120"/>
              </a:rPr>
              <a:t>Kiosks, call centres, shift workers on shared PCs → Device CAL</a:t>
            </a:r>
            <a:endParaRPr lang="en-US" sz="1050" dirty="0">
              <a:latin typeface="Segoe UI" panose="020B0502040204020203" pitchFamily="34" charset="0"/>
            </a:endParaRPr>
          </a:p>
        </p:txBody>
      </p:sp>
      <p:sp>
        <p:nvSpPr>
          <p:cNvPr id="9" name="Proc0">
            <a:extLst>
              <a:ext uri="{FF2B5EF4-FFF2-40B4-BE49-F238E27FC236}">
                <a16:creationId xmlns:a16="http://schemas.microsoft.com/office/drawing/2014/main" id="{18D2E1B4-8F30-CECF-8038-F74FF81F5EA6}"/>
              </a:ext>
            </a:extLst>
          </p:cNvPr>
          <p:cNvSpPr/>
          <p:nvPr/>
        </p:nvSpPr>
        <p:spPr>
          <a:xfrm>
            <a:off x="4808420" y="757075"/>
            <a:ext cx="1800000" cy="560000"/>
          </a:xfrm>
          <a:prstGeom prst="rect">
            <a:avLst/>
          </a:prstGeom>
          <a:solidFill>
            <a:srgbClr val="243A5E"/>
          </a:solidFill>
          <a:ln w="0">
            <a:noFill/>
          </a:ln>
        </p:spPr>
        <p:txBody>
          <a:bodyPr wrap="square" lIns="45720" tIns="45720" rIns="45720" bIns="45720" rtlCol="0" anchor="ctr">
            <a:normAutofit/>
          </a:bodyPr>
          <a:lstStyle/>
          <a:p>
            <a:pPr algn="ctr">
              <a:buNone/>
            </a:pPr>
            <a:r>
              <a:rPr lang="en-US" sz="900" b="1" dirty="0">
                <a:solidFill>
                  <a:srgbClr val="FFFFFF"/>
                </a:solidFill>
                <a:latin typeface="Segoe UI" panose="020B0502040204020203" pitchFamily="34" charset="0"/>
                <a:ea typeface="Calibri" pitchFamily="34" charset="-122"/>
                <a:cs typeface="Calibri" pitchFamily="34" charset="-120"/>
              </a:rPr>
              <a:t>Processor 1</a:t>
            </a:r>
            <a:endParaRPr lang="en-US" sz="900" dirty="0">
              <a:latin typeface="Segoe UI" panose="020B0502040204020203" pitchFamily="34" charset="0"/>
            </a:endParaRPr>
          </a:p>
          <a:p>
            <a:pPr algn="ctr">
              <a:buNone/>
            </a:pPr>
            <a:r>
              <a:rPr lang="en-US" sz="800" dirty="0">
                <a:solidFill>
                  <a:srgbClr val="FFFFFF"/>
                </a:solidFill>
                <a:latin typeface="Segoe UI" panose="020B0502040204020203" pitchFamily="34" charset="0"/>
                <a:ea typeface="Calibri" pitchFamily="34" charset="-122"/>
                <a:cs typeface="Calibri" pitchFamily="34" charset="-120"/>
              </a:rPr>
              <a:t>8 cores</a:t>
            </a:r>
            <a:endParaRPr lang="en-US" sz="800" dirty="0">
              <a:latin typeface="Segoe UI" panose="020B0502040204020203" pitchFamily="34" charset="0"/>
            </a:endParaRPr>
          </a:p>
        </p:txBody>
      </p:sp>
      <p:sp>
        <p:nvSpPr>
          <p:cNvPr id="10" name="Core0_0">
            <a:extLst>
              <a:ext uri="{FF2B5EF4-FFF2-40B4-BE49-F238E27FC236}">
                <a16:creationId xmlns:a16="http://schemas.microsoft.com/office/drawing/2014/main" id="{162970CB-ED80-A43A-19AE-B62BF03618D5}"/>
              </a:ext>
            </a:extLst>
          </p:cNvPr>
          <p:cNvSpPr/>
          <p:nvPr/>
        </p:nvSpPr>
        <p:spPr>
          <a:xfrm>
            <a:off x="4808420" y="137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C1</a:t>
            </a:r>
            <a:endParaRPr lang="en-US" sz="700" dirty="0">
              <a:latin typeface="Segoe UI" panose="020B0502040204020203" pitchFamily="34" charset="0"/>
            </a:endParaRPr>
          </a:p>
        </p:txBody>
      </p:sp>
      <p:sp>
        <p:nvSpPr>
          <p:cNvPr id="11" name="Core0_1">
            <a:extLst>
              <a:ext uri="{FF2B5EF4-FFF2-40B4-BE49-F238E27FC236}">
                <a16:creationId xmlns:a16="http://schemas.microsoft.com/office/drawing/2014/main" id="{C34079FB-5BC2-4F6A-3712-7C84EA04411D}"/>
              </a:ext>
            </a:extLst>
          </p:cNvPr>
          <p:cNvSpPr/>
          <p:nvPr/>
        </p:nvSpPr>
        <p:spPr>
          <a:xfrm>
            <a:off x="5168420" y="137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C2</a:t>
            </a:r>
            <a:endParaRPr lang="en-US" sz="700" dirty="0">
              <a:latin typeface="Segoe UI" panose="020B0502040204020203" pitchFamily="34" charset="0"/>
            </a:endParaRPr>
          </a:p>
        </p:txBody>
      </p:sp>
      <p:sp>
        <p:nvSpPr>
          <p:cNvPr id="12" name="Core0_2">
            <a:extLst>
              <a:ext uri="{FF2B5EF4-FFF2-40B4-BE49-F238E27FC236}">
                <a16:creationId xmlns:a16="http://schemas.microsoft.com/office/drawing/2014/main" id="{BC4D9D45-0D34-120B-B318-2F74C6EA307A}"/>
              </a:ext>
            </a:extLst>
          </p:cNvPr>
          <p:cNvSpPr/>
          <p:nvPr/>
        </p:nvSpPr>
        <p:spPr>
          <a:xfrm>
            <a:off x="5528420" y="137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C3</a:t>
            </a:r>
            <a:endParaRPr lang="en-US" sz="700" dirty="0">
              <a:latin typeface="Segoe UI" panose="020B0502040204020203" pitchFamily="34" charset="0"/>
            </a:endParaRPr>
          </a:p>
        </p:txBody>
      </p:sp>
      <p:sp>
        <p:nvSpPr>
          <p:cNvPr id="13" name="Core0_3">
            <a:extLst>
              <a:ext uri="{FF2B5EF4-FFF2-40B4-BE49-F238E27FC236}">
                <a16:creationId xmlns:a16="http://schemas.microsoft.com/office/drawing/2014/main" id="{B190F5AC-FED0-5878-EA4F-4A82163E9F90}"/>
              </a:ext>
            </a:extLst>
          </p:cNvPr>
          <p:cNvSpPr/>
          <p:nvPr/>
        </p:nvSpPr>
        <p:spPr>
          <a:xfrm>
            <a:off x="5888420" y="137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C4</a:t>
            </a:r>
            <a:endParaRPr lang="en-US" sz="700" dirty="0">
              <a:latin typeface="Segoe UI" panose="020B0502040204020203" pitchFamily="34" charset="0"/>
            </a:endParaRPr>
          </a:p>
        </p:txBody>
      </p:sp>
      <p:sp>
        <p:nvSpPr>
          <p:cNvPr id="14" name="Core0_4">
            <a:extLst>
              <a:ext uri="{FF2B5EF4-FFF2-40B4-BE49-F238E27FC236}">
                <a16:creationId xmlns:a16="http://schemas.microsoft.com/office/drawing/2014/main" id="{73742EF6-52AF-1F58-69AC-7ED71BACDE14}"/>
              </a:ext>
            </a:extLst>
          </p:cNvPr>
          <p:cNvSpPr/>
          <p:nvPr/>
        </p:nvSpPr>
        <p:spPr>
          <a:xfrm>
            <a:off x="4808420" y="173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C5</a:t>
            </a:r>
            <a:endParaRPr lang="en-US" sz="700" dirty="0">
              <a:latin typeface="Segoe UI" panose="020B0502040204020203" pitchFamily="34" charset="0"/>
            </a:endParaRPr>
          </a:p>
        </p:txBody>
      </p:sp>
      <p:sp>
        <p:nvSpPr>
          <p:cNvPr id="15" name="Core0_5">
            <a:extLst>
              <a:ext uri="{FF2B5EF4-FFF2-40B4-BE49-F238E27FC236}">
                <a16:creationId xmlns:a16="http://schemas.microsoft.com/office/drawing/2014/main" id="{2F0281A4-72DD-D485-5E6F-E65133D72D97}"/>
              </a:ext>
            </a:extLst>
          </p:cNvPr>
          <p:cNvSpPr/>
          <p:nvPr/>
        </p:nvSpPr>
        <p:spPr>
          <a:xfrm>
            <a:off x="5168420" y="173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C6</a:t>
            </a:r>
            <a:endParaRPr lang="en-US" sz="700" dirty="0">
              <a:latin typeface="Segoe UI" panose="020B0502040204020203" pitchFamily="34" charset="0"/>
            </a:endParaRPr>
          </a:p>
        </p:txBody>
      </p:sp>
      <p:sp>
        <p:nvSpPr>
          <p:cNvPr id="16" name="Core0_6">
            <a:extLst>
              <a:ext uri="{FF2B5EF4-FFF2-40B4-BE49-F238E27FC236}">
                <a16:creationId xmlns:a16="http://schemas.microsoft.com/office/drawing/2014/main" id="{37E1747D-1E30-FB9E-DBF5-C6BDE818D2B9}"/>
              </a:ext>
            </a:extLst>
          </p:cNvPr>
          <p:cNvSpPr/>
          <p:nvPr/>
        </p:nvSpPr>
        <p:spPr>
          <a:xfrm>
            <a:off x="5528420" y="173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C7</a:t>
            </a:r>
            <a:endParaRPr lang="en-US" sz="700" dirty="0">
              <a:latin typeface="Segoe UI" panose="020B0502040204020203" pitchFamily="34" charset="0"/>
            </a:endParaRPr>
          </a:p>
        </p:txBody>
      </p:sp>
      <p:sp>
        <p:nvSpPr>
          <p:cNvPr id="17" name="Core0_7">
            <a:extLst>
              <a:ext uri="{FF2B5EF4-FFF2-40B4-BE49-F238E27FC236}">
                <a16:creationId xmlns:a16="http://schemas.microsoft.com/office/drawing/2014/main" id="{4653D7C0-1DD2-2E25-D0C7-C044C93B713A}"/>
              </a:ext>
            </a:extLst>
          </p:cNvPr>
          <p:cNvSpPr/>
          <p:nvPr/>
        </p:nvSpPr>
        <p:spPr>
          <a:xfrm>
            <a:off x="5888420" y="173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C8</a:t>
            </a:r>
            <a:endParaRPr lang="en-US" sz="700" dirty="0">
              <a:latin typeface="Segoe UI" panose="020B0502040204020203" pitchFamily="34" charset="0"/>
            </a:endParaRPr>
          </a:p>
        </p:txBody>
      </p:sp>
      <p:sp>
        <p:nvSpPr>
          <p:cNvPr id="18" name="Proc1">
            <a:extLst>
              <a:ext uri="{FF2B5EF4-FFF2-40B4-BE49-F238E27FC236}">
                <a16:creationId xmlns:a16="http://schemas.microsoft.com/office/drawing/2014/main" id="{AD941447-9480-4370-22BC-912CC0DC11D2}"/>
              </a:ext>
            </a:extLst>
          </p:cNvPr>
          <p:cNvSpPr/>
          <p:nvPr/>
        </p:nvSpPr>
        <p:spPr>
          <a:xfrm>
            <a:off x="6808419" y="757075"/>
            <a:ext cx="1800000" cy="560000"/>
          </a:xfrm>
          <a:prstGeom prst="rect">
            <a:avLst/>
          </a:prstGeom>
          <a:solidFill>
            <a:srgbClr val="243A5E"/>
          </a:solidFill>
          <a:ln w="0">
            <a:noFill/>
          </a:ln>
        </p:spPr>
        <p:txBody>
          <a:bodyPr wrap="square" lIns="45720" tIns="45720" rIns="45720" bIns="45720" rtlCol="0" anchor="ctr">
            <a:normAutofit/>
          </a:bodyPr>
          <a:lstStyle/>
          <a:p>
            <a:pPr algn="ctr">
              <a:buNone/>
            </a:pPr>
            <a:r>
              <a:rPr lang="en-US" sz="900" b="1" dirty="0">
                <a:solidFill>
                  <a:srgbClr val="FFFFFF"/>
                </a:solidFill>
                <a:latin typeface="Segoe UI" panose="020B0502040204020203" pitchFamily="34" charset="0"/>
                <a:ea typeface="Calibri" pitchFamily="34" charset="-122"/>
                <a:cs typeface="Calibri" pitchFamily="34" charset="-120"/>
              </a:rPr>
              <a:t>Processor 2</a:t>
            </a:r>
            <a:endParaRPr lang="en-US" sz="900" dirty="0">
              <a:latin typeface="Segoe UI" panose="020B0502040204020203" pitchFamily="34" charset="0"/>
            </a:endParaRPr>
          </a:p>
          <a:p>
            <a:pPr algn="ctr">
              <a:buNone/>
            </a:pPr>
            <a:r>
              <a:rPr lang="en-US" sz="800" dirty="0">
                <a:solidFill>
                  <a:srgbClr val="FFFFFF"/>
                </a:solidFill>
                <a:latin typeface="Segoe UI" panose="020B0502040204020203" pitchFamily="34" charset="0"/>
                <a:ea typeface="Calibri" pitchFamily="34" charset="-122"/>
                <a:cs typeface="Calibri" pitchFamily="34" charset="-120"/>
              </a:rPr>
              <a:t>8 cores</a:t>
            </a:r>
            <a:endParaRPr lang="en-US" sz="800" dirty="0">
              <a:latin typeface="Segoe UI" panose="020B0502040204020203" pitchFamily="34" charset="0"/>
            </a:endParaRPr>
          </a:p>
        </p:txBody>
      </p:sp>
      <p:sp>
        <p:nvSpPr>
          <p:cNvPr id="19" name="Core1_0">
            <a:extLst>
              <a:ext uri="{FF2B5EF4-FFF2-40B4-BE49-F238E27FC236}">
                <a16:creationId xmlns:a16="http://schemas.microsoft.com/office/drawing/2014/main" id="{F86DB45F-9773-5532-8845-21E7B177BBD4}"/>
              </a:ext>
            </a:extLst>
          </p:cNvPr>
          <p:cNvSpPr/>
          <p:nvPr/>
        </p:nvSpPr>
        <p:spPr>
          <a:xfrm>
            <a:off x="6808419" y="137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C1</a:t>
            </a:r>
            <a:endParaRPr lang="en-US" sz="700" dirty="0">
              <a:latin typeface="Segoe UI" panose="020B0502040204020203" pitchFamily="34" charset="0"/>
            </a:endParaRPr>
          </a:p>
        </p:txBody>
      </p:sp>
      <p:sp>
        <p:nvSpPr>
          <p:cNvPr id="20" name="Core1_1">
            <a:extLst>
              <a:ext uri="{FF2B5EF4-FFF2-40B4-BE49-F238E27FC236}">
                <a16:creationId xmlns:a16="http://schemas.microsoft.com/office/drawing/2014/main" id="{5AADC49C-F2C0-C047-577C-ED9F4F88E9F9}"/>
              </a:ext>
            </a:extLst>
          </p:cNvPr>
          <p:cNvSpPr/>
          <p:nvPr/>
        </p:nvSpPr>
        <p:spPr>
          <a:xfrm>
            <a:off x="7168420" y="137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C2</a:t>
            </a:r>
            <a:endParaRPr lang="en-US" sz="700" dirty="0">
              <a:latin typeface="Segoe UI" panose="020B0502040204020203" pitchFamily="34" charset="0"/>
            </a:endParaRPr>
          </a:p>
        </p:txBody>
      </p:sp>
      <p:sp>
        <p:nvSpPr>
          <p:cNvPr id="21" name="Core1_2">
            <a:extLst>
              <a:ext uri="{FF2B5EF4-FFF2-40B4-BE49-F238E27FC236}">
                <a16:creationId xmlns:a16="http://schemas.microsoft.com/office/drawing/2014/main" id="{2BD7EAD6-C81C-42D3-DCA1-3C8444B7B930}"/>
              </a:ext>
            </a:extLst>
          </p:cNvPr>
          <p:cNvSpPr/>
          <p:nvPr/>
        </p:nvSpPr>
        <p:spPr>
          <a:xfrm>
            <a:off x="7528420" y="137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C3</a:t>
            </a:r>
            <a:endParaRPr lang="en-US" sz="700" dirty="0">
              <a:latin typeface="Segoe UI" panose="020B0502040204020203" pitchFamily="34" charset="0"/>
            </a:endParaRPr>
          </a:p>
        </p:txBody>
      </p:sp>
      <p:sp>
        <p:nvSpPr>
          <p:cNvPr id="22" name="Core1_3">
            <a:extLst>
              <a:ext uri="{FF2B5EF4-FFF2-40B4-BE49-F238E27FC236}">
                <a16:creationId xmlns:a16="http://schemas.microsoft.com/office/drawing/2014/main" id="{B6A53A91-3F52-336B-5A3B-7A17B75B6CA5}"/>
              </a:ext>
            </a:extLst>
          </p:cNvPr>
          <p:cNvSpPr/>
          <p:nvPr/>
        </p:nvSpPr>
        <p:spPr>
          <a:xfrm>
            <a:off x="7888420" y="137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C4</a:t>
            </a:r>
            <a:endParaRPr lang="en-US" sz="700" dirty="0">
              <a:latin typeface="Segoe UI" panose="020B0502040204020203" pitchFamily="34" charset="0"/>
            </a:endParaRPr>
          </a:p>
        </p:txBody>
      </p:sp>
      <p:sp>
        <p:nvSpPr>
          <p:cNvPr id="23" name="Core1_4">
            <a:extLst>
              <a:ext uri="{FF2B5EF4-FFF2-40B4-BE49-F238E27FC236}">
                <a16:creationId xmlns:a16="http://schemas.microsoft.com/office/drawing/2014/main" id="{353E685C-87A2-0CA1-9A7D-A8B6A473464F}"/>
              </a:ext>
            </a:extLst>
          </p:cNvPr>
          <p:cNvSpPr/>
          <p:nvPr/>
        </p:nvSpPr>
        <p:spPr>
          <a:xfrm>
            <a:off x="6808419" y="173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C5</a:t>
            </a:r>
            <a:endParaRPr lang="en-US" sz="700" dirty="0">
              <a:latin typeface="Segoe UI" panose="020B0502040204020203" pitchFamily="34" charset="0"/>
            </a:endParaRPr>
          </a:p>
        </p:txBody>
      </p:sp>
      <p:sp>
        <p:nvSpPr>
          <p:cNvPr id="24" name="Core1_5">
            <a:extLst>
              <a:ext uri="{FF2B5EF4-FFF2-40B4-BE49-F238E27FC236}">
                <a16:creationId xmlns:a16="http://schemas.microsoft.com/office/drawing/2014/main" id="{DE83A28D-3F7F-A2DC-1EF1-7EE3777B4EA7}"/>
              </a:ext>
            </a:extLst>
          </p:cNvPr>
          <p:cNvSpPr/>
          <p:nvPr/>
        </p:nvSpPr>
        <p:spPr>
          <a:xfrm>
            <a:off x="7168420" y="173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C6</a:t>
            </a:r>
            <a:endParaRPr lang="en-US" sz="700" dirty="0">
              <a:latin typeface="Segoe UI" panose="020B0502040204020203" pitchFamily="34" charset="0"/>
            </a:endParaRPr>
          </a:p>
        </p:txBody>
      </p:sp>
      <p:sp>
        <p:nvSpPr>
          <p:cNvPr id="25" name="Core1_6">
            <a:extLst>
              <a:ext uri="{FF2B5EF4-FFF2-40B4-BE49-F238E27FC236}">
                <a16:creationId xmlns:a16="http://schemas.microsoft.com/office/drawing/2014/main" id="{8E72CED1-B756-6DBB-4584-CBD5E97C3FFD}"/>
              </a:ext>
            </a:extLst>
          </p:cNvPr>
          <p:cNvSpPr/>
          <p:nvPr/>
        </p:nvSpPr>
        <p:spPr>
          <a:xfrm>
            <a:off x="7528420" y="173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C7</a:t>
            </a:r>
            <a:endParaRPr lang="en-US" sz="700" dirty="0">
              <a:latin typeface="Segoe UI" panose="020B0502040204020203" pitchFamily="34" charset="0"/>
            </a:endParaRPr>
          </a:p>
        </p:txBody>
      </p:sp>
      <p:sp>
        <p:nvSpPr>
          <p:cNvPr id="26" name="Core1_7">
            <a:extLst>
              <a:ext uri="{FF2B5EF4-FFF2-40B4-BE49-F238E27FC236}">
                <a16:creationId xmlns:a16="http://schemas.microsoft.com/office/drawing/2014/main" id="{F22851DC-1E39-A0D7-CC46-AF0AB8D380B4}"/>
              </a:ext>
            </a:extLst>
          </p:cNvPr>
          <p:cNvSpPr/>
          <p:nvPr/>
        </p:nvSpPr>
        <p:spPr>
          <a:xfrm>
            <a:off x="7888420" y="1737075"/>
            <a:ext cx="300000" cy="300000"/>
          </a:xfrm>
          <a:prstGeom prst="rect">
            <a:avLst/>
          </a:prstGeom>
          <a:solidFill>
            <a:srgbClr val="0076D4"/>
          </a:solidFill>
          <a:ln w="6000">
            <a:solidFill>
              <a:srgbClr val="FFFFFF"/>
            </a:solidFill>
            <a:prstDash val="solid"/>
          </a:ln>
        </p:spPr>
        <p:txBody>
          <a:bodyPr wrap="square" lIns="0" tIns="0" rIns="0" bIns="0" rtlCol="0" anchor="ctr">
            <a:normAutofit/>
          </a:bodyPr>
          <a:lstStyle/>
          <a:p>
            <a:pPr algn="ctr">
              <a:buNone/>
            </a:pPr>
            <a:r>
              <a:rPr lang="en-US" sz="700" dirty="0">
                <a:solidFill>
                  <a:srgbClr val="023047"/>
                </a:solidFill>
                <a:latin typeface="Segoe UI" panose="020B0502040204020203" pitchFamily="34" charset="0"/>
                <a:ea typeface="Calibri" pitchFamily="34" charset="-122"/>
                <a:cs typeface="Calibri" pitchFamily="34" charset="-120"/>
              </a:rPr>
              <a:t>C8</a:t>
            </a:r>
            <a:endParaRPr lang="en-US" sz="700" dirty="0">
              <a:latin typeface="Segoe UI" panose="020B0502040204020203" pitchFamily="34" charset="0"/>
            </a:endParaRPr>
          </a:p>
        </p:txBody>
      </p:sp>
      <p:sp>
        <p:nvSpPr>
          <p:cNvPr id="27" name="DiagLbl">
            <a:extLst>
              <a:ext uri="{FF2B5EF4-FFF2-40B4-BE49-F238E27FC236}">
                <a16:creationId xmlns:a16="http://schemas.microsoft.com/office/drawing/2014/main" id="{5757057C-C4ED-61B7-96D7-7D6B35E13C85}"/>
              </a:ext>
            </a:extLst>
          </p:cNvPr>
          <p:cNvSpPr/>
          <p:nvPr/>
        </p:nvSpPr>
        <p:spPr>
          <a:xfrm>
            <a:off x="4808420" y="2217075"/>
            <a:ext cx="3800000" cy="300000"/>
          </a:xfrm>
          <a:prstGeom prst="rect">
            <a:avLst/>
          </a:prstGeom>
          <a:noFill/>
          <a:ln/>
        </p:spPr>
        <p:txBody>
          <a:bodyPr wrap="square" lIns="0" tIns="0" rIns="0" bIns="0" rtlCol="0" anchor="ctr">
            <a:normAutofit/>
          </a:bodyPr>
          <a:lstStyle/>
          <a:p>
            <a:pPr algn="ctr">
              <a:buNone/>
            </a:pPr>
            <a:r>
              <a:rPr lang="en-US" sz="950" b="1" dirty="0">
                <a:solidFill>
                  <a:srgbClr val="219EBC"/>
                </a:solidFill>
                <a:latin typeface="Segoe UI" panose="020B0502040204020203" pitchFamily="34" charset="0"/>
                <a:ea typeface="Calibri" pitchFamily="34" charset="-122"/>
                <a:cs typeface="Calibri" pitchFamily="34" charset="-120"/>
              </a:rPr>
              <a:t>2x8 = 16 cores = 16 core licences required</a:t>
            </a:r>
            <a:endParaRPr lang="en-US" sz="950" dirty="0">
              <a:latin typeface="Segoe UI" panose="020B0502040204020203" pitchFamily="34" charset="0"/>
            </a:endParaRPr>
          </a:p>
        </p:txBody>
      </p:sp>
      <p:sp>
        <p:nvSpPr>
          <p:cNvPr id="28" name="Cmds">
            <a:extLst>
              <a:ext uri="{FF2B5EF4-FFF2-40B4-BE49-F238E27FC236}">
                <a16:creationId xmlns:a16="http://schemas.microsoft.com/office/drawing/2014/main" id="{35D8D648-DA63-393B-400E-A3713C964318}"/>
              </a:ext>
            </a:extLst>
          </p:cNvPr>
          <p:cNvSpPr/>
          <p:nvPr/>
        </p:nvSpPr>
        <p:spPr>
          <a:xfrm>
            <a:off x="4808420" y="2577075"/>
            <a:ext cx="4100000" cy="1500000"/>
          </a:xfrm>
          <a:prstGeom prst="rect">
            <a:avLst/>
          </a:prstGeom>
          <a:solidFill>
            <a:srgbClr val="F0F8FB"/>
          </a:solidFill>
          <a:ln w="9000">
            <a:solidFill>
              <a:srgbClr val="8ECAE6"/>
            </a:solidFill>
            <a:prstDash val="solid"/>
          </a:ln>
        </p:spPr>
        <p:txBody>
          <a:bodyPr wrap="square" lIns="91440" tIns="91440" rIns="91440" bIns="45720" rtlCol="0" anchor="t">
            <a:normAutofit/>
          </a:bodyPr>
          <a:lstStyle/>
          <a:p>
            <a:pPr marL="0" indent="0">
              <a:spcAft>
                <a:spcPts val="200"/>
              </a:spcAft>
              <a:buNone/>
            </a:pPr>
            <a:r>
              <a:rPr lang="en-US" sz="1200" b="1" dirty="0">
                <a:solidFill>
                  <a:srgbClr val="219EBC"/>
                </a:solidFill>
                <a:latin typeface="Segoe UI" panose="020B0502040204020203" pitchFamily="34" charset="0"/>
                <a:ea typeface="Calibri" pitchFamily="34" charset="-122"/>
                <a:cs typeface="Calibri" pitchFamily="34" charset="-120"/>
              </a:rPr>
              <a:t>Verify with slmgr.vbs</a:t>
            </a:r>
            <a:endParaRPr lang="en-US" sz="1200" dirty="0">
              <a:latin typeface="Segoe UI" panose="020B0502040204020203" pitchFamily="34" charset="0"/>
            </a:endParaRPr>
          </a:p>
          <a:p>
            <a:pPr marL="0" indent="0">
              <a:spcAft>
                <a:spcPts val="80"/>
              </a:spcAft>
              <a:buNone/>
            </a:pPr>
            <a:r>
              <a:rPr lang="en-US" sz="880" dirty="0">
                <a:solidFill>
                  <a:srgbClr val="5E7A5E"/>
                </a:solidFill>
                <a:latin typeface="Segoe UI" panose="020B0502040204020203" pitchFamily="34" charset="0"/>
                <a:ea typeface="Consolas" pitchFamily="49" charset="-122"/>
                <a:cs typeface="Consolas" pitchFamily="49" charset="-120"/>
              </a:rPr>
              <a:t># Detailed licence view</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cscript slmgr.vbs /dlv</a:t>
            </a:r>
            <a:endParaRPr lang="en-US" sz="880" dirty="0">
              <a:latin typeface="Segoe UI" panose="020B0502040204020203" pitchFamily="34" charset="0"/>
            </a:endParaRPr>
          </a:p>
          <a:p>
            <a:pPr>
              <a:buNone/>
            </a:pPr>
            <a:endParaRPr lang="en-US" sz="150" dirty="0">
              <a:latin typeface="Segoe UI" panose="020B0502040204020203" pitchFamily="34" charset="0"/>
            </a:endParaRPr>
          </a:p>
          <a:p>
            <a:pPr marL="0" indent="0">
              <a:spcAft>
                <a:spcPts val="80"/>
              </a:spcAft>
              <a:buNone/>
            </a:pPr>
            <a:r>
              <a:rPr lang="en-US" sz="880" dirty="0">
                <a:solidFill>
                  <a:srgbClr val="5E7A5E"/>
                </a:solidFill>
                <a:latin typeface="Segoe UI" panose="020B0502040204020203" pitchFamily="34" charset="0"/>
                <a:ea typeface="Consolas" pitchFamily="49" charset="-122"/>
                <a:cs typeface="Consolas" pitchFamily="49" charset="-120"/>
              </a:rPr>
              <a:t># Activation expiry</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cscript slmgr.vbs /xpr</a:t>
            </a:r>
            <a:endParaRPr lang="en-US" sz="880" dirty="0">
              <a:latin typeface="Segoe UI" panose="020B0502040204020203" pitchFamily="34" charset="0"/>
            </a:endParaRPr>
          </a:p>
          <a:p>
            <a:pPr>
              <a:buNone/>
            </a:pPr>
            <a:endParaRPr lang="en-US" sz="150" dirty="0">
              <a:latin typeface="Segoe UI" panose="020B0502040204020203" pitchFamily="34" charset="0"/>
            </a:endParaRPr>
          </a:p>
          <a:p>
            <a:pPr marL="0" indent="0">
              <a:spcAft>
                <a:spcPts val="80"/>
              </a:spcAft>
              <a:buNone/>
            </a:pPr>
            <a:r>
              <a:rPr lang="en-US" sz="880" dirty="0">
                <a:solidFill>
                  <a:srgbClr val="5E7A5E"/>
                </a:solidFill>
                <a:latin typeface="Segoe UI" panose="020B0502040204020203" pitchFamily="34" charset="0"/>
                <a:ea typeface="Consolas" pitchFamily="49" charset="-122"/>
                <a:cs typeface="Consolas" pitchFamily="49" charset="-120"/>
              </a:rPr>
              <a:t># Show product key channel</a:t>
            </a:r>
            <a:endParaRPr lang="en-US" sz="88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ea typeface="Consolas" pitchFamily="49" charset="-122"/>
                <a:cs typeface="Consolas" pitchFamily="49" charset="-120"/>
              </a:rPr>
              <a:t>cscript slmgr.vbs /lil</a:t>
            </a:r>
            <a:endParaRPr lang="en-US" sz="880" dirty="0">
              <a:latin typeface="Segoe UI" panose="020B0502040204020203" pitchFamily="34" charset="0"/>
            </a:endParaRPr>
          </a:p>
        </p:txBody>
      </p:sp>
      <p:sp>
        <p:nvSpPr>
          <p:cNvPr id="29" name="Course footer">
            <a:extLst>
              <a:ext uri="{FF2B5EF4-FFF2-40B4-BE49-F238E27FC236}">
                <a16:creationId xmlns:a16="http://schemas.microsoft.com/office/drawing/2014/main" id="{75AB9677-F6C4-901B-2433-C78A0A7ED68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30" name="TextBox 29">
            <a:extLst>
              <a:ext uri="{FF2B5EF4-FFF2-40B4-BE49-F238E27FC236}">
                <a16:creationId xmlns:a16="http://schemas.microsoft.com/office/drawing/2014/main" id="{4B2CC2D1-6787-F742-9FF2-8D8288CEF65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57946608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6AF2F-C445-D460-86B2-56406394A1EB}"/>
              </a:ext>
            </a:extLst>
          </p:cNvPr>
          <p:cNvSpPr>
            <a:spLocks noGrp="1"/>
          </p:cNvSpPr>
          <p:nvPr>
            <p:ph type="title" idx="4294967295"/>
          </p:nvPr>
        </p:nvSpPr>
        <p:spPr>
          <a:xfrm>
            <a:off x="0" y="310936"/>
            <a:ext cx="8258175" cy="369888"/>
          </a:xfrm>
        </p:spPr>
        <p:txBody>
          <a:bodyPr wrap="square">
            <a:noAutofit/>
          </a:bodyPr>
          <a:lstStyle/>
          <a:p>
            <a:r>
              <a:rPr lang="en-GB" dirty="0"/>
              <a:t>Volume Activation: KMS, MAK &amp; ADBA</a:t>
            </a:r>
          </a:p>
        </p:txBody>
      </p:sp>
      <p:sp>
        <p:nvSpPr>
          <p:cNvPr id="4" name="s302">
            <a:extLst>
              <a:ext uri="{FF2B5EF4-FFF2-40B4-BE49-F238E27FC236}">
                <a16:creationId xmlns:a16="http://schemas.microsoft.com/office/drawing/2014/main" id="{955F91C6-BF19-70F9-2793-FAD188BB9ABA}"/>
              </a:ext>
            </a:extLst>
          </p:cNvPr>
          <p:cNvSpPr txBox="1">
            <a:spLocks noGrp="1"/>
          </p:cNvSpPr>
          <p:nvPr/>
        </p:nvSpPr>
        <p:spPr>
          <a:xfrm>
            <a:off x="0" y="710406"/>
            <a:ext cx="3478500" cy="45719"/>
          </a:xfrm>
          <a:prstGeom prst="rect">
            <a:avLst/>
          </a:prstGeom>
          <a:solidFill>
            <a:srgbClr val="0076D4"/>
          </a:solidFill>
          <a:ln>
            <a:noFill/>
          </a:ln>
        </p:spPr>
        <p:txBody>
          <a:bodyPr/>
          <a:lstStyle/>
          <a:p>
            <a:endParaRPr lang="en-GB"/>
          </a:p>
        </p:txBody>
      </p:sp>
      <p:sp>
        <p:nvSpPr>
          <p:cNvPr id="5" name="s305">
            <a:extLst>
              <a:ext uri="{FF2B5EF4-FFF2-40B4-BE49-F238E27FC236}">
                <a16:creationId xmlns:a16="http://schemas.microsoft.com/office/drawing/2014/main" id="{479E0FC4-73BD-F297-A4A0-0223AFC91BEF}"/>
              </a:ext>
            </a:extLst>
          </p:cNvPr>
          <p:cNvSpPr txBox="1">
            <a:spLocks noGrp="1"/>
          </p:cNvSpPr>
          <p:nvPr/>
        </p:nvSpPr>
        <p:spPr>
          <a:xfrm>
            <a:off x="137160" y="774625"/>
            <a:ext cx="3292500" cy="4200000"/>
          </a:xfrm>
          <a:prstGeom prst="rect">
            <a:avLst/>
          </a:prstGeom>
          <a:solidFill>
            <a:srgbClr val="EDF6FA"/>
          </a:solidFill>
          <a:ln>
            <a:noFill/>
          </a:ln>
        </p:spPr>
        <p:txBody>
          <a:bodyPr wrap="square" anchor="t">
            <a:normAutofit lnSpcReduction="10000"/>
          </a:bodyPr>
          <a:lstStyle/>
          <a:p>
            <a:pPr algn="l"/>
            <a:r>
              <a:rPr lang="en-US" sz="1050" b="1" dirty="0">
                <a:solidFill>
                  <a:srgbClr val="023047"/>
                </a:solidFill>
                <a:latin typeface="Segoe UI" panose="020B0502040204020203" pitchFamily="34" charset="0"/>
              </a:rPr>
              <a:t>Why Volume Activation?</a:t>
            </a:r>
          </a:p>
          <a:p>
            <a:pPr marL="257175" indent="-257175" algn="l">
              <a:buChar char="•"/>
            </a:pPr>
            <a:r>
              <a:rPr lang="en-US" sz="862" dirty="0">
                <a:solidFill>
                  <a:srgbClr val="023047"/>
                </a:solidFill>
                <a:latin typeface="Segoe UI" panose="020B0502040204020203" pitchFamily="34" charset="0"/>
              </a:rPr>
              <a:t>Manually activating each server with a product key does not scale</a:t>
            </a:r>
          </a:p>
          <a:p>
            <a:pPr marL="257175" indent="-257175" algn="l">
              <a:buChar char="•"/>
            </a:pPr>
            <a:r>
              <a:rPr lang="en-US" sz="862" dirty="0">
                <a:solidFill>
                  <a:srgbClr val="023047"/>
                </a:solidFill>
                <a:latin typeface="Segoe UI" panose="020B0502040204020203" pitchFamily="34" charset="0"/>
              </a:rPr>
              <a:t>Volume Licensing Agreement customers use centralised activation methods</a:t>
            </a:r>
          </a:p>
          <a:p>
            <a:pPr marL="257175" indent="-257175" algn="l">
              <a:buChar char="•"/>
            </a:pPr>
            <a:r>
              <a:rPr lang="en-US" sz="862" dirty="0">
                <a:solidFill>
                  <a:srgbClr val="023047"/>
                </a:solidFill>
                <a:latin typeface="Segoe UI" panose="020B0502040204020203" pitchFamily="34" charset="0"/>
              </a:rPr>
              <a:t>Three methods: KMS, MAK, and ADBA — chosen based on environment</a:t>
            </a:r>
          </a:p>
          <a:p>
            <a:pPr algn="l"/>
            <a:r>
              <a:rPr lang="en-US" sz="1050" b="1" dirty="0">
                <a:solidFill>
                  <a:srgbClr val="023047"/>
                </a:solidFill>
                <a:latin typeface="Segoe UI" panose="020B0502040204020203" pitchFamily="34" charset="0"/>
              </a:rPr>
              <a:t>Key Management Service (KMS)</a:t>
            </a:r>
          </a:p>
          <a:p>
            <a:pPr marL="257175" indent="-257175" algn="l">
              <a:buChar char="•"/>
            </a:pPr>
            <a:r>
              <a:rPr lang="en-US" sz="862" dirty="0">
                <a:solidFill>
                  <a:srgbClr val="023047"/>
                </a:solidFill>
                <a:latin typeface="Segoe UI" panose="020B0502040204020203" pitchFamily="34" charset="0"/>
              </a:rPr>
              <a:t>A KMS host activates machines on your network — outbound internet not needed on clients</a:t>
            </a:r>
          </a:p>
          <a:p>
            <a:pPr marL="257175" indent="-257175" algn="l">
              <a:buChar char="•"/>
            </a:pPr>
            <a:r>
              <a:rPr lang="en-US" sz="862" dirty="0">
                <a:solidFill>
                  <a:srgbClr val="023047"/>
                </a:solidFill>
                <a:latin typeface="Segoe UI" panose="020B0502040204020203" pitchFamily="34" charset="0"/>
              </a:rPr>
              <a:t>Clients contact KMS every 7 days to renew activation (180-day lease)</a:t>
            </a:r>
          </a:p>
          <a:p>
            <a:pPr marL="257175" indent="-257175" algn="l">
              <a:buChar char="•"/>
            </a:pPr>
            <a:r>
              <a:rPr lang="en-US" sz="862" dirty="0">
                <a:solidFill>
                  <a:srgbClr val="023047"/>
                </a:solidFill>
                <a:latin typeface="Segoe UI" panose="020B0502040204020203" pitchFamily="34" charset="0"/>
              </a:rPr>
              <a:t>Minimum activation threshold: 5 servers (or 25 Windows clients)</a:t>
            </a:r>
          </a:p>
          <a:p>
            <a:pPr marL="257175" indent="-257175" algn="l">
              <a:buChar char="•"/>
            </a:pPr>
            <a:r>
              <a:rPr lang="en-US" sz="862" dirty="0">
                <a:solidFill>
                  <a:srgbClr val="023047"/>
                </a:solidFill>
                <a:latin typeface="Segoe UI" panose="020B0502040204020203" pitchFamily="34" charset="0"/>
              </a:rPr>
              <a:t>KMS host needs internet once to activate, then works offline</a:t>
            </a:r>
          </a:p>
          <a:p>
            <a:pPr algn="l"/>
            <a:r>
              <a:rPr lang="en-US" sz="1050" b="1" dirty="0">
                <a:solidFill>
                  <a:srgbClr val="023047"/>
                </a:solidFill>
                <a:latin typeface="Segoe UI" panose="020B0502040204020203" pitchFamily="34" charset="0"/>
              </a:rPr>
              <a:t>Multiple Activation Key (MAK)</a:t>
            </a:r>
          </a:p>
          <a:p>
            <a:pPr marL="257175" indent="-257175" algn="l">
              <a:buChar char="•"/>
            </a:pPr>
            <a:r>
              <a:rPr lang="en-US" sz="862" dirty="0">
                <a:solidFill>
                  <a:srgbClr val="023047"/>
                </a:solidFill>
                <a:latin typeface="Segoe UI" panose="020B0502040204020203" pitchFamily="34" charset="0"/>
              </a:rPr>
              <a:t>Each MAK has a fixed activation count — depleted with each use</a:t>
            </a:r>
          </a:p>
          <a:p>
            <a:pPr marL="257175" indent="-257175" algn="l">
              <a:buChar char="•"/>
            </a:pPr>
            <a:r>
              <a:rPr lang="en-US" sz="862" dirty="0">
                <a:solidFill>
                  <a:srgbClr val="023047"/>
                </a:solidFill>
                <a:latin typeface="Segoe UI" panose="020B0502040204020203" pitchFamily="34" charset="0"/>
              </a:rPr>
              <a:t>Activates machines directly against Microsoft activation servers</a:t>
            </a:r>
          </a:p>
          <a:p>
            <a:pPr marL="257175" indent="-257175" algn="l">
              <a:buChar char="•"/>
            </a:pPr>
            <a:r>
              <a:rPr lang="en-US" sz="862" dirty="0">
                <a:solidFill>
                  <a:srgbClr val="023047"/>
                </a:solidFill>
                <a:latin typeface="Segoe UI" panose="020B0502040204020203" pitchFamily="34" charset="0"/>
              </a:rPr>
              <a:t>Suitable for isolated networks or machines that never contact a KMS host</a:t>
            </a:r>
          </a:p>
          <a:p>
            <a:pPr algn="l"/>
            <a:r>
              <a:rPr lang="en-US" sz="1050" b="1" dirty="0">
                <a:solidFill>
                  <a:srgbClr val="023047"/>
                </a:solidFill>
                <a:latin typeface="Segoe UI" panose="020B0502040204020203" pitchFamily="34" charset="0"/>
              </a:rPr>
              <a:t>Active Directory-Based Activation (ADBA)</a:t>
            </a:r>
          </a:p>
          <a:p>
            <a:pPr marL="257175" indent="-257175" algn="l">
              <a:buChar char="•"/>
            </a:pPr>
            <a:r>
              <a:rPr lang="en-US" sz="862" dirty="0">
                <a:solidFill>
                  <a:srgbClr val="023047"/>
                </a:solidFill>
                <a:latin typeface="Segoe UI" panose="020B0502040204020203" pitchFamily="34" charset="0"/>
              </a:rPr>
              <a:t>Activation stored in AD DS — machines activate on domain join</a:t>
            </a:r>
          </a:p>
          <a:p>
            <a:pPr marL="257175" indent="-257175" algn="l">
              <a:buChar char="•"/>
            </a:pPr>
            <a:r>
              <a:rPr lang="en-US" sz="862" dirty="0">
                <a:solidFill>
                  <a:srgbClr val="023047"/>
                </a:solidFill>
                <a:latin typeface="Segoe UI" panose="020B0502040204020203" pitchFamily="34" charset="0"/>
              </a:rPr>
              <a:t>No separate KMS host needed — AD handles it automatically</a:t>
            </a:r>
          </a:p>
          <a:p>
            <a:pPr marL="257175" indent="-257175" algn="l">
              <a:buChar char="•"/>
            </a:pPr>
            <a:r>
              <a:rPr lang="en-US" sz="862" dirty="0">
                <a:solidFill>
                  <a:srgbClr val="023047"/>
                </a:solidFill>
                <a:latin typeface="Segoe UI" panose="020B0502040204020203" pitchFamily="34" charset="0"/>
              </a:rPr>
              <a:t>Requires Windows Server 2012+ domain functional level</a:t>
            </a:r>
          </a:p>
          <a:p>
            <a:pPr marL="257175" indent="-257175" algn="l">
              <a:buChar char="•"/>
            </a:pPr>
            <a:r>
              <a:rPr lang="en-US" sz="862" dirty="0">
                <a:solidFill>
                  <a:srgbClr val="023047"/>
                </a:solidFill>
                <a:latin typeface="Segoe UI" panose="020B0502040204020203" pitchFamily="34" charset="0"/>
              </a:rPr>
              <a:t>Simplest option for pure Windows Server 2012+ AD environments</a:t>
            </a:r>
          </a:p>
        </p:txBody>
      </p:sp>
      <p:sp>
        <p:nvSpPr>
          <p:cNvPr id="6" name="s306">
            <a:extLst>
              <a:ext uri="{FF2B5EF4-FFF2-40B4-BE49-F238E27FC236}">
                <a16:creationId xmlns:a16="http://schemas.microsoft.com/office/drawing/2014/main" id="{2176FD79-8887-0441-C5E0-0760452D3643}"/>
              </a:ext>
            </a:extLst>
          </p:cNvPr>
          <p:cNvSpPr txBox="1">
            <a:spLocks noGrp="1"/>
          </p:cNvSpPr>
          <p:nvPr/>
        </p:nvSpPr>
        <p:spPr>
          <a:xfrm>
            <a:off x="3465000" y="774625"/>
            <a:ext cx="13500" cy="4200000"/>
          </a:xfrm>
          <a:prstGeom prst="rect">
            <a:avLst/>
          </a:prstGeom>
          <a:solidFill>
            <a:srgbClr val="0076D4"/>
          </a:solidFill>
          <a:ln>
            <a:noFill/>
          </a:ln>
        </p:spPr>
        <p:txBody>
          <a:bodyPr/>
          <a:lstStyle/>
          <a:p>
            <a:endParaRPr lang="en-GB"/>
          </a:p>
        </p:txBody>
      </p:sp>
      <p:sp>
        <p:nvSpPr>
          <p:cNvPr id="7" name="s307">
            <a:extLst>
              <a:ext uri="{FF2B5EF4-FFF2-40B4-BE49-F238E27FC236}">
                <a16:creationId xmlns:a16="http://schemas.microsoft.com/office/drawing/2014/main" id="{10BBD1F7-E1D9-800B-5BEE-842DB46F5EF9}"/>
              </a:ext>
            </a:extLst>
          </p:cNvPr>
          <p:cNvSpPr txBox="1">
            <a:spLocks noGrp="1"/>
          </p:cNvSpPr>
          <p:nvPr/>
        </p:nvSpPr>
        <p:spPr>
          <a:xfrm>
            <a:off x="3510750" y="789625"/>
            <a:ext cx="1777500" cy="300000"/>
          </a:xfrm>
          <a:prstGeom prst="rect">
            <a:avLst/>
          </a:prstGeom>
          <a:solidFill>
            <a:srgbClr val="243A5E"/>
          </a:solidFill>
          <a:ln>
            <a:noFill/>
          </a:ln>
        </p:spPr>
        <p:txBody>
          <a:bodyPr wrap="square" anchor="ctr">
            <a:normAutofit/>
          </a:bodyPr>
          <a:lstStyle/>
          <a:p>
            <a:pPr algn="ctr"/>
            <a:r>
              <a:rPr lang="en-US" sz="1275" b="1" dirty="0">
                <a:solidFill>
                  <a:srgbClr val="8ECAE6"/>
                </a:solidFill>
                <a:latin typeface="Segoe UI" panose="020B0502040204020203" pitchFamily="34" charset="0"/>
              </a:rPr>
              <a:t>KMS</a:t>
            </a:r>
          </a:p>
        </p:txBody>
      </p:sp>
      <p:sp>
        <p:nvSpPr>
          <p:cNvPr id="8" name="s308">
            <a:extLst>
              <a:ext uri="{FF2B5EF4-FFF2-40B4-BE49-F238E27FC236}">
                <a16:creationId xmlns:a16="http://schemas.microsoft.com/office/drawing/2014/main" id="{DD8E72BF-F756-B5B8-E6CB-DB6D26D0B15B}"/>
              </a:ext>
            </a:extLst>
          </p:cNvPr>
          <p:cNvSpPr txBox="1">
            <a:spLocks noGrp="1"/>
          </p:cNvSpPr>
          <p:nvPr/>
        </p:nvSpPr>
        <p:spPr>
          <a:xfrm>
            <a:off x="3617400" y="1179625"/>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Client Machine</a:t>
            </a:r>
          </a:p>
        </p:txBody>
      </p:sp>
      <p:sp>
        <p:nvSpPr>
          <p:cNvPr id="9" name="s309">
            <a:extLst>
              <a:ext uri="{FF2B5EF4-FFF2-40B4-BE49-F238E27FC236}">
                <a16:creationId xmlns:a16="http://schemas.microsoft.com/office/drawing/2014/main" id="{B4446B01-9DED-7EA7-EC08-BE6CE719918D}"/>
              </a:ext>
            </a:extLst>
          </p:cNvPr>
          <p:cNvSpPr txBox="1">
            <a:spLocks noGrp="1"/>
          </p:cNvSpPr>
          <p:nvPr/>
        </p:nvSpPr>
        <p:spPr>
          <a:xfrm>
            <a:off x="4302000" y="1494625"/>
            <a:ext cx="195000" cy="225000"/>
          </a:xfrm>
          <a:prstGeom prst="downArrow">
            <a:avLst/>
          </a:prstGeom>
          <a:solidFill>
            <a:srgbClr val="243A5E"/>
          </a:solidFill>
          <a:ln>
            <a:noFill/>
          </a:ln>
        </p:spPr>
        <p:txBody>
          <a:bodyPr/>
          <a:lstStyle/>
          <a:p>
            <a:endParaRPr lang="en-GB"/>
          </a:p>
        </p:txBody>
      </p:sp>
      <p:sp>
        <p:nvSpPr>
          <p:cNvPr id="10" name="s310">
            <a:extLst>
              <a:ext uri="{FF2B5EF4-FFF2-40B4-BE49-F238E27FC236}">
                <a16:creationId xmlns:a16="http://schemas.microsoft.com/office/drawing/2014/main" id="{23565738-6D84-F705-01FD-2EB166501810}"/>
              </a:ext>
            </a:extLst>
          </p:cNvPr>
          <p:cNvSpPr txBox="1">
            <a:spLocks noGrp="1"/>
          </p:cNvSpPr>
          <p:nvPr/>
        </p:nvSpPr>
        <p:spPr>
          <a:xfrm>
            <a:off x="3617400" y="1719625"/>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KMS Host (on-premises)</a:t>
            </a:r>
          </a:p>
        </p:txBody>
      </p:sp>
      <p:sp>
        <p:nvSpPr>
          <p:cNvPr id="11" name="s311">
            <a:extLst>
              <a:ext uri="{FF2B5EF4-FFF2-40B4-BE49-F238E27FC236}">
                <a16:creationId xmlns:a16="http://schemas.microsoft.com/office/drawing/2014/main" id="{FE1ED166-DF4A-AB41-E234-577A6F2D9C44}"/>
              </a:ext>
            </a:extLst>
          </p:cNvPr>
          <p:cNvSpPr txBox="1">
            <a:spLocks noGrp="1"/>
          </p:cNvSpPr>
          <p:nvPr/>
        </p:nvSpPr>
        <p:spPr>
          <a:xfrm>
            <a:off x="4302000" y="2034625"/>
            <a:ext cx="195000" cy="225000"/>
          </a:xfrm>
          <a:prstGeom prst="downArrow">
            <a:avLst/>
          </a:prstGeom>
          <a:solidFill>
            <a:srgbClr val="243A5E"/>
          </a:solidFill>
          <a:ln>
            <a:noFill/>
          </a:ln>
        </p:spPr>
        <p:txBody>
          <a:bodyPr/>
          <a:lstStyle/>
          <a:p>
            <a:endParaRPr lang="en-GB"/>
          </a:p>
        </p:txBody>
      </p:sp>
      <p:sp>
        <p:nvSpPr>
          <p:cNvPr id="12" name="s312">
            <a:extLst>
              <a:ext uri="{FF2B5EF4-FFF2-40B4-BE49-F238E27FC236}">
                <a16:creationId xmlns:a16="http://schemas.microsoft.com/office/drawing/2014/main" id="{6133F770-A975-51ED-F0A5-5A845A1C4F64}"/>
              </a:ext>
            </a:extLst>
          </p:cNvPr>
          <p:cNvSpPr txBox="1">
            <a:spLocks noGrp="1"/>
          </p:cNvSpPr>
          <p:nvPr/>
        </p:nvSpPr>
        <p:spPr>
          <a:xfrm>
            <a:off x="3617400" y="2259625"/>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Microsoft Servers</a:t>
            </a:r>
          </a:p>
        </p:txBody>
      </p:sp>
      <p:sp>
        <p:nvSpPr>
          <p:cNvPr id="13" name="s313">
            <a:extLst>
              <a:ext uri="{FF2B5EF4-FFF2-40B4-BE49-F238E27FC236}">
                <a16:creationId xmlns:a16="http://schemas.microsoft.com/office/drawing/2014/main" id="{8E8A4071-3001-94DF-30E2-3E99B7DDE4BB}"/>
              </a:ext>
            </a:extLst>
          </p:cNvPr>
          <p:cNvSpPr txBox="1">
            <a:spLocks noGrp="1"/>
          </p:cNvSpPr>
          <p:nvPr/>
        </p:nvSpPr>
        <p:spPr>
          <a:xfrm>
            <a:off x="3510750" y="2634625"/>
            <a:ext cx="1777500" cy="300000"/>
          </a:xfrm>
          <a:prstGeom prst="rect">
            <a:avLst/>
          </a:prstGeom>
          <a:solidFill>
            <a:srgbClr val="243A5E"/>
          </a:solidFill>
          <a:ln>
            <a:noFill/>
          </a:ln>
        </p:spPr>
        <p:txBody>
          <a:bodyPr wrap="square" anchor="ctr">
            <a:normAutofit fontScale="92500"/>
          </a:bodyPr>
          <a:lstStyle/>
          <a:p>
            <a:pPr algn="ctr"/>
            <a:r>
              <a:rPr lang="en-US" sz="900" b="1" dirty="0">
                <a:solidFill>
                  <a:srgbClr val="8ECAE6"/>
                </a:solidFill>
                <a:latin typeface="Segoe UI" panose="020B0502040204020203" pitchFamily="34" charset="0"/>
              </a:rPr>
              <a:t>KMS Host first, then local only</a:t>
            </a:r>
          </a:p>
        </p:txBody>
      </p:sp>
      <p:sp>
        <p:nvSpPr>
          <p:cNvPr id="14" name="s314">
            <a:extLst>
              <a:ext uri="{FF2B5EF4-FFF2-40B4-BE49-F238E27FC236}">
                <a16:creationId xmlns:a16="http://schemas.microsoft.com/office/drawing/2014/main" id="{BFF16F80-DF44-A4BD-3585-B4E511C7057D}"/>
              </a:ext>
            </a:extLst>
          </p:cNvPr>
          <p:cNvSpPr txBox="1">
            <a:spLocks noGrp="1"/>
          </p:cNvSpPr>
          <p:nvPr/>
        </p:nvSpPr>
        <p:spPr>
          <a:xfrm>
            <a:off x="5364000" y="789625"/>
            <a:ext cx="1777500" cy="300000"/>
          </a:xfrm>
          <a:prstGeom prst="rect">
            <a:avLst/>
          </a:prstGeom>
          <a:solidFill>
            <a:srgbClr val="0076D4"/>
          </a:solidFill>
          <a:ln>
            <a:noFill/>
          </a:ln>
        </p:spPr>
        <p:txBody>
          <a:bodyPr wrap="square" anchor="ctr">
            <a:normAutofit/>
          </a:bodyPr>
          <a:lstStyle/>
          <a:p>
            <a:pPr algn="ctr"/>
            <a:r>
              <a:rPr lang="en-US" sz="1275" b="1" dirty="0">
                <a:solidFill>
                  <a:srgbClr val="FFFFFF"/>
                </a:solidFill>
                <a:latin typeface="Segoe UI" panose="020B0502040204020203" pitchFamily="34" charset="0"/>
              </a:rPr>
              <a:t>MAK</a:t>
            </a:r>
          </a:p>
        </p:txBody>
      </p:sp>
      <p:sp>
        <p:nvSpPr>
          <p:cNvPr id="15" name="s315">
            <a:extLst>
              <a:ext uri="{FF2B5EF4-FFF2-40B4-BE49-F238E27FC236}">
                <a16:creationId xmlns:a16="http://schemas.microsoft.com/office/drawing/2014/main" id="{EDFC55AE-C9F6-0C09-68CD-696403CDA42B}"/>
              </a:ext>
            </a:extLst>
          </p:cNvPr>
          <p:cNvSpPr txBox="1">
            <a:spLocks noGrp="1"/>
          </p:cNvSpPr>
          <p:nvPr/>
        </p:nvSpPr>
        <p:spPr>
          <a:xfrm>
            <a:off x="5470650" y="1179625"/>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Client Machine</a:t>
            </a:r>
          </a:p>
        </p:txBody>
      </p:sp>
      <p:sp>
        <p:nvSpPr>
          <p:cNvPr id="16" name="s316">
            <a:extLst>
              <a:ext uri="{FF2B5EF4-FFF2-40B4-BE49-F238E27FC236}">
                <a16:creationId xmlns:a16="http://schemas.microsoft.com/office/drawing/2014/main" id="{5D42008C-543E-1242-59AC-F5AEC01E726D}"/>
              </a:ext>
            </a:extLst>
          </p:cNvPr>
          <p:cNvSpPr txBox="1">
            <a:spLocks noGrp="1"/>
          </p:cNvSpPr>
          <p:nvPr/>
        </p:nvSpPr>
        <p:spPr>
          <a:xfrm>
            <a:off x="6155250" y="1494625"/>
            <a:ext cx="195000" cy="225000"/>
          </a:xfrm>
          <a:prstGeom prst="downArrow">
            <a:avLst/>
          </a:prstGeom>
          <a:solidFill>
            <a:srgbClr val="0076D4"/>
          </a:solidFill>
          <a:ln>
            <a:noFill/>
          </a:ln>
        </p:spPr>
        <p:txBody>
          <a:bodyPr/>
          <a:lstStyle/>
          <a:p>
            <a:endParaRPr lang="en-GB"/>
          </a:p>
        </p:txBody>
      </p:sp>
      <p:sp>
        <p:nvSpPr>
          <p:cNvPr id="17" name="s317">
            <a:extLst>
              <a:ext uri="{FF2B5EF4-FFF2-40B4-BE49-F238E27FC236}">
                <a16:creationId xmlns:a16="http://schemas.microsoft.com/office/drawing/2014/main" id="{D1342705-0C5B-C3C7-0553-E77A0B617309}"/>
              </a:ext>
            </a:extLst>
          </p:cNvPr>
          <p:cNvSpPr txBox="1">
            <a:spLocks noGrp="1"/>
          </p:cNvSpPr>
          <p:nvPr/>
        </p:nvSpPr>
        <p:spPr>
          <a:xfrm>
            <a:off x="5470650" y="1719625"/>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Your Server (direct)</a:t>
            </a:r>
          </a:p>
        </p:txBody>
      </p:sp>
      <p:sp>
        <p:nvSpPr>
          <p:cNvPr id="18" name="s318">
            <a:extLst>
              <a:ext uri="{FF2B5EF4-FFF2-40B4-BE49-F238E27FC236}">
                <a16:creationId xmlns:a16="http://schemas.microsoft.com/office/drawing/2014/main" id="{DA5874A7-36E2-42D0-38B9-862690FDB64B}"/>
              </a:ext>
            </a:extLst>
          </p:cNvPr>
          <p:cNvSpPr txBox="1">
            <a:spLocks noGrp="1"/>
          </p:cNvSpPr>
          <p:nvPr/>
        </p:nvSpPr>
        <p:spPr>
          <a:xfrm>
            <a:off x="6155250" y="2034625"/>
            <a:ext cx="195000" cy="225000"/>
          </a:xfrm>
          <a:prstGeom prst="downArrow">
            <a:avLst/>
          </a:prstGeom>
          <a:solidFill>
            <a:srgbClr val="0076D4"/>
          </a:solidFill>
          <a:ln>
            <a:noFill/>
          </a:ln>
        </p:spPr>
        <p:txBody>
          <a:bodyPr/>
          <a:lstStyle/>
          <a:p>
            <a:endParaRPr lang="en-GB"/>
          </a:p>
        </p:txBody>
      </p:sp>
      <p:sp>
        <p:nvSpPr>
          <p:cNvPr id="19" name="s319">
            <a:extLst>
              <a:ext uri="{FF2B5EF4-FFF2-40B4-BE49-F238E27FC236}">
                <a16:creationId xmlns:a16="http://schemas.microsoft.com/office/drawing/2014/main" id="{5578D5A3-E775-11A8-627E-986CD8F72054}"/>
              </a:ext>
            </a:extLst>
          </p:cNvPr>
          <p:cNvSpPr txBox="1">
            <a:spLocks noGrp="1"/>
          </p:cNvSpPr>
          <p:nvPr/>
        </p:nvSpPr>
        <p:spPr>
          <a:xfrm>
            <a:off x="5470650" y="2259625"/>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Microsoft Activation</a:t>
            </a:r>
          </a:p>
        </p:txBody>
      </p:sp>
      <p:sp>
        <p:nvSpPr>
          <p:cNvPr id="20" name="s320">
            <a:extLst>
              <a:ext uri="{FF2B5EF4-FFF2-40B4-BE49-F238E27FC236}">
                <a16:creationId xmlns:a16="http://schemas.microsoft.com/office/drawing/2014/main" id="{3ECE1855-0CFE-1BF9-623F-019D95A8EA60}"/>
              </a:ext>
            </a:extLst>
          </p:cNvPr>
          <p:cNvSpPr txBox="1">
            <a:spLocks noGrp="1"/>
          </p:cNvSpPr>
          <p:nvPr/>
        </p:nvSpPr>
        <p:spPr>
          <a:xfrm>
            <a:off x="5364000" y="2634625"/>
            <a:ext cx="1777500" cy="300000"/>
          </a:xfrm>
          <a:prstGeom prst="rect">
            <a:avLst/>
          </a:prstGeom>
          <a:solidFill>
            <a:srgbClr val="0076D4"/>
          </a:solidFill>
          <a:ln>
            <a:noFill/>
          </a:ln>
        </p:spPr>
        <p:txBody>
          <a:bodyPr wrap="square" anchor="ctr">
            <a:normAutofit/>
          </a:bodyPr>
          <a:lstStyle/>
          <a:p>
            <a:pPr algn="ctr"/>
            <a:r>
              <a:rPr lang="en-US" sz="900" b="1" dirty="0">
                <a:solidFill>
                  <a:srgbClr val="FFFFFF"/>
                </a:solidFill>
                <a:latin typeface="Segoe UI" panose="020B0502040204020203" pitchFamily="34" charset="0"/>
              </a:rPr>
              <a:t>Direct to Microsoft online</a:t>
            </a:r>
          </a:p>
        </p:txBody>
      </p:sp>
      <p:sp>
        <p:nvSpPr>
          <p:cNvPr id="21" name="s321">
            <a:extLst>
              <a:ext uri="{FF2B5EF4-FFF2-40B4-BE49-F238E27FC236}">
                <a16:creationId xmlns:a16="http://schemas.microsoft.com/office/drawing/2014/main" id="{E527D071-8387-66EA-BF1B-493504F56EBA}"/>
              </a:ext>
            </a:extLst>
          </p:cNvPr>
          <p:cNvSpPr txBox="1">
            <a:spLocks noGrp="1"/>
          </p:cNvSpPr>
          <p:nvPr/>
        </p:nvSpPr>
        <p:spPr>
          <a:xfrm>
            <a:off x="7217250" y="789625"/>
            <a:ext cx="1777500" cy="300000"/>
          </a:xfrm>
          <a:prstGeom prst="rect">
            <a:avLst/>
          </a:prstGeom>
          <a:solidFill>
            <a:srgbClr val="0076D4"/>
          </a:solidFill>
          <a:ln>
            <a:noFill/>
          </a:ln>
        </p:spPr>
        <p:txBody>
          <a:bodyPr wrap="square" anchor="ctr">
            <a:normAutofit/>
          </a:bodyPr>
          <a:lstStyle/>
          <a:p>
            <a:pPr algn="ctr"/>
            <a:r>
              <a:rPr lang="en-US" sz="1275" b="1" dirty="0">
                <a:solidFill>
                  <a:srgbClr val="023047"/>
                </a:solidFill>
                <a:latin typeface="Segoe UI" panose="020B0502040204020203" pitchFamily="34" charset="0"/>
              </a:rPr>
              <a:t>ADBA</a:t>
            </a:r>
          </a:p>
        </p:txBody>
      </p:sp>
      <p:sp>
        <p:nvSpPr>
          <p:cNvPr id="22" name="s322">
            <a:extLst>
              <a:ext uri="{FF2B5EF4-FFF2-40B4-BE49-F238E27FC236}">
                <a16:creationId xmlns:a16="http://schemas.microsoft.com/office/drawing/2014/main" id="{E9C5FBE3-F170-CB0B-A93D-5FFD9C19E975}"/>
              </a:ext>
            </a:extLst>
          </p:cNvPr>
          <p:cNvSpPr txBox="1">
            <a:spLocks noGrp="1"/>
          </p:cNvSpPr>
          <p:nvPr/>
        </p:nvSpPr>
        <p:spPr>
          <a:xfrm>
            <a:off x="7323900" y="1179625"/>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Client Machine</a:t>
            </a:r>
          </a:p>
        </p:txBody>
      </p:sp>
      <p:sp>
        <p:nvSpPr>
          <p:cNvPr id="23" name="s323">
            <a:extLst>
              <a:ext uri="{FF2B5EF4-FFF2-40B4-BE49-F238E27FC236}">
                <a16:creationId xmlns:a16="http://schemas.microsoft.com/office/drawing/2014/main" id="{8A15E7DE-A280-DC01-C14E-CE27204AFFF2}"/>
              </a:ext>
            </a:extLst>
          </p:cNvPr>
          <p:cNvSpPr txBox="1">
            <a:spLocks noGrp="1"/>
          </p:cNvSpPr>
          <p:nvPr/>
        </p:nvSpPr>
        <p:spPr>
          <a:xfrm>
            <a:off x="8008500" y="1494625"/>
            <a:ext cx="195000" cy="225000"/>
          </a:xfrm>
          <a:prstGeom prst="downArrow">
            <a:avLst/>
          </a:prstGeom>
          <a:solidFill>
            <a:srgbClr val="0076D4"/>
          </a:solidFill>
          <a:ln>
            <a:noFill/>
          </a:ln>
        </p:spPr>
        <p:txBody>
          <a:bodyPr/>
          <a:lstStyle/>
          <a:p>
            <a:endParaRPr lang="en-GB"/>
          </a:p>
        </p:txBody>
      </p:sp>
      <p:sp>
        <p:nvSpPr>
          <p:cNvPr id="24" name="s324">
            <a:extLst>
              <a:ext uri="{FF2B5EF4-FFF2-40B4-BE49-F238E27FC236}">
                <a16:creationId xmlns:a16="http://schemas.microsoft.com/office/drawing/2014/main" id="{05B9C4C8-D26F-8E8E-F191-70C39141FDC7}"/>
              </a:ext>
            </a:extLst>
          </p:cNvPr>
          <p:cNvSpPr txBox="1">
            <a:spLocks noGrp="1"/>
          </p:cNvSpPr>
          <p:nvPr/>
        </p:nvSpPr>
        <p:spPr>
          <a:xfrm>
            <a:off x="7323900" y="1719625"/>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AD DS (on domain join)</a:t>
            </a:r>
          </a:p>
        </p:txBody>
      </p:sp>
      <p:sp>
        <p:nvSpPr>
          <p:cNvPr id="25" name="s325">
            <a:extLst>
              <a:ext uri="{FF2B5EF4-FFF2-40B4-BE49-F238E27FC236}">
                <a16:creationId xmlns:a16="http://schemas.microsoft.com/office/drawing/2014/main" id="{97771834-77D3-D4E1-F1F7-36B26E22D7BA}"/>
              </a:ext>
            </a:extLst>
          </p:cNvPr>
          <p:cNvSpPr txBox="1">
            <a:spLocks noGrp="1"/>
          </p:cNvSpPr>
          <p:nvPr/>
        </p:nvSpPr>
        <p:spPr>
          <a:xfrm>
            <a:off x="8008500" y="2034625"/>
            <a:ext cx="195000" cy="225000"/>
          </a:xfrm>
          <a:prstGeom prst="downArrow">
            <a:avLst/>
          </a:prstGeom>
          <a:solidFill>
            <a:srgbClr val="0076D4"/>
          </a:solidFill>
          <a:ln>
            <a:noFill/>
          </a:ln>
        </p:spPr>
        <p:txBody>
          <a:bodyPr/>
          <a:lstStyle/>
          <a:p>
            <a:endParaRPr lang="en-GB"/>
          </a:p>
        </p:txBody>
      </p:sp>
      <p:sp>
        <p:nvSpPr>
          <p:cNvPr id="26" name="s326">
            <a:extLst>
              <a:ext uri="{FF2B5EF4-FFF2-40B4-BE49-F238E27FC236}">
                <a16:creationId xmlns:a16="http://schemas.microsoft.com/office/drawing/2014/main" id="{9AA7A618-C915-AC36-8E9A-7D56C3797CCE}"/>
              </a:ext>
            </a:extLst>
          </p:cNvPr>
          <p:cNvSpPr txBox="1">
            <a:spLocks noGrp="1"/>
          </p:cNvSpPr>
          <p:nvPr/>
        </p:nvSpPr>
        <p:spPr>
          <a:xfrm>
            <a:off x="7323900" y="2259625"/>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Domain Controller</a:t>
            </a:r>
          </a:p>
        </p:txBody>
      </p:sp>
      <p:sp>
        <p:nvSpPr>
          <p:cNvPr id="27" name="s327">
            <a:extLst>
              <a:ext uri="{FF2B5EF4-FFF2-40B4-BE49-F238E27FC236}">
                <a16:creationId xmlns:a16="http://schemas.microsoft.com/office/drawing/2014/main" id="{48D1F74D-8413-07BD-B1FC-282CD7756FBF}"/>
              </a:ext>
            </a:extLst>
          </p:cNvPr>
          <p:cNvSpPr txBox="1">
            <a:spLocks noGrp="1"/>
          </p:cNvSpPr>
          <p:nvPr/>
        </p:nvSpPr>
        <p:spPr>
          <a:xfrm>
            <a:off x="7217250" y="2634625"/>
            <a:ext cx="1777500" cy="300000"/>
          </a:xfrm>
          <a:prstGeom prst="rect">
            <a:avLst/>
          </a:prstGeom>
          <a:solidFill>
            <a:srgbClr val="0076D4"/>
          </a:solidFill>
          <a:ln>
            <a:noFill/>
          </a:ln>
        </p:spPr>
        <p:txBody>
          <a:bodyPr wrap="square" anchor="ctr">
            <a:normAutofit/>
          </a:bodyPr>
          <a:lstStyle/>
          <a:p>
            <a:pPr algn="ctr"/>
            <a:r>
              <a:rPr lang="en-US" sz="900" b="1" dirty="0">
                <a:solidFill>
                  <a:srgbClr val="023047"/>
                </a:solidFill>
                <a:latin typeface="Segoe UI" panose="020B0502040204020203" pitchFamily="34" charset="0"/>
              </a:rPr>
              <a:t>Fully offline once AD is ready</a:t>
            </a:r>
          </a:p>
        </p:txBody>
      </p:sp>
      <p:sp>
        <p:nvSpPr>
          <p:cNvPr id="28" name="Course footer">
            <a:extLst>
              <a:ext uri="{FF2B5EF4-FFF2-40B4-BE49-F238E27FC236}">
                <a16:creationId xmlns:a16="http://schemas.microsoft.com/office/drawing/2014/main" id="{2A18D4AB-FE9E-5CAC-B831-462CEC9D588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9" name="TextBox 28">
            <a:extLst>
              <a:ext uri="{FF2B5EF4-FFF2-40B4-BE49-F238E27FC236}">
                <a16:creationId xmlns:a16="http://schemas.microsoft.com/office/drawing/2014/main" id="{B32D37F9-ADD3-C1C3-29F1-3A1B88C8CD4C}"/>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02385884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E81EA-1ADD-4C16-E1C8-0263370E30A3}"/>
              </a:ext>
            </a:extLst>
          </p:cNvPr>
          <p:cNvSpPr>
            <a:spLocks noGrp="1"/>
          </p:cNvSpPr>
          <p:nvPr>
            <p:ph type="title" idx="4294967295"/>
          </p:nvPr>
        </p:nvSpPr>
        <p:spPr>
          <a:xfrm>
            <a:off x="0" y="438150"/>
            <a:ext cx="8258175" cy="369888"/>
          </a:xfrm>
        </p:spPr>
        <p:txBody>
          <a:bodyPr wrap="square">
            <a:noAutofit/>
          </a:bodyPr>
          <a:lstStyle/>
          <a:p>
            <a:r>
              <a:rPr lang="en-GB"/>
              <a:t>Licensing Decision Flowchart</a:t>
            </a:r>
          </a:p>
        </p:txBody>
      </p:sp>
      <p:sp>
        <p:nvSpPr>
          <p:cNvPr id="6" name="s202">
            <a:extLst>
              <a:ext uri="{FF2B5EF4-FFF2-40B4-BE49-F238E27FC236}">
                <a16:creationId xmlns:a16="http://schemas.microsoft.com/office/drawing/2014/main" id="{232FC57E-6A4A-062F-2C76-B847AE4042F6}"/>
              </a:ext>
            </a:extLst>
          </p:cNvPr>
          <p:cNvSpPr txBox="1">
            <a:spLocks noGrp="1"/>
          </p:cNvSpPr>
          <p:nvPr/>
        </p:nvSpPr>
        <p:spPr>
          <a:xfrm>
            <a:off x="0" y="900747"/>
            <a:ext cx="3600000" cy="21431"/>
          </a:xfrm>
          <a:prstGeom prst="rect">
            <a:avLst/>
          </a:prstGeom>
          <a:solidFill>
            <a:srgbClr val="0076D4"/>
          </a:solidFill>
          <a:ln>
            <a:noFill/>
          </a:ln>
        </p:spPr>
        <p:txBody>
          <a:bodyPr/>
          <a:lstStyle/>
          <a:p>
            <a:endParaRPr lang="en-GB"/>
          </a:p>
        </p:txBody>
      </p:sp>
      <p:sp>
        <p:nvSpPr>
          <p:cNvPr id="7" name="s205">
            <a:extLst>
              <a:ext uri="{FF2B5EF4-FFF2-40B4-BE49-F238E27FC236}">
                <a16:creationId xmlns:a16="http://schemas.microsoft.com/office/drawing/2014/main" id="{442553F7-647E-92EC-F27D-31FB7647A8D6}"/>
              </a:ext>
            </a:extLst>
          </p:cNvPr>
          <p:cNvSpPr txBox="1">
            <a:spLocks noGrp="1"/>
          </p:cNvSpPr>
          <p:nvPr/>
        </p:nvSpPr>
        <p:spPr>
          <a:xfrm>
            <a:off x="150000" y="981035"/>
            <a:ext cx="8844000" cy="315000"/>
          </a:xfrm>
          <a:prstGeom prst="rect">
            <a:avLst/>
          </a:prstGeom>
          <a:solidFill>
            <a:srgbClr val="0076D4"/>
          </a:solidFill>
          <a:ln>
            <a:noFill/>
          </a:ln>
        </p:spPr>
        <p:txBody>
          <a:bodyPr wrap="square" anchor="ctr">
            <a:normAutofit lnSpcReduction="10000"/>
          </a:bodyPr>
          <a:lstStyle/>
          <a:p>
            <a:pPr algn="ctr"/>
            <a:r>
              <a:rPr lang="en-US" sz="1500" b="1" dirty="0">
                <a:solidFill>
                  <a:srgbClr val="023047"/>
                </a:solidFill>
                <a:latin typeface="Segoe UI" panose="020B0502040204020203" pitchFamily="34" charset="0"/>
              </a:rPr>
              <a:t>What is your Windows Server deployment?</a:t>
            </a:r>
          </a:p>
        </p:txBody>
      </p:sp>
      <p:sp>
        <p:nvSpPr>
          <p:cNvPr id="8" name="s209">
            <a:extLst>
              <a:ext uri="{FF2B5EF4-FFF2-40B4-BE49-F238E27FC236}">
                <a16:creationId xmlns:a16="http://schemas.microsoft.com/office/drawing/2014/main" id="{B6BAE46F-EAAD-94DE-678D-9EB39FF48D69}"/>
              </a:ext>
            </a:extLst>
          </p:cNvPr>
          <p:cNvSpPr txBox="1">
            <a:spLocks noGrp="1"/>
          </p:cNvSpPr>
          <p:nvPr/>
        </p:nvSpPr>
        <p:spPr>
          <a:xfrm>
            <a:off x="225000" y="1437188"/>
            <a:ext cx="2550000" cy="345000"/>
          </a:xfrm>
          <a:prstGeom prst="rect">
            <a:avLst/>
          </a:prstGeom>
          <a:solidFill>
            <a:srgbClr val="243A5E"/>
          </a:solidFill>
          <a:ln>
            <a:noFill/>
          </a:ln>
        </p:spPr>
        <p:txBody>
          <a:bodyPr wrap="square" anchor="ctr">
            <a:normAutofit/>
          </a:bodyPr>
          <a:lstStyle/>
          <a:p>
            <a:pPr algn="ctr"/>
            <a:r>
              <a:rPr lang="en-US" sz="1275" b="1" dirty="0">
                <a:solidFill>
                  <a:srgbClr val="FFFFFF"/>
                </a:solidFill>
                <a:latin typeface="Segoe UI" panose="020B0502040204020203" pitchFamily="34" charset="0"/>
              </a:rPr>
              <a:t>On-Premises Server</a:t>
            </a:r>
          </a:p>
        </p:txBody>
      </p:sp>
      <p:sp>
        <p:nvSpPr>
          <p:cNvPr id="9" name="s210">
            <a:extLst>
              <a:ext uri="{FF2B5EF4-FFF2-40B4-BE49-F238E27FC236}">
                <a16:creationId xmlns:a16="http://schemas.microsoft.com/office/drawing/2014/main" id="{7148BF18-8CBC-140E-79BA-6BC122BD5236}"/>
              </a:ext>
            </a:extLst>
          </p:cNvPr>
          <p:cNvSpPr txBox="1">
            <a:spLocks noGrp="1"/>
          </p:cNvSpPr>
          <p:nvPr/>
        </p:nvSpPr>
        <p:spPr>
          <a:xfrm>
            <a:off x="3297000" y="1437188"/>
            <a:ext cx="2550000" cy="345000"/>
          </a:xfrm>
          <a:prstGeom prst="rect">
            <a:avLst/>
          </a:prstGeom>
          <a:solidFill>
            <a:srgbClr val="0076D4"/>
          </a:solidFill>
          <a:ln>
            <a:noFill/>
          </a:ln>
        </p:spPr>
        <p:txBody>
          <a:bodyPr wrap="square" anchor="ctr">
            <a:normAutofit/>
          </a:bodyPr>
          <a:lstStyle/>
          <a:p>
            <a:pPr algn="ctr"/>
            <a:r>
              <a:rPr lang="en-US" sz="1275" b="1" dirty="0">
                <a:solidFill>
                  <a:srgbClr val="FFFFFF"/>
                </a:solidFill>
                <a:latin typeface="Segoe UI" panose="020B0502040204020203" pitchFamily="34" charset="0"/>
              </a:rPr>
              <a:t>Azure Virtual Machine</a:t>
            </a:r>
          </a:p>
        </p:txBody>
      </p:sp>
      <p:sp>
        <p:nvSpPr>
          <p:cNvPr id="10" name="s211">
            <a:extLst>
              <a:ext uri="{FF2B5EF4-FFF2-40B4-BE49-F238E27FC236}">
                <a16:creationId xmlns:a16="http://schemas.microsoft.com/office/drawing/2014/main" id="{BCE693D0-9ADD-A5AB-452C-865AE019C926}"/>
              </a:ext>
            </a:extLst>
          </p:cNvPr>
          <p:cNvSpPr txBox="1">
            <a:spLocks noGrp="1"/>
          </p:cNvSpPr>
          <p:nvPr/>
        </p:nvSpPr>
        <p:spPr>
          <a:xfrm>
            <a:off x="6369000" y="1437188"/>
            <a:ext cx="2550000" cy="345000"/>
          </a:xfrm>
          <a:prstGeom prst="rect">
            <a:avLst/>
          </a:prstGeom>
          <a:solidFill>
            <a:srgbClr val="243A5E"/>
          </a:solidFill>
          <a:ln>
            <a:noFill/>
          </a:ln>
        </p:spPr>
        <p:txBody>
          <a:bodyPr wrap="square" anchor="ctr">
            <a:normAutofit/>
          </a:bodyPr>
          <a:lstStyle/>
          <a:p>
            <a:pPr algn="ctr"/>
            <a:r>
              <a:rPr lang="en-US" sz="1275" b="1" dirty="0">
                <a:solidFill>
                  <a:srgbClr val="FFFFFF"/>
                </a:solidFill>
                <a:latin typeface="Segoe UI" panose="020B0502040204020203" pitchFamily="34" charset="0"/>
              </a:rPr>
              <a:t>Azure Arc-Connected</a:t>
            </a:r>
          </a:p>
        </p:txBody>
      </p:sp>
      <p:sp>
        <p:nvSpPr>
          <p:cNvPr id="11" name="s212">
            <a:extLst>
              <a:ext uri="{FF2B5EF4-FFF2-40B4-BE49-F238E27FC236}">
                <a16:creationId xmlns:a16="http://schemas.microsoft.com/office/drawing/2014/main" id="{3E2806EE-DC07-D95E-3A18-FC39E720C389}"/>
              </a:ext>
            </a:extLst>
          </p:cNvPr>
          <p:cNvSpPr txBox="1">
            <a:spLocks noGrp="1"/>
          </p:cNvSpPr>
          <p:nvPr/>
        </p:nvSpPr>
        <p:spPr>
          <a:xfrm>
            <a:off x="1387500" y="1782188"/>
            <a:ext cx="225000" cy="210000"/>
          </a:xfrm>
          <a:prstGeom prst="downArrow">
            <a:avLst/>
          </a:prstGeom>
          <a:solidFill>
            <a:srgbClr val="8ECAE6"/>
          </a:solidFill>
          <a:ln>
            <a:noFill/>
          </a:ln>
        </p:spPr>
        <p:txBody>
          <a:bodyPr/>
          <a:lstStyle/>
          <a:p>
            <a:endParaRPr lang="en-GB"/>
          </a:p>
        </p:txBody>
      </p:sp>
      <p:sp>
        <p:nvSpPr>
          <p:cNvPr id="12" name="s213">
            <a:extLst>
              <a:ext uri="{FF2B5EF4-FFF2-40B4-BE49-F238E27FC236}">
                <a16:creationId xmlns:a16="http://schemas.microsoft.com/office/drawing/2014/main" id="{467340D0-A790-9658-4B24-ABB8428A5B03}"/>
              </a:ext>
            </a:extLst>
          </p:cNvPr>
          <p:cNvSpPr txBox="1">
            <a:spLocks noGrp="1"/>
          </p:cNvSpPr>
          <p:nvPr/>
        </p:nvSpPr>
        <p:spPr>
          <a:xfrm>
            <a:off x="4459500" y="1782188"/>
            <a:ext cx="225000" cy="333462"/>
          </a:xfrm>
          <a:prstGeom prst="downArrow">
            <a:avLst/>
          </a:prstGeom>
          <a:solidFill>
            <a:srgbClr val="8ECAE6"/>
          </a:solidFill>
          <a:ln>
            <a:noFill/>
          </a:ln>
        </p:spPr>
        <p:txBody>
          <a:bodyPr/>
          <a:lstStyle/>
          <a:p>
            <a:endParaRPr lang="en-GB" dirty="0"/>
          </a:p>
        </p:txBody>
      </p:sp>
      <p:sp>
        <p:nvSpPr>
          <p:cNvPr id="13" name="s214">
            <a:extLst>
              <a:ext uri="{FF2B5EF4-FFF2-40B4-BE49-F238E27FC236}">
                <a16:creationId xmlns:a16="http://schemas.microsoft.com/office/drawing/2014/main" id="{A7EF542C-7DAD-2B3B-B3B3-414E1E9F5E5A}"/>
              </a:ext>
            </a:extLst>
          </p:cNvPr>
          <p:cNvSpPr txBox="1">
            <a:spLocks noGrp="1"/>
          </p:cNvSpPr>
          <p:nvPr/>
        </p:nvSpPr>
        <p:spPr>
          <a:xfrm>
            <a:off x="7531500" y="1782187"/>
            <a:ext cx="225000" cy="333461"/>
          </a:xfrm>
          <a:prstGeom prst="downArrow">
            <a:avLst/>
          </a:prstGeom>
          <a:solidFill>
            <a:srgbClr val="8ECAE6"/>
          </a:solidFill>
          <a:ln>
            <a:noFill/>
          </a:ln>
        </p:spPr>
        <p:txBody>
          <a:bodyPr/>
          <a:lstStyle/>
          <a:p>
            <a:endParaRPr lang="en-GB"/>
          </a:p>
        </p:txBody>
      </p:sp>
      <p:sp>
        <p:nvSpPr>
          <p:cNvPr id="14" name="s215">
            <a:extLst>
              <a:ext uri="{FF2B5EF4-FFF2-40B4-BE49-F238E27FC236}">
                <a16:creationId xmlns:a16="http://schemas.microsoft.com/office/drawing/2014/main" id="{8A52F5E7-5EA5-E13C-8E74-F8C95EC83709}"/>
              </a:ext>
            </a:extLst>
          </p:cNvPr>
          <p:cNvSpPr txBox="1">
            <a:spLocks noGrp="1"/>
          </p:cNvSpPr>
          <p:nvPr/>
        </p:nvSpPr>
        <p:spPr>
          <a:xfrm>
            <a:off x="225000" y="2034710"/>
            <a:ext cx="1199999" cy="671325"/>
          </a:xfrm>
          <a:prstGeom prst="rect">
            <a:avLst/>
          </a:prstGeom>
          <a:solidFill>
            <a:srgbClr val="8ECAE6"/>
          </a:solidFill>
          <a:ln>
            <a:noFill/>
          </a:ln>
        </p:spPr>
        <p:txBody>
          <a:bodyPr wrap="square" anchor="ctr">
            <a:normAutofit/>
          </a:bodyPr>
          <a:lstStyle/>
          <a:p>
            <a:pPr algn="ctr"/>
            <a:r>
              <a:rPr lang="en-US" sz="862" b="1" dirty="0">
                <a:solidFill>
                  <a:srgbClr val="023047"/>
                </a:solidFill>
                <a:latin typeface="Segoe UI" panose="020B0502040204020203" pitchFamily="34" charset="0"/>
              </a:rPr>
              <a:t>VM density ≤ 2</a:t>
            </a:r>
          </a:p>
          <a:p>
            <a:pPr algn="ctr"/>
            <a:r>
              <a:rPr lang="en-US" sz="900" dirty="0">
                <a:solidFill>
                  <a:srgbClr val="023047"/>
                </a:solidFill>
                <a:latin typeface="Segoe UI" panose="020B0502040204020203" pitchFamily="34" charset="0"/>
              </a:rPr>
              <a:t>→  Standard Edition</a:t>
            </a:r>
          </a:p>
          <a:p>
            <a:pPr algn="ctr"/>
            <a:r>
              <a:rPr lang="en-US" sz="800" dirty="0">
                <a:solidFill>
                  <a:srgbClr val="023047"/>
                </a:solidFill>
                <a:latin typeface="Segoe UI" panose="020B0502040204020203" pitchFamily="34" charset="0"/>
              </a:rPr>
              <a:t>Physical or low-density VMs</a:t>
            </a:r>
          </a:p>
        </p:txBody>
      </p:sp>
      <p:sp>
        <p:nvSpPr>
          <p:cNvPr id="15" name="s216">
            <a:extLst>
              <a:ext uri="{FF2B5EF4-FFF2-40B4-BE49-F238E27FC236}">
                <a16:creationId xmlns:a16="http://schemas.microsoft.com/office/drawing/2014/main" id="{AAC8E9CD-9DD8-2B9D-ACD8-D5C73D714475}"/>
              </a:ext>
            </a:extLst>
          </p:cNvPr>
          <p:cNvSpPr txBox="1">
            <a:spLocks noGrp="1"/>
          </p:cNvSpPr>
          <p:nvPr/>
        </p:nvSpPr>
        <p:spPr>
          <a:xfrm>
            <a:off x="1530000" y="2025650"/>
            <a:ext cx="1245000" cy="652500"/>
          </a:xfrm>
          <a:prstGeom prst="rect">
            <a:avLst/>
          </a:prstGeom>
          <a:solidFill>
            <a:srgbClr val="243A5E"/>
          </a:solidFill>
          <a:ln>
            <a:noFill/>
          </a:ln>
        </p:spPr>
        <p:txBody>
          <a:bodyPr wrap="square" anchor="ctr">
            <a:normAutofit fontScale="92500" lnSpcReduction="10000"/>
          </a:bodyPr>
          <a:lstStyle/>
          <a:p>
            <a:pPr algn="ctr"/>
            <a:r>
              <a:rPr lang="en-US" sz="862" b="1" dirty="0">
                <a:solidFill>
                  <a:srgbClr val="FFFFFF"/>
                </a:solidFill>
                <a:latin typeface="Segoe UI" panose="020B0502040204020203" pitchFamily="34" charset="0"/>
              </a:rPr>
              <a:t>VM density &gt; 2  /  S2D</a:t>
            </a:r>
          </a:p>
          <a:p>
            <a:pPr algn="ctr"/>
            <a:r>
              <a:rPr lang="en-US" sz="900" dirty="0">
                <a:solidFill>
                  <a:srgbClr val="FFFFFF"/>
                </a:solidFill>
                <a:latin typeface="Segoe UI" panose="020B0502040204020203" pitchFamily="34" charset="0"/>
              </a:rPr>
              <a:t>→  Datacenter Edition</a:t>
            </a:r>
          </a:p>
          <a:p>
            <a:pPr algn="ctr"/>
            <a:r>
              <a:rPr lang="en-US" sz="800" dirty="0">
                <a:solidFill>
                  <a:srgbClr val="FFFFFF"/>
                </a:solidFill>
                <a:latin typeface="Segoe UI" panose="020B0502040204020203" pitchFamily="34" charset="0"/>
              </a:rPr>
              <a:t>Unlimited VMs + advanced features</a:t>
            </a:r>
          </a:p>
        </p:txBody>
      </p:sp>
      <p:sp>
        <p:nvSpPr>
          <p:cNvPr id="16" name="s217">
            <a:extLst>
              <a:ext uri="{FF2B5EF4-FFF2-40B4-BE49-F238E27FC236}">
                <a16:creationId xmlns:a16="http://schemas.microsoft.com/office/drawing/2014/main" id="{3C93C298-1DB5-F428-9EE9-947D5E5E5A11}"/>
              </a:ext>
            </a:extLst>
          </p:cNvPr>
          <p:cNvSpPr txBox="1">
            <a:spLocks noGrp="1"/>
          </p:cNvSpPr>
          <p:nvPr/>
        </p:nvSpPr>
        <p:spPr>
          <a:xfrm>
            <a:off x="3177000" y="2067723"/>
            <a:ext cx="1245000" cy="671325"/>
          </a:xfrm>
          <a:prstGeom prst="rect">
            <a:avLst/>
          </a:prstGeom>
          <a:solidFill>
            <a:srgbClr val="0076D4"/>
          </a:solidFill>
          <a:ln>
            <a:noFill/>
          </a:ln>
        </p:spPr>
        <p:txBody>
          <a:bodyPr wrap="square" anchor="ctr">
            <a:normAutofit fontScale="92500" lnSpcReduction="10000"/>
          </a:bodyPr>
          <a:lstStyle/>
          <a:p>
            <a:pPr algn="ctr"/>
            <a:r>
              <a:rPr lang="en-US" sz="862" b="1" dirty="0">
                <a:solidFill>
                  <a:srgbClr val="FFFFFF"/>
                </a:solidFill>
                <a:latin typeface="Segoe UI" panose="020B0502040204020203" pitchFamily="34" charset="0"/>
              </a:rPr>
              <a:t>Have Windows Server SA</a:t>
            </a:r>
          </a:p>
          <a:p>
            <a:pPr algn="ctr"/>
            <a:r>
              <a:rPr lang="en-US" sz="900" dirty="0">
                <a:solidFill>
                  <a:srgbClr val="FFFFFF"/>
                </a:solidFill>
                <a:latin typeface="Segoe UI" panose="020B0502040204020203" pitchFamily="34" charset="0"/>
              </a:rPr>
              <a:t>→  Azure Hybrid Benefit</a:t>
            </a:r>
          </a:p>
          <a:p>
            <a:pPr algn="ctr"/>
            <a:r>
              <a:rPr lang="en-US" sz="800" dirty="0">
                <a:solidFill>
                  <a:srgbClr val="FFFFFF"/>
                </a:solidFill>
                <a:latin typeface="Segoe UI" panose="020B0502040204020203" pitchFamily="34" charset="0"/>
              </a:rPr>
              <a:t>Up to ~40% cost saving</a:t>
            </a:r>
          </a:p>
        </p:txBody>
      </p:sp>
      <p:sp>
        <p:nvSpPr>
          <p:cNvPr id="17" name="s218">
            <a:extLst>
              <a:ext uri="{FF2B5EF4-FFF2-40B4-BE49-F238E27FC236}">
                <a16:creationId xmlns:a16="http://schemas.microsoft.com/office/drawing/2014/main" id="{EA2555A8-B72A-E466-358F-F7ED3A229952}"/>
              </a:ext>
            </a:extLst>
          </p:cNvPr>
          <p:cNvSpPr txBox="1">
            <a:spLocks noGrp="1"/>
          </p:cNvSpPr>
          <p:nvPr/>
        </p:nvSpPr>
        <p:spPr>
          <a:xfrm>
            <a:off x="4722000" y="2067723"/>
            <a:ext cx="1199998" cy="671325"/>
          </a:xfrm>
          <a:prstGeom prst="rect">
            <a:avLst/>
          </a:prstGeom>
          <a:solidFill>
            <a:srgbClr val="EDF6FA"/>
          </a:solidFill>
          <a:ln w="9525">
            <a:solidFill>
              <a:srgbClr val="0076D4"/>
            </a:solidFill>
          </a:ln>
        </p:spPr>
        <p:txBody>
          <a:bodyPr wrap="square" anchor="ctr">
            <a:normAutofit lnSpcReduction="10000"/>
          </a:bodyPr>
          <a:lstStyle/>
          <a:p>
            <a:pPr algn="ctr"/>
            <a:r>
              <a:rPr lang="en-US" sz="862" b="1" dirty="0">
                <a:solidFill>
                  <a:srgbClr val="023047"/>
                </a:solidFill>
                <a:latin typeface="Segoe UI" panose="020B0502040204020203" pitchFamily="34" charset="0"/>
              </a:rPr>
              <a:t>No SA / new purchase</a:t>
            </a:r>
          </a:p>
          <a:p>
            <a:pPr algn="ctr"/>
            <a:r>
              <a:rPr lang="en-US" sz="900" dirty="0">
                <a:solidFill>
                  <a:srgbClr val="023047"/>
                </a:solidFill>
                <a:latin typeface="Segoe UI" panose="020B0502040204020203" pitchFamily="34" charset="0"/>
              </a:rPr>
              <a:t>→  Pay-as-you-go</a:t>
            </a:r>
          </a:p>
          <a:p>
            <a:pPr algn="ctr"/>
            <a:r>
              <a:rPr lang="en-US" sz="800" dirty="0">
                <a:solidFill>
                  <a:srgbClr val="023047"/>
                </a:solidFill>
                <a:latin typeface="Segoe UI" panose="020B0502040204020203" pitchFamily="34" charset="0"/>
              </a:rPr>
              <a:t>Standard Azure Marketplace rate</a:t>
            </a:r>
          </a:p>
        </p:txBody>
      </p:sp>
      <p:sp>
        <p:nvSpPr>
          <p:cNvPr id="18" name="s219">
            <a:extLst>
              <a:ext uri="{FF2B5EF4-FFF2-40B4-BE49-F238E27FC236}">
                <a16:creationId xmlns:a16="http://schemas.microsoft.com/office/drawing/2014/main" id="{C41F4A03-1E5E-6616-C90F-C4A5EDA8E291}"/>
              </a:ext>
            </a:extLst>
          </p:cNvPr>
          <p:cNvSpPr txBox="1">
            <a:spLocks noGrp="1"/>
          </p:cNvSpPr>
          <p:nvPr/>
        </p:nvSpPr>
        <p:spPr>
          <a:xfrm>
            <a:off x="6369000" y="2115650"/>
            <a:ext cx="1245000" cy="562500"/>
          </a:xfrm>
          <a:prstGeom prst="rect">
            <a:avLst/>
          </a:prstGeom>
          <a:solidFill>
            <a:srgbClr val="0076D4"/>
          </a:solidFill>
          <a:ln>
            <a:noFill/>
          </a:ln>
        </p:spPr>
        <p:txBody>
          <a:bodyPr wrap="square" anchor="ctr">
            <a:normAutofit fontScale="92500"/>
          </a:bodyPr>
          <a:lstStyle/>
          <a:p>
            <a:pPr algn="ctr"/>
            <a:r>
              <a:rPr lang="en-US" sz="862" b="1" dirty="0">
                <a:solidFill>
                  <a:srgbClr val="023047"/>
                </a:solidFill>
                <a:latin typeface="Segoe UI" panose="020B0502040204020203" pitchFamily="34" charset="0"/>
              </a:rPr>
              <a:t>Want monthly billing</a:t>
            </a:r>
          </a:p>
          <a:p>
            <a:pPr algn="ctr"/>
            <a:r>
              <a:rPr lang="en-US" sz="900" dirty="0">
                <a:solidFill>
                  <a:srgbClr val="023047"/>
                </a:solidFill>
                <a:latin typeface="Segoe UI" panose="020B0502040204020203" pitchFamily="34" charset="0"/>
              </a:rPr>
              <a:t>→  Pay-as-you-go (Arc)</a:t>
            </a:r>
          </a:p>
          <a:p>
            <a:pPr algn="ctr"/>
            <a:r>
              <a:rPr lang="en-US" sz="800" dirty="0">
                <a:solidFill>
                  <a:srgbClr val="023047"/>
                </a:solidFill>
                <a:latin typeface="Segoe UI" panose="020B0502040204020203" pitchFamily="34" charset="0"/>
              </a:rPr>
              <a:t>Arc agent v1.47+, OpEx model</a:t>
            </a:r>
          </a:p>
        </p:txBody>
      </p:sp>
      <p:sp>
        <p:nvSpPr>
          <p:cNvPr id="19" name="s220">
            <a:extLst>
              <a:ext uri="{FF2B5EF4-FFF2-40B4-BE49-F238E27FC236}">
                <a16:creationId xmlns:a16="http://schemas.microsoft.com/office/drawing/2014/main" id="{A90E22F5-392D-51FC-7D0E-33D4990CE5C0}"/>
              </a:ext>
            </a:extLst>
          </p:cNvPr>
          <p:cNvSpPr txBox="1">
            <a:spLocks noGrp="1"/>
          </p:cNvSpPr>
          <p:nvPr/>
        </p:nvSpPr>
        <p:spPr>
          <a:xfrm>
            <a:off x="7708052" y="2115650"/>
            <a:ext cx="1165947" cy="562500"/>
          </a:xfrm>
          <a:prstGeom prst="rect">
            <a:avLst/>
          </a:prstGeom>
          <a:solidFill>
            <a:srgbClr val="EDF6FA"/>
          </a:solidFill>
          <a:ln w="9525">
            <a:solidFill>
              <a:srgbClr val="0076D4"/>
            </a:solidFill>
          </a:ln>
        </p:spPr>
        <p:txBody>
          <a:bodyPr wrap="square" anchor="ctr">
            <a:normAutofit fontScale="92500" lnSpcReduction="20000"/>
          </a:bodyPr>
          <a:lstStyle/>
          <a:p>
            <a:pPr algn="ctr"/>
            <a:r>
              <a:rPr lang="en-US" sz="862" b="1" dirty="0">
                <a:solidFill>
                  <a:srgbClr val="023047"/>
                </a:solidFill>
                <a:latin typeface="Segoe UI" panose="020B0502040204020203" pitchFamily="34" charset="0"/>
              </a:rPr>
              <a:t>Traditional licensing</a:t>
            </a:r>
          </a:p>
          <a:p>
            <a:pPr algn="ctr"/>
            <a:r>
              <a:rPr lang="en-US" sz="900" dirty="0">
                <a:solidFill>
                  <a:srgbClr val="023047"/>
                </a:solidFill>
                <a:latin typeface="Segoe UI" panose="020B0502040204020203" pitchFamily="34" charset="0"/>
              </a:rPr>
              <a:t>→  Core-Based</a:t>
            </a:r>
          </a:p>
          <a:p>
            <a:pPr algn="ctr"/>
            <a:r>
              <a:rPr lang="en-US" sz="800" dirty="0">
                <a:solidFill>
                  <a:srgbClr val="023047"/>
                </a:solidFill>
                <a:latin typeface="Segoe UI" panose="020B0502040204020203" pitchFamily="34" charset="0"/>
              </a:rPr>
              <a:t>Standard or </a:t>
            </a:r>
            <a:r>
              <a:rPr lang="en-US" sz="800" dirty="0" err="1">
                <a:solidFill>
                  <a:srgbClr val="023047"/>
                </a:solidFill>
                <a:latin typeface="Segoe UI" panose="020B0502040204020203" pitchFamily="34" charset="0"/>
              </a:rPr>
              <a:t>DPerpetualatacenter</a:t>
            </a:r>
            <a:r>
              <a:rPr lang="en-US" sz="800" dirty="0">
                <a:solidFill>
                  <a:srgbClr val="023047"/>
                </a:solidFill>
                <a:latin typeface="Segoe UI" panose="020B0502040204020203" pitchFamily="34" charset="0"/>
              </a:rPr>
              <a:t> edition</a:t>
            </a:r>
          </a:p>
        </p:txBody>
      </p:sp>
      <p:sp>
        <p:nvSpPr>
          <p:cNvPr id="20" name="s221">
            <a:extLst>
              <a:ext uri="{FF2B5EF4-FFF2-40B4-BE49-F238E27FC236}">
                <a16:creationId xmlns:a16="http://schemas.microsoft.com/office/drawing/2014/main" id="{8459E5DC-44D0-0529-5148-9F16BF9DDD85}"/>
              </a:ext>
            </a:extLst>
          </p:cNvPr>
          <p:cNvSpPr txBox="1">
            <a:spLocks noGrp="1"/>
          </p:cNvSpPr>
          <p:nvPr/>
        </p:nvSpPr>
        <p:spPr>
          <a:xfrm>
            <a:off x="150000" y="2818535"/>
            <a:ext cx="8844000" cy="21431"/>
          </a:xfrm>
          <a:prstGeom prst="rect">
            <a:avLst/>
          </a:prstGeom>
          <a:solidFill>
            <a:srgbClr val="0076D4"/>
          </a:solidFill>
          <a:ln>
            <a:noFill/>
          </a:ln>
        </p:spPr>
        <p:txBody>
          <a:bodyPr/>
          <a:lstStyle/>
          <a:p>
            <a:endParaRPr lang="en-GB"/>
          </a:p>
        </p:txBody>
      </p:sp>
      <p:sp>
        <p:nvSpPr>
          <p:cNvPr id="21" name="s222">
            <a:extLst>
              <a:ext uri="{FF2B5EF4-FFF2-40B4-BE49-F238E27FC236}">
                <a16:creationId xmlns:a16="http://schemas.microsoft.com/office/drawing/2014/main" id="{564B103C-702E-1356-B247-70BE20FAF338}"/>
              </a:ext>
            </a:extLst>
          </p:cNvPr>
          <p:cNvSpPr txBox="1">
            <a:spLocks noGrp="1"/>
          </p:cNvSpPr>
          <p:nvPr/>
        </p:nvSpPr>
        <p:spPr>
          <a:xfrm>
            <a:off x="150000" y="2871035"/>
            <a:ext cx="8844000" cy="255000"/>
          </a:xfrm>
          <a:prstGeom prst="rect">
            <a:avLst/>
          </a:prstGeom>
          <a:solidFill>
            <a:srgbClr val="EDF6FA"/>
          </a:solidFill>
          <a:ln>
            <a:noFill/>
          </a:ln>
        </p:spPr>
        <p:txBody>
          <a:bodyPr wrap="square" anchor="ctr">
            <a:normAutofit fontScale="92500" lnSpcReduction="10000"/>
          </a:bodyPr>
          <a:lstStyle/>
          <a:p>
            <a:pPr algn="l"/>
            <a:r>
              <a:rPr lang="en-US" sz="1200" b="1" dirty="0">
                <a:solidFill>
                  <a:srgbClr val="023047"/>
                </a:solidFill>
                <a:latin typeface="Segoe UI" panose="020B0502040204020203" pitchFamily="34" charset="0"/>
              </a:rPr>
              <a:t>Key Decision Rules</a:t>
            </a:r>
          </a:p>
        </p:txBody>
      </p:sp>
      <p:sp>
        <p:nvSpPr>
          <p:cNvPr id="22" name="s223">
            <a:extLst>
              <a:ext uri="{FF2B5EF4-FFF2-40B4-BE49-F238E27FC236}">
                <a16:creationId xmlns:a16="http://schemas.microsoft.com/office/drawing/2014/main" id="{26F1CB84-79D8-AF42-72FA-8473B931B843}"/>
              </a:ext>
            </a:extLst>
          </p:cNvPr>
          <p:cNvSpPr txBox="1">
            <a:spLocks noGrp="1"/>
          </p:cNvSpPr>
          <p:nvPr/>
        </p:nvSpPr>
        <p:spPr>
          <a:xfrm>
            <a:off x="150000" y="3171035"/>
            <a:ext cx="4272000" cy="570000"/>
          </a:xfrm>
          <a:prstGeom prst="rect">
            <a:avLst/>
          </a:prstGeom>
          <a:solidFill>
            <a:srgbClr val="243A5E"/>
          </a:solidFill>
          <a:ln>
            <a:noFill/>
          </a:ln>
        </p:spPr>
        <p:txBody>
          <a:bodyPr wrap="square" anchor="ctr">
            <a:normAutofit/>
          </a:bodyPr>
          <a:lstStyle/>
          <a:p>
            <a:pPr algn="l"/>
            <a:r>
              <a:rPr lang="en-US" sz="975" b="1" dirty="0">
                <a:solidFill>
                  <a:srgbClr val="FFFFFF"/>
                </a:solidFill>
                <a:latin typeface="Segoe UI" panose="020B0502040204020203" pitchFamily="34" charset="0"/>
              </a:rPr>
              <a:t>On-Premises Core Licensing</a:t>
            </a:r>
          </a:p>
          <a:p>
            <a:pPr algn="l"/>
            <a:r>
              <a:rPr lang="en-US" sz="825" dirty="0">
                <a:solidFill>
                  <a:srgbClr val="FFFFFF"/>
                </a:solidFill>
                <a:latin typeface="Segoe UI" panose="020B0502040204020203" pitchFamily="34" charset="0"/>
              </a:rPr>
              <a:t>Minimum 16 core licences per server (8 per processor). Standard edition covers 2 VMs per licence. Stack additional licences to add more VMs. Datacenter has no VM limit.</a:t>
            </a:r>
          </a:p>
        </p:txBody>
      </p:sp>
      <p:sp>
        <p:nvSpPr>
          <p:cNvPr id="23" name="s224">
            <a:extLst>
              <a:ext uri="{FF2B5EF4-FFF2-40B4-BE49-F238E27FC236}">
                <a16:creationId xmlns:a16="http://schemas.microsoft.com/office/drawing/2014/main" id="{C04FC6FF-9ECF-6D58-6B4D-89FBB59A4BFD}"/>
              </a:ext>
            </a:extLst>
          </p:cNvPr>
          <p:cNvSpPr txBox="1">
            <a:spLocks noGrp="1"/>
          </p:cNvSpPr>
          <p:nvPr/>
        </p:nvSpPr>
        <p:spPr>
          <a:xfrm>
            <a:off x="4722000" y="3171035"/>
            <a:ext cx="4272000" cy="570000"/>
          </a:xfrm>
          <a:prstGeom prst="rect">
            <a:avLst/>
          </a:prstGeom>
          <a:solidFill>
            <a:srgbClr val="0076D4"/>
          </a:solidFill>
          <a:ln>
            <a:noFill/>
          </a:ln>
        </p:spPr>
        <p:txBody>
          <a:bodyPr wrap="square" anchor="ctr">
            <a:normAutofit lnSpcReduction="10000"/>
          </a:bodyPr>
          <a:lstStyle/>
          <a:p>
            <a:pPr algn="l"/>
            <a:r>
              <a:rPr lang="en-US" sz="975" b="1" dirty="0">
                <a:solidFill>
                  <a:srgbClr val="FFFFFF"/>
                </a:solidFill>
                <a:latin typeface="Segoe UI" panose="020B0502040204020203" pitchFamily="34" charset="0"/>
              </a:rPr>
              <a:t>Azure Hybrid Benefit</a:t>
            </a:r>
          </a:p>
          <a:p>
            <a:pPr algn="l"/>
            <a:r>
              <a:rPr lang="en-US" sz="825" dirty="0">
                <a:solidFill>
                  <a:srgbClr val="FFFFFF"/>
                </a:solidFill>
                <a:latin typeface="Segoe UI" panose="020B0502040204020203" pitchFamily="34" charset="0"/>
              </a:rPr>
              <a:t>Requires active Software Assurance or qualifying subscription. Minimum 8 cores licensed per Azure VM. Can reduce Azure VM costs by up to 40% compared to full marketplace pricing.</a:t>
            </a:r>
          </a:p>
        </p:txBody>
      </p:sp>
      <p:sp>
        <p:nvSpPr>
          <p:cNvPr id="24" name="s225">
            <a:extLst>
              <a:ext uri="{FF2B5EF4-FFF2-40B4-BE49-F238E27FC236}">
                <a16:creationId xmlns:a16="http://schemas.microsoft.com/office/drawing/2014/main" id="{76F61D61-96B5-4BFB-8120-3002D9AEAE63}"/>
              </a:ext>
            </a:extLst>
          </p:cNvPr>
          <p:cNvSpPr txBox="1">
            <a:spLocks noGrp="1"/>
          </p:cNvSpPr>
          <p:nvPr/>
        </p:nvSpPr>
        <p:spPr>
          <a:xfrm>
            <a:off x="150000" y="3823535"/>
            <a:ext cx="4272000" cy="570000"/>
          </a:xfrm>
          <a:prstGeom prst="rect">
            <a:avLst/>
          </a:prstGeom>
          <a:solidFill>
            <a:srgbClr val="0076D4"/>
          </a:solidFill>
          <a:ln>
            <a:noFill/>
          </a:ln>
        </p:spPr>
        <p:txBody>
          <a:bodyPr wrap="square" anchor="ctr">
            <a:normAutofit lnSpcReduction="10000"/>
          </a:bodyPr>
          <a:lstStyle/>
          <a:p>
            <a:pPr algn="l"/>
            <a:r>
              <a:rPr lang="en-US" sz="975" b="1" dirty="0">
                <a:solidFill>
                  <a:srgbClr val="023047"/>
                </a:solidFill>
                <a:latin typeface="Segoe UI" panose="020B0502040204020203" pitchFamily="34" charset="0"/>
              </a:rPr>
              <a:t>Pay-as-you-go via Azure Arc</a:t>
            </a:r>
          </a:p>
          <a:p>
            <a:pPr algn="l"/>
            <a:r>
              <a:rPr lang="en-US" sz="825" dirty="0">
                <a:solidFill>
                  <a:srgbClr val="023047"/>
                </a:solidFill>
                <a:latin typeface="Segoe UI" panose="020B0502040204020203" pitchFamily="34" charset="0"/>
              </a:rPr>
              <a:t>Requires Azure Arc agent v1.47+ and an active Azure subscription. Billed monthly per machine. Ideal for organisations that prefer OpEx billing without upfront licence purchases.</a:t>
            </a:r>
          </a:p>
        </p:txBody>
      </p:sp>
      <p:sp>
        <p:nvSpPr>
          <p:cNvPr id="25" name="s226">
            <a:extLst>
              <a:ext uri="{FF2B5EF4-FFF2-40B4-BE49-F238E27FC236}">
                <a16:creationId xmlns:a16="http://schemas.microsoft.com/office/drawing/2014/main" id="{FDAC2E79-8818-E4D2-15F7-C9E5AF2B1455}"/>
              </a:ext>
            </a:extLst>
          </p:cNvPr>
          <p:cNvSpPr txBox="1">
            <a:spLocks noGrp="1"/>
          </p:cNvSpPr>
          <p:nvPr/>
        </p:nvSpPr>
        <p:spPr>
          <a:xfrm>
            <a:off x="4722000" y="3823535"/>
            <a:ext cx="4272000" cy="570000"/>
          </a:xfrm>
          <a:prstGeom prst="rect">
            <a:avLst/>
          </a:prstGeom>
          <a:solidFill>
            <a:srgbClr val="243A5E"/>
          </a:solidFill>
          <a:ln>
            <a:noFill/>
          </a:ln>
        </p:spPr>
        <p:txBody>
          <a:bodyPr wrap="square" anchor="ctr">
            <a:normAutofit lnSpcReduction="10000"/>
          </a:bodyPr>
          <a:lstStyle/>
          <a:p>
            <a:pPr algn="l"/>
            <a:r>
              <a:rPr lang="en-US" sz="975" b="1" dirty="0">
                <a:solidFill>
                  <a:srgbClr val="FFFFFF"/>
                </a:solidFill>
                <a:latin typeface="Segoe UI" panose="020B0502040204020203" pitchFamily="34" charset="0"/>
              </a:rPr>
              <a:t>Datacenter vs Standard</a:t>
            </a:r>
          </a:p>
          <a:p>
            <a:pPr algn="l"/>
            <a:r>
              <a:rPr lang="en-US" sz="825" dirty="0">
                <a:solidFill>
                  <a:srgbClr val="FFFFFF"/>
                </a:solidFill>
                <a:latin typeface="Segoe UI" panose="020B0502040204020203" pitchFamily="34" charset="0"/>
              </a:rPr>
              <a:t>Choose Datacenter for &gt;2 VMs per host, Storage Spaces Direct, Shielded VMs, or SDDC workloads. Choose Standard for single-purpose or low VM density servers to keep costs down.</a:t>
            </a:r>
          </a:p>
        </p:txBody>
      </p:sp>
      <p:sp>
        <p:nvSpPr>
          <p:cNvPr id="26" name="Course footer">
            <a:extLst>
              <a:ext uri="{FF2B5EF4-FFF2-40B4-BE49-F238E27FC236}">
                <a16:creationId xmlns:a16="http://schemas.microsoft.com/office/drawing/2014/main" id="{DA5C8EA7-4F50-8414-51B2-596586BB9BB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7" name="TextBox 26">
            <a:extLst>
              <a:ext uri="{FF2B5EF4-FFF2-40B4-BE49-F238E27FC236}">
                <a16:creationId xmlns:a16="http://schemas.microsoft.com/office/drawing/2014/main" id="{E0A1B0AE-F075-89C3-3F16-48389DCD7DE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91978243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B7175-2A57-1C6A-1835-FEA7FFCA5B12}"/>
              </a:ext>
            </a:extLst>
          </p:cNvPr>
          <p:cNvSpPr>
            <a:spLocks noGrp="1"/>
          </p:cNvSpPr>
          <p:nvPr>
            <p:ph type="title" idx="4294967295"/>
          </p:nvPr>
        </p:nvSpPr>
        <p:spPr>
          <a:xfrm>
            <a:off x="0" y="438150"/>
            <a:ext cx="8258175" cy="369888"/>
          </a:xfrm>
        </p:spPr>
        <p:txBody>
          <a:bodyPr wrap="square">
            <a:noAutofit/>
          </a:bodyPr>
          <a:lstStyle/>
          <a:p>
            <a:r>
              <a:rPr lang="en-GB"/>
              <a:t>Demonstration Plan</a:t>
            </a:r>
          </a:p>
        </p:txBody>
      </p:sp>
      <p:sp>
        <p:nvSpPr>
          <p:cNvPr id="5" name="Text 6">
            <a:extLst>
              <a:ext uri="{FF2B5EF4-FFF2-40B4-BE49-F238E27FC236}">
                <a16:creationId xmlns:a16="http://schemas.microsoft.com/office/drawing/2014/main" id="{29391B7C-95E3-15B6-92B1-158BAEC399EC}"/>
              </a:ext>
            </a:extLst>
          </p:cNvPr>
          <p:cNvSpPr/>
          <p:nvPr/>
        </p:nvSpPr>
        <p:spPr>
          <a:xfrm>
            <a:off x="273050" y="841375"/>
            <a:ext cx="8595360" cy="3977640"/>
          </a:xfrm>
          <a:prstGeom prst="rect">
            <a:avLst/>
          </a:prstGeom>
          <a:noFill/>
          <a:ln/>
        </p:spPr>
        <p:txBody>
          <a:bodyPr wrap="square" lIns="0" tIns="0" rIns="0" bIns="0" rtlCol="0" anchor="t">
            <a:normAutofit/>
          </a:bodyPr>
          <a:lstStyle/>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Review the most relevant management interface for the chapter topics</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Run one or more validating PowerShell examples</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Explain operational dependencies and expected results</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Connect the chapter concepts to later administration work</a:t>
            </a:r>
            <a:endParaRPr lang="en-US" sz="1600" dirty="0">
              <a:latin typeface="Segoe UI" panose="020B0502040204020203" pitchFamily="34" charset="0"/>
            </a:endParaRPr>
          </a:p>
        </p:txBody>
      </p:sp>
      <p:sp>
        <p:nvSpPr>
          <p:cNvPr id="6" name="Course footer">
            <a:extLst>
              <a:ext uri="{FF2B5EF4-FFF2-40B4-BE49-F238E27FC236}">
                <a16:creationId xmlns:a16="http://schemas.microsoft.com/office/drawing/2014/main" id="{53F571BA-C0EE-B090-0574-1A9911883152}"/>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CA2A4AAD-C832-43C8-98AC-9E8719C5BA1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8199209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F1B79-2357-F397-A342-E3DE38B4B0DF}"/>
              </a:ext>
            </a:extLst>
          </p:cNvPr>
          <p:cNvSpPr>
            <a:spLocks noGrp="1"/>
          </p:cNvSpPr>
          <p:nvPr>
            <p:ph type="title" idx="4294967295"/>
          </p:nvPr>
        </p:nvSpPr>
        <p:spPr>
          <a:xfrm>
            <a:off x="0" y="330200"/>
            <a:ext cx="8505825" cy="509588"/>
          </a:xfrm>
        </p:spPr>
        <p:txBody>
          <a:bodyPr wrap="square">
            <a:noAutofit/>
          </a:bodyPr>
          <a:lstStyle/>
          <a:p>
            <a:r>
              <a:rPr lang="en-GB"/>
              <a:t>Chapter Summary</a:t>
            </a:r>
          </a:p>
        </p:txBody>
      </p:sp>
      <p:sp>
        <p:nvSpPr>
          <p:cNvPr id="3" name="Text Placeholder 2">
            <a:extLst>
              <a:ext uri="{FF2B5EF4-FFF2-40B4-BE49-F238E27FC236}">
                <a16:creationId xmlns:a16="http://schemas.microsoft.com/office/drawing/2014/main" id="{EC13B6A5-DDD3-D934-88EA-A107C85DD357}"/>
              </a:ext>
            </a:extLst>
          </p:cNvPr>
          <p:cNvSpPr>
            <a:spLocks noGrp="1"/>
          </p:cNvSpPr>
          <p:nvPr>
            <p:ph type="body" sz="quarter" idx="4294967295"/>
          </p:nvPr>
        </p:nvSpPr>
        <p:spPr>
          <a:xfrm>
            <a:off x="1490663" y="1092200"/>
            <a:ext cx="7653337" cy="67310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Help students understand edition and entitlement choices in practical terms</a:t>
            </a:r>
          </a:p>
        </p:txBody>
      </p:sp>
      <p:sp>
        <p:nvSpPr>
          <p:cNvPr id="4" name="Text Placeholder 3">
            <a:extLst>
              <a:ext uri="{FF2B5EF4-FFF2-40B4-BE49-F238E27FC236}">
                <a16:creationId xmlns:a16="http://schemas.microsoft.com/office/drawing/2014/main" id="{95300670-8D38-5D33-3231-D2D90638396B}"/>
              </a:ext>
            </a:extLst>
          </p:cNvPr>
          <p:cNvSpPr>
            <a:spLocks noGrp="1"/>
          </p:cNvSpPr>
          <p:nvPr>
            <p:ph type="body" sz="quarter" idx="4294967295"/>
          </p:nvPr>
        </p:nvSpPr>
        <p:spPr>
          <a:xfrm>
            <a:off x="1490663" y="1909763"/>
            <a:ext cx="7653337" cy="673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Connect licensing decisions to virtualization and hybrid usage</a:t>
            </a:r>
          </a:p>
        </p:txBody>
      </p:sp>
      <p:sp>
        <p:nvSpPr>
          <p:cNvPr id="5" name="Text Placeholder 4">
            <a:extLst>
              <a:ext uri="{FF2B5EF4-FFF2-40B4-BE49-F238E27FC236}">
                <a16:creationId xmlns:a16="http://schemas.microsoft.com/office/drawing/2014/main" id="{94F9C17C-F714-03D2-142F-AB1D4352DD47}"/>
              </a:ext>
            </a:extLst>
          </p:cNvPr>
          <p:cNvSpPr>
            <a:spLocks noGrp="1"/>
          </p:cNvSpPr>
          <p:nvPr>
            <p:ph type="body" sz="quarter" idx="4294967295"/>
          </p:nvPr>
        </p:nvSpPr>
        <p:spPr>
          <a:xfrm>
            <a:off x="1490663" y="2727325"/>
            <a:ext cx="7653337" cy="673100"/>
          </a:xfrm>
        </p:spPr>
        <p:txBody>
          <a:bodyPr>
            <a:normAutofit lnSpcReduction="10000"/>
          </a:bodyPr>
          <a:lstStyle/>
          <a:p>
            <a:r>
              <a:rPr lang="en-GB">
                <a:solidFill>
                  <a:srgbClr val="0076D4"/>
                </a:solidFill>
                <a:latin typeface="Segoe UI Semibold" panose="020B0702040204020203" pitchFamily="34" charset="0"/>
              </a:rPr>
              <a:t>03</a:t>
            </a:r>
            <a:r>
              <a:rPr lang="en-GB">
                <a:latin typeface="Segoe UI" panose="020B0502040204020203" pitchFamily="34" charset="0"/>
              </a:rPr>
              <a:t>  Avoid overcomplicating the chapter while still warning students about common misunderstandings</a:t>
            </a:r>
          </a:p>
        </p:txBody>
      </p:sp>
      <p:sp>
        <p:nvSpPr>
          <p:cNvPr id="6" name="Text Placeholder 5">
            <a:extLst>
              <a:ext uri="{FF2B5EF4-FFF2-40B4-BE49-F238E27FC236}">
                <a16:creationId xmlns:a16="http://schemas.microsoft.com/office/drawing/2014/main" id="{23EE3E35-DB5C-D004-8691-7AF3B2186B14}"/>
              </a:ext>
            </a:extLst>
          </p:cNvPr>
          <p:cNvSpPr>
            <a:spLocks noGrp="1"/>
          </p:cNvSpPr>
          <p:nvPr>
            <p:ph type="body" sz="quarter" idx="4294967295"/>
          </p:nvPr>
        </p:nvSpPr>
        <p:spPr>
          <a:xfrm>
            <a:off x="1490663" y="3544888"/>
            <a:ext cx="7653337" cy="673100"/>
          </a:xfrm>
        </p:spPr>
        <p:txBody>
          <a:bodyPr>
            <a:normAutofit lnSpcReduction="10000"/>
          </a:bodyPr>
          <a:lstStyle/>
          <a:p>
            <a:r>
              <a:rPr lang="en-GB">
                <a:solidFill>
                  <a:srgbClr val="0076D4"/>
                </a:solidFill>
                <a:latin typeface="Segoe UI Semibold" panose="020B0702040204020203" pitchFamily="34" charset="0"/>
              </a:rPr>
              <a:t>04</a:t>
            </a:r>
            <a:r>
              <a:rPr lang="en-GB">
                <a:latin typeface="Segoe UI" panose="020B0502040204020203" pitchFamily="34" charset="0"/>
              </a:rPr>
              <a:t>  Reinforce repeatable administration, validation, and supportable design choices</a:t>
            </a:r>
          </a:p>
        </p:txBody>
      </p:sp>
      <p:sp>
        <p:nvSpPr>
          <p:cNvPr id="7" name="Course footer">
            <a:extLst>
              <a:ext uri="{FF2B5EF4-FFF2-40B4-BE49-F238E27FC236}">
                <a16:creationId xmlns:a16="http://schemas.microsoft.com/office/drawing/2014/main" id="{53B942A4-279C-0CB2-12A3-EBA3DC6C55A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85A88637-8ABD-4BB8-CA6F-2E5A65BCD2A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97317933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DCED1-EB33-5237-D323-8FCA1F2CF98C}"/>
              </a:ext>
            </a:extLst>
          </p:cNvPr>
          <p:cNvSpPr>
            <a:spLocks noGrp="1"/>
          </p:cNvSpPr>
          <p:nvPr>
            <p:ph type="title" idx="4294967295"/>
          </p:nvPr>
        </p:nvSpPr>
        <p:spPr>
          <a:xfrm>
            <a:off x="254000" y="405765"/>
            <a:ext cx="8258175" cy="369888"/>
          </a:xfrm>
        </p:spPr>
        <p:txBody>
          <a:bodyPr wrap="square">
            <a:noAutofit/>
          </a:bodyPr>
          <a:lstStyle/>
          <a:p>
            <a:r>
              <a:rPr lang="en-GB" dirty="0"/>
              <a:t>Knowledge Check</a:t>
            </a:r>
          </a:p>
        </p:txBody>
      </p:sp>
      <p:sp>
        <p:nvSpPr>
          <p:cNvPr id="9" name="Shape 6">
            <a:extLst>
              <a:ext uri="{FF2B5EF4-FFF2-40B4-BE49-F238E27FC236}">
                <a16:creationId xmlns:a16="http://schemas.microsoft.com/office/drawing/2014/main" id="{188787A6-FEED-285C-8D5D-E5D4B374BF45}"/>
              </a:ext>
            </a:extLst>
          </p:cNvPr>
          <p:cNvSpPr/>
          <p:nvPr/>
        </p:nvSpPr>
        <p:spPr>
          <a:xfrm>
            <a:off x="254000" y="962660"/>
            <a:ext cx="402336" cy="402336"/>
          </a:xfrm>
          <a:prstGeom prst="ellipse">
            <a:avLst/>
          </a:prstGeom>
          <a:solidFill>
            <a:srgbClr val="FFF3CD"/>
          </a:solidFill>
          <a:ln w="19050">
            <a:solidFill>
              <a:srgbClr val="0076D4"/>
            </a:solidFill>
            <a:prstDash val="solid"/>
          </a:ln>
        </p:spPr>
        <p:txBody>
          <a:bodyPr/>
          <a:lstStyle/>
          <a:p>
            <a:endParaRPr lang="en-GB"/>
          </a:p>
        </p:txBody>
      </p:sp>
      <p:sp>
        <p:nvSpPr>
          <p:cNvPr id="10" name="Text 7">
            <a:extLst>
              <a:ext uri="{FF2B5EF4-FFF2-40B4-BE49-F238E27FC236}">
                <a16:creationId xmlns:a16="http://schemas.microsoft.com/office/drawing/2014/main" id="{EC5026CE-99CC-BFC4-BB8B-5A2AFD96BF86}"/>
              </a:ext>
            </a:extLst>
          </p:cNvPr>
          <p:cNvSpPr/>
          <p:nvPr/>
        </p:nvSpPr>
        <p:spPr>
          <a:xfrm>
            <a:off x="254000" y="96266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1</a:t>
            </a:r>
            <a:endParaRPr lang="en-US" sz="1500" dirty="0">
              <a:latin typeface="Segoe UI" panose="020B0502040204020203" pitchFamily="34" charset="0"/>
            </a:endParaRPr>
          </a:p>
        </p:txBody>
      </p:sp>
      <p:sp>
        <p:nvSpPr>
          <p:cNvPr id="11" name="Text 8">
            <a:extLst>
              <a:ext uri="{FF2B5EF4-FFF2-40B4-BE49-F238E27FC236}">
                <a16:creationId xmlns:a16="http://schemas.microsoft.com/office/drawing/2014/main" id="{BABB0F3A-588A-9827-B689-F3F94E5F725E}"/>
              </a:ext>
            </a:extLst>
          </p:cNvPr>
          <p:cNvSpPr/>
          <p:nvPr/>
        </p:nvSpPr>
        <p:spPr>
          <a:xfrm>
            <a:off x="775208" y="87122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Windows Server editions?</a:t>
            </a:r>
            <a:endParaRPr lang="en-US" sz="1500" dirty="0">
              <a:latin typeface="Segoe UI" panose="020B0502040204020203" pitchFamily="34" charset="0"/>
            </a:endParaRPr>
          </a:p>
        </p:txBody>
      </p:sp>
      <p:sp>
        <p:nvSpPr>
          <p:cNvPr id="12" name="Shape 9">
            <a:extLst>
              <a:ext uri="{FF2B5EF4-FFF2-40B4-BE49-F238E27FC236}">
                <a16:creationId xmlns:a16="http://schemas.microsoft.com/office/drawing/2014/main" id="{62817B70-9A9A-DD24-90E5-6D2C01D1BE1E}"/>
              </a:ext>
            </a:extLst>
          </p:cNvPr>
          <p:cNvSpPr/>
          <p:nvPr/>
        </p:nvSpPr>
        <p:spPr>
          <a:xfrm>
            <a:off x="254000" y="1591310"/>
            <a:ext cx="8631936" cy="0"/>
          </a:xfrm>
          <a:prstGeom prst="line">
            <a:avLst/>
          </a:prstGeom>
          <a:noFill/>
          <a:ln w="6350">
            <a:solidFill>
              <a:srgbClr val="BFD9E6"/>
            </a:solidFill>
            <a:prstDash val="solid"/>
          </a:ln>
        </p:spPr>
        <p:txBody>
          <a:bodyPr/>
          <a:lstStyle/>
          <a:p>
            <a:endParaRPr lang="en-GB"/>
          </a:p>
        </p:txBody>
      </p:sp>
      <p:sp>
        <p:nvSpPr>
          <p:cNvPr id="13" name="Shape 10">
            <a:extLst>
              <a:ext uri="{FF2B5EF4-FFF2-40B4-BE49-F238E27FC236}">
                <a16:creationId xmlns:a16="http://schemas.microsoft.com/office/drawing/2014/main" id="{21230222-7C3D-FDEE-A6A2-B5229CED9CA6}"/>
              </a:ext>
            </a:extLst>
          </p:cNvPr>
          <p:cNvSpPr/>
          <p:nvPr/>
        </p:nvSpPr>
        <p:spPr>
          <a:xfrm>
            <a:off x="254000" y="1922780"/>
            <a:ext cx="402336" cy="402336"/>
          </a:xfrm>
          <a:prstGeom prst="ellipse">
            <a:avLst/>
          </a:prstGeom>
          <a:solidFill>
            <a:srgbClr val="FFF3CD"/>
          </a:solidFill>
          <a:ln w="19050">
            <a:solidFill>
              <a:srgbClr val="0076D4"/>
            </a:solidFill>
            <a:prstDash val="solid"/>
          </a:ln>
        </p:spPr>
        <p:txBody>
          <a:bodyPr/>
          <a:lstStyle/>
          <a:p>
            <a:endParaRPr lang="en-GB"/>
          </a:p>
        </p:txBody>
      </p:sp>
      <p:sp>
        <p:nvSpPr>
          <p:cNvPr id="14" name="Text 11">
            <a:extLst>
              <a:ext uri="{FF2B5EF4-FFF2-40B4-BE49-F238E27FC236}">
                <a16:creationId xmlns:a16="http://schemas.microsoft.com/office/drawing/2014/main" id="{8FDBAE9A-8C8A-287C-C988-1EE70092BDF4}"/>
              </a:ext>
            </a:extLst>
          </p:cNvPr>
          <p:cNvSpPr/>
          <p:nvPr/>
        </p:nvSpPr>
        <p:spPr>
          <a:xfrm>
            <a:off x="254000" y="192278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2</a:t>
            </a:r>
            <a:endParaRPr lang="en-US" sz="1500" dirty="0">
              <a:latin typeface="Segoe UI" panose="020B0502040204020203" pitchFamily="34" charset="0"/>
            </a:endParaRPr>
          </a:p>
        </p:txBody>
      </p:sp>
      <p:sp>
        <p:nvSpPr>
          <p:cNvPr id="15" name="Text 12">
            <a:extLst>
              <a:ext uri="{FF2B5EF4-FFF2-40B4-BE49-F238E27FC236}">
                <a16:creationId xmlns:a16="http://schemas.microsoft.com/office/drawing/2014/main" id="{CA388794-FC42-EB78-FC1B-9A16D8E5C811}"/>
              </a:ext>
            </a:extLst>
          </p:cNvPr>
          <p:cNvSpPr/>
          <p:nvPr/>
        </p:nvSpPr>
        <p:spPr>
          <a:xfrm>
            <a:off x="775208" y="183134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Licensing?</a:t>
            </a:r>
            <a:endParaRPr lang="en-US" sz="1500" dirty="0">
              <a:latin typeface="Segoe UI" panose="020B0502040204020203" pitchFamily="34" charset="0"/>
            </a:endParaRPr>
          </a:p>
        </p:txBody>
      </p:sp>
      <p:sp>
        <p:nvSpPr>
          <p:cNvPr id="16" name="Shape 13">
            <a:extLst>
              <a:ext uri="{FF2B5EF4-FFF2-40B4-BE49-F238E27FC236}">
                <a16:creationId xmlns:a16="http://schemas.microsoft.com/office/drawing/2014/main" id="{E3E6555B-1A27-11FF-D362-3A78CDE78C47}"/>
              </a:ext>
            </a:extLst>
          </p:cNvPr>
          <p:cNvSpPr/>
          <p:nvPr/>
        </p:nvSpPr>
        <p:spPr>
          <a:xfrm>
            <a:off x="254000" y="2551430"/>
            <a:ext cx="8631936" cy="0"/>
          </a:xfrm>
          <a:prstGeom prst="line">
            <a:avLst/>
          </a:prstGeom>
          <a:noFill/>
          <a:ln w="6350">
            <a:solidFill>
              <a:srgbClr val="BFD9E6"/>
            </a:solidFill>
            <a:prstDash val="solid"/>
          </a:ln>
        </p:spPr>
        <p:txBody>
          <a:bodyPr/>
          <a:lstStyle/>
          <a:p>
            <a:endParaRPr lang="en-GB"/>
          </a:p>
        </p:txBody>
      </p:sp>
      <p:sp>
        <p:nvSpPr>
          <p:cNvPr id="17" name="Shape 14">
            <a:extLst>
              <a:ext uri="{FF2B5EF4-FFF2-40B4-BE49-F238E27FC236}">
                <a16:creationId xmlns:a16="http://schemas.microsoft.com/office/drawing/2014/main" id="{C34DC656-6BE5-AA14-F97B-55327FEB6C70}"/>
              </a:ext>
            </a:extLst>
          </p:cNvPr>
          <p:cNvSpPr/>
          <p:nvPr/>
        </p:nvSpPr>
        <p:spPr>
          <a:xfrm>
            <a:off x="254000" y="2882900"/>
            <a:ext cx="402336" cy="402336"/>
          </a:xfrm>
          <a:prstGeom prst="ellipse">
            <a:avLst/>
          </a:prstGeom>
          <a:solidFill>
            <a:srgbClr val="FFF3CD"/>
          </a:solidFill>
          <a:ln w="19050">
            <a:solidFill>
              <a:srgbClr val="0076D4"/>
            </a:solidFill>
            <a:prstDash val="solid"/>
          </a:ln>
        </p:spPr>
        <p:txBody>
          <a:bodyPr/>
          <a:lstStyle/>
          <a:p>
            <a:endParaRPr lang="en-GB"/>
          </a:p>
        </p:txBody>
      </p:sp>
      <p:sp>
        <p:nvSpPr>
          <p:cNvPr id="18" name="Text 15">
            <a:extLst>
              <a:ext uri="{FF2B5EF4-FFF2-40B4-BE49-F238E27FC236}">
                <a16:creationId xmlns:a16="http://schemas.microsoft.com/office/drawing/2014/main" id="{7DA05239-C816-639E-4524-B88A2FAB6B68}"/>
              </a:ext>
            </a:extLst>
          </p:cNvPr>
          <p:cNvSpPr/>
          <p:nvPr/>
        </p:nvSpPr>
        <p:spPr>
          <a:xfrm>
            <a:off x="254000" y="288290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3</a:t>
            </a:r>
            <a:endParaRPr lang="en-US" sz="1500" dirty="0">
              <a:latin typeface="Segoe UI" panose="020B0502040204020203" pitchFamily="34" charset="0"/>
            </a:endParaRPr>
          </a:p>
        </p:txBody>
      </p:sp>
      <p:sp>
        <p:nvSpPr>
          <p:cNvPr id="19" name="Text 16">
            <a:extLst>
              <a:ext uri="{FF2B5EF4-FFF2-40B4-BE49-F238E27FC236}">
                <a16:creationId xmlns:a16="http://schemas.microsoft.com/office/drawing/2014/main" id="{162FEF4F-D0EE-2ECC-5D2B-9928274410FB}"/>
              </a:ext>
            </a:extLst>
          </p:cNvPr>
          <p:cNvSpPr/>
          <p:nvPr/>
        </p:nvSpPr>
        <p:spPr>
          <a:xfrm>
            <a:off x="775208" y="279146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Windows Server Pay-as-you-go?</a:t>
            </a:r>
            <a:endParaRPr lang="en-US" sz="1500" dirty="0">
              <a:latin typeface="Segoe UI" panose="020B0502040204020203" pitchFamily="34" charset="0"/>
            </a:endParaRPr>
          </a:p>
        </p:txBody>
      </p:sp>
      <p:sp>
        <p:nvSpPr>
          <p:cNvPr id="20" name="Shape 17">
            <a:extLst>
              <a:ext uri="{FF2B5EF4-FFF2-40B4-BE49-F238E27FC236}">
                <a16:creationId xmlns:a16="http://schemas.microsoft.com/office/drawing/2014/main" id="{7DE3C157-EDFC-380C-9DA6-685C5C01C559}"/>
              </a:ext>
            </a:extLst>
          </p:cNvPr>
          <p:cNvSpPr/>
          <p:nvPr/>
        </p:nvSpPr>
        <p:spPr>
          <a:xfrm>
            <a:off x="254000" y="3511550"/>
            <a:ext cx="8631936" cy="0"/>
          </a:xfrm>
          <a:prstGeom prst="line">
            <a:avLst/>
          </a:prstGeom>
          <a:noFill/>
          <a:ln w="6350">
            <a:solidFill>
              <a:srgbClr val="BFD9E6"/>
            </a:solidFill>
            <a:prstDash val="solid"/>
          </a:ln>
        </p:spPr>
        <p:txBody>
          <a:bodyPr/>
          <a:lstStyle/>
          <a:p>
            <a:endParaRPr lang="en-GB"/>
          </a:p>
        </p:txBody>
      </p:sp>
      <p:sp>
        <p:nvSpPr>
          <p:cNvPr id="21" name="Shape 18">
            <a:extLst>
              <a:ext uri="{FF2B5EF4-FFF2-40B4-BE49-F238E27FC236}">
                <a16:creationId xmlns:a16="http://schemas.microsoft.com/office/drawing/2014/main" id="{24304039-BF00-5433-15C2-E9E4E0608DDD}"/>
              </a:ext>
            </a:extLst>
          </p:cNvPr>
          <p:cNvSpPr/>
          <p:nvPr/>
        </p:nvSpPr>
        <p:spPr>
          <a:xfrm>
            <a:off x="254000" y="3843020"/>
            <a:ext cx="402336" cy="402336"/>
          </a:xfrm>
          <a:prstGeom prst="ellipse">
            <a:avLst/>
          </a:prstGeom>
          <a:solidFill>
            <a:srgbClr val="FFF3CD"/>
          </a:solidFill>
          <a:ln w="19050">
            <a:solidFill>
              <a:srgbClr val="0076D4"/>
            </a:solidFill>
            <a:prstDash val="solid"/>
          </a:ln>
        </p:spPr>
        <p:txBody>
          <a:bodyPr/>
          <a:lstStyle/>
          <a:p>
            <a:endParaRPr lang="en-GB"/>
          </a:p>
        </p:txBody>
      </p:sp>
      <p:sp>
        <p:nvSpPr>
          <p:cNvPr id="22" name="Text 19">
            <a:extLst>
              <a:ext uri="{FF2B5EF4-FFF2-40B4-BE49-F238E27FC236}">
                <a16:creationId xmlns:a16="http://schemas.microsoft.com/office/drawing/2014/main" id="{867DC458-3E99-CB4D-E70F-6B57C47A246C}"/>
              </a:ext>
            </a:extLst>
          </p:cNvPr>
          <p:cNvSpPr/>
          <p:nvPr/>
        </p:nvSpPr>
        <p:spPr>
          <a:xfrm>
            <a:off x="254000" y="384302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4</a:t>
            </a:r>
            <a:endParaRPr lang="en-US" sz="1500" dirty="0">
              <a:latin typeface="Segoe UI" panose="020B0502040204020203" pitchFamily="34" charset="0"/>
            </a:endParaRPr>
          </a:p>
        </p:txBody>
      </p:sp>
      <p:sp>
        <p:nvSpPr>
          <p:cNvPr id="23" name="Text 20">
            <a:extLst>
              <a:ext uri="{FF2B5EF4-FFF2-40B4-BE49-F238E27FC236}">
                <a16:creationId xmlns:a16="http://schemas.microsoft.com/office/drawing/2014/main" id="{A293236B-A04D-3DB9-2ED8-4BB3004FF7D7}"/>
              </a:ext>
            </a:extLst>
          </p:cNvPr>
          <p:cNvSpPr/>
          <p:nvPr/>
        </p:nvSpPr>
        <p:spPr>
          <a:xfrm>
            <a:off x="775208" y="375158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Virtualization rights?</a:t>
            </a:r>
            <a:endParaRPr lang="en-US" sz="1500" dirty="0">
              <a:latin typeface="Segoe UI" panose="020B0502040204020203" pitchFamily="34" charset="0"/>
            </a:endParaRPr>
          </a:p>
        </p:txBody>
      </p:sp>
      <p:sp>
        <p:nvSpPr>
          <p:cNvPr id="24" name="Course footer">
            <a:extLst>
              <a:ext uri="{FF2B5EF4-FFF2-40B4-BE49-F238E27FC236}">
                <a16:creationId xmlns:a16="http://schemas.microsoft.com/office/drawing/2014/main" id="{7146C094-B7A8-7DF2-DAAD-7A8889819842}"/>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5" name="TextBox 24">
            <a:extLst>
              <a:ext uri="{FF2B5EF4-FFF2-40B4-BE49-F238E27FC236}">
                <a16:creationId xmlns:a16="http://schemas.microsoft.com/office/drawing/2014/main" id="{AA5161C7-7CC0-EC00-BCCB-059D53F4E3C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72806804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1F16C-05DB-C48B-8969-D1F3162F89FA}"/>
              </a:ext>
            </a:extLst>
          </p:cNvPr>
          <p:cNvSpPr>
            <a:spLocks noGrp="1"/>
          </p:cNvSpPr>
          <p:nvPr>
            <p:ph type="title"/>
          </p:nvPr>
        </p:nvSpPr>
        <p:spPr/>
        <p:txBody>
          <a:bodyPr wrap="square">
            <a:noAutofit/>
          </a:bodyPr>
          <a:lstStyle/>
          <a:p>
            <a:r>
              <a:rPr lang="en-GB"/>
              <a:t>PRACTICE LAB</a:t>
            </a:r>
          </a:p>
        </p:txBody>
      </p:sp>
      <p:sp>
        <p:nvSpPr>
          <p:cNvPr id="3" name="Shape 0">
            <a:extLst>
              <a:ext uri="{FF2B5EF4-FFF2-40B4-BE49-F238E27FC236}">
                <a16:creationId xmlns:a16="http://schemas.microsoft.com/office/drawing/2014/main" id="{B75B739A-312D-0815-4DB4-26CA7AF128A8}"/>
              </a:ext>
            </a:extLst>
          </p:cNvPr>
          <p:cNvSpPr/>
          <p:nvPr/>
        </p:nvSpPr>
        <p:spPr>
          <a:xfrm>
            <a:off x="139700" y="0"/>
            <a:ext cx="164592" cy="5143500"/>
          </a:xfrm>
          <a:prstGeom prst="rect">
            <a:avLst/>
          </a:prstGeom>
          <a:solidFill>
            <a:srgbClr val="0076D4"/>
          </a:solidFill>
          <a:ln w="12700">
            <a:solidFill>
              <a:srgbClr val="0076D4"/>
            </a:solidFill>
            <a:prstDash val="solid"/>
          </a:ln>
        </p:spPr>
        <p:txBody>
          <a:bodyPr/>
          <a:lstStyle/>
          <a:p>
            <a:endParaRPr lang="en-GB"/>
          </a:p>
        </p:txBody>
      </p:sp>
      <p:sp>
        <p:nvSpPr>
          <p:cNvPr id="5" name="Text 4">
            <a:extLst>
              <a:ext uri="{FF2B5EF4-FFF2-40B4-BE49-F238E27FC236}">
                <a16:creationId xmlns:a16="http://schemas.microsoft.com/office/drawing/2014/main" id="{306C74C5-CDB4-97EC-D616-7BB641027432}"/>
              </a:ext>
            </a:extLst>
          </p:cNvPr>
          <p:cNvSpPr/>
          <p:nvPr/>
        </p:nvSpPr>
        <p:spPr>
          <a:xfrm>
            <a:off x="551180" y="1193292"/>
            <a:ext cx="7772400" cy="594360"/>
          </a:xfrm>
          <a:prstGeom prst="rect">
            <a:avLst/>
          </a:prstGeom>
          <a:noFill/>
          <a:ln/>
        </p:spPr>
        <p:txBody>
          <a:bodyPr wrap="square" lIns="0" tIns="0" rIns="0" bIns="0" rtlCol="0" anchor="ctr">
            <a:normAutofit/>
          </a:bodyPr>
          <a:lstStyle/>
          <a:p>
            <a:pPr marL="0" indent="0" algn="l">
              <a:buNone/>
            </a:pPr>
            <a:r>
              <a:rPr lang="en-US" sz="3000" b="1" dirty="0">
                <a:solidFill>
                  <a:srgbClr val="000000"/>
                </a:solidFill>
                <a:latin typeface="Segoe UI" panose="020B0502040204020203" pitchFamily="34" charset="0"/>
                <a:ea typeface="Calibri" pitchFamily="34" charset="-122"/>
                <a:cs typeface="Calibri" pitchFamily="34" charset="-120"/>
              </a:rPr>
              <a:t>Lab 1201</a:t>
            </a:r>
            <a:endParaRPr lang="en-US" sz="3000" dirty="0">
              <a:solidFill>
                <a:srgbClr val="000000"/>
              </a:solidFill>
              <a:latin typeface="Segoe UI" panose="020B0502040204020203" pitchFamily="34" charset="0"/>
            </a:endParaRPr>
          </a:p>
        </p:txBody>
      </p:sp>
      <p:sp>
        <p:nvSpPr>
          <p:cNvPr id="6" name="Text 5">
            <a:extLst>
              <a:ext uri="{FF2B5EF4-FFF2-40B4-BE49-F238E27FC236}">
                <a16:creationId xmlns:a16="http://schemas.microsoft.com/office/drawing/2014/main" id="{7227AB02-BFD5-5074-7AFB-F8E42977F71F}"/>
              </a:ext>
            </a:extLst>
          </p:cNvPr>
          <p:cNvSpPr/>
          <p:nvPr/>
        </p:nvSpPr>
        <p:spPr>
          <a:xfrm>
            <a:off x="551180" y="1897380"/>
            <a:ext cx="7498080" cy="685800"/>
          </a:xfrm>
          <a:prstGeom prst="rect">
            <a:avLst/>
          </a:prstGeom>
          <a:noFill/>
          <a:ln/>
        </p:spPr>
        <p:txBody>
          <a:bodyPr wrap="square" lIns="0" tIns="0" rIns="0" bIns="0" rtlCol="0" anchor="ctr">
            <a:normAutofit/>
          </a:bodyPr>
          <a:lstStyle/>
          <a:p>
            <a:pPr marL="0" indent="0" algn="l">
              <a:buNone/>
            </a:pPr>
            <a:r>
              <a:rPr lang="en-US" sz="2200" b="1" dirty="0">
                <a:solidFill>
                  <a:srgbClr val="000000"/>
                </a:solidFill>
                <a:latin typeface="Segoe UI" panose="020B0502040204020203" pitchFamily="34" charset="0"/>
                <a:ea typeface="Calibri" pitchFamily="34" charset="-122"/>
                <a:cs typeface="Calibri" pitchFamily="34" charset="-120"/>
              </a:rPr>
              <a:t>Understanding Windows Server Licensing and Activation</a:t>
            </a:r>
            <a:endParaRPr lang="en-US" sz="2200" dirty="0">
              <a:solidFill>
                <a:srgbClr val="000000"/>
              </a:solidFill>
              <a:latin typeface="Segoe UI" panose="020B0502040204020203" pitchFamily="34" charset="0"/>
            </a:endParaRPr>
          </a:p>
        </p:txBody>
      </p:sp>
      <p:sp>
        <p:nvSpPr>
          <p:cNvPr id="7" name="Shape 6">
            <a:extLst>
              <a:ext uri="{FF2B5EF4-FFF2-40B4-BE49-F238E27FC236}">
                <a16:creationId xmlns:a16="http://schemas.microsoft.com/office/drawing/2014/main" id="{1F5330F5-B4AA-4093-AD80-0D8B557DD7EC}"/>
              </a:ext>
            </a:extLst>
          </p:cNvPr>
          <p:cNvSpPr/>
          <p:nvPr/>
        </p:nvSpPr>
        <p:spPr>
          <a:xfrm>
            <a:off x="551180" y="2610612"/>
            <a:ext cx="4114800" cy="36576"/>
          </a:xfrm>
          <a:prstGeom prst="rect">
            <a:avLst/>
          </a:prstGeom>
          <a:solidFill>
            <a:srgbClr val="FB8500"/>
          </a:solidFill>
          <a:ln w="12700">
            <a:solidFill>
              <a:srgbClr val="FB8500"/>
            </a:solidFill>
            <a:prstDash val="solid"/>
          </a:ln>
        </p:spPr>
        <p:txBody>
          <a:bodyPr/>
          <a:lstStyle/>
          <a:p>
            <a:endParaRPr lang="en-GB"/>
          </a:p>
        </p:txBody>
      </p:sp>
      <p:sp>
        <p:nvSpPr>
          <p:cNvPr id="8" name="Text 7">
            <a:extLst>
              <a:ext uri="{FF2B5EF4-FFF2-40B4-BE49-F238E27FC236}">
                <a16:creationId xmlns:a16="http://schemas.microsoft.com/office/drawing/2014/main" id="{2FDFCD76-49DE-CB23-1344-7573AE4FD633}"/>
              </a:ext>
            </a:extLst>
          </p:cNvPr>
          <p:cNvSpPr/>
          <p:nvPr/>
        </p:nvSpPr>
        <p:spPr>
          <a:xfrm>
            <a:off x="551180" y="2720340"/>
            <a:ext cx="7589520" cy="2103120"/>
          </a:xfrm>
          <a:prstGeom prst="rect">
            <a:avLst/>
          </a:prstGeom>
          <a:noFill/>
          <a:ln/>
        </p:spPr>
        <p:txBody>
          <a:bodyPr wrap="square" lIns="0" tIns="0" rIns="0" bIns="0" rtlCol="0" anchor="t">
            <a:normAutofit/>
          </a:bodyPr>
          <a:lstStyle/>
          <a:p>
            <a:pPr marL="0" indent="0" algn="l">
              <a:buNone/>
            </a:pPr>
            <a:r>
              <a:rPr lang="en-US" sz="1400" dirty="0">
                <a:solidFill>
                  <a:srgbClr val="000000"/>
                </a:solidFill>
                <a:latin typeface="Segoe UI" panose="020B0502040204020203" pitchFamily="34" charset="0"/>
                <a:ea typeface="Calibri" pitchFamily="34" charset="-122"/>
                <a:cs typeface="Calibri" pitchFamily="34" charset="-120"/>
              </a:rPr>
              <a:t>In this lab, you will review Windows Server licensing models, check your current license status, and understand activation. You will verify that your server is properly licensed and activated.</a:t>
            </a:r>
            <a:endParaRPr lang="en-US" sz="1400" dirty="0">
              <a:solidFill>
                <a:srgbClr val="000000"/>
              </a:solidFill>
              <a:latin typeface="Segoe UI" panose="020B0502040204020203" pitchFamily="34" charset="0"/>
            </a:endParaRPr>
          </a:p>
        </p:txBody>
      </p:sp>
      <p:sp>
        <p:nvSpPr>
          <p:cNvPr id="10" name="Course footer">
            <a:extLst>
              <a:ext uri="{FF2B5EF4-FFF2-40B4-BE49-F238E27FC236}">
                <a16:creationId xmlns:a16="http://schemas.microsoft.com/office/drawing/2014/main" id="{7A8F1CF7-9166-E787-5D68-2E44E371278D}"/>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12 | Licensing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F49F77AF-2E41-2A8E-C97B-7254AF3EDEC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817836504"/>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034027E-912D-44C3-BB37-A32150C38216}">
  <we:reference id="wa200010001" version="1.0.0.1" store="en-US" storeType="OMEX"/>
  <we:alternateReferences>
    <we:reference id="WA200010001" version="1.0.0.1" store="" storeType="OMEX"/>
  </we:alternateReferences>
  <we:properties>
    <we:property name="claude.fileId" value="&quot;d1e2b341-d413-4b07-ba14-91f4d9605a1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MasterTemplateDeck</Template>
  <TotalTime>7</TotalTime>
  <Words>2325</Words>
  <Application>Microsoft Office PowerPoint</Application>
  <PresentationFormat>On-screen Show (16:9)</PresentationFormat>
  <Paragraphs>409</Paragraphs>
  <Slides>16</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Arial</vt:lpstr>
      <vt:lpstr>Consolas</vt:lpstr>
      <vt:lpstr>Segoe UI</vt:lpstr>
      <vt:lpstr>Segoe UI Semibold</vt:lpstr>
      <vt:lpstr>Wingdings</vt:lpstr>
      <vt:lpstr>Microsoft Power Platform Template</vt:lpstr>
      <vt:lpstr>1_Microsoft Power Platform Template</vt:lpstr>
      <vt:lpstr>Chapter 12: Licensing</vt:lpstr>
      <vt:lpstr>Learning Objectives</vt:lpstr>
      <vt:lpstr>Chapter Topics</vt:lpstr>
      <vt:lpstr>12.1 Windows Server Editions</vt:lpstr>
      <vt:lpstr>12.2 Licensing</vt:lpstr>
      <vt:lpstr>12.3 Windows Server Pay-as-you-go</vt:lpstr>
      <vt:lpstr>12.4 Virtualization Rights</vt:lpstr>
      <vt:lpstr>12.5 Azure Hybrid Benefit</vt:lpstr>
      <vt:lpstr>Edition Comparison Matrix</vt:lpstr>
      <vt:lpstr>Core-Based Licensing &amp; CALs</vt:lpstr>
      <vt:lpstr>Volume Activation: KMS, MAK &amp; ADBA</vt:lpstr>
      <vt:lpstr>Licensing Decision Flowchart</vt:lpstr>
      <vt:lpstr>Demonstration Plan</vt:lpstr>
      <vt:lpstr>Chapter Summary</vt:lpstr>
      <vt:lpstr>Knowledge Check</vt:lpstr>
      <vt:lpstr>PRACTICE LAB</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Whitehouse</cp:lastModifiedBy>
  <cp:revision>2</cp:revision>
  <dcterms:created xsi:type="dcterms:W3CDTF">2026-04-07T14:56:56Z</dcterms:created>
  <dcterms:modified xsi:type="dcterms:W3CDTF">2026-06-14T13:22:10Z</dcterms:modified>
</cp:coreProperties>
</file>