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754" r:id="rId2"/>
  </p:sldMasterIdLst>
  <p:notesMasterIdLst>
    <p:notesMasterId r:id="rId24"/>
  </p:notesMasterIdLst>
  <p:sldIdLst>
    <p:sldId id="276" r:id="rId3"/>
    <p:sldId id="278" r:id="rId4"/>
    <p:sldId id="279" r:id="rId5"/>
    <p:sldId id="280" r:id="rId6"/>
    <p:sldId id="281" r:id="rId7"/>
    <p:sldId id="282" r:id="rId8"/>
    <p:sldId id="283" r:id="rId9"/>
    <p:sldId id="284" r:id="rId10"/>
    <p:sldId id="285" r:id="rId11"/>
    <p:sldId id="298" r:id="rId12"/>
    <p:sldId id="286" r:id="rId13"/>
    <p:sldId id="287" r:id="rId14"/>
    <p:sldId id="288" r:id="rId15"/>
    <p:sldId id="289" r:id="rId16"/>
    <p:sldId id="296" r:id="rId17"/>
    <p:sldId id="297" r:id="rId18"/>
    <p:sldId id="290" r:id="rId19"/>
    <p:sldId id="291" r:id="rId20"/>
    <p:sldId id="293" r:id="rId21"/>
    <p:sldId id="294" r:id="rId22"/>
    <p:sldId id="295" r:id="rId23"/>
  </p:sldIdLst>
  <p:sldSz cx="9144000" cy="5143500" type="screen16x9"/>
  <p:notesSz cx="51435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B2620C-13F8-40C6-99E6-3F03D7161298}" v="5" dt="2026-06-14T13:20:50.4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9" d="100"/>
          <a:sy n="129" d="100"/>
        </p:scale>
        <p:origin x="115" y="29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Whitehouse" userId="0ecba9273f6ad366" providerId="LiveId" clId="{F36E82C0-65ED-4BE7-8730-0F102FB388DD}"/>
    <pc:docChg chg="custSel addSld delSld modSld sldOrd modMainMaster">
      <pc:chgData name="Michael Whitehouse" userId="0ecba9273f6ad366" providerId="LiveId" clId="{F36E82C0-65ED-4BE7-8730-0F102FB388DD}" dt="2026-06-11T10:09:28.390" v="2172" actId="14861"/>
      <pc:docMkLst>
        <pc:docMk/>
      </pc:docMkLst>
      <pc:sldChg chg="modSp add mod">
        <pc:chgData name="Michael Whitehouse" userId="0ecba9273f6ad366" providerId="LiveId" clId="{F36E82C0-65ED-4BE7-8730-0F102FB388DD}" dt="2026-06-09T17:31:12.170" v="7" actId="20577"/>
        <pc:sldMkLst>
          <pc:docMk/>
          <pc:sldMk cId="3392359588" sldId="276"/>
        </pc:sldMkLst>
        <pc:spChg chg="mod">
          <ac:chgData name="Michael Whitehouse" userId="0ecba9273f6ad366" providerId="LiveId" clId="{F36E82C0-65ED-4BE7-8730-0F102FB388DD}" dt="2026-06-09T17:31:12.164" v="6" actId="20577"/>
          <ac:spMkLst>
            <pc:docMk/>
            <pc:sldMk cId="3392359588" sldId="276"/>
            <ac:spMk id="2" creationId="{D0742FE2-9224-F8B9-79BF-C2160B99E313}"/>
          </ac:spMkLst>
        </pc:spChg>
        <pc:spChg chg="mod">
          <ac:chgData name="Michael Whitehouse" userId="0ecba9273f6ad366" providerId="LiveId" clId="{F36E82C0-65ED-4BE7-8730-0F102FB388DD}" dt="2026-06-09T17:31:12.170" v="7" actId="20577"/>
          <ac:spMkLst>
            <pc:docMk/>
            <pc:sldMk cId="3392359588" sldId="276"/>
            <ac:spMk id="3" creationId="{621E239D-F9E5-317C-122F-282A2F1B9401}"/>
          </ac:spMkLst>
        </pc:spChg>
      </pc:sldChg>
      <pc:sldChg chg="addSp modSp add mod modClrScheme chgLayout">
        <pc:chgData name="Michael Whitehouse" userId="0ecba9273f6ad366" providerId="LiveId" clId="{F36E82C0-65ED-4BE7-8730-0F102FB388DD}" dt="2026-06-11T09:28:41.188" v="2022" actId="700"/>
        <pc:sldMkLst>
          <pc:docMk/>
          <pc:sldMk cId="570711900" sldId="278"/>
        </pc:sldMkLst>
        <pc:spChg chg="mod ord">
          <ac:chgData name="Michael Whitehouse" userId="0ecba9273f6ad366" providerId="LiveId" clId="{F36E82C0-65ED-4BE7-8730-0F102FB388DD}" dt="2026-06-11T09:28:41.188" v="2022" actId="700"/>
          <ac:spMkLst>
            <pc:docMk/>
            <pc:sldMk cId="570711900" sldId="278"/>
            <ac:spMk id="2" creationId="{1887DE3D-2F1B-5A72-560D-B6E627D71F64}"/>
          </ac:spMkLst>
        </pc:spChg>
        <pc:spChg chg="mod ord">
          <ac:chgData name="Michael Whitehouse" userId="0ecba9273f6ad366" providerId="LiveId" clId="{F36E82C0-65ED-4BE7-8730-0F102FB388DD}" dt="2026-06-11T09:28:41.188" v="2022" actId="700"/>
          <ac:spMkLst>
            <pc:docMk/>
            <pc:sldMk cId="570711900" sldId="278"/>
            <ac:spMk id="3" creationId="{250D2D3D-C0A1-F037-4988-C28EF19877C8}"/>
          </ac:spMkLst>
        </pc:spChg>
        <pc:spChg chg="mod ord">
          <ac:chgData name="Michael Whitehouse" userId="0ecba9273f6ad366" providerId="LiveId" clId="{F36E82C0-65ED-4BE7-8730-0F102FB388DD}" dt="2026-06-11T09:28:41.188" v="2022" actId="700"/>
          <ac:spMkLst>
            <pc:docMk/>
            <pc:sldMk cId="570711900" sldId="278"/>
            <ac:spMk id="4" creationId="{C5F035E1-8BEF-9D9A-EE26-C208205ABA67}"/>
          </ac:spMkLst>
        </pc:spChg>
        <pc:spChg chg="mod ord">
          <ac:chgData name="Michael Whitehouse" userId="0ecba9273f6ad366" providerId="LiveId" clId="{F36E82C0-65ED-4BE7-8730-0F102FB388DD}" dt="2026-06-11T09:28:41.188" v="2022" actId="700"/>
          <ac:spMkLst>
            <pc:docMk/>
            <pc:sldMk cId="570711900" sldId="278"/>
            <ac:spMk id="5" creationId="{02437FDA-A5CB-DA3A-62C1-E06478578B4E}"/>
          </ac:spMkLst>
        </pc:spChg>
        <pc:spChg chg="mod ord">
          <ac:chgData name="Michael Whitehouse" userId="0ecba9273f6ad366" providerId="LiveId" clId="{F36E82C0-65ED-4BE7-8730-0F102FB388DD}" dt="2026-06-11T09:28:41.188" v="2022" actId="700"/>
          <ac:spMkLst>
            <pc:docMk/>
            <pc:sldMk cId="570711900" sldId="278"/>
            <ac:spMk id="6" creationId="{1CE15945-200D-3AA5-3FA8-52AEB5C2EF9F}"/>
          </ac:spMkLst>
        </pc:spChg>
        <pc:spChg chg="mod ord">
          <ac:chgData name="Michael Whitehouse" userId="0ecba9273f6ad366" providerId="LiveId" clId="{F36E82C0-65ED-4BE7-8730-0F102FB388DD}" dt="2026-06-11T09:28:41.188" v="2022" actId="700"/>
          <ac:spMkLst>
            <pc:docMk/>
            <pc:sldMk cId="570711900" sldId="278"/>
            <ac:spMk id="7" creationId="{A5AD313F-1403-0F3F-9923-54DCEC33564C}"/>
          </ac:spMkLst>
        </pc:spChg>
        <pc:spChg chg="mod ord">
          <ac:chgData name="Michael Whitehouse" userId="0ecba9273f6ad366" providerId="LiveId" clId="{F36E82C0-65ED-4BE7-8730-0F102FB388DD}" dt="2026-06-11T09:28:41.188" v="2022" actId="700"/>
          <ac:spMkLst>
            <pc:docMk/>
            <pc:sldMk cId="570711900" sldId="278"/>
            <ac:spMk id="8" creationId="{EC33305D-1070-0592-2848-7980FE238A2E}"/>
          </ac:spMkLst>
        </pc:spChg>
        <pc:spChg chg="add mod">
          <ac:chgData name="Michael Whitehouse" userId="0ecba9273f6ad366" providerId="LiveId" clId="{F36E82C0-65ED-4BE7-8730-0F102FB388DD}" dt="2026-06-09T17:31:12.951" v="95" actId="207"/>
          <ac:spMkLst>
            <pc:docMk/>
            <pc:sldMk cId="570711900" sldId="278"/>
            <ac:spMk id="9" creationId="{5BCF5050-30D6-A24B-D180-2327EECA0271}"/>
          </ac:spMkLst>
        </pc:spChg>
        <pc:spChg chg="add mod">
          <ac:chgData name="Michael Whitehouse" userId="0ecba9273f6ad366" providerId="LiveId" clId="{F36E82C0-65ED-4BE7-8730-0F102FB388DD}" dt="2026-06-09T17:31:12.973" v="105" actId="207"/>
          <ac:spMkLst>
            <pc:docMk/>
            <pc:sldMk cId="570711900" sldId="278"/>
            <ac:spMk id="10" creationId="{FB11B4E6-F46D-0BB3-FF3A-8359C590238D}"/>
          </ac:spMkLst>
        </pc:spChg>
      </pc:sldChg>
      <pc:sldChg chg="addSp delSp modSp add mod chgLayout">
        <pc:chgData name="Michael Whitehouse" userId="0ecba9273f6ad366" providerId="LiveId" clId="{F36E82C0-65ED-4BE7-8730-0F102FB388DD}" dt="2026-06-11T10:09:05.402" v="2167" actId="14861"/>
        <pc:sldMkLst>
          <pc:docMk/>
          <pc:sldMk cId="2589393254" sldId="279"/>
        </pc:sldMkLst>
        <pc:spChg chg="mod ord">
          <ac:chgData name="Michael Whitehouse" userId="0ecba9273f6ad366" providerId="LiveId" clId="{F36E82C0-65ED-4BE7-8730-0F102FB388DD}" dt="2026-06-11T09:29:06.122" v="2024" actId="700"/>
          <ac:spMkLst>
            <pc:docMk/>
            <pc:sldMk cId="2589393254" sldId="279"/>
            <ac:spMk id="2" creationId="{4A595BA7-9D54-2638-6CAD-584DA4842712}"/>
          </ac:spMkLst>
        </pc:spChg>
        <pc:spChg chg="add mod">
          <ac:chgData name="Michael Whitehouse" userId="0ecba9273f6ad366" providerId="LiveId" clId="{F36E82C0-65ED-4BE7-8730-0F102FB388DD}" dt="2026-06-11T09:29:26.842" v="2029" actId="14100"/>
          <ac:spMkLst>
            <pc:docMk/>
            <pc:sldMk cId="2589393254" sldId="279"/>
            <ac:spMk id="6" creationId="{80C4295F-8844-D406-3870-2586869BCA8D}"/>
          </ac:spMkLst>
        </pc:spChg>
        <pc:spChg chg="add mod">
          <ac:chgData name="Michael Whitehouse" userId="0ecba9273f6ad366" providerId="LiveId" clId="{F36E82C0-65ED-4BE7-8730-0F102FB388DD}" dt="2026-06-09T17:31:14.680" v="198" actId="207"/>
          <ac:spMkLst>
            <pc:docMk/>
            <pc:sldMk cId="2589393254" sldId="279"/>
            <ac:spMk id="13" creationId="{6055BEEE-DA6E-EA29-68C9-59E41E84725A}"/>
          </ac:spMkLst>
        </pc:spChg>
        <pc:spChg chg="add mod">
          <ac:chgData name="Michael Whitehouse" userId="0ecba9273f6ad366" providerId="LiveId" clId="{F36E82C0-65ED-4BE7-8730-0F102FB388DD}" dt="2026-06-09T17:31:14.702" v="208" actId="207"/>
          <ac:spMkLst>
            <pc:docMk/>
            <pc:sldMk cId="2589393254" sldId="279"/>
            <ac:spMk id="14" creationId="{501D1A1A-C733-FE24-5048-3E3CBC0AEEC5}"/>
          </ac:spMkLst>
        </pc:spChg>
        <pc:picChg chg="add mod">
          <ac:chgData name="Michael Whitehouse" userId="0ecba9273f6ad366" providerId="LiveId" clId="{F36E82C0-65ED-4BE7-8730-0F102FB388DD}" dt="2026-06-11T10:09:05.402" v="2167" actId="14861"/>
          <ac:picMkLst>
            <pc:docMk/>
            <pc:sldMk cId="2589393254" sldId="279"/>
            <ac:picMk id="500" creationId="{00000000-0000-0000-0000-000000000000}"/>
          </ac:picMkLst>
        </pc:picChg>
      </pc:sldChg>
      <pc:sldChg chg="addSp delSp modSp add mod chgLayout">
        <pc:chgData name="Michael Whitehouse" userId="0ecba9273f6ad366" providerId="LiveId" clId="{F36E82C0-65ED-4BE7-8730-0F102FB388DD}" dt="2026-06-11T10:09:11.955" v="2168" actId="14861"/>
        <pc:sldMkLst>
          <pc:docMk/>
          <pc:sldMk cId="329040150" sldId="280"/>
        </pc:sldMkLst>
        <pc:spChg chg="mod ord">
          <ac:chgData name="Michael Whitehouse" userId="0ecba9273f6ad366" providerId="LiveId" clId="{F36E82C0-65ED-4BE7-8730-0F102FB388DD}" dt="2026-06-11T09:29:06.122" v="2024" actId="700"/>
          <ac:spMkLst>
            <pc:docMk/>
            <pc:sldMk cId="329040150" sldId="280"/>
            <ac:spMk id="2" creationId="{E5FFA4ED-C109-FF8E-B040-0E4F753C3E3C}"/>
          </ac:spMkLst>
        </pc:spChg>
        <pc:spChg chg="add mod">
          <ac:chgData name="Michael Whitehouse" userId="0ecba9273f6ad366" providerId="LiveId" clId="{F36E82C0-65ED-4BE7-8730-0F102FB388DD}" dt="2026-06-11T09:29:38.725" v="2036" actId="14100"/>
          <ac:spMkLst>
            <pc:docMk/>
            <pc:sldMk cId="329040150" sldId="280"/>
            <ac:spMk id="7" creationId="{CC57E888-AE46-2A87-D17A-E963F20930E4}"/>
          </ac:spMkLst>
        </pc:spChg>
        <pc:spChg chg="add mod">
          <ac:chgData name="Michael Whitehouse" userId="0ecba9273f6ad366" providerId="LiveId" clId="{F36E82C0-65ED-4BE7-8730-0F102FB388DD}" dt="2026-06-09T17:31:16.238" v="303" actId="207"/>
          <ac:spMkLst>
            <pc:docMk/>
            <pc:sldMk cId="329040150" sldId="280"/>
            <ac:spMk id="14" creationId="{8CF8BEE0-15C9-7598-3A6C-1CE1539108A5}"/>
          </ac:spMkLst>
        </pc:spChg>
        <pc:spChg chg="add mod">
          <ac:chgData name="Michael Whitehouse" userId="0ecba9273f6ad366" providerId="LiveId" clId="{F36E82C0-65ED-4BE7-8730-0F102FB388DD}" dt="2026-06-09T17:31:16.259" v="313" actId="207"/>
          <ac:spMkLst>
            <pc:docMk/>
            <pc:sldMk cId="329040150" sldId="280"/>
            <ac:spMk id="15" creationId="{2219D534-D3BD-4EC7-FE30-0A362AE01DF6}"/>
          </ac:spMkLst>
        </pc:spChg>
        <pc:picChg chg="add mod">
          <ac:chgData name="Michael Whitehouse" userId="0ecba9273f6ad366" providerId="LiveId" clId="{F36E82C0-65ED-4BE7-8730-0F102FB388DD}" dt="2026-06-11T10:09:11.955" v="2168" actId="14861"/>
          <ac:picMkLst>
            <pc:docMk/>
            <pc:sldMk cId="329040150" sldId="280"/>
            <ac:picMk id="500" creationId="{00000000-0000-0000-0000-000000000000}"/>
          </ac:picMkLst>
        </pc:picChg>
      </pc:sldChg>
      <pc:sldChg chg="addSp delSp modSp add mod chgLayout">
        <pc:chgData name="Michael Whitehouse" userId="0ecba9273f6ad366" providerId="LiveId" clId="{F36E82C0-65ED-4BE7-8730-0F102FB388DD}" dt="2026-06-11T10:09:16.437" v="2169" actId="14861"/>
        <pc:sldMkLst>
          <pc:docMk/>
          <pc:sldMk cId="1512172819" sldId="281"/>
        </pc:sldMkLst>
        <pc:spChg chg="mod ord">
          <ac:chgData name="Michael Whitehouse" userId="0ecba9273f6ad366" providerId="LiveId" clId="{F36E82C0-65ED-4BE7-8730-0F102FB388DD}" dt="2026-06-11T09:29:06.122" v="2024" actId="700"/>
          <ac:spMkLst>
            <pc:docMk/>
            <pc:sldMk cId="1512172819" sldId="281"/>
            <ac:spMk id="2" creationId="{06C12E52-113E-403F-6C95-7D317773C05E}"/>
          </ac:spMkLst>
        </pc:spChg>
        <pc:spChg chg="add mod">
          <ac:chgData name="Michael Whitehouse" userId="0ecba9273f6ad366" providerId="LiveId" clId="{F36E82C0-65ED-4BE7-8730-0F102FB388DD}" dt="2026-06-11T09:29:51.218" v="2040" actId="1076"/>
          <ac:spMkLst>
            <pc:docMk/>
            <pc:sldMk cId="1512172819" sldId="281"/>
            <ac:spMk id="6" creationId="{9B24E2EF-672F-1B56-FCBE-991D202ADDEE}"/>
          </ac:spMkLst>
        </pc:spChg>
        <pc:spChg chg="add mod">
          <ac:chgData name="Michael Whitehouse" userId="0ecba9273f6ad366" providerId="LiveId" clId="{F36E82C0-65ED-4BE7-8730-0F102FB388DD}" dt="2026-06-09T17:31:17.792" v="406" actId="207"/>
          <ac:spMkLst>
            <pc:docMk/>
            <pc:sldMk cId="1512172819" sldId="281"/>
            <ac:spMk id="13" creationId="{5EA11543-16AA-E510-EF60-BD15F761AA3C}"/>
          </ac:spMkLst>
        </pc:spChg>
        <pc:spChg chg="add mod">
          <ac:chgData name="Michael Whitehouse" userId="0ecba9273f6ad366" providerId="LiveId" clId="{F36E82C0-65ED-4BE7-8730-0F102FB388DD}" dt="2026-06-09T17:31:17.813" v="416" actId="207"/>
          <ac:spMkLst>
            <pc:docMk/>
            <pc:sldMk cId="1512172819" sldId="281"/>
            <ac:spMk id="14" creationId="{83CBEBCE-13D8-E3C7-4274-DF4386CCFFD6}"/>
          </ac:spMkLst>
        </pc:spChg>
        <pc:picChg chg="add mod">
          <ac:chgData name="Michael Whitehouse" userId="0ecba9273f6ad366" providerId="LiveId" clId="{F36E82C0-65ED-4BE7-8730-0F102FB388DD}" dt="2026-06-11T10:09:16.437" v="2169" actId="14861"/>
          <ac:picMkLst>
            <pc:docMk/>
            <pc:sldMk cId="1512172819" sldId="281"/>
            <ac:picMk id="500" creationId="{00000000-0000-0000-0000-000000000000}"/>
          </ac:picMkLst>
        </pc:picChg>
      </pc:sldChg>
      <pc:sldChg chg="addSp delSp modSp add mod chgLayout">
        <pc:chgData name="Michael Whitehouse" userId="0ecba9273f6ad366" providerId="LiveId" clId="{F36E82C0-65ED-4BE7-8730-0F102FB388DD}" dt="2026-06-11T10:09:20.531" v="2170" actId="14861"/>
        <pc:sldMkLst>
          <pc:docMk/>
          <pc:sldMk cId="3895162923" sldId="282"/>
        </pc:sldMkLst>
        <pc:spChg chg="mod ord">
          <ac:chgData name="Michael Whitehouse" userId="0ecba9273f6ad366" providerId="LiveId" clId="{F36E82C0-65ED-4BE7-8730-0F102FB388DD}" dt="2026-06-11T09:29:06.122" v="2024" actId="700"/>
          <ac:spMkLst>
            <pc:docMk/>
            <pc:sldMk cId="3895162923" sldId="282"/>
            <ac:spMk id="2" creationId="{5649F05B-FBB5-6C88-9DDA-41CA860D1505}"/>
          </ac:spMkLst>
        </pc:spChg>
        <pc:spChg chg="add mod">
          <ac:chgData name="Michael Whitehouse" userId="0ecba9273f6ad366" providerId="LiveId" clId="{F36E82C0-65ED-4BE7-8730-0F102FB388DD}" dt="2026-06-11T09:29:58.530" v="2043" actId="14100"/>
          <ac:spMkLst>
            <pc:docMk/>
            <pc:sldMk cId="3895162923" sldId="282"/>
            <ac:spMk id="5" creationId="{D66081E4-F102-CFCC-BD23-678C4E9A604B}"/>
          </ac:spMkLst>
        </pc:spChg>
        <pc:spChg chg="add mod">
          <ac:chgData name="Michael Whitehouse" userId="0ecba9273f6ad366" providerId="LiveId" clId="{F36E82C0-65ED-4BE7-8730-0F102FB388DD}" dt="2026-06-09T17:31:19.337" v="507" actId="207"/>
          <ac:spMkLst>
            <pc:docMk/>
            <pc:sldMk cId="3895162923" sldId="282"/>
            <ac:spMk id="12" creationId="{13A63C33-9937-ED85-6CCE-6E54EBD98931}"/>
          </ac:spMkLst>
        </pc:spChg>
        <pc:picChg chg="add mod">
          <ac:chgData name="Michael Whitehouse" userId="0ecba9273f6ad366" providerId="LiveId" clId="{F36E82C0-65ED-4BE7-8730-0F102FB388DD}" dt="2026-06-11T10:09:20.531" v="2170" actId="14861"/>
          <ac:picMkLst>
            <pc:docMk/>
            <pc:sldMk cId="3895162923" sldId="282"/>
            <ac:picMk id="500" creationId="{00000000-0000-0000-0000-000000000000}"/>
          </ac:picMkLst>
        </pc:picChg>
      </pc:sldChg>
      <pc:sldChg chg="addSp delSp modSp add mod chgLayout">
        <pc:chgData name="Michael Whitehouse" userId="0ecba9273f6ad366" providerId="LiveId" clId="{F36E82C0-65ED-4BE7-8730-0F102FB388DD}" dt="2026-06-11T10:09:23.982" v="2171" actId="14861"/>
        <pc:sldMkLst>
          <pc:docMk/>
          <pc:sldMk cId="1263138129" sldId="283"/>
        </pc:sldMkLst>
        <pc:spChg chg="mod ord">
          <ac:chgData name="Michael Whitehouse" userId="0ecba9273f6ad366" providerId="LiveId" clId="{F36E82C0-65ED-4BE7-8730-0F102FB388DD}" dt="2026-06-11T09:29:06.122" v="2024" actId="700"/>
          <ac:spMkLst>
            <pc:docMk/>
            <pc:sldMk cId="1263138129" sldId="283"/>
            <ac:spMk id="2" creationId="{8ABDAE62-BDBA-4805-8E26-4F3BCE92C534}"/>
          </ac:spMkLst>
        </pc:spChg>
        <pc:spChg chg="add mod">
          <ac:chgData name="Michael Whitehouse" userId="0ecba9273f6ad366" providerId="LiveId" clId="{F36E82C0-65ED-4BE7-8730-0F102FB388DD}" dt="2026-06-11T09:30:05.334" v="2045" actId="14100"/>
          <ac:spMkLst>
            <pc:docMk/>
            <pc:sldMk cId="1263138129" sldId="283"/>
            <ac:spMk id="5" creationId="{0EAD5F34-F229-4212-6828-BB4B0C06BBC5}"/>
          </ac:spMkLst>
        </pc:spChg>
        <pc:spChg chg="add mod">
          <ac:chgData name="Michael Whitehouse" userId="0ecba9273f6ad366" providerId="LiveId" clId="{F36E82C0-65ED-4BE7-8730-0F102FB388DD}" dt="2026-06-09T17:31:20.882" v="608" actId="207"/>
          <ac:spMkLst>
            <pc:docMk/>
            <pc:sldMk cId="1263138129" sldId="283"/>
            <ac:spMk id="12" creationId="{DCA655A1-F684-5F42-450C-49DAFC067E84}"/>
          </ac:spMkLst>
        </pc:spChg>
        <pc:spChg chg="add mod">
          <ac:chgData name="Michael Whitehouse" userId="0ecba9273f6ad366" providerId="LiveId" clId="{F36E82C0-65ED-4BE7-8730-0F102FB388DD}" dt="2026-06-09T17:31:20.903" v="618" actId="207"/>
          <ac:spMkLst>
            <pc:docMk/>
            <pc:sldMk cId="1263138129" sldId="283"/>
            <ac:spMk id="13" creationId="{4430D3A0-53B8-80A1-A6F0-7114EBD86E8F}"/>
          </ac:spMkLst>
        </pc:spChg>
        <pc:picChg chg="add mod">
          <ac:chgData name="Michael Whitehouse" userId="0ecba9273f6ad366" providerId="LiveId" clId="{F36E82C0-65ED-4BE7-8730-0F102FB388DD}" dt="2026-06-11T10:09:23.982" v="2171" actId="14861"/>
          <ac:picMkLst>
            <pc:docMk/>
            <pc:sldMk cId="1263138129" sldId="283"/>
            <ac:picMk id="500" creationId="{00000000-0000-0000-0000-000000000000}"/>
          </ac:picMkLst>
        </pc:picChg>
      </pc:sldChg>
      <pc:sldChg chg="addSp delSp modSp add mod chgLayout">
        <pc:chgData name="Michael Whitehouse" userId="0ecba9273f6ad366" providerId="LiveId" clId="{F36E82C0-65ED-4BE7-8730-0F102FB388DD}" dt="2026-06-11T10:09:28.390" v="2172" actId="14861"/>
        <pc:sldMkLst>
          <pc:docMk/>
          <pc:sldMk cId="1830051468" sldId="284"/>
        </pc:sldMkLst>
        <pc:spChg chg="mod ord">
          <ac:chgData name="Michael Whitehouse" userId="0ecba9273f6ad366" providerId="LiveId" clId="{F36E82C0-65ED-4BE7-8730-0F102FB388DD}" dt="2026-06-11T09:29:06.122" v="2024" actId="700"/>
          <ac:spMkLst>
            <pc:docMk/>
            <pc:sldMk cId="1830051468" sldId="284"/>
            <ac:spMk id="2" creationId="{DFF73086-C663-8CAC-3891-7F53D8318FDD}"/>
          </ac:spMkLst>
        </pc:spChg>
        <pc:spChg chg="add mod">
          <ac:chgData name="Michael Whitehouse" userId="0ecba9273f6ad366" providerId="LiveId" clId="{F36E82C0-65ED-4BE7-8730-0F102FB388DD}" dt="2026-06-11T09:30:14.326" v="2050" actId="14100"/>
          <ac:spMkLst>
            <pc:docMk/>
            <pc:sldMk cId="1830051468" sldId="284"/>
            <ac:spMk id="7" creationId="{6234107F-D70D-2BC9-3FC0-07C100D1E003}"/>
          </ac:spMkLst>
        </pc:spChg>
        <pc:spChg chg="add mod">
          <ac:chgData name="Michael Whitehouse" userId="0ecba9273f6ad366" providerId="LiveId" clId="{F36E82C0-65ED-4BE7-8730-0F102FB388DD}" dt="2026-06-09T17:31:22.420" v="713" actId="207"/>
          <ac:spMkLst>
            <pc:docMk/>
            <pc:sldMk cId="1830051468" sldId="284"/>
            <ac:spMk id="14" creationId="{EACD7513-FADC-617F-FF16-68C1F00F1C47}"/>
          </ac:spMkLst>
        </pc:spChg>
        <pc:spChg chg="add mod">
          <ac:chgData name="Michael Whitehouse" userId="0ecba9273f6ad366" providerId="LiveId" clId="{F36E82C0-65ED-4BE7-8730-0F102FB388DD}" dt="2026-06-09T17:31:22.441" v="723" actId="207"/>
          <ac:spMkLst>
            <pc:docMk/>
            <pc:sldMk cId="1830051468" sldId="284"/>
            <ac:spMk id="15" creationId="{A963071A-BEE7-B76B-FD94-DF2B306DE8AA}"/>
          </ac:spMkLst>
        </pc:spChg>
        <pc:picChg chg="add mod">
          <ac:chgData name="Michael Whitehouse" userId="0ecba9273f6ad366" providerId="LiveId" clId="{F36E82C0-65ED-4BE7-8730-0F102FB388DD}" dt="2026-06-11T10:09:28.390" v="2172" actId="14861"/>
          <ac:picMkLst>
            <pc:docMk/>
            <pc:sldMk cId="1830051468" sldId="284"/>
            <ac:picMk id="500" creationId="{00000000-0000-0000-0000-000000000000}"/>
          </ac:picMkLst>
        </pc:picChg>
      </pc:sldChg>
      <pc:sldChg chg="addSp delSp modSp add mod chgLayout">
        <pc:chgData name="Michael Whitehouse" userId="0ecba9273f6ad366" providerId="LiveId" clId="{F36E82C0-65ED-4BE7-8730-0F102FB388DD}" dt="2026-06-11T09:36:53.872" v="2106" actId="1076"/>
        <pc:sldMkLst>
          <pc:docMk/>
          <pc:sldMk cId="1834882114" sldId="285"/>
        </pc:sldMkLst>
        <pc:spChg chg="mod ord">
          <ac:chgData name="Michael Whitehouse" userId="0ecba9273f6ad366" providerId="LiveId" clId="{F36E82C0-65ED-4BE7-8730-0F102FB388DD}" dt="2026-06-11T09:36:53.872" v="2106" actId="1076"/>
          <ac:spMkLst>
            <pc:docMk/>
            <pc:sldMk cId="1834882114" sldId="285"/>
            <ac:spMk id="2" creationId="{F6FBCFB5-47FC-1BD9-1FFE-95D21B2FA4C7}"/>
          </ac:spMkLst>
        </pc:spChg>
        <pc:spChg chg="add mod">
          <ac:chgData name="Michael Whitehouse" userId="0ecba9273f6ad366" providerId="LiveId" clId="{F36E82C0-65ED-4BE7-8730-0F102FB388DD}" dt="2026-06-11T09:30:26.204" v="2056" actId="27636"/>
          <ac:spMkLst>
            <pc:docMk/>
            <pc:sldMk cId="1834882114" sldId="285"/>
            <ac:spMk id="7" creationId="{489969E8-5764-E13F-1563-AEFC0B5F94A3}"/>
          </ac:spMkLst>
        </pc:spChg>
        <pc:spChg chg="add mod">
          <ac:chgData name="Michael Whitehouse" userId="0ecba9273f6ad366" providerId="LiveId" clId="{F36E82C0-65ED-4BE7-8730-0F102FB388DD}" dt="2026-06-09T17:31:23.791" v="758" actId="139"/>
          <ac:spMkLst>
            <pc:docMk/>
            <pc:sldMk cId="1834882114" sldId="285"/>
            <ac:spMk id="8" creationId="{871C90AB-A4C7-9201-DA63-03EB7ADFBA46}"/>
          </ac:spMkLst>
        </pc:spChg>
        <pc:spChg chg="add mod">
          <ac:chgData name="Michael Whitehouse" userId="0ecba9273f6ad366" providerId="LiveId" clId="{F36E82C0-65ED-4BE7-8730-0F102FB388DD}" dt="2026-06-09T17:31:23.912" v="769" actId="139"/>
          <ac:spMkLst>
            <pc:docMk/>
            <pc:sldMk cId="1834882114" sldId="285"/>
            <ac:spMk id="9" creationId="{6CE237AB-BF22-7FCA-8A77-243FBD80366C}"/>
          </ac:spMkLst>
        </pc:spChg>
        <pc:spChg chg="add mod">
          <ac:chgData name="Michael Whitehouse" userId="0ecba9273f6ad366" providerId="LiveId" clId="{F36E82C0-65ED-4BE7-8730-0F102FB388DD}" dt="2026-06-09T17:31:24.032" v="779" actId="207"/>
          <ac:spMkLst>
            <pc:docMk/>
            <pc:sldMk cId="1834882114" sldId="285"/>
            <ac:spMk id="10" creationId="{CCAE3D28-737D-07B8-4F02-B6645E3DF5D3}"/>
          </ac:spMkLst>
        </pc:spChg>
        <pc:spChg chg="add mod">
          <ac:chgData name="Michael Whitehouse" userId="0ecba9273f6ad366" providerId="LiveId" clId="{F36E82C0-65ED-4BE7-8730-0F102FB388DD}" dt="2026-06-09T17:31:24.164" v="791" actId="139"/>
          <ac:spMkLst>
            <pc:docMk/>
            <pc:sldMk cId="1834882114" sldId="285"/>
            <ac:spMk id="11" creationId="{2DFD852B-987F-7732-B6D3-48D5598CC423}"/>
          </ac:spMkLst>
        </pc:spChg>
        <pc:spChg chg="add mod">
          <ac:chgData name="Michael Whitehouse" userId="0ecba9273f6ad366" providerId="LiveId" clId="{F36E82C0-65ED-4BE7-8730-0F102FB388DD}" dt="2026-06-09T17:31:24.288" v="802" actId="139"/>
          <ac:spMkLst>
            <pc:docMk/>
            <pc:sldMk cId="1834882114" sldId="285"/>
            <ac:spMk id="12" creationId="{B6565F1E-7FF3-1CEC-979E-F03AA914B654}"/>
          </ac:spMkLst>
        </pc:spChg>
        <pc:spChg chg="add mod">
          <ac:chgData name="Michael Whitehouse" userId="0ecba9273f6ad366" providerId="LiveId" clId="{F36E82C0-65ED-4BE7-8730-0F102FB388DD}" dt="2026-06-09T17:31:24.408" v="812" actId="207"/>
          <ac:spMkLst>
            <pc:docMk/>
            <pc:sldMk cId="1834882114" sldId="285"/>
            <ac:spMk id="13" creationId="{02D7E324-5596-4EF3-48AE-66F8670A5D41}"/>
          </ac:spMkLst>
        </pc:spChg>
        <pc:spChg chg="add mod">
          <ac:chgData name="Michael Whitehouse" userId="0ecba9273f6ad366" providerId="LiveId" clId="{F36E82C0-65ED-4BE7-8730-0F102FB388DD}" dt="2026-06-09T17:31:24.539" v="824" actId="139"/>
          <ac:spMkLst>
            <pc:docMk/>
            <pc:sldMk cId="1834882114" sldId="285"/>
            <ac:spMk id="14" creationId="{B5D48287-AEC7-C0B8-C547-A2851506B7E9}"/>
          </ac:spMkLst>
        </pc:spChg>
        <pc:spChg chg="add mod">
          <ac:chgData name="Michael Whitehouse" userId="0ecba9273f6ad366" providerId="LiveId" clId="{F36E82C0-65ED-4BE7-8730-0F102FB388DD}" dt="2026-06-09T17:31:24.660" v="836" actId="139"/>
          <ac:spMkLst>
            <pc:docMk/>
            <pc:sldMk cId="1834882114" sldId="285"/>
            <ac:spMk id="15" creationId="{16D70BF1-3778-3BA8-EF83-A37E37744C90}"/>
          </ac:spMkLst>
        </pc:spChg>
        <pc:spChg chg="add mod">
          <ac:chgData name="Michael Whitehouse" userId="0ecba9273f6ad366" providerId="LiveId" clId="{F36E82C0-65ED-4BE7-8730-0F102FB388DD}" dt="2026-06-09T17:31:24.784" v="848" actId="139"/>
          <ac:spMkLst>
            <pc:docMk/>
            <pc:sldMk cId="1834882114" sldId="285"/>
            <ac:spMk id="16" creationId="{9C861523-6D1E-BDC1-EEA0-0C9563E03466}"/>
          </ac:spMkLst>
        </pc:spChg>
        <pc:spChg chg="add mod">
          <ac:chgData name="Michael Whitehouse" userId="0ecba9273f6ad366" providerId="LiveId" clId="{F36E82C0-65ED-4BE7-8730-0F102FB388DD}" dt="2026-06-09T17:31:24.908" v="859" actId="139"/>
          <ac:spMkLst>
            <pc:docMk/>
            <pc:sldMk cId="1834882114" sldId="285"/>
            <ac:spMk id="17" creationId="{55A7DD0D-22E8-D89E-8C73-CC3BB96A8BCC}"/>
          </ac:spMkLst>
        </pc:spChg>
        <pc:spChg chg="add mod">
          <ac:chgData name="Michael Whitehouse" userId="0ecba9273f6ad366" providerId="LiveId" clId="{F36E82C0-65ED-4BE7-8730-0F102FB388DD}" dt="2026-06-11T09:30:30.894" v="2057" actId="1076"/>
          <ac:spMkLst>
            <pc:docMk/>
            <pc:sldMk cId="1834882114" sldId="285"/>
            <ac:spMk id="18" creationId="{5943FD3E-7306-CAA3-603C-2728CBECF1E6}"/>
          </ac:spMkLst>
        </pc:spChg>
        <pc:spChg chg="add mod">
          <ac:chgData name="Michael Whitehouse" userId="0ecba9273f6ad366" providerId="LiveId" clId="{F36E82C0-65ED-4BE7-8730-0F102FB388DD}" dt="2026-06-09T17:31:25.054" v="880" actId="207"/>
          <ac:spMkLst>
            <pc:docMk/>
            <pc:sldMk cId="1834882114" sldId="285"/>
            <ac:spMk id="19" creationId="{E0F574C3-9EE2-23F5-0906-36708E8B0A7C}"/>
          </ac:spMkLst>
        </pc:spChg>
        <pc:spChg chg="add mod">
          <ac:chgData name="Michael Whitehouse" userId="0ecba9273f6ad366" providerId="LiveId" clId="{F36E82C0-65ED-4BE7-8730-0F102FB388DD}" dt="2026-06-09T17:31:25.072" v="890" actId="207"/>
          <ac:spMkLst>
            <pc:docMk/>
            <pc:sldMk cId="1834882114" sldId="285"/>
            <ac:spMk id="20" creationId="{83824F81-F0D9-3672-3CA0-834372ECAA8B}"/>
          </ac:spMkLst>
        </pc:spChg>
      </pc:sldChg>
      <pc:sldChg chg="addSp modSp add mod modClrScheme chgLayout">
        <pc:chgData name="Michael Whitehouse" userId="0ecba9273f6ad366" providerId="LiveId" clId="{F36E82C0-65ED-4BE7-8730-0F102FB388DD}" dt="2026-06-11T09:30:45.057" v="2059" actId="1076"/>
        <pc:sldMkLst>
          <pc:docMk/>
          <pc:sldMk cId="2820832068" sldId="286"/>
        </pc:sldMkLst>
        <pc:spChg chg="mod ord">
          <ac:chgData name="Michael Whitehouse" userId="0ecba9273f6ad366" providerId="LiveId" clId="{F36E82C0-65ED-4BE7-8730-0F102FB388DD}" dt="2026-06-11T09:30:45.057" v="2059" actId="1076"/>
          <ac:spMkLst>
            <pc:docMk/>
            <pc:sldMk cId="2820832068" sldId="286"/>
            <ac:spMk id="2" creationId="{ADEA1E68-6695-0AEE-93FB-BD4B8A4ECAE7}"/>
          </ac:spMkLst>
        </pc:spChg>
        <pc:spChg chg="add mod">
          <ac:chgData name="Michael Whitehouse" userId="0ecba9273f6ad366" providerId="LiveId" clId="{F36E82C0-65ED-4BE7-8730-0F102FB388DD}" dt="2026-06-09T17:31:25.959" v="905" actId="139"/>
          <ac:spMkLst>
            <pc:docMk/>
            <pc:sldMk cId="2820832068" sldId="286"/>
            <ac:spMk id="3" creationId="{92096904-648F-EFE4-83DC-1F1A44E71817}"/>
          </ac:spMkLst>
        </pc:spChg>
        <pc:spChg chg="add mod">
          <ac:chgData name="Michael Whitehouse" userId="0ecba9273f6ad366" providerId="LiveId" clId="{F36E82C0-65ED-4BE7-8730-0F102FB388DD}" dt="2026-06-09T17:31:26.081" v="917" actId="139"/>
          <ac:spMkLst>
            <pc:docMk/>
            <pc:sldMk cId="2820832068" sldId="286"/>
            <ac:spMk id="4" creationId="{048FB522-7E38-973B-227D-D1D66BDB1BF6}"/>
          </ac:spMkLst>
        </pc:spChg>
        <pc:spChg chg="add mod">
          <ac:chgData name="Michael Whitehouse" userId="0ecba9273f6ad366" providerId="LiveId" clId="{F36E82C0-65ED-4BE7-8730-0F102FB388DD}" dt="2026-06-09T17:31:26.205" v="929" actId="139"/>
          <ac:spMkLst>
            <pc:docMk/>
            <pc:sldMk cId="2820832068" sldId="286"/>
            <ac:spMk id="5" creationId="{B46B4B6E-A4D6-B8E4-1729-B5EB70F3C04E}"/>
          </ac:spMkLst>
        </pc:spChg>
        <pc:spChg chg="add mod">
          <ac:chgData name="Michael Whitehouse" userId="0ecba9273f6ad366" providerId="LiveId" clId="{F36E82C0-65ED-4BE7-8730-0F102FB388DD}" dt="2026-06-09T17:31:26.330" v="941" actId="139"/>
          <ac:spMkLst>
            <pc:docMk/>
            <pc:sldMk cId="2820832068" sldId="286"/>
            <ac:spMk id="6" creationId="{694ACBA4-2C37-4946-3BEA-67110D71980E}"/>
          </ac:spMkLst>
        </pc:spChg>
        <pc:spChg chg="add mod">
          <ac:chgData name="Michael Whitehouse" userId="0ecba9273f6ad366" providerId="LiveId" clId="{F36E82C0-65ED-4BE7-8730-0F102FB388DD}" dt="2026-06-09T17:31:26.455" v="953" actId="139"/>
          <ac:spMkLst>
            <pc:docMk/>
            <pc:sldMk cId="2820832068" sldId="286"/>
            <ac:spMk id="7" creationId="{AB0550A0-0494-369A-CF12-1DB12EA47E6C}"/>
          </ac:spMkLst>
        </pc:spChg>
        <pc:spChg chg="add mod">
          <ac:chgData name="Michael Whitehouse" userId="0ecba9273f6ad366" providerId="LiveId" clId="{F36E82C0-65ED-4BE7-8730-0F102FB388DD}" dt="2026-06-09T17:31:26.578" v="965" actId="139"/>
          <ac:spMkLst>
            <pc:docMk/>
            <pc:sldMk cId="2820832068" sldId="286"/>
            <ac:spMk id="8" creationId="{10DCC3B6-1EF8-CCA9-79FF-6FDAE0497C02}"/>
          </ac:spMkLst>
        </pc:spChg>
        <pc:spChg chg="add mod">
          <ac:chgData name="Michael Whitehouse" userId="0ecba9273f6ad366" providerId="LiveId" clId="{F36E82C0-65ED-4BE7-8730-0F102FB388DD}" dt="2026-06-09T17:31:26.700" v="977" actId="139"/>
          <ac:spMkLst>
            <pc:docMk/>
            <pc:sldMk cId="2820832068" sldId="286"/>
            <ac:spMk id="9" creationId="{01505833-91DE-A971-3351-9A0CB41EF062}"/>
          </ac:spMkLst>
        </pc:spChg>
        <pc:spChg chg="add mod">
          <ac:chgData name="Michael Whitehouse" userId="0ecba9273f6ad366" providerId="LiveId" clId="{F36E82C0-65ED-4BE7-8730-0F102FB388DD}" dt="2026-06-09T17:31:26.825" v="989" actId="139"/>
          <ac:spMkLst>
            <pc:docMk/>
            <pc:sldMk cId="2820832068" sldId="286"/>
            <ac:spMk id="10" creationId="{4AD18080-9715-4362-D876-C2E7E13D4250}"/>
          </ac:spMkLst>
        </pc:spChg>
        <pc:spChg chg="add mod">
          <ac:chgData name="Michael Whitehouse" userId="0ecba9273f6ad366" providerId="LiveId" clId="{F36E82C0-65ED-4BE7-8730-0F102FB388DD}" dt="2026-06-09T17:31:26.954" v="1001" actId="139"/>
          <ac:spMkLst>
            <pc:docMk/>
            <pc:sldMk cId="2820832068" sldId="286"/>
            <ac:spMk id="11" creationId="{73C7CE15-67D8-53E8-E502-F092EDE4AD5B}"/>
          </ac:spMkLst>
        </pc:spChg>
        <pc:spChg chg="add mod">
          <ac:chgData name="Michael Whitehouse" userId="0ecba9273f6ad366" providerId="LiveId" clId="{F36E82C0-65ED-4BE7-8730-0F102FB388DD}" dt="2026-06-09T17:31:26.972" v="1011" actId="207"/>
          <ac:spMkLst>
            <pc:docMk/>
            <pc:sldMk cId="2820832068" sldId="286"/>
            <ac:spMk id="12" creationId="{383C2367-73FB-5CA5-016A-73918F6E1B19}"/>
          </ac:spMkLst>
        </pc:spChg>
        <pc:spChg chg="add mod">
          <ac:chgData name="Michael Whitehouse" userId="0ecba9273f6ad366" providerId="LiveId" clId="{F36E82C0-65ED-4BE7-8730-0F102FB388DD}" dt="2026-06-09T17:31:26.991" v="1021" actId="207"/>
          <ac:spMkLst>
            <pc:docMk/>
            <pc:sldMk cId="2820832068" sldId="286"/>
            <ac:spMk id="13" creationId="{C94E7AC6-F194-B4A0-39E8-7F6B0349B11D}"/>
          </ac:spMkLst>
        </pc:spChg>
      </pc:sldChg>
      <pc:sldChg chg="addSp modSp add mod modClrScheme chgLayout">
        <pc:chgData name="Michael Whitehouse" userId="0ecba9273f6ad366" providerId="LiveId" clId="{F36E82C0-65ED-4BE7-8730-0F102FB388DD}" dt="2026-06-11T09:30:56.175" v="2061" actId="1076"/>
        <pc:sldMkLst>
          <pc:docMk/>
          <pc:sldMk cId="3108220554" sldId="287"/>
        </pc:sldMkLst>
        <pc:spChg chg="mod ord">
          <ac:chgData name="Michael Whitehouse" userId="0ecba9273f6ad366" providerId="LiveId" clId="{F36E82C0-65ED-4BE7-8730-0F102FB388DD}" dt="2026-06-11T09:30:56.175" v="2061" actId="1076"/>
          <ac:spMkLst>
            <pc:docMk/>
            <pc:sldMk cId="3108220554" sldId="287"/>
            <ac:spMk id="2" creationId="{EFFC646F-FDC4-B7ED-56AF-D80FB95296B8}"/>
          </ac:spMkLst>
        </pc:spChg>
        <pc:spChg chg="add mod">
          <ac:chgData name="Michael Whitehouse" userId="0ecba9273f6ad366" providerId="LiveId" clId="{F36E82C0-65ED-4BE7-8730-0F102FB388DD}" dt="2026-06-09T17:31:27.382" v="1034"/>
          <ac:spMkLst>
            <pc:docMk/>
            <pc:sldMk cId="3108220554" sldId="287"/>
            <ac:spMk id="3" creationId="{A957C442-0E7B-25A7-22A2-CCE66233756A}"/>
          </ac:spMkLst>
        </pc:spChg>
        <pc:spChg chg="add mod">
          <ac:chgData name="Michael Whitehouse" userId="0ecba9273f6ad366" providerId="LiveId" clId="{F36E82C0-65ED-4BE7-8730-0F102FB388DD}" dt="2026-06-09T17:31:27.516" v="1045" actId="139"/>
          <ac:spMkLst>
            <pc:docMk/>
            <pc:sldMk cId="3108220554" sldId="287"/>
            <ac:spMk id="4" creationId="{409A57FC-E4FB-34B1-1ACE-7267540A573C}"/>
          </ac:spMkLst>
        </pc:spChg>
        <pc:spChg chg="add mod">
          <ac:chgData name="Michael Whitehouse" userId="0ecba9273f6ad366" providerId="LiveId" clId="{F36E82C0-65ED-4BE7-8730-0F102FB388DD}" dt="2026-06-09T17:31:27.640" v="1056" actId="139"/>
          <ac:spMkLst>
            <pc:docMk/>
            <pc:sldMk cId="3108220554" sldId="287"/>
            <ac:spMk id="5" creationId="{66E48D93-11E4-6187-03C1-CFC9E96F9948}"/>
          </ac:spMkLst>
        </pc:spChg>
        <pc:spChg chg="add mod">
          <ac:chgData name="Michael Whitehouse" userId="0ecba9273f6ad366" providerId="LiveId" clId="{F36E82C0-65ED-4BE7-8730-0F102FB388DD}" dt="2026-06-09T17:31:27.660" v="1066" actId="207"/>
          <ac:spMkLst>
            <pc:docMk/>
            <pc:sldMk cId="3108220554" sldId="287"/>
            <ac:spMk id="6" creationId="{40FD18A7-8F67-1EFE-96D0-E378AB37BB06}"/>
          </ac:spMkLst>
        </pc:spChg>
        <pc:spChg chg="add mod">
          <ac:chgData name="Michael Whitehouse" userId="0ecba9273f6ad366" providerId="LiveId" clId="{F36E82C0-65ED-4BE7-8730-0F102FB388DD}" dt="2026-06-09T17:31:27.680" v="1076" actId="207"/>
          <ac:spMkLst>
            <pc:docMk/>
            <pc:sldMk cId="3108220554" sldId="287"/>
            <ac:spMk id="7" creationId="{3806790A-8D8D-4CA9-526A-46D678F15FD1}"/>
          </ac:spMkLst>
        </pc:spChg>
      </pc:sldChg>
      <pc:sldChg chg="addSp delSp modSp add mod modClrScheme chgLayout">
        <pc:chgData name="Michael Whitehouse" userId="0ecba9273f6ad366" providerId="LiveId" clId="{F36E82C0-65ED-4BE7-8730-0F102FB388DD}" dt="2026-06-11T09:31:06.275" v="2064" actId="27636"/>
        <pc:sldMkLst>
          <pc:docMk/>
          <pc:sldMk cId="607530685" sldId="288"/>
        </pc:sldMkLst>
        <pc:spChg chg="mod ord">
          <ac:chgData name="Michael Whitehouse" userId="0ecba9273f6ad366" providerId="LiveId" clId="{F36E82C0-65ED-4BE7-8730-0F102FB388DD}" dt="2026-06-11T09:31:06.245" v="2063" actId="700"/>
          <ac:spMkLst>
            <pc:docMk/>
            <pc:sldMk cId="607530685" sldId="288"/>
            <ac:spMk id="2" creationId="{6BE3FC8E-AAA5-F6A8-4A16-5EDCC8E2FFB8}"/>
          </ac:spMkLst>
        </pc:spChg>
        <pc:spChg chg="add mod">
          <ac:chgData name="Michael Whitehouse" userId="0ecba9273f6ad366" providerId="LiveId" clId="{F36E82C0-65ED-4BE7-8730-0F102FB388DD}" dt="2026-06-09T17:31:28.735" v="1095" actId="139"/>
          <ac:spMkLst>
            <pc:docMk/>
            <pc:sldMk cId="607530685" sldId="288"/>
            <ac:spMk id="5" creationId="{C5CDC6BA-429C-F68D-E91E-488A04B3A2DD}"/>
          </ac:spMkLst>
        </pc:spChg>
        <pc:spChg chg="add mod">
          <ac:chgData name="Michael Whitehouse" userId="0ecba9273f6ad366" providerId="LiveId" clId="{F36E82C0-65ED-4BE7-8730-0F102FB388DD}" dt="2026-06-09T17:31:28.860" v="1108" actId="139"/>
          <ac:spMkLst>
            <pc:docMk/>
            <pc:sldMk cId="607530685" sldId="288"/>
            <ac:spMk id="6" creationId="{A12D23AF-5E0F-7441-60A6-76F018912C8C}"/>
          </ac:spMkLst>
        </pc:spChg>
        <pc:spChg chg="add mod">
          <ac:chgData name="Michael Whitehouse" userId="0ecba9273f6ad366" providerId="LiveId" clId="{F36E82C0-65ED-4BE7-8730-0F102FB388DD}" dt="2026-06-09T17:31:28.976" v="1117"/>
          <ac:spMkLst>
            <pc:docMk/>
            <pc:sldMk cId="607530685" sldId="288"/>
            <ac:spMk id="7" creationId="{7566ADB1-AF53-4319-832B-38B779958FB2}"/>
          </ac:spMkLst>
        </pc:spChg>
        <pc:spChg chg="add mod">
          <ac:chgData name="Michael Whitehouse" userId="0ecba9273f6ad366" providerId="LiveId" clId="{F36E82C0-65ED-4BE7-8730-0F102FB388DD}" dt="2026-06-09T17:31:29.109" v="1130" actId="139"/>
          <ac:spMkLst>
            <pc:docMk/>
            <pc:sldMk cId="607530685" sldId="288"/>
            <ac:spMk id="8" creationId="{20160743-7C48-0D47-EEF2-A1B1DB02FBF4}"/>
          </ac:spMkLst>
        </pc:spChg>
        <pc:spChg chg="add mod">
          <ac:chgData name="Michael Whitehouse" userId="0ecba9273f6ad366" providerId="LiveId" clId="{F36E82C0-65ED-4BE7-8730-0F102FB388DD}" dt="2026-06-09T17:31:29.225" v="1140" actId="207"/>
          <ac:spMkLst>
            <pc:docMk/>
            <pc:sldMk cId="607530685" sldId="288"/>
            <ac:spMk id="9" creationId="{006A4393-8A33-B860-A7CB-692F620C1A59}"/>
          </ac:spMkLst>
        </pc:spChg>
        <pc:spChg chg="add mod">
          <ac:chgData name="Michael Whitehouse" userId="0ecba9273f6ad366" providerId="LiveId" clId="{F36E82C0-65ED-4BE7-8730-0F102FB388DD}" dt="2026-06-09T17:31:29.343" v="1153" actId="139"/>
          <ac:spMkLst>
            <pc:docMk/>
            <pc:sldMk cId="607530685" sldId="288"/>
            <ac:spMk id="10" creationId="{B4E1B9EE-08B5-9C2A-A553-595832DC890D}"/>
          </ac:spMkLst>
        </pc:spChg>
        <pc:spChg chg="add mod">
          <ac:chgData name="Michael Whitehouse" userId="0ecba9273f6ad366" providerId="LiveId" clId="{F36E82C0-65ED-4BE7-8730-0F102FB388DD}" dt="2026-06-09T17:31:29.479" v="1164" actId="139"/>
          <ac:spMkLst>
            <pc:docMk/>
            <pc:sldMk cId="607530685" sldId="288"/>
            <ac:spMk id="11" creationId="{A9EC0126-4AA2-C122-3303-8B89680A9F4B}"/>
          </ac:spMkLst>
        </pc:spChg>
        <pc:spChg chg="add mod">
          <ac:chgData name="Michael Whitehouse" userId="0ecba9273f6ad366" providerId="LiveId" clId="{F36E82C0-65ED-4BE7-8730-0F102FB388DD}" dt="2026-06-09T17:31:29.606" v="1175" actId="139"/>
          <ac:spMkLst>
            <pc:docMk/>
            <pc:sldMk cId="607530685" sldId="288"/>
            <ac:spMk id="12" creationId="{07D9F847-25EE-AB4C-CE3B-D83497308F39}"/>
          </ac:spMkLst>
        </pc:spChg>
        <pc:spChg chg="add mod">
          <ac:chgData name="Michael Whitehouse" userId="0ecba9273f6ad366" providerId="LiveId" clId="{F36E82C0-65ED-4BE7-8730-0F102FB388DD}" dt="2026-06-09T17:31:29.732" v="1186" actId="139"/>
          <ac:spMkLst>
            <pc:docMk/>
            <pc:sldMk cId="607530685" sldId="288"/>
            <ac:spMk id="13" creationId="{8729A5D2-670C-2009-8BB2-0E0AD9EBD16A}"/>
          </ac:spMkLst>
        </pc:spChg>
        <pc:spChg chg="add mod">
          <ac:chgData name="Michael Whitehouse" userId="0ecba9273f6ad366" providerId="LiveId" clId="{F36E82C0-65ED-4BE7-8730-0F102FB388DD}" dt="2026-06-09T17:31:29.847" v="1195"/>
          <ac:spMkLst>
            <pc:docMk/>
            <pc:sldMk cId="607530685" sldId="288"/>
            <ac:spMk id="14" creationId="{21CE01FC-36A7-90A8-C78D-93706BC6C395}"/>
          </ac:spMkLst>
        </pc:spChg>
        <pc:spChg chg="add mod">
          <ac:chgData name="Michael Whitehouse" userId="0ecba9273f6ad366" providerId="LiveId" clId="{F36E82C0-65ED-4BE7-8730-0F102FB388DD}" dt="2026-06-11T09:31:06.275" v="2064" actId="27636"/>
          <ac:spMkLst>
            <pc:docMk/>
            <pc:sldMk cId="607530685" sldId="288"/>
            <ac:spMk id="15" creationId="{008B9735-C749-C892-A672-30B9673FAB64}"/>
          </ac:spMkLst>
        </pc:spChg>
        <pc:spChg chg="add mod">
          <ac:chgData name="Michael Whitehouse" userId="0ecba9273f6ad366" providerId="LiveId" clId="{F36E82C0-65ED-4BE7-8730-0F102FB388DD}" dt="2026-06-09T17:31:29.988" v="1216" actId="207"/>
          <ac:spMkLst>
            <pc:docMk/>
            <pc:sldMk cId="607530685" sldId="288"/>
            <ac:spMk id="16" creationId="{8FF9BE6F-F792-81A7-1732-7CF6777E29D5}"/>
          </ac:spMkLst>
        </pc:spChg>
        <pc:spChg chg="add mod">
          <ac:chgData name="Michael Whitehouse" userId="0ecba9273f6ad366" providerId="LiveId" clId="{F36E82C0-65ED-4BE7-8730-0F102FB388DD}" dt="2026-06-09T17:31:30.007" v="1226" actId="207"/>
          <ac:spMkLst>
            <pc:docMk/>
            <pc:sldMk cId="607530685" sldId="288"/>
            <ac:spMk id="17" creationId="{F2180831-BD31-8A9C-0145-6F4D29DD053B}"/>
          </ac:spMkLst>
        </pc:spChg>
      </pc:sldChg>
      <pc:sldChg chg="addSp modSp add mod modClrScheme chgLayout">
        <pc:chgData name="Michael Whitehouse" userId="0ecba9273f6ad366" providerId="LiveId" clId="{F36E82C0-65ED-4BE7-8730-0F102FB388DD}" dt="2026-06-11T09:49:42.540" v="2144" actId="1076"/>
        <pc:sldMkLst>
          <pc:docMk/>
          <pc:sldMk cId="2451633855" sldId="289"/>
        </pc:sldMkLst>
        <pc:spChg chg="mod ord">
          <ac:chgData name="Michael Whitehouse" userId="0ecba9273f6ad366" providerId="LiveId" clId="{F36E82C0-65ED-4BE7-8730-0F102FB388DD}" dt="2026-06-11T09:31:19.144" v="2067" actId="1076"/>
          <ac:spMkLst>
            <pc:docMk/>
            <pc:sldMk cId="2451633855" sldId="289"/>
            <ac:spMk id="2" creationId="{3A8DA005-5227-D19F-1361-5E98F3BF3812}"/>
          </ac:spMkLst>
        </pc:spChg>
        <pc:spChg chg="add mod">
          <ac:chgData name="Michael Whitehouse" userId="0ecba9273f6ad366" providerId="LiveId" clId="{F36E82C0-65ED-4BE7-8730-0F102FB388DD}" dt="2026-06-09T17:31:31.108" v="1242" actId="139"/>
          <ac:spMkLst>
            <pc:docMk/>
            <pc:sldMk cId="2451633855" sldId="289"/>
            <ac:spMk id="3" creationId="{7020A28B-179E-6BC8-38F2-D6AEEA3B48DC}"/>
          </ac:spMkLst>
        </pc:spChg>
        <pc:spChg chg="add mod">
          <ac:chgData name="Michael Whitehouse" userId="0ecba9273f6ad366" providerId="LiveId" clId="{F36E82C0-65ED-4BE7-8730-0F102FB388DD}" dt="2026-06-09T17:31:31.235" v="1251"/>
          <ac:spMkLst>
            <pc:docMk/>
            <pc:sldMk cId="2451633855" sldId="289"/>
            <ac:spMk id="4" creationId="{C5E207E7-DC08-385D-F129-DA3F1669C531}"/>
          </ac:spMkLst>
        </pc:spChg>
        <pc:spChg chg="add mod">
          <ac:chgData name="Michael Whitehouse" userId="0ecba9273f6ad366" providerId="LiveId" clId="{F36E82C0-65ED-4BE7-8730-0F102FB388DD}" dt="2026-06-09T17:31:31.372" v="1263" actId="139"/>
          <ac:spMkLst>
            <pc:docMk/>
            <pc:sldMk cId="2451633855" sldId="289"/>
            <ac:spMk id="5" creationId="{C85C798A-4EEA-F0FA-F0D8-E0FBD31D2D81}"/>
          </ac:spMkLst>
        </pc:spChg>
        <pc:spChg chg="add mod">
          <ac:chgData name="Michael Whitehouse" userId="0ecba9273f6ad366" providerId="LiveId" clId="{F36E82C0-65ED-4BE7-8730-0F102FB388DD}" dt="2026-06-09T17:31:31.503" v="1272"/>
          <ac:spMkLst>
            <pc:docMk/>
            <pc:sldMk cId="2451633855" sldId="289"/>
            <ac:spMk id="6" creationId="{97A64407-F9D3-EE35-2641-CA698A1F7AF2}"/>
          </ac:spMkLst>
        </pc:spChg>
        <pc:spChg chg="add mod">
          <ac:chgData name="Michael Whitehouse" userId="0ecba9273f6ad366" providerId="LiveId" clId="{F36E82C0-65ED-4BE7-8730-0F102FB388DD}" dt="2026-06-09T17:31:31.947" v="1284" actId="139"/>
          <ac:spMkLst>
            <pc:docMk/>
            <pc:sldMk cId="2451633855" sldId="289"/>
            <ac:spMk id="7" creationId="{C08F3360-51C6-4500-E5F2-B9E375354C01}"/>
          </ac:spMkLst>
        </pc:spChg>
        <pc:spChg chg="add mod">
          <ac:chgData name="Michael Whitehouse" userId="0ecba9273f6ad366" providerId="LiveId" clId="{F36E82C0-65ED-4BE7-8730-0F102FB388DD}" dt="2026-06-09T17:31:32.065" v="1293"/>
          <ac:spMkLst>
            <pc:docMk/>
            <pc:sldMk cId="2451633855" sldId="289"/>
            <ac:spMk id="8" creationId="{7EBDE33B-827B-799D-D806-4A9FDF910949}"/>
          </ac:spMkLst>
        </pc:spChg>
        <pc:spChg chg="add mod">
          <ac:chgData name="Michael Whitehouse" userId="0ecba9273f6ad366" providerId="LiveId" clId="{F36E82C0-65ED-4BE7-8730-0F102FB388DD}" dt="2026-06-09T17:31:32.197" v="1305" actId="139"/>
          <ac:spMkLst>
            <pc:docMk/>
            <pc:sldMk cId="2451633855" sldId="289"/>
            <ac:spMk id="9" creationId="{26698B25-CF50-CBEA-30A0-1031C5799148}"/>
          </ac:spMkLst>
        </pc:spChg>
        <pc:spChg chg="add mod">
          <ac:chgData name="Michael Whitehouse" userId="0ecba9273f6ad366" providerId="LiveId" clId="{F36E82C0-65ED-4BE7-8730-0F102FB388DD}" dt="2026-06-09T17:31:32.316" v="1314"/>
          <ac:spMkLst>
            <pc:docMk/>
            <pc:sldMk cId="2451633855" sldId="289"/>
            <ac:spMk id="10" creationId="{FC9E85D3-BE62-6470-5CC4-FE6EE9B37992}"/>
          </ac:spMkLst>
        </pc:spChg>
        <pc:spChg chg="add mod">
          <ac:chgData name="Michael Whitehouse" userId="0ecba9273f6ad366" providerId="LiveId" clId="{F36E82C0-65ED-4BE7-8730-0F102FB388DD}" dt="2026-06-09T17:31:32.447" v="1326" actId="139"/>
          <ac:spMkLst>
            <pc:docMk/>
            <pc:sldMk cId="2451633855" sldId="289"/>
            <ac:spMk id="11" creationId="{54C4FE0F-90C8-C069-F0E3-12069760CAAF}"/>
          </ac:spMkLst>
        </pc:spChg>
        <pc:spChg chg="add mod">
          <ac:chgData name="Michael Whitehouse" userId="0ecba9273f6ad366" providerId="LiveId" clId="{F36E82C0-65ED-4BE7-8730-0F102FB388DD}" dt="2026-06-09T17:31:32.568" v="1335"/>
          <ac:spMkLst>
            <pc:docMk/>
            <pc:sldMk cId="2451633855" sldId="289"/>
            <ac:spMk id="12" creationId="{9E924948-A64A-E4B8-D722-9AB5C8A76C11}"/>
          </ac:spMkLst>
        </pc:spChg>
        <pc:spChg chg="add mod">
          <ac:chgData name="Michael Whitehouse" userId="0ecba9273f6ad366" providerId="LiveId" clId="{F36E82C0-65ED-4BE7-8730-0F102FB388DD}" dt="2026-06-11T09:49:42.540" v="2144" actId="1076"/>
          <ac:spMkLst>
            <pc:docMk/>
            <pc:sldMk cId="2451633855" sldId="289"/>
            <ac:spMk id="13" creationId="{54AE6F5B-4649-670D-C009-F0E59B3181E5}"/>
          </ac:spMkLst>
        </pc:spChg>
        <pc:spChg chg="add mod">
          <ac:chgData name="Michael Whitehouse" userId="0ecba9273f6ad366" providerId="LiveId" clId="{F36E82C0-65ED-4BE7-8730-0F102FB388DD}" dt="2026-06-11T09:31:13.669" v="2066" actId="27636"/>
          <ac:spMkLst>
            <pc:docMk/>
            <pc:sldMk cId="2451633855" sldId="289"/>
            <ac:spMk id="14" creationId="{0B33D6FB-EC1A-CC3F-44A0-69297BC0D483}"/>
          </ac:spMkLst>
        </pc:spChg>
        <pc:spChg chg="add mod">
          <ac:chgData name="Michael Whitehouse" userId="0ecba9273f6ad366" providerId="LiveId" clId="{F36E82C0-65ED-4BE7-8730-0F102FB388DD}" dt="2026-06-09T17:31:32.851" v="1367" actId="207"/>
          <ac:spMkLst>
            <pc:docMk/>
            <pc:sldMk cId="2451633855" sldId="289"/>
            <ac:spMk id="15" creationId="{6C70C986-B47D-8717-E1E6-6E82CAE779FE}"/>
          </ac:spMkLst>
        </pc:spChg>
        <pc:spChg chg="add mod">
          <ac:chgData name="Michael Whitehouse" userId="0ecba9273f6ad366" providerId="LiveId" clId="{F36E82C0-65ED-4BE7-8730-0F102FB388DD}" dt="2026-06-09T17:31:32.869" v="1377" actId="207"/>
          <ac:spMkLst>
            <pc:docMk/>
            <pc:sldMk cId="2451633855" sldId="289"/>
            <ac:spMk id="16" creationId="{4187FC01-F639-C3B6-E070-F534A93A9A91}"/>
          </ac:spMkLst>
        </pc:spChg>
      </pc:sldChg>
      <pc:sldChg chg="addSp modSp add mod modClrScheme chgLayout">
        <pc:chgData name="Michael Whitehouse" userId="0ecba9273f6ad366" providerId="LiveId" clId="{F36E82C0-65ED-4BE7-8730-0F102FB388DD}" dt="2026-06-11T09:31:33.251" v="2069" actId="1076"/>
        <pc:sldMkLst>
          <pc:docMk/>
          <pc:sldMk cId="3215454728" sldId="290"/>
        </pc:sldMkLst>
        <pc:spChg chg="mod ord">
          <ac:chgData name="Michael Whitehouse" userId="0ecba9273f6ad366" providerId="LiveId" clId="{F36E82C0-65ED-4BE7-8730-0F102FB388DD}" dt="2026-06-11T09:31:33.251" v="2069" actId="1076"/>
          <ac:spMkLst>
            <pc:docMk/>
            <pc:sldMk cId="3215454728" sldId="290"/>
            <ac:spMk id="2" creationId="{0B1ED158-9C3E-6684-EF02-02CA6FF6BBF6}"/>
          </ac:spMkLst>
        </pc:spChg>
        <pc:spChg chg="add mod">
          <ac:chgData name="Michael Whitehouse" userId="0ecba9273f6ad366" providerId="LiveId" clId="{F36E82C0-65ED-4BE7-8730-0F102FB388DD}" dt="2026-06-09T17:31:33.258" v="1390"/>
          <ac:spMkLst>
            <pc:docMk/>
            <pc:sldMk cId="3215454728" sldId="290"/>
            <ac:spMk id="3" creationId="{E9D1FD1E-C145-3540-7D2C-2B3E2FE20865}"/>
          </ac:spMkLst>
        </pc:spChg>
        <pc:spChg chg="add mod">
          <ac:chgData name="Michael Whitehouse" userId="0ecba9273f6ad366" providerId="LiveId" clId="{F36E82C0-65ED-4BE7-8730-0F102FB388DD}" dt="2026-06-09T17:31:33.391" v="1401" actId="139"/>
          <ac:spMkLst>
            <pc:docMk/>
            <pc:sldMk cId="3215454728" sldId="290"/>
            <ac:spMk id="4" creationId="{4EEC2103-0FB6-382E-95B4-ACF8BF570A0B}"/>
          </ac:spMkLst>
        </pc:spChg>
        <pc:spChg chg="add mod">
          <ac:chgData name="Michael Whitehouse" userId="0ecba9273f6ad366" providerId="LiveId" clId="{F36E82C0-65ED-4BE7-8730-0F102FB388DD}" dt="2026-06-09T17:31:33.516" v="1412" actId="139"/>
          <ac:spMkLst>
            <pc:docMk/>
            <pc:sldMk cId="3215454728" sldId="290"/>
            <ac:spMk id="5" creationId="{1C3230CB-8F18-C701-94C3-64AF05D477F9}"/>
          </ac:spMkLst>
        </pc:spChg>
        <pc:spChg chg="add mod">
          <ac:chgData name="Michael Whitehouse" userId="0ecba9273f6ad366" providerId="LiveId" clId="{F36E82C0-65ED-4BE7-8730-0F102FB388DD}" dt="2026-06-09T17:31:33.535" v="1422" actId="207"/>
          <ac:spMkLst>
            <pc:docMk/>
            <pc:sldMk cId="3215454728" sldId="290"/>
            <ac:spMk id="6" creationId="{B7B251E9-8570-2D2C-8070-43419E7A0FEF}"/>
          </ac:spMkLst>
        </pc:spChg>
        <pc:spChg chg="add mod">
          <ac:chgData name="Michael Whitehouse" userId="0ecba9273f6ad366" providerId="LiveId" clId="{F36E82C0-65ED-4BE7-8730-0F102FB388DD}" dt="2026-06-09T17:31:33.554" v="1432" actId="207"/>
          <ac:spMkLst>
            <pc:docMk/>
            <pc:sldMk cId="3215454728" sldId="290"/>
            <ac:spMk id="7" creationId="{60586049-B245-A834-13F9-3FF355B6B146}"/>
          </ac:spMkLst>
        </pc:spChg>
      </pc:sldChg>
      <pc:sldChg chg="addSp delSp modSp add mod">
        <pc:chgData name="Michael Whitehouse" userId="0ecba9273f6ad366" providerId="LiveId" clId="{F36E82C0-65ED-4BE7-8730-0F102FB388DD}" dt="2026-06-11T09:56:18.263" v="2160" actId="14100"/>
        <pc:sldMkLst>
          <pc:docMk/>
          <pc:sldMk cId="175151776" sldId="291"/>
        </pc:sldMkLst>
        <pc:spChg chg="mod">
          <ac:chgData name="Michael Whitehouse" userId="0ecba9273f6ad366" providerId="LiveId" clId="{F36E82C0-65ED-4BE7-8730-0F102FB388DD}" dt="2026-06-11T09:49:55.004" v="2146" actId="14100"/>
          <ac:spMkLst>
            <pc:docMk/>
            <pc:sldMk cId="175151776" sldId="291"/>
            <ac:spMk id="2" creationId="{310205CB-DD9F-2F64-B97D-FD5AE9EBFD92}"/>
          </ac:spMkLst>
        </pc:spChg>
        <pc:spChg chg="add mod">
          <ac:chgData name="Michael Whitehouse" userId="0ecba9273f6ad366" providerId="LiveId" clId="{F36E82C0-65ED-4BE7-8730-0F102FB388DD}" dt="2026-06-11T09:56:18.263" v="2160" actId="14100"/>
          <ac:spMkLst>
            <pc:docMk/>
            <pc:sldMk cId="175151776" sldId="291"/>
            <ac:spMk id="6" creationId="{EFD49EB8-06F7-1625-2B1E-14FC1C5F9F7D}"/>
          </ac:spMkLst>
        </pc:spChg>
        <pc:spChg chg="add mod">
          <ac:chgData name="Michael Whitehouse" userId="0ecba9273f6ad366" providerId="LiveId" clId="{F36E82C0-65ED-4BE7-8730-0F102FB388DD}" dt="2026-06-11T09:56:15.624" v="2159" actId="14100"/>
          <ac:spMkLst>
            <pc:docMk/>
            <pc:sldMk cId="175151776" sldId="291"/>
            <ac:spMk id="7" creationId="{F81F380E-549D-EBB9-E5C3-71C6094AA425}"/>
          </ac:spMkLst>
        </pc:spChg>
        <pc:spChg chg="add mod">
          <ac:chgData name="Michael Whitehouse" userId="0ecba9273f6ad366" providerId="LiveId" clId="{F36E82C0-65ED-4BE7-8730-0F102FB388DD}" dt="2026-06-09T17:31:36.671" v="1617" actId="207"/>
          <ac:spMkLst>
            <pc:docMk/>
            <pc:sldMk cId="175151776" sldId="291"/>
            <ac:spMk id="21" creationId="{A1C398A5-99BF-5F09-457E-944005039803}"/>
          </ac:spMkLst>
        </pc:spChg>
        <pc:spChg chg="add mod">
          <ac:chgData name="Michael Whitehouse" userId="0ecba9273f6ad366" providerId="LiveId" clId="{F36E82C0-65ED-4BE7-8730-0F102FB388DD}" dt="2026-06-09T17:31:36.692" v="1627" actId="207"/>
          <ac:spMkLst>
            <pc:docMk/>
            <pc:sldMk cId="175151776" sldId="291"/>
            <ac:spMk id="22" creationId="{815601B3-F0FC-C98B-05F3-630C2AEFEA7F}"/>
          </ac:spMkLst>
        </pc:spChg>
        <pc:picChg chg="add mod">
          <ac:chgData name="Michael Whitehouse" userId="0ecba9273f6ad366" providerId="LiveId" clId="{F36E82C0-65ED-4BE7-8730-0F102FB388DD}" dt="2026-06-11T09:56:11.738" v="2158" actId="1076"/>
          <ac:picMkLst>
            <pc:docMk/>
            <pc:sldMk cId="175151776" sldId="291"/>
            <ac:picMk id="4" creationId="{93D4D7AF-B1AE-6A48-C99C-1559CD4CCBDD}"/>
          </ac:picMkLst>
        </pc:picChg>
      </pc:sldChg>
      <pc:sldChg chg="addSp modSp add mod modClrScheme chgLayout">
        <pc:chgData name="Michael Whitehouse" userId="0ecba9273f6ad366" providerId="LiveId" clId="{F36E82C0-65ED-4BE7-8730-0F102FB388DD}" dt="2026-06-11T09:56:30.306" v="2165" actId="1076"/>
        <pc:sldMkLst>
          <pc:docMk/>
          <pc:sldMk cId="1222519162" sldId="293"/>
        </pc:sldMkLst>
        <pc:spChg chg="mod ord">
          <ac:chgData name="Michael Whitehouse" userId="0ecba9273f6ad366" providerId="LiveId" clId="{F36E82C0-65ED-4BE7-8730-0F102FB388DD}" dt="2026-06-11T09:56:30.306" v="2165" actId="1076"/>
          <ac:spMkLst>
            <pc:docMk/>
            <pc:sldMk cId="1222519162" sldId="293"/>
            <ac:spMk id="2" creationId="{C7830492-C278-2933-B0C7-179717156FF2}"/>
          </ac:spMkLst>
        </pc:spChg>
        <pc:spChg chg="mod ord">
          <ac:chgData name="Michael Whitehouse" userId="0ecba9273f6ad366" providerId="LiveId" clId="{F36E82C0-65ED-4BE7-8730-0F102FB388DD}" dt="2026-06-11T09:56:26.535" v="2164" actId="27636"/>
          <ac:spMkLst>
            <pc:docMk/>
            <pc:sldMk cId="1222519162" sldId="293"/>
            <ac:spMk id="3" creationId="{3E86D8F7-0AEC-B5FC-E12D-1A25FF9C445A}"/>
          </ac:spMkLst>
        </pc:spChg>
        <pc:spChg chg="mod ord">
          <ac:chgData name="Michael Whitehouse" userId="0ecba9273f6ad366" providerId="LiveId" clId="{F36E82C0-65ED-4BE7-8730-0F102FB388DD}" dt="2026-06-11T09:56:26.511" v="2161" actId="700"/>
          <ac:spMkLst>
            <pc:docMk/>
            <pc:sldMk cId="1222519162" sldId="293"/>
            <ac:spMk id="4" creationId="{F1E08AA2-3EEE-4AD9-AC5A-6A54DCAE1D28}"/>
          </ac:spMkLst>
        </pc:spChg>
        <pc:spChg chg="mod ord">
          <ac:chgData name="Michael Whitehouse" userId="0ecba9273f6ad366" providerId="LiveId" clId="{F36E82C0-65ED-4BE7-8730-0F102FB388DD}" dt="2026-06-11T09:56:26.534" v="2162" actId="27636"/>
          <ac:spMkLst>
            <pc:docMk/>
            <pc:sldMk cId="1222519162" sldId="293"/>
            <ac:spMk id="5" creationId="{5EA9455B-4C3D-DAEB-F80B-2E71265F34A9}"/>
          </ac:spMkLst>
        </pc:spChg>
        <pc:spChg chg="mod ord">
          <ac:chgData name="Michael Whitehouse" userId="0ecba9273f6ad366" providerId="LiveId" clId="{F36E82C0-65ED-4BE7-8730-0F102FB388DD}" dt="2026-06-11T09:56:26.535" v="2163" actId="27636"/>
          <ac:spMkLst>
            <pc:docMk/>
            <pc:sldMk cId="1222519162" sldId="293"/>
            <ac:spMk id="6" creationId="{10ED861F-F90C-2BB3-E820-FFD3277C8B0A}"/>
          </ac:spMkLst>
        </pc:spChg>
        <pc:spChg chg="add mod">
          <ac:chgData name="Michael Whitehouse" userId="0ecba9273f6ad366" providerId="LiveId" clId="{F36E82C0-65ED-4BE7-8730-0F102FB388DD}" dt="2026-06-09T17:31:37.243" v="1700" actId="207"/>
          <ac:spMkLst>
            <pc:docMk/>
            <pc:sldMk cId="1222519162" sldId="293"/>
            <ac:spMk id="7" creationId="{91DD6948-3FC3-6EF3-1321-988672BB40FA}"/>
          </ac:spMkLst>
        </pc:spChg>
        <pc:spChg chg="add mod">
          <ac:chgData name="Michael Whitehouse" userId="0ecba9273f6ad366" providerId="LiveId" clId="{F36E82C0-65ED-4BE7-8730-0F102FB388DD}" dt="2026-06-09T17:31:37.265" v="1710" actId="207"/>
          <ac:spMkLst>
            <pc:docMk/>
            <pc:sldMk cId="1222519162" sldId="293"/>
            <ac:spMk id="8" creationId="{037F2A2C-3989-9FCB-E386-C483037CE945}"/>
          </ac:spMkLst>
        </pc:spChg>
      </pc:sldChg>
      <pc:sldChg chg="addSp delSp modSp add mod modClrScheme chgLayout">
        <pc:chgData name="Michael Whitehouse" userId="0ecba9273f6ad366" providerId="LiveId" clId="{F36E82C0-65ED-4BE7-8730-0F102FB388DD}" dt="2026-06-11T09:33:32.990" v="2094" actId="1076"/>
        <pc:sldMkLst>
          <pc:docMk/>
          <pc:sldMk cId="1282441507" sldId="294"/>
        </pc:sldMkLst>
        <pc:spChg chg="mod ord">
          <ac:chgData name="Michael Whitehouse" userId="0ecba9273f6ad366" providerId="LiveId" clId="{F36E82C0-65ED-4BE7-8730-0F102FB388DD}" dt="2026-06-11T09:33:32.990" v="2094" actId="1076"/>
          <ac:spMkLst>
            <pc:docMk/>
            <pc:sldMk cId="1282441507" sldId="294"/>
            <ac:spMk id="2" creationId="{4A94BA89-D7DD-3653-8F0D-9E610D9AD5F4}"/>
          </ac:spMkLst>
        </pc:spChg>
        <pc:spChg chg="add mod">
          <ac:chgData name="Michael Whitehouse" userId="0ecba9273f6ad366" providerId="LiveId" clId="{F36E82C0-65ED-4BE7-8730-0F102FB388DD}" dt="2026-06-09T17:31:38.674" v="1736" actId="208"/>
          <ac:spMkLst>
            <pc:docMk/>
            <pc:sldMk cId="1282441507" sldId="294"/>
            <ac:spMk id="9" creationId="{8C697420-CF37-91C2-D5DA-ACF03D166A4B}"/>
          </ac:spMkLst>
        </pc:spChg>
        <pc:spChg chg="add mod">
          <ac:chgData name="Michael Whitehouse" userId="0ecba9273f6ad366" providerId="LiveId" clId="{F36E82C0-65ED-4BE7-8730-0F102FB388DD}" dt="2026-06-09T17:31:38.797" v="1747" actId="139"/>
          <ac:spMkLst>
            <pc:docMk/>
            <pc:sldMk cId="1282441507" sldId="294"/>
            <ac:spMk id="10" creationId="{63580A39-9401-27D9-84FF-2E782C181F11}"/>
          </ac:spMkLst>
        </pc:spChg>
        <pc:spChg chg="add mod">
          <ac:chgData name="Michael Whitehouse" userId="0ecba9273f6ad366" providerId="LiveId" clId="{F36E82C0-65ED-4BE7-8730-0F102FB388DD}" dt="2026-06-09T17:31:38.919" v="1758" actId="139"/>
          <ac:spMkLst>
            <pc:docMk/>
            <pc:sldMk cId="1282441507" sldId="294"/>
            <ac:spMk id="11" creationId="{C2CD2EA8-1178-0D1C-6D83-9331DAFE522B}"/>
          </ac:spMkLst>
        </pc:spChg>
        <pc:spChg chg="add mod">
          <ac:chgData name="Michael Whitehouse" userId="0ecba9273f6ad366" providerId="LiveId" clId="{F36E82C0-65ED-4BE7-8730-0F102FB388DD}" dt="2026-06-09T17:31:39.038" v="1767"/>
          <ac:spMkLst>
            <pc:docMk/>
            <pc:sldMk cId="1282441507" sldId="294"/>
            <ac:spMk id="12" creationId="{CD62CF63-68BC-DA6B-85AB-B30A510532A7}"/>
          </ac:spMkLst>
        </pc:spChg>
        <pc:spChg chg="add mod">
          <ac:chgData name="Michael Whitehouse" userId="0ecba9273f6ad366" providerId="LiveId" clId="{F36E82C0-65ED-4BE7-8730-0F102FB388DD}" dt="2026-06-09T17:31:39.166" v="1777" actId="208"/>
          <ac:spMkLst>
            <pc:docMk/>
            <pc:sldMk cId="1282441507" sldId="294"/>
            <ac:spMk id="13" creationId="{70CCB456-F8E0-EFE6-5E6B-59CEA6B1C811}"/>
          </ac:spMkLst>
        </pc:spChg>
        <pc:spChg chg="add mod">
          <ac:chgData name="Michael Whitehouse" userId="0ecba9273f6ad366" providerId="LiveId" clId="{F36E82C0-65ED-4BE7-8730-0F102FB388DD}" dt="2026-06-09T17:31:39.291" v="1788" actId="139"/>
          <ac:spMkLst>
            <pc:docMk/>
            <pc:sldMk cId="1282441507" sldId="294"/>
            <ac:spMk id="14" creationId="{CBA9F850-38A0-B80E-CC3E-523C3E6F23BB}"/>
          </ac:spMkLst>
        </pc:spChg>
        <pc:spChg chg="add mod">
          <ac:chgData name="Michael Whitehouse" userId="0ecba9273f6ad366" providerId="LiveId" clId="{F36E82C0-65ED-4BE7-8730-0F102FB388DD}" dt="2026-06-09T17:31:39.417" v="1799" actId="139"/>
          <ac:spMkLst>
            <pc:docMk/>
            <pc:sldMk cId="1282441507" sldId="294"/>
            <ac:spMk id="15" creationId="{ABDBF4D2-1619-3848-F0D3-C67238E44916}"/>
          </ac:spMkLst>
        </pc:spChg>
        <pc:spChg chg="add mod">
          <ac:chgData name="Michael Whitehouse" userId="0ecba9273f6ad366" providerId="LiveId" clId="{F36E82C0-65ED-4BE7-8730-0F102FB388DD}" dt="2026-06-09T17:31:39.535" v="1808"/>
          <ac:spMkLst>
            <pc:docMk/>
            <pc:sldMk cId="1282441507" sldId="294"/>
            <ac:spMk id="16" creationId="{A5E8741A-882C-738E-FBB2-DD98E13D22B0}"/>
          </ac:spMkLst>
        </pc:spChg>
        <pc:spChg chg="add mod">
          <ac:chgData name="Michael Whitehouse" userId="0ecba9273f6ad366" providerId="LiveId" clId="{F36E82C0-65ED-4BE7-8730-0F102FB388DD}" dt="2026-06-09T17:31:39.665" v="1818" actId="208"/>
          <ac:spMkLst>
            <pc:docMk/>
            <pc:sldMk cId="1282441507" sldId="294"/>
            <ac:spMk id="17" creationId="{3ED22D22-2DF8-4444-E14E-040D738A7DB7}"/>
          </ac:spMkLst>
        </pc:spChg>
        <pc:spChg chg="add mod">
          <ac:chgData name="Michael Whitehouse" userId="0ecba9273f6ad366" providerId="LiveId" clId="{F36E82C0-65ED-4BE7-8730-0F102FB388DD}" dt="2026-06-09T17:31:39.791" v="1829" actId="139"/>
          <ac:spMkLst>
            <pc:docMk/>
            <pc:sldMk cId="1282441507" sldId="294"/>
            <ac:spMk id="18" creationId="{9859537A-406A-10AA-C0DC-3B17A247E763}"/>
          </ac:spMkLst>
        </pc:spChg>
        <pc:spChg chg="add mod">
          <ac:chgData name="Michael Whitehouse" userId="0ecba9273f6ad366" providerId="LiveId" clId="{F36E82C0-65ED-4BE7-8730-0F102FB388DD}" dt="2026-06-09T17:31:39.915" v="1840" actId="139"/>
          <ac:spMkLst>
            <pc:docMk/>
            <pc:sldMk cId="1282441507" sldId="294"/>
            <ac:spMk id="19" creationId="{CF2EF86E-93EA-F69E-4112-D417223B405B}"/>
          </ac:spMkLst>
        </pc:spChg>
        <pc:spChg chg="add mod">
          <ac:chgData name="Michael Whitehouse" userId="0ecba9273f6ad366" providerId="LiveId" clId="{F36E82C0-65ED-4BE7-8730-0F102FB388DD}" dt="2026-06-09T17:31:40.033" v="1849"/>
          <ac:spMkLst>
            <pc:docMk/>
            <pc:sldMk cId="1282441507" sldId="294"/>
            <ac:spMk id="20" creationId="{5AA40A69-4B3B-AB08-1E62-E2AC19FEF038}"/>
          </ac:spMkLst>
        </pc:spChg>
        <pc:spChg chg="add mod">
          <ac:chgData name="Michael Whitehouse" userId="0ecba9273f6ad366" providerId="LiveId" clId="{F36E82C0-65ED-4BE7-8730-0F102FB388DD}" dt="2026-06-09T17:31:40.149" v="1859" actId="208"/>
          <ac:spMkLst>
            <pc:docMk/>
            <pc:sldMk cId="1282441507" sldId="294"/>
            <ac:spMk id="21" creationId="{23B406FB-F9FE-AC66-0DEB-D6E3F7376551}"/>
          </ac:spMkLst>
        </pc:spChg>
        <pc:spChg chg="add mod">
          <ac:chgData name="Michael Whitehouse" userId="0ecba9273f6ad366" providerId="LiveId" clId="{F36E82C0-65ED-4BE7-8730-0F102FB388DD}" dt="2026-06-09T17:31:40.278" v="1870" actId="139"/>
          <ac:spMkLst>
            <pc:docMk/>
            <pc:sldMk cId="1282441507" sldId="294"/>
            <ac:spMk id="22" creationId="{6E5BA9FB-22A1-C2B0-42D8-BC1957C352D2}"/>
          </ac:spMkLst>
        </pc:spChg>
        <pc:spChg chg="add mod">
          <ac:chgData name="Michael Whitehouse" userId="0ecba9273f6ad366" providerId="LiveId" clId="{F36E82C0-65ED-4BE7-8730-0F102FB388DD}" dt="2026-06-09T17:31:40.414" v="1881" actId="139"/>
          <ac:spMkLst>
            <pc:docMk/>
            <pc:sldMk cId="1282441507" sldId="294"/>
            <ac:spMk id="23" creationId="{521C088A-67BB-3AC4-8E14-7CC920E240B7}"/>
          </ac:spMkLst>
        </pc:spChg>
        <pc:spChg chg="add mod">
          <ac:chgData name="Michael Whitehouse" userId="0ecba9273f6ad366" providerId="LiveId" clId="{F36E82C0-65ED-4BE7-8730-0F102FB388DD}" dt="2026-06-09T17:31:40.433" v="1891" actId="207"/>
          <ac:spMkLst>
            <pc:docMk/>
            <pc:sldMk cId="1282441507" sldId="294"/>
            <ac:spMk id="24" creationId="{52DC9F17-CDC0-FDF7-2B44-10ED99E5AC8C}"/>
          </ac:spMkLst>
        </pc:spChg>
        <pc:spChg chg="add mod">
          <ac:chgData name="Michael Whitehouse" userId="0ecba9273f6ad366" providerId="LiveId" clId="{F36E82C0-65ED-4BE7-8730-0F102FB388DD}" dt="2026-06-09T17:31:40.453" v="1901" actId="207"/>
          <ac:spMkLst>
            <pc:docMk/>
            <pc:sldMk cId="1282441507" sldId="294"/>
            <ac:spMk id="25" creationId="{F75DEA0E-6735-A72C-BA8E-E97AAB454507}"/>
          </ac:spMkLst>
        </pc:spChg>
      </pc:sldChg>
      <pc:sldChg chg="addSp delSp modSp add mod">
        <pc:chgData name="Michael Whitehouse" userId="0ecba9273f6ad366" providerId="LiveId" clId="{F36E82C0-65ED-4BE7-8730-0F102FB388DD}" dt="2026-06-11T09:33:42.300" v="2097" actId="1076"/>
        <pc:sldMkLst>
          <pc:docMk/>
          <pc:sldMk cId="410870484" sldId="295"/>
        </pc:sldMkLst>
        <pc:spChg chg="mod">
          <ac:chgData name="Michael Whitehouse" userId="0ecba9273f6ad366" providerId="LiveId" clId="{F36E82C0-65ED-4BE7-8730-0F102FB388DD}" dt="2026-06-09T17:31:40.463" v="1905" actId="139"/>
          <ac:spMkLst>
            <pc:docMk/>
            <pc:sldMk cId="410870484" sldId="295"/>
            <ac:spMk id="2" creationId="{819A2044-ED71-BE4F-04C8-424ACFA8E139}"/>
          </ac:spMkLst>
        </pc:spChg>
        <pc:spChg chg="add mod">
          <ac:chgData name="Michael Whitehouse" userId="0ecba9273f6ad366" providerId="LiveId" clId="{F36E82C0-65ED-4BE7-8730-0F102FB388DD}" dt="2026-06-11T09:33:42.300" v="2097" actId="1076"/>
          <ac:spMkLst>
            <pc:docMk/>
            <pc:sldMk cId="410870484" sldId="295"/>
            <ac:spMk id="3" creationId="{9C9C0A5F-5777-DCE7-72B8-1554D92C550B}"/>
          </ac:spMkLst>
        </pc:spChg>
        <pc:spChg chg="add mod">
          <ac:chgData name="Michael Whitehouse" userId="0ecba9273f6ad366" providerId="LiveId" clId="{F36E82C0-65ED-4BE7-8730-0F102FB388DD}" dt="2026-06-09T17:31:41.431" v="1939" actId="207"/>
          <ac:spMkLst>
            <pc:docMk/>
            <pc:sldMk cId="410870484" sldId="295"/>
            <ac:spMk id="5" creationId="{1E91FEC6-DD23-691B-6C99-FAB889D94560}"/>
          </ac:spMkLst>
        </pc:spChg>
        <pc:spChg chg="add mod">
          <ac:chgData name="Michael Whitehouse" userId="0ecba9273f6ad366" providerId="LiveId" clId="{F36E82C0-65ED-4BE7-8730-0F102FB388DD}" dt="2026-06-09T17:31:41.554" v="1951" actId="207"/>
          <ac:spMkLst>
            <pc:docMk/>
            <pc:sldMk cId="410870484" sldId="295"/>
            <ac:spMk id="6" creationId="{13CBCDD4-B9BE-C33D-D168-DB62843B4AA8}"/>
          </ac:spMkLst>
        </pc:spChg>
        <pc:spChg chg="add mod">
          <ac:chgData name="Michael Whitehouse" userId="0ecba9273f6ad366" providerId="LiveId" clId="{F36E82C0-65ED-4BE7-8730-0F102FB388DD}" dt="2026-06-09T17:31:41.670" v="1960"/>
          <ac:spMkLst>
            <pc:docMk/>
            <pc:sldMk cId="410870484" sldId="295"/>
            <ac:spMk id="7" creationId="{BE1D3292-B1A3-4202-466A-E52B5E43BFF9}"/>
          </ac:spMkLst>
        </pc:spChg>
        <pc:spChg chg="add mod">
          <ac:chgData name="Michael Whitehouse" userId="0ecba9273f6ad366" providerId="LiveId" clId="{F36E82C0-65ED-4BE7-8730-0F102FB388DD}" dt="2026-06-09T17:31:41.806" v="1972" actId="207"/>
          <ac:spMkLst>
            <pc:docMk/>
            <pc:sldMk cId="410870484" sldId="295"/>
            <ac:spMk id="8" creationId="{EBEB996C-0EDF-0C62-4A48-23EB70CD7566}"/>
          </ac:spMkLst>
        </pc:spChg>
        <pc:spChg chg="add mod">
          <ac:chgData name="Michael Whitehouse" userId="0ecba9273f6ad366" providerId="LiveId" clId="{F36E82C0-65ED-4BE7-8730-0F102FB388DD}" dt="2026-06-09T17:31:41.941" v="1991" actId="207"/>
          <ac:spMkLst>
            <pc:docMk/>
            <pc:sldMk cId="410870484" sldId="295"/>
            <ac:spMk id="10" creationId="{E1DCA414-8916-3AC9-1CE6-5B8F789839B1}"/>
          </ac:spMkLst>
        </pc:spChg>
        <pc:spChg chg="add mod">
          <ac:chgData name="Michael Whitehouse" userId="0ecba9273f6ad366" providerId="LiveId" clId="{F36E82C0-65ED-4BE7-8730-0F102FB388DD}" dt="2026-06-09T17:31:41.961" v="2001" actId="207"/>
          <ac:spMkLst>
            <pc:docMk/>
            <pc:sldMk cId="410870484" sldId="295"/>
            <ac:spMk id="11" creationId="{E68FE7EB-254A-04F9-778A-030E3FDE1471}"/>
          </ac:spMkLst>
        </pc:spChg>
      </pc:sldChg>
      <pc:sldChg chg="addSp modSp new mod ord modClrScheme chgLayout">
        <pc:chgData name="Michael Whitehouse" userId="0ecba9273f6ad366" providerId="LiveId" clId="{F36E82C0-65ED-4BE7-8730-0F102FB388DD}" dt="2026-06-11T09:32:26.409" v="2086" actId="20577"/>
        <pc:sldMkLst>
          <pc:docMk/>
          <pc:sldMk cId="1012297980" sldId="296"/>
        </pc:sldMkLst>
        <pc:spChg chg="add mod">
          <ac:chgData name="Michael Whitehouse" userId="0ecba9273f6ad366" providerId="LiveId" clId="{F36E82C0-65ED-4BE7-8730-0F102FB388DD}" dt="2026-06-11T09:32:26.409" v="2086" actId="20577"/>
          <ac:spMkLst>
            <pc:docMk/>
            <pc:sldMk cId="1012297980" sldId="296"/>
            <ac:spMk id="1031" creationId="{355F548F-5CAC-E643-C53E-84879BCA9AE0}"/>
          </ac:spMkLst>
        </pc:spChg>
        <pc:picChg chg="add mod">
          <ac:chgData name="Michael Whitehouse" userId="0ecba9273f6ad366" providerId="LiveId" clId="{F36E82C0-65ED-4BE7-8730-0F102FB388DD}" dt="2026-06-11T09:32:20.208" v="2075" actId="26606"/>
          <ac:picMkLst>
            <pc:docMk/>
            <pc:sldMk cId="1012297980" sldId="296"/>
            <ac:picMk id="1026" creationId="{DB1196A6-9232-8A8A-5166-2424EC3FDB51}"/>
          </ac:picMkLst>
        </pc:picChg>
      </pc:sldChg>
      <pc:sldChg chg="addSp delSp new mod modClrScheme chgLayout">
        <pc:chgData name="Michael Whitehouse" userId="0ecba9273f6ad366" providerId="LiveId" clId="{F36E82C0-65ED-4BE7-8730-0F102FB388DD}" dt="2026-06-11T09:35:59.886" v="2100" actId="22"/>
        <pc:sldMkLst>
          <pc:docMk/>
          <pc:sldMk cId="1538064615" sldId="297"/>
        </pc:sldMkLst>
        <pc:picChg chg="add">
          <ac:chgData name="Michael Whitehouse" userId="0ecba9273f6ad366" providerId="LiveId" clId="{F36E82C0-65ED-4BE7-8730-0F102FB388DD}" dt="2026-06-11T09:35:59.886" v="2100" actId="22"/>
          <ac:picMkLst>
            <pc:docMk/>
            <pc:sldMk cId="1538064615" sldId="297"/>
            <ac:picMk id="5" creationId="{213D225C-334A-43A7-9A75-1092B154D636}"/>
          </ac:picMkLst>
        </pc:picChg>
      </pc:sldChg>
      <pc:sldChg chg="addSp delSp modSp new mod modClrScheme chgLayout">
        <pc:chgData name="Michael Whitehouse" userId="0ecba9273f6ad366" providerId="LiveId" clId="{F36E82C0-65ED-4BE7-8730-0F102FB388DD}" dt="2026-06-11T09:55:47.740" v="2148" actId="21"/>
        <pc:sldMkLst>
          <pc:docMk/>
          <pc:sldMk cId="898870266" sldId="298"/>
        </pc:sldMkLst>
        <pc:spChg chg="add mod">
          <ac:chgData name="Michael Whitehouse" userId="0ecba9273f6ad366" providerId="LiveId" clId="{F36E82C0-65ED-4BE7-8730-0F102FB388DD}" dt="2026-06-11T09:55:10.855" v="2147" actId="26606"/>
          <ac:spMkLst>
            <pc:docMk/>
            <pc:sldMk cId="898870266" sldId="298"/>
            <ac:spMk id="7" creationId="{83109E81-17A5-B1C0-3E53-82F018288A25}"/>
          </ac:spMkLst>
        </pc:spChg>
        <pc:spChg chg="add mod">
          <ac:chgData name="Michael Whitehouse" userId="0ecba9273f6ad366" providerId="LiveId" clId="{F36E82C0-65ED-4BE7-8730-0F102FB388DD}" dt="2026-06-11T09:55:10.855" v="2147" actId="26606"/>
          <ac:spMkLst>
            <pc:docMk/>
            <pc:sldMk cId="898870266" sldId="298"/>
            <ac:spMk id="100" creationId="{00000000-0000-0000-0000-000000000000}"/>
          </ac:spMkLst>
        </pc:spChg>
        <pc:spChg chg="add mod">
          <ac:chgData name="Michael Whitehouse" userId="0ecba9273f6ad366" providerId="LiveId" clId="{F36E82C0-65ED-4BE7-8730-0F102FB388DD}" dt="2026-06-11T09:55:10.855" v="2147" actId="26606"/>
          <ac:spMkLst>
            <pc:docMk/>
            <pc:sldMk cId="898870266" sldId="298"/>
            <ac:spMk id="101" creationId="{00000000-0000-0000-0000-000000000000}"/>
          </ac:spMkLst>
        </pc:spChg>
        <pc:spChg chg="add mod">
          <ac:chgData name="Michael Whitehouse" userId="0ecba9273f6ad366" providerId="LiveId" clId="{F36E82C0-65ED-4BE7-8730-0F102FB388DD}" dt="2026-06-11T09:55:10.855" v="2147" actId="26606"/>
          <ac:spMkLst>
            <pc:docMk/>
            <pc:sldMk cId="898870266" sldId="298"/>
            <ac:spMk id="102" creationId="{00000000-0000-0000-0000-000000000000}"/>
          </ac:spMkLst>
        </pc:spChg>
        <pc:spChg chg="add mod">
          <ac:chgData name="Michael Whitehouse" userId="0ecba9273f6ad366" providerId="LiveId" clId="{F36E82C0-65ED-4BE7-8730-0F102FB388DD}" dt="2026-06-11T09:55:10.855" v="2147" actId="26606"/>
          <ac:spMkLst>
            <pc:docMk/>
            <pc:sldMk cId="898870266" sldId="298"/>
            <ac:spMk id="103" creationId="{00000000-0000-0000-0000-000000000000}"/>
          </ac:spMkLst>
        </pc:spChg>
      </pc:sldChg>
      <pc:sldMasterChg chg="delSp mod">
        <pc:chgData name="Michael Whitehouse" userId="0ecba9273f6ad366" providerId="LiveId" clId="{F36E82C0-65ED-4BE7-8730-0F102FB388DD}" dt="2026-06-09T17:31:11.548" v="2"/>
        <pc:sldMasterMkLst>
          <pc:docMk/>
          <pc:sldMasterMk cId="402524378" sldId="2147483650"/>
        </pc:sldMasterMkLst>
      </pc:sldMasterChg>
      <pc:sldMasterChg chg="delSp mod">
        <pc:chgData name="Michael Whitehouse" userId="0ecba9273f6ad366" providerId="LiveId" clId="{F36E82C0-65ED-4BE7-8730-0F102FB388DD}" dt="2026-06-09T17:31:11.573" v="4"/>
        <pc:sldMasterMkLst>
          <pc:docMk/>
          <pc:sldMasterMk cId="1218493547" sldId="2147483754"/>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6234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9793764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4363138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2444483983"/>
      </p:ext>
    </p:extLst>
  </p:cSld>
  <p:clrMapOvr>
    <a:masterClrMapping/>
  </p:clrMapOvr>
  <p:transition>
    <p:fade/>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2220915554"/>
      </p:ext>
    </p:extLst>
  </p:cSld>
  <p:clrMapOvr>
    <a:masterClrMapping/>
  </p:clrMapOvr>
  <p:transition>
    <p:fade/>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1845295692"/>
      </p:ext>
    </p:extLst>
  </p:cSld>
  <p:clrMapOvr>
    <a:masterClrMapping/>
  </p:clrMapOvr>
  <p:transition>
    <p:fade/>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549347966"/>
      </p:ext>
    </p:extLst>
  </p:cSld>
  <p:clrMapOvr>
    <a:masterClrMapping/>
  </p:clrMapOvr>
  <p:transition>
    <p:fade/>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66258670"/>
      </p:ext>
    </p:extLst>
  </p:cSld>
  <p:clrMapOvr>
    <a:masterClrMapping/>
  </p:clrMapOvr>
  <p:transition>
    <p:fade/>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704777126"/>
      </p:ext>
    </p:extLst>
  </p:cSld>
  <p:clrMapOvr>
    <a:masterClrMapping/>
  </p:clrMapOvr>
  <p:transition>
    <p:fade/>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533936362"/>
      </p:ext>
    </p:extLst>
  </p:cSld>
  <p:clrMapOvr>
    <a:masterClrMapping/>
  </p:clrMapOvr>
  <p:transition>
    <p:fade/>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566801400"/>
      </p:ext>
    </p:extLst>
  </p:cSld>
  <p:clrMapOvr>
    <a:masterClrMapping/>
  </p:clrMapOvr>
  <p:transition>
    <p:fade/>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330712730"/>
      </p:ext>
    </p:extLst>
  </p:cSld>
  <p:clrMapOvr>
    <a:masterClrMapping/>
  </p:clrMapOvr>
  <p:transition>
    <p:fade/>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576818284"/>
      </p:ext>
    </p:extLst>
  </p:cSld>
  <p:clrMapOvr>
    <a:masterClrMapping/>
  </p:clrMapOvr>
  <p:transition>
    <p:fade/>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828663388"/>
      </p:ext>
    </p:extLst>
  </p:cSld>
  <p:clrMapOvr>
    <a:masterClrMapping/>
  </p:clrMapOvr>
  <p:transition>
    <p:fade/>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331685756"/>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524694255"/>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248830033"/>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8826265"/>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801448872"/>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188621329"/>
      </p:ext>
    </p:extLst>
  </p:cSld>
  <p:clrMapOvr>
    <a:masterClrMapping/>
  </p:clrMapOvr>
  <p:transition>
    <p:fade/>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
        <p:nvSpPr>
          <p:cNvPr id="3" name="Footer Placeholder 1">
            <a:extLst>
              <a:ext uri="{FF2B5EF4-FFF2-40B4-BE49-F238E27FC236}">
                <a16:creationId xmlns:a16="http://schemas.microsoft.com/office/drawing/2014/main" id="{C6B75234-9944-48A2-8A21-99500C7BBB4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887976735"/>
      </p:ext>
    </p:extLst>
  </p:cSld>
  <p:clrMapOvr>
    <a:masterClrMapping/>
  </p:clrMapOvr>
  <p:transition>
    <p:fade/>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616330322"/>
      </p:ext>
    </p:extLst>
  </p:cSld>
  <p:clrMapOvr>
    <a:masterClrMapping/>
  </p:clrMapOvr>
  <p:transition>
    <p:fade/>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246211920"/>
      </p:ext>
    </p:extLst>
  </p:cSld>
  <p:clrMapOvr>
    <a:masterClrMapping/>
  </p:clrMapOvr>
  <p:transition>
    <p:fade/>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633550364"/>
      </p:ext>
    </p:extLst>
  </p:cSld>
  <p:clrMapOvr>
    <a:masterClrMapping/>
  </p:clrMapOvr>
  <p:transition>
    <p:fade/>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997144782"/>
      </p:ext>
    </p:extLst>
  </p:cSld>
  <p:clrMapOvr>
    <a:masterClrMapping/>
  </p:clrMapOvr>
  <p:transition>
    <p:fade/>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382070"/>
      </p:ext>
    </p:extLst>
  </p:cSld>
  <p:clrMapOvr>
    <a:masterClrMapping/>
  </p:clrMapOvr>
  <p:transition>
    <p:fade/>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727422871"/>
      </p:ext>
    </p:extLst>
  </p:cSld>
  <p:clrMapOvr>
    <a:masterClrMapping/>
  </p:clrMapOvr>
  <p:transition>
    <p:fade/>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502055754"/>
      </p:ext>
    </p:extLst>
  </p:cSld>
  <p:clrMapOvr>
    <a:masterClrMapping/>
  </p:clrMapOvr>
  <p:transition>
    <p:fade/>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4241186989"/>
      </p:ext>
    </p:extLst>
  </p:cSld>
  <p:clrMapOvr>
    <a:masterClrMapping/>
  </p:clrMapOvr>
  <p:transition>
    <p:fade/>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
        <p:nvSpPr>
          <p:cNvPr id="2" name="Footer Placeholder 1">
            <a:extLst>
              <a:ext uri="{FF2B5EF4-FFF2-40B4-BE49-F238E27FC236}">
                <a16:creationId xmlns:a16="http://schemas.microsoft.com/office/drawing/2014/main" id="{71E5784C-2CDD-4699-AC34-0D913D75C71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252560022"/>
      </p:ext>
    </p:extLst>
  </p:cSld>
  <p:clrMapOvr>
    <a:masterClrMapping/>
  </p:clrMapOvr>
  <p:transition>
    <p:fade/>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979303327"/>
      </p:ext>
    </p:extLst>
  </p:cSld>
  <p:clrMapOvr>
    <a:masterClrMapping/>
  </p:clrMapOvr>
  <p:transition>
    <p:fade/>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009813709"/>
      </p:ext>
    </p:extLst>
  </p:cSld>
  <p:clrMapOvr>
    <a:masterClrMapping/>
  </p:clrMapOvr>
  <p:transition>
    <p:fade/>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87050612"/>
      </p:ext>
    </p:extLst>
  </p:cSld>
  <p:clrMapOvr>
    <a:masterClrMapping/>
  </p:clrMapOvr>
  <p:transition>
    <p:fade/>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26023251"/>
      </p:ext>
    </p:extLst>
  </p:cSld>
  <p:clrMapOvr>
    <a:masterClrMapping/>
  </p:clrMapOvr>
  <p:transition>
    <p:fade/>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064589731"/>
      </p:ext>
    </p:extLst>
  </p:cSld>
  <p:clrMapOvr>
    <a:masterClrMapping/>
  </p:clrMapOvr>
  <p:transition>
    <p:fade/>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76439595"/>
      </p:ext>
    </p:extLst>
  </p:cSld>
  <p:clrMapOvr>
    <a:masterClrMapping/>
  </p:clrMapOvr>
  <p:transition>
    <p:fade/>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527967274"/>
      </p:ext>
    </p:extLst>
  </p:cSld>
  <p:clrMapOvr>
    <a:masterClrMapping/>
  </p:clrMapOvr>
  <p:transition>
    <p:fade/>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318721634"/>
      </p:ext>
    </p:extLst>
  </p:cSld>
  <p:clrMapOvr>
    <a:masterClrMapping/>
  </p:clrMapOvr>
  <p:transition>
    <p:fade/>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032908903"/>
      </p:ext>
    </p:extLst>
  </p:cSld>
  <p:clrMapOvr>
    <a:masterClrMapping/>
  </p:clrMapOvr>
  <p:transition>
    <p:fade/>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108670322"/>
      </p:ext>
    </p:extLst>
  </p:cSld>
  <p:clrMapOvr>
    <a:masterClrMapping/>
  </p:clrMapOvr>
  <p:transition>
    <p:fade/>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045987079"/>
      </p:ext>
    </p:extLst>
  </p:cSld>
  <p:clrMapOvr>
    <a:masterClrMapping/>
  </p:clrMapOvr>
  <p:transition>
    <p:fade/>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79880357"/>
      </p:ext>
    </p:extLst>
  </p:cSld>
  <p:clrMapOvr>
    <a:masterClrMapping/>
  </p:clrMapOvr>
  <p:transition>
    <p:fade/>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648302344"/>
      </p:ext>
    </p:extLst>
  </p:cSld>
  <p:clrMapOvr>
    <a:masterClrMapping/>
  </p:clrMapOvr>
  <p:transition>
    <p:fade/>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686751896"/>
      </p:ext>
    </p:extLst>
  </p:cSld>
  <p:clrMapOvr>
    <a:masterClrMapping/>
  </p:clrMapOvr>
  <p:transition>
    <p:fade/>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pic>
        <p:nvPicPr>
          <p:cNvPr id="3" name="Picture 2" descr="A picture containing drawing&#10;&#10;Description automatically generated">
            <a:extLst>
              <a:ext uri="{FF2B5EF4-FFF2-40B4-BE49-F238E27FC236}">
                <a16:creationId xmlns:a16="http://schemas.microsoft.com/office/drawing/2014/main" id="{61A92AD1-6689-41DB-9434-AC98B39D968F}"/>
              </a:ext>
            </a:extLst>
          </p:cNvPr>
          <p:cNvPicPr>
            <a:picLocks noChangeAspect="1"/>
          </p:cNvPicPr>
          <p:nvPr/>
        </p:nvPicPr>
        <p:blipFill>
          <a:blip r:embed="rId2"/>
          <a:stretch>
            <a:fillRect/>
          </a:stretch>
        </p:blipFill>
        <p:spPr>
          <a:xfrm>
            <a:off x="102665" y="119770"/>
            <a:ext cx="1976435" cy="653814"/>
          </a:xfrm>
          <a:prstGeom prst="rect">
            <a:avLst/>
          </a:prstGeom>
        </p:spPr>
      </p:pic>
    </p:spTree>
    <p:extLst>
      <p:ext uri="{BB962C8B-B14F-4D97-AF65-F5344CB8AC3E}">
        <p14:creationId xmlns:p14="http://schemas.microsoft.com/office/powerpoint/2010/main" val="1001326207"/>
      </p:ext>
    </p:extLst>
  </p:cSld>
  <p:clrMapOvr>
    <a:masterClrMapping/>
  </p:clrMapOvr>
  <p:transition>
    <p:fade/>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
        <p:nvSpPr>
          <p:cNvPr id="3" name="Footer Placeholder 1">
            <a:extLst>
              <a:ext uri="{FF2B5EF4-FFF2-40B4-BE49-F238E27FC236}">
                <a16:creationId xmlns:a16="http://schemas.microsoft.com/office/drawing/2014/main" id="{1DFB148E-6FF9-4D4C-B7D0-28ACD9A6EB3A}"/>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1342677430"/>
      </p:ext>
    </p:extLst>
  </p:cSld>
  <p:clrMapOvr>
    <a:masterClrMapping/>
  </p:clrMapOvr>
  <p:transition>
    <p:fade/>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1812945745"/>
      </p:ext>
    </p:extLst>
  </p:cSld>
  <p:clrMapOvr>
    <a:masterClrMapping/>
  </p:clrMapOvr>
  <p:transition>
    <p:fade/>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tx">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8635376"/>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143944641"/>
      </p:ext>
    </p:extLst>
  </p:cSld>
  <p:clrMapOvr>
    <a:overrideClrMapping bg1="dk1" tx1="lt1" bg2="dk2" tx2="lt2" accent1="accent1" accent2="accent2" accent3="accent3" accent4="accent4" accent5="accent5" accent6="accent6" hlink="hlink" folHlink="folHlink"/>
  </p:clrMapOvr>
  <p:transition>
    <p:fade/>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5299778"/>
      </p:ext>
    </p:extLst>
  </p:cSld>
  <p:clrMapOvr>
    <a:masterClrMapping/>
  </p:clrMapOvr>
  <p:transition>
    <p:fade/>
  </p:transition>
  <p:hf sldNum="0" hdr="0" ftr="0" dt="0"/>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1_Title Slide">
    <p:bg>
      <p:bgPr>
        <a:solidFill>
          <a:srgbClr val="E8E6DF"/>
        </a:solidFill>
        <a:effectLst/>
      </p:bgPr>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p:nvPicPr>
        <p:blipFill>
          <a:blip r:embed="rId2"/>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427435" y="2680113"/>
            <a:ext cx="4265216" cy="814967"/>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3567113" y="4834890"/>
            <a:ext cx="1234440" cy="115416"/>
          </a:xfrm>
          <a:prstGeom prst="rect">
            <a:avLst/>
          </a:prstGeom>
          <a:noFill/>
        </p:spPr>
        <p:txBody>
          <a:bodyPr wrap="square" lIns="0" tIns="0" rIns="0" bIns="0">
            <a:spAutoFit/>
          </a:bodyPr>
          <a:lstStyle>
            <a:lvl1pPr marL="0" indent="0">
              <a:spcBef>
                <a:spcPts val="0"/>
              </a:spcBef>
              <a:buNone/>
              <a:defRPr sz="735" spc="0" baseline="0">
                <a:solidFill>
                  <a:schemeClr val="tx1"/>
                </a:solidFill>
                <a:latin typeface="+mn-lt"/>
                <a:cs typeface="Segoe UI" panose="020B0502040204020203" pitchFamily="34" charset="0"/>
              </a:defRPr>
            </a:lvl1pPr>
          </a:lstStyle>
          <a:p>
            <a:pPr lvl="0"/>
            <a:r>
              <a:rPr lang="en-US"/>
              <a:t>Date</a:t>
            </a:r>
          </a:p>
        </p:txBody>
      </p:sp>
      <p:sp>
        <p:nvSpPr>
          <p:cNvPr id="2" name="Footer Placeholder 2">
            <a:extLst>
              <a:ext uri="{FF2B5EF4-FFF2-40B4-BE49-F238E27FC236}">
                <a16:creationId xmlns:a16="http://schemas.microsoft.com/office/drawing/2014/main" id="{85BED6C2-A7E0-FF4A-9938-5E97C08B8C9F}"/>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369769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Section slide">
    <p:bg>
      <p:bgPr>
        <a:solidFill>
          <a:srgbClr val="E8E6D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427435" y="2592639"/>
            <a:ext cx="4758929" cy="407484"/>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Section divider title</a:t>
            </a:r>
          </a:p>
        </p:txBody>
      </p:sp>
    </p:spTree>
    <p:extLst>
      <p:ext uri="{BB962C8B-B14F-4D97-AF65-F5344CB8AC3E}">
        <p14:creationId xmlns:p14="http://schemas.microsoft.com/office/powerpoint/2010/main" val="41148073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439793" y="1363633"/>
            <a:ext cx="3775021" cy="433645"/>
          </a:xfrm>
          <a:prstGeom prst="rect">
            <a:avLst/>
          </a:prstGeom>
        </p:spPr>
        <p:txBody>
          <a:bodyPr wrap="square">
            <a:spAutoFit/>
          </a:bodyPr>
          <a:lstStyle>
            <a:lvl1pPr marL="158773" indent="-158773">
              <a:lnSpc>
                <a:spcPct val="100000"/>
              </a:lnSpc>
              <a:spcBef>
                <a:spcPts val="0"/>
              </a:spcBef>
              <a:spcAft>
                <a:spcPts val="882"/>
              </a:spcAft>
              <a:buFont typeface="Arial" panose="020B0604020202020204" pitchFamily="34" charset="0"/>
              <a:buChar char="•"/>
              <a:defRPr sz="1618">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305382602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p:nvCxnSpPr>
        <p:spPr>
          <a:xfrm>
            <a:off x="438912" y="966788"/>
            <a:ext cx="2386584"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439793"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5168505"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Tree>
    <p:extLst>
      <p:ext uri="{BB962C8B-B14F-4D97-AF65-F5344CB8AC3E}">
        <p14:creationId xmlns:p14="http://schemas.microsoft.com/office/powerpoint/2010/main" val="11188197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p:nvSpPr>
        <p:spPr bwMode="auto">
          <a:xfrm>
            <a:off x="1" y="0"/>
            <a:ext cx="5277050" cy="51435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4311779"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5665943"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7926546"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6796244"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5665943"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7926546"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6796244"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6123925" y="342900"/>
            <a:ext cx="2136776" cy="2155659"/>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471" b="1">
                <a:solidFill>
                  <a:srgbClr val="000000"/>
                </a:solidFill>
                <a:latin typeface="+mn-lt"/>
                <a:cs typeface="Segoe UI" panose="020B0502040204020203" pitchFamily="34" charset="0"/>
              </a:defRPr>
            </a:lvl1pPr>
          </a:lstStyle>
          <a:p>
            <a:r>
              <a:rPr lang="en-US" dirty="0"/>
              <a:t>Click icon to </a:t>
            </a:r>
            <a:br>
              <a:rPr lang="en-US" dirty="0"/>
            </a:br>
            <a:r>
              <a:rPr lang="en-US" dirty="0"/>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82528872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393812" y="1836047"/>
            <a:ext cx="7822693" cy="761747"/>
          </a:xfrm>
        </p:spPr>
        <p:txBody>
          <a:bodyPr anchor="b" anchorCtr="0"/>
          <a:lstStyle>
            <a:lvl1pPr>
              <a:defRPr sz="4854" spc="-74"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439792" y="3208736"/>
            <a:ext cx="3534515"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4684807" y="3208736"/>
            <a:ext cx="2824466"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Footer Placeholder 2">
            <a:extLst>
              <a:ext uri="{FF2B5EF4-FFF2-40B4-BE49-F238E27FC236}">
                <a16:creationId xmlns:a16="http://schemas.microsoft.com/office/drawing/2014/main" id="{89CAA6EA-34FD-6A61-2DD4-EAAB33642A7B}"/>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95100305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60106"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8260106"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3265254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438150" y="1040074"/>
            <a:ext cx="8258701"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9834027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438150" y="1195616"/>
            <a:ext cx="4023168"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439793" y="1564324"/>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6018343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439792" y="1193292"/>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4690248" y="1193292"/>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74902486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438150"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439792" y="1564324"/>
            <a:ext cx="3913133"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4683165"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4690248" y="1564324"/>
            <a:ext cx="389033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76591018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43979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3272146"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609764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63279913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533511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5610342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7" y="1531616"/>
            <a:ext cx="913178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98036703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4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5" y="1531616"/>
            <a:ext cx="9141714"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326816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609817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p:nvSpPr>
        <p:spPr bwMode="auto">
          <a:xfrm>
            <a:off x="138240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p:nvSpPr>
        <p:spPr bwMode="auto">
          <a:xfrm>
            <a:off x="4203401"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p:nvSpPr>
        <p:spPr bwMode="auto">
          <a:xfrm>
            <a:off x="702439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165216180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83704"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1185863"/>
            <a:ext cx="5651897" cy="332304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438151" y="1195617"/>
            <a:ext cx="238060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439793" y="1564324"/>
            <a:ext cx="2379608"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70878497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500804769"/>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9144000" cy="344805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1696680388"/>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3992124870"/>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p:nvSpPr>
        <p:spPr bwMode="auto">
          <a:xfrm>
            <a:off x="0" y="0"/>
            <a:ext cx="9144000" cy="3429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9144000" cy="3429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568127998"/>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2"/>
            <a:ext cx="3533017"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438151" y="1195617"/>
            <a:ext cx="353599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439793" y="1564324"/>
            <a:ext cx="3534514"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4572000" y="0"/>
            <a:ext cx="4572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69782013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5436267" cy="369332"/>
          </a:xfrm>
        </p:spPr>
        <p:txBody>
          <a:bodyPr/>
          <a:lstStyle>
            <a:lvl1pPr>
              <a:defRPr sz="2353"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6096000" y="0"/>
            <a:ext cx="3048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112672945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4024314"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4023322"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4021634"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681538" y="1193483"/>
            <a:ext cx="4018360"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682529" y="3431329"/>
            <a:ext cx="40173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689326" y="3732332"/>
            <a:ext cx="4018199"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378471410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2609303"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26517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281095" y="3431329"/>
            <a:ext cx="260766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287891" y="3732332"/>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6096000" y="1193482"/>
            <a:ext cx="2614569" cy="2013120"/>
          </a:xfrm>
          <a:prstGeom prst="rect">
            <a:avLst/>
          </a:prstGeom>
          <a:solidFill>
            <a:srgbClr val="F4F4F7"/>
          </a:solidFill>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6100221" y="3428935"/>
            <a:ext cx="261402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6096000" y="3730338"/>
            <a:ext cx="2614569"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Tree>
    <p:extLst>
      <p:ext uri="{BB962C8B-B14F-4D97-AF65-F5344CB8AC3E}">
        <p14:creationId xmlns:p14="http://schemas.microsoft.com/office/powerpoint/2010/main" val="158255273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4381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438151" y="3431328"/>
            <a:ext cx="1901774"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439794"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25717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2559845"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2566642"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468630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4680348"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4676128"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68008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6807196"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6811657"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Tree>
    <p:extLst>
      <p:ext uri="{BB962C8B-B14F-4D97-AF65-F5344CB8AC3E}">
        <p14:creationId xmlns:p14="http://schemas.microsoft.com/office/powerpoint/2010/main" val="233994780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80D2B25-7521-D486-405F-9309E22E85E1}"/>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01434F67-B3AA-41BB-E81D-4AD05F409F6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D011E5C-69E1-0316-E865-3BCC8E8B2EBB}"/>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17262033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1869839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Lab">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76EA3CFB-9697-C0F0-7B4C-7E3873DE53FB}"/>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746C21DA-1493-FA44-3F9C-34E05FF08B74}"/>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645CE35C-3A93-7951-31D3-E08248B1C9C4}"/>
                </a:ext>
              </a:extLst>
            </p:cNvPr>
            <p:cNvPicPr/>
            <p:nvPr/>
          </p:nvPicPr>
          <p:blipFill>
            <a:blip>
              <a:extLst>
                <a:ext uri="{96DAC541-7B7A-43D3-8B79-37D633B846F1}">
                  <asvg:svgBlip xmlns:asvg="http://schemas.microsoft.com/office/drawing/2016/SVG/main" r:embed="rId2"/>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218280731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Prepare for lab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260BCEF-BA8C-42B9-D1E6-EED60C93E5F0}"/>
              </a:ext>
            </a:extLst>
          </p:cNvPr>
          <p:cNvGrpSpPr/>
          <p:nvPr/>
        </p:nvGrpSpPr>
        <p:grpSpPr>
          <a:xfrm>
            <a:off x="1922684" y="1189435"/>
            <a:ext cx="832950" cy="832950"/>
            <a:chOff x="2563579" y="1272115"/>
            <a:chExt cx="1110600" cy="1110600"/>
          </a:xfrm>
        </p:grpSpPr>
        <p:sp>
          <p:nvSpPr>
            <p:cNvPr id="10" name="Oval 9">
              <a:extLst>
                <a:ext uri="{FF2B5EF4-FFF2-40B4-BE49-F238E27FC236}">
                  <a16:creationId xmlns:a16="http://schemas.microsoft.com/office/drawing/2014/main" id="{34F743EF-1C3F-2BB6-EC5C-14389E448E71}"/>
                </a:ext>
              </a:extLst>
            </p:cNvPr>
            <p:cNvSpPr/>
            <p:nvPr/>
          </p:nvSpPr>
          <p:spPr>
            <a:xfrm>
              <a:off x="2563579" y="1272115"/>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22B6CEF7-CC05-CD93-EBB0-70FB66F30432}"/>
                </a:ext>
              </a:extLst>
            </p:cNvPr>
            <p:cNvPicPr/>
            <p:nvPr/>
          </p:nvPicPr>
          <p:blipFill>
            <a:blip r:embed="rId2"/>
            <a:stretch>
              <a:fillRect/>
            </a:stretch>
          </p:blipFill>
          <p:spPr>
            <a:xfrm>
              <a:off x="2766997" y="1476753"/>
              <a:ext cx="694944" cy="694944"/>
            </a:xfrm>
            <a:prstGeom prst="rect">
              <a:avLst/>
            </a:prstGeom>
          </p:spPr>
        </p:pic>
      </p:grpSp>
    </p:spTree>
    <p:extLst>
      <p:ext uri="{BB962C8B-B14F-4D97-AF65-F5344CB8AC3E}">
        <p14:creationId xmlns:p14="http://schemas.microsoft.com/office/powerpoint/2010/main" val="8777269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Pricin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F5C0986E-B689-6782-2E7B-724249108539}"/>
              </a:ext>
              <a:ext uri="{C183D7F6-B498-43B3-948B-1728B52AA6E4}">
                <adec:decorative xmlns:adec="http://schemas.microsoft.com/office/drawing/2017/decorative" val="1"/>
              </a:ext>
            </a:extLst>
          </p:cNvPr>
          <p:cNvGrpSpPr>
            <a:grpSpLocks/>
          </p:cNvGrpSpPr>
          <p:nvPr/>
        </p:nvGrpSpPr>
        <p:grpSpPr>
          <a:xfrm>
            <a:off x="1922684" y="1189435"/>
            <a:ext cx="832950" cy="832950"/>
            <a:chOff x="1742946" y="2116300"/>
            <a:chExt cx="1110600" cy="1110600"/>
          </a:xfrm>
        </p:grpSpPr>
        <p:sp>
          <p:nvSpPr>
            <p:cNvPr id="12" name="Oval 11">
              <a:extLst>
                <a:ext uri="{FF2B5EF4-FFF2-40B4-BE49-F238E27FC236}">
                  <a16:creationId xmlns:a16="http://schemas.microsoft.com/office/drawing/2014/main" id="{6CAA49E0-DE74-4741-67A0-EFF39DD2D638}"/>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B35AFCD5-9997-32A3-C847-E02AC6233D3B}"/>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397238476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UI La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5" name="Group 4">
            <a:extLst>
              <a:ext uri="{FF2B5EF4-FFF2-40B4-BE49-F238E27FC236}">
                <a16:creationId xmlns:a16="http://schemas.microsoft.com/office/drawing/2014/main" id="{6E20E92D-9C4E-2BF7-F5C3-1126C809696B}"/>
              </a:ext>
            </a:extLst>
          </p:cNvPr>
          <p:cNvGrpSpPr/>
          <p:nvPr/>
        </p:nvGrpSpPr>
        <p:grpSpPr>
          <a:xfrm>
            <a:off x="7584261" y="670323"/>
            <a:ext cx="832950" cy="832950"/>
            <a:chOff x="10112348" y="738519"/>
            <a:chExt cx="1110600" cy="1110600"/>
          </a:xfrm>
        </p:grpSpPr>
        <p:sp>
          <p:nvSpPr>
            <p:cNvPr id="10" name="Oval 9">
              <a:extLst>
                <a:ext uri="{FF2B5EF4-FFF2-40B4-BE49-F238E27FC236}">
                  <a16:creationId xmlns:a16="http://schemas.microsoft.com/office/drawing/2014/main" id="{7567CE8E-AD7A-BEDE-7D43-4F2561774537}"/>
                </a:ext>
              </a:extLst>
            </p:cNvPr>
            <p:cNvSpPr/>
            <p:nvPr/>
          </p:nvSpPr>
          <p:spPr>
            <a:xfrm>
              <a:off x="10112348" y="738519"/>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081CBB52-335F-8D52-200D-2D007D689042}"/>
                </a:ext>
              </a:extLst>
            </p:cNvPr>
            <p:cNvPicPr/>
            <p:nvPr/>
          </p:nvPicPr>
          <p:blipFill>
            <a:blip r:embed="rId2"/>
            <a:stretch>
              <a:fillRect/>
            </a:stretch>
          </p:blipFill>
          <p:spPr>
            <a:xfrm>
              <a:off x="10315766" y="945273"/>
              <a:ext cx="694944" cy="694944"/>
            </a:xfrm>
            <a:prstGeom prst="rect">
              <a:avLst/>
            </a:prstGeom>
          </p:spPr>
        </p:pic>
      </p:grpSp>
    </p:spTree>
    <p:extLst>
      <p:ext uri="{BB962C8B-B14F-4D97-AF65-F5344CB8AC3E}">
        <p14:creationId xmlns:p14="http://schemas.microsoft.com/office/powerpoint/2010/main" val="46336126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Prici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4" name="Group 3">
            <a:extLst>
              <a:ext uri="{FF2B5EF4-FFF2-40B4-BE49-F238E27FC236}">
                <a16:creationId xmlns:a16="http://schemas.microsoft.com/office/drawing/2014/main" id="{EB724FB4-110F-14DB-C9A2-8DC893034C9B}"/>
              </a:ext>
              <a:ext uri="{C183D7F6-B498-43B3-948B-1728B52AA6E4}">
                <adec:decorative xmlns:adec="http://schemas.microsoft.com/office/drawing/2017/decorative" val="1"/>
              </a:ext>
            </a:extLst>
          </p:cNvPr>
          <p:cNvGrpSpPr/>
          <p:nvPr/>
        </p:nvGrpSpPr>
        <p:grpSpPr>
          <a:xfrm>
            <a:off x="7580954" y="670323"/>
            <a:ext cx="832950" cy="832950"/>
            <a:chOff x="1742946" y="2116300"/>
            <a:chExt cx="1110600" cy="1110600"/>
          </a:xfrm>
        </p:grpSpPr>
        <p:sp>
          <p:nvSpPr>
            <p:cNvPr id="6" name="Oval 5">
              <a:extLst>
                <a:ext uri="{FF2B5EF4-FFF2-40B4-BE49-F238E27FC236}">
                  <a16:creationId xmlns:a16="http://schemas.microsoft.com/office/drawing/2014/main" id="{CEC0BCC3-7EC5-6F81-B1AA-80A4894ABF0C}"/>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9D467AA4-32D7-985C-93B4-6A2CF9D380C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164135604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2-column_Callout_with Im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0C1B43-5B0F-7090-B43D-4D154AC01AF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Footer Placeholder 2">
            <a:extLst>
              <a:ext uri="{FF2B5EF4-FFF2-40B4-BE49-F238E27FC236}">
                <a16:creationId xmlns:a16="http://schemas.microsoft.com/office/drawing/2014/main" id="{2E22E512-824E-5687-C33B-5B41FE43E981}"/>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969175"/>
            <a:ext cx="5651897" cy="245982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048000" y="3622732"/>
            <a:ext cx="5651897"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054797" y="3923735"/>
            <a:ext cx="5645100"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p:nvSpPr>
        <p:spPr bwMode="auto">
          <a:xfrm>
            <a:off x="-1" y="969174"/>
            <a:ext cx="2340770" cy="4174326"/>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441197" y="1657576"/>
            <a:ext cx="1584940"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97541854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p:nvSpPr>
        <p:spPr bwMode="auto">
          <a:xfrm>
            <a:off x="1416" y="0"/>
            <a:ext cx="5168674" cy="51435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p:nvSpPr>
        <p:spPr bwMode="auto">
          <a:xfrm rot="16200000" flipH="1">
            <a:off x="5969001" y="1011299"/>
            <a:ext cx="2844802" cy="3530599"/>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01724" tIns="0" rIns="201724" bIns="67241" numCol="1" spcCol="0" rtlCol="0" fromWordArt="0" anchor="ctr"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30000" noProof="0" dirty="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594165" y="1319374"/>
            <a:ext cx="3553407" cy="290301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5793582" y="1531144"/>
            <a:ext cx="3350419" cy="2483643"/>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website screenshot here or click or tap icon below to insert</a:t>
            </a:r>
          </a:p>
          <a:p>
            <a:endParaRPr lang="en-US" dirty="0"/>
          </a:p>
          <a:p>
            <a:endParaRPr lang="en-US" dirty="0"/>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441198" y="438913"/>
            <a:ext cx="423915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438150" y="1195617"/>
            <a:ext cx="4240930"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439793" y="1564324"/>
            <a:ext cx="4239151"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2">
            <a:extLst>
              <a:ext uri="{FF2B5EF4-FFF2-40B4-BE49-F238E27FC236}">
                <a16:creationId xmlns:a16="http://schemas.microsoft.com/office/drawing/2014/main" id="{6F36D75B-95FF-2F0D-75F2-EF58B69B29D9}"/>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041723638"/>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173642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22666323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380343628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328967"/>
            <a:ext cx="658408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697674"/>
            <a:ext cx="6581324"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0419318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155975816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p:nvSpPr>
        <p:spPr>
          <a:xfrm>
            <a:off x="441197" y="969559"/>
            <a:ext cx="7556231" cy="3562478"/>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386424923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Tree>
    <p:extLst>
      <p:ext uri="{BB962C8B-B14F-4D97-AF65-F5344CB8AC3E}">
        <p14:creationId xmlns:p14="http://schemas.microsoft.com/office/powerpoint/2010/main" val="1036549802"/>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Tree>
    <p:extLst>
      <p:ext uri="{BB962C8B-B14F-4D97-AF65-F5344CB8AC3E}">
        <p14:creationId xmlns:p14="http://schemas.microsoft.com/office/powerpoint/2010/main" val="4261571592"/>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1_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
        <p:nvSpPr>
          <p:cNvPr id="3" name="Rounded Rectangle 3_1">
            <a:extLst>
              <a:ext uri="{FF2B5EF4-FFF2-40B4-BE49-F238E27FC236}">
                <a16:creationId xmlns:a16="http://schemas.microsoft.com/office/drawing/2014/main" id="{EA6FD2A8-720D-4961-EE5A-DE1728EBB8A1}"/>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17667441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1_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
        <p:nvSpPr>
          <p:cNvPr id="3" name="Rounded Rectangle 3_1">
            <a:extLst>
              <a:ext uri="{FF2B5EF4-FFF2-40B4-BE49-F238E27FC236}">
                <a16:creationId xmlns:a16="http://schemas.microsoft.com/office/drawing/2014/main" id="{3C1E8CAF-6128-384E-E21D-0DE6DC548F23}"/>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317664878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1" y="0"/>
            <a:ext cx="3368999" cy="862672"/>
          </a:xfrm>
          <a:gradFill flip="none" rotWithShape="1">
            <a:gsLst>
              <a:gs pos="0">
                <a:srgbClr val="000000"/>
              </a:gs>
              <a:gs pos="92000">
                <a:srgbClr val="000000"/>
              </a:gs>
              <a:gs pos="92000">
                <a:schemeClr val="accent3"/>
              </a:gs>
            </a:gsLst>
            <a:lin ang="16200000" scaled="1"/>
            <a:tileRect/>
          </a:gradFill>
        </p:spPr>
        <p:txBody>
          <a:bodyPr vert="horz" wrap="square" lIns="585216" tIns="91440" rIns="585216" bIns="45720" rtlCol="0">
            <a:spAutoFit/>
          </a:bodyPr>
          <a:lstStyle>
            <a:lvl1pPr marL="0" indent="0">
              <a:buNone/>
              <a:defRPr kumimoji="0" lang="en-US" sz="2353" b="0" i="0" u="none" strike="noStrike" cap="none" normalizeH="0" dirty="0">
                <a:ln>
                  <a:noFill/>
                </a:ln>
                <a:solidFill>
                  <a:srgbClr val="FFFFFF"/>
                </a:solidFill>
                <a:effectLst/>
                <a:uLnTx/>
                <a:uFillTx/>
                <a:latin typeface="+mj-lt"/>
              </a:defRPr>
            </a:lvl1pPr>
          </a:lstStyle>
          <a:p>
            <a:pPr marL="168112" lvl="0" indent="-168112"/>
            <a:r>
              <a:rPr lang="en-US"/>
              <a:t>Click to enter title</a:t>
            </a:r>
          </a:p>
        </p:txBody>
      </p:sp>
      <p:sp>
        <p:nvSpPr>
          <p:cNvPr id="8" name="Text Placeholder 3">
            <a:extLst>
              <a:ext uri="{FF2B5EF4-FFF2-40B4-BE49-F238E27FC236}">
                <a16:creationId xmlns:a16="http://schemas.microsoft.com/office/drawing/2014/main" id="{642E0005-D466-9A2B-2F72-437D2E7450DA}"/>
              </a:ext>
            </a:extLst>
          </p:cNvPr>
          <p:cNvSpPr txBox="1">
            <a:spLocks/>
          </p:cNvSpPr>
          <p:nvPr/>
        </p:nvSpPr>
        <p:spPr>
          <a:xfrm>
            <a:off x="221457" y="577850"/>
            <a:ext cx="8703468" cy="4128691"/>
          </a:xfrm>
          <a:prstGeom prst="rect">
            <a:avLst/>
          </a:prstGeom>
          <a:solidFill>
            <a:srgbClr val="FFFFFF"/>
          </a:solidFill>
        </p:spPr>
        <p:txBody>
          <a:bodyPr vert="horz" lIns="201724" tIns="134483" rIns="134483" bIns="134483"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672253" rtl="0" eaLnBrk="1" fontAlgn="auto" latinLnBrk="0" hangingPunct="1">
              <a:lnSpc>
                <a:spcPct val="150000"/>
              </a:lnSpc>
              <a:spcBef>
                <a:spcPts val="0"/>
              </a:spcBef>
              <a:spcAft>
                <a:spcPts val="441"/>
              </a:spcAft>
              <a:buClr>
                <a:srgbClr val="E9E9E9"/>
              </a:buClr>
              <a:buSzPct val="120000"/>
              <a:buFontTx/>
              <a:buNone/>
              <a:tabLst/>
              <a:defRPr/>
            </a:pPr>
            <a:endParaRPr kumimoji="0" lang="en-US" sz="1030" b="0" i="0" u="none" strike="noStrike" kern="1200" cap="none" spc="0" normalizeH="0" baseline="0" noProof="0" dirty="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434580" y="812800"/>
            <a:ext cx="8265319"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46764466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3904488" y="0"/>
            <a:ext cx="5239512" cy="51435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441198" y="438912"/>
            <a:ext cx="3032071"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439793" y="1195617"/>
            <a:ext cx="3032071" cy="986617"/>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4350543" y="436960"/>
            <a:ext cx="4349354"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27369878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439792" y="1561283"/>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439792" y="2690344"/>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439792" y="3058334"/>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91549099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1_Text option_3 row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Title 1">
            <a:extLst>
              <a:ext uri="{FF2B5EF4-FFF2-40B4-BE49-F238E27FC236}">
                <a16:creationId xmlns:a16="http://schemas.microsoft.com/office/drawing/2014/main" id="{AC67A521-F4FD-E8EE-E376-D23CEA345620}"/>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984A61D4-2EBC-3C89-B9B9-A7E3006349EC}"/>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15C7F07-21BA-232C-099C-2DFC70761A21}"/>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1328085"/>
      </p:ext>
    </p:extLst>
  </p:cSld>
  <p:clrMapOvr>
    <a:masterClrMapping/>
  </p:clrMapOvr>
  <p:transition>
    <p:fade/>
  </p:transition>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1_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p:nvCxnSpPr>
        <p:spPr>
          <a:xfrm>
            <a:off x="1042273" y="3344212"/>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042095" y="3443579"/>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441196" y="438913"/>
            <a:ext cx="8258702"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621801477"/>
      </p:ext>
    </p:extLst>
  </p:cSld>
  <p:clrMapOvr>
    <a:masterClrMapping/>
  </p:clrMapOvr>
  <p:transition>
    <p:fade/>
  </p:transition>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1_Text option_5 rows">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1042095" y="1092672"/>
            <a:ext cx="7657803" cy="48421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p:nvCxnSpPr>
        <p:spPr>
          <a:xfrm>
            <a:off x="1042273" y="165448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5" y="1732070"/>
            <a:ext cx="7657803" cy="486675"/>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p:nvCxnSpPr>
        <p:spPr>
          <a:xfrm>
            <a:off x="1042273" y="2296334"/>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5" y="237392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p:nvCxnSpPr>
        <p:spPr>
          <a:xfrm>
            <a:off x="1042273" y="2938189"/>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5" y="3015778"/>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042273" y="3580043"/>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5" y="365763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4" name="Title 1">
            <a:extLst>
              <a:ext uri="{FF2B5EF4-FFF2-40B4-BE49-F238E27FC236}">
                <a16:creationId xmlns:a16="http://schemas.microsoft.com/office/drawing/2014/main" id="{8F826457-AD96-78F4-E9DC-B4CC7DCCED84}"/>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85555938"/>
      </p:ext>
    </p:extLst>
  </p:cSld>
  <p:clrMapOvr>
    <a:masterClrMapping/>
  </p:clrMapOvr>
  <p:transition>
    <p:fade/>
  </p:transition>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594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1581688706"/>
      </p:ext>
    </p:extLst>
  </p:cSld>
  <p:clrMapOvr>
    <a:overrideClrMapping bg1="lt1" tx1="dk1" bg2="lt2" tx2="dk2" accent1="accent1" accent2="accent2" accent3="accent3" accent4="accent4" accent5="accent5" accent6="accent6" hlink="hlink" folHlink="folHlink"/>
  </p:clrMapOvr>
  <p:transition>
    <p:fade/>
  </p:transition>
  <p:hf sldNum="0"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620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438913" y="1560171"/>
            <a:ext cx="2521457" cy="415499"/>
          </a:xfrm>
          <a:noFill/>
        </p:spPr>
        <p:txBody>
          <a:bodyPr wrap="square" lIns="0" tIns="0" rIns="0" bIns="0">
            <a:spAutoFit/>
          </a:bodyPr>
          <a:lstStyle>
            <a:lvl1pPr marL="0" indent="0" algn="l" defTabSz="336225" rtl="0" eaLnBrk="1" latinLnBrk="0" hangingPunct="1">
              <a:lnSpc>
                <a:spcPct val="100000"/>
              </a:lnSpc>
              <a:spcBef>
                <a:spcPct val="0"/>
              </a:spcBef>
              <a:spcAft>
                <a:spcPts val="0"/>
              </a:spcAft>
              <a:buFont typeface="Arial" panose="020B0604020202020204" pitchFamily="34" charset="0"/>
              <a:buNone/>
              <a:defRPr lang="en-US" sz="2647" b="0" kern="1200" cap="none" spc="-37"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3364230" y="1707357"/>
            <a:ext cx="5335667" cy="411010"/>
          </a:xfrm>
        </p:spPr>
        <p:txBody>
          <a:bodyPr/>
          <a:lstStyle>
            <a:lvl1pPr marL="0" indent="0" algn="l" defTabSz="336225" rtl="0" eaLnBrk="1" latinLnBrk="0" hangingPunct="1">
              <a:lnSpc>
                <a:spcPct val="100000"/>
              </a:lnSpc>
              <a:spcBef>
                <a:spcPct val="0"/>
              </a:spcBef>
              <a:buNone/>
              <a:defRPr lang="en-US" sz="1471" b="0" kern="1200" cap="none" spc="-37" baseline="0" dirty="0" smtClean="0">
                <a:ln w="3175">
                  <a:noFill/>
                </a:ln>
                <a:solidFill>
                  <a:schemeClr val="tx1"/>
                </a:solidFill>
                <a:effectLst/>
                <a:latin typeface="+mn-lt"/>
                <a:ea typeface="+mn-ea"/>
                <a:cs typeface="Segoe UI" panose="020B0502040204020203" pitchFamily="34" charset="0"/>
              </a:defRPr>
            </a:lvl1pPr>
            <a:lvl2pPr marL="114316" indent="0">
              <a:buNone/>
              <a:defRPr lang="en-US" sz="1471" b="0" kern="1200" cap="none" spc="-37" baseline="0" dirty="0" smtClean="0">
                <a:ln w="3175">
                  <a:noFill/>
                </a:ln>
                <a:solidFill>
                  <a:schemeClr val="bg1"/>
                </a:solidFill>
                <a:effectLst/>
                <a:latin typeface="+mn-lt"/>
                <a:ea typeface="+mn-ea"/>
                <a:cs typeface="Segoe UI" panose="020B0502040204020203" pitchFamily="34" charset="0"/>
              </a:defRPr>
            </a:lvl2pPr>
            <a:lvl3pPr marL="195010" indent="0">
              <a:buNone/>
              <a:defRPr/>
            </a:lvl3pPr>
            <a:lvl4pPr marL="486826" indent="0">
              <a:buNone/>
              <a:defRPr/>
            </a:lvl4pPr>
            <a:lvl5pPr marL="629255" indent="0">
              <a:buNone/>
              <a:defRPr/>
            </a:lvl5pPr>
          </a:lstStyle>
          <a:p>
            <a:pPr lvl="0"/>
            <a:r>
              <a:rPr lang="en-US"/>
              <a:t>Click to edit Master text styles</a:t>
            </a:r>
          </a:p>
        </p:txBody>
      </p:sp>
    </p:spTree>
    <p:extLst>
      <p:ext uri="{BB962C8B-B14F-4D97-AF65-F5344CB8AC3E}">
        <p14:creationId xmlns:p14="http://schemas.microsoft.com/office/powerpoint/2010/main" val="388877512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1592">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9561228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3168201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3621957527"/>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userDrawn="1"/>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3101894544"/>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userDrawn="1"/>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userDrawn="1"/>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399845785"/>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99724133"/>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257121954"/>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992774091"/>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719476046"/>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67136345"/>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949004202"/>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098930689"/>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182344238"/>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601455274"/>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474668460"/>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829831556"/>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963837410"/>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Tree>
    <p:extLst>
      <p:ext uri="{BB962C8B-B14F-4D97-AF65-F5344CB8AC3E}">
        <p14:creationId xmlns:p14="http://schemas.microsoft.com/office/powerpoint/2010/main" val="727636138"/>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749374485"/>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Tree>
    <p:extLst>
      <p:ext uri="{BB962C8B-B14F-4D97-AF65-F5344CB8AC3E}">
        <p14:creationId xmlns:p14="http://schemas.microsoft.com/office/powerpoint/2010/main" val="2754993003"/>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188344405"/>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998442069"/>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700306768"/>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6866346"/>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759637034"/>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634183565"/>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535532105"/>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461546791"/>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Tree>
    <p:extLst>
      <p:ext uri="{BB962C8B-B14F-4D97-AF65-F5344CB8AC3E}">
        <p14:creationId xmlns:p14="http://schemas.microsoft.com/office/powerpoint/2010/main" val="30703994"/>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236535491"/>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271933957"/>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998498196"/>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71234320"/>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239502720"/>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722800790"/>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77856330"/>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564675148"/>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3664600620"/>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1868714762"/>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4338312"/>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1246975"/>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Tree>
    <p:extLst>
      <p:ext uri="{BB962C8B-B14F-4D97-AF65-F5344CB8AC3E}">
        <p14:creationId xmlns:p14="http://schemas.microsoft.com/office/powerpoint/2010/main" val="1436672873"/>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66104291"/>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243A5E"/>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449812"/>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552130750"/>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userDrawn="1"/>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1972985742"/>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tx" preserve="1">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8434247"/>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299181332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7712152"/>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103"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15.xml"/><Relationship Id="rId18" Type="http://schemas.openxmlformats.org/officeDocument/2006/relationships/slideLayout" Target="../slideLayouts/slideLayout120.xml"/><Relationship Id="rId26" Type="http://schemas.openxmlformats.org/officeDocument/2006/relationships/slideLayout" Target="../slideLayouts/slideLayout128.xml"/><Relationship Id="rId39" Type="http://schemas.openxmlformats.org/officeDocument/2006/relationships/slideLayout" Target="../slideLayouts/slideLayout141.xml"/><Relationship Id="rId21" Type="http://schemas.openxmlformats.org/officeDocument/2006/relationships/slideLayout" Target="../slideLayouts/slideLayout123.xml"/><Relationship Id="rId34" Type="http://schemas.openxmlformats.org/officeDocument/2006/relationships/slideLayout" Target="../slideLayouts/slideLayout136.xml"/><Relationship Id="rId42" Type="http://schemas.openxmlformats.org/officeDocument/2006/relationships/slideLayout" Target="../slideLayouts/slideLayout144.xml"/><Relationship Id="rId47" Type="http://schemas.openxmlformats.org/officeDocument/2006/relationships/slideLayout" Target="../slideLayouts/slideLayout149.xml"/><Relationship Id="rId50" Type="http://schemas.openxmlformats.org/officeDocument/2006/relationships/theme" Target="../theme/theme2.xml"/><Relationship Id="rId7" Type="http://schemas.openxmlformats.org/officeDocument/2006/relationships/slideLayout" Target="../slideLayouts/slideLayout109.xml"/><Relationship Id="rId2" Type="http://schemas.openxmlformats.org/officeDocument/2006/relationships/slideLayout" Target="../slideLayouts/slideLayout104.xml"/><Relationship Id="rId16" Type="http://schemas.openxmlformats.org/officeDocument/2006/relationships/slideLayout" Target="../slideLayouts/slideLayout118.xml"/><Relationship Id="rId29" Type="http://schemas.openxmlformats.org/officeDocument/2006/relationships/slideLayout" Target="../slideLayouts/slideLayout131.xml"/><Relationship Id="rId11" Type="http://schemas.openxmlformats.org/officeDocument/2006/relationships/slideLayout" Target="../slideLayouts/slideLayout113.xml"/><Relationship Id="rId24" Type="http://schemas.openxmlformats.org/officeDocument/2006/relationships/slideLayout" Target="../slideLayouts/slideLayout126.xml"/><Relationship Id="rId32" Type="http://schemas.openxmlformats.org/officeDocument/2006/relationships/slideLayout" Target="../slideLayouts/slideLayout134.xml"/><Relationship Id="rId37" Type="http://schemas.openxmlformats.org/officeDocument/2006/relationships/slideLayout" Target="../slideLayouts/slideLayout139.xml"/><Relationship Id="rId40" Type="http://schemas.openxmlformats.org/officeDocument/2006/relationships/slideLayout" Target="../slideLayouts/slideLayout142.xml"/><Relationship Id="rId45" Type="http://schemas.openxmlformats.org/officeDocument/2006/relationships/slideLayout" Target="../slideLayouts/slideLayout147.xml"/><Relationship Id="rId5" Type="http://schemas.openxmlformats.org/officeDocument/2006/relationships/slideLayout" Target="../slideLayouts/slideLayout107.xml"/><Relationship Id="rId15" Type="http://schemas.openxmlformats.org/officeDocument/2006/relationships/slideLayout" Target="../slideLayouts/slideLayout117.xml"/><Relationship Id="rId23" Type="http://schemas.openxmlformats.org/officeDocument/2006/relationships/slideLayout" Target="../slideLayouts/slideLayout125.xml"/><Relationship Id="rId28" Type="http://schemas.openxmlformats.org/officeDocument/2006/relationships/slideLayout" Target="../slideLayouts/slideLayout130.xml"/><Relationship Id="rId36" Type="http://schemas.openxmlformats.org/officeDocument/2006/relationships/slideLayout" Target="../slideLayouts/slideLayout138.xml"/><Relationship Id="rId49" Type="http://schemas.openxmlformats.org/officeDocument/2006/relationships/slideLayout" Target="../slideLayouts/slideLayout151.xml"/><Relationship Id="rId10" Type="http://schemas.openxmlformats.org/officeDocument/2006/relationships/slideLayout" Target="../slideLayouts/slideLayout112.xml"/><Relationship Id="rId19" Type="http://schemas.openxmlformats.org/officeDocument/2006/relationships/slideLayout" Target="../slideLayouts/slideLayout121.xml"/><Relationship Id="rId31" Type="http://schemas.openxmlformats.org/officeDocument/2006/relationships/slideLayout" Target="../slideLayouts/slideLayout133.xml"/><Relationship Id="rId44" Type="http://schemas.openxmlformats.org/officeDocument/2006/relationships/slideLayout" Target="../slideLayouts/slideLayout146.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slideLayout" Target="../slideLayouts/slideLayout116.xml"/><Relationship Id="rId22" Type="http://schemas.openxmlformats.org/officeDocument/2006/relationships/slideLayout" Target="../slideLayouts/slideLayout124.xml"/><Relationship Id="rId27" Type="http://schemas.openxmlformats.org/officeDocument/2006/relationships/slideLayout" Target="../slideLayouts/slideLayout129.xml"/><Relationship Id="rId30" Type="http://schemas.openxmlformats.org/officeDocument/2006/relationships/slideLayout" Target="../slideLayouts/slideLayout132.xml"/><Relationship Id="rId35" Type="http://schemas.openxmlformats.org/officeDocument/2006/relationships/slideLayout" Target="../slideLayouts/slideLayout137.xml"/><Relationship Id="rId43" Type="http://schemas.openxmlformats.org/officeDocument/2006/relationships/slideLayout" Target="../slideLayouts/slideLayout145.xml"/><Relationship Id="rId48" Type="http://schemas.openxmlformats.org/officeDocument/2006/relationships/slideLayout" Target="../slideLayouts/slideLayout150.xml"/><Relationship Id="rId8" Type="http://schemas.openxmlformats.org/officeDocument/2006/relationships/slideLayout" Target="../slideLayouts/slideLayout110.xml"/><Relationship Id="rId3" Type="http://schemas.openxmlformats.org/officeDocument/2006/relationships/slideLayout" Target="../slideLayouts/slideLayout105.xml"/><Relationship Id="rId12" Type="http://schemas.openxmlformats.org/officeDocument/2006/relationships/slideLayout" Target="../slideLayouts/slideLayout114.xml"/><Relationship Id="rId17" Type="http://schemas.openxmlformats.org/officeDocument/2006/relationships/slideLayout" Target="../slideLayouts/slideLayout119.xml"/><Relationship Id="rId25" Type="http://schemas.openxmlformats.org/officeDocument/2006/relationships/slideLayout" Target="../slideLayouts/slideLayout127.xml"/><Relationship Id="rId33" Type="http://schemas.openxmlformats.org/officeDocument/2006/relationships/slideLayout" Target="../slideLayouts/slideLayout135.xml"/><Relationship Id="rId38" Type="http://schemas.openxmlformats.org/officeDocument/2006/relationships/slideLayout" Target="../slideLayouts/slideLayout140.xml"/><Relationship Id="rId46" Type="http://schemas.openxmlformats.org/officeDocument/2006/relationships/slideLayout" Target="../slideLayouts/slideLayout148.xml"/><Relationship Id="rId20" Type="http://schemas.openxmlformats.org/officeDocument/2006/relationships/slideLayout" Target="../slideLayouts/slideLayout122.xml"/><Relationship Id="rId41" Type="http://schemas.openxmlformats.org/officeDocument/2006/relationships/slideLayout" Target="../slideLayouts/slideLayout143.xml"/><Relationship Id="rId1" Type="http://schemas.openxmlformats.org/officeDocument/2006/relationships/slideLayout" Target="../slideLayouts/slideLayout103.xml"/><Relationship Id="rId6" Type="http://schemas.openxmlformats.org/officeDocument/2006/relationships/slideLayout" Target="../slideLayouts/slideLayout10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402524378"/>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 id="2147483693" r:id="rId43"/>
    <p:sldLayoutId id="2147483694" r:id="rId44"/>
    <p:sldLayoutId id="2147483695" r:id="rId45"/>
    <p:sldLayoutId id="2147483696" r:id="rId46"/>
    <p:sldLayoutId id="2147483697" r:id="rId47"/>
    <p:sldLayoutId id="2147483698" r:id="rId48"/>
    <p:sldLayoutId id="2147483699" r:id="rId49"/>
    <p:sldLayoutId id="2147483700" r:id="rId50"/>
    <p:sldLayoutId id="2147483701" r:id="rId51"/>
    <p:sldLayoutId id="2147483702" r:id="rId52"/>
    <p:sldLayoutId id="2147483703" r:id="rId53"/>
    <p:sldLayoutId id="2147483704" r:id="rId54"/>
    <p:sldLayoutId id="2147483705" r:id="rId55"/>
    <p:sldLayoutId id="2147483706" r:id="rId56"/>
    <p:sldLayoutId id="2147483707" r:id="rId57"/>
    <p:sldLayoutId id="2147483708" r:id="rId58"/>
    <p:sldLayoutId id="2147483709" r:id="rId59"/>
    <p:sldLayoutId id="2147483710" r:id="rId60"/>
    <p:sldLayoutId id="2147483711" r:id="rId61"/>
    <p:sldLayoutId id="2147483712" r:id="rId62"/>
    <p:sldLayoutId id="2147483713" r:id="rId63"/>
    <p:sldLayoutId id="2147483714" r:id="rId64"/>
    <p:sldLayoutId id="2147483715" r:id="rId65"/>
    <p:sldLayoutId id="2147483716" r:id="rId66"/>
    <p:sldLayoutId id="2147483717" r:id="rId67"/>
    <p:sldLayoutId id="2147483718" r:id="rId68"/>
    <p:sldLayoutId id="2147483719" r:id="rId69"/>
    <p:sldLayoutId id="2147483720" r:id="rId70"/>
    <p:sldLayoutId id="2147483721" r:id="rId71"/>
    <p:sldLayoutId id="2147483722" r:id="rId72"/>
    <p:sldLayoutId id="2147483723" r:id="rId73"/>
    <p:sldLayoutId id="2147483724" r:id="rId74"/>
    <p:sldLayoutId id="2147483725" r:id="rId75"/>
    <p:sldLayoutId id="2147483726" r:id="rId76"/>
    <p:sldLayoutId id="2147483727" r:id="rId77"/>
    <p:sldLayoutId id="2147483728" r:id="rId78"/>
    <p:sldLayoutId id="2147483729" r:id="rId79"/>
    <p:sldLayoutId id="2147483730" r:id="rId80"/>
    <p:sldLayoutId id="2147483731" r:id="rId81"/>
    <p:sldLayoutId id="2147483732" r:id="rId82"/>
    <p:sldLayoutId id="2147483733" r:id="rId83"/>
    <p:sldLayoutId id="2147483734" r:id="rId84"/>
    <p:sldLayoutId id="2147483735" r:id="rId85"/>
    <p:sldLayoutId id="2147483736" r:id="rId86"/>
    <p:sldLayoutId id="2147483737" r:id="rId87"/>
    <p:sldLayoutId id="2147483738" r:id="rId88"/>
    <p:sldLayoutId id="2147483739" r:id="rId89"/>
    <p:sldLayoutId id="2147483740" r:id="rId90"/>
    <p:sldLayoutId id="2147483741" r:id="rId91"/>
    <p:sldLayoutId id="2147483742" r:id="rId92"/>
    <p:sldLayoutId id="2147483743" r:id="rId93"/>
    <p:sldLayoutId id="2147483744" r:id="rId94"/>
    <p:sldLayoutId id="2147483745" r:id="rId95"/>
    <p:sldLayoutId id="2147483746" r:id="rId96"/>
    <p:sldLayoutId id="2147483747" r:id="rId97"/>
    <p:sldLayoutId id="2147483748" r:id="rId98"/>
    <p:sldLayoutId id="2147483749" r:id="rId99"/>
    <p:sldLayoutId id="2147483750" r:id="rId100"/>
    <p:sldLayoutId id="2147483751" r:id="rId101"/>
    <p:sldLayoutId id="2147483752" r:id="rId102"/>
  </p:sldLayoutIdLst>
  <p:transition>
    <p:fade/>
  </p:transition>
  <p:hf sldNum="0" hdr="0" ft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1218493547"/>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 id="2147483777" r:id="rId23"/>
    <p:sldLayoutId id="2147483778" r:id="rId24"/>
    <p:sldLayoutId id="2147483779" r:id="rId25"/>
    <p:sldLayoutId id="2147483780" r:id="rId26"/>
    <p:sldLayoutId id="2147483781" r:id="rId27"/>
    <p:sldLayoutId id="2147483782" r:id="rId28"/>
    <p:sldLayoutId id="2147483783" r:id="rId29"/>
    <p:sldLayoutId id="2147483784" r:id="rId30"/>
    <p:sldLayoutId id="2147483785" r:id="rId31"/>
    <p:sldLayoutId id="2147483786" r:id="rId32"/>
    <p:sldLayoutId id="2147483787" r:id="rId33"/>
    <p:sldLayoutId id="2147483788" r:id="rId34"/>
    <p:sldLayoutId id="2147483789" r:id="rId35"/>
    <p:sldLayoutId id="2147483790" r:id="rId36"/>
    <p:sldLayoutId id="2147483791" r:id="rId37"/>
    <p:sldLayoutId id="2147483792" r:id="rId38"/>
    <p:sldLayoutId id="2147483793" r:id="rId39"/>
    <p:sldLayoutId id="2147483794" r:id="rId40"/>
    <p:sldLayoutId id="2147483795" r:id="rId41"/>
    <p:sldLayoutId id="2147483796" r:id="rId42"/>
    <p:sldLayoutId id="2147483797" r:id="rId43"/>
    <p:sldLayoutId id="2147483798" r:id="rId44"/>
    <p:sldLayoutId id="2147483799" r:id="rId45"/>
    <p:sldLayoutId id="2147483800" r:id="rId46"/>
    <p:sldLayoutId id="2147483801" r:id="rId47"/>
    <p:sldLayoutId id="2147483802" r:id="rId48"/>
    <p:sldLayoutId id="2147483803" r:id="rId49"/>
  </p:sldLayoutIdLst>
  <p:transition>
    <p:fade/>
  </p:transition>
  <p:hf sldNum="0" hd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5.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42FE2-9224-F8B9-79BF-C2160B99E313}"/>
              </a:ext>
            </a:extLst>
          </p:cNvPr>
          <p:cNvSpPr>
            <a:spLocks noGrp="1"/>
          </p:cNvSpPr>
          <p:nvPr>
            <p:ph type="title"/>
          </p:nvPr>
        </p:nvSpPr>
        <p:spPr/>
        <p:txBody>
          <a:bodyPr/>
          <a:lstStyle/>
          <a:p>
            <a:r>
              <a:rPr lang="en-GB"/>
              <a:t>Chapter 9: Introduction to PKI</a:t>
            </a:r>
          </a:p>
        </p:txBody>
      </p:sp>
      <p:sp>
        <p:nvSpPr>
          <p:cNvPr id="3" name="Text Placeholder 2">
            <a:extLst>
              <a:ext uri="{FF2B5EF4-FFF2-40B4-BE49-F238E27FC236}">
                <a16:creationId xmlns:a16="http://schemas.microsoft.com/office/drawing/2014/main" id="{621E239D-F9E5-317C-122F-282A2F1B9401}"/>
              </a:ext>
            </a:extLst>
          </p:cNvPr>
          <p:cNvSpPr>
            <a:spLocks noGrp="1"/>
          </p:cNvSpPr>
          <p:nvPr>
            <p:ph type="body" sz="quarter" idx="15"/>
          </p:nvPr>
        </p:nvSpPr>
        <p:spPr>
          <a:xfrm>
            <a:off x="331851" y="3262586"/>
            <a:ext cx="7202114" cy="388440"/>
          </a:xfrm>
        </p:spPr>
        <p:txBody>
          <a:bodyPr/>
          <a:lstStyle/>
          <a:p>
            <a:r>
              <a:rPr lang="en-GB"/>
              <a:t>Instructor-led overview and operational guidance</a:t>
            </a:r>
          </a:p>
        </p:txBody>
      </p:sp>
    </p:spTree>
    <p:extLst>
      <p:ext uri="{BB962C8B-B14F-4D97-AF65-F5344CB8AC3E}">
        <p14:creationId xmlns:p14="http://schemas.microsoft.com/office/powerpoint/2010/main" val="3392359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7DE3D-2F1B-5A72-560D-B6E627D71F64}"/>
              </a:ext>
            </a:extLst>
          </p:cNvPr>
          <p:cNvSpPr>
            <a:spLocks noGrp="1"/>
          </p:cNvSpPr>
          <p:nvPr>
            <p:ph type="title"/>
          </p:nvPr>
        </p:nvSpPr>
        <p:spPr/>
        <p:txBody>
          <a:bodyPr wrap="square">
            <a:noAutofit/>
          </a:bodyPr>
          <a:lstStyle/>
          <a:p>
            <a:r>
              <a:rPr lang="en-GB"/>
              <a:t>Chapter Topics</a:t>
            </a:r>
          </a:p>
        </p:txBody>
      </p:sp>
      <p:sp>
        <p:nvSpPr>
          <p:cNvPr id="3" name="Text Placeholder 2">
            <a:extLst>
              <a:ext uri="{FF2B5EF4-FFF2-40B4-BE49-F238E27FC236}">
                <a16:creationId xmlns:a16="http://schemas.microsoft.com/office/drawing/2014/main" id="{250D2D3D-C0A1-F037-4988-C28EF19877C8}"/>
              </a:ext>
            </a:extLst>
          </p:cNvPr>
          <p:cNvSpPr>
            <a:spLocks noGrp="1"/>
          </p:cNvSpPr>
          <p:nvPr>
            <p:ph type="body" sz="quarter" idx="4294967295"/>
          </p:nvPr>
        </p:nvSpPr>
        <p:spPr>
          <a:xfrm>
            <a:off x="1355725" y="1092200"/>
            <a:ext cx="7788275" cy="546100"/>
          </a:xfrm>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9.1 Applications</a:t>
            </a:r>
          </a:p>
        </p:txBody>
      </p:sp>
      <p:sp>
        <p:nvSpPr>
          <p:cNvPr id="4" name="Text Placeholder 3">
            <a:extLst>
              <a:ext uri="{FF2B5EF4-FFF2-40B4-BE49-F238E27FC236}">
                <a16:creationId xmlns:a16="http://schemas.microsoft.com/office/drawing/2014/main" id="{C5F035E1-8BEF-9D9A-EE26-C208205ABA67}"/>
              </a:ext>
            </a:extLst>
          </p:cNvPr>
          <p:cNvSpPr>
            <a:spLocks noGrp="1"/>
          </p:cNvSpPr>
          <p:nvPr>
            <p:ph type="body" sz="quarter" idx="4294967295"/>
          </p:nvPr>
        </p:nvSpPr>
        <p:spPr>
          <a:xfrm>
            <a:off x="1355725" y="1727200"/>
            <a:ext cx="7788275" cy="546100"/>
          </a:xfrm>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9.2 Algorithms</a:t>
            </a:r>
          </a:p>
        </p:txBody>
      </p:sp>
      <p:sp>
        <p:nvSpPr>
          <p:cNvPr id="5" name="Text Placeholder 4">
            <a:extLst>
              <a:ext uri="{FF2B5EF4-FFF2-40B4-BE49-F238E27FC236}">
                <a16:creationId xmlns:a16="http://schemas.microsoft.com/office/drawing/2014/main" id="{02437FDA-A5CB-DA3A-62C1-E06478578B4E}"/>
              </a:ext>
            </a:extLst>
          </p:cNvPr>
          <p:cNvSpPr>
            <a:spLocks noGrp="1"/>
          </p:cNvSpPr>
          <p:nvPr>
            <p:ph type="body" sz="quarter" idx="4294967295"/>
          </p:nvPr>
        </p:nvSpPr>
        <p:spPr>
          <a:xfrm>
            <a:off x="1355725" y="2362200"/>
            <a:ext cx="7788275" cy="546100"/>
          </a:xfrm>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9.3 Certificate management</a:t>
            </a:r>
          </a:p>
        </p:txBody>
      </p:sp>
      <p:sp>
        <p:nvSpPr>
          <p:cNvPr id="6" name="Text Placeholder 5">
            <a:extLst>
              <a:ext uri="{FF2B5EF4-FFF2-40B4-BE49-F238E27FC236}">
                <a16:creationId xmlns:a16="http://schemas.microsoft.com/office/drawing/2014/main" id="{1CE15945-200D-3AA5-3FA8-52AEB5C2EF9F}"/>
              </a:ext>
            </a:extLst>
          </p:cNvPr>
          <p:cNvSpPr>
            <a:spLocks noGrp="1"/>
          </p:cNvSpPr>
          <p:nvPr>
            <p:ph type="body" sz="quarter" idx="4294967295"/>
          </p:nvPr>
        </p:nvSpPr>
        <p:spPr>
          <a:xfrm>
            <a:off x="1355725" y="2997200"/>
            <a:ext cx="7788275" cy="546100"/>
          </a:xfrm>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9.4 Installing and enabling OpenSSH Server</a:t>
            </a:r>
          </a:p>
        </p:txBody>
      </p:sp>
      <p:sp>
        <p:nvSpPr>
          <p:cNvPr id="7" name="Text Placeholder 6">
            <a:extLst>
              <a:ext uri="{FF2B5EF4-FFF2-40B4-BE49-F238E27FC236}">
                <a16:creationId xmlns:a16="http://schemas.microsoft.com/office/drawing/2014/main" id="{A5AD313F-1403-0F3F-9923-54DCEC33564C}"/>
              </a:ext>
            </a:extLst>
          </p:cNvPr>
          <p:cNvSpPr>
            <a:spLocks noGrp="1"/>
          </p:cNvSpPr>
          <p:nvPr>
            <p:ph type="body" sz="quarter" idx="4294967295"/>
          </p:nvPr>
        </p:nvSpPr>
        <p:spPr>
          <a:xfrm>
            <a:off x="1355725" y="3632200"/>
            <a:ext cx="7788275" cy="546100"/>
          </a:xfrm>
        </p:spPr>
        <p:txBody>
          <a:bodyPr>
            <a:normAutofit/>
          </a:bodyPr>
          <a:lstStyle/>
          <a:p>
            <a:r>
              <a:rPr lang="en-GB">
                <a:solidFill>
                  <a:srgbClr val="0076D4"/>
                </a:solidFill>
                <a:latin typeface="Segoe UI Semibold" panose="020B0702040204020203" pitchFamily="34" charset="0"/>
              </a:rPr>
              <a:t>05</a:t>
            </a:r>
            <a:r>
              <a:rPr lang="en-GB">
                <a:latin typeface="Segoe UI" panose="020B0502040204020203" pitchFamily="34" charset="0"/>
              </a:rPr>
              <a:t>  9.5 Configuring SSH for remote administration</a:t>
            </a:r>
          </a:p>
        </p:txBody>
      </p:sp>
      <p:sp>
        <p:nvSpPr>
          <p:cNvPr id="8" name="Text Placeholder 7">
            <a:extLst>
              <a:ext uri="{FF2B5EF4-FFF2-40B4-BE49-F238E27FC236}">
                <a16:creationId xmlns:a16="http://schemas.microsoft.com/office/drawing/2014/main" id="{EC33305D-1070-0592-2848-7980FE238A2E}"/>
              </a:ext>
            </a:extLst>
          </p:cNvPr>
          <p:cNvSpPr>
            <a:spLocks noGrp="1"/>
          </p:cNvSpPr>
          <p:nvPr>
            <p:ph type="body" sz="quarter" idx="4294967295"/>
          </p:nvPr>
        </p:nvSpPr>
        <p:spPr>
          <a:xfrm>
            <a:off x="1355725" y="4267200"/>
            <a:ext cx="7788275" cy="546100"/>
          </a:xfrm>
        </p:spPr>
        <p:txBody>
          <a:bodyPr>
            <a:normAutofit/>
          </a:bodyPr>
          <a:lstStyle/>
          <a:p>
            <a:r>
              <a:rPr lang="en-GB">
                <a:solidFill>
                  <a:srgbClr val="0076D4"/>
                </a:solidFill>
                <a:latin typeface="Segoe UI Semibold" panose="020B0702040204020203" pitchFamily="34" charset="0"/>
              </a:rPr>
              <a:t>06</a:t>
            </a:r>
            <a:r>
              <a:rPr lang="en-GB">
                <a:latin typeface="Segoe UI" panose="020B0502040204020203" pitchFamily="34" charset="0"/>
              </a:rPr>
              <a:t>  9.6 Managing key-based authentication on Windows Server</a:t>
            </a:r>
          </a:p>
        </p:txBody>
      </p:sp>
      <p:sp>
        <p:nvSpPr>
          <p:cNvPr id="9" name="Course footer">
            <a:extLst>
              <a:ext uri="{FF2B5EF4-FFF2-40B4-BE49-F238E27FC236}">
                <a16:creationId xmlns:a16="http://schemas.microsoft.com/office/drawing/2014/main" id="{5BCF5050-30D6-A24B-D180-2327EECA0271}"/>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9 | Introduction to PKI</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0" name="TextBox 9">
            <a:extLst>
              <a:ext uri="{FF2B5EF4-FFF2-40B4-BE49-F238E27FC236}">
                <a16:creationId xmlns:a16="http://schemas.microsoft.com/office/drawing/2014/main" id="{FB11B4E6-F46D-0BB3-FF3A-8359C590238D}"/>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57071190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95BA7-9D54-2638-6CAD-584DA4842712}"/>
              </a:ext>
            </a:extLst>
          </p:cNvPr>
          <p:cNvSpPr>
            <a:spLocks noGrp="1"/>
          </p:cNvSpPr>
          <p:nvPr>
            <p:ph type="title"/>
          </p:nvPr>
        </p:nvSpPr>
        <p:spPr/>
        <p:txBody>
          <a:bodyPr wrap="square">
            <a:noAutofit/>
          </a:bodyPr>
          <a:lstStyle/>
          <a:p>
            <a:r>
              <a:rPr lang="en-GB"/>
              <a:t>9.1 Applications</a:t>
            </a:r>
          </a:p>
        </p:txBody>
      </p:sp>
      <p:sp>
        <p:nvSpPr>
          <p:cNvPr id="6" name="Text 6">
            <a:extLst>
              <a:ext uri="{FF2B5EF4-FFF2-40B4-BE49-F238E27FC236}">
                <a16:creationId xmlns:a16="http://schemas.microsoft.com/office/drawing/2014/main" id="{80C4295F-8844-D406-3870-2586869BCA8D}"/>
              </a:ext>
            </a:extLst>
          </p:cNvPr>
          <p:cNvSpPr/>
          <p:nvPr/>
        </p:nvSpPr>
        <p:spPr>
          <a:xfrm>
            <a:off x="2863386" y="582930"/>
            <a:ext cx="5029200" cy="1747675"/>
          </a:xfrm>
          <a:prstGeom prst="rect">
            <a:avLst/>
          </a:prstGeom>
          <a:noFill/>
          <a:ln/>
        </p:spPr>
        <p:txBody>
          <a:bodyPr wrap="square" lIns="0" tIns="0" rIns="0" bIns="0" rtlCol="0" anchor="t">
            <a:normAutofit/>
          </a:bodyPr>
          <a:lstStyle/>
          <a:p>
            <a:pPr marL="0" indent="0">
              <a:spcAft>
                <a:spcPts val="500"/>
              </a:spcAft>
              <a:buNone/>
            </a:pPr>
            <a:r>
              <a:rPr lang="en-US" sz="1400" b="1" dirty="0">
                <a:solidFill>
                  <a:srgbClr val="023047"/>
                </a:solidFill>
                <a:latin typeface="Segoe UI" panose="020B0502040204020203" pitchFamily="34" charset="0"/>
                <a:ea typeface="Calibri" pitchFamily="34" charset="-122"/>
                <a:cs typeface="Calibri" pitchFamily="34" charset="-120"/>
              </a:rPr>
              <a:t>In the PKI context, applications refers to the workloads and trust-dependent services that rely on certificates and public key infrastructure.</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Certificate-backed trust relationships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Server and client authentication uses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Role and application integration</a:t>
            </a:r>
            <a:endParaRPr lang="en-US" sz="1400" dirty="0">
              <a:latin typeface="Segoe UI" panose="020B0502040204020203" pitchFamily="34" charset="0"/>
            </a:endParaRPr>
          </a:p>
        </p:txBody>
      </p:sp>
      <p:sp>
        <p:nvSpPr>
          <p:cNvPr id="13" name="Course footer">
            <a:extLst>
              <a:ext uri="{FF2B5EF4-FFF2-40B4-BE49-F238E27FC236}">
                <a16:creationId xmlns:a16="http://schemas.microsoft.com/office/drawing/2014/main" id="{6055BEEE-DA6E-EA29-68C9-59E41E84725A}"/>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9 | Introduction to PKI</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4" name="TextBox 13">
            <a:extLst>
              <a:ext uri="{FF2B5EF4-FFF2-40B4-BE49-F238E27FC236}">
                <a16:creationId xmlns:a16="http://schemas.microsoft.com/office/drawing/2014/main" id="{501D1A1A-C733-FE24-5048-3E3CBC0AEEC5}"/>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pic>
        <p:nvPicPr>
          <p:cNvPr id="500" name="Supporting Image"/>
          <p:cNvPicPr>
            <a:picLocks noChangeAspect="1"/>
          </p:cNvPicPr>
          <p:nvPr/>
        </p:nvPicPr>
        <p:blipFill>
          <a:blip r:embed="rId2"/>
          <a:srcRect t="18700" b="18700"/>
          <a:stretch>
            <a:fillRect/>
          </a:stretch>
        </p:blipFill>
        <p:spPr>
          <a:xfrm>
            <a:off x="2900000" y="2700000"/>
            <a:ext cx="5029200" cy="210000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58939325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FA4ED-C109-FF8E-B040-0E4F753C3E3C}"/>
              </a:ext>
            </a:extLst>
          </p:cNvPr>
          <p:cNvSpPr>
            <a:spLocks noGrp="1"/>
          </p:cNvSpPr>
          <p:nvPr>
            <p:ph type="title"/>
          </p:nvPr>
        </p:nvSpPr>
        <p:spPr/>
        <p:txBody>
          <a:bodyPr wrap="square">
            <a:noAutofit/>
          </a:bodyPr>
          <a:lstStyle/>
          <a:p>
            <a:r>
              <a:rPr lang="en-GB"/>
              <a:t>9.2 Algorithms</a:t>
            </a:r>
          </a:p>
        </p:txBody>
      </p:sp>
      <p:sp>
        <p:nvSpPr>
          <p:cNvPr id="7" name="Text 6">
            <a:extLst>
              <a:ext uri="{FF2B5EF4-FFF2-40B4-BE49-F238E27FC236}">
                <a16:creationId xmlns:a16="http://schemas.microsoft.com/office/drawing/2014/main" id="{CC57E888-AE46-2A87-D17A-E963F20930E4}"/>
              </a:ext>
            </a:extLst>
          </p:cNvPr>
          <p:cNvSpPr/>
          <p:nvPr/>
        </p:nvSpPr>
        <p:spPr>
          <a:xfrm>
            <a:off x="2924717" y="582930"/>
            <a:ext cx="5029200" cy="1797855"/>
          </a:xfrm>
          <a:prstGeom prst="rect">
            <a:avLst/>
          </a:prstGeom>
          <a:noFill/>
          <a:ln/>
        </p:spPr>
        <p:txBody>
          <a:bodyPr wrap="square" lIns="0" tIns="0" rIns="0" bIns="0" rtlCol="0" anchor="t">
            <a:normAutofit/>
          </a:bodyPr>
          <a:lstStyle/>
          <a:p>
            <a:pPr marL="0" indent="0">
              <a:spcAft>
                <a:spcPts val="500"/>
              </a:spcAft>
              <a:buNone/>
            </a:pPr>
            <a:r>
              <a:rPr lang="en-US" sz="1400" b="1" dirty="0">
                <a:solidFill>
                  <a:srgbClr val="023047"/>
                </a:solidFill>
                <a:latin typeface="Segoe UI" panose="020B0502040204020203" pitchFamily="34" charset="0"/>
                <a:ea typeface="Calibri" pitchFamily="34" charset="-122"/>
                <a:cs typeface="Calibri" pitchFamily="34" charset="-120"/>
              </a:rPr>
              <a:t>Algorithms in PKI describe the cryptographic methods used for key exchange, signing, hashing, and related security operations.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Asymmetric and symmetric roles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Hashing and signing relationships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Administrative impact of algorithm choice</a:t>
            </a:r>
            <a:endParaRPr lang="en-US" sz="1400" dirty="0">
              <a:latin typeface="Segoe UI" panose="020B0502040204020203" pitchFamily="34" charset="0"/>
            </a:endParaRPr>
          </a:p>
        </p:txBody>
      </p:sp>
      <p:sp>
        <p:nvSpPr>
          <p:cNvPr id="14" name="Course footer">
            <a:extLst>
              <a:ext uri="{FF2B5EF4-FFF2-40B4-BE49-F238E27FC236}">
                <a16:creationId xmlns:a16="http://schemas.microsoft.com/office/drawing/2014/main" id="{8CF8BEE0-15C9-7598-3A6C-1CE1539108A5}"/>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9 | Introduction to PKI</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5" name="TextBox 14">
            <a:extLst>
              <a:ext uri="{FF2B5EF4-FFF2-40B4-BE49-F238E27FC236}">
                <a16:creationId xmlns:a16="http://schemas.microsoft.com/office/drawing/2014/main" id="{2219D534-D3BD-4EC7-FE30-0A362AE01DF6}"/>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pic>
        <p:nvPicPr>
          <p:cNvPr id="500" name="Supporting Image"/>
          <p:cNvPicPr>
            <a:picLocks noChangeAspect="1"/>
          </p:cNvPicPr>
          <p:nvPr/>
        </p:nvPicPr>
        <p:blipFill>
          <a:blip r:embed="rId2"/>
          <a:srcRect t="18700" b="18700"/>
          <a:stretch>
            <a:fillRect/>
          </a:stretch>
        </p:blipFill>
        <p:spPr>
          <a:xfrm>
            <a:off x="2900000" y="2700000"/>
            <a:ext cx="5029200" cy="210000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2904015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12E52-113E-403F-6C95-7D317773C05E}"/>
              </a:ext>
            </a:extLst>
          </p:cNvPr>
          <p:cNvSpPr>
            <a:spLocks noGrp="1"/>
          </p:cNvSpPr>
          <p:nvPr>
            <p:ph type="title"/>
          </p:nvPr>
        </p:nvSpPr>
        <p:spPr/>
        <p:txBody>
          <a:bodyPr wrap="square">
            <a:noAutofit/>
          </a:bodyPr>
          <a:lstStyle/>
          <a:p>
            <a:r>
              <a:rPr lang="en-GB"/>
              <a:t>9.3 Certificate management</a:t>
            </a:r>
          </a:p>
        </p:txBody>
      </p:sp>
      <p:sp>
        <p:nvSpPr>
          <p:cNvPr id="6" name="Text 6">
            <a:extLst>
              <a:ext uri="{FF2B5EF4-FFF2-40B4-BE49-F238E27FC236}">
                <a16:creationId xmlns:a16="http://schemas.microsoft.com/office/drawing/2014/main" id="{9B24E2EF-672F-1B56-FCBE-991D202ADDEE}"/>
              </a:ext>
            </a:extLst>
          </p:cNvPr>
          <p:cNvSpPr/>
          <p:nvPr/>
        </p:nvSpPr>
        <p:spPr>
          <a:xfrm>
            <a:off x="2913566" y="761238"/>
            <a:ext cx="5029200" cy="1810512"/>
          </a:xfrm>
          <a:prstGeom prst="rect">
            <a:avLst/>
          </a:prstGeom>
          <a:noFill/>
          <a:ln/>
        </p:spPr>
        <p:txBody>
          <a:bodyPr wrap="square" lIns="0" tIns="0" rIns="0" bIns="0" rtlCol="0" anchor="t">
            <a:normAutofit/>
          </a:bodyPr>
          <a:lstStyle/>
          <a:p>
            <a:pPr marL="0" indent="0">
              <a:spcAft>
                <a:spcPts val="500"/>
              </a:spcAft>
              <a:buNone/>
            </a:pPr>
            <a:r>
              <a:rPr lang="en-US" sz="1400" b="1" dirty="0">
                <a:solidFill>
                  <a:srgbClr val="023047"/>
                </a:solidFill>
                <a:latin typeface="Segoe UI" panose="020B0502040204020203" pitchFamily="34" charset="0"/>
                <a:ea typeface="Calibri" pitchFamily="34" charset="-122"/>
                <a:cs typeface="Calibri" pitchFamily="34" charset="-120"/>
              </a:rPr>
              <a:t>Certificate management covers enrollment, storage, renewal, trust, and operational handling of certificates in Windows environments.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Certificate stores and trust paths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Enrollment and lifecycle activities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Operational monitoring and renewal</a:t>
            </a:r>
            <a:endParaRPr lang="en-US" sz="1400" dirty="0">
              <a:latin typeface="Segoe UI" panose="020B0502040204020203" pitchFamily="34" charset="0"/>
            </a:endParaRPr>
          </a:p>
        </p:txBody>
      </p:sp>
      <p:sp>
        <p:nvSpPr>
          <p:cNvPr id="13" name="Course footer">
            <a:extLst>
              <a:ext uri="{FF2B5EF4-FFF2-40B4-BE49-F238E27FC236}">
                <a16:creationId xmlns:a16="http://schemas.microsoft.com/office/drawing/2014/main" id="{5EA11543-16AA-E510-EF60-BD15F761AA3C}"/>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9 | Introduction to PKI</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4" name="TextBox 13">
            <a:extLst>
              <a:ext uri="{FF2B5EF4-FFF2-40B4-BE49-F238E27FC236}">
                <a16:creationId xmlns:a16="http://schemas.microsoft.com/office/drawing/2014/main" id="{83CBEBCE-13D8-E3C7-4274-DF4386CCFFD6}"/>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06</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pic>
        <p:nvPicPr>
          <p:cNvPr id="500" name="Supporting Image"/>
          <p:cNvPicPr>
            <a:picLocks noChangeAspect="1"/>
          </p:cNvPicPr>
          <p:nvPr/>
        </p:nvPicPr>
        <p:blipFill>
          <a:blip r:embed="rId2"/>
          <a:srcRect t="18700" b="18700"/>
          <a:stretch>
            <a:fillRect/>
          </a:stretch>
        </p:blipFill>
        <p:spPr>
          <a:xfrm>
            <a:off x="2900000" y="2700000"/>
            <a:ext cx="5029200" cy="210000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51217281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9F05B-FBB5-6C88-9DDA-41CA860D1505}"/>
              </a:ext>
            </a:extLst>
          </p:cNvPr>
          <p:cNvSpPr>
            <a:spLocks noGrp="1"/>
          </p:cNvSpPr>
          <p:nvPr>
            <p:ph type="title"/>
          </p:nvPr>
        </p:nvSpPr>
        <p:spPr/>
        <p:txBody>
          <a:bodyPr wrap="square">
            <a:noAutofit/>
          </a:bodyPr>
          <a:lstStyle/>
          <a:p>
            <a:r>
              <a:rPr lang="en-GB"/>
              <a:t>9.4 Installing and enabling OpenSSH Server</a:t>
            </a:r>
          </a:p>
        </p:txBody>
      </p:sp>
      <p:sp>
        <p:nvSpPr>
          <p:cNvPr id="5" name="Text 6">
            <a:extLst>
              <a:ext uri="{FF2B5EF4-FFF2-40B4-BE49-F238E27FC236}">
                <a16:creationId xmlns:a16="http://schemas.microsoft.com/office/drawing/2014/main" id="{D66081E4-F102-CFCC-BD23-678C4E9A604B}"/>
              </a:ext>
            </a:extLst>
          </p:cNvPr>
          <p:cNvSpPr/>
          <p:nvPr/>
        </p:nvSpPr>
        <p:spPr>
          <a:xfrm>
            <a:off x="2969321" y="733816"/>
            <a:ext cx="5029200" cy="1613516"/>
          </a:xfrm>
          <a:prstGeom prst="rect">
            <a:avLst/>
          </a:prstGeom>
          <a:noFill/>
          <a:ln/>
        </p:spPr>
        <p:txBody>
          <a:bodyPr wrap="square" lIns="0" tIns="0" rIns="0" bIns="0" rtlCol="0" anchor="t">
            <a:normAutofit/>
          </a:bodyPr>
          <a:lstStyle/>
          <a:p>
            <a:pPr marL="0" indent="0">
              <a:spcAft>
                <a:spcPts val="500"/>
              </a:spcAft>
              <a:buNone/>
            </a:pPr>
            <a:r>
              <a:rPr lang="en-US" sz="1400" b="1" dirty="0">
                <a:solidFill>
                  <a:srgbClr val="023047"/>
                </a:solidFill>
                <a:latin typeface="Segoe UI" panose="020B0502040204020203" pitchFamily="34" charset="0"/>
                <a:ea typeface="Calibri" pitchFamily="34" charset="-122"/>
                <a:cs typeface="Calibri" pitchFamily="34" charset="-120"/>
              </a:rPr>
              <a:t>Installing and enabling OpenSSH Server adds SSH-based remote management capability to Windows Server.</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OpenSSH Server capability</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Service enablement and startup</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Firewall and administrative access</a:t>
            </a:r>
            <a:endParaRPr lang="en-US" sz="1400" dirty="0">
              <a:latin typeface="Segoe UI" panose="020B0502040204020203" pitchFamily="34" charset="0"/>
            </a:endParaRPr>
          </a:p>
        </p:txBody>
      </p:sp>
      <p:sp>
        <p:nvSpPr>
          <p:cNvPr id="12" name="Course footer">
            <a:extLst>
              <a:ext uri="{FF2B5EF4-FFF2-40B4-BE49-F238E27FC236}">
                <a16:creationId xmlns:a16="http://schemas.microsoft.com/office/drawing/2014/main" id="{13A63C33-9937-ED85-6CCE-6E54EBD98931}"/>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9 | Introduction to PKI</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pic>
        <p:nvPicPr>
          <p:cNvPr id="500" name="Supporting Image"/>
          <p:cNvPicPr>
            <a:picLocks noChangeAspect="1"/>
          </p:cNvPicPr>
          <p:nvPr/>
        </p:nvPicPr>
        <p:blipFill>
          <a:blip r:embed="rId2"/>
          <a:srcRect t="18700" b="18700"/>
          <a:stretch>
            <a:fillRect/>
          </a:stretch>
        </p:blipFill>
        <p:spPr>
          <a:xfrm>
            <a:off x="2900000" y="2700000"/>
            <a:ext cx="5029200" cy="210000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89516292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DAE62-BDBA-4805-8E26-4F3BCE92C534}"/>
              </a:ext>
            </a:extLst>
          </p:cNvPr>
          <p:cNvSpPr>
            <a:spLocks noGrp="1"/>
          </p:cNvSpPr>
          <p:nvPr>
            <p:ph type="title"/>
          </p:nvPr>
        </p:nvSpPr>
        <p:spPr/>
        <p:txBody>
          <a:bodyPr wrap="square">
            <a:noAutofit/>
          </a:bodyPr>
          <a:lstStyle/>
          <a:p>
            <a:r>
              <a:rPr lang="en-GB"/>
              <a:t>9.5 Configuring SSH for remote administration</a:t>
            </a:r>
          </a:p>
        </p:txBody>
      </p:sp>
      <p:sp>
        <p:nvSpPr>
          <p:cNvPr id="5" name="Text 6">
            <a:extLst>
              <a:ext uri="{FF2B5EF4-FFF2-40B4-BE49-F238E27FC236}">
                <a16:creationId xmlns:a16="http://schemas.microsoft.com/office/drawing/2014/main" id="{0EAD5F34-F229-4212-6828-BB4B0C06BBC5}"/>
              </a:ext>
            </a:extLst>
          </p:cNvPr>
          <p:cNvSpPr/>
          <p:nvPr/>
        </p:nvSpPr>
        <p:spPr>
          <a:xfrm>
            <a:off x="2814320" y="504190"/>
            <a:ext cx="5029200" cy="1753932"/>
          </a:xfrm>
          <a:prstGeom prst="rect">
            <a:avLst/>
          </a:prstGeom>
          <a:noFill/>
          <a:ln/>
        </p:spPr>
        <p:txBody>
          <a:bodyPr wrap="square" lIns="0" tIns="0" rIns="0" bIns="0" rtlCol="0" anchor="t">
            <a:normAutofit/>
          </a:bodyPr>
          <a:lstStyle/>
          <a:p>
            <a:pPr marL="0" indent="0">
              <a:spcAft>
                <a:spcPts val="500"/>
              </a:spcAft>
              <a:buNone/>
            </a:pPr>
            <a:r>
              <a:rPr lang="en-US" sz="1400" b="1" dirty="0">
                <a:solidFill>
                  <a:srgbClr val="023047"/>
                </a:solidFill>
                <a:latin typeface="Segoe UI" panose="020B0502040204020203" pitchFamily="34" charset="0"/>
                <a:ea typeface="Calibri" pitchFamily="34" charset="-122"/>
                <a:cs typeface="Calibri" pitchFamily="34" charset="-120"/>
              </a:rPr>
              <a:t>Configuring SSH for remote administration means adjusting the OpenSSH service and settings so Windows Server can be administered securely over SSH.</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sshd configuration file</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Firewall and service behavior</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User and shell access model</a:t>
            </a:r>
            <a:endParaRPr lang="en-US" sz="1400" dirty="0">
              <a:latin typeface="Segoe UI" panose="020B0502040204020203" pitchFamily="34" charset="0"/>
            </a:endParaRPr>
          </a:p>
        </p:txBody>
      </p:sp>
      <p:sp>
        <p:nvSpPr>
          <p:cNvPr id="12" name="Course footer">
            <a:extLst>
              <a:ext uri="{FF2B5EF4-FFF2-40B4-BE49-F238E27FC236}">
                <a16:creationId xmlns:a16="http://schemas.microsoft.com/office/drawing/2014/main" id="{DCA655A1-F684-5F42-450C-49DAFC067E84}"/>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9 | Introduction to PKI</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3" name="TextBox 12">
            <a:extLst>
              <a:ext uri="{FF2B5EF4-FFF2-40B4-BE49-F238E27FC236}">
                <a16:creationId xmlns:a16="http://schemas.microsoft.com/office/drawing/2014/main" id="{4430D3A0-53B8-80A1-A6F0-7114EBD86E8F}"/>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08</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pic>
        <p:nvPicPr>
          <p:cNvPr id="500" name="Supporting Image"/>
          <p:cNvPicPr>
            <a:picLocks noChangeAspect="1"/>
          </p:cNvPicPr>
          <p:nvPr/>
        </p:nvPicPr>
        <p:blipFill>
          <a:blip r:embed="rId2"/>
          <a:srcRect t="18700" b="18700"/>
          <a:stretch>
            <a:fillRect/>
          </a:stretch>
        </p:blipFill>
        <p:spPr>
          <a:xfrm>
            <a:off x="2900000" y="2700000"/>
            <a:ext cx="5029200" cy="210000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26313812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73086-C663-8CAC-3891-7F53D8318FDD}"/>
              </a:ext>
            </a:extLst>
          </p:cNvPr>
          <p:cNvSpPr>
            <a:spLocks noGrp="1"/>
          </p:cNvSpPr>
          <p:nvPr>
            <p:ph type="title"/>
          </p:nvPr>
        </p:nvSpPr>
        <p:spPr/>
        <p:txBody>
          <a:bodyPr wrap="square">
            <a:noAutofit/>
          </a:bodyPr>
          <a:lstStyle/>
          <a:p>
            <a:r>
              <a:rPr lang="en-GB"/>
              <a:t>9.6 Managing key-based authentication on Windows Server</a:t>
            </a:r>
          </a:p>
        </p:txBody>
      </p:sp>
      <p:sp>
        <p:nvSpPr>
          <p:cNvPr id="7" name="Text 6">
            <a:extLst>
              <a:ext uri="{FF2B5EF4-FFF2-40B4-BE49-F238E27FC236}">
                <a16:creationId xmlns:a16="http://schemas.microsoft.com/office/drawing/2014/main" id="{6234107F-D70D-2BC9-3FC0-07C100D1E003}"/>
              </a:ext>
            </a:extLst>
          </p:cNvPr>
          <p:cNvSpPr/>
          <p:nvPr/>
        </p:nvSpPr>
        <p:spPr>
          <a:xfrm>
            <a:off x="2969768" y="504190"/>
            <a:ext cx="5029200" cy="1686814"/>
          </a:xfrm>
          <a:prstGeom prst="rect">
            <a:avLst/>
          </a:prstGeom>
          <a:noFill/>
          <a:ln/>
        </p:spPr>
        <p:txBody>
          <a:bodyPr wrap="square" lIns="0" tIns="0" rIns="0" bIns="0" rtlCol="0" anchor="t">
            <a:normAutofit/>
          </a:bodyPr>
          <a:lstStyle/>
          <a:p>
            <a:pPr marL="0" indent="0">
              <a:spcAft>
                <a:spcPts val="500"/>
              </a:spcAft>
              <a:buNone/>
            </a:pPr>
            <a:r>
              <a:rPr lang="en-US" sz="1400" b="1" dirty="0">
                <a:solidFill>
                  <a:srgbClr val="023047"/>
                </a:solidFill>
                <a:latin typeface="Segoe UI" panose="020B0502040204020203" pitchFamily="34" charset="0"/>
                <a:ea typeface="Calibri" pitchFamily="34" charset="-122"/>
                <a:cs typeface="Calibri" pitchFamily="34" charset="-120"/>
              </a:rPr>
              <a:t>Key-based authentication allows administrators to use SSH keys instead of passwords for OpenSSH access on Windows Server.</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Authorized keys storage</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User or admin key placement</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Credential hygiene and operational control</a:t>
            </a:r>
            <a:endParaRPr lang="en-US" sz="1400" dirty="0">
              <a:latin typeface="Segoe UI" panose="020B0502040204020203" pitchFamily="34" charset="0"/>
            </a:endParaRPr>
          </a:p>
        </p:txBody>
      </p:sp>
      <p:sp>
        <p:nvSpPr>
          <p:cNvPr id="14" name="Course footer">
            <a:extLst>
              <a:ext uri="{FF2B5EF4-FFF2-40B4-BE49-F238E27FC236}">
                <a16:creationId xmlns:a16="http://schemas.microsoft.com/office/drawing/2014/main" id="{EACD7513-FADC-617F-FF16-68C1F00F1C47}"/>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9 | Introduction to PKI</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5" name="TextBox 14">
            <a:extLst>
              <a:ext uri="{FF2B5EF4-FFF2-40B4-BE49-F238E27FC236}">
                <a16:creationId xmlns:a16="http://schemas.microsoft.com/office/drawing/2014/main" id="{A963071A-BEE7-B76B-FD94-DF2B306DE8AA}"/>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09</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pic>
        <p:nvPicPr>
          <p:cNvPr id="500" name="Supporting Image"/>
          <p:cNvPicPr>
            <a:picLocks noChangeAspect="1"/>
          </p:cNvPicPr>
          <p:nvPr/>
        </p:nvPicPr>
        <p:blipFill>
          <a:blip r:embed="rId2"/>
          <a:srcRect t="18700" b="18700"/>
          <a:stretch>
            <a:fillRect/>
          </a:stretch>
        </p:blipFill>
        <p:spPr>
          <a:xfrm>
            <a:off x="2900000" y="2700000"/>
            <a:ext cx="5029200" cy="210000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83005146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BCFB5-47FC-1BD9-1FFE-95D21B2FA4C7}"/>
              </a:ext>
            </a:extLst>
          </p:cNvPr>
          <p:cNvSpPr>
            <a:spLocks noGrp="1"/>
          </p:cNvSpPr>
          <p:nvPr>
            <p:ph type="title" idx="4294967295"/>
          </p:nvPr>
        </p:nvSpPr>
        <p:spPr>
          <a:xfrm>
            <a:off x="288925" y="248318"/>
            <a:ext cx="8258175" cy="369888"/>
          </a:xfrm>
        </p:spPr>
        <p:txBody>
          <a:bodyPr wrap="square">
            <a:noAutofit/>
          </a:bodyPr>
          <a:lstStyle/>
          <a:p>
            <a:r>
              <a:rPr lang="en-GB" dirty="0"/>
              <a:t>What is PKI? Concepts and the Trust Chain</a:t>
            </a:r>
          </a:p>
        </p:txBody>
      </p:sp>
      <p:sp>
        <p:nvSpPr>
          <p:cNvPr id="7" name="Col8">
            <a:extLst>
              <a:ext uri="{FF2B5EF4-FFF2-40B4-BE49-F238E27FC236}">
                <a16:creationId xmlns:a16="http://schemas.microsoft.com/office/drawing/2014/main" id="{489969E8-5764-E13F-1563-AEFC0B5F94A3}"/>
              </a:ext>
            </a:extLst>
          </p:cNvPr>
          <p:cNvSpPr/>
          <p:nvPr/>
        </p:nvSpPr>
        <p:spPr>
          <a:xfrm>
            <a:off x="336550" y="853718"/>
            <a:ext cx="4400000" cy="4100000"/>
          </a:xfrm>
          <a:prstGeom prst="rect">
            <a:avLst/>
          </a:prstGeom>
          <a:noFill/>
          <a:ln/>
        </p:spPr>
        <p:txBody>
          <a:bodyPr wrap="square" lIns="0" tIns="0" rIns="0" bIns="0" rtlCol="0" anchor="t">
            <a:normAutofit lnSpcReduction="10000"/>
          </a:bodyPr>
          <a:lstStyle/>
          <a:p>
            <a:pPr marL="0" indent="0">
              <a:spcBef>
                <a:spcPts val="300"/>
              </a:spcBef>
              <a:spcAft>
                <a:spcPts val="150"/>
              </a:spcAft>
              <a:buNone/>
            </a:pPr>
            <a:r>
              <a:rPr lang="en-US" sz="1500" b="1" dirty="0">
                <a:solidFill>
                  <a:srgbClr val="023047"/>
                </a:solidFill>
                <a:latin typeface="Segoe UI" panose="020B0502040204020203" pitchFamily="34" charset="0"/>
              </a:rPr>
              <a:t>What is PKI?</a:t>
            </a:r>
          </a:p>
          <a:p>
            <a:pPr marL="228600" indent="-228600">
              <a:spcAft>
                <a:spcPts val="150"/>
              </a:spcAft>
              <a:buChar char="•"/>
            </a:pPr>
            <a:r>
              <a:rPr lang="en-US" sz="1300" dirty="0">
                <a:solidFill>
                  <a:srgbClr val="333333"/>
                </a:solidFill>
                <a:latin typeface="Segoe UI" panose="020B0502040204020203" pitchFamily="34" charset="0"/>
              </a:rPr>
              <a:t>Public Key Infrastructure (PKI) — a system of digital certificates, Certificate Authorities (CAs), and policies that enable trusted communication and identity verification</a:t>
            </a:r>
          </a:p>
          <a:p>
            <a:pPr marL="228600" indent="-228600">
              <a:spcAft>
                <a:spcPts val="150"/>
              </a:spcAft>
              <a:buChar char="•"/>
            </a:pPr>
            <a:r>
              <a:rPr lang="en-US" sz="1300" dirty="0">
                <a:solidFill>
                  <a:srgbClr val="333333"/>
                </a:solidFill>
                <a:latin typeface="Segoe UI" panose="020B0502040204020203" pitchFamily="34" charset="0"/>
              </a:rPr>
              <a:t>Built on asymmetric cryptography: a public key (shareable) and private key (secret) are mathematically linked — what one encrypts, only the other can decrypt or verify</a:t>
            </a:r>
          </a:p>
          <a:p>
            <a:pPr marL="228600" indent="-228600">
              <a:spcAft>
                <a:spcPts val="150"/>
              </a:spcAft>
              <a:buChar char="•"/>
            </a:pPr>
            <a:r>
              <a:rPr lang="en-US" sz="1300" dirty="0">
                <a:solidFill>
                  <a:srgbClr val="333333"/>
                </a:solidFill>
                <a:latin typeface="Segoe UI" panose="020B0502040204020203" pitchFamily="34" charset="0"/>
              </a:rPr>
              <a:t>A certificate binds a public key to an identity (server name, user, device) and is signed by a trusted CA — that signature is how trust is established</a:t>
            </a:r>
          </a:p>
          <a:p>
            <a:pPr marL="228600" indent="-228600">
              <a:spcAft>
                <a:spcPts val="150"/>
              </a:spcAft>
              <a:buChar char="•"/>
            </a:pPr>
            <a:r>
              <a:rPr lang="en-US" sz="1300" dirty="0">
                <a:solidFill>
                  <a:srgbClr val="333333"/>
                </a:solidFill>
                <a:latin typeface="Segoe UI" panose="020B0502040204020203" pitchFamily="34" charset="0"/>
              </a:rPr>
              <a:t>Certificates carry: Subject name, Subject Alternative Names (SANs), issuing CA, validity dates, public key, key usage, and the CA's digital signature</a:t>
            </a:r>
          </a:p>
          <a:p>
            <a:pPr marL="0" indent="0">
              <a:spcBef>
                <a:spcPts val="300"/>
              </a:spcBef>
              <a:spcAft>
                <a:spcPts val="150"/>
              </a:spcAft>
              <a:buNone/>
            </a:pPr>
            <a:r>
              <a:rPr lang="en-US" sz="1500" b="1" dirty="0">
                <a:solidFill>
                  <a:srgbClr val="023047"/>
                </a:solidFill>
                <a:latin typeface="Segoe UI" panose="020B0502040204020203" pitchFamily="34" charset="0"/>
              </a:rPr>
              <a:t>How Chain Validation Works</a:t>
            </a:r>
          </a:p>
          <a:p>
            <a:pPr marL="228600" indent="-228600">
              <a:spcAft>
                <a:spcPts val="150"/>
              </a:spcAft>
              <a:buChar char="•"/>
            </a:pPr>
            <a:r>
              <a:rPr lang="en-US" sz="1300" dirty="0">
                <a:solidFill>
                  <a:srgbClr val="333333"/>
                </a:solidFill>
                <a:latin typeface="Segoe UI" panose="020B0502040204020203" pitchFamily="34" charset="0"/>
              </a:rPr>
              <a:t>When a client receives a certificate it validates: (1) the CA signature is genuine, (2) the chain leads to a trusted Root CA in its trust store, (3) the cert is not expired or revoked, (4) the name matches</a:t>
            </a:r>
          </a:p>
          <a:p>
            <a:pPr marL="228600" indent="-228600">
              <a:spcAft>
                <a:spcPts val="150"/>
              </a:spcAft>
              <a:buChar char="•"/>
            </a:pPr>
            <a:r>
              <a:rPr lang="en-US" sz="1300" dirty="0">
                <a:solidFill>
                  <a:srgbClr val="333333"/>
                </a:solidFill>
                <a:latin typeface="Segoe UI" panose="020B0502040204020203" pitchFamily="34" charset="0"/>
              </a:rPr>
              <a:t>If any step fails — wrong name, expired, untrusted issuer, revoked — the connection is rejected</a:t>
            </a:r>
          </a:p>
        </p:txBody>
      </p:sp>
      <p:sp>
        <p:nvSpPr>
          <p:cNvPr id="8" name="RootBox">
            <a:extLst>
              <a:ext uri="{FF2B5EF4-FFF2-40B4-BE49-F238E27FC236}">
                <a16:creationId xmlns:a16="http://schemas.microsoft.com/office/drawing/2014/main" id="{871C90AB-A4C7-9201-DA63-03EB7ADFBA46}"/>
              </a:ext>
            </a:extLst>
          </p:cNvPr>
          <p:cNvSpPr/>
          <p:nvPr/>
        </p:nvSpPr>
        <p:spPr>
          <a:xfrm>
            <a:off x="5112230" y="953910"/>
            <a:ext cx="3700000" cy="420000"/>
          </a:xfrm>
          <a:prstGeom prst="rect">
            <a:avLst/>
          </a:prstGeom>
          <a:solidFill>
            <a:srgbClr val="243A5E"/>
          </a:solidFill>
          <a:ln w="0">
            <a:noFill/>
          </a:ln>
        </p:spPr>
        <p:txBody>
          <a:bodyPr wrap="square" lIns="91440" tIns="45720" rIns="91440" bIns="45720" rtlCol="0" anchor="ctr">
            <a:normAutofit/>
          </a:bodyPr>
          <a:lstStyle/>
          <a:p>
            <a:pPr algn="ctr">
              <a:buNone/>
            </a:pPr>
            <a:r>
              <a:rPr lang="en-US" sz="1300" b="1" dirty="0">
                <a:solidFill>
                  <a:srgbClr val="FFFFFF"/>
                </a:solidFill>
                <a:latin typeface="Segoe UI" panose="020B0502040204020203" pitchFamily="34" charset="0"/>
              </a:rPr>
              <a:t>▼ Root CA (Offline)</a:t>
            </a:r>
          </a:p>
        </p:txBody>
      </p:sp>
      <p:sp>
        <p:nvSpPr>
          <p:cNvPr id="9" name="RootLbl">
            <a:extLst>
              <a:ext uri="{FF2B5EF4-FFF2-40B4-BE49-F238E27FC236}">
                <a16:creationId xmlns:a16="http://schemas.microsoft.com/office/drawing/2014/main" id="{6CE237AB-BF22-7FCA-8A77-243FBD80366C}"/>
              </a:ext>
            </a:extLst>
          </p:cNvPr>
          <p:cNvSpPr/>
          <p:nvPr/>
        </p:nvSpPr>
        <p:spPr>
          <a:xfrm>
            <a:off x="5112230" y="1373910"/>
            <a:ext cx="3700000" cy="220000"/>
          </a:xfrm>
          <a:prstGeom prst="rect">
            <a:avLst/>
          </a:prstGeom>
          <a:noFill/>
          <a:ln/>
        </p:spPr>
        <p:txBody>
          <a:bodyPr wrap="square" lIns="0" tIns="0" rIns="0" bIns="0" rtlCol="0" anchor="ctr">
            <a:normAutofit/>
          </a:bodyPr>
          <a:lstStyle/>
          <a:p>
            <a:pPr algn="ctr">
              <a:buNone/>
            </a:pPr>
            <a:r>
              <a:rPr lang="en-US" sz="1000" dirty="0">
                <a:solidFill>
                  <a:srgbClr val="333333"/>
                </a:solidFill>
                <a:latin typeface="Segoe UI" panose="020B0502040204020203" pitchFamily="34" charset="0"/>
              </a:rPr>
              <a:t>Self-signed. Kept offline. Trusted by all.</a:t>
            </a:r>
          </a:p>
        </p:txBody>
      </p:sp>
      <p:sp>
        <p:nvSpPr>
          <p:cNvPr id="10" name="Arr1">
            <a:extLst>
              <a:ext uri="{FF2B5EF4-FFF2-40B4-BE49-F238E27FC236}">
                <a16:creationId xmlns:a16="http://schemas.microsoft.com/office/drawing/2014/main" id="{CCAE3D28-737D-07B8-4F02-B6645E3DF5D3}"/>
              </a:ext>
            </a:extLst>
          </p:cNvPr>
          <p:cNvSpPr/>
          <p:nvPr/>
        </p:nvSpPr>
        <p:spPr>
          <a:xfrm>
            <a:off x="6762231" y="1593910"/>
            <a:ext cx="401600" cy="350000"/>
          </a:xfrm>
          <a:prstGeom prst="downArrow">
            <a:avLst>
              <a:gd name="adj1" fmla="val 50000"/>
              <a:gd name="adj2" fmla="val 50000"/>
            </a:avLst>
          </a:prstGeom>
          <a:solidFill>
            <a:srgbClr val="0076D4"/>
          </a:solidFill>
          <a:ln w="0">
            <a:noFill/>
          </a:ln>
        </p:spPr>
        <p:txBody>
          <a:bodyPr/>
          <a:lstStyle/>
          <a:p>
            <a:endParaRPr lang="en-US"/>
          </a:p>
        </p:txBody>
      </p:sp>
      <p:sp>
        <p:nvSpPr>
          <p:cNvPr id="11" name="IssuingBox">
            <a:extLst>
              <a:ext uri="{FF2B5EF4-FFF2-40B4-BE49-F238E27FC236}">
                <a16:creationId xmlns:a16="http://schemas.microsoft.com/office/drawing/2014/main" id="{2DFD852B-987F-7732-B6D3-48D5598CC423}"/>
              </a:ext>
            </a:extLst>
          </p:cNvPr>
          <p:cNvSpPr/>
          <p:nvPr/>
        </p:nvSpPr>
        <p:spPr>
          <a:xfrm>
            <a:off x="5112230" y="1943910"/>
            <a:ext cx="3700000" cy="420000"/>
          </a:xfrm>
          <a:prstGeom prst="rect">
            <a:avLst/>
          </a:prstGeom>
          <a:solidFill>
            <a:srgbClr val="0076D4"/>
          </a:solidFill>
          <a:ln w="0">
            <a:noFill/>
          </a:ln>
        </p:spPr>
        <p:txBody>
          <a:bodyPr wrap="square" lIns="91440" tIns="45720" rIns="91440" bIns="45720" rtlCol="0" anchor="ctr">
            <a:normAutofit/>
          </a:bodyPr>
          <a:lstStyle/>
          <a:p>
            <a:pPr algn="ctr">
              <a:buNone/>
            </a:pPr>
            <a:r>
              <a:rPr lang="en-US" sz="1300" b="1" dirty="0">
                <a:solidFill>
                  <a:srgbClr val="FFFFFF"/>
                </a:solidFill>
                <a:latin typeface="Segoe UI" panose="020B0502040204020203" pitchFamily="34" charset="0"/>
              </a:rPr>
              <a:t>▼ Issuing CA (Online)</a:t>
            </a:r>
          </a:p>
        </p:txBody>
      </p:sp>
      <p:sp>
        <p:nvSpPr>
          <p:cNvPr id="12" name="IssuingLbl">
            <a:extLst>
              <a:ext uri="{FF2B5EF4-FFF2-40B4-BE49-F238E27FC236}">
                <a16:creationId xmlns:a16="http://schemas.microsoft.com/office/drawing/2014/main" id="{B6565F1E-7FF3-1CEC-979E-F03AA914B654}"/>
              </a:ext>
            </a:extLst>
          </p:cNvPr>
          <p:cNvSpPr/>
          <p:nvPr/>
        </p:nvSpPr>
        <p:spPr>
          <a:xfrm>
            <a:off x="5112230" y="2363910"/>
            <a:ext cx="3700000" cy="220000"/>
          </a:xfrm>
          <a:prstGeom prst="rect">
            <a:avLst/>
          </a:prstGeom>
          <a:noFill/>
          <a:ln/>
        </p:spPr>
        <p:txBody>
          <a:bodyPr wrap="square" lIns="0" tIns="0" rIns="0" bIns="0" rtlCol="0" anchor="ctr">
            <a:normAutofit/>
          </a:bodyPr>
          <a:lstStyle/>
          <a:p>
            <a:pPr algn="ctr">
              <a:buNone/>
            </a:pPr>
            <a:r>
              <a:rPr lang="en-US" sz="1000" dirty="0">
                <a:solidFill>
                  <a:srgbClr val="333333"/>
                </a:solidFill>
                <a:latin typeface="Segoe UI" panose="020B0502040204020203" pitchFamily="34" charset="0"/>
              </a:rPr>
              <a:t>Signed by Root CA. Issues end-entity certs.</a:t>
            </a:r>
          </a:p>
        </p:txBody>
      </p:sp>
      <p:sp>
        <p:nvSpPr>
          <p:cNvPr id="13" name="Arr2">
            <a:extLst>
              <a:ext uri="{FF2B5EF4-FFF2-40B4-BE49-F238E27FC236}">
                <a16:creationId xmlns:a16="http://schemas.microsoft.com/office/drawing/2014/main" id="{02D7E324-5596-4EF3-48AE-66F8670A5D41}"/>
              </a:ext>
            </a:extLst>
          </p:cNvPr>
          <p:cNvSpPr/>
          <p:nvPr/>
        </p:nvSpPr>
        <p:spPr>
          <a:xfrm>
            <a:off x="6762231" y="2583910"/>
            <a:ext cx="401600" cy="350000"/>
          </a:xfrm>
          <a:prstGeom prst="downArrow">
            <a:avLst>
              <a:gd name="adj1" fmla="val 50000"/>
              <a:gd name="adj2" fmla="val 50000"/>
            </a:avLst>
          </a:prstGeom>
          <a:solidFill>
            <a:srgbClr val="0076D4"/>
          </a:solidFill>
          <a:ln w="0">
            <a:noFill/>
          </a:ln>
        </p:spPr>
        <p:txBody>
          <a:bodyPr/>
          <a:lstStyle/>
          <a:p>
            <a:endParaRPr lang="en-US"/>
          </a:p>
        </p:txBody>
      </p:sp>
      <p:sp>
        <p:nvSpPr>
          <p:cNvPr id="14" name="EE1">
            <a:extLst>
              <a:ext uri="{FF2B5EF4-FFF2-40B4-BE49-F238E27FC236}">
                <a16:creationId xmlns:a16="http://schemas.microsoft.com/office/drawing/2014/main" id="{B5D48287-AEC7-C0B8-C547-A2851506B7E9}"/>
              </a:ext>
            </a:extLst>
          </p:cNvPr>
          <p:cNvSpPr/>
          <p:nvPr/>
        </p:nvSpPr>
        <p:spPr>
          <a:xfrm>
            <a:off x="5112230" y="2933910"/>
            <a:ext cx="1100000" cy="380000"/>
          </a:xfrm>
          <a:prstGeom prst="rect">
            <a:avLst/>
          </a:prstGeom>
          <a:solidFill>
            <a:srgbClr val="0076D4"/>
          </a:solidFill>
          <a:ln w="0">
            <a:noFill/>
          </a:ln>
        </p:spPr>
        <p:txBody>
          <a:bodyPr wrap="square" lIns="60960" tIns="45720" rIns="60960" bIns="45720" rtlCol="0" anchor="ctr">
            <a:normAutofit/>
          </a:bodyPr>
          <a:lstStyle/>
          <a:p>
            <a:pPr algn="ctr">
              <a:buNone/>
            </a:pPr>
            <a:r>
              <a:rPr lang="en-US" sz="1000" b="1" dirty="0">
                <a:solidFill>
                  <a:srgbClr val="023047"/>
                </a:solidFill>
                <a:latin typeface="Segoe UI" panose="020B0502040204020203" pitchFamily="34" charset="0"/>
              </a:rPr>
              <a:t>Server Cert</a:t>
            </a:r>
          </a:p>
        </p:txBody>
      </p:sp>
      <p:sp>
        <p:nvSpPr>
          <p:cNvPr id="15" name="EE2">
            <a:extLst>
              <a:ext uri="{FF2B5EF4-FFF2-40B4-BE49-F238E27FC236}">
                <a16:creationId xmlns:a16="http://schemas.microsoft.com/office/drawing/2014/main" id="{16D70BF1-3778-3BA8-EF83-A37E37744C90}"/>
              </a:ext>
            </a:extLst>
          </p:cNvPr>
          <p:cNvSpPr/>
          <p:nvPr/>
        </p:nvSpPr>
        <p:spPr>
          <a:xfrm>
            <a:off x="6362230" y="2933910"/>
            <a:ext cx="1100000" cy="380000"/>
          </a:xfrm>
          <a:prstGeom prst="rect">
            <a:avLst/>
          </a:prstGeom>
          <a:solidFill>
            <a:srgbClr val="0076D4"/>
          </a:solidFill>
          <a:ln w="0">
            <a:noFill/>
          </a:ln>
        </p:spPr>
        <p:txBody>
          <a:bodyPr wrap="square" lIns="60960" tIns="45720" rIns="60960" bIns="45720" rtlCol="0" anchor="ctr">
            <a:normAutofit/>
          </a:bodyPr>
          <a:lstStyle/>
          <a:p>
            <a:pPr algn="ctr">
              <a:buNone/>
            </a:pPr>
            <a:r>
              <a:rPr lang="en-US" sz="1000" b="1" dirty="0">
                <a:solidFill>
                  <a:srgbClr val="023047"/>
                </a:solidFill>
                <a:latin typeface="Segoe UI" panose="020B0502040204020203" pitchFamily="34" charset="0"/>
              </a:rPr>
              <a:t>User Cert</a:t>
            </a:r>
          </a:p>
        </p:txBody>
      </p:sp>
      <p:sp>
        <p:nvSpPr>
          <p:cNvPr id="16" name="EE3">
            <a:extLst>
              <a:ext uri="{FF2B5EF4-FFF2-40B4-BE49-F238E27FC236}">
                <a16:creationId xmlns:a16="http://schemas.microsoft.com/office/drawing/2014/main" id="{9C861523-6D1E-BDC1-EEA0-0C9563E03466}"/>
              </a:ext>
            </a:extLst>
          </p:cNvPr>
          <p:cNvSpPr/>
          <p:nvPr/>
        </p:nvSpPr>
        <p:spPr>
          <a:xfrm>
            <a:off x="7612230" y="2933910"/>
            <a:ext cx="1100000" cy="380000"/>
          </a:xfrm>
          <a:prstGeom prst="rect">
            <a:avLst/>
          </a:prstGeom>
          <a:solidFill>
            <a:srgbClr val="0076D4"/>
          </a:solidFill>
          <a:ln w="0">
            <a:noFill/>
          </a:ln>
        </p:spPr>
        <p:txBody>
          <a:bodyPr wrap="square" lIns="60960" tIns="45720" rIns="60960" bIns="45720" rtlCol="0" anchor="ctr">
            <a:normAutofit/>
          </a:bodyPr>
          <a:lstStyle/>
          <a:p>
            <a:pPr algn="ctr">
              <a:buNone/>
            </a:pPr>
            <a:r>
              <a:rPr lang="en-US" sz="1000" b="1" dirty="0">
                <a:solidFill>
                  <a:srgbClr val="023047"/>
                </a:solidFill>
                <a:latin typeface="Segoe UI" panose="020B0502040204020203" pitchFamily="34" charset="0"/>
              </a:rPr>
              <a:t>Code Sign</a:t>
            </a:r>
          </a:p>
        </p:txBody>
      </p:sp>
      <p:sp>
        <p:nvSpPr>
          <p:cNvPr id="17" name="DiagLabel">
            <a:extLst>
              <a:ext uri="{FF2B5EF4-FFF2-40B4-BE49-F238E27FC236}">
                <a16:creationId xmlns:a16="http://schemas.microsoft.com/office/drawing/2014/main" id="{55A7DD0D-22E8-D89E-8C73-CC3BB96A8BCC}"/>
              </a:ext>
            </a:extLst>
          </p:cNvPr>
          <p:cNvSpPr/>
          <p:nvPr/>
        </p:nvSpPr>
        <p:spPr>
          <a:xfrm>
            <a:off x="5112230" y="3383910"/>
            <a:ext cx="3700000" cy="280000"/>
          </a:xfrm>
          <a:prstGeom prst="rect">
            <a:avLst/>
          </a:prstGeom>
          <a:noFill/>
          <a:ln/>
        </p:spPr>
        <p:txBody>
          <a:bodyPr wrap="square" lIns="0" tIns="0" rIns="0" bIns="0" rtlCol="0" anchor="ctr">
            <a:normAutofit/>
          </a:bodyPr>
          <a:lstStyle/>
          <a:p>
            <a:pPr algn="ctr">
              <a:buNone/>
            </a:pPr>
            <a:r>
              <a:rPr lang="en-US" sz="1000" dirty="0">
                <a:solidFill>
                  <a:srgbClr val="888888"/>
                </a:solidFill>
                <a:latin typeface="Segoe UI" panose="020B0502040204020203" pitchFamily="34" charset="0"/>
              </a:rPr>
              <a:t>Two-tier hierarchy — most enterprise deployments</a:t>
            </a:r>
          </a:p>
        </p:txBody>
      </p:sp>
      <p:sp>
        <p:nvSpPr>
          <p:cNvPr id="18" name="DiagTitle">
            <a:extLst>
              <a:ext uri="{FF2B5EF4-FFF2-40B4-BE49-F238E27FC236}">
                <a16:creationId xmlns:a16="http://schemas.microsoft.com/office/drawing/2014/main" id="{5943FD3E-7306-CAA3-603C-2728CBECF1E6}"/>
              </a:ext>
            </a:extLst>
          </p:cNvPr>
          <p:cNvSpPr/>
          <p:nvPr/>
        </p:nvSpPr>
        <p:spPr>
          <a:xfrm>
            <a:off x="5107450" y="721363"/>
            <a:ext cx="3700000" cy="200000"/>
          </a:xfrm>
          <a:prstGeom prst="rect">
            <a:avLst/>
          </a:prstGeom>
          <a:noFill/>
          <a:ln/>
        </p:spPr>
        <p:txBody>
          <a:bodyPr wrap="square" lIns="0" tIns="0" rIns="0" bIns="0" rtlCol="0" anchor="ctr">
            <a:normAutofit/>
          </a:bodyPr>
          <a:lstStyle/>
          <a:p>
            <a:pPr algn="ctr">
              <a:buNone/>
            </a:pPr>
            <a:r>
              <a:rPr lang="en-US" sz="1200" b="1" dirty="0">
                <a:solidFill>
                  <a:srgbClr val="023047"/>
                </a:solidFill>
                <a:latin typeface="Segoe UI" panose="020B0502040204020203" pitchFamily="34" charset="0"/>
              </a:rPr>
              <a:t>CA Trust Hierarchy</a:t>
            </a:r>
          </a:p>
        </p:txBody>
      </p:sp>
      <p:sp>
        <p:nvSpPr>
          <p:cNvPr id="19" name="Course footer">
            <a:extLst>
              <a:ext uri="{FF2B5EF4-FFF2-40B4-BE49-F238E27FC236}">
                <a16:creationId xmlns:a16="http://schemas.microsoft.com/office/drawing/2014/main" id="{E0F574C3-9EE2-23F5-0906-36708E8B0A7C}"/>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9 | Introduction to PKI</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0" name="TextBox 19">
            <a:extLst>
              <a:ext uri="{FF2B5EF4-FFF2-40B4-BE49-F238E27FC236}">
                <a16:creationId xmlns:a16="http://schemas.microsoft.com/office/drawing/2014/main" id="{83824F81-F0D9-3672-3CA0-834372ECAA8B}"/>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10</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83488211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3109E81-17A5-B1C0-3E53-82F018288A25}"/>
              </a:ext>
            </a:extLst>
          </p:cNvPr>
          <p:cNvSpPr>
            <a:spLocks noGrp="1"/>
          </p:cNvSpPr>
          <p:nvPr>
            <p:ph type="title"/>
          </p:nvPr>
        </p:nvSpPr>
        <p:spPr>
          <a:xfrm>
            <a:off x="313982" y="330371"/>
            <a:ext cx="6000000" cy="510147"/>
          </a:xfrm>
        </p:spPr>
        <p:txBody>
          <a:bodyPr/>
          <a:lstStyle/>
          <a:p>
            <a:r>
              <a:rPr lang="en-US" dirty="0"/>
              <a:t>Standalone vs Enterprise </a:t>
            </a:r>
          </a:p>
        </p:txBody>
      </p:sp>
      <p:sp>
        <p:nvSpPr>
          <p:cNvPr id="100" name="Left Header"/>
          <p:cNvSpPr/>
          <p:nvPr/>
        </p:nvSpPr>
        <p:spPr>
          <a:xfrm>
            <a:off x="314325" y="970000"/>
            <a:ext cx="2900000" cy="520000"/>
          </a:xfrm>
          <a:prstGeom prst="rect">
            <a:avLst/>
          </a:prstGeom>
          <a:solidFill>
            <a:srgbClr val="4A5568"/>
          </a:solidFill>
          <a:ln>
            <a:noFill/>
          </a:ln>
        </p:spPr>
        <p:txBody>
          <a:bodyPr lIns="274320" tIns="91440" rIns="91440" bIns="91440" anchor="ctr"/>
          <a:lstStyle/>
          <a:p>
            <a:pPr>
              <a:buNone/>
            </a:pPr>
            <a:r>
              <a:rPr lang="en-GB" sz="1800" b="1" cap="all" spc="100" dirty="0">
                <a:solidFill>
                  <a:srgbClr val="FFFFFF"/>
                </a:solidFill>
              </a:rPr>
              <a:t>Standalone CA</a:t>
            </a:r>
          </a:p>
        </p:txBody>
      </p:sp>
      <p:sp>
        <p:nvSpPr>
          <p:cNvPr id="101" name="Left Card"/>
          <p:cNvSpPr/>
          <p:nvPr/>
        </p:nvSpPr>
        <p:spPr>
          <a:xfrm>
            <a:off x="314325" y="1490000"/>
            <a:ext cx="2900000" cy="3500000"/>
          </a:xfrm>
          <a:prstGeom prst="rect">
            <a:avLst/>
          </a:prstGeom>
          <a:solidFill>
            <a:srgbClr val="F2F4F7"/>
          </a:solidFill>
          <a:ln>
            <a:noFill/>
          </a:ln>
        </p:spPr>
        <p:txBody>
          <a:bodyPr lIns="274320" tIns="274320" rIns="228600" bIns="228600" anchor="t"/>
          <a:lstStyle/>
          <a:p>
            <a:pPr marL="228600" indent="-228600">
              <a:spcAft>
                <a:spcPts val="500"/>
              </a:spcAft>
              <a:buClr>
                <a:srgbClr val="4A5568"/>
              </a:buClr>
              <a:buFont typeface="Arial"/>
              <a:buChar char="■"/>
            </a:pPr>
            <a:r>
              <a:rPr lang="en-GB" sz="1100">
                <a:solidFill>
                  <a:srgbClr val="2D3748"/>
                </a:solidFill>
              </a:rPr>
              <a:t>Must be used if any CA (root, intermediate, or policy) is offline, since a standalone CA is not joined to an AD DS domain</a:t>
            </a:r>
          </a:p>
          <a:p>
            <a:pPr marL="228600" indent="-228600">
              <a:spcAft>
                <a:spcPts val="500"/>
              </a:spcAft>
              <a:buClr>
                <a:srgbClr val="4A5568"/>
              </a:buClr>
              <a:buFont typeface="Arial"/>
              <a:buChar char="■"/>
            </a:pPr>
            <a:r>
              <a:rPr lang="en-GB" sz="1100">
                <a:solidFill>
                  <a:srgbClr val="2D3748"/>
                </a:solidFill>
              </a:rPr>
              <a:t>Users must provide identifying information and specify the type of certificate</a:t>
            </a:r>
          </a:p>
          <a:p>
            <a:pPr marL="228600" indent="-228600">
              <a:spcAft>
                <a:spcPts val="500"/>
              </a:spcAft>
              <a:buClr>
                <a:srgbClr val="4A5568"/>
              </a:buClr>
              <a:buFont typeface="Arial"/>
              <a:buChar char="■"/>
            </a:pPr>
            <a:r>
              <a:rPr lang="en-GB" sz="1100">
                <a:solidFill>
                  <a:srgbClr val="2D3748"/>
                </a:solidFill>
              </a:rPr>
              <a:t>Does not support certificate templates</a:t>
            </a:r>
          </a:p>
          <a:p>
            <a:pPr marL="228600" indent="-228600">
              <a:spcAft>
                <a:spcPts val="500"/>
              </a:spcAft>
              <a:buClr>
                <a:srgbClr val="4A5568"/>
              </a:buClr>
              <a:buFont typeface="Arial"/>
              <a:buChar char="■"/>
            </a:pPr>
            <a:r>
              <a:rPr lang="en-GB" sz="1100">
                <a:solidFill>
                  <a:srgbClr val="2D3748"/>
                </a:solidFill>
              </a:rPr>
              <a:t>All certificate requests are kept pending until administrator approval</a:t>
            </a:r>
          </a:p>
        </p:txBody>
      </p:sp>
      <p:sp>
        <p:nvSpPr>
          <p:cNvPr id="102" name="Right Header"/>
          <p:cNvSpPr/>
          <p:nvPr/>
        </p:nvSpPr>
        <p:spPr>
          <a:xfrm>
            <a:off x="3314325" y="970000"/>
            <a:ext cx="2900000" cy="520000"/>
          </a:xfrm>
          <a:prstGeom prst="rect">
            <a:avLst/>
          </a:prstGeom>
          <a:solidFill>
            <a:srgbClr val="1F6F5C"/>
          </a:solidFill>
          <a:ln>
            <a:noFill/>
          </a:ln>
        </p:spPr>
        <p:txBody>
          <a:bodyPr lIns="274320" tIns="91440" rIns="91440" bIns="91440" anchor="ctr"/>
          <a:lstStyle/>
          <a:p>
            <a:pPr>
              <a:buNone/>
            </a:pPr>
            <a:r>
              <a:rPr lang="en-GB" sz="1800" b="1" cap="all" spc="100" dirty="0">
                <a:solidFill>
                  <a:srgbClr val="FFFFFF"/>
                </a:solidFill>
              </a:rPr>
              <a:t>Enterprise CA</a:t>
            </a:r>
          </a:p>
        </p:txBody>
      </p:sp>
      <p:sp>
        <p:nvSpPr>
          <p:cNvPr id="103" name="Right Card"/>
          <p:cNvSpPr/>
          <p:nvPr/>
        </p:nvSpPr>
        <p:spPr>
          <a:xfrm>
            <a:off x="3314325" y="1490000"/>
            <a:ext cx="2900000" cy="3500000"/>
          </a:xfrm>
          <a:prstGeom prst="rect">
            <a:avLst/>
          </a:prstGeom>
          <a:solidFill>
            <a:srgbClr val="EAF3F0"/>
          </a:solidFill>
          <a:ln>
            <a:noFill/>
          </a:ln>
        </p:spPr>
        <p:txBody>
          <a:bodyPr lIns="274320" tIns="274320" rIns="228600" bIns="228600" anchor="t"/>
          <a:lstStyle/>
          <a:p>
            <a:pPr marL="228600" indent="-228600">
              <a:spcAft>
                <a:spcPts val="500"/>
              </a:spcAft>
              <a:buClr>
                <a:srgbClr val="1F6F5C"/>
              </a:buClr>
              <a:buFont typeface="Arial"/>
              <a:buChar char="■"/>
            </a:pPr>
            <a:r>
              <a:rPr lang="en-GB" sz="1100">
                <a:solidFill>
                  <a:srgbClr val="1A3A33"/>
                </a:solidFill>
              </a:rPr>
              <a:t>Requires the use of AD DS and stores information in AD DS</a:t>
            </a:r>
          </a:p>
          <a:p>
            <a:pPr marL="228600" indent="-228600">
              <a:spcAft>
                <a:spcPts val="500"/>
              </a:spcAft>
              <a:buClr>
                <a:srgbClr val="1F6F5C"/>
              </a:buClr>
              <a:buFont typeface="Arial"/>
              <a:buChar char="■"/>
            </a:pPr>
            <a:r>
              <a:rPr lang="en-GB" sz="1100">
                <a:solidFill>
                  <a:srgbClr val="1A3A33"/>
                </a:solidFill>
              </a:rPr>
              <a:t>Can use Group Policy to propagate certificates to the trusted root CA certificate store</a:t>
            </a:r>
          </a:p>
          <a:p>
            <a:pPr marL="228600" indent="-228600">
              <a:spcAft>
                <a:spcPts val="500"/>
              </a:spcAft>
              <a:buClr>
                <a:srgbClr val="1F6F5C"/>
              </a:buClr>
              <a:buFont typeface="Arial"/>
              <a:buChar char="■"/>
            </a:pPr>
            <a:r>
              <a:rPr lang="en-GB" sz="1100">
                <a:solidFill>
                  <a:srgbClr val="1A3A33"/>
                </a:solidFill>
              </a:rPr>
              <a:t>Publishes user certificates and CRLs to AD DS</a:t>
            </a:r>
          </a:p>
          <a:p>
            <a:pPr marL="228600" indent="-228600">
              <a:spcAft>
                <a:spcPts val="500"/>
              </a:spcAft>
              <a:buClr>
                <a:srgbClr val="1F6F5C"/>
              </a:buClr>
              <a:buFont typeface="Arial"/>
              <a:buChar char="■"/>
            </a:pPr>
            <a:r>
              <a:rPr lang="en-GB" sz="1100">
                <a:solidFill>
                  <a:srgbClr val="1A3A33"/>
                </a:solidFill>
              </a:rPr>
              <a:t>Issues certificates based on a certificate template</a:t>
            </a:r>
          </a:p>
          <a:p>
            <a:pPr marL="228600" indent="-228600">
              <a:spcAft>
                <a:spcPts val="500"/>
              </a:spcAft>
              <a:buClr>
                <a:srgbClr val="1F6F5C"/>
              </a:buClr>
              <a:buFont typeface="Arial"/>
              <a:buChar char="■"/>
            </a:pPr>
            <a:r>
              <a:rPr lang="en-GB" sz="1100">
                <a:solidFill>
                  <a:srgbClr val="1A3A33"/>
                </a:solidFill>
              </a:rPr>
              <a:t>Supports autoenrollment for issuing certificates</a:t>
            </a:r>
          </a:p>
        </p:txBody>
      </p:sp>
    </p:spTree>
    <p:extLst>
      <p:ext uri="{BB962C8B-B14F-4D97-AF65-F5344CB8AC3E}">
        <p14:creationId xmlns:p14="http://schemas.microsoft.com/office/powerpoint/2010/main" val="89887026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A1E68-6695-0AEE-93FB-BD4B8A4ECAE7}"/>
              </a:ext>
            </a:extLst>
          </p:cNvPr>
          <p:cNvSpPr>
            <a:spLocks noGrp="1"/>
          </p:cNvSpPr>
          <p:nvPr>
            <p:ph type="title" idx="4294967295"/>
          </p:nvPr>
        </p:nvSpPr>
        <p:spPr>
          <a:xfrm>
            <a:off x="123825" y="200497"/>
            <a:ext cx="8258175" cy="369888"/>
          </a:xfrm>
        </p:spPr>
        <p:txBody>
          <a:bodyPr wrap="square">
            <a:noAutofit/>
          </a:bodyPr>
          <a:lstStyle/>
          <a:p>
            <a:r>
              <a:rPr lang="en-GB" dirty="0"/>
              <a:t>PKI Use Cases in Windows Server</a:t>
            </a:r>
          </a:p>
        </p:txBody>
      </p:sp>
      <p:sp>
        <p:nvSpPr>
          <p:cNvPr id="3" name="LeftCol">
            <a:extLst>
              <a:ext uri="{FF2B5EF4-FFF2-40B4-BE49-F238E27FC236}">
                <a16:creationId xmlns:a16="http://schemas.microsoft.com/office/drawing/2014/main" id="{92096904-648F-EFE4-83DC-1F1A44E71817}"/>
              </a:ext>
            </a:extLst>
          </p:cNvPr>
          <p:cNvSpPr/>
          <p:nvPr/>
        </p:nvSpPr>
        <p:spPr>
          <a:xfrm>
            <a:off x="158750" y="727075"/>
            <a:ext cx="4450000" cy="4200000"/>
          </a:xfrm>
          <a:prstGeom prst="rect">
            <a:avLst/>
          </a:prstGeom>
          <a:noFill/>
          <a:ln/>
        </p:spPr>
        <p:txBody>
          <a:bodyPr wrap="square" lIns="45720" tIns="45720" rIns="45720" bIns="45720" rtlCol="0" anchor="t">
            <a:normAutofit/>
          </a:bodyPr>
          <a:lstStyle/>
          <a:p>
            <a:pPr marL="0" indent="0">
              <a:spcAft>
                <a:spcPts val="300"/>
              </a:spcAft>
              <a:buNone/>
            </a:pPr>
            <a:r>
              <a:rPr lang="en-US" sz="1300" b="1" dirty="0">
                <a:solidFill>
                  <a:srgbClr val="023047"/>
                </a:solidFill>
                <a:latin typeface="Segoe UI" panose="020B0502040204020203" pitchFamily="34" charset="0"/>
                <a:ea typeface="Calibri" pitchFamily="34" charset="-122"/>
                <a:cs typeface="Calibri" pitchFamily="34" charset="-120"/>
              </a:rPr>
              <a:t>Where Windows Uses PKI</a:t>
            </a:r>
            <a:endParaRPr lang="en-US" sz="1300" dirty="0">
              <a:latin typeface="Segoe UI" panose="020B0502040204020203" pitchFamily="34" charset="0"/>
            </a:endParaRPr>
          </a:p>
          <a:p>
            <a:pPr marL="342900" indent="-342900">
              <a:spcAft>
                <a:spcPts val="250"/>
              </a:spcAft>
              <a:buSzPct val="100000"/>
              <a:buChar char="•"/>
            </a:pPr>
            <a:r>
              <a:rPr lang="en-US" sz="1100" dirty="0">
                <a:solidFill>
                  <a:srgbClr val="023047"/>
                </a:solidFill>
                <a:latin typeface="Segoe UI" panose="020B0502040204020203" pitchFamily="34" charset="0"/>
                <a:ea typeface="Calibri" pitchFamily="34" charset="-122"/>
                <a:cs typeface="Calibri" pitchFamily="34" charset="-120"/>
              </a:rPr>
              <a:t>Every certificate-dependent service relies on a trusted CA issuing the cert</a:t>
            </a:r>
            <a:endParaRPr lang="en-US" sz="1100" dirty="0">
              <a:latin typeface="Segoe UI" panose="020B0502040204020203" pitchFamily="34" charset="0"/>
            </a:endParaRPr>
          </a:p>
          <a:p>
            <a:pPr marL="342900" indent="-342900">
              <a:spcAft>
                <a:spcPts val="250"/>
              </a:spcAft>
              <a:buSzPct val="100000"/>
              <a:buChar char="•"/>
            </a:pPr>
            <a:r>
              <a:rPr lang="en-US" sz="1100" dirty="0">
                <a:solidFill>
                  <a:srgbClr val="023047"/>
                </a:solidFill>
                <a:latin typeface="Segoe UI" panose="020B0502040204020203" pitchFamily="34" charset="0"/>
                <a:ea typeface="Calibri" pitchFamily="34" charset="-122"/>
                <a:cs typeface="Calibri" pitchFamily="34" charset="-120"/>
              </a:rPr>
              <a:t>AD CS integrates with AD DS — auto-enrolment via Group Policy</a:t>
            </a:r>
            <a:endParaRPr lang="en-US" sz="1100" dirty="0">
              <a:latin typeface="Segoe UI" panose="020B0502040204020203" pitchFamily="34" charset="0"/>
            </a:endParaRPr>
          </a:p>
          <a:p>
            <a:pPr>
              <a:buNone/>
            </a:pPr>
            <a:endParaRPr lang="en-US" sz="700" dirty="0">
              <a:latin typeface="Segoe UI" panose="020B0502040204020203" pitchFamily="34" charset="0"/>
            </a:endParaRPr>
          </a:p>
          <a:p>
            <a:pPr marL="0" indent="0">
              <a:spcAft>
                <a:spcPts val="300"/>
              </a:spcAft>
              <a:buNone/>
            </a:pPr>
            <a:r>
              <a:rPr lang="en-US" sz="1300" b="1" dirty="0">
                <a:solidFill>
                  <a:srgbClr val="023047"/>
                </a:solidFill>
                <a:latin typeface="Segoe UI" panose="020B0502040204020203" pitchFamily="34" charset="0"/>
                <a:ea typeface="Calibri" pitchFamily="34" charset="-122"/>
                <a:cs typeface="Calibri" pitchFamily="34" charset="-120"/>
              </a:rPr>
              <a:t>Authentication</a:t>
            </a:r>
            <a:endParaRPr lang="en-US" sz="1300" dirty="0">
              <a:latin typeface="Segoe UI" panose="020B0502040204020203" pitchFamily="34" charset="0"/>
            </a:endParaRPr>
          </a:p>
          <a:p>
            <a:pPr marL="342900" indent="-342900">
              <a:spcAft>
                <a:spcPts val="250"/>
              </a:spcAft>
              <a:buSzPct val="100000"/>
              <a:buChar char="•"/>
            </a:pPr>
            <a:r>
              <a:rPr lang="en-US" sz="1100" dirty="0">
                <a:solidFill>
                  <a:srgbClr val="023047"/>
                </a:solidFill>
                <a:latin typeface="Segoe UI" panose="020B0502040204020203" pitchFamily="34" charset="0"/>
                <a:ea typeface="Calibri" pitchFamily="34" charset="-122"/>
                <a:cs typeface="Calibri" pitchFamily="34" charset="-120"/>
              </a:rPr>
              <a:t>Smart card logon replaces password with private key proof</a:t>
            </a:r>
            <a:endParaRPr lang="en-US" sz="1100" dirty="0">
              <a:latin typeface="Segoe UI" panose="020B0502040204020203" pitchFamily="34" charset="0"/>
            </a:endParaRPr>
          </a:p>
          <a:p>
            <a:pPr marL="342900" indent="-342900">
              <a:spcAft>
                <a:spcPts val="250"/>
              </a:spcAft>
              <a:buSzPct val="100000"/>
              <a:buChar char="•"/>
            </a:pPr>
            <a:r>
              <a:rPr lang="en-US" sz="1100" dirty="0">
                <a:solidFill>
                  <a:srgbClr val="023047"/>
                </a:solidFill>
                <a:latin typeface="Segoe UI" panose="020B0502040204020203" pitchFamily="34" charset="0"/>
                <a:ea typeface="Calibri" pitchFamily="34" charset="-122"/>
                <a:cs typeface="Calibri" pitchFamily="34" charset="-120"/>
              </a:rPr>
              <a:t>NPS / 802.1X validates machine certs before granting network access</a:t>
            </a:r>
            <a:endParaRPr lang="en-US" sz="1100" dirty="0">
              <a:latin typeface="Segoe UI" panose="020B0502040204020203" pitchFamily="34" charset="0"/>
            </a:endParaRPr>
          </a:p>
          <a:p>
            <a:pPr marL="342900" indent="-342900">
              <a:spcAft>
                <a:spcPts val="250"/>
              </a:spcAft>
              <a:buSzPct val="100000"/>
              <a:buChar char="•"/>
            </a:pPr>
            <a:r>
              <a:rPr lang="en-US" sz="1100" dirty="0">
                <a:solidFill>
                  <a:srgbClr val="023047"/>
                </a:solidFill>
                <a:latin typeface="Segoe UI" panose="020B0502040204020203" pitchFamily="34" charset="0"/>
                <a:ea typeface="Calibri" pitchFamily="34" charset="-122"/>
                <a:cs typeface="Calibri" pitchFamily="34" charset="-120"/>
              </a:rPr>
              <a:t>RDP uses machine certs to prevent man-in-the-middle</a:t>
            </a:r>
            <a:endParaRPr lang="en-US" sz="1100" dirty="0">
              <a:latin typeface="Segoe UI" panose="020B0502040204020203" pitchFamily="34" charset="0"/>
            </a:endParaRPr>
          </a:p>
          <a:p>
            <a:pPr>
              <a:buNone/>
            </a:pPr>
            <a:endParaRPr lang="en-US" sz="700" dirty="0">
              <a:latin typeface="Segoe UI" panose="020B0502040204020203" pitchFamily="34" charset="0"/>
            </a:endParaRPr>
          </a:p>
          <a:p>
            <a:pPr marL="0" indent="0">
              <a:spcAft>
                <a:spcPts val="300"/>
              </a:spcAft>
              <a:buNone/>
            </a:pPr>
            <a:r>
              <a:rPr lang="en-US" sz="1300" b="1" dirty="0">
                <a:solidFill>
                  <a:srgbClr val="023047"/>
                </a:solidFill>
                <a:latin typeface="Segoe UI" panose="020B0502040204020203" pitchFamily="34" charset="0"/>
                <a:ea typeface="Calibri" pitchFamily="34" charset="-122"/>
                <a:cs typeface="Calibri" pitchFamily="34" charset="-120"/>
              </a:rPr>
              <a:t>Encryption &amp; Integrity</a:t>
            </a:r>
            <a:endParaRPr lang="en-US" sz="1300" dirty="0">
              <a:latin typeface="Segoe UI" panose="020B0502040204020203" pitchFamily="34" charset="0"/>
            </a:endParaRPr>
          </a:p>
          <a:p>
            <a:pPr marL="342900" indent="-342900">
              <a:spcAft>
                <a:spcPts val="250"/>
              </a:spcAft>
              <a:buSzPct val="100000"/>
              <a:buChar char="•"/>
            </a:pPr>
            <a:r>
              <a:rPr lang="en-US" sz="1100" dirty="0">
                <a:solidFill>
                  <a:srgbClr val="023047"/>
                </a:solidFill>
                <a:latin typeface="Segoe UI" panose="020B0502040204020203" pitchFamily="34" charset="0"/>
                <a:ea typeface="Calibri" pitchFamily="34" charset="-122"/>
                <a:cs typeface="Calibri" pitchFamily="34" charset="-120"/>
              </a:rPr>
              <a:t>EFS: per-file encryption tied to user certificate</a:t>
            </a:r>
            <a:endParaRPr lang="en-US" sz="1100" dirty="0">
              <a:latin typeface="Segoe UI" panose="020B0502040204020203" pitchFamily="34" charset="0"/>
            </a:endParaRPr>
          </a:p>
          <a:p>
            <a:pPr marL="342900" indent="-342900">
              <a:spcAft>
                <a:spcPts val="250"/>
              </a:spcAft>
              <a:buSzPct val="100000"/>
              <a:buChar char="•"/>
            </a:pPr>
            <a:r>
              <a:rPr lang="en-US" sz="1100" dirty="0">
                <a:solidFill>
                  <a:srgbClr val="023047"/>
                </a:solidFill>
                <a:latin typeface="Segoe UI" panose="020B0502040204020203" pitchFamily="34" charset="0"/>
                <a:ea typeface="Calibri" pitchFamily="34" charset="-122"/>
                <a:cs typeface="Calibri" pitchFamily="34" charset="-120"/>
              </a:rPr>
              <a:t>S/MIME: digitally sign and encrypt email end-to-end</a:t>
            </a:r>
            <a:endParaRPr lang="en-US" sz="1100" dirty="0">
              <a:latin typeface="Segoe UI" panose="020B0502040204020203" pitchFamily="34" charset="0"/>
            </a:endParaRPr>
          </a:p>
          <a:p>
            <a:pPr marL="342900" indent="-342900">
              <a:spcAft>
                <a:spcPts val="250"/>
              </a:spcAft>
              <a:buSzPct val="100000"/>
              <a:buChar char="•"/>
            </a:pPr>
            <a:r>
              <a:rPr lang="en-US" sz="1100" dirty="0">
                <a:solidFill>
                  <a:srgbClr val="023047"/>
                </a:solidFill>
                <a:latin typeface="Segoe UI" panose="020B0502040204020203" pitchFamily="34" charset="0"/>
                <a:ea typeface="Calibri" pitchFamily="34" charset="-122"/>
                <a:cs typeface="Calibri" pitchFamily="34" charset="-120"/>
              </a:rPr>
              <a:t>IPsec/VPN: cert auth removes shared-secret risk</a:t>
            </a:r>
            <a:endParaRPr lang="en-US" sz="1100" dirty="0">
              <a:latin typeface="Segoe UI" panose="020B0502040204020203" pitchFamily="34" charset="0"/>
            </a:endParaRPr>
          </a:p>
          <a:p>
            <a:pPr>
              <a:buNone/>
            </a:pPr>
            <a:endParaRPr lang="en-US" sz="700" dirty="0">
              <a:latin typeface="Segoe UI" panose="020B0502040204020203" pitchFamily="34" charset="0"/>
            </a:endParaRPr>
          </a:p>
          <a:p>
            <a:pPr marL="0" indent="0">
              <a:spcAft>
                <a:spcPts val="300"/>
              </a:spcAft>
              <a:buNone/>
            </a:pPr>
            <a:r>
              <a:rPr lang="en-US" sz="1300" b="1" dirty="0">
                <a:solidFill>
                  <a:srgbClr val="023047"/>
                </a:solidFill>
                <a:latin typeface="Segoe UI" panose="020B0502040204020203" pitchFamily="34" charset="0"/>
                <a:ea typeface="Calibri" pitchFamily="34" charset="-122"/>
                <a:cs typeface="Calibri" pitchFamily="34" charset="-120"/>
              </a:rPr>
              <a:t>Trust &amp; Compliance</a:t>
            </a:r>
            <a:endParaRPr lang="en-US" sz="1300" dirty="0">
              <a:latin typeface="Segoe UI" panose="020B0502040204020203" pitchFamily="34" charset="0"/>
            </a:endParaRPr>
          </a:p>
          <a:p>
            <a:pPr marL="342900" indent="-342900">
              <a:spcAft>
                <a:spcPts val="250"/>
              </a:spcAft>
              <a:buSzPct val="100000"/>
              <a:buChar char="•"/>
            </a:pPr>
            <a:r>
              <a:rPr lang="en-US" sz="1100" dirty="0">
                <a:solidFill>
                  <a:srgbClr val="023047"/>
                </a:solidFill>
                <a:latin typeface="Segoe UI" panose="020B0502040204020203" pitchFamily="34" charset="0"/>
                <a:ea typeface="Calibri" pitchFamily="34" charset="-122"/>
                <a:cs typeface="Calibri" pitchFamily="34" charset="-120"/>
              </a:rPr>
              <a:t>Code signing verifies script/driver origin — required for Secure Boot</a:t>
            </a:r>
            <a:endParaRPr lang="en-US" sz="1100" dirty="0">
              <a:latin typeface="Segoe UI" panose="020B0502040204020203" pitchFamily="34" charset="0"/>
            </a:endParaRPr>
          </a:p>
          <a:p>
            <a:pPr marL="342900" indent="-342900">
              <a:spcAft>
                <a:spcPts val="250"/>
              </a:spcAft>
              <a:buSzPct val="100000"/>
              <a:buChar char="•"/>
            </a:pPr>
            <a:r>
              <a:rPr lang="en-US" sz="1100" dirty="0">
                <a:solidFill>
                  <a:srgbClr val="023047"/>
                </a:solidFill>
                <a:latin typeface="Segoe UI" panose="020B0502040204020203" pitchFamily="34" charset="0"/>
                <a:ea typeface="Calibri" pitchFamily="34" charset="-122"/>
                <a:cs typeface="Calibri" pitchFamily="34" charset="-120"/>
              </a:rPr>
              <a:t>Web server certs (IIS) establish HTTPS — mandatory for modern browsers</a:t>
            </a:r>
            <a:endParaRPr lang="en-US" sz="1100" dirty="0">
              <a:latin typeface="Segoe UI" panose="020B0502040204020203" pitchFamily="34" charset="0"/>
            </a:endParaRPr>
          </a:p>
        </p:txBody>
      </p:sp>
      <p:sp>
        <p:nvSpPr>
          <p:cNvPr id="4" name="Card0">
            <a:extLst>
              <a:ext uri="{FF2B5EF4-FFF2-40B4-BE49-F238E27FC236}">
                <a16:creationId xmlns:a16="http://schemas.microsoft.com/office/drawing/2014/main" id="{048FB522-7E38-973B-227D-D1D66BDB1BF6}"/>
              </a:ext>
            </a:extLst>
          </p:cNvPr>
          <p:cNvSpPr/>
          <p:nvPr/>
        </p:nvSpPr>
        <p:spPr>
          <a:xfrm>
            <a:off x="4725870" y="807075"/>
            <a:ext cx="2100000" cy="820000"/>
          </a:xfrm>
          <a:prstGeom prst="roundRect">
            <a:avLst>
              <a:gd name="adj" fmla="val 20000"/>
            </a:avLst>
          </a:prstGeom>
          <a:solidFill>
            <a:srgbClr val="243A5E"/>
          </a:solidFill>
          <a:ln w="0">
            <a:noFill/>
          </a:ln>
        </p:spPr>
        <p:txBody>
          <a:bodyPr wrap="square" lIns="91440" tIns="91440" rIns="91440" bIns="45720" rtlCol="0" anchor="ctr">
            <a:normAutofit/>
          </a:bodyPr>
          <a:lstStyle/>
          <a:p>
            <a:pPr algn="ctr">
              <a:buNone/>
            </a:pPr>
            <a:r>
              <a:rPr lang="en-US" sz="1100" b="1" dirty="0">
                <a:solidFill>
                  <a:srgbClr val="FFFFFF"/>
                </a:solidFill>
                <a:latin typeface="Segoe UI" panose="020B0502040204020203" pitchFamily="34" charset="0"/>
                <a:ea typeface="Calibri" pitchFamily="34" charset="-122"/>
                <a:cs typeface="Calibri" pitchFamily="34" charset="-120"/>
              </a:rPr>
              <a:t>HTTPS / TLS</a:t>
            </a:r>
            <a:endParaRPr lang="en-US" sz="1100" dirty="0">
              <a:latin typeface="Segoe UI" panose="020B0502040204020203" pitchFamily="34" charset="0"/>
            </a:endParaRPr>
          </a:p>
          <a:p>
            <a:pPr algn="ctr">
              <a:buNone/>
            </a:pPr>
            <a:r>
              <a:rPr lang="en-US" sz="950" dirty="0">
                <a:solidFill>
                  <a:srgbClr val="FFFFFF"/>
                </a:solidFill>
                <a:latin typeface="Segoe UI" panose="020B0502040204020203" pitchFamily="34" charset="0"/>
                <a:ea typeface="Calibri" pitchFamily="34" charset="-122"/>
                <a:cs typeface="Calibri" pitchFamily="34" charset="-120"/>
              </a:rPr>
              <a:t>Web servers, IIS, RDS</a:t>
            </a:r>
            <a:endParaRPr lang="en-US" sz="950" dirty="0">
              <a:latin typeface="Segoe UI" panose="020B0502040204020203" pitchFamily="34" charset="0"/>
            </a:endParaRPr>
          </a:p>
        </p:txBody>
      </p:sp>
      <p:sp>
        <p:nvSpPr>
          <p:cNvPr id="5" name="Card1">
            <a:extLst>
              <a:ext uri="{FF2B5EF4-FFF2-40B4-BE49-F238E27FC236}">
                <a16:creationId xmlns:a16="http://schemas.microsoft.com/office/drawing/2014/main" id="{B46B4B6E-A4D6-B8E4-1729-B5EB70F3C04E}"/>
              </a:ext>
            </a:extLst>
          </p:cNvPr>
          <p:cNvSpPr/>
          <p:nvPr/>
        </p:nvSpPr>
        <p:spPr>
          <a:xfrm>
            <a:off x="6880870" y="807075"/>
            <a:ext cx="2100000" cy="820000"/>
          </a:xfrm>
          <a:prstGeom prst="roundRect">
            <a:avLst>
              <a:gd name="adj" fmla="val 20000"/>
            </a:avLst>
          </a:prstGeom>
          <a:solidFill>
            <a:srgbClr val="0076D4"/>
          </a:solidFill>
          <a:ln w="0">
            <a:noFill/>
          </a:ln>
        </p:spPr>
        <p:txBody>
          <a:bodyPr wrap="square" lIns="91440" tIns="91440" rIns="91440" bIns="45720" rtlCol="0" anchor="ctr">
            <a:normAutofit/>
          </a:bodyPr>
          <a:lstStyle/>
          <a:p>
            <a:pPr algn="ctr">
              <a:buNone/>
            </a:pPr>
            <a:r>
              <a:rPr lang="en-US" sz="1100" b="1" dirty="0">
                <a:solidFill>
                  <a:srgbClr val="FFFFFF"/>
                </a:solidFill>
                <a:latin typeface="Segoe UI" panose="020B0502040204020203" pitchFamily="34" charset="0"/>
                <a:ea typeface="Calibri" pitchFamily="34" charset="-122"/>
                <a:cs typeface="Calibri" pitchFamily="34" charset="-120"/>
              </a:rPr>
              <a:t>Smart Card Auth</a:t>
            </a:r>
            <a:endParaRPr lang="en-US" sz="1100" dirty="0">
              <a:latin typeface="Segoe UI" panose="020B0502040204020203" pitchFamily="34" charset="0"/>
            </a:endParaRPr>
          </a:p>
          <a:p>
            <a:pPr algn="ctr">
              <a:buNone/>
            </a:pPr>
            <a:r>
              <a:rPr lang="en-US" sz="950" dirty="0">
                <a:solidFill>
                  <a:srgbClr val="FFFFFF"/>
                </a:solidFill>
                <a:latin typeface="Segoe UI" panose="020B0502040204020203" pitchFamily="34" charset="0"/>
                <a:ea typeface="Calibri" pitchFamily="34" charset="-122"/>
                <a:cs typeface="Calibri" pitchFamily="34" charset="-120"/>
              </a:rPr>
              <a:t>Logon with cert on card</a:t>
            </a:r>
            <a:endParaRPr lang="en-US" sz="950" dirty="0">
              <a:latin typeface="Segoe UI" panose="020B0502040204020203" pitchFamily="34" charset="0"/>
            </a:endParaRPr>
          </a:p>
        </p:txBody>
      </p:sp>
      <p:sp>
        <p:nvSpPr>
          <p:cNvPr id="6" name="Card2">
            <a:extLst>
              <a:ext uri="{FF2B5EF4-FFF2-40B4-BE49-F238E27FC236}">
                <a16:creationId xmlns:a16="http://schemas.microsoft.com/office/drawing/2014/main" id="{694ACBA4-2C37-4946-3BEA-67110D71980E}"/>
              </a:ext>
            </a:extLst>
          </p:cNvPr>
          <p:cNvSpPr/>
          <p:nvPr/>
        </p:nvSpPr>
        <p:spPr>
          <a:xfrm>
            <a:off x="4725870" y="1682075"/>
            <a:ext cx="2100000" cy="820000"/>
          </a:xfrm>
          <a:prstGeom prst="roundRect">
            <a:avLst>
              <a:gd name="adj" fmla="val 20000"/>
            </a:avLst>
          </a:prstGeom>
          <a:solidFill>
            <a:srgbClr val="243A5E"/>
          </a:solidFill>
          <a:ln w="0">
            <a:noFill/>
          </a:ln>
        </p:spPr>
        <p:txBody>
          <a:bodyPr wrap="square" lIns="91440" tIns="91440" rIns="91440" bIns="45720" rtlCol="0" anchor="ctr">
            <a:normAutofit/>
          </a:bodyPr>
          <a:lstStyle/>
          <a:p>
            <a:pPr algn="ctr">
              <a:buNone/>
            </a:pPr>
            <a:r>
              <a:rPr lang="en-US" sz="1100" b="1" dirty="0">
                <a:solidFill>
                  <a:srgbClr val="FFFFFF"/>
                </a:solidFill>
                <a:latin typeface="Segoe UI" panose="020B0502040204020203" pitchFamily="34" charset="0"/>
                <a:ea typeface="Calibri" pitchFamily="34" charset="-122"/>
                <a:cs typeface="Calibri" pitchFamily="34" charset="-120"/>
              </a:rPr>
              <a:t>RDP / NPS</a:t>
            </a:r>
            <a:endParaRPr lang="en-US" sz="1100" dirty="0">
              <a:latin typeface="Segoe UI" panose="020B0502040204020203" pitchFamily="34" charset="0"/>
            </a:endParaRPr>
          </a:p>
          <a:p>
            <a:pPr algn="ctr">
              <a:buNone/>
            </a:pPr>
            <a:r>
              <a:rPr lang="en-US" sz="950" dirty="0">
                <a:solidFill>
                  <a:srgbClr val="FFFFFF"/>
                </a:solidFill>
                <a:latin typeface="Segoe UI" panose="020B0502040204020203" pitchFamily="34" charset="0"/>
                <a:ea typeface="Calibri" pitchFamily="34" charset="-122"/>
                <a:cs typeface="Calibri" pitchFamily="34" charset="-120"/>
              </a:rPr>
              <a:t>Machine certs for RDP &amp; 802.1X</a:t>
            </a:r>
            <a:endParaRPr lang="en-US" sz="950" dirty="0">
              <a:latin typeface="Segoe UI" panose="020B0502040204020203" pitchFamily="34" charset="0"/>
            </a:endParaRPr>
          </a:p>
        </p:txBody>
      </p:sp>
      <p:sp>
        <p:nvSpPr>
          <p:cNvPr id="7" name="Card3">
            <a:extLst>
              <a:ext uri="{FF2B5EF4-FFF2-40B4-BE49-F238E27FC236}">
                <a16:creationId xmlns:a16="http://schemas.microsoft.com/office/drawing/2014/main" id="{AB0550A0-0494-369A-CF12-1DB12EA47E6C}"/>
              </a:ext>
            </a:extLst>
          </p:cNvPr>
          <p:cNvSpPr/>
          <p:nvPr/>
        </p:nvSpPr>
        <p:spPr>
          <a:xfrm>
            <a:off x="6880870" y="1682075"/>
            <a:ext cx="2100000" cy="820000"/>
          </a:xfrm>
          <a:prstGeom prst="roundRect">
            <a:avLst>
              <a:gd name="adj" fmla="val 20000"/>
            </a:avLst>
          </a:prstGeom>
          <a:solidFill>
            <a:srgbClr val="0076D4"/>
          </a:solidFill>
          <a:ln w="0">
            <a:noFill/>
          </a:ln>
        </p:spPr>
        <p:txBody>
          <a:bodyPr wrap="square" lIns="91440" tIns="91440" rIns="91440" bIns="45720" rtlCol="0" anchor="ctr">
            <a:normAutofit/>
          </a:bodyPr>
          <a:lstStyle/>
          <a:p>
            <a:pPr algn="ctr">
              <a:buNone/>
            </a:pPr>
            <a:r>
              <a:rPr lang="en-US" sz="1100" b="1" dirty="0">
                <a:solidFill>
                  <a:srgbClr val="FFFFFF"/>
                </a:solidFill>
                <a:latin typeface="Segoe UI" panose="020B0502040204020203" pitchFamily="34" charset="0"/>
                <a:ea typeface="Calibri" pitchFamily="34" charset="-122"/>
                <a:cs typeface="Calibri" pitchFamily="34" charset="-120"/>
              </a:rPr>
              <a:t>EFS</a:t>
            </a:r>
            <a:endParaRPr lang="en-US" sz="1100" dirty="0">
              <a:latin typeface="Segoe UI" panose="020B0502040204020203" pitchFamily="34" charset="0"/>
            </a:endParaRPr>
          </a:p>
          <a:p>
            <a:pPr algn="ctr">
              <a:buNone/>
            </a:pPr>
            <a:r>
              <a:rPr lang="en-US" sz="950" dirty="0">
                <a:solidFill>
                  <a:srgbClr val="FFFFFF"/>
                </a:solidFill>
                <a:latin typeface="Segoe UI" panose="020B0502040204020203" pitchFamily="34" charset="0"/>
                <a:ea typeface="Calibri" pitchFamily="34" charset="-122"/>
                <a:cs typeface="Calibri" pitchFamily="34" charset="-120"/>
              </a:rPr>
              <a:t>Encrypting File System keys</a:t>
            </a:r>
            <a:endParaRPr lang="en-US" sz="950" dirty="0">
              <a:latin typeface="Segoe UI" panose="020B0502040204020203" pitchFamily="34" charset="0"/>
            </a:endParaRPr>
          </a:p>
        </p:txBody>
      </p:sp>
      <p:sp>
        <p:nvSpPr>
          <p:cNvPr id="8" name="Card4">
            <a:extLst>
              <a:ext uri="{FF2B5EF4-FFF2-40B4-BE49-F238E27FC236}">
                <a16:creationId xmlns:a16="http://schemas.microsoft.com/office/drawing/2014/main" id="{10DCC3B6-1EF8-CCA9-79FF-6FDAE0497C02}"/>
              </a:ext>
            </a:extLst>
          </p:cNvPr>
          <p:cNvSpPr/>
          <p:nvPr/>
        </p:nvSpPr>
        <p:spPr>
          <a:xfrm>
            <a:off x="4725870" y="2557075"/>
            <a:ext cx="2100000" cy="820000"/>
          </a:xfrm>
          <a:prstGeom prst="roundRect">
            <a:avLst>
              <a:gd name="adj" fmla="val 20000"/>
            </a:avLst>
          </a:prstGeom>
          <a:solidFill>
            <a:srgbClr val="243A5E"/>
          </a:solidFill>
          <a:ln w="0">
            <a:noFill/>
          </a:ln>
        </p:spPr>
        <p:txBody>
          <a:bodyPr wrap="square" lIns="91440" tIns="91440" rIns="91440" bIns="45720" rtlCol="0" anchor="ctr">
            <a:normAutofit/>
          </a:bodyPr>
          <a:lstStyle/>
          <a:p>
            <a:pPr algn="ctr">
              <a:buNone/>
            </a:pPr>
            <a:r>
              <a:rPr lang="en-US" sz="1100" b="1" dirty="0">
                <a:solidFill>
                  <a:srgbClr val="FFFFFF"/>
                </a:solidFill>
                <a:latin typeface="Segoe UI" panose="020B0502040204020203" pitchFamily="34" charset="0"/>
                <a:ea typeface="Calibri" pitchFamily="34" charset="-122"/>
                <a:cs typeface="Calibri" pitchFamily="34" charset="-120"/>
              </a:rPr>
              <a:t>VPN / IPsec</a:t>
            </a:r>
            <a:endParaRPr lang="en-US" sz="1100" dirty="0">
              <a:latin typeface="Segoe UI" panose="020B0502040204020203" pitchFamily="34" charset="0"/>
            </a:endParaRPr>
          </a:p>
          <a:p>
            <a:pPr algn="ctr">
              <a:buNone/>
            </a:pPr>
            <a:r>
              <a:rPr lang="en-US" sz="950" dirty="0">
                <a:solidFill>
                  <a:srgbClr val="FFFFFF"/>
                </a:solidFill>
                <a:latin typeface="Segoe UI" panose="020B0502040204020203" pitchFamily="34" charset="0"/>
                <a:ea typeface="Calibri" pitchFamily="34" charset="-122"/>
                <a:cs typeface="Calibri" pitchFamily="34" charset="-120"/>
              </a:rPr>
              <a:t>Machine/user cert auth</a:t>
            </a:r>
            <a:endParaRPr lang="en-US" sz="950" dirty="0">
              <a:latin typeface="Segoe UI" panose="020B0502040204020203" pitchFamily="34" charset="0"/>
            </a:endParaRPr>
          </a:p>
        </p:txBody>
      </p:sp>
      <p:sp>
        <p:nvSpPr>
          <p:cNvPr id="9" name="Card5">
            <a:extLst>
              <a:ext uri="{FF2B5EF4-FFF2-40B4-BE49-F238E27FC236}">
                <a16:creationId xmlns:a16="http://schemas.microsoft.com/office/drawing/2014/main" id="{01505833-91DE-A971-3351-9A0CB41EF062}"/>
              </a:ext>
            </a:extLst>
          </p:cNvPr>
          <p:cNvSpPr/>
          <p:nvPr/>
        </p:nvSpPr>
        <p:spPr>
          <a:xfrm>
            <a:off x="6880870" y="2557075"/>
            <a:ext cx="2100000" cy="820000"/>
          </a:xfrm>
          <a:prstGeom prst="roundRect">
            <a:avLst>
              <a:gd name="adj" fmla="val 20000"/>
            </a:avLst>
          </a:prstGeom>
          <a:solidFill>
            <a:srgbClr val="0076D4"/>
          </a:solidFill>
          <a:ln w="0">
            <a:noFill/>
          </a:ln>
        </p:spPr>
        <p:txBody>
          <a:bodyPr wrap="square" lIns="91440" tIns="91440" rIns="91440" bIns="45720" rtlCol="0" anchor="ctr">
            <a:normAutofit/>
          </a:bodyPr>
          <a:lstStyle/>
          <a:p>
            <a:pPr algn="ctr">
              <a:buNone/>
            </a:pPr>
            <a:r>
              <a:rPr lang="en-US" sz="1100" b="1" dirty="0">
                <a:solidFill>
                  <a:srgbClr val="FFFFFF"/>
                </a:solidFill>
                <a:latin typeface="Segoe UI" panose="020B0502040204020203" pitchFamily="34" charset="0"/>
                <a:ea typeface="Calibri" pitchFamily="34" charset="-122"/>
                <a:cs typeface="Calibri" pitchFamily="34" charset="-120"/>
              </a:rPr>
              <a:t>S/MIME Email</a:t>
            </a:r>
            <a:endParaRPr lang="en-US" sz="1100" dirty="0">
              <a:latin typeface="Segoe UI" panose="020B0502040204020203" pitchFamily="34" charset="0"/>
            </a:endParaRPr>
          </a:p>
          <a:p>
            <a:pPr algn="ctr">
              <a:buNone/>
            </a:pPr>
            <a:r>
              <a:rPr lang="en-US" sz="950" dirty="0">
                <a:solidFill>
                  <a:srgbClr val="FFFFFF"/>
                </a:solidFill>
                <a:latin typeface="Segoe UI" panose="020B0502040204020203" pitchFamily="34" charset="0"/>
                <a:ea typeface="Calibri" pitchFamily="34" charset="-122"/>
                <a:cs typeface="Calibri" pitchFamily="34" charset="-120"/>
              </a:rPr>
              <a:t>Sign &amp; encrypt Outlook mail</a:t>
            </a:r>
            <a:endParaRPr lang="en-US" sz="950" dirty="0">
              <a:latin typeface="Segoe UI" panose="020B0502040204020203" pitchFamily="34" charset="0"/>
            </a:endParaRPr>
          </a:p>
        </p:txBody>
      </p:sp>
      <p:sp>
        <p:nvSpPr>
          <p:cNvPr id="10" name="Card6">
            <a:extLst>
              <a:ext uri="{FF2B5EF4-FFF2-40B4-BE49-F238E27FC236}">
                <a16:creationId xmlns:a16="http://schemas.microsoft.com/office/drawing/2014/main" id="{4AD18080-9715-4362-D876-C2E7E13D4250}"/>
              </a:ext>
            </a:extLst>
          </p:cNvPr>
          <p:cNvSpPr/>
          <p:nvPr/>
        </p:nvSpPr>
        <p:spPr>
          <a:xfrm>
            <a:off x="4725870" y="3432075"/>
            <a:ext cx="2100000" cy="820000"/>
          </a:xfrm>
          <a:prstGeom prst="roundRect">
            <a:avLst>
              <a:gd name="adj" fmla="val 20000"/>
            </a:avLst>
          </a:prstGeom>
          <a:solidFill>
            <a:srgbClr val="0076D4"/>
          </a:solidFill>
          <a:ln w="0">
            <a:noFill/>
          </a:ln>
        </p:spPr>
        <p:txBody>
          <a:bodyPr wrap="square" lIns="91440" tIns="91440" rIns="91440" bIns="45720" rtlCol="0" anchor="ctr">
            <a:normAutofit/>
          </a:bodyPr>
          <a:lstStyle/>
          <a:p>
            <a:pPr algn="ctr">
              <a:buNone/>
            </a:pPr>
            <a:r>
              <a:rPr lang="en-US" sz="1100" b="1" dirty="0">
                <a:solidFill>
                  <a:srgbClr val="023047"/>
                </a:solidFill>
                <a:latin typeface="Segoe UI" panose="020B0502040204020203" pitchFamily="34" charset="0"/>
                <a:ea typeface="Calibri" pitchFamily="34" charset="-122"/>
                <a:cs typeface="Calibri" pitchFamily="34" charset="-120"/>
              </a:rPr>
              <a:t>Code Signing</a:t>
            </a:r>
            <a:endParaRPr lang="en-US" sz="1100" dirty="0">
              <a:latin typeface="Segoe UI" panose="020B0502040204020203" pitchFamily="34" charset="0"/>
            </a:endParaRPr>
          </a:p>
          <a:p>
            <a:pPr algn="ctr">
              <a:buNone/>
            </a:pPr>
            <a:r>
              <a:rPr lang="en-US" sz="950" dirty="0">
                <a:solidFill>
                  <a:srgbClr val="023047"/>
                </a:solidFill>
                <a:latin typeface="Segoe UI" panose="020B0502040204020203" pitchFamily="34" charset="0"/>
                <a:ea typeface="Calibri" pitchFamily="34" charset="-122"/>
                <a:cs typeface="Calibri" pitchFamily="34" charset="-120"/>
              </a:rPr>
              <a:t>Sign scripts &amp; drivers</a:t>
            </a:r>
            <a:endParaRPr lang="en-US" sz="950" dirty="0">
              <a:latin typeface="Segoe UI" panose="020B0502040204020203" pitchFamily="34" charset="0"/>
            </a:endParaRPr>
          </a:p>
        </p:txBody>
      </p:sp>
      <p:sp>
        <p:nvSpPr>
          <p:cNvPr id="11" name="Card7">
            <a:extLst>
              <a:ext uri="{FF2B5EF4-FFF2-40B4-BE49-F238E27FC236}">
                <a16:creationId xmlns:a16="http://schemas.microsoft.com/office/drawing/2014/main" id="{73C7CE15-67D8-53E8-E502-F092EDE4AD5B}"/>
              </a:ext>
            </a:extLst>
          </p:cNvPr>
          <p:cNvSpPr/>
          <p:nvPr/>
        </p:nvSpPr>
        <p:spPr>
          <a:xfrm>
            <a:off x="6880870" y="3432075"/>
            <a:ext cx="2100000" cy="820000"/>
          </a:xfrm>
          <a:prstGeom prst="roundRect">
            <a:avLst>
              <a:gd name="adj" fmla="val 20000"/>
            </a:avLst>
          </a:prstGeom>
          <a:solidFill>
            <a:srgbClr val="0076D4"/>
          </a:solidFill>
          <a:ln w="0">
            <a:noFill/>
          </a:ln>
        </p:spPr>
        <p:txBody>
          <a:bodyPr wrap="square" lIns="91440" tIns="91440" rIns="91440" bIns="45720" rtlCol="0" anchor="ctr">
            <a:normAutofit/>
          </a:bodyPr>
          <a:lstStyle/>
          <a:p>
            <a:pPr algn="ctr">
              <a:buNone/>
            </a:pPr>
            <a:r>
              <a:rPr lang="en-US" sz="1100" b="1" dirty="0">
                <a:solidFill>
                  <a:srgbClr val="023047"/>
                </a:solidFill>
                <a:latin typeface="Segoe UI" panose="020B0502040204020203" pitchFamily="34" charset="0"/>
                <a:ea typeface="Calibri" pitchFamily="34" charset="-122"/>
                <a:cs typeface="Calibri" pitchFamily="34" charset="-120"/>
              </a:rPr>
              <a:t>AD CS Templates</a:t>
            </a:r>
            <a:endParaRPr lang="en-US" sz="1100" dirty="0">
              <a:latin typeface="Segoe UI" panose="020B0502040204020203" pitchFamily="34" charset="0"/>
            </a:endParaRPr>
          </a:p>
          <a:p>
            <a:pPr algn="ctr">
              <a:buNone/>
            </a:pPr>
            <a:r>
              <a:rPr lang="en-US" sz="950" dirty="0">
                <a:solidFill>
                  <a:srgbClr val="023047"/>
                </a:solidFill>
                <a:latin typeface="Segoe UI" panose="020B0502040204020203" pitchFamily="34" charset="0"/>
                <a:ea typeface="Calibri" pitchFamily="34" charset="-122"/>
                <a:cs typeface="Calibri" pitchFamily="34" charset="-120"/>
              </a:rPr>
              <a:t>Automate cert issuance via GPO</a:t>
            </a:r>
            <a:endParaRPr lang="en-US" sz="950" dirty="0">
              <a:latin typeface="Segoe UI" panose="020B0502040204020203" pitchFamily="34" charset="0"/>
            </a:endParaRPr>
          </a:p>
        </p:txBody>
      </p:sp>
      <p:sp>
        <p:nvSpPr>
          <p:cNvPr id="12" name="Course footer">
            <a:extLst>
              <a:ext uri="{FF2B5EF4-FFF2-40B4-BE49-F238E27FC236}">
                <a16:creationId xmlns:a16="http://schemas.microsoft.com/office/drawing/2014/main" id="{383C2367-73FB-5CA5-016A-73918F6E1B19}"/>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9 | Introduction to PKI</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3" name="TextBox 12">
            <a:extLst>
              <a:ext uri="{FF2B5EF4-FFF2-40B4-BE49-F238E27FC236}">
                <a16:creationId xmlns:a16="http://schemas.microsoft.com/office/drawing/2014/main" id="{C94E7AC6-F194-B4A0-39E8-7F6B0349B11D}"/>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11</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82083206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C646F-FDC4-B7ED-56AF-D80FB95296B8}"/>
              </a:ext>
            </a:extLst>
          </p:cNvPr>
          <p:cNvSpPr>
            <a:spLocks noGrp="1"/>
          </p:cNvSpPr>
          <p:nvPr>
            <p:ph type="title" idx="4294967295"/>
          </p:nvPr>
        </p:nvSpPr>
        <p:spPr>
          <a:xfrm>
            <a:off x="286012" y="196120"/>
            <a:ext cx="8258175" cy="327025"/>
          </a:xfrm>
        </p:spPr>
        <p:txBody>
          <a:bodyPr wrap="square">
            <a:noAutofit/>
          </a:bodyPr>
          <a:lstStyle/>
          <a:p>
            <a:r>
              <a:rPr lang="en-GB" dirty="0"/>
              <a:t>Cryptographic Algorithms in Windows Server</a:t>
            </a:r>
          </a:p>
        </p:txBody>
      </p:sp>
      <p:sp>
        <p:nvSpPr>
          <p:cNvPr id="3" name="Divider">
            <a:extLst>
              <a:ext uri="{FF2B5EF4-FFF2-40B4-BE49-F238E27FC236}">
                <a16:creationId xmlns:a16="http://schemas.microsoft.com/office/drawing/2014/main" id="{A957C442-0E7B-25A7-22A2-CCE66233756A}"/>
              </a:ext>
            </a:extLst>
          </p:cNvPr>
          <p:cNvSpPr/>
          <p:nvPr/>
        </p:nvSpPr>
        <p:spPr>
          <a:xfrm>
            <a:off x="4462220" y="798510"/>
            <a:ext cx="18000" cy="4150000"/>
          </a:xfrm>
          <a:prstGeom prst="rect">
            <a:avLst/>
          </a:prstGeom>
          <a:solidFill>
            <a:srgbClr val="8ECAE6"/>
          </a:solidFill>
          <a:ln/>
        </p:spPr>
        <p:txBody>
          <a:bodyPr/>
          <a:lstStyle/>
          <a:p>
            <a:endParaRPr lang="en-GB"/>
          </a:p>
        </p:txBody>
      </p:sp>
      <p:sp>
        <p:nvSpPr>
          <p:cNvPr id="4" name="LeftCol">
            <a:extLst>
              <a:ext uri="{FF2B5EF4-FFF2-40B4-BE49-F238E27FC236}">
                <a16:creationId xmlns:a16="http://schemas.microsoft.com/office/drawing/2014/main" id="{409A57FC-E4FB-34B1-1ACE-7267540A573C}"/>
              </a:ext>
            </a:extLst>
          </p:cNvPr>
          <p:cNvSpPr/>
          <p:nvPr/>
        </p:nvSpPr>
        <p:spPr>
          <a:xfrm>
            <a:off x="165100" y="778510"/>
            <a:ext cx="4250000" cy="4200000"/>
          </a:xfrm>
          <a:prstGeom prst="rect">
            <a:avLst/>
          </a:prstGeom>
          <a:noFill/>
          <a:ln/>
        </p:spPr>
        <p:txBody>
          <a:bodyPr wrap="square" lIns="45720" tIns="45720" rIns="45720" bIns="45720" rtlCol="0" anchor="t">
            <a:normAutofit/>
          </a:bodyPr>
          <a:lstStyle/>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Asymmetric (Public Key) Algorithms</a:t>
            </a:r>
            <a:endParaRPr lang="en-US" sz="1200" dirty="0">
              <a:latin typeface="Segoe UI" panose="020B0502040204020203" pitchFamily="34" charset="0"/>
            </a:endParaRPr>
          </a:p>
          <a:p>
            <a:pPr marL="342900" indent="-342900">
              <a:spcAft>
                <a:spcPts val="18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RSA — 2048-bit minimum; used in TLS handshake, cert signing, key exchange</a:t>
            </a:r>
            <a:endParaRPr lang="en-US" sz="1050" dirty="0">
              <a:latin typeface="Segoe UI" panose="020B0502040204020203" pitchFamily="34" charset="0"/>
            </a:endParaRPr>
          </a:p>
          <a:p>
            <a:pPr marL="685800" indent="-685800">
              <a:spcAft>
                <a:spcPts val="100"/>
              </a:spcAft>
              <a:buSzPct val="80000"/>
              <a:buChar char="–"/>
            </a:pPr>
            <a:r>
              <a:rPr lang="en-US" sz="950" dirty="0">
                <a:solidFill>
                  <a:srgbClr val="444444"/>
                </a:solidFill>
                <a:latin typeface="Segoe UI" panose="020B0502040204020203" pitchFamily="34" charset="0"/>
                <a:ea typeface="Calibri" pitchFamily="34" charset="-122"/>
                <a:cs typeface="Calibri" pitchFamily="34" charset="-120"/>
              </a:rPr>
              <a:t>Windows Server 2025: RSA-3072/4096 recommended for new CAs</a:t>
            </a:r>
            <a:endParaRPr lang="en-US" sz="950" dirty="0">
              <a:latin typeface="Segoe UI" panose="020B0502040204020203" pitchFamily="34" charset="0"/>
            </a:endParaRPr>
          </a:p>
          <a:p>
            <a:pPr marL="342900" indent="-342900">
              <a:spcAft>
                <a:spcPts val="18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ECDSA (P-256, P-384) — smaller key, equivalent strength; preferred for modern TLS</a:t>
            </a:r>
            <a:endParaRPr lang="en-US" sz="1050" dirty="0">
              <a:latin typeface="Segoe UI" panose="020B0502040204020203" pitchFamily="34" charset="0"/>
            </a:endParaRPr>
          </a:p>
          <a:p>
            <a:pPr marL="685800" indent="-685800">
              <a:spcAft>
                <a:spcPts val="100"/>
              </a:spcAft>
              <a:buSzPct val="80000"/>
              <a:buChar char="–"/>
            </a:pPr>
            <a:r>
              <a:rPr lang="en-US" sz="950" dirty="0">
                <a:solidFill>
                  <a:srgbClr val="444444"/>
                </a:solidFill>
                <a:latin typeface="Segoe UI" panose="020B0502040204020203" pitchFamily="34" charset="0"/>
                <a:ea typeface="Calibri" pitchFamily="34" charset="-122"/>
                <a:cs typeface="Calibri" pitchFamily="34" charset="-120"/>
              </a:rPr>
              <a:t>Faster than RSA; supported in AD CS, IIS, and smart card certs</a:t>
            </a:r>
            <a:endParaRPr lang="en-US" sz="950" dirty="0">
              <a:latin typeface="Segoe UI" panose="020B0502040204020203" pitchFamily="34" charset="0"/>
            </a:endParaRPr>
          </a:p>
          <a:p>
            <a:pPr marL="342900" indent="-342900">
              <a:spcAft>
                <a:spcPts val="18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EdDSA (Ed25519) — used by OpenSSH on Windows Server 2025</a:t>
            </a:r>
            <a:endParaRPr lang="en-US" sz="1050" dirty="0">
              <a:latin typeface="Segoe UI" panose="020B0502040204020203" pitchFamily="34" charset="0"/>
            </a:endParaRPr>
          </a:p>
          <a:p>
            <a:pPr marL="685800" indent="-685800">
              <a:spcAft>
                <a:spcPts val="100"/>
              </a:spcAft>
              <a:buSzPct val="80000"/>
              <a:buChar char="–"/>
            </a:pPr>
            <a:r>
              <a:rPr lang="en-US" sz="950" dirty="0">
                <a:solidFill>
                  <a:srgbClr val="444444"/>
                </a:solidFill>
                <a:latin typeface="Segoe UI" panose="020B0502040204020203" pitchFamily="34" charset="0"/>
                <a:ea typeface="Calibri" pitchFamily="34" charset="-122"/>
                <a:cs typeface="Calibri" pitchFamily="34" charset="-120"/>
              </a:rPr>
              <a:t>Fixed 256-bit key; resistant to side-channel attacks</a:t>
            </a:r>
            <a:endParaRPr lang="en-US" sz="950" dirty="0">
              <a:latin typeface="Segoe UI" panose="020B0502040204020203" pitchFamily="34" charset="0"/>
            </a:endParaRPr>
          </a:p>
          <a:p>
            <a:pPr>
              <a:buNone/>
            </a:pPr>
            <a:endParaRPr lang="en-US" sz="5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Symmetric (Bulk Encryption)</a:t>
            </a:r>
            <a:endParaRPr lang="en-US" sz="1200" dirty="0">
              <a:latin typeface="Segoe UI" panose="020B0502040204020203" pitchFamily="34" charset="0"/>
            </a:endParaRPr>
          </a:p>
          <a:p>
            <a:pPr marL="342900" indent="-342900">
              <a:spcAft>
                <a:spcPts val="18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AES-128 / AES-256 — standard for BitLocker, EFS, IPsec, TLS session data</a:t>
            </a:r>
            <a:endParaRPr lang="en-US" sz="1050" dirty="0">
              <a:latin typeface="Segoe UI" panose="020B0502040204020203" pitchFamily="34" charset="0"/>
            </a:endParaRPr>
          </a:p>
          <a:p>
            <a:pPr marL="342900" indent="-342900">
              <a:spcAft>
                <a:spcPts val="18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ChaCha20-Poly1305 — TLS 1.3 cipher suite; hardware-agnostic performance</a:t>
            </a:r>
            <a:endParaRPr lang="en-US" sz="1050" dirty="0">
              <a:latin typeface="Segoe UI" panose="020B0502040204020203" pitchFamily="34" charset="0"/>
            </a:endParaRPr>
          </a:p>
          <a:p>
            <a:pPr>
              <a:buNone/>
            </a:pPr>
            <a:endParaRPr lang="en-US" sz="5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Hashing &amp; Integrity</a:t>
            </a:r>
            <a:endParaRPr lang="en-US" sz="1200" dirty="0">
              <a:latin typeface="Segoe UI" panose="020B0502040204020203" pitchFamily="34" charset="0"/>
            </a:endParaRPr>
          </a:p>
          <a:p>
            <a:pPr marL="342900" indent="-342900">
              <a:spcAft>
                <a:spcPts val="18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SHA-256 / SHA-384 — required for code signing, cert digests, TLS 1.2+</a:t>
            </a:r>
            <a:endParaRPr lang="en-US" sz="1050" dirty="0">
              <a:latin typeface="Segoe UI" panose="020B0502040204020203" pitchFamily="34" charset="0"/>
            </a:endParaRPr>
          </a:p>
          <a:p>
            <a:pPr marL="342900" indent="-342900">
              <a:spcAft>
                <a:spcPts val="18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HMAC-SHA256 — message authentication codes in Kerberos, IPsec</a:t>
            </a:r>
            <a:endParaRPr lang="en-US" sz="1050" dirty="0">
              <a:latin typeface="Segoe UI" panose="020B0502040204020203" pitchFamily="34" charset="0"/>
            </a:endParaRPr>
          </a:p>
        </p:txBody>
      </p:sp>
      <p:sp>
        <p:nvSpPr>
          <p:cNvPr id="5" name="RightCol">
            <a:extLst>
              <a:ext uri="{FF2B5EF4-FFF2-40B4-BE49-F238E27FC236}">
                <a16:creationId xmlns:a16="http://schemas.microsoft.com/office/drawing/2014/main" id="{66E48D93-11E4-6187-03C1-CFC9E96F9948}"/>
              </a:ext>
            </a:extLst>
          </p:cNvPr>
          <p:cNvSpPr/>
          <p:nvPr/>
        </p:nvSpPr>
        <p:spPr>
          <a:xfrm>
            <a:off x="4532220" y="778510"/>
            <a:ext cx="4450000" cy="4200000"/>
          </a:xfrm>
          <a:prstGeom prst="rect">
            <a:avLst/>
          </a:prstGeom>
          <a:noFill/>
          <a:ln/>
        </p:spPr>
        <p:txBody>
          <a:bodyPr wrap="square" lIns="45720" tIns="45720" rIns="45720" bIns="45720" rtlCol="0" anchor="t">
            <a:normAutofit/>
          </a:bodyPr>
          <a:lstStyle/>
          <a:p>
            <a:pPr marL="0" indent="0">
              <a:spcAft>
                <a:spcPts val="200"/>
              </a:spcAft>
              <a:buNone/>
            </a:pPr>
            <a:r>
              <a:rPr lang="en-US" sz="1200" b="1" dirty="0">
                <a:solidFill>
                  <a:srgbClr val="C1121F"/>
                </a:solidFill>
                <a:latin typeface="Segoe UI" panose="020B0502040204020203" pitchFamily="34" charset="0"/>
                <a:ea typeface="Calibri" pitchFamily="34" charset="-122"/>
                <a:cs typeface="Calibri" pitchFamily="34" charset="-120"/>
              </a:rPr>
              <a:t>Deprecated — Do Not Use</a:t>
            </a:r>
            <a:endParaRPr lang="en-US" sz="1200" dirty="0">
              <a:latin typeface="Segoe UI" panose="020B0502040204020203" pitchFamily="34" charset="0"/>
            </a:endParaRPr>
          </a:p>
          <a:p>
            <a:pPr marL="342900" indent="-342900">
              <a:spcAft>
                <a:spcPts val="180"/>
              </a:spcAft>
              <a:buSzPct val="100000"/>
              <a:buChar char="•"/>
            </a:pPr>
            <a:r>
              <a:rPr lang="en-US" sz="1050" dirty="0">
                <a:solidFill>
                  <a:srgbClr val="7B2D00"/>
                </a:solidFill>
                <a:latin typeface="Segoe UI" panose="020B0502040204020203" pitchFamily="34" charset="0"/>
                <a:ea typeface="Calibri" pitchFamily="34" charset="-122"/>
                <a:cs typeface="Calibri" pitchFamily="34" charset="-120"/>
              </a:rPr>
              <a:t>MD5 — collision-broken; still seen in old NTLM; disabled in WS2025 by default</a:t>
            </a:r>
            <a:endParaRPr lang="en-US" sz="1050" dirty="0">
              <a:latin typeface="Segoe UI" panose="020B0502040204020203" pitchFamily="34" charset="0"/>
            </a:endParaRPr>
          </a:p>
          <a:p>
            <a:pPr marL="342900" indent="-342900">
              <a:spcAft>
                <a:spcPts val="180"/>
              </a:spcAft>
              <a:buSzPct val="100000"/>
              <a:buChar char="•"/>
            </a:pPr>
            <a:r>
              <a:rPr lang="en-US" sz="1050" dirty="0">
                <a:solidFill>
                  <a:srgbClr val="7B2D00"/>
                </a:solidFill>
                <a:latin typeface="Segoe UI" panose="020B0502040204020203" pitchFamily="34" charset="0"/>
                <a:ea typeface="Calibri" pitchFamily="34" charset="-122"/>
                <a:cs typeface="Calibri" pitchFamily="34" charset="-120"/>
              </a:rPr>
              <a:t>SHA-1 — deprecated since 2017; browsers reject SHA-1 certs</a:t>
            </a:r>
            <a:endParaRPr lang="en-US" sz="1050" dirty="0">
              <a:latin typeface="Segoe UI" panose="020B0502040204020203" pitchFamily="34" charset="0"/>
            </a:endParaRPr>
          </a:p>
          <a:p>
            <a:pPr marL="342900" indent="-342900">
              <a:spcAft>
                <a:spcPts val="180"/>
              </a:spcAft>
              <a:buSzPct val="100000"/>
              <a:buChar char="•"/>
            </a:pPr>
            <a:r>
              <a:rPr lang="en-US" sz="1050" dirty="0">
                <a:solidFill>
                  <a:srgbClr val="7B2D00"/>
                </a:solidFill>
                <a:latin typeface="Segoe UI" panose="020B0502040204020203" pitchFamily="34" charset="0"/>
                <a:ea typeface="Calibri" pitchFamily="34" charset="-122"/>
                <a:cs typeface="Calibri" pitchFamily="34" charset="-120"/>
              </a:rPr>
              <a:t>RC4 — stream cipher; disabled in Windows Server 2022+</a:t>
            </a:r>
            <a:endParaRPr lang="en-US" sz="1050" dirty="0">
              <a:latin typeface="Segoe UI" panose="020B0502040204020203" pitchFamily="34" charset="0"/>
            </a:endParaRPr>
          </a:p>
          <a:p>
            <a:pPr marL="342900" indent="-342900">
              <a:spcAft>
                <a:spcPts val="180"/>
              </a:spcAft>
              <a:buSzPct val="100000"/>
              <a:buChar char="•"/>
            </a:pPr>
            <a:r>
              <a:rPr lang="en-US" sz="1050" dirty="0">
                <a:solidFill>
                  <a:srgbClr val="7B2D00"/>
                </a:solidFill>
                <a:latin typeface="Segoe UI" panose="020B0502040204020203" pitchFamily="34" charset="0"/>
                <a:ea typeface="Calibri" pitchFamily="34" charset="-122"/>
                <a:cs typeface="Calibri" pitchFamily="34" charset="-120"/>
              </a:rPr>
              <a:t>DES / 3DES — prohibited in TLS 1.3; legacy Kerberos only</a:t>
            </a:r>
            <a:endParaRPr lang="en-US" sz="1050" dirty="0">
              <a:latin typeface="Segoe UI" panose="020B0502040204020203" pitchFamily="34" charset="0"/>
            </a:endParaRPr>
          </a:p>
          <a:p>
            <a:pPr>
              <a:buNone/>
            </a:pPr>
            <a:endParaRPr lang="en-US" sz="500" dirty="0">
              <a:latin typeface="Segoe UI" panose="020B0502040204020203" pitchFamily="34" charset="0"/>
            </a:endParaRPr>
          </a:p>
          <a:p>
            <a:pPr marL="0" indent="0">
              <a:spcAft>
                <a:spcPts val="200"/>
              </a:spcAft>
              <a:buNone/>
            </a:pPr>
            <a:r>
              <a:rPr lang="en-US" sz="1200" b="1" dirty="0">
                <a:solidFill>
                  <a:srgbClr val="219EBC"/>
                </a:solidFill>
                <a:latin typeface="Segoe UI" panose="020B0502040204020203" pitchFamily="34" charset="0"/>
                <a:ea typeface="Calibri" pitchFamily="34" charset="-122"/>
                <a:cs typeface="Calibri" pitchFamily="34" charset="-120"/>
              </a:rPr>
              <a:t>Windows CNG (Cryptography Next Generation)</a:t>
            </a:r>
            <a:endParaRPr lang="en-US" sz="1200" dirty="0">
              <a:latin typeface="Segoe UI" panose="020B0502040204020203" pitchFamily="34" charset="0"/>
            </a:endParaRPr>
          </a:p>
          <a:p>
            <a:pPr marL="342900" indent="-342900">
              <a:spcAft>
                <a:spcPts val="18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CNG is the modern Windows crypto API — replaces CryptoAPI (CAPI)</a:t>
            </a:r>
            <a:endParaRPr lang="en-US" sz="1050" dirty="0">
              <a:latin typeface="Segoe UI" panose="020B0502040204020203" pitchFamily="34" charset="0"/>
            </a:endParaRPr>
          </a:p>
          <a:p>
            <a:pPr marL="342900" indent="-342900">
              <a:spcAft>
                <a:spcPts val="18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All Windows Server 2025 roles use CNG providers</a:t>
            </a:r>
            <a:endParaRPr lang="en-US" sz="1050" dirty="0">
              <a:latin typeface="Segoe UI" panose="020B0502040204020203" pitchFamily="34" charset="0"/>
            </a:endParaRPr>
          </a:p>
          <a:p>
            <a:pPr marL="342900" indent="-342900">
              <a:spcAft>
                <a:spcPts val="18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Algorithm agility: swap algorithms without changing application code</a:t>
            </a:r>
            <a:endParaRPr lang="en-US" sz="1050" dirty="0">
              <a:latin typeface="Segoe UI" panose="020B0502040204020203" pitchFamily="34" charset="0"/>
            </a:endParaRPr>
          </a:p>
          <a:p>
            <a:pPr marL="342900" indent="-342900">
              <a:spcAft>
                <a:spcPts val="18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FIPS 140-2/3 validated modules available via CNG</a:t>
            </a:r>
            <a:endParaRPr lang="en-US" sz="1050" dirty="0">
              <a:latin typeface="Segoe UI" panose="020B0502040204020203" pitchFamily="34" charset="0"/>
            </a:endParaRPr>
          </a:p>
          <a:p>
            <a:pPr>
              <a:buNone/>
            </a:pPr>
            <a:endParaRPr lang="en-US" sz="5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TLS Protocol Versions</a:t>
            </a:r>
            <a:endParaRPr lang="en-US" sz="1200" dirty="0">
              <a:latin typeface="Segoe UI" panose="020B0502040204020203" pitchFamily="34" charset="0"/>
            </a:endParaRPr>
          </a:p>
          <a:p>
            <a:pPr marL="342900" indent="-342900">
              <a:spcAft>
                <a:spcPts val="18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TLS 1.3 — default in WS2025; mandatory Perfect Forward Secrecy</a:t>
            </a:r>
            <a:endParaRPr lang="en-US" sz="1050" dirty="0">
              <a:latin typeface="Segoe UI" panose="020B0502040204020203" pitchFamily="34" charset="0"/>
            </a:endParaRPr>
          </a:p>
          <a:p>
            <a:pPr marL="342900" indent="-342900">
              <a:spcAft>
                <a:spcPts val="18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TLS 1.2 — still supported for compatibility</a:t>
            </a:r>
            <a:endParaRPr lang="en-US" sz="1050" dirty="0">
              <a:latin typeface="Segoe UI" panose="020B0502040204020203" pitchFamily="34" charset="0"/>
            </a:endParaRPr>
          </a:p>
          <a:p>
            <a:pPr marL="342900" indent="-342900">
              <a:spcAft>
                <a:spcPts val="180"/>
              </a:spcAft>
              <a:buSzPct val="100000"/>
              <a:buChar char="•"/>
            </a:pPr>
            <a:r>
              <a:rPr lang="en-US" sz="1050" dirty="0">
                <a:solidFill>
                  <a:srgbClr val="7B2D00"/>
                </a:solidFill>
                <a:latin typeface="Segoe UI" panose="020B0502040204020203" pitchFamily="34" charset="0"/>
                <a:ea typeface="Calibri" pitchFamily="34" charset="-122"/>
                <a:cs typeface="Calibri" pitchFamily="34" charset="-120"/>
              </a:rPr>
              <a:t>TLS 1.0 / 1.1, SSL 3.0 — disabled by default in WS2025</a:t>
            </a:r>
            <a:endParaRPr lang="en-US" sz="1050" dirty="0">
              <a:latin typeface="Segoe UI" panose="020B0502040204020203" pitchFamily="34" charset="0"/>
            </a:endParaRPr>
          </a:p>
        </p:txBody>
      </p:sp>
      <p:sp>
        <p:nvSpPr>
          <p:cNvPr id="6" name="Course footer">
            <a:extLst>
              <a:ext uri="{FF2B5EF4-FFF2-40B4-BE49-F238E27FC236}">
                <a16:creationId xmlns:a16="http://schemas.microsoft.com/office/drawing/2014/main" id="{40FD18A7-8F67-1EFE-96D0-E378AB37BB06}"/>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9 | Introduction to PKI</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7" name="TextBox 6">
            <a:extLst>
              <a:ext uri="{FF2B5EF4-FFF2-40B4-BE49-F238E27FC236}">
                <a16:creationId xmlns:a16="http://schemas.microsoft.com/office/drawing/2014/main" id="{3806790A-8D8D-4CA9-526A-46D678F15FD1}"/>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10822055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3FC8E-AAA5-F6A8-4A16-5EDCC8E2FFB8}"/>
              </a:ext>
            </a:extLst>
          </p:cNvPr>
          <p:cNvSpPr>
            <a:spLocks noGrp="1"/>
          </p:cNvSpPr>
          <p:nvPr>
            <p:ph type="title" idx="4294967295"/>
          </p:nvPr>
        </p:nvSpPr>
        <p:spPr>
          <a:xfrm>
            <a:off x="0" y="206375"/>
            <a:ext cx="8258175" cy="369888"/>
          </a:xfrm>
        </p:spPr>
        <p:txBody>
          <a:bodyPr wrap="square">
            <a:noAutofit/>
          </a:bodyPr>
          <a:lstStyle/>
          <a:p>
            <a:r>
              <a:rPr lang="en-GB" dirty="0"/>
              <a:t>Windows Certificate Stores</a:t>
            </a:r>
          </a:p>
        </p:txBody>
      </p:sp>
      <p:sp>
        <p:nvSpPr>
          <p:cNvPr id="5" name="DiagTitle">
            <a:extLst>
              <a:ext uri="{FF2B5EF4-FFF2-40B4-BE49-F238E27FC236}">
                <a16:creationId xmlns:a16="http://schemas.microsoft.com/office/drawing/2014/main" id="{C5CDC6BA-429C-F68D-E91E-488A04B3A2DD}"/>
              </a:ext>
            </a:extLst>
          </p:cNvPr>
          <p:cNvSpPr/>
          <p:nvPr/>
        </p:nvSpPr>
        <p:spPr>
          <a:xfrm>
            <a:off x="177800" y="727075"/>
            <a:ext cx="4050000" cy="200000"/>
          </a:xfrm>
          <a:prstGeom prst="rect">
            <a:avLst/>
          </a:prstGeom>
          <a:noFill/>
          <a:ln/>
        </p:spPr>
        <p:txBody>
          <a:bodyPr wrap="square" lIns="0" tIns="0" rIns="0" bIns="0" rtlCol="0" anchor="ctr">
            <a:normAutofit/>
          </a:bodyPr>
          <a:lstStyle/>
          <a:p>
            <a:pPr algn="l">
              <a:buNone/>
            </a:pPr>
            <a:r>
              <a:rPr lang="en-US" sz="1200" b="1" dirty="0">
                <a:solidFill>
                  <a:srgbClr val="219EBC"/>
                </a:solidFill>
                <a:latin typeface="Segoe UI" panose="020B0502040204020203" pitchFamily="34" charset="0"/>
                <a:ea typeface="Calibri" pitchFamily="34" charset="-122"/>
                <a:cs typeface="Calibri" pitchFamily="34" charset="-120"/>
              </a:rPr>
              <a:t>Certificate Store Hierarchy</a:t>
            </a:r>
            <a:endParaRPr lang="en-US" sz="1200" dirty="0">
              <a:latin typeface="Segoe UI" panose="020B0502040204020203" pitchFamily="34" charset="0"/>
            </a:endParaRPr>
          </a:p>
        </p:txBody>
      </p:sp>
      <p:sp>
        <p:nvSpPr>
          <p:cNvPr id="6" name="StoreBox20">
            <a:extLst>
              <a:ext uri="{FF2B5EF4-FFF2-40B4-BE49-F238E27FC236}">
                <a16:creationId xmlns:a16="http://schemas.microsoft.com/office/drawing/2014/main" id="{A12D23AF-5E0F-7441-60A6-76F018912C8C}"/>
              </a:ext>
            </a:extLst>
          </p:cNvPr>
          <p:cNvSpPr/>
          <p:nvPr/>
        </p:nvSpPr>
        <p:spPr>
          <a:xfrm>
            <a:off x="177800" y="727075"/>
            <a:ext cx="2050000" cy="680000"/>
          </a:xfrm>
          <a:prstGeom prst="rect">
            <a:avLst/>
          </a:prstGeom>
          <a:solidFill>
            <a:srgbClr val="243A5E"/>
          </a:solidFill>
          <a:ln w="18000">
            <a:solidFill>
              <a:srgbClr val="243A5E"/>
            </a:solidFill>
            <a:prstDash val="solid"/>
          </a:ln>
        </p:spPr>
        <p:txBody>
          <a:bodyPr wrap="square" lIns="91440" tIns="45720" rIns="91440" bIns="45720" rtlCol="0" anchor="ctr">
            <a:normAutofit/>
          </a:bodyPr>
          <a:lstStyle/>
          <a:p>
            <a:pPr algn="ctr">
              <a:buNone/>
            </a:pPr>
            <a:r>
              <a:rPr lang="en-US" sz="1050" b="1" dirty="0">
                <a:solidFill>
                  <a:srgbClr val="FFFFFF"/>
                </a:solidFill>
                <a:latin typeface="Segoe UI" panose="020B0502040204020203" pitchFamily="34" charset="0"/>
                <a:ea typeface="Calibri" pitchFamily="34" charset="-122"/>
                <a:cs typeface="Calibri" pitchFamily="34" charset="-120"/>
              </a:rPr>
              <a:t>Local Machine Store</a:t>
            </a:r>
            <a:endParaRPr lang="en-US" sz="1050" dirty="0">
              <a:latin typeface="Segoe UI" panose="020B0502040204020203" pitchFamily="34" charset="0"/>
            </a:endParaRPr>
          </a:p>
          <a:p>
            <a:pPr algn="ctr">
              <a:buNone/>
            </a:pPr>
            <a:r>
              <a:rPr lang="en-US" sz="900" dirty="0">
                <a:solidFill>
                  <a:srgbClr val="FFFFFF"/>
                </a:solidFill>
                <a:latin typeface="Segoe UI" panose="020B0502040204020203" pitchFamily="34" charset="0"/>
                <a:ea typeface="Calibri" pitchFamily="34" charset="-122"/>
                <a:cs typeface="Calibri" pitchFamily="34" charset="-120"/>
              </a:rPr>
              <a:t>certlm.msc — Computer certs</a:t>
            </a:r>
            <a:endParaRPr lang="en-US" sz="900" dirty="0">
              <a:latin typeface="Segoe UI" panose="020B0502040204020203" pitchFamily="34" charset="0"/>
            </a:endParaRPr>
          </a:p>
        </p:txBody>
      </p:sp>
      <p:sp>
        <p:nvSpPr>
          <p:cNvPr id="7" name="Arrow22">
            <a:extLst>
              <a:ext uri="{FF2B5EF4-FFF2-40B4-BE49-F238E27FC236}">
                <a16:creationId xmlns:a16="http://schemas.microsoft.com/office/drawing/2014/main" id="{7566ADB1-AF53-4319-832B-38B779958FB2}"/>
              </a:ext>
            </a:extLst>
          </p:cNvPr>
          <p:cNvSpPr/>
          <p:nvPr/>
        </p:nvSpPr>
        <p:spPr>
          <a:xfrm>
            <a:off x="1092800" y="1407075"/>
            <a:ext cx="220000" cy="220000"/>
          </a:xfrm>
          <a:prstGeom prst="downArrow">
            <a:avLst>
              <a:gd name="adj1" fmla="val 50000"/>
              <a:gd name="adj2" fmla="val 50000"/>
            </a:avLst>
          </a:prstGeom>
          <a:solidFill>
            <a:srgbClr val="8ECAE6"/>
          </a:solidFill>
          <a:ln w="0">
            <a:noFill/>
          </a:ln>
        </p:spPr>
        <p:txBody>
          <a:bodyPr/>
          <a:lstStyle/>
          <a:p>
            <a:endParaRPr lang="en-GB"/>
          </a:p>
        </p:txBody>
      </p:sp>
      <p:sp>
        <p:nvSpPr>
          <p:cNvPr id="8" name="StoreBox23">
            <a:extLst>
              <a:ext uri="{FF2B5EF4-FFF2-40B4-BE49-F238E27FC236}">
                <a16:creationId xmlns:a16="http://schemas.microsoft.com/office/drawing/2014/main" id="{20160743-7C48-0D47-EEF2-A1B1DB02FBF4}"/>
              </a:ext>
            </a:extLst>
          </p:cNvPr>
          <p:cNvSpPr/>
          <p:nvPr/>
        </p:nvSpPr>
        <p:spPr>
          <a:xfrm>
            <a:off x="177800" y="1627075"/>
            <a:ext cx="2050000" cy="680000"/>
          </a:xfrm>
          <a:prstGeom prst="rect">
            <a:avLst/>
          </a:prstGeom>
          <a:solidFill>
            <a:srgbClr val="0076D4"/>
          </a:solidFill>
          <a:ln w="18000">
            <a:solidFill>
              <a:srgbClr val="0076D4"/>
            </a:solidFill>
            <a:prstDash val="solid"/>
          </a:ln>
        </p:spPr>
        <p:txBody>
          <a:bodyPr wrap="square" lIns="91440" tIns="45720" rIns="91440" bIns="45720" rtlCol="0" anchor="ctr">
            <a:normAutofit/>
          </a:bodyPr>
          <a:lstStyle/>
          <a:p>
            <a:pPr algn="ctr">
              <a:buNone/>
            </a:pPr>
            <a:r>
              <a:rPr lang="en-US" sz="1050" b="1" dirty="0">
                <a:solidFill>
                  <a:srgbClr val="FFFFFF"/>
                </a:solidFill>
                <a:latin typeface="Segoe UI" panose="020B0502040204020203" pitchFamily="34" charset="0"/>
                <a:ea typeface="Calibri" pitchFamily="34" charset="-122"/>
                <a:cs typeface="Calibri" pitchFamily="34" charset="-120"/>
              </a:rPr>
              <a:t>Current User Store</a:t>
            </a:r>
            <a:endParaRPr lang="en-US" sz="1050" dirty="0">
              <a:latin typeface="Segoe UI" panose="020B0502040204020203" pitchFamily="34" charset="0"/>
            </a:endParaRPr>
          </a:p>
          <a:p>
            <a:pPr algn="ctr">
              <a:buNone/>
            </a:pPr>
            <a:r>
              <a:rPr lang="en-US" sz="900" dirty="0">
                <a:solidFill>
                  <a:srgbClr val="FFFFFF"/>
                </a:solidFill>
                <a:latin typeface="Segoe UI" panose="020B0502040204020203" pitchFamily="34" charset="0"/>
                <a:ea typeface="Calibri" pitchFamily="34" charset="-122"/>
                <a:cs typeface="Calibri" pitchFamily="34" charset="-120"/>
              </a:rPr>
              <a:t>certmgr.msc — User certs</a:t>
            </a:r>
            <a:endParaRPr lang="en-US" sz="900" dirty="0">
              <a:latin typeface="Segoe UI" panose="020B0502040204020203" pitchFamily="34" charset="0"/>
            </a:endParaRPr>
          </a:p>
        </p:txBody>
      </p:sp>
      <p:sp>
        <p:nvSpPr>
          <p:cNvPr id="9" name="Arrow25">
            <a:extLst>
              <a:ext uri="{FF2B5EF4-FFF2-40B4-BE49-F238E27FC236}">
                <a16:creationId xmlns:a16="http://schemas.microsoft.com/office/drawing/2014/main" id="{006A4393-8A33-B860-A7CB-692F620C1A59}"/>
              </a:ext>
            </a:extLst>
          </p:cNvPr>
          <p:cNvSpPr/>
          <p:nvPr/>
        </p:nvSpPr>
        <p:spPr>
          <a:xfrm>
            <a:off x="1092800" y="2307075"/>
            <a:ext cx="220000" cy="220000"/>
          </a:xfrm>
          <a:prstGeom prst="downArrow">
            <a:avLst>
              <a:gd name="adj1" fmla="val 50000"/>
              <a:gd name="adj2" fmla="val 50000"/>
            </a:avLst>
          </a:prstGeom>
          <a:solidFill>
            <a:srgbClr val="0076D4"/>
          </a:solidFill>
          <a:ln w="0">
            <a:noFill/>
          </a:ln>
        </p:spPr>
        <p:txBody>
          <a:bodyPr/>
          <a:lstStyle/>
          <a:p>
            <a:endParaRPr lang="en-GB"/>
          </a:p>
        </p:txBody>
      </p:sp>
      <p:sp>
        <p:nvSpPr>
          <p:cNvPr id="10" name="StoreBox26">
            <a:extLst>
              <a:ext uri="{FF2B5EF4-FFF2-40B4-BE49-F238E27FC236}">
                <a16:creationId xmlns:a16="http://schemas.microsoft.com/office/drawing/2014/main" id="{B4E1B9EE-08B5-9C2A-A553-595832DC890D}"/>
              </a:ext>
            </a:extLst>
          </p:cNvPr>
          <p:cNvSpPr/>
          <p:nvPr/>
        </p:nvSpPr>
        <p:spPr>
          <a:xfrm>
            <a:off x="177800" y="2527075"/>
            <a:ext cx="2050000" cy="680000"/>
          </a:xfrm>
          <a:prstGeom prst="rect">
            <a:avLst/>
          </a:prstGeom>
          <a:solidFill>
            <a:srgbClr val="0076D4"/>
          </a:solidFill>
          <a:ln w="18000">
            <a:solidFill>
              <a:srgbClr val="0076D4"/>
            </a:solidFill>
            <a:prstDash val="solid"/>
          </a:ln>
        </p:spPr>
        <p:txBody>
          <a:bodyPr wrap="square" lIns="91440" tIns="45720" rIns="91440" bIns="45720" rtlCol="0" anchor="ctr">
            <a:normAutofit/>
          </a:bodyPr>
          <a:lstStyle/>
          <a:p>
            <a:pPr algn="ctr">
              <a:buNone/>
            </a:pPr>
            <a:r>
              <a:rPr lang="en-US" sz="1050" b="1" dirty="0">
                <a:solidFill>
                  <a:srgbClr val="023047"/>
                </a:solidFill>
                <a:latin typeface="Segoe UI" panose="020B0502040204020203" pitchFamily="34" charset="0"/>
                <a:ea typeface="Calibri" pitchFamily="34" charset="-122"/>
                <a:cs typeface="Calibri" pitchFamily="34" charset="-120"/>
              </a:rPr>
              <a:t>Service Account Store</a:t>
            </a:r>
            <a:endParaRPr lang="en-US" sz="1050" dirty="0">
              <a:latin typeface="Segoe UI" panose="020B0502040204020203" pitchFamily="34" charset="0"/>
            </a:endParaRPr>
          </a:p>
          <a:p>
            <a:pPr algn="ctr">
              <a:buNone/>
            </a:pPr>
            <a:r>
              <a:rPr lang="en-US" sz="900" dirty="0">
                <a:solidFill>
                  <a:srgbClr val="023047"/>
                </a:solidFill>
                <a:latin typeface="Segoe UI" panose="020B0502040204020203" pitchFamily="34" charset="0"/>
                <a:ea typeface="Calibri" pitchFamily="34" charset="-122"/>
                <a:cs typeface="Calibri" pitchFamily="34" charset="-120"/>
              </a:rPr>
              <a:t>Per-service isolated store</a:t>
            </a:r>
            <a:endParaRPr lang="en-US" sz="900" dirty="0">
              <a:latin typeface="Segoe UI" panose="020B0502040204020203" pitchFamily="34" charset="0"/>
            </a:endParaRPr>
          </a:p>
        </p:txBody>
      </p:sp>
      <p:sp>
        <p:nvSpPr>
          <p:cNvPr id="11" name="SubLbl30">
            <a:extLst>
              <a:ext uri="{FF2B5EF4-FFF2-40B4-BE49-F238E27FC236}">
                <a16:creationId xmlns:a16="http://schemas.microsoft.com/office/drawing/2014/main" id="{A9EC0126-4AA2-C122-3303-8B89680A9F4B}"/>
              </a:ext>
            </a:extLst>
          </p:cNvPr>
          <p:cNvSpPr/>
          <p:nvPr/>
        </p:nvSpPr>
        <p:spPr>
          <a:xfrm>
            <a:off x="2347800" y="727075"/>
            <a:ext cx="1900000" cy="680000"/>
          </a:xfrm>
          <a:prstGeom prst="rect">
            <a:avLst/>
          </a:prstGeom>
          <a:solidFill>
            <a:srgbClr val="D8EEF8"/>
          </a:solidFill>
          <a:ln w="9000">
            <a:solidFill>
              <a:srgbClr val="8ECAE6"/>
            </a:solidFill>
            <a:prstDash val="solid"/>
          </a:ln>
        </p:spPr>
        <p:txBody>
          <a:bodyPr wrap="square" lIns="91440" tIns="45720" rIns="45720" bIns="45720" rtlCol="0" anchor="t">
            <a:normAutofit/>
          </a:bodyPr>
          <a:lstStyle/>
          <a:p>
            <a:pPr marL="0" indent="0">
              <a:spcAft>
                <a:spcPts val="200"/>
              </a:spcAft>
              <a:buNone/>
            </a:pPr>
            <a:r>
              <a:rPr lang="en-US" sz="950" b="1" dirty="0">
                <a:solidFill>
                  <a:srgbClr val="023047"/>
                </a:solidFill>
                <a:latin typeface="Segoe UI" panose="020B0502040204020203" pitchFamily="34" charset="0"/>
                <a:ea typeface="Calibri" pitchFamily="34" charset="-122"/>
                <a:cs typeface="Calibri" pitchFamily="34" charset="-120"/>
              </a:rPr>
              <a:t>Sub-stores:</a:t>
            </a:r>
            <a:endParaRPr lang="en-US" sz="950" dirty="0">
              <a:latin typeface="Segoe UI" panose="020B0502040204020203" pitchFamily="34" charset="0"/>
            </a:endParaRPr>
          </a:p>
          <a:p>
            <a:pPr marL="0" indent="0">
              <a:spcAft>
                <a:spcPts val="100"/>
              </a:spcAft>
              <a:buNone/>
            </a:pPr>
            <a:r>
              <a:rPr lang="en-US" sz="850" dirty="0">
                <a:solidFill>
                  <a:srgbClr val="023047"/>
                </a:solidFill>
                <a:latin typeface="Segoe UI" panose="020B0502040204020203" pitchFamily="34" charset="0"/>
                <a:ea typeface="Calibri" pitchFamily="34" charset="-122"/>
                <a:cs typeface="Calibri" pitchFamily="34" charset="-120"/>
              </a:rPr>
              <a:t>Personal, Trusted Root CA</a:t>
            </a:r>
            <a:endParaRPr lang="en-US" sz="850" dirty="0">
              <a:latin typeface="Segoe UI" panose="020B0502040204020203" pitchFamily="34" charset="0"/>
            </a:endParaRPr>
          </a:p>
          <a:p>
            <a:pPr marL="0" indent="0">
              <a:spcAft>
                <a:spcPts val="100"/>
              </a:spcAft>
              <a:buNone/>
            </a:pPr>
            <a:r>
              <a:rPr lang="en-US" sz="850" dirty="0">
                <a:solidFill>
                  <a:srgbClr val="023047"/>
                </a:solidFill>
                <a:latin typeface="Segoe UI" panose="020B0502040204020203" pitchFamily="34" charset="0"/>
                <a:ea typeface="Calibri" pitchFamily="34" charset="-122"/>
                <a:cs typeface="Calibri" pitchFamily="34" charset="-120"/>
              </a:rPr>
              <a:t>Intermediate CA, Trusted People</a:t>
            </a:r>
            <a:endParaRPr lang="en-US" sz="850" dirty="0">
              <a:latin typeface="Segoe UI" panose="020B0502040204020203" pitchFamily="34" charset="0"/>
            </a:endParaRPr>
          </a:p>
          <a:p>
            <a:pPr marL="0" indent="0">
              <a:spcAft>
                <a:spcPts val="100"/>
              </a:spcAft>
              <a:buNone/>
            </a:pPr>
            <a:r>
              <a:rPr lang="en-US" sz="850" dirty="0">
                <a:solidFill>
                  <a:srgbClr val="023047"/>
                </a:solidFill>
                <a:latin typeface="Segoe UI" panose="020B0502040204020203" pitchFamily="34" charset="0"/>
                <a:ea typeface="Calibri" pitchFamily="34" charset="-122"/>
                <a:cs typeface="Calibri" pitchFamily="34" charset="-120"/>
              </a:rPr>
              <a:t>Enterprise Trust, Smart Card</a:t>
            </a:r>
            <a:endParaRPr lang="en-US" sz="850" dirty="0">
              <a:latin typeface="Segoe UI" panose="020B0502040204020203" pitchFamily="34" charset="0"/>
            </a:endParaRPr>
          </a:p>
        </p:txBody>
      </p:sp>
      <p:sp>
        <p:nvSpPr>
          <p:cNvPr id="12" name="SubLbl31">
            <a:extLst>
              <a:ext uri="{FF2B5EF4-FFF2-40B4-BE49-F238E27FC236}">
                <a16:creationId xmlns:a16="http://schemas.microsoft.com/office/drawing/2014/main" id="{07D9F847-25EE-AB4C-CE3B-D83497308F39}"/>
              </a:ext>
            </a:extLst>
          </p:cNvPr>
          <p:cNvSpPr/>
          <p:nvPr/>
        </p:nvSpPr>
        <p:spPr>
          <a:xfrm>
            <a:off x="2347800" y="1627075"/>
            <a:ext cx="1900000" cy="680000"/>
          </a:xfrm>
          <a:prstGeom prst="rect">
            <a:avLst/>
          </a:prstGeom>
          <a:solidFill>
            <a:srgbClr val="D8EEF8"/>
          </a:solidFill>
          <a:ln w="9000">
            <a:solidFill>
              <a:srgbClr val="8ECAE6"/>
            </a:solidFill>
            <a:prstDash val="solid"/>
          </a:ln>
        </p:spPr>
        <p:txBody>
          <a:bodyPr wrap="square" lIns="91440" tIns="45720" rIns="45720" bIns="45720" rtlCol="0" anchor="t">
            <a:normAutofit/>
          </a:bodyPr>
          <a:lstStyle/>
          <a:p>
            <a:pPr marL="0" indent="0">
              <a:spcAft>
                <a:spcPts val="200"/>
              </a:spcAft>
              <a:buNone/>
            </a:pPr>
            <a:r>
              <a:rPr lang="en-US" sz="950" b="1" dirty="0">
                <a:solidFill>
                  <a:srgbClr val="023047"/>
                </a:solidFill>
                <a:latin typeface="Segoe UI" panose="020B0502040204020203" pitchFamily="34" charset="0"/>
                <a:ea typeface="Calibri" pitchFamily="34" charset="-122"/>
                <a:cs typeface="Calibri" pitchFamily="34" charset="-120"/>
              </a:rPr>
              <a:t>Sub-stores:</a:t>
            </a:r>
            <a:endParaRPr lang="en-US" sz="950" dirty="0">
              <a:latin typeface="Segoe UI" panose="020B0502040204020203" pitchFamily="34" charset="0"/>
            </a:endParaRPr>
          </a:p>
          <a:p>
            <a:pPr marL="0" indent="0">
              <a:spcAft>
                <a:spcPts val="100"/>
              </a:spcAft>
              <a:buNone/>
            </a:pPr>
            <a:r>
              <a:rPr lang="en-US" sz="850" dirty="0">
                <a:solidFill>
                  <a:srgbClr val="023047"/>
                </a:solidFill>
                <a:latin typeface="Segoe UI" panose="020B0502040204020203" pitchFamily="34" charset="0"/>
                <a:ea typeface="Calibri" pitchFamily="34" charset="-122"/>
                <a:cs typeface="Calibri" pitchFamily="34" charset="-120"/>
              </a:rPr>
              <a:t>Personal (My), Root CAs</a:t>
            </a:r>
            <a:endParaRPr lang="en-US" sz="850" dirty="0">
              <a:latin typeface="Segoe UI" panose="020B0502040204020203" pitchFamily="34" charset="0"/>
            </a:endParaRPr>
          </a:p>
          <a:p>
            <a:pPr marL="0" indent="0">
              <a:spcAft>
                <a:spcPts val="100"/>
              </a:spcAft>
              <a:buNone/>
            </a:pPr>
            <a:r>
              <a:rPr lang="en-US" sz="850" dirty="0">
                <a:solidFill>
                  <a:srgbClr val="023047"/>
                </a:solidFill>
                <a:latin typeface="Segoe UI" panose="020B0502040204020203" pitchFamily="34" charset="0"/>
                <a:ea typeface="Calibri" pitchFamily="34" charset="-122"/>
                <a:cs typeface="Calibri" pitchFamily="34" charset="-120"/>
              </a:rPr>
              <a:t>Intermediate CAs</a:t>
            </a:r>
            <a:endParaRPr lang="en-US" sz="850" dirty="0">
              <a:latin typeface="Segoe UI" panose="020B0502040204020203" pitchFamily="34" charset="0"/>
            </a:endParaRPr>
          </a:p>
          <a:p>
            <a:pPr marL="0" indent="0">
              <a:spcAft>
                <a:spcPts val="100"/>
              </a:spcAft>
              <a:buNone/>
            </a:pPr>
            <a:r>
              <a:rPr lang="en-US" sz="850" dirty="0">
                <a:solidFill>
                  <a:srgbClr val="023047"/>
                </a:solidFill>
                <a:latin typeface="Segoe UI" panose="020B0502040204020203" pitchFamily="34" charset="0"/>
                <a:ea typeface="Calibri" pitchFamily="34" charset="-122"/>
                <a:cs typeface="Calibri" pitchFamily="34" charset="-120"/>
              </a:rPr>
              <a:t>Certificate Enrolment Requests</a:t>
            </a:r>
            <a:endParaRPr lang="en-US" sz="850" dirty="0">
              <a:latin typeface="Segoe UI" panose="020B0502040204020203" pitchFamily="34" charset="0"/>
            </a:endParaRPr>
          </a:p>
        </p:txBody>
      </p:sp>
      <p:sp>
        <p:nvSpPr>
          <p:cNvPr id="13" name="SubLbl32">
            <a:extLst>
              <a:ext uri="{FF2B5EF4-FFF2-40B4-BE49-F238E27FC236}">
                <a16:creationId xmlns:a16="http://schemas.microsoft.com/office/drawing/2014/main" id="{8729A5D2-670C-2009-8BB2-0E0AD9EBD16A}"/>
              </a:ext>
            </a:extLst>
          </p:cNvPr>
          <p:cNvSpPr/>
          <p:nvPr/>
        </p:nvSpPr>
        <p:spPr>
          <a:xfrm>
            <a:off x="2347800" y="2527075"/>
            <a:ext cx="1900000" cy="680000"/>
          </a:xfrm>
          <a:prstGeom prst="rect">
            <a:avLst/>
          </a:prstGeom>
          <a:solidFill>
            <a:srgbClr val="D8EEF8"/>
          </a:solidFill>
          <a:ln w="9000">
            <a:solidFill>
              <a:srgbClr val="8ECAE6"/>
            </a:solidFill>
            <a:prstDash val="solid"/>
          </a:ln>
        </p:spPr>
        <p:txBody>
          <a:bodyPr wrap="square" lIns="91440" tIns="45720" rIns="45720" bIns="45720" rtlCol="0" anchor="t">
            <a:normAutofit/>
          </a:bodyPr>
          <a:lstStyle/>
          <a:p>
            <a:pPr marL="0" indent="0">
              <a:spcAft>
                <a:spcPts val="200"/>
              </a:spcAft>
              <a:buNone/>
            </a:pPr>
            <a:r>
              <a:rPr lang="en-US" sz="950" b="1" dirty="0">
                <a:solidFill>
                  <a:srgbClr val="023047"/>
                </a:solidFill>
                <a:latin typeface="Segoe UI" panose="020B0502040204020203" pitchFamily="34" charset="0"/>
                <a:ea typeface="Calibri" pitchFamily="34" charset="-122"/>
                <a:cs typeface="Calibri" pitchFamily="34" charset="-120"/>
              </a:rPr>
              <a:t>Sub-stores:</a:t>
            </a:r>
            <a:endParaRPr lang="en-US" sz="950" dirty="0">
              <a:latin typeface="Segoe UI" panose="020B0502040204020203" pitchFamily="34" charset="0"/>
            </a:endParaRPr>
          </a:p>
          <a:p>
            <a:pPr marL="0" indent="0">
              <a:spcAft>
                <a:spcPts val="100"/>
              </a:spcAft>
              <a:buNone/>
            </a:pPr>
            <a:r>
              <a:rPr lang="en-US" sz="850" dirty="0">
                <a:solidFill>
                  <a:srgbClr val="023047"/>
                </a:solidFill>
                <a:latin typeface="Segoe UI" panose="020B0502040204020203" pitchFamily="34" charset="0"/>
                <a:ea typeface="Calibri" pitchFamily="34" charset="-122"/>
                <a:cs typeface="Calibri" pitchFamily="34" charset="-120"/>
              </a:rPr>
              <a:t>Isolated per Windows service</a:t>
            </a:r>
            <a:endParaRPr lang="en-US" sz="850" dirty="0">
              <a:latin typeface="Segoe UI" panose="020B0502040204020203" pitchFamily="34" charset="0"/>
            </a:endParaRPr>
          </a:p>
          <a:p>
            <a:pPr marL="0" indent="0">
              <a:spcAft>
                <a:spcPts val="100"/>
              </a:spcAft>
              <a:buNone/>
            </a:pPr>
            <a:r>
              <a:rPr lang="en-US" sz="850" dirty="0">
                <a:solidFill>
                  <a:srgbClr val="023047"/>
                </a:solidFill>
                <a:latin typeface="Segoe UI" panose="020B0502040204020203" pitchFamily="34" charset="0"/>
                <a:ea typeface="Calibri" pitchFamily="34" charset="-122"/>
                <a:cs typeface="Calibri" pitchFamily="34" charset="-120"/>
              </a:rPr>
              <a:t>e.g. IIS app pool identity</a:t>
            </a:r>
            <a:endParaRPr lang="en-US" sz="850" dirty="0">
              <a:latin typeface="Segoe UI" panose="020B0502040204020203" pitchFamily="34" charset="0"/>
            </a:endParaRPr>
          </a:p>
          <a:p>
            <a:pPr marL="0" indent="0">
              <a:spcAft>
                <a:spcPts val="100"/>
              </a:spcAft>
              <a:buNone/>
            </a:pPr>
            <a:r>
              <a:rPr lang="en-US" sz="850" dirty="0">
                <a:solidFill>
                  <a:srgbClr val="023047"/>
                </a:solidFill>
                <a:latin typeface="Segoe UI" panose="020B0502040204020203" pitchFamily="34" charset="0"/>
                <a:ea typeface="Calibri" pitchFamily="34" charset="-122"/>
                <a:cs typeface="Calibri" pitchFamily="34" charset="-120"/>
              </a:rPr>
              <a:t>Managed via certlm.msc</a:t>
            </a:r>
            <a:endParaRPr lang="en-US" sz="850" dirty="0">
              <a:latin typeface="Segoe UI" panose="020B0502040204020203" pitchFamily="34" charset="0"/>
            </a:endParaRPr>
          </a:p>
        </p:txBody>
      </p:sp>
      <p:sp>
        <p:nvSpPr>
          <p:cNvPr id="14" name="Divider">
            <a:extLst>
              <a:ext uri="{FF2B5EF4-FFF2-40B4-BE49-F238E27FC236}">
                <a16:creationId xmlns:a16="http://schemas.microsoft.com/office/drawing/2014/main" id="{21CE01FC-36A7-90A8-C78D-93706BC6C395}"/>
              </a:ext>
            </a:extLst>
          </p:cNvPr>
          <p:cNvSpPr/>
          <p:nvPr/>
        </p:nvSpPr>
        <p:spPr>
          <a:xfrm>
            <a:off x="4534920" y="727075"/>
            <a:ext cx="18000" cy="4150000"/>
          </a:xfrm>
          <a:prstGeom prst="rect">
            <a:avLst/>
          </a:prstGeom>
          <a:solidFill>
            <a:srgbClr val="8ECAE6"/>
          </a:solidFill>
          <a:ln/>
        </p:spPr>
        <p:txBody>
          <a:bodyPr/>
          <a:lstStyle/>
          <a:p>
            <a:endParaRPr lang="en-GB"/>
          </a:p>
        </p:txBody>
      </p:sp>
      <p:sp>
        <p:nvSpPr>
          <p:cNvPr id="15" name="RightCol">
            <a:extLst>
              <a:ext uri="{FF2B5EF4-FFF2-40B4-BE49-F238E27FC236}">
                <a16:creationId xmlns:a16="http://schemas.microsoft.com/office/drawing/2014/main" id="{008B9735-C749-C892-A672-30B9673FAB64}"/>
              </a:ext>
            </a:extLst>
          </p:cNvPr>
          <p:cNvSpPr/>
          <p:nvPr/>
        </p:nvSpPr>
        <p:spPr>
          <a:xfrm>
            <a:off x="4614920" y="727075"/>
            <a:ext cx="4350000" cy="4200000"/>
          </a:xfrm>
          <a:prstGeom prst="rect">
            <a:avLst/>
          </a:prstGeom>
          <a:solidFill>
            <a:srgbClr val="F0F8FB"/>
          </a:solidFill>
          <a:ln w="9000">
            <a:solidFill>
              <a:srgbClr val="8ECAE6"/>
            </a:solidFill>
            <a:prstDash val="solid"/>
          </a:ln>
        </p:spPr>
        <p:txBody>
          <a:bodyPr wrap="square" lIns="91440" tIns="91440" rIns="91440" bIns="45720" rtlCol="0" anchor="t">
            <a:normAutofit lnSpcReduction="10000"/>
          </a:bodyPr>
          <a:lstStyle/>
          <a:p>
            <a:pPr marL="0" indent="0">
              <a:spcAft>
                <a:spcPts val="200"/>
              </a:spcAft>
              <a:buNone/>
            </a:pPr>
            <a:r>
              <a:rPr lang="en-US" sz="1200" b="1" dirty="0">
                <a:solidFill>
                  <a:srgbClr val="219EBC"/>
                </a:solidFill>
                <a:latin typeface="Segoe UI" panose="020B0502040204020203" pitchFamily="34" charset="0"/>
                <a:ea typeface="Calibri" pitchFamily="34" charset="-122"/>
                <a:cs typeface="Calibri" pitchFamily="34" charset="-120"/>
              </a:rPr>
              <a:t>View &amp; Manage Stores — PowerShell</a:t>
            </a:r>
            <a:endParaRPr lang="en-US" sz="1200" dirty="0">
              <a:latin typeface="Segoe UI" panose="020B0502040204020203" pitchFamily="34" charset="0"/>
            </a:endParaRPr>
          </a:p>
          <a:p>
            <a:pPr marL="0" indent="0">
              <a:spcAft>
                <a:spcPts val="100"/>
              </a:spcAft>
              <a:buNone/>
            </a:pPr>
            <a:r>
              <a:rPr lang="en-US" sz="900" dirty="0">
                <a:solidFill>
                  <a:srgbClr val="0D3349"/>
                </a:solidFill>
                <a:latin typeface="Segoe UI" panose="020B0502040204020203" pitchFamily="34" charset="0"/>
                <a:ea typeface="Consolas" pitchFamily="49" charset="-122"/>
                <a:cs typeface="Consolas" pitchFamily="49" charset="-120"/>
              </a:rPr>
              <a:t># List all certs in LocalMachine\My</a:t>
            </a:r>
            <a:endParaRPr lang="en-US" sz="900" dirty="0">
              <a:latin typeface="Segoe UI" panose="020B0502040204020203" pitchFamily="34" charset="0"/>
            </a:endParaRPr>
          </a:p>
          <a:p>
            <a:pPr marL="0" indent="0">
              <a:spcAft>
                <a:spcPts val="100"/>
              </a:spcAft>
              <a:buNone/>
            </a:pPr>
            <a:r>
              <a:rPr lang="en-US" sz="900" dirty="0">
                <a:solidFill>
                  <a:srgbClr val="0D3349"/>
                </a:solidFill>
                <a:latin typeface="Segoe UI" panose="020B0502040204020203" pitchFamily="34" charset="0"/>
                <a:ea typeface="Consolas" pitchFamily="49" charset="-122"/>
                <a:cs typeface="Consolas" pitchFamily="49" charset="-120"/>
              </a:rPr>
              <a:t>Get-ChildItem Cert:\LocalMachine\My</a:t>
            </a:r>
            <a:endParaRPr lang="en-US" sz="900" dirty="0">
              <a:latin typeface="Segoe UI" panose="020B0502040204020203" pitchFamily="34" charset="0"/>
            </a:endParaRPr>
          </a:p>
          <a:p>
            <a:pPr marL="0" indent="0">
              <a:spcAft>
                <a:spcPts val="100"/>
              </a:spcAft>
              <a:buNone/>
            </a:pPr>
            <a:endParaRPr lang="en-US" sz="900" dirty="0">
              <a:latin typeface="Segoe UI" panose="020B0502040204020203" pitchFamily="34" charset="0"/>
            </a:endParaRPr>
          </a:p>
          <a:p>
            <a:pPr marL="0" indent="0">
              <a:spcAft>
                <a:spcPts val="100"/>
              </a:spcAft>
              <a:buNone/>
            </a:pPr>
            <a:r>
              <a:rPr lang="en-US" sz="900" dirty="0">
                <a:solidFill>
                  <a:srgbClr val="0D3349"/>
                </a:solidFill>
                <a:latin typeface="Segoe UI" panose="020B0502040204020203" pitchFamily="34" charset="0"/>
                <a:ea typeface="Consolas" pitchFamily="49" charset="-122"/>
                <a:cs typeface="Consolas" pitchFamily="49" charset="-120"/>
              </a:rPr>
              <a:t># Find expiring certs (next 30 days)</a:t>
            </a:r>
            <a:endParaRPr lang="en-US" sz="900" dirty="0">
              <a:latin typeface="Segoe UI" panose="020B0502040204020203" pitchFamily="34" charset="0"/>
            </a:endParaRPr>
          </a:p>
          <a:p>
            <a:pPr marL="0" indent="0">
              <a:spcAft>
                <a:spcPts val="100"/>
              </a:spcAft>
              <a:buNone/>
            </a:pPr>
            <a:r>
              <a:rPr lang="en-US" sz="900" dirty="0">
                <a:solidFill>
                  <a:srgbClr val="0D3349"/>
                </a:solidFill>
                <a:latin typeface="Segoe UI" panose="020B0502040204020203" pitchFamily="34" charset="0"/>
                <a:ea typeface="Consolas" pitchFamily="49" charset="-122"/>
                <a:cs typeface="Consolas" pitchFamily="49" charset="-120"/>
              </a:rPr>
              <a:t>$exp = (Get-Date).AddDays(30)</a:t>
            </a:r>
            <a:endParaRPr lang="en-US" sz="900" dirty="0">
              <a:latin typeface="Segoe UI" panose="020B0502040204020203" pitchFamily="34" charset="0"/>
            </a:endParaRPr>
          </a:p>
          <a:p>
            <a:pPr marL="0" indent="0">
              <a:spcAft>
                <a:spcPts val="100"/>
              </a:spcAft>
              <a:buNone/>
            </a:pPr>
            <a:r>
              <a:rPr lang="en-US" sz="900" dirty="0">
                <a:solidFill>
                  <a:srgbClr val="0D3349"/>
                </a:solidFill>
                <a:latin typeface="Segoe UI" panose="020B0502040204020203" pitchFamily="34" charset="0"/>
                <a:ea typeface="Consolas" pitchFamily="49" charset="-122"/>
                <a:cs typeface="Consolas" pitchFamily="49" charset="-120"/>
              </a:rPr>
              <a:t>Get-ChildItem Cert:\LocalMachine\My |</a:t>
            </a:r>
            <a:endParaRPr lang="en-US" sz="900" dirty="0">
              <a:latin typeface="Segoe UI" panose="020B0502040204020203" pitchFamily="34" charset="0"/>
            </a:endParaRPr>
          </a:p>
          <a:p>
            <a:pPr marL="0" indent="0">
              <a:spcAft>
                <a:spcPts val="100"/>
              </a:spcAft>
              <a:buNone/>
            </a:pPr>
            <a:r>
              <a:rPr lang="en-US" sz="900" dirty="0">
                <a:solidFill>
                  <a:srgbClr val="0D3349"/>
                </a:solidFill>
                <a:latin typeface="Segoe UI" panose="020B0502040204020203" pitchFamily="34" charset="0"/>
                <a:ea typeface="Consolas" pitchFamily="49" charset="-122"/>
                <a:cs typeface="Consolas" pitchFamily="49" charset="-120"/>
              </a:rPr>
              <a:t> Where NotAfter -lt \$exp</a:t>
            </a:r>
            <a:endParaRPr lang="en-US" sz="900" dirty="0">
              <a:latin typeface="Segoe UI" panose="020B0502040204020203" pitchFamily="34" charset="0"/>
            </a:endParaRPr>
          </a:p>
          <a:p>
            <a:pPr marL="0" indent="0">
              <a:spcAft>
                <a:spcPts val="100"/>
              </a:spcAft>
              <a:buNone/>
            </a:pPr>
            <a:endParaRPr lang="en-US" sz="900" dirty="0">
              <a:latin typeface="Segoe UI" panose="020B0502040204020203" pitchFamily="34" charset="0"/>
            </a:endParaRPr>
          </a:p>
          <a:p>
            <a:pPr marL="0" indent="0">
              <a:spcAft>
                <a:spcPts val="100"/>
              </a:spcAft>
              <a:buNone/>
            </a:pPr>
            <a:r>
              <a:rPr lang="en-US" sz="900" dirty="0">
                <a:solidFill>
                  <a:srgbClr val="0D3349"/>
                </a:solidFill>
                <a:latin typeface="Segoe UI" panose="020B0502040204020203" pitchFamily="34" charset="0"/>
                <a:ea typeface="Consolas" pitchFamily="49" charset="-122"/>
                <a:cs typeface="Consolas" pitchFamily="49" charset="-120"/>
              </a:rPr>
              <a:t># Export cert to PFX (with private key)</a:t>
            </a:r>
            <a:endParaRPr lang="en-US" sz="900" dirty="0">
              <a:latin typeface="Segoe UI" panose="020B0502040204020203" pitchFamily="34" charset="0"/>
            </a:endParaRPr>
          </a:p>
          <a:p>
            <a:pPr marL="0" indent="0">
              <a:spcAft>
                <a:spcPts val="100"/>
              </a:spcAft>
              <a:buNone/>
            </a:pPr>
            <a:r>
              <a:rPr lang="en-US" sz="900" dirty="0">
                <a:solidFill>
                  <a:srgbClr val="0D3349"/>
                </a:solidFill>
                <a:latin typeface="Segoe UI" panose="020B0502040204020203" pitchFamily="34" charset="0"/>
                <a:ea typeface="Consolas" pitchFamily="49" charset="-122"/>
                <a:cs typeface="Consolas" pitchFamily="49" charset="-120"/>
              </a:rPr>
              <a:t>Export-PfxCertificate -Cert \</a:t>
            </a:r>
            <a:endParaRPr lang="en-US" sz="900" dirty="0">
              <a:latin typeface="Segoe UI" panose="020B0502040204020203" pitchFamily="34" charset="0"/>
            </a:endParaRPr>
          </a:p>
          <a:p>
            <a:pPr marL="0" indent="0">
              <a:spcAft>
                <a:spcPts val="100"/>
              </a:spcAft>
              <a:buNone/>
            </a:pPr>
            <a:r>
              <a:rPr lang="en-US" sz="900" dirty="0">
                <a:solidFill>
                  <a:srgbClr val="0D3349"/>
                </a:solidFill>
                <a:latin typeface="Segoe UI" panose="020B0502040204020203" pitchFamily="34" charset="0"/>
                <a:ea typeface="Consolas" pitchFamily="49" charset="-122"/>
                <a:cs typeface="Consolas" pitchFamily="49" charset="-120"/>
              </a:rPr>
              <a:t> Cert:\LocalMachine\My\&lt;thumb&gt; \</a:t>
            </a:r>
            <a:endParaRPr lang="en-US" sz="900" dirty="0">
              <a:latin typeface="Segoe UI" panose="020B0502040204020203" pitchFamily="34" charset="0"/>
            </a:endParaRPr>
          </a:p>
          <a:p>
            <a:pPr marL="0" indent="0">
              <a:spcAft>
                <a:spcPts val="100"/>
              </a:spcAft>
              <a:buNone/>
            </a:pPr>
            <a:r>
              <a:rPr lang="en-US" sz="900" dirty="0">
                <a:solidFill>
                  <a:srgbClr val="0D3349"/>
                </a:solidFill>
                <a:latin typeface="Segoe UI" panose="020B0502040204020203" pitchFamily="34" charset="0"/>
                <a:ea typeface="Consolas" pitchFamily="49" charset="-122"/>
                <a:cs typeface="Consolas" pitchFamily="49" charset="-120"/>
              </a:rPr>
              <a:t> -FilePath C:\export\server.pfx \</a:t>
            </a:r>
            <a:endParaRPr lang="en-US" sz="900" dirty="0">
              <a:latin typeface="Segoe UI" panose="020B0502040204020203" pitchFamily="34" charset="0"/>
            </a:endParaRPr>
          </a:p>
          <a:p>
            <a:pPr marL="0" indent="0">
              <a:spcAft>
                <a:spcPts val="100"/>
              </a:spcAft>
              <a:buNone/>
            </a:pPr>
            <a:r>
              <a:rPr lang="en-US" sz="900" dirty="0">
                <a:solidFill>
                  <a:srgbClr val="0D3349"/>
                </a:solidFill>
                <a:latin typeface="Segoe UI" panose="020B0502040204020203" pitchFamily="34" charset="0"/>
                <a:ea typeface="Consolas" pitchFamily="49" charset="-122"/>
                <a:cs typeface="Consolas" pitchFamily="49" charset="-120"/>
              </a:rPr>
              <a:t> -Password (Read-Host -AsSecureString)</a:t>
            </a:r>
            <a:endParaRPr lang="en-US" sz="900" dirty="0">
              <a:latin typeface="Segoe UI" panose="020B0502040204020203" pitchFamily="34" charset="0"/>
            </a:endParaRPr>
          </a:p>
          <a:p>
            <a:pPr marL="0" indent="0">
              <a:spcAft>
                <a:spcPts val="100"/>
              </a:spcAft>
              <a:buNone/>
            </a:pPr>
            <a:endParaRPr lang="en-US" sz="900" dirty="0">
              <a:latin typeface="Segoe UI" panose="020B0502040204020203" pitchFamily="34" charset="0"/>
            </a:endParaRPr>
          </a:p>
          <a:p>
            <a:pPr marL="0" indent="0">
              <a:spcAft>
                <a:spcPts val="100"/>
              </a:spcAft>
              <a:buNone/>
            </a:pPr>
            <a:r>
              <a:rPr lang="en-US" sz="900" dirty="0">
                <a:solidFill>
                  <a:srgbClr val="0D3349"/>
                </a:solidFill>
                <a:latin typeface="Segoe UI" panose="020B0502040204020203" pitchFamily="34" charset="0"/>
                <a:ea typeface="Consolas" pitchFamily="49" charset="-122"/>
                <a:cs typeface="Consolas" pitchFamily="49" charset="-120"/>
              </a:rPr>
              <a:t># Import a PFX</a:t>
            </a:r>
            <a:endParaRPr lang="en-US" sz="900" dirty="0">
              <a:latin typeface="Segoe UI" panose="020B0502040204020203" pitchFamily="34" charset="0"/>
            </a:endParaRPr>
          </a:p>
          <a:p>
            <a:pPr marL="0" indent="0">
              <a:spcAft>
                <a:spcPts val="100"/>
              </a:spcAft>
              <a:buNone/>
            </a:pPr>
            <a:r>
              <a:rPr lang="en-US" sz="900" dirty="0">
                <a:solidFill>
                  <a:srgbClr val="0D3349"/>
                </a:solidFill>
                <a:latin typeface="Segoe UI" panose="020B0502040204020203" pitchFamily="34" charset="0"/>
                <a:ea typeface="Consolas" pitchFamily="49" charset="-122"/>
                <a:cs typeface="Consolas" pitchFamily="49" charset="-120"/>
              </a:rPr>
              <a:t>Import-PfxCertificate -FilePath C:\cert.pfx \</a:t>
            </a:r>
            <a:endParaRPr lang="en-US" sz="900" dirty="0">
              <a:latin typeface="Segoe UI" panose="020B0502040204020203" pitchFamily="34" charset="0"/>
            </a:endParaRPr>
          </a:p>
          <a:p>
            <a:pPr marL="0" indent="0">
              <a:spcAft>
                <a:spcPts val="100"/>
              </a:spcAft>
              <a:buNone/>
            </a:pPr>
            <a:r>
              <a:rPr lang="en-US" sz="900" dirty="0">
                <a:solidFill>
                  <a:srgbClr val="0D3349"/>
                </a:solidFill>
                <a:latin typeface="Segoe UI" panose="020B0502040204020203" pitchFamily="34" charset="0"/>
                <a:ea typeface="Consolas" pitchFamily="49" charset="-122"/>
                <a:cs typeface="Consolas" pitchFamily="49" charset="-120"/>
              </a:rPr>
              <a:t> -CertStoreLocation Cert:\LocalMachine\My</a:t>
            </a:r>
            <a:endParaRPr lang="en-US" sz="900" dirty="0">
              <a:latin typeface="Segoe UI" panose="020B0502040204020203" pitchFamily="34" charset="0"/>
            </a:endParaRPr>
          </a:p>
          <a:p>
            <a:pPr marL="0" indent="0">
              <a:spcAft>
                <a:spcPts val="100"/>
              </a:spcAft>
              <a:buNone/>
            </a:pPr>
            <a:endParaRPr lang="en-US" sz="900" dirty="0">
              <a:latin typeface="Segoe UI" panose="020B0502040204020203" pitchFamily="34" charset="0"/>
            </a:endParaRPr>
          </a:p>
          <a:p>
            <a:pPr marL="0" indent="0">
              <a:spcAft>
                <a:spcPts val="100"/>
              </a:spcAft>
              <a:buNone/>
            </a:pPr>
            <a:r>
              <a:rPr lang="en-US" sz="900" dirty="0">
                <a:solidFill>
                  <a:srgbClr val="0D3349"/>
                </a:solidFill>
                <a:latin typeface="Segoe UI" panose="020B0502040204020203" pitchFamily="34" charset="0"/>
                <a:ea typeface="Consolas" pitchFamily="49" charset="-122"/>
                <a:cs typeface="Consolas" pitchFamily="49" charset="-120"/>
              </a:rPr>
              <a:t># Remove expired certs</a:t>
            </a:r>
            <a:endParaRPr lang="en-US" sz="900" dirty="0">
              <a:latin typeface="Segoe UI" panose="020B0502040204020203" pitchFamily="34" charset="0"/>
            </a:endParaRPr>
          </a:p>
          <a:p>
            <a:pPr marL="0" indent="0">
              <a:spcAft>
                <a:spcPts val="100"/>
              </a:spcAft>
              <a:buNone/>
            </a:pPr>
            <a:r>
              <a:rPr lang="en-US" sz="900" dirty="0">
                <a:solidFill>
                  <a:srgbClr val="0D3349"/>
                </a:solidFill>
                <a:latin typeface="Segoe UI" panose="020B0502040204020203" pitchFamily="34" charset="0"/>
                <a:ea typeface="Consolas" pitchFamily="49" charset="-122"/>
                <a:cs typeface="Consolas" pitchFamily="49" charset="-120"/>
              </a:rPr>
              <a:t>Get-ChildItem Cert:\LocalMachine\My |</a:t>
            </a:r>
            <a:endParaRPr lang="en-US" sz="900" dirty="0">
              <a:latin typeface="Segoe UI" panose="020B0502040204020203" pitchFamily="34" charset="0"/>
            </a:endParaRPr>
          </a:p>
          <a:p>
            <a:pPr marL="0" indent="0">
              <a:spcAft>
                <a:spcPts val="100"/>
              </a:spcAft>
              <a:buNone/>
            </a:pPr>
            <a:r>
              <a:rPr lang="en-US" sz="900" dirty="0">
                <a:solidFill>
                  <a:srgbClr val="0D3349"/>
                </a:solidFill>
                <a:latin typeface="Segoe UI" panose="020B0502040204020203" pitchFamily="34" charset="0"/>
                <a:ea typeface="Consolas" pitchFamily="49" charset="-122"/>
                <a:cs typeface="Consolas" pitchFamily="49" charset="-120"/>
              </a:rPr>
              <a:t> Where NotAfter -lt (Get-Date) |</a:t>
            </a:r>
            <a:endParaRPr lang="en-US" sz="900" dirty="0">
              <a:latin typeface="Segoe UI" panose="020B0502040204020203" pitchFamily="34" charset="0"/>
            </a:endParaRPr>
          </a:p>
          <a:p>
            <a:pPr marL="0" indent="0">
              <a:spcAft>
                <a:spcPts val="100"/>
              </a:spcAft>
              <a:buNone/>
            </a:pPr>
            <a:r>
              <a:rPr lang="en-US" sz="900" dirty="0">
                <a:solidFill>
                  <a:srgbClr val="0D3349"/>
                </a:solidFill>
                <a:latin typeface="Segoe UI" panose="020B0502040204020203" pitchFamily="34" charset="0"/>
                <a:ea typeface="Consolas" pitchFamily="49" charset="-122"/>
                <a:cs typeface="Consolas" pitchFamily="49" charset="-120"/>
              </a:rPr>
              <a:t> Remove-Item</a:t>
            </a:r>
            <a:endParaRPr lang="en-US" sz="900" dirty="0">
              <a:latin typeface="Segoe UI" panose="020B0502040204020203" pitchFamily="34" charset="0"/>
            </a:endParaRPr>
          </a:p>
          <a:p>
            <a:pPr>
              <a:buNone/>
            </a:pPr>
            <a:endParaRPr lang="en-US" sz="4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GUI Tools</a:t>
            </a:r>
            <a:endParaRPr lang="en-US" sz="1200" dirty="0">
              <a:latin typeface="Segoe UI" panose="020B0502040204020203" pitchFamily="34" charset="0"/>
            </a:endParaRPr>
          </a:p>
          <a:p>
            <a:pPr marL="342900" indent="-342900">
              <a:spcAft>
                <a:spcPts val="18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certlm.msc — Local Machine store (admin required)</a:t>
            </a:r>
            <a:endParaRPr lang="en-US" sz="1000" dirty="0">
              <a:latin typeface="Segoe UI" panose="020B0502040204020203" pitchFamily="34" charset="0"/>
            </a:endParaRPr>
          </a:p>
          <a:p>
            <a:pPr marL="342900" indent="-342900">
              <a:spcAft>
                <a:spcPts val="18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certmgr.msc — Current User store</a:t>
            </a:r>
            <a:endParaRPr lang="en-US" sz="1000" dirty="0">
              <a:latin typeface="Segoe UI" panose="020B0502040204020203" pitchFamily="34" charset="0"/>
            </a:endParaRPr>
          </a:p>
          <a:p>
            <a:pPr marL="342900" indent="-342900">
              <a:spcAft>
                <a:spcPts val="18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MMC + Certificates snap-in — for service accounts</a:t>
            </a:r>
            <a:endParaRPr lang="en-US" sz="1000" dirty="0">
              <a:latin typeface="Segoe UI" panose="020B0502040204020203" pitchFamily="34" charset="0"/>
            </a:endParaRPr>
          </a:p>
        </p:txBody>
      </p:sp>
      <p:sp>
        <p:nvSpPr>
          <p:cNvPr id="16" name="Course footer">
            <a:extLst>
              <a:ext uri="{FF2B5EF4-FFF2-40B4-BE49-F238E27FC236}">
                <a16:creationId xmlns:a16="http://schemas.microsoft.com/office/drawing/2014/main" id="{8FF9BE6F-F792-81A7-1732-7CF6777E29D5}"/>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9 | Introduction to PKI</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7" name="TextBox 16">
            <a:extLst>
              <a:ext uri="{FF2B5EF4-FFF2-40B4-BE49-F238E27FC236}">
                <a16:creationId xmlns:a16="http://schemas.microsoft.com/office/drawing/2014/main" id="{F2180831-BD31-8A9C-0145-6F4D29DD053B}"/>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60753068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DA005-5227-D19F-1361-5E98F3BF3812}"/>
              </a:ext>
            </a:extLst>
          </p:cNvPr>
          <p:cNvSpPr>
            <a:spLocks noGrp="1"/>
          </p:cNvSpPr>
          <p:nvPr>
            <p:ph type="title" idx="4294967295"/>
          </p:nvPr>
        </p:nvSpPr>
        <p:spPr>
          <a:xfrm>
            <a:off x="475832" y="158250"/>
            <a:ext cx="8258175" cy="327025"/>
          </a:xfrm>
        </p:spPr>
        <p:txBody>
          <a:bodyPr wrap="square">
            <a:noAutofit/>
          </a:bodyPr>
          <a:lstStyle/>
          <a:p>
            <a:r>
              <a:rPr lang="en-GB" dirty="0"/>
              <a:t>Certificate Lifecycle &amp; AD CS</a:t>
            </a:r>
          </a:p>
        </p:txBody>
      </p:sp>
      <p:sp>
        <p:nvSpPr>
          <p:cNvPr id="3" name="Stage0">
            <a:extLst>
              <a:ext uri="{FF2B5EF4-FFF2-40B4-BE49-F238E27FC236}">
                <a16:creationId xmlns:a16="http://schemas.microsoft.com/office/drawing/2014/main" id="{7020A28B-179E-6BC8-38F2-D6AEEA3B48DC}"/>
              </a:ext>
            </a:extLst>
          </p:cNvPr>
          <p:cNvSpPr/>
          <p:nvPr/>
        </p:nvSpPr>
        <p:spPr>
          <a:xfrm>
            <a:off x="426920" y="694690"/>
            <a:ext cx="1560000" cy="600000"/>
          </a:xfrm>
          <a:prstGeom prst="rect">
            <a:avLst/>
          </a:prstGeom>
          <a:solidFill>
            <a:srgbClr val="243A5E"/>
          </a:solidFill>
          <a:ln w="0">
            <a:noFill/>
          </a:ln>
        </p:spPr>
        <p:txBody>
          <a:bodyPr wrap="square" lIns="45720" tIns="45720" rIns="45720" bIns="45720" rtlCol="0" anchor="ctr">
            <a:normAutofit/>
          </a:bodyPr>
          <a:lstStyle/>
          <a:p>
            <a:pPr algn="ctr">
              <a:buNone/>
            </a:pPr>
            <a:r>
              <a:rPr lang="en-US" sz="1000" b="1" dirty="0">
                <a:solidFill>
                  <a:srgbClr val="FFFFFF"/>
                </a:solidFill>
                <a:latin typeface="Segoe UI" panose="020B0502040204020203" pitchFamily="34" charset="0"/>
                <a:ea typeface="Calibri" pitchFamily="34" charset="-122"/>
                <a:cs typeface="Calibri" pitchFamily="34" charset="-120"/>
              </a:rPr>
              <a:t>1. Request</a:t>
            </a:r>
            <a:endParaRPr lang="en-US" sz="1000" dirty="0">
              <a:latin typeface="Segoe UI" panose="020B0502040204020203" pitchFamily="34" charset="0"/>
            </a:endParaRPr>
          </a:p>
          <a:p>
            <a:pPr algn="ctr">
              <a:buNone/>
            </a:pPr>
            <a:r>
              <a:rPr lang="en-US" sz="850" dirty="0">
                <a:solidFill>
                  <a:srgbClr val="FFFFFF"/>
                </a:solidFill>
                <a:latin typeface="Segoe UI" panose="020B0502040204020203" pitchFamily="34" charset="0"/>
                <a:ea typeface="Calibri" pitchFamily="34" charset="-122"/>
                <a:cs typeface="Calibri" pitchFamily="34" charset="-120"/>
              </a:rPr>
              <a:t>CSR generated · by client</a:t>
            </a:r>
            <a:endParaRPr lang="en-US" sz="850" dirty="0">
              <a:latin typeface="Segoe UI" panose="020B0502040204020203" pitchFamily="34" charset="0"/>
            </a:endParaRPr>
          </a:p>
        </p:txBody>
      </p:sp>
      <p:sp>
        <p:nvSpPr>
          <p:cNvPr id="4" name="Arr0">
            <a:extLst>
              <a:ext uri="{FF2B5EF4-FFF2-40B4-BE49-F238E27FC236}">
                <a16:creationId xmlns:a16="http://schemas.microsoft.com/office/drawing/2014/main" id="{C5E207E7-DC08-385D-F129-DA3F1669C531}"/>
              </a:ext>
            </a:extLst>
          </p:cNvPr>
          <p:cNvSpPr/>
          <p:nvPr/>
        </p:nvSpPr>
        <p:spPr>
          <a:xfrm rot="5400000">
            <a:off x="1986920" y="934690"/>
            <a:ext cx="120000" cy="120000"/>
          </a:xfrm>
          <a:prstGeom prst="rightArrow">
            <a:avLst>
              <a:gd name="adj1" fmla="val 50000"/>
              <a:gd name="adj2" fmla="val 50000"/>
            </a:avLst>
          </a:prstGeom>
          <a:solidFill>
            <a:srgbClr val="8ECAE6"/>
          </a:solidFill>
          <a:ln w="0">
            <a:noFill/>
          </a:ln>
        </p:spPr>
        <p:txBody>
          <a:bodyPr/>
          <a:lstStyle/>
          <a:p>
            <a:endParaRPr lang="en-GB"/>
          </a:p>
        </p:txBody>
      </p:sp>
      <p:sp>
        <p:nvSpPr>
          <p:cNvPr id="5" name="Stage1">
            <a:extLst>
              <a:ext uri="{FF2B5EF4-FFF2-40B4-BE49-F238E27FC236}">
                <a16:creationId xmlns:a16="http://schemas.microsoft.com/office/drawing/2014/main" id="{C85C798A-4EEA-F0FA-F0D8-E0FBD31D2D81}"/>
              </a:ext>
            </a:extLst>
          </p:cNvPr>
          <p:cNvSpPr/>
          <p:nvPr/>
        </p:nvSpPr>
        <p:spPr>
          <a:xfrm>
            <a:off x="2106920" y="694690"/>
            <a:ext cx="1560000" cy="600000"/>
          </a:xfrm>
          <a:prstGeom prst="rect">
            <a:avLst/>
          </a:prstGeom>
          <a:solidFill>
            <a:srgbClr val="0076D4"/>
          </a:solidFill>
          <a:ln w="0">
            <a:noFill/>
          </a:ln>
        </p:spPr>
        <p:txBody>
          <a:bodyPr wrap="square" lIns="45720" tIns="45720" rIns="45720" bIns="45720" rtlCol="0" anchor="ctr">
            <a:normAutofit/>
          </a:bodyPr>
          <a:lstStyle/>
          <a:p>
            <a:pPr algn="ctr">
              <a:buNone/>
            </a:pPr>
            <a:r>
              <a:rPr lang="en-US" sz="1000" b="1" dirty="0">
                <a:solidFill>
                  <a:srgbClr val="FFFFFF"/>
                </a:solidFill>
                <a:latin typeface="Segoe UI" panose="020B0502040204020203" pitchFamily="34" charset="0"/>
                <a:ea typeface="Calibri" pitchFamily="34" charset="-122"/>
                <a:cs typeface="Calibri" pitchFamily="34" charset="-120"/>
              </a:rPr>
              <a:t>2. Issuance</a:t>
            </a:r>
            <a:endParaRPr lang="en-US" sz="1000" dirty="0">
              <a:latin typeface="Segoe UI" panose="020B0502040204020203" pitchFamily="34" charset="0"/>
            </a:endParaRPr>
          </a:p>
          <a:p>
            <a:pPr algn="ctr">
              <a:buNone/>
            </a:pPr>
            <a:r>
              <a:rPr lang="en-US" sz="850" dirty="0">
                <a:solidFill>
                  <a:srgbClr val="FFFFFF"/>
                </a:solidFill>
                <a:latin typeface="Segoe UI" panose="020B0502040204020203" pitchFamily="34" charset="0"/>
                <a:ea typeface="Calibri" pitchFamily="34" charset="-122"/>
                <a:cs typeface="Calibri" pitchFamily="34" charset="-120"/>
              </a:rPr>
              <a:t>CA signs cert · from template</a:t>
            </a:r>
            <a:endParaRPr lang="en-US" sz="850" dirty="0">
              <a:latin typeface="Segoe UI" panose="020B0502040204020203" pitchFamily="34" charset="0"/>
            </a:endParaRPr>
          </a:p>
        </p:txBody>
      </p:sp>
      <p:sp>
        <p:nvSpPr>
          <p:cNvPr id="6" name="Arr1">
            <a:extLst>
              <a:ext uri="{FF2B5EF4-FFF2-40B4-BE49-F238E27FC236}">
                <a16:creationId xmlns:a16="http://schemas.microsoft.com/office/drawing/2014/main" id="{97A64407-F9D3-EE35-2641-CA698A1F7AF2}"/>
              </a:ext>
            </a:extLst>
          </p:cNvPr>
          <p:cNvSpPr/>
          <p:nvPr/>
        </p:nvSpPr>
        <p:spPr>
          <a:xfrm rot="5400000">
            <a:off x="3666920" y="934690"/>
            <a:ext cx="120000" cy="120000"/>
          </a:xfrm>
          <a:prstGeom prst="rightArrow">
            <a:avLst>
              <a:gd name="adj1" fmla="val 50000"/>
              <a:gd name="adj2" fmla="val 50000"/>
            </a:avLst>
          </a:prstGeom>
          <a:solidFill>
            <a:srgbClr val="8ECAE6"/>
          </a:solidFill>
          <a:ln w="0">
            <a:noFill/>
          </a:ln>
        </p:spPr>
        <p:txBody>
          <a:bodyPr/>
          <a:lstStyle/>
          <a:p>
            <a:endParaRPr lang="en-GB"/>
          </a:p>
        </p:txBody>
      </p:sp>
      <p:sp>
        <p:nvSpPr>
          <p:cNvPr id="7" name="Stage2">
            <a:extLst>
              <a:ext uri="{FF2B5EF4-FFF2-40B4-BE49-F238E27FC236}">
                <a16:creationId xmlns:a16="http://schemas.microsoft.com/office/drawing/2014/main" id="{C08F3360-51C6-4500-E5F2-B9E375354C01}"/>
              </a:ext>
            </a:extLst>
          </p:cNvPr>
          <p:cNvSpPr/>
          <p:nvPr/>
        </p:nvSpPr>
        <p:spPr>
          <a:xfrm>
            <a:off x="3786920" y="694690"/>
            <a:ext cx="1560000" cy="600000"/>
          </a:xfrm>
          <a:prstGeom prst="rect">
            <a:avLst/>
          </a:prstGeom>
          <a:solidFill>
            <a:srgbClr val="0076D4"/>
          </a:solidFill>
          <a:ln w="0">
            <a:noFill/>
          </a:ln>
        </p:spPr>
        <p:txBody>
          <a:bodyPr wrap="square" lIns="45720" tIns="45720" rIns="45720" bIns="45720" rtlCol="0" anchor="ctr">
            <a:normAutofit/>
          </a:bodyPr>
          <a:lstStyle/>
          <a:p>
            <a:pPr algn="ctr">
              <a:buNone/>
            </a:pPr>
            <a:r>
              <a:rPr lang="en-US" sz="1000" b="1" dirty="0">
                <a:solidFill>
                  <a:srgbClr val="FFFFFF"/>
                </a:solidFill>
                <a:latin typeface="Segoe UI" panose="020B0502040204020203" pitchFamily="34" charset="0"/>
                <a:ea typeface="Calibri" pitchFamily="34" charset="-122"/>
                <a:cs typeface="Calibri" pitchFamily="34" charset="-120"/>
              </a:rPr>
              <a:t>3. Renewal</a:t>
            </a:r>
            <a:endParaRPr lang="en-US" sz="1000" dirty="0">
              <a:latin typeface="Segoe UI" panose="020B0502040204020203" pitchFamily="34" charset="0"/>
            </a:endParaRPr>
          </a:p>
          <a:p>
            <a:pPr algn="ctr">
              <a:buNone/>
            </a:pPr>
            <a:r>
              <a:rPr lang="en-US" sz="850" dirty="0">
                <a:solidFill>
                  <a:srgbClr val="FFFFFF"/>
                </a:solidFill>
                <a:latin typeface="Segoe UI" panose="020B0502040204020203" pitchFamily="34" charset="0"/>
                <a:ea typeface="Calibri" pitchFamily="34" charset="-122"/>
                <a:cs typeface="Calibri" pitchFamily="34" charset="-120"/>
              </a:rPr>
              <a:t>Auto-enrol via · Group Policy</a:t>
            </a:r>
            <a:endParaRPr lang="en-US" sz="850" dirty="0">
              <a:latin typeface="Segoe UI" panose="020B0502040204020203" pitchFamily="34" charset="0"/>
            </a:endParaRPr>
          </a:p>
        </p:txBody>
      </p:sp>
      <p:sp>
        <p:nvSpPr>
          <p:cNvPr id="8" name="Arr2">
            <a:extLst>
              <a:ext uri="{FF2B5EF4-FFF2-40B4-BE49-F238E27FC236}">
                <a16:creationId xmlns:a16="http://schemas.microsoft.com/office/drawing/2014/main" id="{7EBDE33B-827B-799D-D806-4A9FDF910949}"/>
              </a:ext>
            </a:extLst>
          </p:cNvPr>
          <p:cNvSpPr/>
          <p:nvPr/>
        </p:nvSpPr>
        <p:spPr>
          <a:xfrm rot="5400000">
            <a:off x="5346920" y="934690"/>
            <a:ext cx="120000" cy="120000"/>
          </a:xfrm>
          <a:prstGeom prst="rightArrow">
            <a:avLst>
              <a:gd name="adj1" fmla="val 50000"/>
              <a:gd name="adj2" fmla="val 50000"/>
            </a:avLst>
          </a:prstGeom>
          <a:solidFill>
            <a:srgbClr val="8ECAE6"/>
          </a:solidFill>
          <a:ln w="0">
            <a:noFill/>
          </a:ln>
        </p:spPr>
        <p:txBody>
          <a:bodyPr/>
          <a:lstStyle/>
          <a:p>
            <a:endParaRPr lang="en-GB"/>
          </a:p>
        </p:txBody>
      </p:sp>
      <p:sp>
        <p:nvSpPr>
          <p:cNvPr id="9" name="Stage3">
            <a:extLst>
              <a:ext uri="{FF2B5EF4-FFF2-40B4-BE49-F238E27FC236}">
                <a16:creationId xmlns:a16="http://schemas.microsoft.com/office/drawing/2014/main" id="{26698B25-CF50-CBEA-30A0-1031C5799148}"/>
              </a:ext>
            </a:extLst>
          </p:cNvPr>
          <p:cNvSpPr/>
          <p:nvPr/>
        </p:nvSpPr>
        <p:spPr>
          <a:xfrm>
            <a:off x="5466920" y="694690"/>
            <a:ext cx="1560000" cy="600000"/>
          </a:xfrm>
          <a:prstGeom prst="rect">
            <a:avLst/>
          </a:prstGeom>
          <a:solidFill>
            <a:srgbClr val="0076D4"/>
          </a:solidFill>
          <a:ln w="0">
            <a:noFill/>
          </a:ln>
        </p:spPr>
        <p:txBody>
          <a:bodyPr wrap="square" lIns="45720" tIns="45720" rIns="45720" bIns="45720" rtlCol="0" anchor="ctr">
            <a:normAutofit/>
          </a:bodyPr>
          <a:lstStyle/>
          <a:p>
            <a:pPr algn="ctr">
              <a:buNone/>
            </a:pPr>
            <a:r>
              <a:rPr lang="en-US" sz="1000" b="1" dirty="0">
                <a:solidFill>
                  <a:srgbClr val="023047"/>
                </a:solidFill>
                <a:latin typeface="Segoe UI" panose="020B0502040204020203" pitchFamily="34" charset="0"/>
                <a:ea typeface="Calibri" pitchFamily="34" charset="-122"/>
                <a:cs typeface="Calibri" pitchFamily="34" charset="-120"/>
              </a:rPr>
              <a:t>4. Revocation</a:t>
            </a:r>
            <a:endParaRPr lang="en-US" sz="1000" dirty="0">
              <a:latin typeface="Segoe UI" panose="020B0502040204020203" pitchFamily="34" charset="0"/>
            </a:endParaRPr>
          </a:p>
          <a:p>
            <a:pPr algn="ctr">
              <a:buNone/>
            </a:pPr>
            <a:r>
              <a:rPr lang="en-US" sz="850" dirty="0">
                <a:solidFill>
                  <a:srgbClr val="023047"/>
                </a:solidFill>
                <a:latin typeface="Segoe UI" panose="020B0502040204020203" pitchFamily="34" charset="0"/>
                <a:ea typeface="Calibri" pitchFamily="34" charset="-122"/>
                <a:cs typeface="Calibri" pitchFamily="34" charset="-120"/>
              </a:rPr>
              <a:t>CRL / OCSP · revoke bad certs</a:t>
            </a:r>
            <a:endParaRPr lang="en-US" sz="850" dirty="0">
              <a:latin typeface="Segoe UI" panose="020B0502040204020203" pitchFamily="34" charset="0"/>
            </a:endParaRPr>
          </a:p>
        </p:txBody>
      </p:sp>
      <p:sp>
        <p:nvSpPr>
          <p:cNvPr id="10" name="Arr3">
            <a:extLst>
              <a:ext uri="{FF2B5EF4-FFF2-40B4-BE49-F238E27FC236}">
                <a16:creationId xmlns:a16="http://schemas.microsoft.com/office/drawing/2014/main" id="{FC9E85D3-BE62-6470-5CC4-FE6EE9B37992}"/>
              </a:ext>
            </a:extLst>
          </p:cNvPr>
          <p:cNvSpPr/>
          <p:nvPr/>
        </p:nvSpPr>
        <p:spPr>
          <a:xfrm rot="5400000">
            <a:off x="7026920" y="934690"/>
            <a:ext cx="120000" cy="120000"/>
          </a:xfrm>
          <a:prstGeom prst="rightArrow">
            <a:avLst>
              <a:gd name="adj1" fmla="val 50000"/>
              <a:gd name="adj2" fmla="val 50000"/>
            </a:avLst>
          </a:prstGeom>
          <a:solidFill>
            <a:srgbClr val="8ECAE6"/>
          </a:solidFill>
          <a:ln w="0">
            <a:noFill/>
          </a:ln>
        </p:spPr>
        <p:txBody>
          <a:bodyPr/>
          <a:lstStyle/>
          <a:p>
            <a:endParaRPr lang="en-GB"/>
          </a:p>
        </p:txBody>
      </p:sp>
      <p:sp>
        <p:nvSpPr>
          <p:cNvPr id="11" name="Stage4">
            <a:extLst>
              <a:ext uri="{FF2B5EF4-FFF2-40B4-BE49-F238E27FC236}">
                <a16:creationId xmlns:a16="http://schemas.microsoft.com/office/drawing/2014/main" id="{54C4FE0F-90C8-C069-F0E3-12069760CAAF}"/>
              </a:ext>
            </a:extLst>
          </p:cNvPr>
          <p:cNvSpPr/>
          <p:nvPr/>
        </p:nvSpPr>
        <p:spPr>
          <a:xfrm>
            <a:off x="7146920" y="694690"/>
            <a:ext cx="1560000" cy="600000"/>
          </a:xfrm>
          <a:prstGeom prst="rect">
            <a:avLst/>
          </a:prstGeom>
          <a:solidFill>
            <a:srgbClr val="243A5E"/>
          </a:solidFill>
          <a:ln w="0">
            <a:noFill/>
          </a:ln>
        </p:spPr>
        <p:txBody>
          <a:bodyPr wrap="square" lIns="45720" tIns="45720" rIns="45720" bIns="45720" rtlCol="0" anchor="ctr">
            <a:normAutofit/>
          </a:bodyPr>
          <a:lstStyle/>
          <a:p>
            <a:pPr algn="ctr">
              <a:buNone/>
            </a:pPr>
            <a:r>
              <a:rPr lang="en-US" sz="1000" b="1" dirty="0">
                <a:solidFill>
                  <a:srgbClr val="FFFFFF"/>
                </a:solidFill>
                <a:latin typeface="Segoe UI" panose="020B0502040204020203" pitchFamily="34" charset="0"/>
                <a:ea typeface="Calibri" pitchFamily="34" charset="-122"/>
                <a:cs typeface="Calibri" pitchFamily="34" charset="-120"/>
              </a:rPr>
              <a:t>5. Archive</a:t>
            </a:r>
            <a:endParaRPr lang="en-US" sz="1000" dirty="0">
              <a:latin typeface="Segoe UI" panose="020B0502040204020203" pitchFamily="34" charset="0"/>
            </a:endParaRPr>
          </a:p>
          <a:p>
            <a:pPr algn="ctr">
              <a:buNone/>
            </a:pPr>
            <a:r>
              <a:rPr lang="en-US" sz="850" dirty="0">
                <a:solidFill>
                  <a:srgbClr val="FFFFFF"/>
                </a:solidFill>
                <a:latin typeface="Segoe UI" panose="020B0502040204020203" pitchFamily="34" charset="0"/>
                <a:ea typeface="Calibri" pitchFamily="34" charset="-122"/>
                <a:cs typeface="Calibri" pitchFamily="34" charset="-120"/>
              </a:rPr>
              <a:t>Private key · archeived by CA</a:t>
            </a:r>
            <a:endParaRPr lang="en-US" sz="850" dirty="0">
              <a:latin typeface="Segoe UI" panose="020B0502040204020203" pitchFamily="34" charset="0"/>
            </a:endParaRPr>
          </a:p>
        </p:txBody>
      </p:sp>
      <p:sp>
        <p:nvSpPr>
          <p:cNvPr id="12" name="Divider">
            <a:extLst>
              <a:ext uri="{FF2B5EF4-FFF2-40B4-BE49-F238E27FC236}">
                <a16:creationId xmlns:a16="http://schemas.microsoft.com/office/drawing/2014/main" id="{9E924948-A64A-E4B8-D722-9AB5C8A76C11}"/>
              </a:ext>
            </a:extLst>
          </p:cNvPr>
          <p:cNvSpPr/>
          <p:nvPr/>
        </p:nvSpPr>
        <p:spPr>
          <a:xfrm>
            <a:off x="4534920" y="1354690"/>
            <a:ext cx="18000" cy="3500000"/>
          </a:xfrm>
          <a:prstGeom prst="rect">
            <a:avLst/>
          </a:prstGeom>
          <a:solidFill>
            <a:srgbClr val="8ECAE6"/>
          </a:solidFill>
          <a:ln/>
        </p:spPr>
        <p:txBody>
          <a:bodyPr/>
          <a:lstStyle/>
          <a:p>
            <a:endParaRPr lang="en-GB"/>
          </a:p>
        </p:txBody>
      </p:sp>
      <p:sp>
        <p:nvSpPr>
          <p:cNvPr id="13" name="LeftCol">
            <a:extLst>
              <a:ext uri="{FF2B5EF4-FFF2-40B4-BE49-F238E27FC236}">
                <a16:creationId xmlns:a16="http://schemas.microsoft.com/office/drawing/2014/main" id="{54AE6F5B-4649-670D-C009-F0E59B3181E5}"/>
              </a:ext>
            </a:extLst>
          </p:cNvPr>
          <p:cNvSpPr/>
          <p:nvPr/>
        </p:nvSpPr>
        <p:spPr>
          <a:xfrm>
            <a:off x="233920" y="1624647"/>
            <a:ext cx="4310000" cy="3500000"/>
          </a:xfrm>
          <a:prstGeom prst="rect">
            <a:avLst/>
          </a:prstGeom>
          <a:noFill/>
          <a:ln/>
        </p:spPr>
        <p:txBody>
          <a:bodyPr wrap="square" lIns="45720" tIns="45720" rIns="45720" bIns="45720" rtlCol="0" anchor="t">
            <a:normAutofit/>
          </a:bodyPr>
          <a:lstStyle/>
          <a:p>
            <a:pPr marL="0" indent="0">
              <a:spcAft>
                <a:spcPts val="200"/>
              </a:spcAft>
              <a:buNone/>
            </a:pPr>
            <a:r>
              <a:rPr lang="en-US" sz="1200" b="1" dirty="0">
                <a:solidFill>
                  <a:srgbClr val="219EBC"/>
                </a:solidFill>
                <a:latin typeface="Segoe UI" panose="020B0502040204020203" pitchFamily="34" charset="0"/>
                <a:ea typeface="Calibri" pitchFamily="34" charset="-122"/>
                <a:cs typeface="Calibri" pitchFamily="34" charset="-120"/>
              </a:rPr>
              <a:t>AD CS Role Components</a:t>
            </a:r>
            <a:endParaRPr lang="en-US" sz="1200" dirty="0">
              <a:latin typeface="Segoe UI" panose="020B0502040204020203" pitchFamily="34" charset="0"/>
            </a:endParaRPr>
          </a:p>
          <a:p>
            <a:pPr marL="342900" indent="-342900">
              <a:spcAft>
                <a:spcPts val="16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Certification Authority (CA) — issues and signs certificates</a:t>
            </a:r>
            <a:endParaRPr lang="en-US" sz="1000" dirty="0">
              <a:latin typeface="Segoe UI" panose="020B0502040204020203" pitchFamily="34" charset="0"/>
            </a:endParaRPr>
          </a:p>
          <a:p>
            <a:pPr marL="342900" indent="-342900">
              <a:spcAft>
                <a:spcPts val="16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Certificate Enrolment Policy Web Service — policy delivery over HTTPS</a:t>
            </a:r>
            <a:endParaRPr lang="en-US" sz="1000" dirty="0">
              <a:latin typeface="Segoe UI" panose="020B0502040204020203" pitchFamily="34" charset="0"/>
            </a:endParaRPr>
          </a:p>
          <a:p>
            <a:pPr marL="342900" indent="-342900">
              <a:spcAft>
                <a:spcPts val="16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Certificate Enrolment Web Service — enrolment for non-domain clients</a:t>
            </a:r>
            <a:endParaRPr lang="en-US" sz="1000" dirty="0">
              <a:latin typeface="Segoe UI" panose="020B0502040204020203" pitchFamily="34" charset="0"/>
            </a:endParaRPr>
          </a:p>
          <a:p>
            <a:pPr marL="342900" indent="-342900">
              <a:spcAft>
                <a:spcPts val="16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Online Responder (OCSP) — real-time revocation status; replaces CRL polling</a:t>
            </a:r>
            <a:endParaRPr lang="en-US" sz="1000" dirty="0">
              <a:latin typeface="Segoe UI" panose="020B0502040204020203" pitchFamily="34" charset="0"/>
            </a:endParaRPr>
          </a:p>
          <a:p>
            <a:pPr marL="342900" indent="-342900">
              <a:spcAft>
                <a:spcPts val="16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Network Device Enrolment Service (NDES) — SCEP for network devices</a:t>
            </a:r>
            <a:endParaRPr lang="en-US" sz="1000" dirty="0">
              <a:latin typeface="Segoe UI" panose="020B0502040204020203" pitchFamily="34" charset="0"/>
            </a:endParaRPr>
          </a:p>
          <a:p>
            <a:pPr>
              <a:buNone/>
            </a:pPr>
            <a:endParaRPr lang="en-US" sz="4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Certificate Templates</a:t>
            </a:r>
            <a:endParaRPr lang="en-US" sz="1200" dirty="0">
              <a:latin typeface="Segoe UI" panose="020B0502040204020203" pitchFamily="34" charset="0"/>
            </a:endParaRPr>
          </a:p>
          <a:p>
            <a:pPr marL="342900" indent="-342900">
              <a:spcAft>
                <a:spcPts val="16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Templates define: key usage, subject name, validity, auto-enrolment</a:t>
            </a:r>
            <a:endParaRPr lang="en-US" sz="1000" dirty="0">
              <a:latin typeface="Segoe UI" panose="020B0502040204020203" pitchFamily="34" charset="0"/>
            </a:endParaRPr>
          </a:p>
          <a:p>
            <a:pPr marL="342900" indent="-342900">
              <a:spcAft>
                <a:spcPts val="16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Version 2/3 templates support auto-enrolment and key archival</a:t>
            </a:r>
            <a:endParaRPr lang="en-US" sz="1000" dirty="0">
              <a:latin typeface="Segoe UI" panose="020B0502040204020203" pitchFamily="34" charset="0"/>
            </a:endParaRPr>
          </a:p>
          <a:p>
            <a:pPr marL="342900" indent="-342900">
              <a:spcAft>
                <a:spcPts val="16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Duplicate built-in templates — never modify originals directly</a:t>
            </a:r>
            <a:endParaRPr lang="en-US" sz="1000" dirty="0">
              <a:latin typeface="Segoe UI" panose="020B0502040204020203" pitchFamily="34" charset="0"/>
            </a:endParaRPr>
          </a:p>
        </p:txBody>
      </p:sp>
      <p:sp>
        <p:nvSpPr>
          <p:cNvPr id="14" name="RightCol">
            <a:extLst>
              <a:ext uri="{FF2B5EF4-FFF2-40B4-BE49-F238E27FC236}">
                <a16:creationId xmlns:a16="http://schemas.microsoft.com/office/drawing/2014/main" id="{0B33D6FB-EC1A-CC3F-44A0-69297BC0D483}"/>
              </a:ext>
            </a:extLst>
          </p:cNvPr>
          <p:cNvSpPr/>
          <p:nvPr/>
        </p:nvSpPr>
        <p:spPr>
          <a:xfrm>
            <a:off x="4604920" y="1354690"/>
            <a:ext cx="4360000" cy="3500000"/>
          </a:xfrm>
          <a:prstGeom prst="rect">
            <a:avLst/>
          </a:prstGeom>
          <a:solidFill>
            <a:srgbClr val="F0F8FB"/>
          </a:solidFill>
          <a:ln w="9000">
            <a:solidFill>
              <a:srgbClr val="8ECAE6"/>
            </a:solidFill>
            <a:prstDash val="solid"/>
          </a:ln>
        </p:spPr>
        <p:txBody>
          <a:bodyPr wrap="square" lIns="91440" tIns="91440" rIns="91440" bIns="45720" rtlCol="0" anchor="t">
            <a:normAutofit lnSpcReduction="10000"/>
          </a:bodyPr>
          <a:lstStyle/>
          <a:p>
            <a:pPr marL="0" indent="0">
              <a:spcAft>
                <a:spcPts val="200"/>
              </a:spcAft>
              <a:buNone/>
            </a:pPr>
            <a:r>
              <a:rPr lang="en-US" sz="1200" b="1" dirty="0">
                <a:solidFill>
                  <a:srgbClr val="219EBC"/>
                </a:solidFill>
                <a:latin typeface="Segoe UI" panose="020B0502040204020203" pitchFamily="34" charset="0"/>
                <a:ea typeface="Calibri" pitchFamily="34" charset="-122"/>
                <a:cs typeface="Calibri" pitchFamily="34" charset="-120"/>
              </a:rPr>
              <a:t>Auto-Enrolment via Group Policy</a:t>
            </a:r>
            <a:endParaRPr lang="en-US" sz="120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Enable auto-enrolment in GPO:</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Computer Config → Policies →</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Windows Settings → Security →</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Public Key Policies →</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Certificate Services Client</a:t>
            </a:r>
            <a:endParaRPr lang="en-US" sz="880" dirty="0">
              <a:latin typeface="Segoe UI" panose="020B0502040204020203" pitchFamily="34" charset="0"/>
            </a:endParaRPr>
          </a:p>
          <a:p>
            <a:pPr>
              <a:buNone/>
            </a:pPr>
            <a:endParaRPr lang="en-US" sz="4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Revocation — CRL &amp; OCSP</a:t>
            </a:r>
            <a:endParaRPr lang="en-US" sz="1200" dirty="0">
              <a:latin typeface="Segoe UI" panose="020B0502040204020203" pitchFamily="34" charset="0"/>
            </a:endParaRPr>
          </a:p>
          <a:p>
            <a:pPr marL="342900" indent="-342900">
              <a:spcAft>
                <a:spcPts val="16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CRL — delta CRL published hourly; base CRL weekly</a:t>
            </a:r>
            <a:endParaRPr lang="en-US" sz="1000" dirty="0">
              <a:latin typeface="Segoe UI" panose="020B0502040204020203" pitchFamily="34" charset="0"/>
            </a:endParaRPr>
          </a:p>
          <a:p>
            <a:pPr marL="342900" indent="-342900">
              <a:spcAft>
                <a:spcPts val="16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OCSP — Online Responder replies in seconds; preferred for high-traffic</a:t>
            </a:r>
            <a:endParaRPr lang="en-US" sz="100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Revoke a cert (CA admin)</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Revoke-CACertificate -SerialNumber \</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'1f2e3d' -Reason 'KeyCompromise'</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Force CRL publish</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Publish-CRLDistributionPoint</a:t>
            </a:r>
            <a:endParaRPr lang="en-US" sz="880" dirty="0">
              <a:latin typeface="Segoe UI" panose="020B0502040204020203" pitchFamily="34" charset="0"/>
            </a:endParaRPr>
          </a:p>
          <a:p>
            <a:pPr>
              <a:buNone/>
            </a:pPr>
            <a:endParaRPr lang="en-US" sz="4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Install AD CS Role</a:t>
            </a:r>
            <a:endParaRPr lang="en-US" sz="120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Install-WindowsFeature ADCS-Cert-Authority \</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-IncludeManagementTools</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Install-AdcsCertificationAuthority \</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-CAType EnterpriseRootCa \</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-CryptoProviderName 'RSA#KSP' \</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-KeyLength 4096 -HashAlgorithmName SHA256</a:t>
            </a:r>
            <a:endParaRPr lang="en-US" sz="880" dirty="0">
              <a:latin typeface="Segoe UI" panose="020B0502040204020203" pitchFamily="34" charset="0"/>
            </a:endParaRPr>
          </a:p>
        </p:txBody>
      </p:sp>
      <p:sp>
        <p:nvSpPr>
          <p:cNvPr id="15" name="Course footer">
            <a:extLst>
              <a:ext uri="{FF2B5EF4-FFF2-40B4-BE49-F238E27FC236}">
                <a16:creationId xmlns:a16="http://schemas.microsoft.com/office/drawing/2014/main" id="{6C70C986-B47D-8717-E1E6-6E82CAE779FE}"/>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9 | Introduction to PKI</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6" name="TextBox 15">
            <a:extLst>
              <a:ext uri="{FF2B5EF4-FFF2-40B4-BE49-F238E27FC236}">
                <a16:creationId xmlns:a16="http://schemas.microsoft.com/office/drawing/2014/main" id="{4187FC01-F639-C3B6-E070-F534A93A9A91}"/>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45163385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Title 1">
            <a:extLst>
              <a:ext uri="{FF2B5EF4-FFF2-40B4-BE49-F238E27FC236}">
                <a16:creationId xmlns:a16="http://schemas.microsoft.com/office/drawing/2014/main" id="{355F548F-5CAC-E643-C53E-84879BCA9AE0}"/>
              </a:ext>
            </a:extLst>
          </p:cNvPr>
          <p:cNvSpPr>
            <a:spLocks noGrp="1"/>
          </p:cNvSpPr>
          <p:nvPr>
            <p:ph type="title"/>
          </p:nvPr>
        </p:nvSpPr>
        <p:spPr>
          <a:xfrm>
            <a:off x="313982" y="330371"/>
            <a:ext cx="8505951" cy="510147"/>
          </a:xfrm>
        </p:spPr>
        <p:txBody>
          <a:bodyPr/>
          <a:lstStyle/>
          <a:p>
            <a:r>
              <a:rPr lang="en-US" dirty="0"/>
              <a:t>OpenSSH</a:t>
            </a:r>
          </a:p>
        </p:txBody>
      </p:sp>
      <p:pic>
        <p:nvPicPr>
          <p:cNvPr id="1026" name="Picture 2" descr="OpenSSH">
            <a:extLst>
              <a:ext uri="{FF2B5EF4-FFF2-40B4-BE49-F238E27FC236}">
                <a16:creationId xmlns:a16="http://schemas.microsoft.com/office/drawing/2014/main" id="{DB1196A6-9232-8A8A-5166-2424EC3FDB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009" r="-1" b="-1"/>
          <a:stretch>
            <a:fillRect/>
          </a:stretch>
        </p:blipFill>
        <p:spPr bwMode="auto">
          <a:xfrm>
            <a:off x="314325" y="1092200"/>
            <a:ext cx="8505825" cy="3022600"/>
          </a:xfrm>
          <a:prstGeom prst="rect">
            <a:avLst/>
          </a:prstGeom>
          <a:solidFill>
            <a:srgbClr val="FFFFFF"/>
          </a:solidFill>
        </p:spPr>
      </p:pic>
    </p:spTree>
    <p:extLst>
      <p:ext uri="{BB962C8B-B14F-4D97-AF65-F5344CB8AC3E}">
        <p14:creationId xmlns:p14="http://schemas.microsoft.com/office/powerpoint/2010/main" val="101229798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13D225C-334A-43A7-9A75-1092B154D636}"/>
              </a:ext>
            </a:extLst>
          </p:cNvPr>
          <p:cNvPicPr>
            <a:picLocks noChangeAspect="1"/>
          </p:cNvPicPr>
          <p:nvPr/>
        </p:nvPicPr>
        <p:blipFill>
          <a:blip r:embed="rId2"/>
          <a:stretch>
            <a:fillRect/>
          </a:stretch>
        </p:blipFill>
        <p:spPr>
          <a:xfrm>
            <a:off x="714375" y="0"/>
            <a:ext cx="7715250" cy="5143500"/>
          </a:xfrm>
          <a:prstGeom prst="rect">
            <a:avLst/>
          </a:prstGeom>
        </p:spPr>
      </p:pic>
    </p:spTree>
    <p:extLst>
      <p:ext uri="{BB962C8B-B14F-4D97-AF65-F5344CB8AC3E}">
        <p14:creationId xmlns:p14="http://schemas.microsoft.com/office/powerpoint/2010/main" val="153806461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ED158-9C3E-6684-EF02-02CA6FF6BBF6}"/>
              </a:ext>
            </a:extLst>
          </p:cNvPr>
          <p:cNvSpPr>
            <a:spLocks noGrp="1"/>
          </p:cNvSpPr>
          <p:nvPr>
            <p:ph type="title" idx="4294967295"/>
          </p:nvPr>
        </p:nvSpPr>
        <p:spPr>
          <a:xfrm>
            <a:off x="177800" y="274637"/>
            <a:ext cx="8258175" cy="327025"/>
          </a:xfrm>
        </p:spPr>
        <p:txBody>
          <a:bodyPr wrap="square">
            <a:noAutofit/>
          </a:bodyPr>
          <a:lstStyle/>
          <a:p>
            <a:r>
              <a:rPr lang="en-GB" dirty="0"/>
              <a:t>OpenSSH on Windows Server: Installation &amp; Configuration</a:t>
            </a:r>
          </a:p>
        </p:txBody>
      </p:sp>
      <p:sp>
        <p:nvSpPr>
          <p:cNvPr id="3" name="Divider">
            <a:extLst>
              <a:ext uri="{FF2B5EF4-FFF2-40B4-BE49-F238E27FC236}">
                <a16:creationId xmlns:a16="http://schemas.microsoft.com/office/drawing/2014/main" id="{E9D1FD1E-C145-3540-7D2C-2B3E2FE20865}"/>
              </a:ext>
            </a:extLst>
          </p:cNvPr>
          <p:cNvSpPr/>
          <p:nvPr/>
        </p:nvSpPr>
        <p:spPr>
          <a:xfrm>
            <a:off x="4534920" y="778510"/>
            <a:ext cx="18000" cy="4200000"/>
          </a:xfrm>
          <a:prstGeom prst="rect">
            <a:avLst/>
          </a:prstGeom>
          <a:solidFill>
            <a:srgbClr val="8ECAE6"/>
          </a:solidFill>
          <a:ln/>
        </p:spPr>
        <p:txBody>
          <a:bodyPr/>
          <a:lstStyle/>
          <a:p>
            <a:endParaRPr lang="en-GB"/>
          </a:p>
        </p:txBody>
      </p:sp>
      <p:sp>
        <p:nvSpPr>
          <p:cNvPr id="4" name="LeftCol">
            <a:extLst>
              <a:ext uri="{FF2B5EF4-FFF2-40B4-BE49-F238E27FC236}">
                <a16:creationId xmlns:a16="http://schemas.microsoft.com/office/drawing/2014/main" id="{4EEC2103-0FB6-382E-95B4-ACF8BF570A0B}"/>
              </a:ext>
            </a:extLst>
          </p:cNvPr>
          <p:cNvSpPr/>
          <p:nvPr/>
        </p:nvSpPr>
        <p:spPr>
          <a:xfrm>
            <a:off x="177800" y="778510"/>
            <a:ext cx="4310000" cy="4200000"/>
          </a:xfrm>
          <a:prstGeom prst="rect">
            <a:avLst/>
          </a:prstGeom>
          <a:solidFill>
            <a:srgbClr val="F0F8FB"/>
          </a:solidFill>
          <a:ln w="9000">
            <a:solidFill>
              <a:srgbClr val="8ECAE6"/>
            </a:solidFill>
            <a:prstDash val="solid"/>
          </a:ln>
        </p:spPr>
        <p:txBody>
          <a:bodyPr wrap="square" lIns="91440" tIns="91440" rIns="91440" bIns="45720" rtlCol="0" anchor="t">
            <a:normAutofit/>
          </a:bodyPr>
          <a:lstStyle/>
          <a:p>
            <a:pPr marL="0" indent="0">
              <a:spcAft>
                <a:spcPts val="200"/>
              </a:spcAft>
              <a:buNone/>
            </a:pPr>
            <a:r>
              <a:rPr lang="en-US" sz="1200" b="1" dirty="0">
                <a:solidFill>
                  <a:srgbClr val="219EBC"/>
                </a:solidFill>
                <a:latin typeface="Segoe UI" panose="020B0502040204020203" pitchFamily="34" charset="0"/>
                <a:ea typeface="Calibri" pitchFamily="34" charset="-122"/>
                <a:cs typeface="Calibri" pitchFamily="34" charset="-120"/>
              </a:rPr>
              <a:t>Install OpenSSH</a:t>
            </a:r>
            <a:endParaRPr lang="en-US" sz="120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Check available packages</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Get-WindowsCapability -Online | Where Name -like 'OpenSSH*'</a:t>
            </a:r>
            <a:endParaRPr lang="en-US" sz="880" dirty="0">
              <a:latin typeface="Segoe UI" panose="020B0502040204020203" pitchFamily="34" charset="0"/>
            </a:endParaRPr>
          </a:p>
          <a:p>
            <a:pPr>
              <a:buNone/>
            </a:pPr>
            <a:endParaRPr lang="en-US" sz="30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Install server and client</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Add-WindowsCapability -Online \</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-Name OpenSSH.Server~~~~0.0.1.0</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Add-WindowsCapability -Online \</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-Name OpenSSH.Client~~~~0.0.1.0</a:t>
            </a:r>
            <a:endParaRPr lang="en-US" sz="880" dirty="0">
              <a:latin typeface="Segoe UI" panose="020B0502040204020203" pitchFamily="34" charset="0"/>
            </a:endParaRPr>
          </a:p>
          <a:p>
            <a:pPr>
              <a:buNone/>
            </a:pPr>
            <a:endParaRPr lang="en-US" sz="30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Start and auto-start the service</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Start-Service sshd</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Set-Service sshd -StartupType Automatic</a:t>
            </a:r>
            <a:endParaRPr lang="en-US" sz="880" dirty="0">
              <a:latin typeface="Segoe UI" panose="020B0502040204020203" pitchFamily="34" charset="0"/>
            </a:endParaRPr>
          </a:p>
          <a:p>
            <a:pPr>
              <a:buNone/>
            </a:pPr>
            <a:endParaRPr lang="en-US" sz="30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Allow through Windows Firewall</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New-NetFirewallRule -Name 'OpenSSH-Server' \</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-DisplayName 'OpenSSH Server (sshd)' \</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-Protocol TCP -LocalPort 22 \</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-Action Allow -Direction Inbound</a:t>
            </a:r>
            <a:endParaRPr lang="en-US" sz="880" dirty="0">
              <a:latin typeface="Segoe UI" panose="020B0502040204020203" pitchFamily="34" charset="0"/>
            </a:endParaRPr>
          </a:p>
          <a:p>
            <a:pPr>
              <a:buNone/>
            </a:pPr>
            <a:endParaRPr lang="en-US" sz="5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Default Paths</a:t>
            </a:r>
            <a:endParaRPr lang="en-US" sz="1200" dirty="0">
              <a:latin typeface="Segoe UI" panose="020B0502040204020203" pitchFamily="34" charset="0"/>
            </a:endParaRPr>
          </a:p>
          <a:p>
            <a:pPr marL="342900" indent="-342900">
              <a:spcAft>
                <a:spcPts val="16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Binary: %SystemRoot%\System32\OpenSSH\</a:t>
            </a:r>
            <a:endParaRPr lang="en-US" sz="1000" dirty="0">
              <a:latin typeface="Segoe UI" panose="020B0502040204020203" pitchFamily="34" charset="0"/>
            </a:endParaRPr>
          </a:p>
          <a:p>
            <a:pPr marL="342900" indent="-342900">
              <a:spcAft>
                <a:spcPts val="16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Config: %ProgramData%\ssh\sshd_config</a:t>
            </a:r>
            <a:endParaRPr lang="en-US" sz="1000" dirty="0">
              <a:latin typeface="Segoe UI" panose="020B0502040204020203" pitchFamily="34" charset="0"/>
            </a:endParaRPr>
          </a:p>
          <a:p>
            <a:pPr marL="342900" indent="-342900">
              <a:spcAft>
                <a:spcPts val="16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Host keys: %ProgramData%\ssh\ssh_host_*_key</a:t>
            </a:r>
            <a:endParaRPr lang="en-US" sz="1000" dirty="0">
              <a:latin typeface="Segoe UI" panose="020B0502040204020203" pitchFamily="34" charset="0"/>
            </a:endParaRPr>
          </a:p>
          <a:p>
            <a:pPr marL="342900" indent="-342900">
              <a:spcAft>
                <a:spcPts val="16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Logs: Event Viewer → Applications → OpenSSH</a:t>
            </a:r>
            <a:endParaRPr lang="en-US" sz="1000" dirty="0">
              <a:latin typeface="Segoe UI" panose="020B0502040204020203" pitchFamily="34" charset="0"/>
            </a:endParaRPr>
          </a:p>
        </p:txBody>
      </p:sp>
      <p:sp>
        <p:nvSpPr>
          <p:cNvPr id="5" name="RightCol">
            <a:extLst>
              <a:ext uri="{FF2B5EF4-FFF2-40B4-BE49-F238E27FC236}">
                <a16:creationId xmlns:a16="http://schemas.microsoft.com/office/drawing/2014/main" id="{1C3230CB-8F18-C701-94C3-64AF05D477F9}"/>
              </a:ext>
            </a:extLst>
          </p:cNvPr>
          <p:cNvSpPr/>
          <p:nvPr/>
        </p:nvSpPr>
        <p:spPr>
          <a:xfrm>
            <a:off x="4604920" y="778510"/>
            <a:ext cx="4360000" cy="4200000"/>
          </a:xfrm>
          <a:prstGeom prst="rect">
            <a:avLst/>
          </a:prstGeom>
          <a:solidFill>
            <a:srgbClr val="F0F8FB"/>
          </a:solidFill>
          <a:ln w="9000">
            <a:solidFill>
              <a:srgbClr val="8ECAE6"/>
            </a:solidFill>
            <a:prstDash val="solid"/>
          </a:ln>
        </p:spPr>
        <p:txBody>
          <a:bodyPr wrap="square" lIns="91440" tIns="91440" rIns="91440" bIns="45720" rtlCol="0" anchor="t">
            <a:normAutofit/>
          </a:bodyPr>
          <a:lstStyle/>
          <a:p>
            <a:pPr marL="0" indent="0">
              <a:spcAft>
                <a:spcPts val="200"/>
              </a:spcAft>
              <a:buNone/>
            </a:pPr>
            <a:r>
              <a:rPr lang="en-US" sz="1200" b="1" dirty="0">
                <a:solidFill>
                  <a:srgbClr val="219EBC"/>
                </a:solidFill>
                <a:latin typeface="Segoe UI" panose="020B0502040204020203" pitchFamily="34" charset="0"/>
                <a:ea typeface="Calibri" pitchFamily="34" charset="-122"/>
                <a:cs typeface="Calibri" pitchFamily="34" charset="-120"/>
              </a:rPr>
              <a:t>Key sshd_config Settings</a:t>
            </a:r>
            <a:endParaRPr lang="en-US" sz="1200" dirty="0">
              <a:latin typeface="Segoe UI" panose="020B0502040204020203" pitchFamily="34" charset="0"/>
            </a:endParaRPr>
          </a:p>
          <a:p>
            <a:pPr marL="0" indent="0">
              <a:spcAft>
                <a:spcPts val="80"/>
              </a:spcAft>
              <a:buNone/>
            </a:pPr>
            <a:r>
              <a:rPr lang="en-US" sz="880" dirty="0">
                <a:solidFill>
                  <a:srgbClr val="5E7A5E"/>
                </a:solidFill>
                <a:latin typeface="Segoe UI" panose="020B0502040204020203" pitchFamily="34" charset="0"/>
                <a:ea typeface="Consolas" pitchFamily="49" charset="-122"/>
                <a:cs typeface="Consolas" pitchFamily="49" charset="-120"/>
              </a:rPr>
              <a:t># C:\ProgramData\ssh\sshd_config</a:t>
            </a:r>
            <a:endParaRPr lang="en-US" sz="880" dirty="0">
              <a:latin typeface="Segoe UI" panose="020B0502040204020203" pitchFamily="34" charset="0"/>
            </a:endParaRPr>
          </a:p>
          <a:p>
            <a:pPr>
              <a:buNone/>
            </a:pPr>
            <a:endParaRPr lang="en-US" sz="20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Port 22</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PermitRootLogin no</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PasswordAuthentication yes</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PubkeyAuthentication yes</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AuthorizedKeysFile .ssh/authorized_keys</a:t>
            </a:r>
            <a:endParaRPr lang="en-US" sz="880" dirty="0">
              <a:latin typeface="Segoe UI" panose="020B0502040204020203" pitchFamily="34" charset="0"/>
            </a:endParaRPr>
          </a:p>
          <a:p>
            <a:pPr>
              <a:buNone/>
            </a:pPr>
            <a:endParaRPr lang="en-US" sz="20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Restrict to specific AD group</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AllowGroups 'CONTOSO\SSH-Admins'</a:t>
            </a:r>
            <a:endParaRPr lang="en-US" sz="880" dirty="0">
              <a:latin typeface="Segoe UI" panose="020B0502040204020203" pitchFamily="34" charset="0"/>
            </a:endParaRPr>
          </a:p>
          <a:p>
            <a:pPr>
              <a:buNone/>
            </a:pPr>
            <a:endParaRPr lang="en-US" sz="20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Admin users: keys go here instead</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Match Group administrators</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AuthorizedKeysFile __PROGRAMDATA__/ssh/administrators_authorized_keys</a:t>
            </a:r>
            <a:endParaRPr lang="en-US" sz="880" dirty="0">
              <a:latin typeface="Segoe UI" panose="020B0502040204020203" pitchFamily="34" charset="0"/>
            </a:endParaRPr>
          </a:p>
          <a:p>
            <a:pPr>
              <a:buNone/>
            </a:pPr>
            <a:endParaRPr lang="en-US" sz="20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Disable weak ciphers</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Ciphers aes256-gcm@openssh.com,aes128-gcm@openssh.com</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MACs hmac-sha2-512,hmac-sha2-256</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KexAlgorithms curve25519-sha256</a:t>
            </a:r>
            <a:endParaRPr lang="en-US" sz="880" dirty="0">
              <a:latin typeface="Segoe UI" panose="020B0502040204020203" pitchFamily="34" charset="0"/>
            </a:endParaRPr>
          </a:p>
          <a:p>
            <a:pPr>
              <a:buNone/>
            </a:pPr>
            <a:endParaRPr lang="en-US" sz="4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Reload After Changes</a:t>
            </a:r>
            <a:endParaRPr lang="en-US" sz="120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Restart-Service sshd</a:t>
            </a:r>
            <a:endParaRPr lang="en-US" sz="880" dirty="0">
              <a:latin typeface="Segoe UI" panose="020B0502040204020203" pitchFamily="34" charset="0"/>
            </a:endParaRPr>
          </a:p>
          <a:p>
            <a:pPr>
              <a:buNone/>
            </a:pPr>
            <a:endParaRPr lang="en-US" sz="4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Key Difference — Admin vs Standard Users</a:t>
            </a:r>
            <a:endParaRPr lang="en-US" sz="1200" dirty="0">
              <a:latin typeface="Segoe UI" panose="020B0502040204020203" pitchFamily="34" charset="0"/>
            </a:endParaRPr>
          </a:p>
          <a:p>
            <a:pPr marL="342900" indent="-342900">
              <a:spcAft>
                <a:spcPts val="16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Standard users: keys in %USERPROFILE%\.ssh\authorized_keys</a:t>
            </a:r>
            <a:endParaRPr lang="en-US" sz="1000" dirty="0">
              <a:latin typeface="Segoe UI" panose="020B0502040204020203" pitchFamily="34" charset="0"/>
            </a:endParaRPr>
          </a:p>
          <a:p>
            <a:pPr marL="342900" indent="-342900">
              <a:spcAft>
                <a:spcPts val="16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Administrators group: keys in %ProgramData%\ssh\administrators_authorized_keys</a:t>
            </a:r>
            <a:endParaRPr lang="en-US" sz="1000" dirty="0">
              <a:latin typeface="Segoe UI" panose="020B0502040204020203" pitchFamily="34" charset="0"/>
            </a:endParaRPr>
          </a:p>
          <a:p>
            <a:pPr marL="342900" indent="-342900">
              <a:spcAft>
                <a:spcPts val="16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The admin path must have ACL: SYSTEM and Administrators only (not user-writable)</a:t>
            </a:r>
            <a:endParaRPr lang="en-US" sz="1000" dirty="0">
              <a:latin typeface="Segoe UI" panose="020B0502040204020203" pitchFamily="34" charset="0"/>
            </a:endParaRPr>
          </a:p>
        </p:txBody>
      </p:sp>
      <p:sp>
        <p:nvSpPr>
          <p:cNvPr id="6" name="Course footer">
            <a:extLst>
              <a:ext uri="{FF2B5EF4-FFF2-40B4-BE49-F238E27FC236}">
                <a16:creationId xmlns:a16="http://schemas.microsoft.com/office/drawing/2014/main" id="{B7B251E9-8570-2D2C-8070-43419E7A0FEF}"/>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9 | Introduction to PKI</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7" name="TextBox 6">
            <a:extLst>
              <a:ext uri="{FF2B5EF4-FFF2-40B4-BE49-F238E27FC236}">
                <a16:creationId xmlns:a16="http://schemas.microsoft.com/office/drawing/2014/main" id="{60586049-B245-A834-13F9-3FF355B6B146}"/>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21545472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205CB-DD9F-2F64-B97D-FD5AE9EBFD92}"/>
              </a:ext>
            </a:extLst>
          </p:cNvPr>
          <p:cNvSpPr>
            <a:spLocks noGrp="1"/>
          </p:cNvSpPr>
          <p:nvPr>
            <p:ph type="title"/>
          </p:nvPr>
        </p:nvSpPr>
        <p:spPr>
          <a:xfrm>
            <a:off x="351664" y="79066"/>
            <a:ext cx="6157993" cy="738664"/>
          </a:xfrm>
        </p:spPr>
        <p:txBody>
          <a:bodyPr wrap="square">
            <a:noAutofit/>
          </a:bodyPr>
          <a:lstStyle/>
          <a:p>
            <a:r>
              <a:rPr lang="en-GB" dirty="0"/>
              <a:t>SSH Key-Based Authentication</a:t>
            </a:r>
          </a:p>
        </p:txBody>
      </p:sp>
      <p:sp>
        <p:nvSpPr>
          <p:cNvPr id="6" name="Divider">
            <a:extLst>
              <a:ext uri="{FF2B5EF4-FFF2-40B4-BE49-F238E27FC236}">
                <a16:creationId xmlns:a16="http://schemas.microsoft.com/office/drawing/2014/main" id="{EFD49EB8-06F7-1625-2B1E-14FC1C5F9F7D}"/>
              </a:ext>
            </a:extLst>
          </p:cNvPr>
          <p:cNvSpPr/>
          <p:nvPr/>
        </p:nvSpPr>
        <p:spPr>
          <a:xfrm>
            <a:off x="4782869" y="727075"/>
            <a:ext cx="45719" cy="3885565"/>
          </a:xfrm>
          <a:prstGeom prst="rect">
            <a:avLst/>
          </a:prstGeom>
          <a:solidFill>
            <a:srgbClr val="8ECAE6"/>
          </a:solidFill>
          <a:ln/>
        </p:spPr>
        <p:txBody>
          <a:bodyPr/>
          <a:lstStyle/>
          <a:p>
            <a:endParaRPr lang="en-GB"/>
          </a:p>
        </p:txBody>
      </p:sp>
      <p:sp>
        <p:nvSpPr>
          <p:cNvPr id="7" name="LeftCol">
            <a:extLst>
              <a:ext uri="{FF2B5EF4-FFF2-40B4-BE49-F238E27FC236}">
                <a16:creationId xmlns:a16="http://schemas.microsoft.com/office/drawing/2014/main" id="{F81F380E-549D-EBB9-E5C3-71C6094AA425}"/>
              </a:ext>
            </a:extLst>
          </p:cNvPr>
          <p:cNvSpPr/>
          <p:nvPr/>
        </p:nvSpPr>
        <p:spPr>
          <a:xfrm>
            <a:off x="285750" y="727075"/>
            <a:ext cx="4450000" cy="3885565"/>
          </a:xfrm>
          <a:prstGeom prst="rect">
            <a:avLst/>
          </a:prstGeom>
          <a:solidFill>
            <a:srgbClr val="F0F8FB"/>
          </a:solidFill>
          <a:ln w="9000">
            <a:solidFill>
              <a:srgbClr val="8ECAE6"/>
            </a:solidFill>
            <a:prstDash val="solid"/>
          </a:ln>
        </p:spPr>
        <p:txBody>
          <a:bodyPr wrap="square" lIns="91440" tIns="91440" rIns="91440" bIns="45720" rtlCol="0" anchor="t">
            <a:normAutofit/>
          </a:bodyPr>
          <a:lstStyle/>
          <a:p>
            <a:pPr marL="0" indent="0">
              <a:spcAft>
                <a:spcPts val="200"/>
              </a:spcAft>
              <a:buNone/>
            </a:pPr>
            <a:r>
              <a:rPr lang="en-US" sz="1200" b="1" dirty="0">
                <a:solidFill>
                  <a:srgbClr val="219EBC"/>
                </a:solidFill>
                <a:latin typeface="Segoe UI" panose="020B0502040204020203" pitchFamily="34" charset="0"/>
                <a:ea typeface="Calibri" pitchFamily="34" charset="-122"/>
                <a:cs typeface="Calibri" pitchFamily="34" charset="-120"/>
              </a:rPr>
              <a:t>Generate Key Pair (on client)</a:t>
            </a:r>
            <a:endParaRPr lang="en-US" sz="1200" dirty="0">
              <a:latin typeface="Segoe UI" panose="020B0502040204020203" pitchFamily="34" charset="0"/>
            </a:endParaRPr>
          </a:p>
          <a:p>
            <a:pPr marL="0" indent="0">
              <a:spcAft>
                <a:spcPts val="80"/>
              </a:spcAft>
              <a:buNone/>
            </a:pPr>
            <a:r>
              <a:rPr lang="en-US" sz="870" dirty="0">
                <a:solidFill>
                  <a:srgbClr val="0D3349"/>
                </a:solidFill>
                <a:latin typeface="Segoe UI" panose="020B0502040204020203" pitchFamily="34" charset="0"/>
                <a:ea typeface="Consolas" pitchFamily="49" charset="-122"/>
                <a:cs typeface="Consolas" pitchFamily="49" charset="-120"/>
              </a:rPr>
              <a:t># Ed25519 (recommended)</a:t>
            </a:r>
            <a:endParaRPr lang="en-US" sz="870" dirty="0">
              <a:latin typeface="Segoe UI" panose="020B0502040204020203" pitchFamily="34" charset="0"/>
            </a:endParaRPr>
          </a:p>
          <a:p>
            <a:pPr marL="0" indent="0">
              <a:spcAft>
                <a:spcPts val="80"/>
              </a:spcAft>
              <a:buNone/>
            </a:pPr>
            <a:r>
              <a:rPr lang="en-US" sz="870" dirty="0">
                <a:solidFill>
                  <a:srgbClr val="0D3349"/>
                </a:solidFill>
                <a:latin typeface="Segoe UI" panose="020B0502040204020203" pitchFamily="34" charset="0"/>
                <a:ea typeface="Consolas" pitchFamily="49" charset="-122"/>
                <a:cs typeface="Consolas" pitchFamily="49" charset="-120"/>
              </a:rPr>
              <a:t>ssh-keygen -t ed25519 -C 'admin@contoso'</a:t>
            </a:r>
            <a:endParaRPr lang="en-US" sz="870" dirty="0">
              <a:latin typeface="Segoe UI" panose="020B0502040204020203" pitchFamily="34" charset="0"/>
            </a:endParaRPr>
          </a:p>
          <a:p>
            <a:pPr marL="0" indent="0">
              <a:spcAft>
                <a:spcPts val="80"/>
              </a:spcAft>
              <a:buNone/>
            </a:pPr>
            <a:r>
              <a:rPr lang="en-US" sz="870" dirty="0">
                <a:solidFill>
                  <a:srgbClr val="0D3349"/>
                </a:solidFill>
                <a:latin typeface="Segoe UI" panose="020B0502040204020203" pitchFamily="34" charset="0"/>
                <a:ea typeface="Consolas" pitchFamily="49" charset="-122"/>
                <a:cs typeface="Consolas" pitchFamily="49" charset="-120"/>
              </a:rPr>
              <a:t># RSA 4096-bit (compatibility)</a:t>
            </a:r>
            <a:endParaRPr lang="en-US" sz="870" dirty="0">
              <a:latin typeface="Segoe UI" panose="020B0502040204020203" pitchFamily="34" charset="0"/>
            </a:endParaRPr>
          </a:p>
          <a:p>
            <a:pPr marL="0" indent="0">
              <a:spcAft>
                <a:spcPts val="80"/>
              </a:spcAft>
              <a:buNone/>
            </a:pPr>
            <a:r>
              <a:rPr lang="en-US" sz="870" dirty="0">
                <a:solidFill>
                  <a:srgbClr val="0D3349"/>
                </a:solidFill>
                <a:latin typeface="Segoe UI" panose="020B0502040204020203" pitchFamily="34" charset="0"/>
                <a:ea typeface="Consolas" pitchFamily="49" charset="-122"/>
                <a:cs typeface="Consolas" pitchFamily="49" charset="-120"/>
              </a:rPr>
              <a:t>ssh-keygen -t rsa -b 4096</a:t>
            </a:r>
            <a:endParaRPr lang="en-US" sz="870" dirty="0">
              <a:latin typeface="Segoe UI" panose="020B0502040204020203" pitchFamily="34" charset="0"/>
            </a:endParaRPr>
          </a:p>
          <a:p>
            <a:pPr>
              <a:buNone/>
            </a:pPr>
            <a:endParaRPr lang="en-US" sz="3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Copy Public Key to Server</a:t>
            </a:r>
            <a:endParaRPr lang="en-US" sz="1200" dirty="0">
              <a:latin typeface="Segoe UI" panose="020B0502040204020203" pitchFamily="34" charset="0"/>
            </a:endParaRPr>
          </a:p>
          <a:p>
            <a:pPr marL="0" indent="0">
              <a:spcAft>
                <a:spcPts val="80"/>
              </a:spcAft>
              <a:buNone/>
            </a:pPr>
            <a:r>
              <a:rPr lang="en-US" sz="870" dirty="0">
                <a:solidFill>
                  <a:srgbClr val="0D3349"/>
                </a:solidFill>
                <a:latin typeface="Segoe UI" panose="020B0502040204020203" pitchFamily="34" charset="0"/>
                <a:ea typeface="Consolas" pitchFamily="49" charset="-122"/>
                <a:cs typeface="Consolas" pitchFamily="49" charset="-120"/>
              </a:rPr>
              <a:t># From Linux/macOS client:</a:t>
            </a:r>
            <a:endParaRPr lang="en-US" sz="870" dirty="0">
              <a:latin typeface="Segoe UI" panose="020B0502040204020203" pitchFamily="34" charset="0"/>
            </a:endParaRPr>
          </a:p>
          <a:p>
            <a:pPr marL="0" indent="0">
              <a:spcAft>
                <a:spcPts val="80"/>
              </a:spcAft>
              <a:buNone/>
            </a:pPr>
            <a:r>
              <a:rPr lang="en-US" sz="870" dirty="0">
                <a:solidFill>
                  <a:srgbClr val="0D3349"/>
                </a:solidFill>
                <a:latin typeface="Segoe UI" panose="020B0502040204020203" pitchFamily="34" charset="0"/>
                <a:ea typeface="Consolas" pitchFamily="49" charset="-122"/>
                <a:cs typeface="Consolas" pitchFamily="49" charset="-120"/>
              </a:rPr>
              <a:t>ssh-copy-id admin@lon-srv1.contoso.com</a:t>
            </a:r>
            <a:endParaRPr lang="en-US" sz="870" dirty="0">
              <a:latin typeface="Segoe UI" panose="020B0502040204020203" pitchFamily="34" charset="0"/>
            </a:endParaRPr>
          </a:p>
          <a:p>
            <a:pPr>
              <a:buNone/>
            </a:pPr>
            <a:endParaRPr lang="en-US" sz="200" dirty="0">
              <a:latin typeface="Segoe UI" panose="020B0502040204020203" pitchFamily="34" charset="0"/>
            </a:endParaRPr>
          </a:p>
          <a:p>
            <a:pPr marL="0" indent="0">
              <a:spcAft>
                <a:spcPts val="80"/>
              </a:spcAft>
              <a:buNone/>
            </a:pPr>
            <a:r>
              <a:rPr lang="en-US" sz="870" dirty="0">
                <a:solidFill>
                  <a:srgbClr val="0D3349"/>
                </a:solidFill>
                <a:latin typeface="Segoe UI" panose="020B0502040204020203" pitchFamily="34" charset="0"/>
                <a:ea typeface="Consolas" pitchFamily="49" charset="-122"/>
                <a:cs typeface="Consolas" pitchFamily="49" charset="-120"/>
              </a:rPr>
              <a:t># Windows PowerShell:</a:t>
            </a:r>
            <a:endParaRPr lang="en-US" sz="870" dirty="0">
              <a:latin typeface="Segoe UI" panose="020B0502040204020203" pitchFamily="34" charset="0"/>
            </a:endParaRPr>
          </a:p>
          <a:p>
            <a:pPr marL="0" indent="0">
              <a:spcAft>
                <a:spcPts val="80"/>
              </a:spcAft>
              <a:buNone/>
            </a:pPr>
            <a:r>
              <a:rPr lang="en-US" sz="870" dirty="0">
                <a:solidFill>
                  <a:srgbClr val="0D3349"/>
                </a:solidFill>
                <a:latin typeface="Segoe UI" panose="020B0502040204020203" pitchFamily="34" charset="0"/>
                <a:ea typeface="Consolas" pitchFamily="49" charset="-122"/>
                <a:cs typeface="Consolas" pitchFamily="49" charset="-120"/>
              </a:rPr>
              <a:t>$k = Get-Content ~/.ssh/id_ed25519.pub</a:t>
            </a:r>
            <a:endParaRPr lang="en-US" sz="870" dirty="0">
              <a:latin typeface="Segoe UI" panose="020B0502040204020203" pitchFamily="34" charset="0"/>
            </a:endParaRPr>
          </a:p>
          <a:p>
            <a:pPr marL="0" indent="0">
              <a:spcAft>
                <a:spcPts val="80"/>
              </a:spcAft>
              <a:buNone/>
            </a:pPr>
            <a:r>
              <a:rPr lang="en-US" sz="870" dirty="0">
                <a:solidFill>
                  <a:srgbClr val="0D3349"/>
                </a:solidFill>
                <a:latin typeface="Segoe UI" panose="020B0502040204020203" pitchFamily="34" charset="0"/>
                <a:ea typeface="Consolas" pitchFamily="49" charset="-122"/>
                <a:cs typeface="Consolas" pitchFamily="49" charset="-120"/>
              </a:rPr>
              <a:t>ssh admin@lon-srv1 'mkdir -Force ~/.ssh;</a:t>
            </a:r>
            <a:endParaRPr lang="en-US" sz="870" dirty="0">
              <a:latin typeface="Segoe UI" panose="020B0502040204020203" pitchFamily="34" charset="0"/>
            </a:endParaRPr>
          </a:p>
          <a:p>
            <a:pPr marL="0" indent="0">
              <a:spcAft>
                <a:spcPts val="80"/>
              </a:spcAft>
              <a:buNone/>
            </a:pPr>
            <a:r>
              <a:rPr lang="en-US" sz="870" dirty="0">
                <a:solidFill>
                  <a:srgbClr val="0D3349"/>
                </a:solidFill>
                <a:latin typeface="Segoe UI" panose="020B0502040204020203" pitchFamily="34" charset="0"/>
                <a:ea typeface="Consolas" pitchFamily="49" charset="-122"/>
                <a:cs typeface="Consolas" pitchFamily="49" charset="-120"/>
              </a:rPr>
              <a:t> Add-Content ~/.ssh/authorized_keys $k'</a:t>
            </a:r>
            <a:endParaRPr lang="en-US" sz="870" dirty="0">
              <a:latin typeface="Segoe UI" panose="020B0502040204020203" pitchFamily="34" charset="0"/>
            </a:endParaRPr>
          </a:p>
          <a:p>
            <a:pPr>
              <a:buNone/>
            </a:pPr>
            <a:endParaRPr lang="en-US" sz="3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Disable Password Auth (hardening)</a:t>
            </a:r>
            <a:endParaRPr lang="en-US" sz="1200" dirty="0">
              <a:latin typeface="Segoe UI" panose="020B0502040204020203" pitchFamily="34" charset="0"/>
            </a:endParaRPr>
          </a:p>
          <a:p>
            <a:pPr marL="0" indent="0">
              <a:spcAft>
                <a:spcPts val="80"/>
              </a:spcAft>
              <a:buNone/>
            </a:pPr>
            <a:r>
              <a:rPr lang="en-US" sz="870" dirty="0">
                <a:solidFill>
                  <a:srgbClr val="0D3349"/>
                </a:solidFill>
                <a:latin typeface="Segoe UI" panose="020B0502040204020203" pitchFamily="34" charset="0"/>
                <a:ea typeface="Consolas" pitchFamily="49" charset="-122"/>
                <a:cs typeface="Consolas" pitchFamily="49" charset="-120"/>
              </a:rPr>
              <a:t># sshd_config:</a:t>
            </a:r>
            <a:endParaRPr lang="en-US" sz="870" dirty="0">
              <a:latin typeface="Segoe UI" panose="020B0502040204020203" pitchFamily="34" charset="0"/>
            </a:endParaRPr>
          </a:p>
          <a:p>
            <a:pPr marL="0" indent="0">
              <a:spcAft>
                <a:spcPts val="80"/>
              </a:spcAft>
              <a:buNone/>
            </a:pPr>
            <a:r>
              <a:rPr lang="en-US" sz="870" dirty="0">
                <a:solidFill>
                  <a:srgbClr val="0D3349"/>
                </a:solidFill>
                <a:latin typeface="Segoe UI" panose="020B0502040204020203" pitchFamily="34" charset="0"/>
                <a:ea typeface="Consolas" pitchFamily="49" charset="-122"/>
                <a:cs typeface="Consolas" pitchFamily="49" charset="-120"/>
              </a:rPr>
              <a:t>PasswordAuthentication no</a:t>
            </a:r>
            <a:endParaRPr lang="en-US" sz="870" dirty="0">
              <a:latin typeface="Segoe UI" panose="020B0502040204020203" pitchFamily="34" charset="0"/>
            </a:endParaRPr>
          </a:p>
          <a:p>
            <a:pPr marL="0" indent="0">
              <a:spcAft>
                <a:spcPts val="80"/>
              </a:spcAft>
              <a:buNone/>
            </a:pPr>
            <a:r>
              <a:rPr lang="en-US" sz="870" dirty="0">
                <a:solidFill>
                  <a:srgbClr val="0D3349"/>
                </a:solidFill>
                <a:latin typeface="Segoe UI" panose="020B0502040204020203" pitchFamily="34" charset="0"/>
                <a:ea typeface="Consolas" pitchFamily="49" charset="-122"/>
                <a:cs typeface="Consolas" pitchFamily="49" charset="-120"/>
              </a:rPr>
              <a:t>ChallengeResponseAuthentication no</a:t>
            </a:r>
            <a:endParaRPr lang="en-US" sz="870" dirty="0">
              <a:latin typeface="Segoe UI" panose="020B0502040204020203" pitchFamily="34" charset="0"/>
            </a:endParaRPr>
          </a:p>
          <a:p>
            <a:pPr marL="0" indent="0">
              <a:spcAft>
                <a:spcPts val="80"/>
              </a:spcAft>
              <a:buNone/>
            </a:pPr>
            <a:r>
              <a:rPr lang="en-US" sz="870" dirty="0">
                <a:solidFill>
                  <a:srgbClr val="0D3349"/>
                </a:solidFill>
                <a:latin typeface="Segoe UI" panose="020B0502040204020203" pitchFamily="34" charset="0"/>
                <a:ea typeface="Consolas" pitchFamily="49" charset="-122"/>
                <a:cs typeface="Consolas" pitchFamily="49" charset="-120"/>
              </a:rPr>
              <a:t>Restart-Service sshd</a:t>
            </a:r>
            <a:endParaRPr lang="en-US" sz="870" dirty="0">
              <a:latin typeface="Segoe UI" panose="020B0502040204020203" pitchFamily="34" charset="0"/>
            </a:endParaRPr>
          </a:p>
          <a:p>
            <a:pPr>
              <a:buNone/>
            </a:pPr>
            <a:endParaRPr lang="en-US" sz="3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Why Key Auth?</a:t>
            </a:r>
            <a:endParaRPr lang="en-US" sz="1200" dirty="0">
              <a:latin typeface="Segoe UI" panose="020B0502040204020203" pitchFamily="34" charset="0"/>
            </a:endParaRPr>
          </a:p>
          <a:p>
            <a:pPr marL="342900" indent="-342900">
              <a:spcAft>
                <a:spcPts val="15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Private key never transmitted — nothing to intercept</a:t>
            </a:r>
            <a:endParaRPr lang="en-US" sz="1000" dirty="0">
              <a:latin typeface="Segoe UI" panose="020B0502040204020203" pitchFamily="34" charset="0"/>
            </a:endParaRPr>
          </a:p>
          <a:p>
            <a:pPr marL="342900" indent="-342900">
              <a:spcAft>
                <a:spcPts val="15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Ed25519: 256-bit, faster than RSA-4096, side-channel resistant</a:t>
            </a:r>
            <a:endParaRPr lang="en-US" sz="1000" dirty="0">
              <a:latin typeface="Segoe UI" panose="020B0502040204020203" pitchFamily="34" charset="0"/>
            </a:endParaRPr>
          </a:p>
          <a:p>
            <a:pPr marL="342900" indent="-342900">
              <a:spcAft>
                <a:spcPts val="15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Passphrase on key = passwordless MFA without extra infra</a:t>
            </a:r>
            <a:endParaRPr lang="en-US" sz="1000" dirty="0">
              <a:latin typeface="Segoe UI" panose="020B0502040204020203" pitchFamily="34" charset="0"/>
            </a:endParaRPr>
          </a:p>
        </p:txBody>
      </p:sp>
      <p:sp>
        <p:nvSpPr>
          <p:cNvPr id="21" name="Course footer">
            <a:extLst>
              <a:ext uri="{FF2B5EF4-FFF2-40B4-BE49-F238E27FC236}">
                <a16:creationId xmlns:a16="http://schemas.microsoft.com/office/drawing/2014/main" id="{A1C398A5-99BF-5F09-457E-944005039803}"/>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9 | Introduction to PKI</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2" name="TextBox 21">
            <a:extLst>
              <a:ext uri="{FF2B5EF4-FFF2-40B4-BE49-F238E27FC236}">
                <a16:creationId xmlns:a16="http://schemas.microsoft.com/office/drawing/2014/main" id="{815601B3-F0FC-C98B-05F3-630C2AEFEA7F}"/>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16</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pic>
        <p:nvPicPr>
          <p:cNvPr id="4" name="PKI Visual">
            <a:extLst>
              <a:ext uri="{FF2B5EF4-FFF2-40B4-BE49-F238E27FC236}">
                <a16:creationId xmlns:a16="http://schemas.microsoft.com/office/drawing/2014/main" id="{93D4D7AF-B1AE-6A48-C99C-1559CD4CCBDD}"/>
              </a:ext>
            </a:extLst>
          </p:cNvPr>
          <p:cNvPicPr>
            <a:picLocks noChangeAspect="1"/>
          </p:cNvPicPr>
          <p:nvPr/>
        </p:nvPicPr>
        <p:blipFill>
          <a:blip r:embed="rId2"/>
          <a:srcRect l="17188" r="17188"/>
          <a:stretch>
            <a:fillRect/>
          </a:stretch>
        </p:blipFill>
        <p:spPr>
          <a:xfrm>
            <a:off x="6509657" y="1148452"/>
            <a:ext cx="1763976" cy="3357245"/>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17515177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30492-C278-2933-B0C7-179717156FF2}"/>
              </a:ext>
            </a:extLst>
          </p:cNvPr>
          <p:cNvSpPr>
            <a:spLocks noGrp="1"/>
          </p:cNvSpPr>
          <p:nvPr>
            <p:ph type="title" idx="4294967295"/>
          </p:nvPr>
        </p:nvSpPr>
        <p:spPr>
          <a:xfrm>
            <a:off x="438912" y="357188"/>
            <a:ext cx="8505825" cy="509588"/>
          </a:xfrm>
        </p:spPr>
        <p:txBody>
          <a:bodyPr wrap="square">
            <a:noAutofit/>
          </a:bodyPr>
          <a:lstStyle/>
          <a:p>
            <a:r>
              <a:rPr lang="en-GB" dirty="0"/>
              <a:t>Chapter Summary</a:t>
            </a:r>
          </a:p>
        </p:txBody>
      </p:sp>
      <p:sp>
        <p:nvSpPr>
          <p:cNvPr id="3" name="Text Placeholder 2">
            <a:extLst>
              <a:ext uri="{FF2B5EF4-FFF2-40B4-BE49-F238E27FC236}">
                <a16:creationId xmlns:a16="http://schemas.microsoft.com/office/drawing/2014/main" id="{3E86D8F7-0AEC-B5FC-E12D-1A25FF9C445A}"/>
              </a:ext>
            </a:extLst>
          </p:cNvPr>
          <p:cNvSpPr>
            <a:spLocks noGrp="1"/>
          </p:cNvSpPr>
          <p:nvPr>
            <p:ph type="body" sz="quarter" idx="4294967295"/>
          </p:nvPr>
        </p:nvSpPr>
        <p:spPr>
          <a:xfrm>
            <a:off x="1490663" y="1092200"/>
            <a:ext cx="7653337" cy="673100"/>
          </a:xfrm>
        </p:spPr>
        <p:txBody>
          <a:bodyPr>
            <a:normAutofit lnSpcReduction="10000"/>
          </a:bodyPr>
          <a:lstStyle/>
          <a:p>
            <a:r>
              <a:rPr lang="en-GB">
                <a:solidFill>
                  <a:srgbClr val="0076D4"/>
                </a:solidFill>
                <a:latin typeface="Segoe UI Semibold" panose="020B0702040204020203" pitchFamily="34" charset="0"/>
              </a:rPr>
              <a:t>01</a:t>
            </a:r>
            <a:r>
              <a:rPr lang="en-GB">
                <a:latin typeface="Segoe UI" panose="020B0502040204020203" pitchFamily="34" charset="0"/>
              </a:rPr>
              <a:t>  Introduce PKI as an administrative trust system rather than as abstract cryptography</a:t>
            </a:r>
          </a:p>
        </p:txBody>
      </p:sp>
      <p:sp>
        <p:nvSpPr>
          <p:cNvPr id="4" name="Text Placeholder 3">
            <a:extLst>
              <a:ext uri="{FF2B5EF4-FFF2-40B4-BE49-F238E27FC236}">
                <a16:creationId xmlns:a16="http://schemas.microsoft.com/office/drawing/2014/main" id="{F1E08AA2-3EEE-4AD9-AC5A-6A54DCAE1D28}"/>
              </a:ext>
            </a:extLst>
          </p:cNvPr>
          <p:cNvSpPr>
            <a:spLocks noGrp="1"/>
          </p:cNvSpPr>
          <p:nvPr>
            <p:ph type="body" sz="quarter" idx="4294967295"/>
          </p:nvPr>
        </p:nvSpPr>
        <p:spPr>
          <a:xfrm>
            <a:off x="1490663" y="1909763"/>
            <a:ext cx="7653337" cy="673100"/>
          </a:xfrm>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Keep algorithms practical and operations-focused</a:t>
            </a:r>
          </a:p>
        </p:txBody>
      </p:sp>
      <p:sp>
        <p:nvSpPr>
          <p:cNvPr id="5" name="Text Placeholder 4">
            <a:extLst>
              <a:ext uri="{FF2B5EF4-FFF2-40B4-BE49-F238E27FC236}">
                <a16:creationId xmlns:a16="http://schemas.microsoft.com/office/drawing/2014/main" id="{5EA9455B-4C3D-DAEB-F80B-2E71265F34A9}"/>
              </a:ext>
            </a:extLst>
          </p:cNvPr>
          <p:cNvSpPr>
            <a:spLocks noGrp="1"/>
          </p:cNvSpPr>
          <p:nvPr>
            <p:ph type="body" sz="quarter" idx="4294967295"/>
          </p:nvPr>
        </p:nvSpPr>
        <p:spPr>
          <a:xfrm>
            <a:off x="1490663" y="2727325"/>
            <a:ext cx="7653337" cy="673100"/>
          </a:xfrm>
        </p:spPr>
        <p:txBody>
          <a:bodyPr>
            <a:normAutofit lnSpcReduction="10000"/>
          </a:bodyPr>
          <a:lstStyle/>
          <a:p>
            <a:r>
              <a:rPr lang="en-GB">
                <a:solidFill>
                  <a:srgbClr val="0076D4"/>
                </a:solidFill>
                <a:latin typeface="Segoe UI Semibold" panose="020B0702040204020203" pitchFamily="34" charset="0"/>
              </a:rPr>
              <a:t>03</a:t>
            </a:r>
            <a:r>
              <a:rPr lang="en-GB">
                <a:latin typeface="Segoe UI" panose="020B0502040204020203" pitchFamily="34" charset="0"/>
              </a:rPr>
              <a:t>  Show how OpenSSH fits into modern server management alongside Windows-native tools</a:t>
            </a:r>
          </a:p>
        </p:txBody>
      </p:sp>
      <p:sp>
        <p:nvSpPr>
          <p:cNvPr id="6" name="Text Placeholder 5">
            <a:extLst>
              <a:ext uri="{FF2B5EF4-FFF2-40B4-BE49-F238E27FC236}">
                <a16:creationId xmlns:a16="http://schemas.microsoft.com/office/drawing/2014/main" id="{10ED861F-F90C-2BB3-E820-FFD3277C8B0A}"/>
              </a:ext>
            </a:extLst>
          </p:cNvPr>
          <p:cNvSpPr>
            <a:spLocks noGrp="1"/>
          </p:cNvSpPr>
          <p:nvPr>
            <p:ph type="body" sz="quarter" idx="4294967295"/>
          </p:nvPr>
        </p:nvSpPr>
        <p:spPr>
          <a:xfrm>
            <a:off x="1490663" y="3544888"/>
            <a:ext cx="7653337" cy="673100"/>
          </a:xfrm>
        </p:spPr>
        <p:txBody>
          <a:bodyPr>
            <a:normAutofit lnSpcReduction="10000"/>
          </a:bodyPr>
          <a:lstStyle/>
          <a:p>
            <a:r>
              <a:rPr lang="en-GB">
                <a:solidFill>
                  <a:srgbClr val="0076D4"/>
                </a:solidFill>
                <a:latin typeface="Segoe UI Semibold" panose="020B0702040204020203" pitchFamily="34" charset="0"/>
              </a:rPr>
              <a:t>04</a:t>
            </a:r>
            <a:r>
              <a:rPr lang="en-GB">
                <a:latin typeface="Segoe UI" panose="020B0502040204020203" pitchFamily="34" charset="0"/>
              </a:rPr>
              <a:t>  Reinforce repeatable administration, validation, and supportable design choices</a:t>
            </a:r>
          </a:p>
        </p:txBody>
      </p:sp>
      <p:sp>
        <p:nvSpPr>
          <p:cNvPr id="7" name="Course footer">
            <a:extLst>
              <a:ext uri="{FF2B5EF4-FFF2-40B4-BE49-F238E27FC236}">
                <a16:creationId xmlns:a16="http://schemas.microsoft.com/office/drawing/2014/main" id="{91DD6948-3FC3-6EF3-1321-988672BB40FA}"/>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9 | Introduction to PKI</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037F2A2C-3989-9FCB-E386-C483037CE945}"/>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18</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222519162"/>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BA89-D7DD-3653-8F0D-9E610D9AD5F4}"/>
              </a:ext>
            </a:extLst>
          </p:cNvPr>
          <p:cNvSpPr>
            <a:spLocks noGrp="1"/>
          </p:cNvSpPr>
          <p:nvPr>
            <p:ph type="title" idx="4294967295"/>
          </p:nvPr>
        </p:nvSpPr>
        <p:spPr>
          <a:xfrm>
            <a:off x="288925" y="366458"/>
            <a:ext cx="8258175" cy="369888"/>
          </a:xfrm>
        </p:spPr>
        <p:txBody>
          <a:bodyPr wrap="square">
            <a:noAutofit/>
          </a:bodyPr>
          <a:lstStyle/>
          <a:p>
            <a:r>
              <a:rPr lang="en-GB" dirty="0"/>
              <a:t>Knowledge Check</a:t>
            </a:r>
          </a:p>
        </p:txBody>
      </p:sp>
      <p:sp>
        <p:nvSpPr>
          <p:cNvPr id="9" name="Shape 6">
            <a:extLst>
              <a:ext uri="{FF2B5EF4-FFF2-40B4-BE49-F238E27FC236}">
                <a16:creationId xmlns:a16="http://schemas.microsoft.com/office/drawing/2014/main" id="{8C697420-CF37-91C2-D5DA-ACF03D166A4B}"/>
              </a:ext>
            </a:extLst>
          </p:cNvPr>
          <p:cNvSpPr/>
          <p:nvPr/>
        </p:nvSpPr>
        <p:spPr>
          <a:xfrm>
            <a:off x="254000" y="962660"/>
            <a:ext cx="402336" cy="402336"/>
          </a:xfrm>
          <a:prstGeom prst="ellipse">
            <a:avLst/>
          </a:prstGeom>
          <a:solidFill>
            <a:srgbClr val="FFF3CD"/>
          </a:solidFill>
          <a:ln w="19050">
            <a:solidFill>
              <a:srgbClr val="0076D4"/>
            </a:solidFill>
            <a:prstDash val="solid"/>
          </a:ln>
        </p:spPr>
        <p:txBody>
          <a:bodyPr/>
          <a:lstStyle/>
          <a:p>
            <a:endParaRPr lang="en-GB"/>
          </a:p>
        </p:txBody>
      </p:sp>
      <p:sp>
        <p:nvSpPr>
          <p:cNvPr id="10" name="Text 7">
            <a:extLst>
              <a:ext uri="{FF2B5EF4-FFF2-40B4-BE49-F238E27FC236}">
                <a16:creationId xmlns:a16="http://schemas.microsoft.com/office/drawing/2014/main" id="{63580A39-9401-27D9-84FF-2E782C181F11}"/>
              </a:ext>
            </a:extLst>
          </p:cNvPr>
          <p:cNvSpPr/>
          <p:nvPr/>
        </p:nvSpPr>
        <p:spPr>
          <a:xfrm>
            <a:off x="254000" y="96266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1</a:t>
            </a:r>
            <a:endParaRPr lang="en-US" sz="1500" dirty="0">
              <a:latin typeface="Segoe UI" panose="020B0502040204020203" pitchFamily="34" charset="0"/>
            </a:endParaRPr>
          </a:p>
        </p:txBody>
      </p:sp>
      <p:sp>
        <p:nvSpPr>
          <p:cNvPr id="11" name="Text 8">
            <a:extLst>
              <a:ext uri="{FF2B5EF4-FFF2-40B4-BE49-F238E27FC236}">
                <a16:creationId xmlns:a16="http://schemas.microsoft.com/office/drawing/2014/main" id="{C2CD2EA8-1178-0D1C-6D83-9331DAFE522B}"/>
              </a:ext>
            </a:extLst>
          </p:cNvPr>
          <p:cNvSpPr/>
          <p:nvPr/>
        </p:nvSpPr>
        <p:spPr>
          <a:xfrm>
            <a:off x="775208" y="87122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is the main administrative purpose of Applications?</a:t>
            </a:r>
            <a:endParaRPr lang="en-US" sz="1500" dirty="0">
              <a:latin typeface="Segoe UI" panose="020B0502040204020203" pitchFamily="34" charset="0"/>
            </a:endParaRPr>
          </a:p>
        </p:txBody>
      </p:sp>
      <p:sp>
        <p:nvSpPr>
          <p:cNvPr id="12" name="Shape 9">
            <a:extLst>
              <a:ext uri="{FF2B5EF4-FFF2-40B4-BE49-F238E27FC236}">
                <a16:creationId xmlns:a16="http://schemas.microsoft.com/office/drawing/2014/main" id="{CD62CF63-68BC-DA6B-85AB-B30A510532A7}"/>
              </a:ext>
            </a:extLst>
          </p:cNvPr>
          <p:cNvSpPr/>
          <p:nvPr/>
        </p:nvSpPr>
        <p:spPr>
          <a:xfrm>
            <a:off x="254000" y="1591310"/>
            <a:ext cx="8631936" cy="0"/>
          </a:xfrm>
          <a:prstGeom prst="line">
            <a:avLst/>
          </a:prstGeom>
          <a:noFill/>
          <a:ln w="6350">
            <a:solidFill>
              <a:srgbClr val="BFD9E6"/>
            </a:solidFill>
            <a:prstDash val="solid"/>
          </a:ln>
        </p:spPr>
        <p:txBody>
          <a:bodyPr/>
          <a:lstStyle/>
          <a:p>
            <a:endParaRPr lang="en-GB"/>
          </a:p>
        </p:txBody>
      </p:sp>
      <p:sp>
        <p:nvSpPr>
          <p:cNvPr id="13" name="Shape 10">
            <a:extLst>
              <a:ext uri="{FF2B5EF4-FFF2-40B4-BE49-F238E27FC236}">
                <a16:creationId xmlns:a16="http://schemas.microsoft.com/office/drawing/2014/main" id="{70CCB456-F8E0-EFE6-5E6B-59CEA6B1C811}"/>
              </a:ext>
            </a:extLst>
          </p:cNvPr>
          <p:cNvSpPr/>
          <p:nvPr/>
        </p:nvSpPr>
        <p:spPr>
          <a:xfrm>
            <a:off x="254000" y="1922780"/>
            <a:ext cx="402336" cy="402336"/>
          </a:xfrm>
          <a:prstGeom prst="ellipse">
            <a:avLst/>
          </a:prstGeom>
          <a:solidFill>
            <a:srgbClr val="FFF3CD"/>
          </a:solidFill>
          <a:ln w="19050">
            <a:solidFill>
              <a:srgbClr val="0076D4"/>
            </a:solidFill>
            <a:prstDash val="solid"/>
          </a:ln>
        </p:spPr>
        <p:txBody>
          <a:bodyPr/>
          <a:lstStyle/>
          <a:p>
            <a:endParaRPr lang="en-GB"/>
          </a:p>
        </p:txBody>
      </p:sp>
      <p:sp>
        <p:nvSpPr>
          <p:cNvPr id="14" name="Text 11">
            <a:extLst>
              <a:ext uri="{FF2B5EF4-FFF2-40B4-BE49-F238E27FC236}">
                <a16:creationId xmlns:a16="http://schemas.microsoft.com/office/drawing/2014/main" id="{CBA9F850-38A0-B80E-CC3E-523C3E6F23BB}"/>
              </a:ext>
            </a:extLst>
          </p:cNvPr>
          <p:cNvSpPr/>
          <p:nvPr/>
        </p:nvSpPr>
        <p:spPr>
          <a:xfrm>
            <a:off x="254000" y="192278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2</a:t>
            </a:r>
            <a:endParaRPr lang="en-US" sz="1500" dirty="0">
              <a:latin typeface="Segoe UI" panose="020B0502040204020203" pitchFamily="34" charset="0"/>
            </a:endParaRPr>
          </a:p>
        </p:txBody>
      </p:sp>
      <p:sp>
        <p:nvSpPr>
          <p:cNvPr id="15" name="Text 12">
            <a:extLst>
              <a:ext uri="{FF2B5EF4-FFF2-40B4-BE49-F238E27FC236}">
                <a16:creationId xmlns:a16="http://schemas.microsoft.com/office/drawing/2014/main" id="{ABDBF4D2-1619-3848-F0D3-C67238E44916}"/>
              </a:ext>
            </a:extLst>
          </p:cNvPr>
          <p:cNvSpPr/>
          <p:nvPr/>
        </p:nvSpPr>
        <p:spPr>
          <a:xfrm>
            <a:off x="775208" y="183134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is the main administrative purpose of Algorithms?</a:t>
            </a:r>
            <a:endParaRPr lang="en-US" sz="1500" dirty="0">
              <a:latin typeface="Segoe UI" panose="020B0502040204020203" pitchFamily="34" charset="0"/>
            </a:endParaRPr>
          </a:p>
        </p:txBody>
      </p:sp>
      <p:sp>
        <p:nvSpPr>
          <p:cNvPr id="16" name="Shape 13">
            <a:extLst>
              <a:ext uri="{FF2B5EF4-FFF2-40B4-BE49-F238E27FC236}">
                <a16:creationId xmlns:a16="http://schemas.microsoft.com/office/drawing/2014/main" id="{A5E8741A-882C-738E-FBB2-DD98E13D22B0}"/>
              </a:ext>
            </a:extLst>
          </p:cNvPr>
          <p:cNvSpPr/>
          <p:nvPr/>
        </p:nvSpPr>
        <p:spPr>
          <a:xfrm>
            <a:off x="254000" y="2551430"/>
            <a:ext cx="8631936" cy="0"/>
          </a:xfrm>
          <a:prstGeom prst="line">
            <a:avLst/>
          </a:prstGeom>
          <a:noFill/>
          <a:ln w="6350">
            <a:solidFill>
              <a:srgbClr val="BFD9E6"/>
            </a:solidFill>
            <a:prstDash val="solid"/>
          </a:ln>
        </p:spPr>
        <p:txBody>
          <a:bodyPr/>
          <a:lstStyle/>
          <a:p>
            <a:endParaRPr lang="en-GB"/>
          </a:p>
        </p:txBody>
      </p:sp>
      <p:sp>
        <p:nvSpPr>
          <p:cNvPr id="17" name="Shape 14">
            <a:extLst>
              <a:ext uri="{FF2B5EF4-FFF2-40B4-BE49-F238E27FC236}">
                <a16:creationId xmlns:a16="http://schemas.microsoft.com/office/drawing/2014/main" id="{3ED22D22-2DF8-4444-E14E-040D738A7DB7}"/>
              </a:ext>
            </a:extLst>
          </p:cNvPr>
          <p:cNvSpPr/>
          <p:nvPr/>
        </p:nvSpPr>
        <p:spPr>
          <a:xfrm>
            <a:off x="254000" y="2882900"/>
            <a:ext cx="402336" cy="402336"/>
          </a:xfrm>
          <a:prstGeom prst="ellipse">
            <a:avLst/>
          </a:prstGeom>
          <a:solidFill>
            <a:srgbClr val="FFF3CD"/>
          </a:solidFill>
          <a:ln w="19050">
            <a:solidFill>
              <a:srgbClr val="0076D4"/>
            </a:solidFill>
            <a:prstDash val="solid"/>
          </a:ln>
        </p:spPr>
        <p:txBody>
          <a:bodyPr/>
          <a:lstStyle/>
          <a:p>
            <a:endParaRPr lang="en-GB"/>
          </a:p>
        </p:txBody>
      </p:sp>
      <p:sp>
        <p:nvSpPr>
          <p:cNvPr id="18" name="Text 15">
            <a:extLst>
              <a:ext uri="{FF2B5EF4-FFF2-40B4-BE49-F238E27FC236}">
                <a16:creationId xmlns:a16="http://schemas.microsoft.com/office/drawing/2014/main" id="{9859537A-406A-10AA-C0DC-3B17A247E763}"/>
              </a:ext>
            </a:extLst>
          </p:cNvPr>
          <p:cNvSpPr/>
          <p:nvPr/>
        </p:nvSpPr>
        <p:spPr>
          <a:xfrm>
            <a:off x="254000" y="288290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3</a:t>
            </a:r>
            <a:endParaRPr lang="en-US" sz="1500" dirty="0">
              <a:latin typeface="Segoe UI" panose="020B0502040204020203" pitchFamily="34" charset="0"/>
            </a:endParaRPr>
          </a:p>
        </p:txBody>
      </p:sp>
      <p:sp>
        <p:nvSpPr>
          <p:cNvPr id="19" name="Text 16">
            <a:extLst>
              <a:ext uri="{FF2B5EF4-FFF2-40B4-BE49-F238E27FC236}">
                <a16:creationId xmlns:a16="http://schemas.microsoft.com/office/drawing/2014/main" id="{CF2EF86E-93EA-F69E-4112-D417223B405B}"/>
              </a:ext>
            </a:extLst>
          </p:cNvPr>
          <p:cNvSpPr/>
          <p:nvPr/>
        </p:nvSpPr>
        <p:spPr>
          <a:xfrm>
            <a:off x="775208" y="279146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is the main administrative purpose of Certificate management?</a:t>
            </a:r>
            <a:endParaRPr lang="en-US" sz="1500" dirty="0">
              <a:latin typeface="Segoe UI" panose="020B0502040204020203" pitchFamily="34" charset="0"/>
            </a:endParaRPr>
          </a:p>
        </p:txBody>
      </p:sp>
      <p:sp>
        <p:nvSpPr>
          <p:cNvPr id="20" name="Shape 17">
            <a:extLst>
              <a:ext uri="{FF2B5EF4-FFF2-40B4-BE49-F238E27FC236}">
                <a16:creationId xmlns:a16="http://schemas.microsoft.com/office/drawing/2014/main" id="{5AA40A69-4B3B-AB08-1E62-E2AC19FEF038}"/>
              </a:ext>
            </a:extLst>
          </p:cNvPr>
          <p:cNvSpPr/>
          <p:nvPr/>
        </p:nvSpPr>
        <p:spPr>
          <a:xfrm>
            <a:off x="254000" y="3511550"/>
            <a:ext cx="8631936" cy="0"/>
          </a:xfrm>
          <a:prstGeom prst="line">
            <a:avLst/>
          </a:prstGeom>
          <a:noFill/>
          <a:ln w="6350">
            <a:solidFill>
              <a:srgbClr val="BFD9E6"/>
            </a:solidFill>
            <a:prstDash val="solid"/>
          </a:ln>
        </p:spPr>
        <p:txBody>
          <a:bodyPr/>
          <a:lstStyle/>
          <a:p>
            <a:endParaRPr lang="en-GB"/>
          </a:p>
        </p:txBody>
      </p:sp>
      <p:sp>
        <p:nvSpPr>
          <p:cNvPr id="21" name="Shape 18">
            <a:extLst>
              <a:ext uri="{FF2B5EF4-FFF2-40B4-BE49-F238E27FC236}">
                <a16:creationId xmlns:a16="http://schemas.microsoft.com/office/drawing/2014/main" id="{23B406FB-F9FE-AC66-0DEB-D6E3F7376551}"/>
              </a:ext>
            </a:extLst>
          </p:cNvPr>
          <p:cNvSpPr/>
          <p:nvPr/>
        </p:nvSpPr>
        <p:spPr>
          <a:xfrm>
            <a:off x="254000" y="3843020"/>
            <a:ext cx="402336" cy="402336"/>
          </a:xfrm>
          <a:prstGeom prst="ellipse">
            <a:avLst/>
          </a:prstGeom>
          <a:solidFill>
            <a:srgbClr val="FFF3CD"/>
          </a:solidFill>
          <a:ln w="19050">
            <a:solidFill>
              <a:srgbClr val="0076D4"/>
            </a:solidFill>
            <a:prstDash val="solid"/>
          </a:ln>
        </p:spPr>
        <p:txBody>
          <a:bodyPr/>
          <a:lstStyle/>
          <a:p>
            <a:endParaRPr lang="en-GB"/>
          </a:p>
        </p:txBody>
      </p:sp>
      <p:sp>
        <p:nvSpPr>
          <p:cNvPr id="22" name="Text 19">
            <a:extLst>
              <a:ext uri="{FF2B5EF4-FFF2-40B4-BE49-F238E27FC236}">
                <a16:creationId xmlns:a16="http://schemas.microsoft.com/office/drawing/2014/main" id="{6E5BA9FB-22A1-C2B0-42D8-BC1957C352D2}"/>
              </a:ext>
            </a:extLst>
          </p:cNvPr>
          <p:cNvSpPr/>
          <p:nvPr/>
        </p:nvSpPr>
        <p:spPr>
          <a:xfrm>
            <a:off x="254000" y="384302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4</a:t>
            </a:r>
            <a:endParaRPr lang="en-US" sz="1500" dirty="0">
              <a:latin typeface="Segoe UI" panose="020B0502040204020203" pitchFamily="34" charset="0"/>
            </a:endParaRPr>
          </a:p>
        </p:txBody>
      </p:sp>
      <p:sp>
        <p:nvSpPr>
          <p:cNvPr id="23" name="Text 20">
            <a:extLst>
              <a:ext uri="{FF2B5EF4-FFF2-40B4-BE49-F238E27FC236}">
                <a16:creationId xmlns:a16="http://schemas.microsoft.com/office/drawing/2014/main" id="{521C088A-67BB-3AC4-8E14-7CC920E240B7}"/>
              </a:ext>
            </a:extLst>
          </p:cNvPr>
          <p:cNvSpPr/>
          <p:nvPr/>
        </p:nvSpPr>
        <p:spPr>
          <a:xfrm>
            <a:off x="775208" y="375158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is the main administrative purpose of Installing and enabling OpenSSH Server?</a:t>
            </a:r>
            <a:endParaRPr lang="en-US" sz="1500" dirty="0">
              <a:latin typeface="Segoe UI" panose="020B0502040204020203" pitchFamily="34" charset="0"/>
            </a:endParaRPr>
          </a:p>
        </p:txBody>
      </p:sp>
      <p:sp>
        <p:nvSpPr>
          <p:cNvPr id="24" name="Course footer">
            <a:extLst>
              <a:ext uri="{FF2B5EF4-FFF2-40B4-BE49-F238E27FC236}">
                <a16:creationId xmlns:a16="http://schemas.microsoft.com/office/drawing/2014/main" id="{52DC9F17-CDC0-FDF7-2B44-10ED99E5AC8C}"/>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9 | Introduction to PKI</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5" name="TextBox 24">
            <a:extLst>
              <a:ext uri="{FF2B5EF4-FFF2-40B4-BE49-F238E27FC236}">
                <a16:creationId xmlns:a16="http://schemas.microsoft.com/office/drawing/2014/main" id="{F75DEA0E-6735-A72C-BA8E-E97AAB454507}"/>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19</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282441507"/>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2044-ED71-BE4F-04C8-424ACFA8E139}"/>
              </a:ext>
            </a:extLst>
          </p:cNvPr>
          <p:cNvSpPr>
            <a:spLocks noGrp="1"/>
          </p:cNvSpPr>
          <p:nvPr>
            <p:ph type="title"/>
          </p:nvPr>
        </p:nvSpPr>
        <p:spPr/>
        <p:txBody>
          <a:bodyPr wrap="square">
            <a:noAutofit/>
          </a:bodyPr>
          <a:lstStyle/>
          <a:p>
            <a:r>
              <a:rPr lang="en-GB"/>
              <a:t>PRACTICE LAB</a:t>
            </a:r>
          </a:p>
        </p:txBody>
      </p:sp>
      <p:sp>
        <p:nvSpPr>
          <p:cNvPr id="3" name="Shape 0">
            <a:extLst>
              <a:ext uri="{FF2B5EF4-FFF2-40B4-BE49-F238E27FC236}">
                <a16:creationId xmlns:a16="http://schemas.microsoft.com/office/drawing/2014/main" id="{9C9C0A5F-5777-DCE7-72B8-1554D92C550B}"/>
              </a:ext>
            </a:extLst>
          </p:cNvPr>
          <p:cNvSpPr/>
          <p:nvPr/>
        </p:nvSpPr>
        <p:spPr>
          <a:xfrm>
            <a:off x="139700" y="0"/>
            <a:ext cx="164592" cy="5143500"/>
          </a:xfrm>
          <a:prstGeom prst="rect">
            <a:avLst/>
          </a:prstGeom>
          <a:solidFill>
            <a:srgbClr val="0076D4"/>
          </a:solidFill>
          <a:ln w="12700">
            <a:solidFill>
              <a:srgbClr val="0076D4"/>
            </a:solidFill>
            <a:prstDash val="solid"/>
          </a:ln>
        </p:spPr>
        <p:txBody>
          <a:bodyPr/>
          <a:lstStyle/>
          <a:p>
            <a:endParaRPr lang="en-GB"/>
          </a:p>
        </p:txBody>
      </p:sp>
      <p:sp>
        <p:nvSpPr>
          <p:cNvPr id="5" name="Text 4">
            <a:extLst>
              <a:ext uri="{FF2B5EF4-FFF2-40B4-BE49-F238E27FC236}">
                <a16:creationId xmlns:a16="http://schemas.microsoft.com/office/drawing/2014/main" id="{1E91FEC6-DD23-691B-6C99-FAB889D94560}"/>
              </a:ext>
            </a:extLst>
          </p:cNvPr>
          <p:cNvSpPr/>
          <p:nvPr/>
        </p:nvSpPr>
        <p:spPr>
          <a:xfrm>
            <a:off x="551180" y="1193292"/>
            <a:ext cx="7772400" cy="594360"/>
          </a:xfrm>
          <a:prstGeom prst="rect">
            <a:avLst/>
          </a:prstGeom>
          <a:noFill/>
          <a:ln/>
        </p:spPr>
        <p:txBody>
          <a:bodyPr wrap="square" lIns="0" tIns="0" rIns="0" bIns="0" rtlCol="0" anchor="ctr">
            <a:normAutofit/>
          </a:bodyPr>
          <a:lstStyle/>
          <a:p>
            <a:pPr marL="0" indent="0" algn="l">
              <a:buNone/>
            </a:pPr>
            <a:r>
              <a:rPr lang="en-US" sz="3000" b="1" dirty="0">
                <a:solidFill>
                  <a:srgbClr val="000000"/>
                </a:solidFill>
                <a:latin typeface="Segoe UI" panose="020B0502040204020203" pitchFamily="34" charset="0"/>
                <a:ea typeface="Calibri" pitchFamily="34" charset="-122"/>
                <a:cs typeface="Calibri" pitchFamily="34" charset="-120"/>
              </a:rPr>
              <a:t>Lab 0901</a:t>
            </a:r>
            <a:endParaRPr lang="en-US" sz="3000" dirty="0">
              <a:solidFill>
                <a:srgbClr val="000000"/>
              </a:solidFill>
              <a:latin typeface="Segoe UI" panose="020B0502040204020203" pitchFamily="34" charset="0"/>
            </a:endParaRPr>
          </a:p>
        </p:txBody>
      </p:sp>
      <p:sp>
        <p:nvSpPr>
          <p:cNvPr id="6" name="Text 5">
            <a:extLst>
              <a:ext uri="{FF2B5EF4-FFF2-40B4-BE49-F238E27FC236}">
                <a16:creationId xmlns:a16="http://schemas.microsoft.com/office/drawing/2014/main" id="{13CBCDD4-B9BE-C33D-D168-DB62843B4AA8}"/>
              </a:ext>
            </a:extLst>
          </p:cNvPr>
          <p:cNvSpPr/>
          <p:nvPr/>
        </p:nvSpPr>
        <p:spPr>
          <a:xfrm>
            <a:off x="551180" y="1897380"/>
            <a:ext cx="7498080" cy="685800"/>
          </a:xfrm>
          <a:prstGeom prst="rect">
            <a:avLst/>
          </a:prstGeom>
          <a:noFill/>
          <a:ln/>
        </p:spPr>
        <p:txBody>
          <a:bodyPr wrap="square" lIns="0" tIns="0" rIns="0" bIns="0" rtlCol="0" anchor="ctr">
            <a:normAutofit/>
          </a:bodyPr>
          <a:lstStyle/>
          <a:p>
            <a:pPr marL="0" indent="0" algn="l">
              <a:buNone/>
            </a:pPr>
            <a:r>
              <a:rPr lang="en-US" sz="2200" b="1" dirty="0">
                <a:solidFill>
                  <a:srgbClr val="000000"/>
                </a:solidFill>
                <a:latin typeface="Segoe UI" panose="020B0502040204020203" pitchFamily="34" charset="0"/>
                <a:ea typeface="Calibri" pitchFamily="34" charset="-122"/>
                <a:cs typeface="Calibri" pitchFamily="34" charset="-120"/>
              </a:rPr>
              <a:t>Installing OpenSSH and Configuring Secure Remote Access</a:t>
            </a:r>
            <a:endParaRPr lang="en-US" sz="2200" dirty="0">
              <a:solidFill>
                <a:srgbClr val="000000"/>
              </a:solidFill>
              <a:latin typeface="Segoe UI" panose="020B0502040204020203" pitchFamily="34" charset="0"/>
            </a:endParaRPr>
          </a:p>
        </p:txBody>
      </p:sp>
      <p:sp>
        <p:nvSpPr>
          <p:cNvPr id="7" name="Shape 6">
            <a:extLst>
              <a:ext uri="{FF2B5EF4-FFF2-40B4-BE49-F238E27FC236}">
                <a16:creationId xmlns:a16="http://schemas.microsoft.com/office/drawing/2014/main" id="{BE1D3292-B1A3-4202-466A-E52B5E43BFF9}"/>
              </a:ext>
            </a:extLst>
          </p:cNvPr>
          <p:cNvSpPr/>
          <p:nvPr/>
        </p:nvSpPr>
        <p:spPr>
          <a:xfrm>
            <a:off x="551180" y="2610612"/>
            <a:ext cx="4114800" cy="36576"/>
          </a:xfrm>
          <a:prstGeom prst="rect">
            <a:avLst/>
          </a:prstGeom>
          <a:solidFill>
            <a:srgbClr val="FB8500"/>
          </a:solidFill>
          <a:ln w="12700">
            <a:solidFill>
              <a:srgbClr val="FB8500"/>
            </a:solidFill>
            <a:prstDash val="solid"/>
          </a:ln>
        </p:spPr>
        <p:txBody>
          <a:bodyPr/>
          <a:lstStyle/>
          <a:p>
            <a:endParaRPr lang="en-GB"/>
          </a:p>
        </p:txBody>
      </p:sp>
      <p:sp>
        <p:nvSpPr>
          <p:cNvPr id="8" name="Text 7">
            <a:extLst>
              <a:ext uri="{FF2B5EF4-FFF2-40B4-BE49-F238E27FC236}">
                <a16:creationId xmlns:a16="http://schemas.microsoft.com/office/drawing/2014/main" id="{EBEB996C-0EDF-0C62-4A48-23EB70CD7566}"/>
              </a:ext>
            </a:extLst>
          </p:cNvPr>
          <p:cNvSpPr/>
          <p:nvPr/>
        </p:nvSpPr>
        <p:spPr>
          <a:xfrm>
            <a:off x="551180" y="2720340"/>
            <a:ext cx="7589520" cy="2103120"/>
          </a:xfrm>
          <a:prstGeom prst="rect">
            <a:avLst/>
          </a:prstGeom>
          <a:noFill/>
          <a:ln/>
        </p:spPr>
        <p:txBody>
          <a:bodyPr wrap="square" lIns="0" tIns="0" rIns="0" bIns="0" rtlCol="0" anchor="t">
            <a:normAutofit/>
          </a:bodyPr>
          <a:lstStyle/>
          <a:p>
            <a:pPr marL="0" indent="0" algn="l">
              <a:buNone/>
            </a:pPr>
            <a:r>
              <a:rPr lang="en-US" sz="1400" dirty="0">
                <a:solidFill>
                  <a:srgbClr val="000000"/>
                </a:solidFill>
                <a:latin typeface="Segoe UI" panose="020B0502040204020203" pitchFamily="34" charset="0"/>
                <a:ea typeface="Calibri" pitchFamily="34" charset="-122"/>
                <a:cs typeface="Calibri" pitchFamily="34" charset="-120"/>
              </a:rPr>
              <a:t>In this lab, you will install and configure OpenSSH Server on Windows Server, enabling secure SSH connections as an alternative to RDP. You will generate SSH keys and configure key-based authentication for secure remote access.</a:t>
            </a:r>
            <a:endParaRPr lang="en-US" sz="1400" dirty="0">
              <a:solidFill>
                <a:srgbClr val="000000"/>
              </a:solidFill>
              <a:latin typeface="Segoe UI" panose="020B0502040204020203" pitchFamily="34" charset="0"/>
            </a:endParaRPr>
          </a:p>
        </p:txBody>
      </p:sp>
      <p:sp>
        <p:nvSpPr>
          <p:cNvPr id="10" name="Course footer">
            <a:extLst>
              <a:ext uri="{FF2B5EF4-FFF2-40B4-BE49-F238E27FC236}">
                <a16:creationId xmlns:a16="http://schemas.microsoft.com/office/drawing/2014/main" id="{E1DCA414-8916-3AC9-1CE6-5B8F789839B1}"/>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9 | Introduction to PKI</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E68FE7EB-254A-04F9-778A-030E3FDE1471}"/>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20</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10870484"/>
      </p:ext>
    </p:extLst>
  </p:cSld>
  <p:clrMapOvr>
    <a:masterClrMapping/>
  </p:clrMapOvr>
  <p:transition>
    <p:fade/>
  </p:transition>
</p:sld>
</file>

<file path=ppt/theme/theme1.xml><?xml version="1.0" encoding="utf-8"?>
<a:theme xmlns:a="http://schemas.openxmlformats.org/drawingml/2006/main" name="Microsoft Power Platform 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1_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744770B-A896-4A7E-AF76-708B7D1FD1A7}">
  <we:reference id="wa200010001" version="1.0.0.1" store="en-US" storeType="OMEX"/>
  <we:alternateReferences>
    <we:reference id="WA200010001" version="1.0.0.1" store="" storeType="OMEX"/>
  </we:alternateReferences>
  <we:properties>
    <we:property name="claude.fileId" value="&quot;81cd2a86-7533-4951-becd-b297338b902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MasterTemplateDeck</Template>
  <TotalTime>53</TotalTime>
  <Words>2325</Words>
  <Application>Microsoft Office PowerPoint</Application>
  <PresentationFormat>On-screen Show (16:9)</PresentationFormat>
  <Paragraphs>360</Paragraphs>
  <Slides>21</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21</vt:i4>
      </vt:variant>
    </vt:vector>
  </HeadingPairs>
  <TitlesOfParts>
    <vt:vector size="28" baseType="lpstr">
      <vt:lpstr>Arial</vt:lpstr>
      <vt:lpstr>Consolas</vt:lpstr>
      <vt:lpstr>Segoe UI</vt:lpstr>
      <vt:lpstr>Segoe UI Semibold</vt:lpstr>
      <vt:lpstr>Wingdings</vt:lpstr>
      <vt:lpstr>Microsoft Power Platform Template</vt:lpstr>
      <vt:lpstr>1_Microsoft Power Platform Template</vt:lpstr>
      <vt:lpstr>Chapter 9: Introduction to PKI</vt:lpstr>
      <vt:lpstr>Chapter Topics</vt:lpstr>
      <vt:lpstr>9.1 Applications</vt:lpstr>
      <vt:lpstr>9.2 Algorithms</vt:lpstr>
      <vt:lpstr>9.3 Certificate management</vt:lpstr>
      <vt:lpstr>9.4 Installing and enabling OpenSSH Server</vt:lpstr>
      <vt:lpstr>9.5 Configuring SSH for remote administration</vt:lpstr>
      <vt:lpstr>9.6 Managing key-based authentication on Windows Server</vt:lpstr>
      <vt:lpstr>What is PKI? Concepts and the Trust Chain</vt:lpstr>
      <vt:lpstr>Standalone vs Enterprise </vt:lpstr>
      <vt:lpstr>PKI Use Cases in Windows Server</vt:lpstr>
      <vt:lpstr>Cryptographic Algorithms in Windows Server</vt:lpstr>
      <vt:lpstr>Windows Certificate Stores</vt:lpstr>
      <vt:lpstr>Certificate Lifecycle &amp; AD CS</vt:lpstr>
      <vt:lpstr>OpenSSH</vt:lpstr>
      <vt:lpstr>PowerPoint Presentation</vt:lpstr>
      <vt:lpstr>OpenSSH on Windows Server: Installation &amp; Configuration</vt:lpstr>
      <vt:lpstr>SSH Key-Based Authentication</vt:lpstr>
      <vt:lpstr>Chapter Summary</vt:lpstr>
      <vt:lpstr>Knowledge Check</vt:lpstr>
      <vt:lpstr>PRACTICE LAB</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Michael Whitehouse</cp:lastModifiedBy>
  <cp:revision>1</cp:revision>
  <dcterms:created xsi:type="dcterms:W3CDTF">2026-04-07T14:56:53Z</dcterms:created>
  <dcterms:modified xsi:type="dcterms:W3CDTF">2026-06-14T13:20:52Z</dcterms:modified>
</cp:coreProperties>
</file>