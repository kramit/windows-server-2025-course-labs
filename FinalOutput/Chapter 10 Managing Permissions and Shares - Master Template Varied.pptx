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8"/>
  </p:notesMasterIdLst>
  <p:sldIdLst>
    <p:sldId id="295" r:id="rId3"/>
    <p:sldId id="296" r:id="rId4"/>
    <p:sldId id="297" r:id="rId5"/>
    <p:sldId id="298" r:id="rId6"/>
    <p:sldId id="314" r:id="rId7"/>
    <p:sldId id="315" r:id="rId8"/>
    <p:sldId id="316" r:id="rId9"/>
    <p:sldId id="299" r:id="rId10"/>
    <p:sldId id="300" r:id="rId11"/>
    <p:sldId id="301" r:id="rId12"/>
    <p:sldId id="311" r:id="rId13"/>
    <p:sldId id="303" r:id="rId14"/>
    <p:sldId id="317" r:id="rId15"/>
    <p:sldId id="321" r:id="rId16"/>
    <p:sldId id="318" r:id="rId17"/>
    <p:sldId id="319" r:id="rId18"/>
    <p:sldId id="320" r:id="rId19"/>
    <p:sldId id="304" r:id="rId20"/>
    <p:sldId id="312" r:id="rId21"/>
    <p:sldId id="305" r:id="rId22"/>
    <p:sldId id="313" r:id="rId23"/>
    <p:sldId id="306" r:id="rId24"/>
    <p:sldId id="308" r:id="rId25"/>
    <p:sldId id="309" r:id="rId26"/>
    <p:sldId id="310" r:id="rId27"/>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947B33-F027-AB4E-8AD9-174C49763A7D}" v="1" dt="2026-06-27T19:25:14.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93"/>
    <p:restoredTop sz="94610"/>
  </p:normalViewPr>
  <p:slideViewPr>
    <p:cSldViewPr snapToGrid="0" snapToObjects="1">
      <p:cViewPr varScale="1">
        <p:scale>
          <a:sx n="138" d="100"/>
          <a:sy n="138" d="100"/>
        </p:scale>
        <p:origin x="176" y="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11T11:09:33.004" v="2149" actId="700"/>
      <pc:docMkLst>
        <pc:docMk/>
      </pc:docMkLst>
      <pc:sldChg chg="modSp add mod">
        <pc:chgData name="Michael Whitehouse" userId="0ecba9273f6ad366" providerId="LiveId" clId="{F36E82C0-65ED-4BE7-8730-0F102FB388DD}" dt="2026-06-09T17:31:46.589" v="343" actId="20577"/>
        <pc:sldMkLst>
          <pc:docMk/>
          <pc:sldMk cId="2016300507" sldId="295"/>
        </pc:sldMkLst>
        <pc:spChg chg="mod">
          <ac:chgData name="Michael Whitehouse" userId="0ecba9273f6ad366" providerId="LiveId" clId="{F36E82C0-65ED-4BE7-8730-0F102FB388DD}" dt="2026-06-09T17:31:46.587" v="342" actId="20577"/>
          <ac:spMkLst>
            <pc:docMk/>
            <pc:sldMk cId="2016300507" sldId="295"/>
            <ac:spMk id="2" creationId="{F068726A-D1B1-A77E-428F-94958CFBFAF5}"/>
          </ac:spMkLst>
        </pc:spChg>
        <pc:spChg chg="mod">
          <ac:chgData name="Michael Whitehouse" userId="0ecba9273f6ad366" providerId="LiveId" clId="{F36E82C0-65ED-4BE7-8730-0F102FB388DD}" dt="2026-06-09T17:31:46.589" v="343" actId="20577"/>
          <ac:spMkLst>
            <pc:docMk/>
            <pc:sldMk cId="2016300507" sldId="295"/>
            <ac:spMk id="3" creationId="{7278A3FF-826C-BD81-B56F-032B1460319A}"/>
          </ac:spMkLst>
        </pc:spChg>
      </pc:sldChg>
      <pc:sldChg chg="addSp modSp add mod modClrScheme chgLayout">
        <pc:chgData name="Michael Whitehouse" userId="0ecba9273f6ad366" providerId="LiveId" clId="{F36E82C0-65ED-4BE7-8730-0F102FB388DD}" dt="2026-06-11T10:10:17.264" v="2081" actId="700"/>
        <pc:sldMkLst>
          <pc:docMk/>
          <pc:sldMk cId="590440919" sldId="296"/>
        </pc:sldMkLst>
        <pc:spChg chg="mod ord">
          <ac:chgData name="Michael Whitehouse" userId="0ecba9273f6ad366" providerId="LiveId" clId="{F36E82C0-65ED-4BE7-8730-0F102FB388DD}" dt="2026-06-11T10:10:17.264" v="2081" actId="700"/>
          <ac:spMkLst>
            <pc:docMk/>
            <pc:sldMk cId="590440919" sldId="296"/>
            <ac:spMk id="2" creationId="{93A76202-C4F2-5A8C-1802-89416B32333B}"/>
          </ac:spMkLst>
        </pc:spChg>
        <pc:spChg chg="mod ord">
          <ac:chgData name="Michael Whitehouse" userId="0ecba9273f6ad366" providerId="LiveId" clId="{F36E82C0-65ED-4BE7-8730-0F102FB388DD}" dt="2026-06-11T10:10:17.264" v="2081" actId="700"/>
          <ac:spMkLst>
            <pc:docMk/>
            <pc:sldMk cId="590440919" sldId="296"/>
            <ac:spMk id="3" creationId="{2AE71DE0-7420-75D3-3739-3FE502607363}"/>
          </ac:spMkLst>
        </pc:spChg>
        <pc:spChg chg="mod ord">
          <ac:chgData name="Michael Whitehouse" userId="0ecba9273f6ad366" providerId="LiveId" clId="{F36E82C0-65ED-4BE7-8730-0F102FB388DD}" dt="2026-06-11T10:10:17.264" v="2081" actId="700"/>
          <ac:spMkLst>
            <pc:docMk/>
            <pc:sldMk cId="590440919" sldId="296"/>
            <ac:spMk id="4" creationId="{3B20336F-6D18-509B-5398-093F388ECE71}"/>
          </ac:spMkLst>
        </pc:spChg>
        <pc:spChg chg="mod ord">
          <ac:chgData name="Michael Whitehouse" userId="0ecba9273f6ad366" providerId="LiveId" clId="{F36E82C0-65ED-4BE7-8730-0F102FB388DD}" dt="2026-06-11T10:10:17.264" v="2081" actId="700"/>
          <ac:spMkLst>
            <pc:docMk/>
            <pc:sldMk cId="590440919" sldId="296"/>
            <ac:spMk id="5" creationId="{B54131E6-4A6A-C273-6356-2F4D7457A248}"/>
          </ac:spMkLst>
        </pc:spChg>
        <pc:spChg chg="mod ord">
          <ac:chgData name="Michael Whitehouse" userId="0ecba9273f6ad366" providerId="LiveId" clId="{F36E82C0-65ED-4BE7-8730-0F102FB388DD}" dt="2026-06-11T10:10:17.264" v="2081" actId="700"/>
          <ac:spMkLst>
            <pc:docMk/>
            <pc:sldMk cId="590440919" sldId="296"/>
            <ac:spMk id="6" creationId="{3213DF52-592E-1BBC-22A5-1A115D2C8D3F}"/>
          </ac:spMkLst>
        </pc:spChg>
        <pc:spChg chg="add mod">
          <ac:chgData name="Michael Whitehouse" userId="0ecba9273f6ad366" providerId="LiveId" clId="{F36E82C0-65ED-4BE7-8730-0F102FB388DD}" dt="2026-06-09T17:31:46.743" v="377" actId="207"/>
          <ac:spMkLst>
            <pc:docMk/>
            <pc:sldMk cId="590440919" sldId="296"/>
            <ac:spMk id="7" creationId="{03B52B5D-CD02-65F2-1AA4-C777EACA9BE3}"/>
          </ac:spMkLst>
        </pc:spChg>
        <pc:spChg chg="add mod">
          <ac:chgData name="Michael Whitehouse" userId="0ecba9273f6ad366" providerId="LiveId" clId="{F36E82C0-65ED-4BE7-8730-0F102FB388DD}" dt="2026-06-09T17:31:46.759" v="387" actId="207"/>
          <ac:spMkLst>
            <pc:docMk/>
            <pc:sldMk cId="590440919" sldId="296"/>
            <ac:spMk id="8" creationId="{96D516B0-D5F3-8EAA-5AFD-BB61C01BBEE7}"/>
          </ac:spMkLst>
        </pc:spChg>
      </pc:sldChg>
      <pc:sldChg chg="addSp modSp add mod modClrScheme chgLayout">
        <pc:chgData name="Michael Whitehouse" userId="0ecba9273f6ad366" providerId="LiveId" clId="{F36E82C0-65ED-4BE7-8730-0F102FB388DD}" dt="2026-06-11T10:10:17.264" v="2081" actId="700"/>
        <pc:sldMkLst>
          <pc:docMk/>
          <pc:sldMk cId="235654165" sldId="297"/>
        </pc:sldMkLst>
        <pc:spChg chg="mod ord">
          <ac:chgData name="Michael Whitehouse" userId="0ecba9273f6ad366" providerId="LiveId" clId="{F36E82C0-65ED-4BE7-8730-0F102FB388DD}" dt="2026-06-11T10:10:17.264" v="2081" actId="700"/>
          <ac:spMkLst>
            <pc:docMk/>
            <pc:sldMk cId="235654165" sldId="297"/>
            <ac:spMk id="2" creationId="{86C81DD3-78D7-F336-82A8-922048A246BC}"/>
          </ac:spMkLst>
        </pc:spChg>
        <pc:spChg chg="mod ord">
          <ac:chgData name="Michael Whitehouse" userId="0ecba9273f6ad366" providerId="LiveId" clId="{F36E82C0-65ED-4BE7-8730-0F102FB388DD}" dt="2026-06-11T10:10:17.264" v="2081" actId="700"/>
          <ac:spMkLst>
            <pc:docMk/>
            <pc:sldMk cId="235654165" sldId="297"/>
            <ac:spMk id="3" creationId="{277DAA3E-D3A5-8EFF-B1C7-B9E74F3DEB59}"/>
          </ac:spMkLst>
        </pc:spChg>
        <pc:spChg chg="mod ord">
          <ac:chgData name="Michael Whitehouse" userId="0ecba9273f6ad366" providerId="LiveId" clId="{F36E82C0-65ED-4BE7-8730-0F102FB388DD}" dt="2026-06-11T10:10:17.264" v="2081" actId="700"/>
          <ac:spMkLst>
            <pc:docMk/>
            <pc:sldMk cId="235654165" sldId="297"/>
            <ac:spMk id="4" creationId="{38767F2A-13A8-02F4-F69A-365F79E42BBE}"/>
          </ac:spMkLst>
        </pc:spChg>
        <pc:spChg chg="mod ord">
          <ac:chgData name="Michael Whitehouse" userId="0ecba9273f6ad366" providerId="LiveId" clId="{F36E82C0-65ED-4BE7-8730-0F102FB388DD}" dt="2026-06-11T10:10:17.264" v="2081" actId="700"/>
          <ac:spMkLst>
            <pc:docMk/>
            <pc:sldMk cId="235654165" sldId="297"/>
            <ac:spMk id="5" creationId="{FE66590A-9ABF-CEAB-2A25-5F1D38E67531}"/>
          </ac:spMkLst>
        </pc:spChg>
        <pc:spChg chg="mod ord">
          <ac:chgData name="Michael Whitehouse" userId="0ecba9273f6ad366" providerId="LiveId" clId="{F36E82C0-65ED-4BE7-8730-0F102FB388DD}" dt="2026-06-11T10:10:17.264" v="2081" actId="700"/>
          <ac:spMkLst>
            <pc:docMk/>
            <pc:sldMk cId="235654165" sldId="297"/>
            <ac:spMk id="6" creationId="{8A364D18-39D7-C1B4-9947-30FE6DD0E50E}"/>
          </ac:spMkLst>
        </pc:spChg>
        <pc:spChg chg="mod ord">
          <ac:chgData name="Michael Whitehouse" userId="0ecba9273f6ad366" providerId="LiveId" clId="{F36E82C0-65ED-4BE7-8730-0F102FB388DD}" dt="2026-06-11T10:10:17.264" v="2081" actId="700"/>
          <ac:spMkLst>
            <pc:docMk/>
            <pc:sldMk cId="235654165" sldId="297"/>
            <ac:spMk id="7" creationId="{3E0F9016-50F8-69CF-7CBE-807FAA826726}"/>
          </ac:spMkLst>
        </pc:spChg>
        <pc:spChg chg="add mod">
          <ac:chgData name="Michael Whitehouse" userId="0ecba9273f6ad366" providerId="LiveId" clId="{F36E82C0-65ED-4BE7-8730-0F102FB388DD}" dt="2026-06-09T17:31:46.953" v="426" actId="207"/>
          <ac:spMkLst>
            <pc:docMk/>
            <pc:sldMk cId="235654165" sldId="297"/>
            <ac:spMk id="8" creationId="{CEFEA96F-4657-1073-7B44-AF45CA7476F8}"/>
          </ac:spMkLst>
        </pc:spChg>
        <pc:spChg chg="add mod">
          <ac:chgData name="Michael Whitehouse" userId="0ecba9273f6ad366" providerId="LiveId" clId="{F36E82C0-65ED-4BE7-8730-0F102FB388DD}" dt="2026-06-09T17:31:46.968" v="436" actId="207"/>
          <ac:spMkLst>
            <pc:docMk/>
            <pc:sldMk cId="235654165" sldId="297"/>
            <ac:spMk id="9" creationId="{22785505-2F83-7440-9D24-3D051E29AE21}"/>
          </ac:spMkLst>
        </pc:spChg>
      </pc:sldChg>
      <pc:sldChg chg="addSp delSp modSp add mod chgLayout">
        <pc:chgData name="Michael Whitehouse" userId="0ecba9273f6ad366" providerId="LiveId" clId="{F36E82C0-65ED-4BE7-8730-0F102FB388DD}" dt="2026-06-11T10:10:39.515" v="2088" actId="1076"/>
        <pc:sldMkLst>
          <pc:docMk/>
          <pc:sldMk cId="1702036970" sldId="298"/>
        </pc:sldMkLst>
        <pc:spChg chg="mod ord">
          <ac:chgData name="Michael Whitehouse" userId="0ecba9273f6ad366" providerId="LiveId" clId="{F36E82C0-65ED-4BE7-8730-0F102FB388DD}" dt="2026-06-11T10:10:24.144" v="2082" actId="700"/>
          <ac:spMkLst>
            <pc:docMk/>
            <pc:sldMk cId="1702036970" sldId="298"/>
            <ac:spMk id="2" creationId="{65779D11-FBDE-B0AC-F6E4-2CCB279E6441}"/>
          </ac:spMkLst>
        </pc:spChg>
        <pc:spChg chg="add mod">
          <ac:chgData name="Michael Whitehouse" userId="0ecba9273f6ad366" providerId="LiveId" clId="{F36E82C0-65ED-4BE7-8730-0F102FB388DD}" dt="2026-06-11T10:10:39.515" v="2088" actId="1076"/>
          <ac:spMkLst>
            <pc:docMk/>
            <pc:sldMk cId="1702036970" sldId="298"/>
            <ac:spMk id="6" creationId="{CE0B0785-C177-87B0-FC1F-5064AC9418B4}"/>
          </ac:spMkLst>
        </pc:spChg>
        <pc:spChg chg="add mod">
          <ac:chgData name="Michael Whitehouse" userId="0ecba9273f6ad366" providerId="LiveId" clId="{F36E82C0-65ED-4BE7-8730-0F102FB388DD}" dt="2026-06-09T17:31:48.177" v="529" actId="207"/>
          <ac:spMkLst>
            <pc:docMk/>
            <pc:sldMk cId="1702036970" sldId="298"/>
            <ac:spMk id="13" creationId="{8A1D8209-8EF7-431D-0A5F-7300AA1004F0}"/>
          </ac:spMkLst>
        </pc:spChg>
        <pc:spChg chg="add mod">
          <ac:chgData name="Michael Whitehouse" userId="0ecba9273f6ad366" providerId="LiveId" clId="{F36E82C0-65ED-4BE7-8730-0F102FB388DD}" dt="2026-06-09T17:31:48.192" v="539" actId="207"/>
          <ac:spMkLst>
            <pc:docMk/>
            <pc:sldMk cId="1702036970" sldId="298"/>
            <ac:spMk id="14" creationId="{3A2C72C1-1DCB-F819-CCEA-22F3A47FC994}"/>
          </ac:spMkLst>
        </pc:spChg>
      </pc:sldChg>
      <pc:sldChg chg="addSp delSp modSp add mod chgLayout">
        <pc:chgData name="Michael Whitehouse" userId="0ecba9273f6ad366" providerId="LiveId" clId="{F36E82C0-65ED-4BE7-8730-0F102FB388DD}" dt="2026-06-11T10:10:32.599" v="2085" actId="478"/>
        <pc:sldMkLst>
          <pc:docMk/>
          <pc:sldMk cId="1173611652" sldId="299"/>
        </pc:sldMkLst>
        <pc:spChg chg="mod ord">
          <ac:chgData name="Michael Whitehouse" userId="0ecba9273f6ad366" providerId="LiveId" clId="{F36E82C0-65ED-4BE7-8730-0F102FB388DD}" dt="2026-06-11T10:10:24.144" v="2082" actId="700"/>
          <ac:spMkLst>
            <pc:docMk/>
            <pc:sldMk cId="1173611652" sldId="299"/>
            <ac:spMk id="2" creationId="{7D797EC0-03A3-1FCD-7034-4A77A7370013}"/>
          </ac:spMkLst>
        </pc:spChg>
        <pc:spChg chg="add mod">
          <ac:chgData name="Michael Whitehouse" userId="0ecba9273f6ad366" providerId="LiveId" clId="{F36E82C0-65ED-4BE7-8730-0F102FB388DD}" dt="2026-06-11T10:10:28.821" v="2083" actId="1076"/>
          <ac:spMkLst>
            <pc:docMk/>
            <pc:sldMk cId="1173611652" sldId="299"/>
            <ac:spMk id="7" creationId="{CECB33F0-7A70-3974-688C-1886D2AF68D3}"/>
          </ac:spMkLst>
        </pc:spChg>
        <pc:spChg chg="add mod">
          <ac:chgData name="Michael Whitehouse" userId="0ecba9273f6ad366" providerId="LiveId" clId="{F36E82C0-65ED-4BE7-8730-0F102FB388DD}" dt="2026-06-09T17:31:49.405" v="634" actId="207"/>
          <ac:spMkLst>
            <pc:docMk/>
            <pc:sldMk cId="1173611652" sldId="299"/>
            <ac:spMk id="14" creationId="{22741BCD-EBCB-6F26-12A6-91F5BECEB963}"/>
          </ac:spMkLst>
        </pc:spChg>
        <pc:spChg chg="add mod">
          <ac:chgData name="Michael Whitehouse" userId="0ecba9273f6ad366" providerId="LiveId" clId="{F36E82C0-65ED-4BE7-8730-0F102FB388DD}" dt="2026-06-09T17:31:49.419" v="644" actId="207"/>
          <ac:spMkLst>
            <pc:docMk/>
            <pc:sldMk cId="1173611652" sldId="299"/>
            <ac:spMk id="15" creationId="{98A18401-A57C-B1E6-2D6C-F4D8EBBFBD2A}"/>
          </ac:spMkLst>
        </pc:spChg>
      </pc:sldChg>
      <pc:sldChg chg="addSp delSp modSp add mod modClrScheme chgLayout">
        <pc:chgData name="Michael Whitehouse" userId="0ecba9273f6ad366" providerId="LiveId" clId="{F36E82C0-65ED-4BE7-8730-0F102FB388DD}" dt="2026-06-11T10:11:13.375" v="2109" actId="1076"/>
        <pc:sldMkLst>
          <pc:docMk/>
          <pc:sldMk cId="2688479290" sldId="300"/>
        </pc:sldMkLst>
        <pc:spChg chg="mod ord">
          <ac:chgData name="Michael Whitehouse" userId="0ecba9273f6ad366" providerId="LiveId" clId="{F36E82C0-65ED-4BE7-8730-0F102FB388DD}" dt="2026-06-11T10:11:13.375" v="2109" actId="1076"/>
          <ac:spMkLst>
            <pc:docMk/>
            <pc:sldMk cId="2688479290" sldId="300"/>
            <ac:spMk id="2" creationId="{16694939-5638-4068-B942-5A592A437C76}"/>
          </ac:spMkLst>
        </pc:spChg>
        <pc:spChg chg="add mod">
          <ac:chgData name="Michael Whitehouse" userId="0ecba9273f6ad366" providerId="LiveId" clId="{F36E82C0-65ED-4BE7-8730-0F102FB388DD}" dt="2026-06-09T17:31:49.846" v="663" actId="139"/>
          <ac:spMkLst>
            <pc:docMk/>
            <pc:sldMk cId="2688479290" sldId="300"/>
            <ac:spMk id="5" creationId="{64079621-2E3E-B127-FB60-ACBA9DC2303E}"/>
          </ac:spMkLst>
        </pc:spChg>
        <pc:spChg chg="add mod">
          <ac:chgData name="Michael Whitehouse" userId="0ecba9273f6ad366" providerId="LiveId" clId="{F36E82C0-65ED-4BE7-8730-0F102FB388DD}" dt="2026-06-09T17:31:50.582" v="737" actId="207"/>
          <ac:spMkLst>
            <pc:docMk/>
            <pc:sldMk cId="2688479290" sldId="300"/>
            <ac:spMk id="12" creationId="{B008EBAF-6E5A-887D-1870-ABF4F9CBC54E}"/>
          </ac:spMkLst>
        </pc:spChg>
        <pc:spChg chg="add mod">
          <ac:chgData name="Michael Whitehouse" userId="0ecba9273f6ad366" providerId="LiveId" clId="{F36E82C0-65ED-4BE7-8730-0F102FB388DD}" dt="2026-06-09T17:31:50.595" v="747" actId="207"/>
          <ac:spMkLst>
            <pc:docMk/>
            <pc:sldMk cId="2688479290" sldId="300"/>
            <ac:spMk id="13" creationId="{05BF3A1C-A601-AB47-6F2D-01AD89625368}"/>
          </ac:spMkLst>
        </pc:spChg>
      </pc:sldChg>
      <pc:sldChg chg="addSp modSp add mod modClrScheme chgLayout">
        <pc:chgData name="Michael Whitehouse" userId="0ecba9273f6ad366" providerId="LiveId" clId="{F36E82C0-65ED-4BE7-8730-0F102FB388DD}" dt="2026-06-11T10:11:31.356" v="2110" actId="1076"/>
        <pc:sldMkLst>
          <pc:docMk/>
          <pc:sldMk cId="4185221017" sldId="301"/>
        </pc:sldMkLst>
        <pc:spChg chg="mod ord">
          <ac:chgData name="Michael Whitehouse" userId="0ecba9273f6ad366" providerId="LiveId" clId="{F36E82C0-65ED-4BE7-8730-0F102FB388DD}" dt="2026-06-11T10:11:31.356" v="2110" actId="1076"/>
          <ac:spMkLst>
            <pc:docMk/>
            <pc:sldMk cId="4185221017" sldId="301"/>
            <ac:spMk id="2" creationId="{5D74A2C3-DFBF-44FC-2A52-BE3E414857EE}"/>
          </ac:spMkLst>
        </pc:spChg>
        <pc:spChg chg="add mod">
          <ac:chgData name="Michael Whitehouse" userId="0ecba9273f6ad366" providerId="LiveId" clId="{F36E82C0-65ED-4BE7-8730-0F102FB388DD}" dt="2026-06-09T17:31:51.158" v="762" actId="139"/>
          <ac:spMkLst>
            <pc:docMk/>
            <pc:sldMk cId="4185221017" sldId="301"/>
            <ac:spMk id="3" creationId="{AE16266D-78C3-BF4D-947D-5CF29EAC8D05}"/>
          </ac:spMkLst>
        </pc:spChg>
        <pc:spChg chg="add mod">
          <ac:chgData name="Michael Whitehouse" userId="0ecba9273f6ad366" providerId="LiveId" clId="{F36E82C0-65ED-4BE7-8730-0F102FB388DD}" dt="2026-06-09T17:31:51.283" v="775" actId="139"/>
          <ac:spMkLst>
            <pc:docMk/>
            <pc:sldMk cId="4185221017" sldId="301"/>
            <ac:spMk id="4" creationId="{34E8CAB9-7AF1-1B2C-45B2-D2B6616224C9}"/>
          </ac:spMkLst>
        </pc:spChg>
        <pc:spChg chg="add mod">
          <ac:chgData name="Michael Whitehouse" userId="0ecba9273f6ad366" providerId="LiveId" clId="{F36E82C0-65ED-4BE7-8730-0F102FB388DD}" dt="2026-06-09T17:31:51.399" v="784"/>
          <ac:spMkLst>
            <pc:docMk/>
            <pc:sldMk cId="4185221017" sldId="301"/>
            <ac:spMk id="5" creationId="{52FE4029-AB8F-C582-9A14-C14DC56E3EB8}"/>
          </ac:spMkLst>
        </pc:spChg>
        <pc:spChg chg="add mod">
          <ac:chgData name="Michael Whitehouse" userId="0ecba9273f6ad366" providerId="LiveId" clId="{F36E82C0-65ED-4BE7-8730-0F102FB388DD}" dt="2026-06-09T17:31:51.515" v="797" actId="139"/>
          <ac:spMkLst>
            <pc:docMk/>
            <pc:sldMk cId="4185221017" sldId="301"/>
            <ac:spMk id="6" creationId="{E25618F4-5D30-5AED-7ACD-4F17FBCFC10A}"/>
          </ac:spMkLst>
        </pc:spChg>
        <pc:spChg chg="add mod">
          <ac:chgData name="Michael Whitehouse" userId="0ecba9273f6ad366" providerId="LiveId" clId="{F36E82C0-65ED-4BE7-8730-0F102FB388DD}" dt="2026-06-09T17:31:51.630" v="806"/>
          <ac:spMkLst>
            <pc:docMk/>
            <pc:sldMk cId="4185221017" sldId="301"/>
            <ac:spMk id="7" creationId="{3277C558-1AA1-49F8-C5A7-E696A5326A55}"/>
          </ac:spMkLst>
        </pc:spChg>
        <pc:spChg chg="add mod">
          <ac:chgData name="Michael Whitehouse" userId="0ecba9273f6ad366" providerId="LiveId" clId="{F36E82C0-65ED-4BE7-8730-0F102FB388DD}" dt="2026-06-09T17:31:51.748" v="818" actId="139"/>
          <ac:spMkLst>
            <pc:docMk/>
            <pc:sldMk cId="4185221017" sldId="301"/>
            <ac:spMk id="8" creationId="{1561EB1D-ED27-EDA9-2661-0269D031C4E6}"/>
          </ac:spMkLst>
        </pc:spChg>
        <pc:spChg chg="add mod">
          <ac:chgData name="Michael Whitehouse" userId="0ecba9273f6ad366" providerId="LiveId" clId="{F36E82C0-65ED-4BE7-8730-0F102FB388DD}" dt="2026-06-09T17:31:51.868" v="827"/>
          <ac:spMkLst>
            <pc:docMk/>
            <pc:sldMk cId="4185221017" sldId="301"/>
            <ac:spMk id="9" creationId="{065578CE-8F26-7BAE-60BA-C0AB894D997E}"/>
          </ac:spMkLst>
        </pc:spChg>
        <pc:spChg chg="add mod">
          <ac:chgData name="Michael Whitehouse" userId="0ecba9273f6ad366" providerId="LiveId" clId="{F36E82C0-65ED-4BE7-8730-0F102FB388DD}" dt="2026-06-09T17:31:51.985" v="840" actId="139"/>
          <ac:spMkLst>
            <pc:docMk/>
            <pc:sldMk cId="4185221017" sldId="301"/>
            <ac:spMk id="10" creationId="{FA194A35-3212-901C-CA97-0C483F72E379}"/>
          </ac:spMkLst>
        </pc:spChg>
        <pc:spChg chg="add mod">
          <ac:chgData name="Michael Whitehouse" userId="0ecba9273f6ad366" providerId="LiveId" clId="{F36E82C0-65ED-4BE7-8730-0F102FB388DD}" dt="2026-06-09T17:31:52.110" v="851" actId="139"/>
          <ac:spMkLst>
            <pc:docMk/>
            <pc:sldMk cId="4185221017" sldId="301"/>
            <ac:spMk id="11" creationId="{CA0DA9B8-CF2A-474A-60C2-61948CACFE33}"/>
          </ac:spMkLst>
        </pc:spChg>
        <pc:spChg chg="add mod">
          <ac:chgData name="Michael Whitehouse" userId="0ecba9273f6ad366" providerId="LiveId" clId="{F36E82C0-65ED-4BE7-8730-0F102FB388DD}" dt="2026-06-09T17:31:52.235" v="862" actId="139"/>
          <ac:spMkLst>
            <pc:docMk/>
            <pc:sldMk cId="4185221017" sldId="301"/>
            <ac:spMk id="12" creationId="{16D627A5-DE7B-9E76-CB28-0F25A8B8399E}"/>
          </ac:spMkLst>
        </pc:spChg>
        <pc:spChg chg="add mod">
          <ac:chgData name="Michael Whitehouse" userId="0ecba9273f6ad366" providerId="LiveId" clId="{F36E82C0-65ED-4BE7-8730-0F102FB388DD}" dt="2026-06-09T17:31:52.249" v="872" actId="207"/>
          <ac:spMkLst>
            <pc:docMk/>
            <pc:sldMk cId="4185221017" sldId="301"/>
            <ac:spMk id="13" creationId="{78017A78-8808-F5B5-DA8A-1EDDA40D436D}"/>
          </ac:spMkLst>
        </pc:spChg>
        <pc:spChg chg="add mod">
          <ac:chgData name="Michael Whitehouse" userId="0ecba9273f6ad366" providerId="LiveId" clId="{F36E82C0-65ED-4BE7-8730-0F102FB388DD}" dt="2026-06-09T17:31:52.263" v="882" actId="207"/>
          <ac:spMkLst>
            <pc:docMk/>
            <pc:sldMk cId="4185221017" sldId="301"/>
            <ac:spMk id="14" creationId="{C2FAB3F0-CD1C-7E48-1A11-81E4FE6E437F}"/>
          </ac:spMkLst>
        </pc:spChg>
      </pc:sldChg>
      <pc:sldChg chg="addSp delSp modSp add mod">
        <pc:chgData name="Michael Whitehouse" userId="0ecba9273f6ad366" providerId="LiveId" clId="{F36E82C0-65ED-4BE7-8730-0F102FB388DD}" dt="2026-06-11T10:23:05.170" v="2134" actId="27636"/>
        <pc:sldMkLst>
          <pc:docMk/>
          <pc:sldMk cId="1816031870" sldId="303"/>
        </pc:sldMkLst>
        <pc:spChg chg="mod">
          <ac:chgData name="Michael Whitehouse" userId="0ecba9273f6ad366" providerId="LiveId" clId="{F36E82C0-65ED-4BE7-8730-0F102FB388DD}" dt="2026-06-11T10:16:49.760" v="2122" actId="1076"/>
          <ac:spMkLst>
            <pc:docMk/>
            <pc:sldMk cId="1816031870" sldId="303"/>
            <ac:spMk id="2" creationId="{3964A54A-C545-8232-222F-83E80B8D22EE}"/>
          </ac:spMkLst>
        </pc:spChg>
        <pc:spChg chg="add mod">
          <ac:chgData name="Michael Whitehouse" userId="0ecba9273f6ad366" providerId="LiveId" clId="{F36E82C0-65ED-4BE7-8730-0F102FB388DD}" dt="2026-06-11T10:23:05.169" v="2133" actId="27636"/>
          <ac:spMkLst>
            <pc:docMk/>
            <pc:sldMk cId="1816031870" sldId="303"/>
            <ac:spMk id="6" creationId="{B0627233-3835-28F8-02EA-E9D524EE7247}"/>
          </ac:spMkLst>
        </pc:spChg>
        <pc:spChg chg="add mod">
          <ac:chgData name="Michael Whitehouse" userId="0ecba9273f6ad366" providerId="LiveId" clId="{F36E82C0-65ED-4BE7-8730-0F102FB388DD}" dt="2026-06-11T10:16:46.992" v="2121" actId="1076"/>
          <ac:spMkLst>
            <pc:docMk/>
            <pc:sldMk cId="1816031870" sldId="303"/>
            <ac:spMk id="7" creationId="{9CA902C7-79DB-DF3D-E3EB-576CCEFF78D6}"/>
          </ac:spMkLst>
        </pc:spChg>
        <pc:spChg chg="add mod">
          <ac:chgData name="Michael Whitehouse" userId="0ecba9273f6ad366" providerId="LiveId" clId="{F36E82C0-65ED-4BE7-8730-0F102FB388DD}" dt="2026-06-09T17:31:58.886" v="1308" actId="208"/>
          <ac:spMkLst>
            <pc:docMk/>
            <pc:sldMk cId="1816031870" sldId="303"/>
            <ac:spMk id="8" creationId="{9403CACD-6A93-A3FD-DCFD-8DFEF827F973}"/>
          </ac:spMkLst>
        </pc:spChg>
        <pc:spChg chg="add mod">
          <ac:chgData name="Michael Whitehouse" userId="0ecba9273f6ad366" providerId="LiveId" clId="{F36E82C0-65ED-4BE7-8730-0F102FB388DD}" dt="2026-06-11T10:23:05.170" v="2134" actId="27636"/>
          <ac:spMkLst>
            <pc:docMk/>
            <pc:sldMk cId="1816031870" sldId="303"/>
            <ac:spMk id="9" creationId="{6BF70AEF-5B3A-B9E0-16AF-4CB74290D94B}"/>
          </ac:spMkLst>
        </pc:spChg>
        <pc:spChg chg="add mod">
          <ac:chgData name="Michael Whitehouse" userId="0ecba9273f6ad366" providerId="LiveId" clId="{F36E82C0-65ED-4BE7-8730-0F102FB388DD}" dt="2026-06-09T17:31:59.140" v="1333" actId="139"/>
          <ac:spMkLst>
            <pc:docMk/>
            <pc:sldMk cId="1816031870" sldId="303"/>
            <ac:spMk id="10" creationId="{C9239C68-84A1-0899-06B8-8FBEC0AA27BE}"/>
          </ac:spMkLst>
        </pc:spChg>
        <pc:spChg chg="add mod">
          <ac:chgData name="Michael Whitehouse" userId="0ecba9273f6ad366" providerId="LiveId" clId="{F36E82C0-65ED-4BE7-8730-0F102FB388DD}" dt="2026-06-09T17:31:59.257" v="1342"/>
          <ac:spMkLst>
            <pc:docMk/>
            <pc:sldMk cId="1816031870" sldId="303"/>
            <ac:spMk id="11" creationId="{F949B4FA-7352-70AE-76D0-FB6E0F87B655}"/>
          </ac:spMkLst>
        </pc:spChg>
        <pc:spChg chg="add mod">
          <ac:chgData name="Michael Whitehouse" userId="0ecba9273f6ad366" providerId="LiveId" clId="{F36E82C0-65ED-4BE7-8730-0F102FB388DD}" dt="2026-06-09T17:31:59.370" v="1353" actId="208"/>
          <ac:spMkLst>
            <pc:docMk/>
            <pc:sldMk cId="1816031870" sldId="303"/>
            <ac:spMk id="12" creationId="{FFCFC590-29A8-BF3D-A6DD-BB0C96B22E9B}"/>
          </ac:spMkLst>
        </pc:spChg>
        <pc:spChg chg="add mod">
          <ac:chgData name="Michael Whitehouse" userId="0ecba9273f6ad366" providerId="LiveId" clId="{F36E82C0-65ED-4BE7-8730-0F102FB388DD}" dt="2026-06-09T17:31:59.483" v="1364" actId="139"/>
          <ac:spMkLst>
            <pc:docMk/>
            <pc:sldMk cId="1816031870" sldId="303"/>
            <ac:spMk id="13" creationId="{37EEA86E-2CC5-137E-7282-5C76C425F75F}"/>
          </ac:spMkLst>
        </pc:spChg>
        <pc:spChg chg="add mod">
          <ac:chgData name="Michael Whitehouse" userId="0ecba9273f6ad366" providerId="LiveId" clId="{F36E82C0-65ED-4BE7-8730-0F102FB388DD}" dt="2026-06-09T17:31:59.606" v="1375" actId="139"/>
          <ac:spMkLst>
            <pc:docMk/>
            <pc:sldMk cId="1816031870" sldId="303"/>
            <ac:spMk id="14" creationId="{F25DEE6D-0F80-E7CF-F5AD-8E32BBE44781}"/>
          </ac:spMkLst>
        </pc:spChg>
        <pc:spChg chg="add mod">
          <ac:chgData name="Michael Whitehouse" userId="0ecba9273f6ad366" providerId="LiveId" clId="{F36E82C0-65ED-4BE7-8730-0F102FB388DD}" dt="2026-06-09T17:31:59.620" v="1385" actId="207"/>
          <ac:spMkLst>
            <pc:docMk/>
            <pc:sldMk cId="1816031870" sldId="303"/>
            <ac:spMk id="15" creationId="{61F44A3B-0CC7-B944-649B-343EC65B7792}"/>
          </ac:spMkLst>
        </pc:spChg>
        <pc:spChg chg="add mod">
          <ac:chgData name="Michael Whitehouse" userId="0ecba9273f6ad366" providerId="LiveId" clId="{F36E82C0-65ED-4BE7-8730-0F102FB388DD}" dt="2026-06-09T17:31:59.635" v="1395" actId="207"/>
          <ac:spMkLst>
            <pc:docMk/>
            <pc:sldMk cId="1816031870" sldId="303"/>
            <ac:spMk id="16" creationId="{AE253407-18F3-5007-A814-8341E4BC1342}"/>
          </ac:spMkLst>
        </pc:spChg>
      </pc:sldChg>
      <pc:sldChg chg="addSp delSp modSp add mod">
        <pc:chgData name="Michael Whitehouse" userId="0ecba9273f6ad366" providerId="LiveId" clId="{F36E82C0-65ED-4BE7-8730-0F102FB388DD}" dt="2026-06-11T10:23:19.610" v="2137" actId="478"/>
        <pc:sldMkLst>
          <pc:docMk/>
          <pc:sldMk cId="4047981887" sldId="304"/>
        </pc:sldMkLst>
        <pc:spChg chg="mod">
          <ac:chgData name="Michael Whitehouse" userId="0ecba9273f6ad366" providerId="LiveId" clId="{F36E82C0-65ED-4BE7-8730-0F102FB388DD}" dt="2026-06-09T17:31:59.643" v="1399" actId="139"/>
          <ac:spMkLst>
            <pc:docMk/>
            <pc:sldMk cId="4047981887" sldId="304"/>
            <ac:spMk id="2" creationId="{E56651E9-5414-2C79-459E-E8A0DBDF9923}"/>
          </ac:spMkLst>
        </pc:spChg>
        <pc:spChg chg="add mod">
          <ac:chgData name="Michael Whitehouse" userId="0ecba9273f6ad366" providerId="LiveId" clId="{F36E82C0-65ED-4BE7-8730-0F102FB388DD}" dt="2026-06-09T17:32:00.082" v="1416" actId="139"/>
          <ac:spMkLst>
            <pc:docMk/>
            <pc:sldMk cId="4047981887" sldId="304"/>
            <ac:spMk id="6" creationId="{C8CFED16-82DC-6076-78A6-DF954C8A70D3}"/>
          </ac:spMkLst>
        </pc:spChg>
        <pc:spChg chg="add mod">
          <ac:chgData name="Michael Whitehouse" userId="0ecba9273f6ad366" providerId="LiveId" clId="{F36E82C0-65ED-4BE7-8730-0F102FB388DD}" dt="2026-06-09T17:32:00.838" v="1488" actId="207"/>
          <ac:spMkLst>
            <pc:docMk/>
            <pc:sldMk cId="4047981887" sldId="304"/>
            <ac:spMk id="13" creationId="{14706CF6-C731-FBD8-3F08-76789A0BACA5}"/>
          </ac:spMkLst>
        </pc:spChg>
        <pc:spChg chg="add mod">
          <ac:chgData name="Michael Whitehouse" userId="0ecba9273f6ad366" providerId="LiveId" clId="{F36E82C0-65ED-4BE7-8730-0F102FB388DD}" dt="2026-06-09T17:32:00.853" v="1498" actId="207"/>
          <ac:spMkLst>
            <pc:docMk/>
            <pc:sldMk cId="4047981887" sldId="304"/>
            <ac:spMk id="14" creationId="{CFB14F7C-7EDF-AA9A-A2C9-145724BF8E9C}"/>
          </ac:spMkLst>
        </pc:spChg>
      </pc:sldChg>
      <pc:sldChg chg="addSp delSp modSp add mod modClrScheme chgLayout">
        <pc:chgData name="Michael Whitehouse" userId="0ecba9273f6ad366" providerId="LiveId" clId="{F36E82C0-65ED-4BE7-8730-0F102FB388DD}" dt="2026-06-11T10:54:35.878" v="2143" actId="1076"/>
        <pc:sldMkLst>
          <pc:docMk/>
          <pc:sldMk cId="3810586616" sldId="305"/>
        </pc:sldMkLst>
        <pc:spChg chg="mod ord">
          <ac:chgData name="Michael Whitehouse" userId="0ecba9273f6ad366" providerId="LiveId" clId="{F36E82C0-65ED-4BE7-8730-0F102FB388DD}" dt="2026-06-11T10:54:30.036" v="2140" actId="700"/>
          <ac:spMkLst>
            <pc:docMk/>
            <pc:sldMk cId="3810586616" sldId="305"/>
            <ac:spMk id="2" creationId="{5B27A9F1-107B-C8C9-5E9A-EE787915C19D}"/>
          </ac:spMkLst>
        </pc:spChg>
        <pc:spChg chg="add mod">
          <ac:chgData name="Michael Whitehouse" userId="0ecba9273f6ad366" providerId="LiveId" clId="{F36E82C0-65ED-4BE7-8730-0F102FB388DD}" dt="2026-06-11T10:54:35.878" v="2143" actId="1076"/>
          <ac:spMkLst>
            <pc:docMk/>
            <pc:sldMk cId="3810586616" sldId="305"/>
            <ac:spMk id="7" creationId="{F4BD86E7-4216-5CDE-0B8B-00DF30B75F20}"/>
          </ac:spMkLst>
        </pc:spChg>
        <pc:spChg chg="add mod">
          <ac:chgData name="Michael Whitehouse" userId="0ecba9273f6ad366" providerId="LiveId" clId="{F36E82C0-65ED-4BE7-8730-0F102FB388DD}" dt="2026-06-09T17:32:02.055" v="1593" actId="207"/>
          <ac:spMkLst>
            <pc:docMk/>
            <pc:sldMk cId="3810586616" sldId="305"/>
            <ac:spMk id="14" creationId="{E0F27B41-116C-4D82-1E5F-5A028885A8D9}"/>
          </ac:spMkLst>
        </pc:spChg>
        <pc:spChg chg="add mod">
          <ac:chgData name="Michael Whitehouse" userId="0ecba9273f6ad366" providerId="LiveId" clId="{F36E82C0-65ED-4BE7-8730-0F102FB388DD}" dt="2026-06-09T17:32:02.069" v="1603" actId="207"/>
          <ac:spMkLst>
            <pc:docMk/>
            <pc:sldMk cId="3810586616" sldId="305"/>
            <ac:spMk id="15" creationId="{E3DEC5D0-DF8C-B36B-9F20-9C10A7C3E543}"/>
          </ac:spMkLst>
        </pc:spChg>
      </pc:sldChg>
      <pc:sldChg chg="addSp modSp add mod modClrScheme chgLayout">
        <pc:chgData name="Michael Whitehouse" userId="0ecba9273f6ad366" providerId="LiveId" clId="{F36E82C0-65ED-4BE7-8730-0F102FB388DD}" dt="2026-06-11T10:14:43.820" v="2115" actId="1076"/>
        <pc:sldMkLst>
          <pc:docMk/>
          <pc:sldMk cId="649540277" sldId="306"/>
        </pc:sldMkLst>
        <pc:spChg chg="mod ord">
          <ac:chgData name="Michael Whitehouse" userId="0ecba9273f6ad366" providerId="LiveId" clId="{F36E82C0-65ED-4BE7-8730-0F102FB388DD}" dt="2026-06-11T10:14:36.166" v="2113" actId="1076"/>
          <ac:spMkLst>
            <pc:docMk/>
            <pc:sldMk cId="649540277" sldId="306"/>
            <ac:spMk id="2" creationId="{7E02860B-0A4B-9A46-0003-496B90420569}"/>
          </ac:spMkLst>
        </pc:spChg>
        <pc:spChg chg="add mod">
          <ac:chgData name="Michael Whitehouse" userId="0ecba9273f6ad366" providerId="LiveId" clId="{F36E82C0-65ED-4BE7-8730-0F102FB388DD}" dt="2026-06-11T10:14:33.150" v="2112" actId="27636"/>
          <ac:spMkLst>
            <pc:docMk/>
            <pc:sldMk cId="649540277" sldId="306"/>
            <ac:spMk id="3" creationId="{C57945CD-746A-89D9-E728-2C29632ED045}"/>
          </ac:spMkLst>
        </pc:spChg>
        <pc:spChg chg="add mod">
          <ac:chgData name="Michael Whitehouse" userId="0ecba9273f6ad366" providerId="LiveId" clId="{F36E82C0-65ED-4BE7-8730-0F102FB388DD}" dt="2026-06-11T10:14:43.820" v="2115" actId="1076"/>
          <ac:spMkLst>
            <pc:docMk/>
            <pc:sldMk cId="649540277" sldId="306"/>
            <ac:spMk id="4" creationId="{F3855CB4-BFA6-6B30-9FE1-F8093AB1C445}"/>
          </ac:spMkLst>
        </pc:spChg>
        <pc:spChg chg="add mod">
          <ac:chgData name="Michael Whitehouse" userId="0ecba9273f6ad366" providerId="LiveId" clId="{F36E82C0-65ED-4BE7-8730-0F102FB388DD}" dt="2026-06-11T10:14:43.820" v="2115" actId="1076"/>
          <ac:spMkLst>
            <pc:docMk/>
            <pc:sldMk cId="649540277" sldId="306"/>
            <ac:spMk id="5" creationId="{C60FE62F-E2D8-A910-7895-0387A4B81A6A}"/>
          </ac:spMkLst>
        </pc:spChg>
        <pc:spChg chg="add mod">
          <ac:chgData name="Michael Whitehouse" userId="0ecba9273f6ad366" providerId="LiveId" clId="{F36E82C0-65ED-4BE7-8730-0F102FB388DD}" dt="2026-06-11T10:14:43.820" v="2115" actId="1076"/>
          <ac:spMkLst>
            <pc:docMk/>
            <pc:sldMk cId="649540277" sldId="306"/>
            <ac:spMk id="6" creationId="{4E4C9ECE-C740-0296-6A79-93D899596209}"/>
          </ac:spMkLst>
        </pc:spChg>
        <pc:spChg chg="add mod">
          <ac:chgData name="Michael Whitehouse" userId="0ecba9273f6ad366" providerId="LiveId" clId="{F36E82C0-65ED-4BE7-8730-0F102FB388DD}" dt="2026-06-11T10:14:43.820" v="2115" actId="1076"/>
          <ac:spMkLst>
            <pc:docMk/>
            <pc:sldMk cId="649540277" sldId="306"/>
            <ac:spMk id="7" creationId="{CCBCB4F3-962F-DC61-9F89-566F9F8E82CD}"/>
          </ac:spMkLst>
        </pc:spChg>
        <pc:spChg chg="add mod">
          <ac:chgData name="Michael Whitehouse" userId="0ecba9273f6ad366" providerId="LiveId" clId="{F36E82C0-65ED-4BE7-8730-0F102FB388DD}" dt="2026-06-09T17:32:03.108" v="1680" actId="207"/>
          <ac:spMkLst>
            <pc:docMk/>
            <pc:sldMk cId="649540277" sldId="306"/>
            <ac:spMk id="9" creationId="{D1B57331-9EAA-AC5C-D619-55978A5B257A}"/>
          </ac:spMkLst>
        </pc:spChg>
        <pc:spChg chg="add mod">
          <ac:chgData name="Michael Whitehouse" userId="0ecba9273f6ad366" providerId="LiveId" clId="{F36E82C0-65ED-4BE7-8730-0F102FB388DD}" dt="2026-06-09T17:32:03.122" v="1690" actId="207"/>
          <ac:spMkLst>
            <pc:docMk/>
            <pc:sldMk cId="649540277" sldId="306"/>
            <ac:spMk id="10" creationId="{35B418D8-C78C-A77B-2985-CF475A9AD504}"/>
          </ac:spMkLst>
        </pc:spChg>
        <pc:picChg chg="add mod">
          <ac:chgData name="Michael Whitehouse" userId="0ecba9273f6ad366" providerId="LiveId" clId="{F36E82C0-65ED-4BE7-8730-0F102FB388DD}" dt="2026-06-11T10:14:38.157" v="2114" actId="1076"/>
          <ac:picMkLst>
            <pc:docMk/>
            <pc:sldMk cId="649540277" sldId="306"/>
            <ac:picMk id="8" creationId="{B0D7D1DF-EA6A-5257-D802-0580C313869F}"/>
          </ac:picMkLst>
        </pc:picChg>
      </pc:sldChg>
      <pc:sldChg chg="addSp modSp add mod modClrScheme chgLayout">
        <pc:chgData name="Michael Whitehouse" userId="0ecba9273f6ad366" providerId="LiveId" clId="{F36E82C0-65ED-4BE7-8730-0F102FB388DD}" dt="2026-06-11T10:54:43.332" v="2145" actId="27636"/>
        <pc:sldMkLst>
          <pc:docMk/>
          <pc:sldMk cId="4198871788" sldId="308"/>
        </pc:sldMkLst>
        <pc:spChg chg="mod ord">
          <ac:chgData name="Michael Whitehouse" userId="0ecba9273f6ad366" providerId="LiveId" clId="{F36E82C0-65ED-4BE7-8730-0F102FB388DD}" dt="2026-06-11T10:54:43.305" v="2144" actId="700"/>
          <ac:spMkLst>
            <pc:docMk/>
            <pc:sldMk cId="4198871788" sldId="308"/>
            <ac:spMk id="2" creationId="{511D9837-F0CD-9E51-6F86-5ACAA3CCB2DF}"/>
          </ac:spMkLst>
        </pc:spChg>
        <pc:spChg chg="mod ord">
          <ac:chgData name="Michael Whitehouse" userId="0ecba9273f6ad366" providerId="LiveId" clId="{F36E82C0-65ED-4BE7-8730-0F102FB388DD}" dt="2026-06-11T10:54:43.305" v="2144" actId="700"/>
          <ac:spMkLst>
            <pc:docMk/>
            <pc:sldMk cId="4198871788" sldId="308"/>
            <ac:spMk id="3" creationId="{90CA76B3-5AA3-4FE2-669E-77142844FE53}"/>
          </ac:spMkLst>
        </pc:spChg>
        <pc:spChg chg="mod ord">
          <ac:chgData name="Michael Whitehouse" userId="0ecba9273f6ad366" providerId="LiveId" clId="{F36E82C0-65ED-4BE7-8730-0F102FB388DD}" dt="2026-06-11T10:54:43.305" v="2144" actId="700"/>
          <ac:spMkLst>
            <pc:docMk/>
            <pc:sldMk cId="4198871788" sldId="308"/>
            <ac:spMk id="4" creationId="{576AA6F1-A3A6-45C4-1D9D-F3145148F20E}"/>
          </ac:spMkLst>
        </pc:spChg>
        <pc:spChg chg="mod ord">
          <ac:chgData name="Michael Whitehouse" userId="0ecba9273f6ad366" providerId="LiveId" clId="{F36E82C0-65ED-4BE7-8730-0F102FB388DD}" dt="2026-06-11T10:54:43.305" v="2144" actId="700"/>
          <ac:spMkLst>
            <pc:docMk/>
            <pc:sldMk cId="4198871788" sldId="308"/>
            <ac:spMk id="5" creationId="{815D21D9-F82F-5BED-4192-116B0D6FBDC0}"/>
          </ac:spMkLst>
        </pc:spChg>
        <pc:spChg chg="mod ord">
          <ac:chgData name="Michael Whitehouse" userId="0ecba9273f6ad366" providerId="LiveId" clId="{F36E82C0-65ED-4BE7-8730-0F102FB388DD}" dt="2026-06-11T10:54:43.332" v="2145" actId="27636"/>
          <ac:spMkLst>
            <pc:docMk/>
            <pc:sldMk cId="4198871788" sldId="308"/>
            <ac:spMk id="6" creationId="{652D04AD-0986-86CC-3A92-86A2A36DEA6C}"/>
          </ac:spMkLst>
        </pc:spChg>
        <pc:spChg chg="add mod">
          <ac:chgData name="Michael Whitehouse" userId="0ecba9273f6ad366" providerId="LiveId" clId="{F36E82C0-65ED-4BE7-8730-0F102FB388DD}" dt="2026-06-09T17:32:03.497" v="1763" actId="207"/>
          <ac:spMkLst>
            <pc:docMk/>
            <pc:sldMk cId="4198871788" sldId="308"/>
            <ac:spMk id="7" creationId="{5AB4904F-73AA-E340-35BC-DBE1CACC2A97}"/>
          </ac:spMkLst>
        </pc:spChg>
        <pc:spChg chg="add mod">
          <ac:chgData name="Michael Whitehouse" userId="0ecba9273f6ad366" providerId="LiveId" clId="{F36E82C0-65ED-4BE7-8730-0F102FB388DD}" dt="2026-06-09T17:32:03.511" v="1773" actId="207"/>
          <ac:spMkLst>
            <pc:docMk/>
            <pc:sldMk cId="4198871788" sldId="308"/>
            <ac:spMk id="8" creationId="{01D8F566-97FB-0176-8D24-2B7C71092CA7}"/>
          </ac:spMkLst>
        </pc:spChg>
      </pc:sldChg>
      <pc:sldChg chg="addSp delSp modSp add mod modClrScheme chgLayout">
        <pc:chgData name="Michael Whitehouse" userId="0ecba9273f6ad366" providerId="LiveId" clId="{F36E82C0-65ED-4BE7-8730-0F102FB388DD}" dt="2026-06-11T10:16:29.905" v="2117" actId="700"/>
        <pc:sldMkLst>
          <pc:docMk/>
          <pc:sldMk cId="1715623816" sldId="309"/>
        </pc:sldMkLst>
        <pc:spChg chg="mod ord">
          <ac:chgData name="Michael Whitehouse" userId="0ecba9273f6ad366" providerId="LiveId" clId="{F36E82C0-65ED-4BE7-8730-0F102FB388DD}" dt="2026-06-11T10:16:29.905" v="2117" actId="700"/>
          <ac:spMkLst>
            <pc:docMk/>
            <pc:sldMk cId="1715623816" sldId="309"/>
            <ac:spMk id="2" creationId="{D867E386-D442-1B1B-20FC-7EC1C5C03E3C}"/>
          </ac:spMkLst>
        </pc:spChg>
        <pc:spChg chg="add mod">
          <ac:chgData name="Michael Whitehouse" userId="0ecba9273f6ad366" providerId="LiveId" clId="{F36E82C0-65ED-4BE7-8730-0F102FB388DD}" dt="2026-06-09T17:32:04.344" v="1799" actId="208"/>
          <ac:spMkLst>
            <pc:docMk/>
            <pc:sldMk cId="1715623816" sldId="309"/>
            <ac:spMk id="9" creationId="{E1171285-585A-2ECD-6D47-761B376339F5}"/>
          </ac:spMkLst>
        </pc:spChg>
        <pc:spChg chg="add mod">
          <ac:chgData name="Michael Whitehouse" userId="0ecba9273f6ad366" providerId="LiveId" clId="{F36E82C0-65ED-4BE7-8730-0F102FB388DD}" dt="2026-06-09T17:32:04.469" v="1810" actId="139"/>
          <ac:spMkLst>
            <pc:docMk/>
            <pc:sldMk cId="1715623816" sldId="309"/>
            <ac:spMk id="10" creationId="{F63731B4-EB6D-B464-E31A-C19FE1612EFE}"/>
          </ac:spMkLst>
        </pc:spChg>
        <pc:spChg chg="add mod">
          <ac:chgData name="Michael Whitehouse" userId="0ecba9273f6ad366" providerId="LiveId" clId="{F36E82C0-65ED-4BE7-8730-0F102FB388DD}" dt="2026-06-09T17:32:04.592" v="1821" actId="139"/>
          <ac:spMkLst>
            <pc:docMk/>
            <pc:sldMk cId="1715623816" sldId="309"/>
            <ac:spMk id="11" creationId="{B3E5B8B3-78DD-44FD-5D80-9E623D475B44}"/>
          </ac:spMkLst>
        </pc:spChg>
        <pc:spChg chg="add mod">
          <ac:chgData name="Michael Whitehouse" userId="0ecba9273f6ad366" providerId="LiveId" clId="{F36E82C0-65ED-4BE7-8730-0F102FB388DD}" dt="2026-06-09T17:32:04.714" v="1830"/>
          <ac:spMkLst>
            <pc:docMk/>
            <pc:sldMk cId="1715623816" sldId="309"/>
            <ac:spMk id="12" creationId="{784C7531-6D2A-7C11-6B15-D75A0DE1383D}"/>
          </ac:spMkLst>
        </pc:spChg>
        <pc:spChg chg="add mod">
          <ac:chgData name="Michael Whitehouse" userId="0ecba9273f6ad366" providerId="LiveId" clId="{F36E82C0-65ED-4BE7-8730-0F102FB388DD}" dt="2026-06-09T17:32:04.839" v="1840" actId="208"/>
          <ac:spMkLst>
            <pc:docMk/>
            <pc:sldMk cId="1715623816" sldId="309"/>
            <ac:spMk id="13" creationId="{90ABD7B3-BEFE-4D92-BAE4-C121BA20A3DC}"/>
          </ac:spMkLst>
        </pc:spChg>
        <pc:spChg chg="add mod">
          <ac:chgData name="Michael Whitehouse" userId="0ecba9273f6ad366" providerId="LiveId" clId="{F36E82C0-65ED-4BE7-8730-0F102FB388DD}" dt="2026-06-09T17:32:04.965" v="1851" actId="139"/>
          <ac:spMkLst>
            <pc:docMk/>
            <pc:sldMk cId="1715623816" sldId="309"/>
            <ac:spMk id="14" creationId="{8B874652-F309-A861-D6BF-137201129421}"/>
          </ac:spMkLst>
        </pc:spChg>
        <pc:spChg chg="add mod">
          <ac:chgData name="Michael Whitehouse" userId="0ecba9273f6ad366" providerId="LiveId" clId="{F36E82C0-65ED-4BE7-8730-0F102FB388DD}" dt="2026-06-09T17:32:05.092" v="1862" actId="139"/>
          <ac:spMkLst>
            <pc:docMk/>
            <pc:sldMk cId="1715623816" sldId="309"/>
            <ac:spMk id="15" creationId="{4B8D420E-383A-0086-6FF9-A5E075344007}"/>
          </ac:spMkLst>
        </pc:spChg>
        <pc:spChg chg="add mod">
          <ac:chgData name="Michael Whitehouse" userId="0ecba9273f6ad366" providerId="LiveId" clId="{F36E82C0-65ED-4BE7-8730-0F102FB388DD}" dt="2026-06-09T17:32:05.214" v="1871"/>
          <ac:spMkLst>
            <pc:docMk/>
            <pc:sldMk cId="1715623816" sldId="309"/>
            <ac:spMk id="16" creationId="{D24D7BB4-B035-1220-4C4E-EDAFCE0F1903}"/>
          </ac:spMkLst>
        </pc:spChg>
        <pc:spChg chg="add mod">
          <ac:chgData name="Michael Whitehouse" userId="0ecba9273f6ad366" providerId="LiveId" clId="{F36E82C0-65ED-4BE7-8730-0F102FB388DD}" dt="2026-06-09T17:32:05.344" v="1881" actId="208"/>
          <ac:spMkLst>
            <pc:docMk/>
            <pc:sldMk cId="1715623816" sldId="309"/>
            <ac:spMk id="17" creationId="{03D6D851-5400-5401-E08B-E20711EFB5EB}"/>
          </ac:spMkLst>
        </pc:spChg>
        <pc:spChg chg="add mod">
          <ac:chgData name="Michael Whitehouse" userId="0ecba9273f6ad366" providerId="LiveId" clId="{F36E82C0-65ED-4BE7-8730-0F102FB388DD}" dt="2026-06-09T17:32:05.472" v="1892" actId="139"/>
          <ac:spMkLst>
            <pc:docMk/>
            <pc:sldMk cId="1715623816" sldId="309"/>
            <ac:spMk id="18" creationId="{A5D2617B-45BE-156F-3498-80EAF263B243}"/>
          </ac:spMkLst>
        </pc:spChg>
        <pc:spChg chg="add mod">
          <ac:chgData name="Michael Whitehouse" userId="0ecba9273f6ad366" providerId="LiveId" clId="{F36E82C0-65ED-4BE7-8730-0F102FB388DD}" dt="2026-06-09T17:32:05.595" v="1903" actId="139"/>
          <ac:spMkLst>
            <pc:docMk/>
            <pc:sldMk cId="1715623816" sldId="309"/>
            <ac:spMk id="19" creationId="{B6FB04F5-68A8-1A7D-9D8D-8DA9DE9A7C66}"/>
          </ac:spMkLst>
        </pc:spChg>
        <pc:spChg chg="add mod">
          <ac:chgData name="Michael Whitehouse" userId="0ecba9273f6ad366" providerId="LiveId" clId="{F36E82C0-65ED-4BE7-8730-0F102FB388DD}" dt="2026-06-09T17:32:05.715" v="1912"/>
          <ac:spMkLst>
            <pc:docMk/>
            <pc:sldMk cId="1715623816" sldId="309"/>
            <ac:spMk id="20" creationId="{8669A0AD-C8C2-872D-AC37-923E5FD0B9C7}"/>
          </ac:spMkLst>
        </pc:spChg>
        <pc:spChg chg="add mod">
          <ac:chgData name="Michael Whitehouse" userId="0ecba9273f6ad366" providerId="LiveId" clId="{F36E82C0-65ED-4BE7-8730-0F102FB388DD}" dt="2026-06-09T17:32:05.845" v="1922" actId="208"/>
          <ac:spMkLst>
            <pc:docMk/>
            <pc:sldMk cId="1715623816" sldId="309"/>
            <ac:spMk id="21" creationId="{DC4B313D-DB6C-4D2F-CDAE-ED949B9A5D7A}"/>
          </ac:spMkLst>
        </pc:spChg>
        <pc:spChg chg="add mod">
          <ac:chgData name="Michael Whitehouse" userId="0ecba9273f6ad366" providerId="LiveId" clId="{F36E82C0-65ED-4BE7-8730-0F102FB388DD}" dt="2026-06-09T17:32:05.968" v="1933" actId="139"/>
          <ac:spMkLst>
            <pc:docMk/>
            <pc:sldMk cId="1715623816" sldId="309"/>
            <ac:spMk id="22" creationId="{B22F7733-878F-9271-C680-463DEAABE130}"/>
          </ac:spMkLst>
        </pc:spChg>
        <pc:spChg chg="add mod">
          <ac:chgData name="Michael Whitehouse" userId="0ecba9273f6ad366" providerId="LiveId" clId="{F36E82C0-65ED-4BE7-8730-0F102FB388DD}" dt="2026-06-09T17:32:06.093" v="1944" actId="139"/>
          <ac:spMkLst>
            <pc:docMk/>
            <pc:sldMk cId="1715623816" sldId="309"/>
            <ac:spMk id="23" creationId="{9BD2B031-7F65-52DB-FECD-62F26812087D}"/>
          </ac:spMkLst>
        </pc:spChg>
        <pc:spChg chg="add mod">
          <ac:chgData name="Michael Whitehouse" userId="0ecba9273f6ad366" providerId="LiveId" clId="{F36E82C0-65ED-4BE7-8730-0F102FB388DD}" dt="2026-06-09T17:32:06.109" v="1954" actId="207"/>
          <ac:spMkLst>
            <pc:docMk/>
            <pc:sldMk cId="1715623816" sldId="309"/>
            <ac:spMk id="24" creationId="{8DA2CFA2-9791-41D9-24F6-B24427ABBEC7}"/>
          </ac:spMkLst>
        </pc:spChg>
        <pc:spChg chg="add mod">
          <ac:chgData name="Michael Whitehouse" userId="0ecba9273f6ad366" providerId="LiveId" clId="{F36E82C0-65ED-4BE7-8730-0F102FB388DD}" dt="2026-06-09T17:32:06.123" v="1964" actId="207"/>
          <ac:spMkLst>
            <pc:docMk/>
            <pc:sldMk cId="1715623816" sldId="309"/>
            <ac:spMk id="25" creationId="{4820BD29-DAE4-0ADD-1930-8CA4BA76A1A8}"/>
          </ac:spMkLst>
        </pc:spChg>
      </pc:sldChg>
      <pc:sldChg chg="addSp delSp modSp add mod">
        <pc:chgData name="Michael Whitehouse" userId="0ecba9273f6ad366" providerId="LiveId" clId="{F36E82C0-65ED-4BE7-8730-0F102FB388DD}" dt="2026-06-11T10:54:49.428" v="2146" actId="1076"/>
        <pc:sldMkLst>
          <pc:docMk/>
          <pc:sldMk cId="3116819443" sldId="310"/>
        </pc:sldMkLst>
        <pc:spChg chg="mod">
          <ac:chgData name="Michael Whitehouse" userId="0ecba9273f6ad366" providerId="LiveId" clId="{F36E82C0-65ED-4BE7-8730-0F102FB388DD}" dt="2026-06-09T17:32:06.131" v="1968" actId="139"/>
          <ac:spMkLst>
            <pc:docMk/>
            <pc:sldMk cId="3116819443" sldId="310"/>
            <ac:spMk id="2" creationId="{7F60EABA-03B7-DC6C-1E66-060C47606273}"/>
          </ac:spMkLst>
        </pc:spChg>
        <pc:spChg chg="add mod">
          <ac:chgData name="Michael Whitehouse" userId="0ecba9273f6ad366" providerId="LiveId" clId="{F36E82C0-65ED-4BE7-8730-0F102FB388DD}" dt="2026-06-11T10:54:49.428" v="2146" actId="1076"/>
          <ac:spMkLst>
            <pc:docMk/>
            <pc:sldMk cId="3116819443" sldId="310"/>
            <ac:spMk id="3" creationId="{5A07BFE1-27DA-1E01-E368-914FBA329A32}"/>
          </ac:spMkLst>
        </pc:spChg>
        <pc:spChg chg="add mod">
          <ac:chgData name="Michael Whitehouse" userId="0ecba9273f6ad366" providerId="LiveId" clId="{F36E82C0-65ED-4BE7-8730-0F102FB388DD}" dt="2026-06-09T17:32:06.835" v="2002" actId="207"/>
          <ac:spMkLst>
            <pc:docMk/>
            <pc:sldMk cId="3116819443" sldId="310"/>
            <ac:spMk id="5" creationId="{164AA3FD-FB8C-7954-91AD-BB8445557B20}"/>
          </ac:spMkLst>
        </pc:spChg>
        <pc:spChg chg="add mod">
          <ac:chgData name="Michael Whitehouse" userId="0ecba9273f6ad366" providerId="LiveId" clId="{F36E82C0-65ED-4BE7-8730-0F102FB388DD}" dt="2026-06-09T17:32:06.959" v="2014" actId="207"/>
          <ac:spMkLst>
            <pc:docMk/>
            <pc:sldMk cId="3116819443" sldId="310"/>
            <ac:spMk id="6" creationId="{76E384F8-5780-A461-24C6-56554B99AD94}"/>
          </ac:spMkLst>
        </pc:spChg>
        <pc:spChg chg="add mod">
          <ac:chgData name="Michael Whitehouse" userId="0ecba9273f6ad366" providerId="LiveId" clId="{F36E82C0-65ED-4BE7-8730-0F102FB388DD}" dt="2026-06-09T17:32:07.078" v="2023"/>
          <ac:spMkLst>
            <pc:docMk/>
            <pc:sldMk cId="3116819443" sldId="310"/>
            <ac:spMk id="7" creationId="{C34915AB-C90F-5F05-1995-13744C03F395}"/>
          </ac:spMkLst>
        </pc:spChg>
        <pc:spChg chg="add mod">
          <ac:chgData name="Michael Whitehouse" userId="0ecba9273f6ad366" providerId="LiveId" clId="{F36E82C0-65ED-4BE7-8730-0F102FB388DD}" dt="2026-06-09T17:32:07.209" v="2035" actId="207"/>
          <ac:spMkLst>
            <pc:docMk/>
            <pc:sldMk cId="3116819443" sldId="310"/>
            <ac:spMk id="8" creationId="{C68497E6-8EB8-77D5-8599-A3EBB37CE2C4}"/>
          </ac:spMkLst>
        </pc:spChg>
        <pc:spChg chg="add mod">
          <ac:chgData name="Michael Whitehouse" userId="0ecba9273f6ad366" providerId="LiveId" clId="{F36E82C0-65ED-4BE7-8730-0F102FB388DD}" dt="2026-06-09T17:32:07.341" v="2054" actId="207"/>
          <ac:spMkLst>
            <pc:docMk/>
            <pc:sldMk cId="3116819443" sldId="310"/>
            <ac:spMk id="10" creationId="{F9A43747-48CB-B371-1947-A7AF4C098825}"/>
          </ac:spMkLst>
        </pc:spChg>
        <pc:spChg chg="add mod">
          <ac:chgData name="Michael Whitehouse" userId="0ecba9273f6ad366" providerId="LiveId" clId="{F36E82C0-65ED-4BE7-8730-0F102FB388DD}" dt="2026-06-09T17:32:07.355" v="2064" actId="207"/>
          <ac:spMkLst>
            <pc:docMk/>
            <pc:sldMk cId="3116819443" sldId="310"/>
            <ac:spMk id="11" creationId="{541F999C-B200-5F64-674C-11FF00EB81F0}"/>
          </ac:spMkLst>
        </pc:spChg>
      </pc:sldChg>
      <pc:sldChg chg="addSp new mod">
        <pc:chgData name="Michael Whitehouse" userId="0ecba9273f6ad366" providerId="LiveId" clId="{F36E82C0-65ED-4BE7-8730-0F102FB388DD}" dt="2026-06-11T10:20:01.458" v="2125" actId="22"/>
        <pc:sldMkLst>
          <pc:docMk/>
          <pc:sldMk cId="335224821" sldId="311"/>
        </pc:sldMkLst>
        <pc:picChg chg="add">
          <ac:chgData name="Michael Whitehouse" userId="0ecba9273f6ad366" providerId="LiveId" clId="{F36E82C0-65ED-4BE7-8730-0F102FB388DD}" dt="2026-06-11T10:20:01.458" v="2125" actId="22"/>
          <ac:picMkLst>
            <pc:docMk/>
            <pc:sldMk cId="335224821" sldId="311"/>
            <ac:picMk id="3" creationId="{DD308AF6-601A-57CF-3524-9A4635C1A283}"/>
          </ac:picMkLst>
        </pc:picChg>
      </pc:sldChg>
      <pc:sldChg chg="addSp delSp modSp new mod chgLayout">
        <pc:chgData name="Michael Whitehouse" userId="0ecba9273f6ad366" providerId="LiveId" clId="{F36E82C0-65ED-4BE7-8730-0F102FB388DD}" dt="2026-06-11T10:23:06.362" v="2135" actId="22"/>
        <pc:sldMkLst>
          <pc:docMk/>
          <pc:sldMk cId="692666473" sldId="312"/>
        </pc:sldMkLst>
        <pc:picChg chg="add">
          <ac:chgData name="Michael Whitehouse" userId="0ecba9273f6ad366" providerId="LiveId" clId="{F36E82C0-65ED-4BE7-8730-0F102FB388DD}" dt="2026-06-11T10:23:06.362" v="2135" actId="22"/>
          <ac:picMkLst>
            <pc:docMk/>
            <pc:sldMk cId="692666473" sldId="312"/>
            <ac:picMk id="8" creationId="{A4323A1E-CD8F-6E7B-A68A-E7E02F9FD6DC}"/>
          </ac:picMkLst>
        </pc:picChg>
      </pc:sldChg>
      <pc:sldChg chg="addSp modSp new mod chgLayout">
        <pc:chgData name="Michael Whitehouse" userId="0ecba9273f6ad366" providerId="LiveId" clId="{F36E82C0-65ED-4BE7-8730-0F102FB388DD}" dt="2026-06-11T10:53:31.171" v="2139" actId="26606"/>
        <pc:sldMkLst>
          <pc:docMk/>
          <pc:sldMk cId="3186697149" sldId="313"/>
        </pc:sldMkLst>
        <pc:spChg chg="add mod">
          <ac:chgData name="Michael Whitehouse" userId="0ecba9273f6ad366" providerId="LiveId" clId="{F36E82C0-65ED-4BE7-8730-0F102FB388DD}" dt="2026-06-11T10:53:31.171" v="2139" actId="26606"/>
          <ac:spMkLst>
            <pc:docMk/>
            <pc:sldMk cId="3186697149" sldId="313"/>
            <ac:spMk id="2" creationId="{00000000-0000-0000-0000-000000000000}"/>
          </ac:spMkLst>
        </pc:spChg>
        <pc:spChg chg="add">
          <ac:chgData name="Michael Whitehouse" userId="0ecba9273f6ad366" providerId="LiveId" clId="{F36E82C0-65ED-4BE7-8730-0F102FB388DD}" dt="2026-06-11T10:53:31.171" v="2139" actId="26606"/>
          <ac:spMkLst>
            <pc:docMk/>
            <pc:sldMk cId="3186697149" sldId="313"/>
            <ac:spMk id="6" creationId="{00000000-0000-0000-0000-000000000000}"/>
          </ac:spMkLst>
        </pc:spChg>
        <pc:spChg chg="add">
          <ac:chgData name="Michael Whitehouse" userId="0ecba9273f6ad366" providerId="LiveId" clId="{F36E82C0-65ED-4BE7-8730-0F102FB388DD}" dt="2026-06-11T10:53:31.171" v="2139" actId="26606"/>
          <ac:spMkLst>
            <pc:docMk/>
            <pc:sldMk cId="3186697149" sldId="313"/>
            <ac:spMk id="7" creationId="{00000000-0000-0000-0000-000000000000}"/>
          </ac:spMkLst>
        </pc:spChg>
        <pc:spChg chg="add">
          <ac:chgData name="Michael Whitehouse" userId="0ecba9273f6ad366" providerId="LiveId" clId="{F36E82C0-65ED-4BE7-8730-0F102FB388DD}" dt="2026-06-11T10:53:31.171" v="2139" actId="26606"/>
          <ac:spMkLst>
            <pc:docMk/>
            <pc:sldMk cId="3186697149" sldId="313"/>
            <ac:spMk id="13" creationId="{00000000-0000-0000-0000-000000000000}"/>
          </ac:spMkLst>
        </pc:spChg>
        <pc:spChg chg="add">
          <ac:chgData name="Michael Whitehouse" userId="0ecba9273f6ad366" providerId="LiveId" clId="{F36E82C0-65ED-4BE7-8730-0F102FB388DD}" dt="2026-06-11T10:53:31.171" v="2139" actId="26606"/>
          <ac:spMkLst>
            <pc:docMk/>
            <pc:sldMk cId="3186697149" sldId="313"/>
            <ac:spMk id="14" creationId="{00000000-0000-0000-0000-000000000000}"/>
          </ac:spMkLst>
        </pc:spChg>
      </pc:sldChg>
      <pc:sldChg chg="addSp delSp modSp add mod modClrScheme chgLayout">
        <pc:chgData name="Michael Whitehouse" userId="0ecba9273f6ad366" providerId="LiveId" clId="{F36E82C0-65ED-4BE7-8730-0F102FB388DD}" dt="2026-06-11T11:09:33.004" v="2149" actId="700"/>
        <pc:sldMkLst>
          <pc:docMk/>
          <pc:sldMk cId="2700001001" sldId="314"/>
        </pc:sldMkLst>
        <pc:spChg chg="mod ord">
          <ac:chgData name="Michael Whitehouse" userId="0ecba9273f6ad366" providerId="LiveId" clId="{F36E82C0-65ED-4BE7-8730-0F102FB388DD}" dt="2026-06-11T11:09:33.004" v="2149" actId="700"/>
          <ac:spMkLst>
            <pc:docMk/>
            <pc:sldMk cId="2700001001" sldId="314"/>
            <ac:spMk id="2" creationId="{00000000-0000-0000-0000-000000000000}"/>
          </ac:spMkLst>
        </pc:spChg>
      </pc:sldChg>
      <pc:sldChg chg="add">
        <pc:chgData name="Michael Whitehouse" userId="0ecba9273f6ad366" providerId="LiveId" clId="{F36E82C0-65ED-4BE7-8730-0F102FB388DD}" dt="2026-06-11T11:08:03.633" v="2147" actId="26606"/>
        <pc:sldMkLst>
          <pc:docMk/>
          <pc:sldMk cId="2700001002" sldId="315"/>
        </pc:sldMkLst>
      </pc:sldChg>
      <pc:sldChg chg="add">
        <pc:chgData name="Michael Whitehouse" userId="0ecba9273f6ad366" providerId="LiveId" clId="{F36E82C0-65ED-4BE7-8730-0F102FB388DD}" dt="2026-06-11T11:08:03.633" v="2147" actId="26606"/>
        <pc:sldMkLst>
          <pc:docMk/>
          <pc:sldMk cId="2700001003" sldId="316"/>
        </pc:sldMkLst>
      </pc:sldChg>
      <pc:sldMasterChg chg="delSp mod">
        <pc:chgData name="Michael Whitehouse" userId="0ecba9273f6ad366" providerId="LiveId" clId="{F36E82C0-65ED-4BE7-8730-0F102FB388DD}" dt="2026-06-09T17:31:46.536" v="338"/>
        <pc:sldMasterMkLst>
          <pc:docMk/>
          <pc:sldMasterMk cId="1681653152" sldId="2147483650"/>
        </pc:sldMasterMkLst>
      </pc:sldMasterChg>
      <pc:sldMasterChg chg="delSp mod">
        <pc:chgData name="Michael Whitehouse" userId="0ecba9273f6ad366" providerId="LiveId" clId="{F36E82C0-65ED-4BE7-8730-0F102FB388DD}" dt="2026-06-09T17:31:46.543" v="340"/>
        <pc:sldMasterMkLst>
          <pc:docMk/>
          <pc:sldMasterMk cId="2965567999" sldId="2147483754"/>
        </pc:sldMasterMkLst>
      </pc:sldMasterChg>
    </pc:docChg>
  </pc:docChgLst>
  <pc:docChgLst>
    <pc:chgData name="Michael Whitehouse" userId="0ecba9273f6ad366" providerId="LiveId" clId="{8DFD1B98-0500-5FC6-99FB-58445427081D}"/>
    <pc:docChg chg="addSld modSld">
      <pc:chgData name="Michael Whitehouse" userId="0ecba9273f6ad366" providerId="LiveId" clId="{8DFD1B98-0500-5FC6-99FB-58445427081D}" dt="2026-06-27T19:25:14.282" v="0"/>
      <pc:docMkLst>
        <pc:docMk/>
      </pc:docMkLst>
      <pc:sldChg chg="add">
        <pc:chgData name="Michael Whitehouse" userId="0ecba9273f6ad366" providerId="LiveId" clId="{8DFD1B98-0500-5FC6-99FB-58445427081D}" dt="2026-06-27T19:25:14.282" v="0"/>
        <pc:sldMkLst>
          <pc:docMk/>
          <pc:sldMk cId="0" sldId="317"/>
        </pc:sldMkLst>
      </pc:sldChg>
      <pc:sldChg chg="add">
        <pc:chgData name="Michael Whitehouse" userId="0ecba9273f6ad366" providerId="LiveId" clId="{8DFD1B98-0500-5FC6-99FB-58445427081D}" dt="2026-06-27T19:25:14.282" v="0"/>
        <pc:sldMkLst>
          <pc:docMk/>
          <pc:sldMk cId="0" sldId="318"/>
        </pc:sldMkLst>
      </pc:sldChg>
      <pc:sldChg chg="add">
        <pc:chgData name="Michael Whitehouse" userId="0ecba9273f6ad366" providerId="LiveId" clId="{8DFD1B98-0500-5FC6-99FB-58445427081D}" dt="2026-06-27T19:25:14.282" v="0"/>
        <pc:sldMkLst>
          <pc:docMk/>
          <pc:sldMk cId="0" sldId="319"/>
        </pc:sldMkLst>
      </pc:sldChg>
      <pc:sldChg chg="add">
        <pc:chgData name="Michael Whitehouse" userId="0ecba9273f6ad366" providerId="LiveId" clId="{8DFD1B98-0500-5FC6-99FB-58445427081D}" dt="2026-06-27T19:25:14.282" v="0"/>
        <pc:sldMkLst>
          <pc:docMk/>
          <pc:sldMk cId="0" sldId="320"/>
        </pc:sldMkLst>
      </pc:sldChg>
      <pc:sldChg chg="add">
        <pc:chgData name="Michael Whitehouse" userId="0ecba9273f6ad366" providerId="LiveId" clId="{8DFD1B98-0500-5FC6-99FB-58445427081D}" dt="2026-06-27T19:25:14.282" v="0"/>
        <pc:sldMkLst>
          <pc:docMk/>
          <pc:sldMk cId="1044411344"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0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6701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9917409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668032927"/>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432704930"/>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4276000738"/>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77229054"/>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9914950"/>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9788873"/>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5869887"/>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11866091"/>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35410389"/>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13880630"/>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68006773"/>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8040047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326957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359454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984745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2236009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3052686"/>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74526204"/>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2250221751"/>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4049789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973264644"/>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92694682"/>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03477909"/>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77842740"/>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4464878"/>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865396267"/>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43403426"/>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87089407"/>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236251"/>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64508020"/>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09401386"/>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240961"/>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1918566"/>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84220267"/>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62501198"/>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56728053"/>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82777146"/>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02592272"/>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1097620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98837425"/>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65754009"/>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627702786"/>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088319937"/>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579295702"/>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7027422"/>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984470709"/>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516417"/>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2396126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4292346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9493211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23095102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7371463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448317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8385456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3542556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4617859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691990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4240898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7645344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190918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818591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67337992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7784314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5230900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174304866"/>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05273657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67079141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881954686"/>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353617238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63681094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3934880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147915441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86774976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66771077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31367361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64132556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223030210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6269305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79154682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5439188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74869433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69523484"/>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55976106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698580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59226250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2917468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0507417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69974375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162801597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27469334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61086186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87828990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4777850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0428398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775719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20636"/>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80371700"/>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98235620"/>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935104258"/>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76852327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289227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5208739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66660083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70224672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4110663885"/>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2523315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42971348"/>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9458107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02698161"/>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65012153"/>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8676890"/>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1986983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90450435"/>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1894445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084052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1380602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1187793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369254989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890174239"/>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321137922"/>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04355622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505156286"/>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71626243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78527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75830402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534504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74569695"/>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54053368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639977119"/>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3248116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6753645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33104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56893225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653577045"/>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080847487"/>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115687835"/>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19548155"/>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062750136"/>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132468027"/>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147295"/>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43731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43529721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324853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665033"/>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07803570"/>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581494053"/>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970068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1236858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57178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68165315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96556799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726A-D1B1-A77E-428F-94958CFBFAF5}"/>
              </a:ext>
            </a:extLst>
          </p:cNvPr>
          <p:cNvSpPr>
            <a:spLocks noGrp="1"/>
          </p:cNvSpPr>
          <p:nvPr>
            <p:ph type="title"/>
          </p:nvPr>
        </p:nvSpPr>
        <p:spPr/>
        <p:txBody>
          <a:bodyPr/>
          <a:lstStyle/>
          <a:p>
            <a:r>
              <a:rPr lang="en-GB"/>
              <a:t>Chapter 10: Managing Permissions and Shares</a:t>
            </a:r>
          </a:p>
        </p:txBody>
      </p:sp>
      <p:sp>
        <p:nvSpPr>
          <p:cNvPr id="3" name="Text Placeholder 2">
            <a:extLst>
              <a:ext uri="{FF2B5EF4-FFF2-40B4-BE49-F238E27FC236}">
                <a16:creationId xmlns:a16="http://schemas.microsoft.com/office/drawing/2014/main" id="{7278A3FF-826C-BD81-B56F-032B1460319A}"/>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201630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6202-C4F2-5A8C-1802-89416B32333B}"/>
              </a:ext>
            </a:extLst>
          </p:cNvPr>
          <p:cNvSpPr>
            <a:spLocks noGrp="1"/>
          </p:cNvSpPr>
          <p:nvPr>
            <p:ph type="title" idx="4294967295"/>
          </p:nvPr>
        </p:nvSpPr>
        <p:spPr>
          <a:xfrm>
            <a:off x="0" y="330200"/>
            <a:ext cx="8505825" cy="509588"/>
          </a:xfrm>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2AE71DE0-7420-75D3-3739-3FE502607363}"/>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10</a:t>
            </a:r>
          </a:p>
        </p:txBody>
      </p:sp>
      <p:sp>
        <p:nvSpPr>
          <p:cNvPr id="4" name="Text Placeholder 3">
            <a:extLst>
              <a:ext uri="{FF2B5EF4-FFF2-40B4-BE49-F238E27FC236}">
                <a16:creationId xmlns:a16="http://schemas.microsoft.com/office/drawing/2014/main" id="{3B20336F-6D18-509B-5398-093F388ECE71}"/>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B54131E6-4A6A-C273-6356-2F4D7457A248}"/>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3213DF52-592E-1BBC-22A5-1A115D2C8D3F}"/>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7" name="Course footer">
            <a:extLst>
              <a:ext uri="{FF2B5EF4-FFF2-40B4-BE49-F238E27FC236}">
                <a16:creationId xmlns:a16="http://schemas.microsoft.com/office/drawing/2014/main" id="{03B52B5D-CD02-65F2-1AA4-C777EACA9BE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96D516B0-D5F3-8EAA-5AFD-BB61C01BBEE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9044091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81DD3-78D7-F336-82A8-922048A246BC}"/>
              </a:ext>
            </a:extLst>
          </p:cNvPr>
          <p:cNvSpPr>
            <a:spLocks noGrp="1"/>
          </p:cNvSpPr>
          <p:nvPr>
            <p:ph type="title" idx="4294967295"/>
          </p:nvPr>
        </p:nvSpPr>
        <p:spPr>
          <a:xfrm>
            <a:off x="0" y="330200"/>
            <a:ext cx="8505825" cy="509588"/>
          </a:xfrm>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277DAA3E-D3A5-8EFF-B1C7-B9E74F3DEB59}"/>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10.1 Permissions</a:t>
            </a:r>
          </a:p>
        </p:txBody>
      </p:sp>
      <p:sp>
        <p:nvSpPr>
          <p:cNvPr id="4" name="Text Placeholder 3">
            <a:extLst>
              <a:ext uri="{FF2B5EF4-FFF2-40B4-BE49-F238E27FC236}">
                <a16:creationId xmlns:a16="http://schemas.microsoft.com/office/drawing/2014/main" id="{38767F2A-13A8-02F4-F69A-365F79E42BBE}"/>
              </a:ext>
            </a:extLst>
          </p:cNvPr>
          <p:cNvSpPr>
            <a:spLocks noGrp="1"/>
          </p:cNvSpPr>
          <p:nvPr>
            <p:ph type="body" sz="quarter" idx="4294967295"/>
          </p:nvPr>
        </p:nvSpPr>
        <p:spPr>
          <a:xfrm>
            <a:off x="1490663" y="1854200"/>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10.2 Shares</a:t>
            </a:r>
          </a:p>
        </p:txBody>
      </p:sp>
      <p:sp>
        <p:nvSpPr>
          <p:cNvPr id="5" name="Text Placeholder 4">
            <a:extLst>
              <a:ext uri="{FF2B5EF4-FFF2-40B4-BE49-F238E27FC236}">
                <a16:creationId xmlns:a16="http://schemas.microsoft.com/office/drawing/2014/main" id="{FE66590A-9ABF-CEAB-2A25-5F1D38E67531}"/>
              </a:ext>
            </a:extLst>
          </p:cNvPr>
          <p:cNvSpPr>
            <a:spLocks noGrp="1"/>
          </p:cNvSpPr>
          <p:nvPr>
            <p:ph type="body" sz="quarter" idx="4294967295"/>
          </p:nvPr>
        </p:nvSpPr>
        <p:spPr>
          <a:xfrm>
            <a:off x="1490663" y="2616200"/>
            <a:ext cx="7653337" cy="671513"/>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10.3 Offline Files</a:t>
            </a:r>
          </a:p>
        </p:txBody>
      </p:sp>
      <p:sp>
        <p:nvSpPr>
          <p:cNvPr id="6" name="Text Placeholder 5">
            <a:extLst>
              <a:ext uri="{FF2B5EF4-FFF2-40B4-BE49-F238E27FC236}">
                <a16:creationId xmlns:a16="http://schemas.microsoft.com/office/drawing/2014/main" id="{8A364D18-39D7-C1B4-9947-30FE6DD0E50E}"/>
              </a:ext>
            </a:extLst>
          </p:cNvPr>
          <p:cNvSpPr>
            <a:spLocks noGrp="1"/>
          </p:cNvSpPr>
          <p:nvPr>
            <p:ph type="body" sz="quarter" idx="4294967295"/>
          </p:nvPr>
        </p:nvSpPr>
        <p:spPr>
          <a:xfrm>
            <a:off x="1490663" y="3376613"/>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10.4 Volume Shadow Copies</a:t>
            </a:r>
          </a:p>
        </p:txBody>
      </p:sp>
      <p:sp>
        <p:nvSpPr>
          <p:cNvPr id="7" name="Text Placeholder 6">
            <a:extLst>
              <a:ext uri="{FF2B5EF4-FFF2-40B4-BE49-F238E27FC236}">
                <a16:creationId xmlns:a16="http://schemas.microsoft.com/office/drawing/2014/main" id="{3E0F9016-50F8-69CF-7CBE-807FAA826726}"/>
              </a:ext>
            </a:extLst>
          </p:cNvPr>
          <p:cNvSpPr>
            <a:spLocks noGrp="1"/>
          </p:cNvSpPr>
          <p:nvPr>
            <p:ph type="body" sz="quarter" idx="4294967295"/>
          </p:nvPr>
        </p:nvSpPr>
        <p:spPr>
          <a:xfrm>
            <a:off x="1490663" y="4138613"/>
            <a:ext cx="7653337" cy="673100"/>
          </a:xfrm>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10.5 Introduction to Group Policy</a:t>
            </a:r>
          </a:p>
        </p:txBody>
      </p:sp>
      <p:sp>
        <p:nvSpPr>
          <p:cNvPr id="8" name="Course footer">
            <a:extLst>
              <a:ext uri="{FF2B5EF4-FFF2-40B4-BE49-F238E27FC236}">
                <a16:creationId xmlns:a16="http://schemas.microsoft.com/office/drawing/2014/main" id="{CEFEA96F-4657-1073-7B44-AF45CA7476F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22785505-2F83-7440-9D24-3D051E29AE2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356541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79D11-FBDE-B0AC-F6E4-2CCB279E6441}"/>
              </a:ext>
            </a:extLst>
          </p:cNvPr>
          <p:cNvSpPr>
            <a:spLocks noGrp="1"/>
          </p:cNvSpPr>
          <p:nvPr>
            <p:ph type="title"/>
          </p:nvPr>
        </p:nvSpPr>
        <p:spPr/>
        <p:txBody>
          <a:bodyPr wrap="square">
            <a:noAutofit/>
          </a:bodyPr>
          <a:lstStyle/>
          <a:p>
            <a:r>
              <a:rPr lang="en-GB"/>
              <a:t>10.1 Permissions</a:t>
            </a:r>
          </a:p>
        </p:txBody>
      </p:sp>
      <p:sp>
        <p:nvSpPr>
          <p:cNvPr id="6" name="Text 6">
            <a:extLst>
              <a:ext uri="{FF2B5EF4-FFF2-40B4-BE49-F238E27FC236}">
                <a16:creationId xmlns:a16="http://schemas.microsoft.com/office/drawing/2014/main" id="{CE0B0785-C177-87B0-FC1F-5064AC9418B4}"/>
              </a:ext>
            </a:extLst>
          </p:cNvPr>
          <p:cNvSpPr/>
          <p:nvPr/>
        </p:nvSpPr>
        <p:spPr>
          <a:xfrm>
            <a:off x="3003973" y="582930"/>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Permissions determine who can access resources and what actions they can perform.</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Access control entries and ACLs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Identity-based authorization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Inheritance and effective access</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8A1D8209-8EF7-431D-0A5F-7300AA1004F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3A2C72C1-1DCB-F819-CCEA-22F3A47FC99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0203697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GB"/>
              <a:t>NTFS ACL Permissions</a:t>
            </a:r>
          </a:p>
        </p:txBody>
      </p:sp>
      <p:sp>
        <p:nvSpPr>
          <p:cNvPr id="6" name="Text Left"/>
          <p:cNvSpPr/>
          <p:nvPr/>
        </p:nvSpPr>
        <p:spPr>
          <a:xfrm>
            <a:off x="254000" y="1400000"/>
            <a:ext cx="4318000" cy="3450000"/>
          </a:xfrm>
          <a:prstGeom prst="rect">
            <a:avLst/>
          </a:prstGeom>
          <a:noFill/>
          <a:ln/>
        </p:spPr>
        <p:txBody>
          <a:bodyPr wrap="square" lIns="0" tIns="0" rIns="0" bIns="0" rtlCol="0" anchor="t">
            <a:normAutofit/>
          </a:bodyPr>
          <a:lstStyle/>
          <a:p>
            <a:pPr marL="0" indent="0">
              <a:spcAft>
                <a:spcPts val="400"/>
              </a:spcAft>
              <a:buNone/>
            </a:pPr>
            <a:r>
              <a:rPr lang="en-US" sz="1400" b="1">
                <a:solidFill>
                  <a:srgbClr val="023047"/>
                </a:solidFill>
                <a:latin typeface="Segoe UI"/>
              </a:rPr>
              <a:t>Every securable object has a security descriptor containing a DACL and a SACL of ACEs.</a:t>
            </a:r>
          </a:p>
          <a:p>
            <a:pPr marL="0" indent="0">
              <a:spcAft>
                <a:spcPts val="200"/>
              </a:spcAft>
              <a:buNone/>
            </a:pPr>
            <a:r>
              <a:rPr lang="en-US" sz="1200" b="1">
                <a:solidFill>
                  <a:srgbClr val="0076D4"/>
                </a:solidFill>
                <a:latin typeface="Segoe UI"/>
              </a:rPr>
              <a:t>ACL types</a:t>
            </a:r>
          </a:p>
          <a:p>
            <a:pPr marL="228600" indent="-228600">
              <a:spcAft>
                <a:spcPts val="150"/>
              </a:spcAft>
              <a:buSzPct val="100000"/>
              <a:buChar char="•"/>
            </a:pPr>
            <a:r>
              <a:rPr lang="en-US" sz="1100">
                <a:solidFill>
                  <a:srgbClr val="023047"/>
                </a:solidFill>
                <a:latin typeface="Segoe UI"/>
              </a:rPr>
              <a:t>DACL: identifies trustees allowed or denied access</a:t>
            </a:r>
          </a:p>
          <a:p>
            <a:pPr marL="228600" indent="-228600">
              <a:spcAft>
                <a:spcPts val="150"/>
              </a:spcAft>
              <a:buSzPct val="100000"/>
              <a:buChar char="•"/>
            </a:pPr>
            <a:r>
              <a:rPr lang="en-US" sz="1100">
                <a:solidFill>
                  <a:srgbClr val="023047"/>
                </a:solidFill>
                <a:latin typeface="Segoe UI"/>
              </a:rPr>
              <a:t>SACL: defines auditing (success/failure events)</a:t>
            </a:r>
          </a:p>
          <a:p>
            <a:pPr marL="228600" indent="-228600">
              <a:spcAft>
                <a:spcPts val="300"/>
              </a:spcAft>
              <a:buSzPct val="100000"/>
              <a:buChar char="•"/>
            </a:pPr>
            <a:r>
              <a:rPr lang="en-US" sz="1100">
                <a:solidFill>
                  <a:srgbClr val="023047"/>
                </a:solidFill>
                <a:latin typeface="Segoe UI"/>
              </a:rPr>
              <a:t>No DACL = full access to all; empty DACL = all access denied</a:t>
            </a:r>
          </a:p>
          <a:p>
            <a:pPr marL="0" indent="0">
              <a:spcAft>
                <a:spcPts val="200"/>
              </a:spcAft>
              <a:buNone/>
            </a:pPr>
            <a:r>
              <a:rPr lang="en-US" sz="1200" b="1">
                <a:solidFill>
                  <a:srgbClr val="0076D4"/>
                </a:solidFill>
                <a:latin typeface="Segoe UI"/>
              </a:rPr>
              <a:t>Standard permissions</a:t>
            </a:r>
          </a:p>
          <a:p>
            <a:pPr marL="228600" indent="-228600">
              <a:spcAft>
                <a:spcPts val="150"/>
              </a:spcAft>
              <a:buSzPct val="100000"/>
              <a:buChar char="•"/>
            </a:pPr>
            <a:r>
              <a:rPr lang="en-US" sz="1100">
                <a:solidFill>
                  <a:srgbClr val="023047"/>
                </a:solidFill>
                <a:latin typeface="Segoe UI"/>
              </a:rPr>
              <a:t>Full Control, Modify, Read &amp; Execute</a:t>
            </a:r>
          </a:p>
          <a:p>
            <a:pPr marL="228600" indent="-228600">
              <a:spcAft>
                <a:spcPts val="150"/>
              </a:spcAft>
              <a:buSzPct val="100000"/>
              <a:buChar char="•"/>
            </a:pPr>
            <a:r>
              <a:rPr lang="en-US" sz="1100">
                <a:solidFill>
                  <a:srgbClr val="023047"/>
                </a:solidFill>
                <a:latin typeface="Segoe UI"/>
              </a:rPr>
              <a:t>List Folder Contents (folders only)</a:t>
            </a:r>
          </a:p>
          <a:p>
            <a:pPr marL="228600" indent="-228600">
              <a:spcAft>
                <a:spcPts val="150"/>
              </a:spcAft>
              <a:buSzPct val="100000"/>
              <a:buChar char="•"/>
            </a:pPr>
            <a:r>
              <a:rPr lang="en-US" sz="1100">
                <a:solidFill>
                  <a:srgbClr val="023047"/>
                </a:solidFill>
                <a:latin typeface="Segoe UI"/>
              </a:rPr>
              <a:t>Read, Write</a:t>
            </a:r>
          </a:p>
          <a:p>
            <a:pPr marL="228600" indent="-228600">
              <a:spcAft>
                <a:spcPts val="200"/>
              </a:spcAft>
              <a:buSzPct val="100000"/>
              <a:buChar char="•"/>
            </a:pPr>
            <a:r>
              <a:rPr lang="en-US" sz="1100" i="1">
                <a:solidFill>
                  <a:srgbClr val="023047"/>
                </a:solidFill>
                <a:latin typeface="Segoe UI"/>
              </a:rPr>
              <a:t>Advanced: Take Ownership, Change Permissions, Traverse Folder, Delete Subfolders and Files, etc.</a:t>
            </a:r>
          </a:p>
        </p:txBody>
      </p:sp>
      <p:sp>
        <p:nvSpPr>
          <p:cNvPr id="7" name="Text Right"/>
          <p:cNvSpPr/>
          <p:nvPr/>
        </p:nvSpPr>
        <p:spPr>
          <a:xfrm>
            <a:off x="4673600" y="1400000"/>
            <a:ext cx="4318000" cy="3450000"/>
          </a:xfrm>
          <a:prstGeom prst="rect">
            <a:avLst/>
          </a:prstGeom>
          <a:noFill/>
          <a:ln/>
        </p:spPr>
        <p:txBody>
          <a:bodyPr wrap="square" lIns="0" tIns="0" rIns="0" bIns="0" rtlCol="0" anchor="t">
            <a:normAutofit/>
          </a:bodyPr>
          <a:lstStyle/>
          <a:p>
            <a:pPr marL="0" indent="0">
              <a:spcAft>
                <a:spcPts val="200"/>
              </a:spcAft>
              <a:buNone/>
            </a:pPr>
            <a:r>
              <a:rPr lang="en-US" sz="1200" b="1" dirty="0">
                <a:solidFill>
                  <a:srgbClr val="0076D4"/>
                </a:solidFill>
                <a:latin typeface="Segoe UI"/>
              </a:rPr>
              <a:t>Inheritance flags</a:t>
            </a:r>
          </a:p>
          <a:p>
            <a:pPr marL="228600" indent="-228600">
              <a:spcAft>
                <a:spcPts val="150"/>
              </a:spcAft>
              <a:buSzPct val="100000"/>
              <a:buChar char="•"/>
            </a:pPr>
            <a:r>
              <a:rPr lang="en-US" sz="1100" dirty="0">
                <a:solidFill>
                  <a:srgbClr val="023047"/>
                </a:solidFill>
                <a:latin typeface="Segoe UI"/>
              </a:rPr>
              <a:t>OI (Object Inherit): files inherit the ACE</a:t>
            </a:r>
          </a:p>
          <a:p>
            <a:pPr marL="228600" indent="-228600">
              <a:spcAft>
                <a:spcPts val="150"/>
              </a:spcAft>
              <a:buSzPct val="100000"/>
              <a:buChar char="•"/>
            </a:pPr>
            <a:r>
              <a:rPr lang="en-US" sz="1100" dirty="0">
                <a:solidFill>
                  <a:srgbClr val="023047"/>
                </a:solidFill>
                <a:latin typeface="Segoe UI"/>
              </a:rPr>
              <a:t>CI (Container Inherit): subfolders inherit the ACE</a:t>
            </a:r>
          </a:p>
          <a:p>
            <a:pPr marL="228600" indent="-228600">
              <a:spcAft>
                <a:spcPts val="150"/>
              </a:spcAft>
              <a:buSzPct val="100000"/>
              <a:buChar char="•"/>
            </a:pPr>
            <a:r>
              <a:rPr lang="en-US" sz="1100" dirty="0">
                <a:solidFill>
                  <a:srgbClr val="023047"/>
                </a:solidFill>
                <a:latin typeface="Segoe UI"/>
              </a:rPr>
              <a:t>NP: do not propagate beyond direct children</a:t>
            </a:r>
          </a:p>
          <a:p>
            <a:pPr marL="228600" indent="-228600">
              <a:spcAft>
                <a:spcPts val="300"/>
              </a:spcAft>
              <a:buSzPct val="100000"/>
              <a:buChar char="•"/>
            </a:pPr>
            <a:r>
              <a:rPr lang="en-US" sz="1100" dirty="0">
                <a:solidFill>
                  <a:srgbClr val="023047"/>
                </a:solidFill>
                <a:latin typeface="Segoe UI"/>
              </a:rPr>
              <a:t>Block: </a:t>
            </a:r>
            <a:r>
              <a:rPr lang="en-US" sz="1100" dirty="0" err="1">
                <a:solidFill>
                  <a:srgbClr val="023047"/>
                </a:solidFill>
                <a:latin typeface="Segoe UI"/>
              </a:rPr>
              <a:t>icacls</a:t>
            </a:r>
            <a:r>
              <a:rPr lang="en-US" sz="1100" dirty="0">
                <a:solidFill>
                  <a:srgbClr val="023047"/>
                </a:solidFill>
                <a:latin typeface="Segoe UI"/>
              </a:rPr>
              <a:t> /</a:t>
            </a:r>
            <a:r>
              <a:rPr lang="en-US" sz="1100" dirty="0" err="1">
                <a:solidFill>
                  <a:srgbClr val="023047"/>
                </a:solidFill>
                <a:latin typeface="Segoe UI"/>
              </a:rPr>
              <a:t>inheritance:d</a:t>
            </a:r>
            <a:r>
              <a:rPr lang="en-US" sz="1100" dirty="0">
                <a:solidFill>
                  <a:srgbClr val="023047"/>
                </a:solidFill>
                <a:latin typeface="Segoe UI"/>
              </a:rPr>
              <a:t> (disable) or :r (remove)</a:t>
            </a:r>
          </a:p>
          <a:p>
            <a:pPr marL="0" indent="0">
              <a:spcAft>
                <a:spcPts val="200"/>
              </a:spcAft>
              <a:buNone/>
            </a:pPr>
            <a:r>
              <a:rPr lang="en-US" sz="1200" b="1" dirty="0">
                <a:solidFill>
                  <a:srgbClr val="0076D4"/>
                </a:solidFill>
                <a:latin typeface="Segoe UI"/>
              </a:rPr>
              <a:t>Precedence (highest first)</a:t>
            </a:r>
          </a:p>
          <a:p>
            <a:pPr marL="228600" indent="-228600">
              <a:spcAft>
                <a:spcPts val="150"/>
              </a:spcAft>
              <a:buSzPct val="100000"/>
              <a:buFont typeface="+mj-lt"/>
              <a:buAutoNum type="arabicPeriod"/>
            </a:pPr>
            <a:r>
              <a:rPr lang="en-US" sz="1100" dirty="0">
                <a:solidFill>
                  <a:srgbClr val="023047"/>
                </a:solidFill>
                <a:latin typeface="Segoe UI"/>
              </a:rPr>
              <a:t>Explicit Deny</a:t>
            </a:r>
          </a:p>
          <a:p>
            <a:pPr marL="228600" indent="-228600">
              <a:spcAft>
                <a:spcPts val="150"/>
              </a:spcAft>
              <a:buSzPct val="100000"/>
              <a:buFont typeface="+mj-lt"/>
              <a:buAutoNum type="arabicPeriod"/>
            </a:pPr>
            <a:r>
              <a:rPr lang="en-US" sz="1100" dirty="0">
                <a:solidFill>
                  <a:srgbClr val="023047"/>
                </a:solidFill>
                <a:latin typeface="Segoe UI"/>
              </a:rPr>
              <a:t>Explicit Allow</a:t>
            </a:r>
          </a:p>
          <a:p>
            <a:pPr marL="228600" indent="-228600">
              <a:spcAft>
                <a:spcPts val="150"/>
              </a:spcAft>
              <a:buSzPct val="100000"/>
              <a:buFont typeface="+mj-lt"/>
              <a:buAutoNum type="arabicPeriod"/>
            </a:pPr>
            <a:r>
              <a:rPr lang="en-US" sz="1100" dirty="0">
                <a:solidFill>
                  <a:srgbClr val="023047"/>
                </a:solidFill>
                <a:latin typeface="Segoe UI"/>
              </a:rPr>
              <a:t>Inherited Deny</a:t>
            </a:r>
          </a:p>
          <a:p>
            <a:pPr marL="228600" indent="-228600">
              <a:spcAft>
                <a:spcPts val="200"/>
              </a:spcAft>
              <a:buSzPct val="100000"/>
              <a:buFont typeface="+mj-lt"/>
              <a:buAutoNum type="arabicPeriod"/>
            </a:pPr>
            <a:r>
              <a:rPr lang="en-US" sz="1100" dirty="0">
                <a:solidFill>
                  <a:srgbClr val="023047"/>
                </a:solidFill>
                <a:latin typeface="Segoe UI"/>
              </a:rPr>
              <a:t>Inherited Allow</a:t>
            </a:r>
          </a:p>
          <a:p>
            <a:pPr marL="0" indent="0">
              <a:spcAft>
                <a:spcPts val="0"/>
              </a:spcAft>
              <a:buNone/>
            </a:pPr>
            <a:r>
              <a:rPr lang="en-US" sz="1050" i="1" dirty="0">
                <a:solidFill>
                  <a:srgbClr val="8B0000"/>
                </a:solidFill>
                <a:latin typeface="Segoe UI"/>
              </a:rPr>
              <a:t>Explicit Allow overrides Inherited Deny.</a:t>
            </a:r>
          </a:p>
        </p:txBody>
      </p:sp>
      <p:sp>
        <p:nvSpPr>
          <p:cNvPr id="13" name="Course foote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a:rPr>
              <a:t>Windows Server 2025 | Chapter 10 | Managing Permissions and Shares</a:t>
            </a:r>
          </a:p>
        </p:txBody>
      </p:sp>
      <p:sp>
        <p:nvSpPr>
          <p:cNvPr id="14" name="TextBox 13"/>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a:rPr>
              <a:t>10</a:t>
            </a:r>
          </a:p>
        </p:txBody>
      </p:sp>
    </p:spTree>
    <p:extLst>
      <p:ext uri="{BB962C8B-B14F-4D97-AF65-F5344CB8AC3E}">
        <p14:creationId xmlns:p14="http://schemas.microsoft.com/office/powerpoint/2010/main" val="270000100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GB"/>
              <a:t>SMB Share Permissions</a:t>
            </a:r>
          </a:p>
        </p:txBody>
      </p:sp>
      <p:sp>
        <p:nvSpPr>
          <p:cNvPr id="6" name="Text Left"/>
          <p:cNvSpPr/>
          <p:nvPr/>
        </p:nvSpPr>
        <p:spPr>
          <a:xfrm>
            <a:off x="254000" y="1400000"/>
            <a:ext cx="4318000" cy="3450000"/>
          </a:xfrm>
          <a:prstGeom prst="rect">
            <a:avLst/>
          </a:prstGeom>
          <a:noFill/>
          <a:ln/>
        </p:spPr>
        <p:txBody>
          <a:bodyPr wrap="square" lIns="0" tIns="0" rIns="0" bIns="0" rtlCol="0" anchor="t">
            <a:normAutofit/>
          </a:bodyPr>
          <a:lstStyle/>
          <a:p>
            <a:pPr marL="0" indent="0">
              <a:spcAft>
                <a:spcPts val="400"/>
              </a:spcAft>
              <a:buNone/>
            </a:pPr>
            <a:r>
              <a:rPr lang="en-US" sz="1400" b="1">
                <a:solidFill>
                  <a:srgbClr val="023047"/>
                </a:solidFill>
                <a:latin typeface="Segoe UI"/>
              </a:rPr>
              <a:t>Share permissions gate network access to a share — they never apply to local logons.</a:t>
            </a:r>
          </a:p>
          <a:p>
            <a:pPr marL="0" indent="0">
              <a:spcAft>
                <a:spcPts val="200"/>
              </a:spcAft>
              <a:buNone/>
            </a:pPr>
            <a:r>
              <a:rPr lang="en-US" sz="1200" b="1">
                <a:solidFill>
                  <a:srgbClr val="0076D4"/>
                </a:solidFill>
                <a:latin typeface="Segoe UI"/>
              </a:rPr>
              <a:t>The three permission levels</a:t>
            </a:r>
          </a:p>
          <a:p>
            <a:pPr marL="228600" indent="-228600">
              <a:spcAft>
                <a:spcPts val="150"/>
              </a:spcAft>
              <a:buSzPct val="100000"/>
              <a:buChar char="•"/>
            </a:pPr>
            <a:r>
              <a:rPr lang="en-US" sz="1100" b="1">
                <a:solidFill>
                  <a:srgbClr val="023047"/>
                </a:solidFill>
                <a:latin typeface="Segoe UI"/>
              </a:rPr>
              <a:t>Read — </a:t>
            </a:r>
            <a:r>
              <a:rPr lang="en-US" sz="1100">
                <a:solidFill>
                  <a:srgbClr val="023047"/>
                </a:solidFill>
                <a:latin typeface="Segoe UI"/>
              </a:rPr>
              <a:t>view names, open files, run executables</a:t>
            </a:r>
          </a:p>
          <a:p>
            <a:pPr marL="228600" indent="-228600">
              <a:spcAft>
                <a:spcPts val="150"/>
              </a:spcAft>
              <a:buSzPct val="100000"/>
              <a:buChar char="•"/>
            </a:pPr>
            <a:r>
              <a:rPr lang="en-US" sz="1100" b="1">
                <a:solidFill>
                  <a:srgbClr val="023047"/>
                </a:solidFill>
                <a:latin typeface="Segoe UI"/>
              </a:rPr>
              <a:t>Change — </a:t>
            </a:r>
            <a:r>
              <a:rPr lang="en-US" sz="1100">
                <a:solidFill>
                  <a:srgbClr val="023047"/>
                </a:solidFill>
                <a:latin typeface="Segoe UI"/>
              </a:rPr>
              <a:t>Read + create, modify, delete</a:t>
            </a:r>
          </a:p>
          <a:p>
            <a:pPr marL="228600" indent="-228600">
              <a:spcAft>
                <a:spcPts val="300"/>
              </a:spcAft>
              <a:buSzPct val="100000"/>
              <a:buChar char="•"/>
            </a:pPr>
            <a:r>
              <a:rPr lang="en-US" sz="1100" b="1">
                <a:solidFill>
                  <a:srgbClr val="023047"/>
                </a:solidFill>
                <a:latin typeface="Segoe UI"/>
              </a:rPr>
              <a:t>Full Control — </a:t>
            </a:r>
            <a:r>
              <a:rPr lang="en-US" sz="1100">
                <a:solidFill>
                  <a:srgbClr val="023047"/>
                </a:solidFill>
                <a:latin typeface="Segoe UI"/>
              </a:rPr>
              <a:t>Change + modify share ACL, take ownership</a:t>
            </a:r>
          </a:p>
          <a:p>
            <a:pPr marL="0" indent="0">
              <a:spcAft>
                <a:spcPts val="200"/>
              </a:spcAft>
              <a:buNone/>
            </a:pPr>
            <a:r>
              <a:rPr lang="en-US" sz="1200" b="1">
                <a:solidFill>
                  <a:srgbClr val="0076D4"/>
                </a:solidFill>
                <a:latin typeface="Segoe UI"/>
              </a:rPr>
              <a:t>How they differ from NTFS</a:t>
            </a:r>
          </a:p>
          <a:p>
            <a:pPr marL="228600" indent="-228600">
              <a:spcAft>
                <a:spcPts val="150"/>
              </a:spcAft>
              <a:buSzPct val="100000"/>
              <a:buChar char="•"/>
            </a:pPr>
            <a:r>
              <a:rPr lang="en-US" sz="1100">
                <a:solidFill>
                  <a:srgbClr val="023047"/>
                </a:solidFill>
                <a:latin typeface="Segoe UI"/>
              </a:rPr>
              <a:t>Coarse (3 rights vs ~14 granular NTFS rights)</a:t>
            </a:r>
          </a:p>
          <a:p>
            <a:pPr marL="228600" indent="-228600">
              <a:spcAft>
                <a:spcPts val="150"/>
              </a:spcAft>
              <a:buSzPct val="100000"/>
              <a:buChar char="•"/>
            </a:pPr>
            <a:r>
              <a:rPr lang="en-US" sz="1100">
                <a:solidFill>
                  <a:srgbClr val="023047"/>
                </a:solidFill>
                <a:latin typeface="Segoe UI"/>
              </a:rPr>
              <a:t>Stored on the share object, not the file system</a:t>
            </a:r>
          </a:p>
          <a:p>
            <a:pPr marL="228600" indent="-228600">
              <a:spcAft>
                <a:spcPts val="150"/>
              </a:spcAft>
              <a:buSzPct val="100000"/>
              <a:buChar char="•"/>
            </a:pPr>
            <a:r>
              <a:rPr lang="en-US" sz="1100">
                <a:solidFill>
                  <a:srgbClr val="023047"/>
                </a:solidFill>
                <a:latin typeface="Segoe UI"/>
              </a:rPr>
              <a:t>No inheritance model, no auditing/SACL</a:t>
            </a:r>
          </a:p>
        </p:txBody>
      </p:sp>
      <p:sp>
        <p:nvSpPr>
          <p:cNvPr id="7" name="Text Right"/>
          <p:cNvSpPr/>
          <p:nvPr/>
        </p:nvSpPr>
        <p:spPr>
          <a:xfrm>
            <a:off x="4673600" y="1400000"/>
            <a:ext cx="4318000" cy="3450000"/>
          </a:xfrm>
          <a:prstGeom prst="rect">
            <a:avLst/>
          </a:prstGeom>
          <a:noFill/>
          <a:ln/>
        </p:spPr>
        <p:txBody>
          <a:bodyPr wrap="square" lIns="0" tIns="0" rIns="0" bIns="0" rtlCol="0" anchor="t">
            <a:normAutofit/>
          </a:bodyPr>
          <a:lstStyle/>
          <a:p>
            <a:pPr marL="0" indent="0">
              <a:spcAft>
                <a:spcPts val="200"/>
              </a:spcAft>
              <a:buNone/>
            </a:pPr>
            <a:r>
              <a:rPr lang="en-US" sz="1200" b="1">
                <a:solidFill>
                  <a:srgbClr val="0076D4"/>
                </a:solidFill>
                <a:latin typeface="Segoe UI"/>
              </a:rPr>
              <a:t>Defaults &amp; ABE</a:t>
            </a:r>
          </a:p>
          <a:p>
            <a:pPr marL="228600" indent="-228600">
              <a:spcAft>
                <a:spcPts val="150"/>
              </a:spcAft>
              <a:buSzPct val="100000"/>
              <a:buChar char="•"/>
            </a:pPr>
            <a:r>
              <a:rPr lang="en-US" sz="1100">
                <a:solidFill>
                  <a:srgbClr val="023047"/>
                </a:solidFill>
                <a:latin typeface="Segoe UI"/>
              </a:rPr>
              <a:t>New shares default to Everyone = Read (since Server 2003)</a:t>
            </a:r>
          </a:p>
          <a:p>
            <a:pPr marL="228600" indent="-228600">
              <a:spcAft>
                <a:spcPts val="150"/>
              </a:spcAft>
              <a:buSzPct val="100000"/>
              <a:buChar char="•"/>
            </a:pPr>
            <a:r>
              <a:rPr lang="en-US" sz="1100">
                <a:solidFill>
                  <a:srgbClr val="023047"/>
                </a:solidFill>
                <a:latin typeface="Segoe UI"/>
              </a:rPr>
              <a:t>Access-Based Enumeration hides items a user cannot access</a:t>
            </a:r>
          </a:p>
          <a:p>
            <a:pPr marL="228600" indent="-228600">
              <a:spcAft>
                <a:spcPts val="300"/>
              </a:spcAft>
              <a:buSzPct val="100000"/>
              <a:buChar char="•"/>
            </a:pPr>
            <a:r>
              <a:rPr lang="en-US" sz="1100" i="1">
                <a:solidFill>
                  <a:srgbClr val="023047"/>
                </a:solidFill>
                <a:latin typeface="Segoe UI"/>
              </a:rPr>
              <a:t>ABE filters listings but doesn't enforce access — NTFS still does</a:t>
            </a:r>
          </a:p>
          <a:p>
            <a:pPr marL="0" indent="0">
              <a:spcAft>
                <a:spcPts val="200"/>
              </a:spcAft>
              <a:buNone/>
            </a:pPr>
            <a:r>
              <a:rPr lang="en-US" sz="1200" b="1">
                <a:solidFill>
                  <a:srgbClr val="0076D4"/>
                </a:solidFill>
                <a:latin typeface="Segoe UI"/>
              </a:rPr>
              <a:t>PowerShell cmdlets</a:t>
            </a:r>
          </a:p>
          <a:p>
            <a:pPr marL="228600" indent="-228600">
              <a:spcAft>
                <a:spcPts val="150"/>
              </a:spcAft>
              <a:buSzPct val="100000"/>
              <a:buChar char="•"/>
            </a:pPr>
            <a:r>
              <a:rPr lang="en-US" sz="1000">
                <a:solidFill>
                  <a:srgbClr val="023047"/>
                </a:solidFill>
                <a:latin typeface="Consolas"/>
              </a:rPr>
              <a:t>New-SmbShare -Name X -Path C:\Data -FullAccess … -ChangeAccess …</a:t>
            </a:r>
          </a:p>
          <a:p>
            <a:pPr marL="228600" indent="-228600">
              <a:spcAft>
                <a:spcPts val="150"/>
              </a:spcAft>
              <a:buSzPct val="100000"/>
              <a:buChar char="•"/>
            </a:pPr>
            <a:r>
              <a:rPr lang="en-US" sz="1000">
                <a:solidFill>
                  <a:srgbClr val="023047"/>
                </a:solidFill>
                <a:latin typeface="Consolas"/>
              </a:rPr>
              <a:t>Grant-SmbShareAccess -Name X -AccountName Y -AccessRight Change</a:t>
            </a:r>
          </a:p>
          <a:p>
            <a:pPr marL="228600" indent="-228600">
              <a:spcAft>
                <a:spcPts val="150"/>
              </a:spcAft>
              <a:buSzPct val="100000"/>
              <a:buChar char="•"/>
            </a:pPr>
            <a:r>
              <a:rPr lang="en-US" sz="1000">
                <a:solidFill>
                  <a:srgbClr val="023047"/>
                </a:solidFill>
                <a:latin typeface="Consolas"/>
              </a:rPr>
              <a:t>Set-SmbShare -Name X -FolderEnumerationMode AccessBased</a:t>
            </a:r>
          </a:p>
          <a:p>
            <a:pPr marL="228600" indent="-228600">
              <a:spcAft>
                <a:spcPts val="200"/>
              </a:spcAft>
              <a:buSzPct val="100000"/>
              <a:buChar char="•"/>
            </a:pPr>
            <a:r>
              <a:rPr lang="en-US" sz="1000">
                <a:solidFill>
                  <a:srgbClr val="023047"/>
                </a:solidFill>
                <a:latin typeface="Consolas"/>
              </a:rPr>
              <a:t>Get-SmbShareAccess -Name X</a:t>
            </a:r>
          </a:p>
        </p:txBody>
      </p:sp>
      <p:sp>
        <p:nvSpPr>
          <p:cNvPr id="13" name="Course foote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a:rPr>
              <a:t>Windows Server 2025 | Chapter 10 | Managing Permissions and Shares</a:t>
            </a:r>
          </a:p>
        </p:txBody>
      </p:sp>
      <p:sp>
        <p:nvSpPr>
          <p:cNvPr id="14" name="TextBox 13"/>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a:rPr>
              <a:t>10</a:t>
            </a:r>
          </a:p>
        </p:txBody>
      </p:sp>
    </p:spTree>
    <p:extLst>
      <p:ext uri="{BB962C8B-B14F-4D97-AF65-F5344CB8AC3E}">
        <p14:creationId xmlns:p14="http://schemas.microsoft.com/office/powerpoint/2010/main" val="27000010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GB"/>
              <a:t>Effective Access: NTFS + SMB Combined</a:t>
            </a:r>
          </a:p>
        </p:txBody>
      </p:sp>
      <p:sp>
        <p:nvSpPr>
          <p:cNvPr id="6" name="Text Left"/>
          <p:cNvSpPr/>
          <p:nvPr/>
        </p:nvSpPr>
        <p:spPr>
          <a:xfrm>
            <a:off x="254000" y="1400000"/>
            <a:ext cx="4318000" cy="3450000"/>
          </a:xfrm>
          <a:prstGeom prst="rect">
            <a:avLst/>
          </a:prstGeom>
          <a:noFill/>
          <a:ln/>
        </p:spPr>
        <p:txBody>
          <a:bodyPr wrap="square" lIns="0" tIns="0" rIns="0" bIns="0" rtlCol="0" anchor="t">
            <a:normAutofit/>
          </a:bodyPr>
          <a:lstStyle/>
          <a:p>
            <a:pPr marL="0" indent="0">
              <a:spcAft>
                <a:spcPts val="400"/>
              </a:spcAft>
              <a:buNone/>
            </a:pPr>
            <a:r>
              <a:rPr lang="en-US" sz="1400" b="1">
                <a:solidFill>
                  <a:srgbClr val="023047"/>
                </a:solidFill>
                <a:latin typeface="Segoe UI"/>
              </a:rPr>
              <a:t>For network access, the more restrictive of share and NTFS wins.</a:t>
            </a:r>
          </a:p>
          <a:p>
            <a:pPr marL="0" indent="0">
              <a:spcAft>
                <a:spcPts val="200"/>
              </a:spcAft>
              <a:buNone/>
            </a:pPr>
            <a:r>
              <a:rPr lang="en-US" sz="1200" b="1">
                <a:solidFill>
                  <a:srgbClr val="0076D4"/>
                </a:solidFill>
                <a:latin typeface="Segoe UI"/>
              </a:rPr>
              <a:t>Combination rule</a:t>
            </a:r>
          </a:p>
          <a:p>
            <a:pPr marL="228600" indent="-228600">
              <a:spcAft>
                <a:spcPts val="150"/>
              </a:spcAft>
              <a:buSzPct val="100000"/>
              <a:buChar char="•"/>
            </a:pPr>
            <a:r>
              <a:rPr lang="en-US" sz="1100">
                <a:solidFill>
                  <a:srgbClr val="023047"/>
                </a:solidFill>
                <a:latin typeface="Segoe UI"/>
              </a:rPr>
              <a:t>Effective = intersection (most restrictive) of Share ∩ NTFS</a:t>
            </a:r>
          </a:p>
          <a:p>
            <a:pPr marL="228600" indent="-228600">
              <a:spcAft>
                <a:spcPts val="150"/>
              </a:spcAft>
              <a:buSzPct val="100000"/>
              <a:buChar char="•"/>
            </a:pPr>
            <a:r>
              <a:rPr lang="en-US" sz="1100">
                <a:solidFill>
                  <a:srgbClr val="023047"/>
                </a:solidFill>
                <a:latin typeface="Segoe UI"/>
              </a:rPr>
              <a:t>Share Full Control + NTFS Read → Read</a:t>
            </a:r>
          </a:p>
          <a:p>
            <a:pPr marL="228600" indent="-228600">
              <a:spcAft>
                <a:spcPts val="150"/>
              </a:spcAft>
              <a:buSzPct val="100000"/>
              <a:buChar char="•"/>
            </a:pPr>
            <a:r>
              <a:rPr lang="en-US" sz="1100">
                <a:solidFill>
                  <a:srgbClr val="023047"/>
                </a:solidFill>
                <a:latin typeface="Segoe UI"/>
              </a:rPr>
              <a:t>Share Read + NTFS Modify → Read</a:t>
            </a:r>
          </a:p>
          <a:p>
            <a:pPr marL="228600" indent="-228600">
              <a:spcAft>
                <a:spcPts val="300"/>
              </a:spcAft>
              <a:buSzPct val="100000"/>
              <a:buChar char="•"/>
            </a:pPr>
            <a:r>
              <a:rPr lang="en-US" sz="1100" i="1">
                <a:solidFill>
                  <a:srgbClr val="023047"/>
                </a:solidFill>
                <a:latin typeface="Segoe UI"/>
              </a:rPr>
              <a:t>Local access ignores share permissions — only NTFS applies</a:t>
            </a:r>
          </a:p>
          <a:p>
            <a:pPr marL="0" indent="0">
              <a:spcAft>
                <a:spcPts val="200"/>
              </a:spcAft>
              <a:buNone/>
            </a:pPr>
            <a:r>
              <a:rPr lang="en-US" sz="1200" b="1">
                <a:solidFill>
                  <a:srgbClr val="0076D4"/>
                </a:solidFill>
                <a:latin typeface="Segoe UI"/>
              </a:rPr>
              <a:t>Group membership</a:t>
            </a:r>
          </a:p>
          <a:p>
            <a:pPr marL="228600" indent="-228600">
              <a:spcAft>
                <a:spcPts val="150"/>
              </a:spcAft>
              <a:buSzPct val="100000"/>
              <a:buChar char="•"/>
            </a:pPr>
            <a:r>
              <a:rPr lang="en-US" sz="1100">
                <a:solidFill>
                  <a:srgbClr val="023047"/>
                </a:solidFill>
                <a:latin typeface="Segoe UI"/>
              </a:rPr>
              <a:t>Allow ACEs from all groups are cumulative (union)</a:t>
            </a:r>
          </a:p>
          <a:p>
            <a:pPr marL="228600" indent="-228600">
              <a:spcAft>
                <a:spcPts val="200"/>
              </a:spcAft>
              <a:buSzPct val="100000"/>
              <a:buChar char="•"/>
            </a:pPr>
            <a:r>
              <a:rPr lang="en-US" sz="1100">
                <a:solidFill>
                  <a:srgbClr val="023047"/>
                </a:solidFill>
                <a:latin typeface="Segoe UI"/>
              </a:rPr>
              <a:t>Net effective = (∪ Allows) − (∪ Denies)</a:t>
            </a:r>
          </a:p>
        </p:txBody>
      </p:sp>
      <p:sp>
        <p:nvSpPr>
          <p:cNvPr id="7" name="Text Right"/>
          <p:cNvSpPr/>
          <p:nvPr/>
        </p:nvSpPr>
        <p:spPr>
          <a:xfrm>
            <a:off x="4673600" y="1400000"/>
            <a:ext cx="4318000" cy="3450000"/>
          </a:xfrm>
          <a:prstGeom prst="rect">
            <a:avLst/>
          </a:prstGeom>
          <a:noFill/>
          <a:ln/>
        </p:spPr>
        <p:txBody>
          <a:bodyPr wrap="square" lIns="0" tIns="0" rIns="0" bIns="0" rtlCol="0" anchor="t">
            <a:normAutofit/>
          </a:bodyPr>
          <a:lstStyle/>
          <a:p>
            <a:pPr marL="0" indent="0">
              <a:spcAft>
                <a:spcPts val="200"/>
              </a:spcAft>
              <a:buNone/>
            </a:pPr>
            <a:r>
              <a:rPr lang="en-US" sz="1200" b="1">
                <a:solidFill>
                  <a:srgbClr val="0076D4"/>
                </a:solidFill>
                <a:latin typeface="Segoe UI"/>
              </a:rPr>
              <a:t>Effective Access tool (GUI)</a:t>
            </a:r>
          </a:p>
          <a:p>
            <a:pPr marL="228600" indent="-228600">
              <a:spcAft>
                <a:spcPts val="150"/>
              </a:spcAft>
              <a:buSzPct val="100000"/>
              <a:buChar char="•"/>
            </a:pPr>
            <a:r>
              <a:rPr lang="en-US" sz="1100">
                <a:solidFill>
                  <a:srgbClr val="023047"/>
                </a:solidFill>
                <a:latin typeface="Segoe UI"/>
              </a:rPr>
              <a:t>Properties &gt; Security &gt; Advanced &gt; Effective Access tab</a:t>
            </a:r>
          </a:p>
          <a:p>
            <a:pPr marL="228600" indent="-228600">
              <a:spcAft>
                <a:spcPts val="150"/>
              </a:spcAft>
              <a:buSzPct val="100000"/>
              <a:buChar char="•"/>
            </a:pPr>
            <a:r>
              <a:rPr lang="en-US" sz="1100">
                <a:solidFill>
                  <a:srgbClr val="023047"/>
                </a:solidFill>
                <a:latin typeface="Segoe UI"/>
              </a:rPr>
              <a:t>Select a user or group → View effective access</a:t>
            </a:r>
          </a:p>
          <a:p>
            <a:pPr marL="228600" indent="-228600">
              <a:spcAft>
                <a:spcPts val="300"/>
              </a:spcAft>
              <a:buSzPct val="100000"/>
              <a:buChar char="•"/>
            </a:pPr>
            <a:r>
              <a:rPr lang="en-US" sz="1100">
                <a:solidFill>
                  <a:srgbClr val="023047"/>
                </a:solidFill>
                <a:latin typeface="Segoe UI"/>
              </a:rPr>
              <a:t>Supports device claims for Dynamic Access Control</a:t>
            </a:r>
          </a:p>
          <a:p>
            <a:pPr marL="0" indent="0">
              <a:spcAft>
                <a:spcPts val="200"/>
              </a:spcAft>
              <a:buNone/>
            </a:pPr>
            <a:r>
              <a:rPr lang="en-US" sz="1200" b="1">
                <a:solidFill>
                  <a:srgbClr val="0076D4"/>
                </a:solidFill>
                <a:latin typeface="Segoe UI"/>
              </a:rPr>
              <a:t>Command-line</a:t>
            </a:r>
          </a:p>
          <a:p>
            <a:pPr marL="228600" indent="-228600">
              <a:spcAft>
                <a:spcPts val="150"/>
              </a:spcAft>
              <a:buSzPct val="100000"/>
              <a:buChar char="•"/>
            </a:pPr>
            <a:r>
              <a:rPr lang="en-US" sz="1000">
                <a:solidFill>
                  <a:srgbClr val="023047"/>
                </a:solidFill>
                <a:latin typeface="Consolas"/>
              </a:rPr>
              <a:t>icacls "C:\Data"  — view DACL</a:t>
            </a:r>
          </a:p>
          <a:p>
            <a:pPr marL="228600" indent="-228600">
              <a:spcAft>
                <a:spcPts val="150"/>
              </a:spcAft>
              <a:buSzPct val="100000"/>
              <a:buChar char="•"/>
            </a:pPr>
            <a:r>
              <a:rPr lang="en-US" sz="1000">
                <a:solidFill>
                  <a:srgbClr val="023047"/>
                </a:solidFill>
                <a:latin typeface="Consolas"/>
              </a:rPr>
              <a:t>icacls "C:\Data" /grant "DOMAIN\U:(OI)(CI)M" /T</a:t>
            </a:r>
          </a:p>
          <a:p>
            <a:pPr marL="228600" indent="-228600">
              <a:spcAft>
                <a:spcPts val="150"/>
              </a:spcAft>
              <a:buSzPct val="100000"/>
              <a:buChar char="•"/>
            </a:pPr>
            <a:r>
              <a:rPr lang="en-US" sz="1000">
                <a:solidFill>
                  <a:srgbClr val="023047"/>
                </a:solidFill>
                <a:latin typeface="Consolas"/>
              </a:rPr>
              <a:t>Get-Acl C:\Data | Format-List</a:t>
            </a:r>
          </a:p>
          <a:p>
            <a:pPr marL="228600" indent="-228600">
              <a:spcAft>
                <a:spcPts val="150"/>
              </a:spcAft>
              <a:buSzPct val="100000"/>
              <a:buChar char="•"/>
            </a:pPr>
            <a:r>
              <a:rPr lang="en-US" sz="1000">
                <a:solidFill>
                  <a:srgbClr val="023047"/>
                </a:solidFill>
                <a:latin typeface="Consolas"/>
              </a:rPr>
              <a:t>$acl.AddAccessRule($rule); Set-Acl …</a:t>
            </a:r>
          </a:p>
          <a:p>
            <a:pPr marL="228600" indent="-228600">
              <a:spcAft>
                <a:spcPts val="200"/>
              </a:spcAft>
              <a:buSzPct val="100000"/>
              <a:buChar char="•"/>
            </a:pPr>
            <a:r>
              <a:rPr lang="en-US" sz="1000">
                <a:solidFill>
                  <a:srgbClr val="023047"/>
                </a:solidFill>
                <a:latin typeface="Consolas"/>
              </a:rPr>
              <a:t>Get-Acl -Audit  — returns the SACL</a:t>
            </a:r>
          </a:p>
        </p:txBody>
      </p:sp>
      <p:sp>
        <p:nvSpPr>
          <p:cNvPr id="13" name="Course foote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a:rPr>
              <a:t>Windows Server 2025 | Chapter 10 | Managing Permissions and Shares</a:t>
            </a:r>
          </a:p>
        </p:txBody>
      </p:sp>
      <p:sp>
        <p:nvSpPr>
          <p:cNvPr id="14" name="TextBox 13"/>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a:rPr>
              <a:t>10</a:t>
            </a:r>
          </a:p>
        </p:txBody>
      </p:sp>
    </p:spTree>
    <p:extLst>
      <p:ext uri="{BB962C8B-B14F-4D97-AF65-F5344CB8AC3E}">
        <p14:creationId xmlns:p14="http://schemas.microsoft.com/office/powerpoint/2010/main" val="270000100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97EC0-03A3-1FCD-7034-4A77A7370013}"/>
              </a:ext>
            </a:extLst>
          </p:cNvPr>
          <p:cNvSpPr>
            <a:spLocks noGrp="1"/>
          </p:cNvSpPr>
          <p:nvPr>
            <p:ph type="title"/>
          </p:nvPr>
        </p:nvSpPr>
        <p:spPr/>
        <p:txBody>
          <a:bodyPr wrap="square">
            <a:noAutofit/>
          </a:bodyPr>
          <a:lstStyle/>
          <a:p>
            <a:r>
              <a:rPr lang="en-GB"/>
              <a:t>10.2 Shares</a:t>
            </a:r>
          </a:p>
        </p:txBody>
      </p:sp>
      <p:sp>
        <p:nvSpPr>
          <p:cNvPr id="7" name="Text 6">
            <a:extLst>
              <a:ext uri="{FF2B5EF4-FFF2-40B4-BE49-F238E27FC236}">
                <a16:creationId xmlns:a16="http://schemas.microsoft.com/office/drawing/2014/main" id="{CECB33F0-7A70-3974-688C-1886D2AF68D3}"/>
              </a:ext>
            </a:extLst>
          </p:cNvPr>
          <p:cNvSpPr/>
          <p:nvPr/>
        </p:nvSpPr>
        <p:spPr>
          <a:xfrm>
            <a:off x="2665307" y="452755"/>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Shares expose folders across the network so users and systems can access files through SMB.</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SMB share objects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Share permissions and paths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Network-based access model</a:t>
            </a:r>
            <a:endParaRPr lang="en-US" sz="1400" dirty="0">
              <a:latin typeface="Segoe UI" panose="020B0502040204020203" pitchFamily="34" charset="0"/>
            </a:endParaRPr>
          </a:p>
        </p:txBody>
      </p:sp>
      <p:sp>
        <p:nvSpPr>
          <p:cNvPr id="14" name="Course footer">
            <a:extLst>
              <a:ext uri="{FF2B5EF4-FFF2-40B4-BE49-F238E27FC236}">
                <a16:creationId xmlns:a16="http://schemas.microsoft.com/office/drawing/2014/main" id="{22741BCD-EBCB-6F26-12A6-91F5BECEB96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98A18401-A57C-B1E6-2D6C-F4D8EBBFBD2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7361165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4939-5638-4068-B942-5A592A437C76}"/>
              </a:ext>
            </a:extLst>
          </p:cNvPr>
          <p:cNvSpPr>
            <a:spLocks noGrp="1"/>
          </p:cNvSpPr>
          <p:nvPr>
            <p:ph type="title" idx="4294967295"/>
          </p:nvPr>
        </p:nvSpPr>
        <p:spPr>
          <a:xfrm>
            <a:off x="254000" y="404495"/>
            <a:ext cx="8258175" cy="369888"/>
          </a:xfrm>
        </p:spPr>
        <p:txBody>
          <a:bodyPr wrap="square">
            <a:noAutofit/>
          </a:bodyPr>
          <a:lstStyle/>
          <a:p>
            <a:r>
              <a:rPr lang="en-GB" dirty="0"/>
              <a:t>Access-Based Enumeration (ABE)</a:t>
            </a:r>
          </a:p>
        </p:txBody>
      </p:sp>
      <p:sp>
        <p:nvSpPr>
          <p:cNvPr id="5" name="Body">
            <a:extLst>
              <a:ext uri="{FF2B5EF4-FFF2-40B4-BE49-F238E27FC236}">
                <a16:creationId xmlns:a16="http://schemas.microsoft.com/office/drawing/2014/main" id="{64079621-2E3E-B127-FB60-ACBA9DC2303E}"/>
              </a:ext>
            </a:extLst>
          </p:cNvPr>
          <p:cNvSpPr/>
          <p:nvPr/>
        </p:nvSpPr>
        <p:spPr>
          <a:xfrm>
            <a:off x="254000" y="841375"/>
            <a:ext cx="5029200" cy="3977640"/>
          </a:xfrm>
          <a:prstGeom prst="rect">
            <a:avLst/>
          </a:prstGeom>
          <a:noFill/>
          <a:ln/>
        </p:spPr>
        <p:txBody>
          <a:bodyPr wrap="square" lIns="0" tIns="0" rIns="0" bIns="0" rtlCol="0" anchor="t">
            <a:normAutofit/>
          </a:bodyPr>
          <a:lstStyle/>
          <a:p>
            <a:pPr marL="0" indent="0" algn="l">
              <a:spcAft>
                <a:spcPts val="600"/>
              </a:spcAft>
              <a:buNone/>
            </a:pPr>
            <a:r>
              <a:rPr lang="en-US" sz="1400" b="1" dirty="0">
                <a:solidFill>
                  <a:srgbClr val="023047"/>
                </a:solidFill>
                <a:latin typeface="Segoe UI" panose="020B0502040204020203" pitchFamily="34" charset="0"/>
              </a:rPr>
              <a:t>ABE filters the contents of an SMB share so users see only the folders and files their NTFS permissions allow — they cannot see content they cannot open.</a:t>
            </a:r>
          </a:p>
          <a:p>
            <a:pPr marL="342900" indent="-342900" algn="l">
              <a:spcAft>
                <a:spcPts val="350"/>
              </a:spcAft>
              <a:buSzPct val="100000"/>
              <a:buChar char="•"/>
            </a:pPr>
            <a:r>
              <a:rPr lang="en-US" sz="1300" dirty="0">
                <a:solidFill>
                  <a:srgbClr val="023047"/>
                </a:solidFill>
                <a:latin typeface="Segoe UI" panose="020B0502040204020203" pitchFamily="34" charset="0"/>
              </a:rPr>
              <a:t>Server-side filtering of directory listings</a:t>
            </a:r>
          </a:p>
          <a:p>
            <a:pPr marL="342900" indent="-342900" algn="l">
              <a:spcAft>
                <a:spcPts val="350"/>
              </a:spcAft>
              <a:buSzPct val="100000"/>
              <a:buChar char="•"/>
            </a:pPr>
            <a:r>
              <a:rPr lang="en-US" sz="1300" dirty="0">
                <a:solidFill>
                  <a:srgbClr val="023047"/>
                </a:solidFill>
                <a:latin typeface="Segoe UI" panose="020B0502040204020203" pitchFamily="34" charset="0"/>
              </a:rPr>
              <a:t>Driven entirely by NTFS permissions on underlying folders</a:t>
            </a:r>
          </a:p>
          <a:p>
            <a:pPr marL="342900" indent="-342900" algn="l">
              <a:spcAft>
                <a:spcPts val="350"/>
              </a:spcAft>
              <a:buSzPct val="100000"/>
              <a:buChar char="•"/>
            </a:pPr>
            <a:r>
              <a:rPr lang="en-US" sz="1300" dirty="0">
                <a:solidFill>
                  <a:srgbClr val="023047"/>
                </a:solidFill>
                <a:latin typeface="Segoe UI" panose="020B0502040204020203" pitchFamily="34" charset="0"/>
              </a:rPr>
              <a:t>Available on any SMB share on Windows Server 2025</a:t>
            </a:r>
          </a:p>
          <a:p>
            <a:pPr marL="342900" indent="-342900" algn="l">
              <a:spcAft>
                <a:spcPts val="350"/>
              </a:spcAft>
              <a:buSzPct val="100000"/>
              <a:buChar char="•"/>
            </a:pPr>
            <a:r>
              <a:rPr lang="en-US" sz="1300" dirty="0">
                <a:solidFill>
                  <a:srgbClr val="023047"/>
                </a:solidFill>
                <a:latin typeface="Segoe UI" panose="020B0502040204020203" pitchFamily="34" charset="0"/>
              </a:rPr>
              <a:t>Disabled by default — must be enabled per share</a:t>
            </a:r>
          </a:p>
        </p:txBody>
      </p:sp>
      <p:sp>
        <p:nvSpPr>
          <p:cNvPr id="12" name="Course footer">
            <a:extLst>
              <a:ext uri="{FF2B5EF4-FFF2-40B4-BE49-F238E27FC236}">
                <a16:creationId xmlns:a16="http://schemas.microsoft.com/office/drawing/2014/main" id="{B008EBAF-6E5A-887D-1870-ABF4F9CBC54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3" name="TextBox 12">
            <a:extLst>
              <a:ext uri="{FF2B5EF4-FFF2-40B4-BE49-F238E27FC236}">
                <a16:creationId xmlns:a16="http://schemas.microsoft.com/office/drawing/2014/main" id="{05BF3A1C-A601-AB47-6F2D-01AD8962536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8847929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A2C3-DFBF-44FC-2A52-BE3E414857EE}"/>
              </a:ext>
            </a:extLst>
          </p:cNvPr>
          <p:cNvSpPr>
            <a:spLocks noGrp="1"/>
          </p:cNvSpPr>
          <p:nvPr>
            <p:ph type="title" idx="4294967295"/>
          </p:nvPr>
        </p:nvSpPr>
        <p:spPr>
          <a:xfrm>
            <a:off x="273050" y="402057"/>
            <a:ext cx="8258175" cy="327025"/>
          </a:xfrm>
        </p:spPr>
        <p:txBody>
          <a:bodyPr wrap="square">
            <a:noAutofit/>
          </a:bodyPr>
          <a:lstStyle/>
          <a:p>
            <a:r>
              <a:rPr lang="en-GB" dirty="0"/>
              <a:t>How ABE Works</a:t>
            </a:r>
          </a:p>
        </p:txBody>
      </p:sp>
      <p:sp>
        <p:nvSpPr>
          <p:cNvPr id="3" name="Intro">
            <a:extLst>
              <a:ext uri="{FF2B5EF4-FFF2-40B4-BE49-F238E27FC236}">
                <a16:creationId xmlns:a16="http://schemas.microsoft.com/office/drawing/2014/main" id="{AE16266D-78C3-BF4D-947D-5CF29EAC8D05}"/>
              </a:ext>
            </a:extLst>
          </p:cNvPr>
          <p:cNvSpPr/>
          <p:nvPr/>
        </p:nvSpPr>
        <p:spPr>
          <a:xfrm>
            <a:off x="273050" y="1202690"/>
            <a:ext cx="8595360" cy="480000"/>
          </a:xfrm>
          <a:prstGeom prst="rect">
            <a:avLst/>
          </a:prstGeom>
          <a:noFill/>
          <a:ln/>
        </p:spPr>
        <p:txBody>
          <a:bodyPr wrap="square" lIns="0" tIns="0" rIns="0" bIns="0" rtlCol="0" anchor="t">
            <a:normAutofit/>
          </a:bodyPr>
          <a:lstStyle/>
          <a:p>
            <a:pPr marL="0" indent="0" algn="l">
              <a:spcAft>
                <a:spcPts val="0"/>
              </a:spcAft>
              <a:buNone/>
            </a:pPr>
            <a:r>
              <a:rPr lang="en-US" sz="1400" b="1" dirty="0">
                <a:solidFill>
                  <a:srgbClr val="023047"/>
                </a:solidFill>
                <a:latin typeface="Segoe UI" panose="020B0502040204020203" pitchFamily="34" charset="0"/>
              </a:rPr>
              <a:t>When a user opens a share, ABE intercepts the directory listing and removes any items the user cannot read — before the list leaves the server.</a:t>
            </a:r>
          </a:p>
        </p:txBody>
      </p:sp>
      <p:sp>
        <p:nvSpPr>
          <p:cNvPr id="4" name="Box1">
            <a:extLst>
              <a:ext uri="{FF2B5EF4-FFF2-40B4-BE49-F238E27FC236}">
                <a16:creationId xmlns:a16="http://schemas.microsoft.com/office/drawing/2014/main" id="{34E8CAB9-7AF1-1B2C-45B2-D2B6616224C9}"/>
              </a:ext>
            </a:extLst>
          </p:cNvPr>
          <p:cNvSpPr/>
          <p:nvPr/>
        </p:nvSpPr>
        <p:spPr>
          <a:xfrm>
            <a:off x="720730" y="1902882"/>
            <a:ext cx="1700000" cy="1200000"/>
          </a:xfrm>
          <a:prstGeom prst="rect">
            <a:avLst/>
          </a:prstGeom>
          <a:solidFill>
            <a:srgbClr val="0076D4"/>
          </a:solidFill>
          <a:ln w="12700">
            <a:solidFill>
              <a:srgbClr val="0076D4"/>
            </a:solidFill>
            <a:prstDash val="solid"/>
          </a:ln>
        </p:spPr>
        <p:txBody>
          <a:bodyPr wrap="square" lIns="91440" tIns="45720" rIns="91440" bIns="45720" rtlCol="0" anchor="ctr">
            <a:normAutofit/>
          </a:bodyPr>
          <a:lstStyle/>
          <a:p>
            <a:pPr marL="0" indent="0" algn="ctr">
              <a:spcAft>
                <a:spcPts val="400"/>
              </a:spcAft>
              <a:buNone/>
            </a:pPr>
            <a:r>
              <a:rPr lang="en-US" sz="1300" dirty="0">
                <a:solidFill>
                  <a:srgbClr val="FFFFFF"/>
                </a:solidFill>
                <a:latin typeface="Segoe UI" panose="020B0502040204020203" pitchFamily="34" charset="0"/>
              </a:rPr>
              <a:t>1</a:t>
            </a:r>
          </a:p>
          <a:p>
            <a:pPr marL="0" indent="0" algn="ctr">
              <a:spcAft>
                <a:spcPts val="400"/>
              </a:spcAft>
              <a:buNone/>
            </a:pPr>
            <a:r>
              <a:rPr lang="en-US" sz="1300" dirty="0">
                <a:solidFill>
                  <a:srgbClr val="FFFFFF"/>
                </a:solidFill>
                <a:latin typeface="Segoe UI" panose="020B0502040204020203" pitchFamily="34" charset="0"/>
              </a:rPr>
              <a:t>User Opens</a:t>
            </a:r>
          </a:p>
          <a:p>
            <a:pPr marL="0" indent="0" algn="ctr">
              <a:spcAft>
                <a:spcPts val="400"/>
              </a:spcAft>
              <a:buNone/>
            </a:pPr>
            <a:r>
              <a:rPr lang="en-US" sz="1300" dirty="0">
                <a:solidFill>
                  <a:srgbClr val="FFFFFF"/>
                </a:solidFill>
                <a:latin typeface="Segoe UI" panose="020B0502040204020203" pitchFamily="34" charset="0"/>
              </a:rPr>
              <a:t>Share</a:t>
            </a:r>
          </a:p>
        </p:txBody>
      </p:sp>
      <p:sp>
        <p:nvSpPr>
          <p:cNvPr id="5" name="Arrow1">
            <a:extLst>
              <a:ext uri="{FF2B5EF4-FFF2-40B4-BE49-F238E27FC236}">
                <a16:creationId xmlns:a16="http://schemas.microsoft.com/office/drawing/2014/main" id="{52FE4029-AB8F-C582-9A14-C14DC56E3EB8}"/>
              </a:ext>
            </a:extLst>
          </p:cNvPr>
          <p:cNvSpPr/>
          <p:nvPr/>
        </p:nvSpPr>
        <p:spPr>
          <a:xfrm>
            <a:off x="2420730" y="2302882"/>
            <a:ext cx="300000" cy="400000"/>
          </a:xfrm>
          <a:prstGeom prst="rightArrow">
            <a:avLst/>
          </a:prstGeom>
          <a:solidFill>
            <a:srgbClr val="AAAAAA"/>
          </a:solidFill>
          <a:ln>
            <a:noFill/>
          </a:ln>
        </p:spPr>
        <p:txBody>
          <a:bodyPr/>
          <a:lstStyle/>
          <a:p>
            <a:endParaRPr lang="en-GB"/>
          </a:p>
        </p:txBody>
      </p:sp>
      <p:sp>
        <p:nvSpPr>
          <p:cNvPr id="6" name="Box2">
            <a:extLst>
              <a:ext uri="{FF2B5EF4-FFF2-40B4-BE49-F238E27FC236}">
                <a16:creationId xmlns:a16="http://schemas.microsoft.com/office/drawing/2014/main" id="{E25618F4-5D30-5AED-7ACD-4F17FBCFC10A}"/>
              </a:ext>
            </a:extLst>
          </p:cNvPr>
          <p:cNvSpPr/>
          <p:nvPr/>
        </p:nvSpPr>
        <p:spPr>
          <a:xfrm>
            <a:off x="2720730" y="1902882"/>
            <a:ext cx="1700000" cy="1200000"/>
          </a:xfrm>
          <a:prstGeom prst="rect">
            <a:avLst/>
          </a:prstGeom>
          <a:solidFill>
            <a:srgbClr val="243A5E"/>
          </a:solidFill>
          <a:ln w="12700">
            <a:solidFill>
              <a:srgbClr val="243A5E"/>
            </a:solidFill>
            <a:prstDash val="solid"/>
          </a:ln>
        </p:spPr>
        <p:txBody>
          <a:bodyPr wrap="square" lIns="91440" tIns="45720" rIns="91440" bIns="45720" rtlCol="0" anchor="ctr">
            <a:normAutofit/>
          </a:bodyPr>
          <a:lstStyle/>
          <a:p>
            <a:pPr marL="0" indent="0" algn="ctr">
              <a:spcAft>
                <a:spcPts val="400"/>
              </a:spcAft>
              <a:buNone/>
            </a:pPr>
            <a:r>
              <a:rPr lang="en-US" sz="1300" dirty="0">
                <a:solidFill>
                  <a:srgbClr val="FFFFFF"/>
                </a:solidFill>
                <a:latin typeface="Segoe UI" panose="020B0502040204020203" pitchFamily="34" charset="0"/>
              </a:rPr>
              <a:t>2</a:t>
            </a:r>
          </a:p>
          <a:p>
            <a:pPr marL="0" indent="0" algn="ctr">
              <a:spcAft>
                <a:spcPts val="400"/>
              </a:spcAft>
              <a:buNone/>
            </a:pPr>
            <a:r>
              <a:rPr lang="en-US" sz="1300" dirty="0">
                <a:solidFill>
                  <a:srgbClr val="FFFFFF"/>
                </a:solidFill>
                <a:latin typeface="Segoe UI" panose="020B0502040204020203" pitchFamily="34" charset="0"/>
              </a:rPr>
              <a:t>Server Lists</a:t>
            </a:r>
          </a:p>
          <a:p>
            <a:pPr marL="0" indent="0" algn="ctr">
              <a:spcAft>
                <a:spcPts val="400"/>
              </a:spcAft>
              <a:buNone/>
            </a:pPr>
            <a:r>
              <a:rPr lang="en-US" sz="1300" dirty="0">
                <a:solidFill>
                  <a:srgbClr val="FFFFFF"/>
                </a:solidFill>
                <a:latin typeface="Segoe UI" panose="020B0502040204020203" pitchFamily="34" charset="0"/>
              </a:rPr>
              <a:t>All Items</a:t>
            </a:r>
          </a:p>
        </p:txBody>
      </p:sp>
      <p:sp>
        <p:nvSpPr>
          <p:cNvPr id="7" name="Arrow2">
            <a:extLst>
              <a:ext uri="{FF2B5EF4-FFF2-40B4-BE49-F238E27FC236}">
                <a16:creationId xmlns:a16="http://schemas.microsoft.com/office/drawing/2014/main" id="{3277C558-1AA1-49F8-C5A7-E696A5326A55}"/>
              </a:ext>
            </a:extLst>
          </p:cNvPr>
          <p:cNvSpPr/>
          <p:nvPr/>
        </p:nvSpPr>
        <p:spPr>
          <a:xfrm>
            <a:off x="4420730" y="2302882"/>
            <a:ext cx="300000" cy="400000"/>
          </a:xfrm>
          <a:prstGeom prst="rightArrow">
            <a:avLst/>
          </a:prstGeom>
          <a:solidFill>
            <a:srgbClr val="AAAAAA"/>
          </a:solidFill>
          <a:ln>
            <a:noFill/>
          </a:ln>
        </p:spPr>
        <p:txBody>
          <a:bodyPr/>
          <a:lstStyle/>
          <a:p>
            <a:endParaRPr lang="en-GB"/>
          </a:p>
        </p:txBody>
      </p:sp>
      <p:sp>
        <p:nvSpPr>
          <p:cNvPr id="8" name="Box3">
            <a:extLst>
              <a:ext uri="{FF2B5EF4-FFF2-40B4-BE49-F238E27FC236}">
                <a16:creationId xmlns:a16="http://schemas.microsoft.com/office/drawing/2014/main" id="{1561EB1D-ED27-EDA9-2661-0269D031C4E6}"/>
              </a:ext>
            </a:extLst>
          </p:cNvPr>
          <p:cNvSpPr/>
          <p:nvPr/>
        </p:nvSpPr>
        <p:spPr>
          <a:xfrm>
            <a:off x="4720730" y="1902882"/>
            <a:ext cx="1700000" cy="1200000"/>
          </a:xfrm>
          <a:prstGeom prst="rect">
            <a:avLst/>
          </a:prstGeom>
          <a:solidFill>
            <a:srgbClr val="0076D4"/>
          </a:solidFill>
          <a:ln w="12700">
            <a:solidFill>
              <a:srgbClr val="E09600"/>
            </a:solidFill>
            <a:prstDash val="solid"/>
          </a:ln>
        </p:spPr>
        <p:txBody>
          <a:bodyPr wrap="square" lIns="91440" tIns="45720" rIns="91440" bIns="45720" rtlCol="0" anchor="ctr">
            <a:normAutofit/>
          </a:bodyPr>
          <a:lstStyle/>
          <a:p>
            <a:pPr marL="0" indent="0" algn="ctr">
              <a:spcAft>
                <a:spcPts val="400"/>
              </a:spcAft>
              <a:buNone/>
            </a:pPr>
            <a:r>
              <a:rPr lang="en-US" sz="1200" b="1" dirty="0">
                <a:solidFill>
                  <a:srgbClr val="023047"/>
                </a:solidFill>
                <a:latin typeface="Segoe UI" panose="020B0502040204020203" pitchFamily="34" charset="0"/>
              </a:rPr>
              <a:t>3</a:t>
            </a:r>
          </a:p>
          <a:p>
            <a:pPr marL="0" indent="0" algn="ctr">
              <a:spcAft>
                <a:spcPts val="400"/>
              </a:spcAft>
              <a:buNone/>
            </a:pPr>
            <a:r>
              <a:rPr lang="en-US" sz="1200" b="1" dirty="0">
                <a:solidFill>
                  <a:srgbClr val="023047"/>
                </a:solidFill>
                <a:latin typeface="Segoe UI" panose="020B0502040204020203" pitchFamily="34" charset="0"/>
              </a:rPr>
              <a:t>ABE Checks</a:t>
            </a:r>
          </a:p>
          <a:p>
            <a:pPr marL="0" indent="0" algn="ctr">
              <a:spcAft>
                <a:spcPts val="400"/>
              </a:spcAft>
              <a:buNone/>
            </a:pPr>
            <a:r>
              <a:rPr lang="en-US" sz="1200" dirty="0">
                <a:solidFill>
                  <a:srgbClr val="023047"/>
                </a:solidFill>
                <a:latin typeface="Segoe UI" panose="020B0502040204020203" pitchFamily="34" charset="0"/>
              </a:rPr>
              <a:t>NTFS ACL per Item</a:t>
            </a:r>
          </a:p>
        </p:txBody>
      </p:sp>
      <p:sp>
        <p:nvSpPr>
          <p:cNvPr id="9" name="Arrow3">
            <a:extLst>
              <a:ext uri="{FF2B5EF4-FFF2-40B4-BE49-F238E27FC236}">
                <a16:creationId xmlns:a16="http://schemas.microsoft.com/office/drawing/2014/main" id="{065578CE-8F26-7BAE-60BA-C0AB894D997E}"/>
              </a:ext>
            </a:extLst>
          </p:cNvPr>
          <p:cNvSpPr/>
          <p:nvPr/>
        </p:nvSpPr>
        <p:spPr>
          <a:xfrm>
            <a:off x="6420730" y="2302882"/>
            <a:ext cx="300000" cy="400000"/>
          </a:xfrm>
          <a:prstGeom prst="rightArrow">
            <a:avLst/>
          </a:prstGeom>
          <a:solidFill>
            <a:srgbClr val="AAAAAA"/>
          </a:solidFill>
          <a:ln>
            <a:noFill/>
          </a:ln>
        </p:spPr>
        <p:txBody>
          <a:bodyPr/>
          <a:lstStyle/>
          <a:p>
            <a:endParaRPr lang="en-GB"/>
          </a:p>
        </p:txBody>
      </p:sp>
      <p:sp>
        <p:nvSpPr>
          <p:cNvPr id="10" name="Box4">
            <a:extLst>
              <a:ext uri="{FF2B5EF4-FFF2-40B4-BE49-F238E27FC236}">
                <a16:creationId xmlns:a16="http://schemas.microsoft.com/office/drawing/2014/main" id="{FA194A35-3212-901C-CA97-0C483F72E379}"/>
              </a:ext>
            </a:extLst>
          </p:cNvPr>
          <p:cNvSpPr/>
          <p:nvPr/>
        </p:nvSpPr>
        <p:spPr>
          <a:xfrm>
            <a:off x="6720730" y="1902882"/>
            <a:ext cx="1700000" cy="1200000"/>
          </a:xfrm>
          <a:prstGeom prst="rect">
            <a:avLst/>
          </a:prstGeom>
          <a:solidFill>
            <a:srgbClr val="0076D4"/>
          </a:solidFill>
          <a:ln w="12700">
            <a:solidFill>
              <a:srgbClr val="0076D4"/>
            </a:solidFill>
            <a:prstDash val="solid"/>
          </a:ln>
        </p:spPr>
        <p:txBody>
          <a:bodyPr wrap="square" lIns="91440" tIns="45720" rIns="91440" bIns="45720" rtlCol="0" anchor="ctr">
            <a:normAutofit/>
          </a:bodyPr>
          <a:lstStyle/>
          <a:p>
            <a:pPr marL="0" indent="0" algn="ctr">
              <a:spcAft>
                <a:spcPts val="400"/>
              </a:spcAft>
              <a:buNone/>
            </a:pPr>
            <a:r>
              <a:rPr lang="en-US" sz="1300" dirty="0">
                <a:solidFill>
                  <a:srgbClr val="FFFFFF"/>
                </a:solidFill>
                <a:latin typeface="Segoe UI" panose="020B0502040204020203" pitchFamily="34" charset="0"/>
              </a:rPr>
              <a:t>4</a:t>
            </a:r>
          </a:p>
          <a:p>
            <a:pPr marL="0" indent="0" algn="ctr">
              <a:spcAft>
                <a:spcPts val="400"/>
              </a:spcAft>
              <a:buNone/>
            </a:pPr>
            <a:r>
              <a:rPr lang="en-US" sz="1300" dirty="0">
                <a:solidFill>
                  <a:srgbClr val="FFFFFF"/>
                </a:solidFill>
                <a:latin typeface="Segoe UI" panose="020B0502040204020203" pitchFamily="34" charset="0"/>
              </a:rPr>
              <a:t>Filtered List</a:t>
            </a:r>
          </a:p>
          <a:p>
            <a:pPr marL="0" indent="0" algn="ctr">
              <a:spcAft>
                <a:spcPts val="400"/>
              </a:spcAft>
              <a:buNone/>
            </a:pPr>
            <a:r>
              <a:rPr lang="en-US" sz="1300" dirty="0">
                <a:solidFill>
                  <a:srgbClr val="FFFFFF"/>
                </a:solidFill>
                <a:latin typeface="Segoe UI" panose="020B0502040204020203" pitchFamily="34" charset="0"/>
              </a:rPr>
              <a:t>Returned to User</a:t>
            </a:r>
          </a:p>
        </p:txBody>
      </p:sp>
      <p:sp>
        <p:nvSpPr>
          <p:cNvPr id="11" name="Note">
            <a:extLst>
              <a:ext uri="{FF2B5EF4-FFF2-40B4-BE49-F238E27FC236}">
                <a16:creationId xmlns:a16="http://schemas.microsoft.com/office/drawing/2014/main" id="{CA0DA9B8-CF2A-474A-60C2-61948CACFE33}"/>
              </a:ext>
            </a:extLst>
          </p:cNvPr>
          <p:cNvSpPr/>
          <p:nvPr/>
        </p:nvSpPr>
        <p:spPr>
          <a:xfrm>
            <a:off x="273050" y="3252882"/>
            <a:ext cx="8595360" cy="450000"/>
          </a:xfrm>
          <a:prstGeom prst="rect">
            <a:avLst/>
          </a:prstGeom>
          <a:noFill/>
          <a:ln/>
        </p:spPr>
        <p:txBody>
          <a:bodyPr wrap="square" lIns="0" tIns="0" rIns="0" bIns="0" rtlCol="0" anchor="t">
            <a:normAutofit/>
          </a:bodyPr>
          <a:lstStyle/>
          <a:p>
            <a:pPr marL="0" indent="0" algn="l">
              <a:spcAft>
                <a:spcPts val="0"/>
              </a:spcAft>
              <a:buNone/>
            </a:pPr>
            <a:r>
              <a:rPr lang="en-US" sz="1200" dirty="0">
                <a:solidFill>
                  <a:srgbClr val="023047"/>
                </a:solidFill>
                <a:latin typeface="Segoe UI" panose="020B0502040204020203" pitchFamily="34" charset="0"/>
              </a:rPr>
              <a:t>Key: ABE relies entirely on NTFS permissions — no separate visibility list to manage. Configure NTFS permissions correctly first, then enable ABE.</a:t>
            </a:r>
          </a:p>
        </p:txBody>
      </p:sp>
      <p:sp>
        <p:nvSpPr>
          <p:cNvPr id="12" name="PerfNote">
            <a:extLst>
              <a:ext uri="{FF2B5EF4-FFF2-40B4-BE49-F238E27FC236}">
                <a16:creationId xmlns:a16="http://schemas.microsoft.com/office/drawing/2014/main" id="{16D627A5-DE7B-9E76-CB28-0F25A8B8399E}"/>
              </a:ext>
            </a:extLst>
          </p:cNvPr>
          <p:cNvSpPr/>
          <p:nvPr/>
        </p:nvSpPr>
        <p:spPr>
          <a:xfrm>
            <a:off x="273050" y="3832882"/>
            <a:ext cx="8595360" cy="520000"/>
          </a:xfrm>
          <a:prstGeom prst="rect">
            <a:avLst/>
          </a:prstGeom>
          <a:solidFill>
            <a:srgbClr val="D8EEF8"/>
          </a:solidFill>
          <a:ln w="12700">
            <a:solidFill>
              <a:srgbClr val="8ECAE6"/>
            </a:solidFill>
            <a:prstDash val="solid"/>
          </a:ln>
        </p:spPr>
        <p:txBody>
          <a:bodyPr wrap="square" lIns="91440" tIns="45720" rIns="91440" bIns="45720" rtlCol="0" anchor="ctr">
            <a:normAutofit/>
          </a:bodyPr>
          <a:lstStyle/>
          <a:p>
            <a:pPr marL="0" indent="0" algn="l">
              <a:spcAft>
                <a:spcPts val="0"/>
              </a:spcAft>
              <a:buNone/>
            </a:pPr>
            <a:r>
              <a:rPr lang="en-US" sz="1100" dirty="0">
                <a:solidFill>
                  <a:srgbClr val="023047"/>
                </a:solidFill>
                <a:latin typeface="Segoe UI" panose="020B0502040204020203" pitchFamily="34" charset="0"/>
              </a:rPr>
              <a:t>Performance consideration: ABE evaluates the ACL of every item in the directory at enumeration time. On shares with thousands of items, this can increase server CPU load and slow the listing.</a:t>
            </a:r>
          </a:p>
        </p:txBody>
      </p:sp>
      <p:sp>
        <p:nvSpPr>
          <p:cNvPr id="13" name="Course footer">
            <a:extLst>
              <a:ext uri="{FF2B5EF4-FFF2-40B4-BE49-F238E27FC236}">
                <a16:creationId xmlns:a16="http://schemas.microsoft.com/office/drawing/2014/main" id="{78017A78-8808-F5B5-DA8A-1EDDA40D436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C2FAB3F0-CD1C-7E48-1A11-81E4FE6E437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8522101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308AF6-601A-57CF-3524-9A4635C1A283}"/>
              </a:ext>
            </a:extLst>
          </p:cNvPr>
          <p:cNvPicPr>
            <a:picLocks noChangeAspect="1"/>
          </p:cNvPicPr>
          <p:nvPr/>
        </p:nvPicPr>
        <p:blipFill>
          <a:blip r:embed="rId2"/>
          <a:stretch>
            <a:fillRect/>
          </a:stretch>
        </p:blipFill>
        <p:spPr>
          <a:xfrm>
            <a:off x="0" y="58771"/>
            <a:ext cx="9144000" cy="5025957"/>
          </a:xfrm>
          <a:prstGeom prst="rect">
            <a:avLst/>
          </a:prstGeom>
        </p:spPr>
      </p:pic>
    </p:spTree>
    <p:extLst>
      <p:ext uri="{BB962C8B-B14F-4D97-AF65-F5344CB8AC3E}">
        <p14:creationId xmlns:p14="http://schemas.microsoft.com/office/powerpoint/2010/main" val="3352248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4A54A-C545-8232-222F-83E80B8D22EE}"/>
              </a:ext>
            </a:extLst>
          </p:cNvPr>
          <p:cNvSpPr>
            <a:spLocks noGrp="1"/>
          </p:cNvSpPr>
          <p:nvPr>
            <p:ph type="title"/>
          </p:nvPr>
        </p:nvSpPr>
        <p:spPr>
          <a:xfrm>
            <a:off x="364490" y="1278667"/>
            <a:ext cx="3533017" cy="738664"/>
          </a:xfrm>
        </p:spPr>
        <p:txBody>
          <a:bodyPr wrap="square">
            <a:noAutofit/>
          </a:bodyPr>
          <a:lstStyle/>
          <a:p>
            <a:r>
              <a:rPr lang="en-GB"/>
              <a:t>Enabling Access-Based Enumeration</a:t>
            </a:r>
          </a:p>
        </p:txBody>
      </p:sp>
      <p:sp>
        <p:nvSpPr>
          <p:cNvPr id="6" name="LeftHdr">
            <a:extLst>
              <a:ext uri="{FF2B5EF4-FFF2-40B4-BE49-F238E27FC236}">
                <a16:creationId xmlns:a16="http://schemas.microsoft.com/office/drawing/2014/main" id="{B0627233-3835-28F8-02EA-E9D524EE7247}"/>
              </a:ext>
            </a:extLst>
          </p:cNvPr>
          <p:cNvSpPr/>
          <p:nvPr/>
        </p:nvSpPr>
        <p:spPr>
          <a:xfrm>
            <a:off x="273050" y="625475"/>
            <a:ext cx="3900000" cy="260000"/>
          </a:xfrm>
          <a:prstGeom prst="rect">
            <a:avLst/>
          </a:prstGeom>
          <a:solidFill>
            <a:srgbClr val="243A5E"/>
          </a:solidFill>
          <a:ln w="12700">
            <a:solidFill>
              <a:srgbClr val="243A5E"/>
            </a:solidFill>
            <a:prstDash val="solid"/>
          </a:ln>
        </p:spPr>
        <p:txBody>
          <a:bodyPr wrap="square" lIns="91440" tIns="45720" rIns="91440" bIns="45720" rtlCol="0" anchor="ctr">
            <a:normAutofit fontScale="92500" lnSpcReduction="10000"/>
          </a:bodyPr>
          <a:lstStyle/>
          <a:p>
            <a:pPr marL="0" indent="0" algn="ctr">
              <a:spcAft>
                <a:spcPts val="400"/>
              </a:spcAft>
              <a:buNone/>
            </a:pPr>
            <a:r>
              <a:rPr lang="en-US" sz="1300" b="1" dirty="0">
                <a:solidFill>
                  <a:srgbClr val="FFFFFF"/>
                </a:solidFill>
                <a:latin typeface="Segoe UI" panose="020B0502040204020203" pitchFamily="34" charset="0"/>
              </a:rPr>
              <a:t>Server Manager (GUI)</a:t>
            </a:r>
          </a:p>
        </p:txBody>
      </p:sp>
      <p:sp>
        <p:nvSpPr>
          <p:cNvPr id="7" name="LeftSteps">
            <a:extLst>
              <a:ext uri="{FF2B5EF4-FFF2-40B4-BE49-F238E27FC236}">
                <a16:creationId xmlns:a16="http://schemas.microsoft.com/office/drawing/2014/main" id="{9CA902C7-79DB-DF3D-E3EB-576CCEFF78D6}"/>
              </a:ext>
            </a:extLst>
          </p:cNvPr>
          <p:cNvSpPr/>
          <p:nvPr/>
        </p:nvSpPr>
        <p:spPr>
          <a:xfrm>
            <a:off x="364490" y="2592825"/>
            <a:ext cx="3808560" cy="4100000"/>
          </a:xfrm>
          <a:prstGeom prst="rect">
            <a:avLst/>
          </a:prstGeom>
          <a:noFill/>
          <a:ln/>
        </p:spPr>
        <p:txBody>
          <a:bodyPr wrap="square" lIns="0" tIns="0" rIns="0" bIns="0" rtlCol="0" anchor="t">
            <a:normAutofit/>
          </a:bodyPr>
          <a:lstStyle/>
          <a:p>
            <a:pPr marL="0" indent="0" algn="l">
              <a:spcAft>
                <a:spcPts val="250"/>
              </a:spcAft>
              <a:buNone/>
            </a:pPr>
            <a:r>
              <a:rPr lang="en-US" sz="1200" dirty="0">
                <a:solidFill>
                  <a:srgbClr val="023047"/>
                </a:solidFill>
                <a:latin typeface="Segoe UI" panose="020B0502040204020203" pitchFamily="34" charset="0"/>
              </a:rPr>
              <a:t>1.  Open Server Manager</a:t>
            </a:r>
          </a:p>
          <a:p>
            <a:pPr marL="0" indent="0" algn="l">
              <a:spcAft>
                <a:spcPts val="250"/>
              </a:spcAft>
              <a:buNone/>
            </a:pPr>
            <a:r>
              <a:rPr lang="en-US" sz="1200" dirty="0">
                <a:solidFill>
                  <a:srgbClr val="023047"/>
                </a:solidFill>
                <a:latin typeface="Segoe UI" panose="020B0502040204020203" pitchFamily="34" charset="0"/>
              </a:rPr>
              <a:t>2.  File and Storage Services</a:t>
            </a:r>
          </a:p>
          <a:p>
            <a:pPr marL="0" indent="0" algn="l">
              <a:spcAft>
                <a:spcPts val="250"/>
              </a:spcAft>
              <a:buNone/>
            </a:pPr>
            <a:r>
              <a:rPr lang="en-US" sz="1200" dirty="0">
                <a:solidFill>
                  <a:srgbClr val="023047"/>
                </a:solidFill>
                <a:latin typeface="Segoe UI" panose="020B0502040204020203" pitchFamily="34" charset="0"/>
              </a:rPr>
              <a:t>     then Shares</a:t>
            </a:r>
          </a:p>
          <a:p>
            <a:pPr marL="0" indent="0" algn="l">
              <a:spcAft>
                <a:spcPts val="250"/>
              </a:spcAft>
              <a:buNone/>
            </a:pPr>
            <a:r>
              <a:rPr lang="en-US" sz="1200" dirty="0">
                <a:solidFill>
                  <a:srgbClr val="023047"/>
                </a:solidFill>
                <a:latin typeface="Segoe UI" panose="020B0502040204020203" pitchFamily="34" charset="0"/>
              </a:rPr>
              <a:t>3.  Select the share</a:t>
            </a:r>
          </a:p>
          <a:p>
            <a:pPr marL="0" indent="0" algn="l">
              <a:spcAft>
                <a:spcPts val="250"/>
              </a:spcAft>
              <a:buNone/>
            </a:pPr>
            <a:r>
              <a:rPr lang="en-US" sz="1200" dirty="0">
                <a:solidFill>
                  <a:srgbClr val="023047"/>
                </a:solidFill>
                <a:latin typeface="Segoe UI" panose="020B0502040204020203" pitchFamily="34" charset="0"/>
              </a:rPr>
              <a:t>     then Tasks then Properties</a:t>
            </a:r>
          </a:p>
          <a:p>
            <a:pPr marL="0" indent="0" algn="l">
              <a:spcAft>
                <a:spcPts val="250"/>
              </a:spcAft>
              <a:buNone/>
            </a:pPr>
            <a:r>
              <a:rPr lang="en-US" sz="1200" dirty="0">
                <a:solidFill>
                  <a:srgbClr val="023047"/>
                </a:solidFill>
                <a:latin typeface="Segoe UI" panose="020B0502040204020203" pitchFamily="34" charset="0"/>
              </a:rPr>
              <a:t>4.  Select the Settings tab</a:t>
            </a:r>
          </a:p>
          <a:p>
            <a:pPr marL="0" indent="0" algn="l">
              <a:spcAft>
                <a:spcPts val="250"/>
              </a:spcAft>
              <a:buNone/>
            </a:pPr>
            <a:r>
              <a:rPr lang="en-US" sz="1200" dirty="0">
                <a:solidFill>
                  <a:srgbClr val="023047"/>
                </a:solidFill>
                <a:latin typeface="Segoe UI" panose="020B0502040204020203" pitchFamily="34" charset="0"/>
              </a:rPr>
              <a:t>5.  Check Enable access-based</a:t>
            </a:r>
          </a:p>
          <a:p>
            <a:pPr marL="0" indent="0" algn="l">
              <a:spcAft>
                <a:spcPts val="250"/>
              </a:spcAft>
              <a:buNone/>
            </a:pPr>
            <a:r>
              <a:rPr lang="en-US" sz="1200" dirty="0">
                <a:solidFill>
                  <a:srgbClr val="023047"/>
                </a:solidFill>
                <a:latin typeface="Segoe UI" panose="020B0502040204020203" pitchFamily="34" charset="0"/>
              </a:rPr>
              <a:t>     enumeration</a:t>
            </a:r>
          </a:p>
          <a:p>
            <a:pPr marL="0" indent="0" algn="l">
              <a:spcAft>
                <a:spcPts val="250"/>
              </a:spcAft>
              <a:buNone/>
            </a:pPr>
            <a:r>
              <a:rPr lang="en-US" sz="1200" dirty="0">
                <a:solidFill>
                  <a:srgbClr val="023047"/>
                </a:solidFill>
                <a:latin typeface="Segoe UI" panose="020B0502040204020203" pitchFamily="34" charset="0"/>
              </a:rPr>
              <a:t>6.  Click OK</a:t>
            </a:r>
          </a:p>
        </p:txBody>
      </p:sp>
      <p:sp>
        <p:nvSpPr>
          <p:cNvPr id="8" name="Divider">
            <a:extLst>
              <a:ext uri="{FF2B5EF4-FFF2-40B4-BE49-F238E27FC236}">
                <a16:creationId xmlns:a16="http://schemas.microsoft.com/office/drawing/2014/main" id="{9403CACD-6A93-A3FD-DCFD-8DFEF827F973}"/>
              </a:ext>
            </a:extLst>
          </p:cNvPr>
          <p:cNvSpPr/>
          <p:nvPr/>
        </p:nvSpPr>
        <p:spPr>
          <a:xfrm>
            <a:off x="4248730" y="625475"/>
            <a:ext cx="18288" cy="4100000"/>
          </a:xfrm>
          <a:prstGeom prst="rect">
            <a:avLst/>
          </a:prstGeom>
          <a:solidFill>
            <a:srgbClr val="0076D4"/>
          </a:solidFill>
          <a:ln w="12700">
            <a:solidFill>
              <a:srgbClr val="0076D4"/>
            </a:solidFill>
            <a:prstDash val="solid"/>
          </a:ln>
        </p:spPr>
        <p:txBody>
          <a:bodyPr/>
          <a:lstStyle/>
          <a:p>
            <a:endParaRPr lang="en-GB"/>
          </a:p>
        </p:txBody>
      </p:sp>
      <p:sp>
        <p:nvSpPr>
          <p:cNvPr id="9" name="RightHdr">
            <a:extLst>
              <a:ext uri="{FF2B5EF4-FFF2-40B4-BE49-F238E27FC236}">
                <a16:creationId xmlns:a16="http://schemas.microsoft.com/office/drawing/2014/main" id="{6BF70AEF-5B3A-B9E0-16AF-4CB74290D94B}"/>
              </a:ext>
            </a:extLst>
          </p:cNvPr>
          <p:cNvSpPr/>
          <p:nvPr/>
        </p:nvSpPr>
        <p:spPr>
          <a:xfrm>
            <a:off x="4358730" y="625475"/>
            <a:ext cx="4510000" cy="260000"/>
          </a:xfrm>
          <a:prstGeom prst="rect">
            <a:avLst/>
          </a:prstGeom>
          <a:solidFill>
            <a:srgbClr val="243A5E"/>
          </a:solidFill>
          <a:ln w="12700">
            <a:solidFill>
              <a:srgbClr val="243A5E"/>
            </a:solidFill>
            <a:prstDash val="solid"/>
          </a:ln>
        </p:spPr>
        <p:txBody>
          <a:bodyPr wrap="square" lIns="91440" tIns="45720" rIns="91440" bIns="45720" rtlCol="0" anchor="ctr">
            <a:normAutofit fontScale="92500" lnSpcReduction="10000"/>
          </a:bodyPr>
          <a:lstStyle/>
          <a:p>
            <a:pPr marL="0" indent="0" algn="ctr">
              <a:spcAft>
                <a:spcPts val="400"/>
              </a:spcAft>
              <a:buNone/>
            </a:pPr>
            <a:r>
              <a:rPr lang="en-US" sz="1300" b="1" dirty="0">
                <a:solidFill>
                  <a:srgbClr val="FFB703"/>
                </a:solidFill>
                <a:latin typeface="Segoe UI" panose="020B0502040204020203" pitchFamily="34" charset="0"/>
              </a:rPr>
              <a:t>PowerShell</a:t>
            </a:r>
          </a:p>
        </p:txBody>
      </p:sp>
      <p:sp>
        <p:nvSpPr>
          <p:cNvPr id="10" name="PSBlock">
            <a:extLst>
              <a:ext uri="{FF2B5EF4-FFF2-40B4-BE49-F238E27FC236}">
                <a16:creationId xmlns:a16="http://schemas.microsoft.com/office/drawing/2014/main" id="{C9239C68-84A1-0899-06B8-8FBEC0AA27BE}"/>
              </a:ext>
            </a:extLst>
          </p:cNvPr>
          <p:cNvSpPr/>
          <p:nvPr/>
        </p:nvSpPr>
        <p:spPr>
          <a:xfrm>
            <a:off x="4358730" y="935475"/>
            <a:ext cx="4510000" cy="2400000"/>
          </a:xfrm>
          <a:prstGeom prst="rect">
            <a:avLst/>
          </a:prstGeom>
          <a:solidFill>
            <a:srgbClr val="1A1A2E"/>
          </a:solidFill>
          <a:ln w="12700">
            <a:solidFill>
              <a:srgbClr val="243A5E"/>
            </a:solidFill>
            <a:prstDash val="solid"/>
          </a:ln>
        </p:spPr>
        <p:txBody>
          <a:bodyPr wrap="square" lIns="91440" tIns="45720" rIns="91440" bIns="45720" rtlCol="0" anchor="t">
            <a:normAutofit/>
          </a:bodyPr>
          <a:lstStyle/>
          <a:p>
            <a:pPr marL="0" indent="0" algn="l">
              <a:spcAft>
                <a:spcPts val="400"/>
              </a:spcAft>
              <a:buNone/>
            </a:pPr>
            <a:r>
              <a:rPr lang="en-US" sz="950" dirty="0">
                <a:solidFill>
                  <a:srgbClr val="8ECAE6"/>
                </a:solidFill>
                <a:latin typeface="Segoe UI" panose="020B0502040204020203" pitchFamily="34" charset="0"/>
              </a:rPr>
              <a:t># Enable ABE on a new share</a:t>
            </a:r>
          </a:p>
          <a:p>
            <a:pPr marL="0" indent="0" algn="l">
              <a:spcAft>
                <a:spcPts val="400"/>
              </a:spcAft>
              <a:buNone/>
            </a:pPr>
            <a:r>
              <a:rPr lang="en-US" sz="950" b="1" dirty="0">
                <a:solidFill>
                  <a:srgbClr val="FFB703"/>
                </a:solidFill>
                <a:latin typeface="Segoe UI" panose="020B0502040204020203" pitchFamily="34" charset="0"/>
              </a:rPr>
              <a:t>New-SmbShare -Name DeptData \</a:t>
            </a:r>
          </a:p>
          <a:p>
            <a:pPr marL="0" indent="0" algn="l">
              <a:spcAft>
                <a:spcPts val="400"/>
              </a:spcAft>
              <a:buNone/>
            </a:pPr>
            <a:r>
              <a:rPr lang="en-US" sz="950" dirty="0">
                <a:solidFill>
                  <a:srgbClr val="FFFFFF"/>
                </a:solidFill>
                <a:latin typeface="Segoe UI" panose="020B0502040204020203" pitchFamily="34" charset="0"/>
              </a:rPr>
              <a:t>  -Path C:\DeptData \</a:t>
            </a:r>
          </a:p>
          <a:p>
            <a:pPr marL="0" indent="0" algn="l">
              <a:spcAft>
                <a:spcPts val="400"/>
              </a:spcAft>
              <a:buNone/>
            </a:pPr>
            <a:r>
              <a:rPr lang="en-US" sz="950" dirty="0">
                <a:solidFill>
                  <a:srgbClr val="FFFFFF"/>
                </a:solidFill>
                <a:latin typeface="Segoe UI" panose="020B0502040204020203" pitchFamily="34" charset="0"/>
              </a:rPr>
              <a:t>  -FolderEnumerationMode AccessBased</a:t>
            </a:r>
          </a:p>
          <a:p>
            <a:pPr marL="0" indent="0" algn="l">
              <a:spcAft>
                <a:spcPts val="400"/>
              </a:spcAft>
              <a:buNone/>
            </a:pPr>
            <a:r>
              <a:rPr lang="en-US" sz="700" dirty="0">
                <a:solidFill>
                  <a:srgbClr val="FFFFFF"/>
                </a:solidFill>
                <a:latin typeface="Segoe UI" panose="020B0502040204020203" pitchFamily="34" charset="0"/>
              </a:rPr>
              <a:t> </a:t>
            </a:r>
          </a:p>
          <a:p>
            <a:pPr marL="0" indent="0" algn="l">
              <a:spcAft>
                <a:spcPts val="400"/>
              </a:spcAft>
              <a:buNone/>
            </a:pPr>
            <a:r>
              <a:rPr lang="en-US" sz="950" dirty="0">
                <a:solidFill>
                  <a:srgbClr val="8ECAE6"/>
                </a:solidFill>
                <a:latin typeface="Segoe UI" panose="020B0502040204020203" pitchFamily="34" charset="0"/>
              </a:rPr>
              <a:t># Enable ABE on an existing share</a:t>
            </a:r>
          </a:p>
          <a:p>
            <a:pPr marL="0" indent="0" algn="l">
              <a:spcAft>
                <a:spcPts val="400"/>
              </a:spcAft>
              <a:buNone/>
            </a:pPr>
            <a:r>
              <a:rPr lang="en-US" sz="950" b="1" dirty="0">
                <a:solidFill>
                  <a:srgbClr val="FFB703"/>
                </a:solidFill>
                <a:latin typeface="Segoe UI" panose="020B0502040204020203" pitchFamily="34" charset="0"/>
              </a:rPr>
              <a:t>Set-SmbShare -Name DeptData \</a:t>
            </a:r>
          </a:p>
          <a:p>
            <a:pPr marL="0" indent="0" algn="l">
              <a:spcAft>
                <a:spcPts val="400"/>
              </a:spcAft>
              <a:buNone/>
            </a:pPr>
            <a:r>
              <a:rPr lang="en-US" sz="950" dirty="0">
                <a:solidFill>
                  <a:srgbClr val="FFFFFF"/>
                </a:solidFill>
                <a:latin typeface="Segoe UI" panose="020B0502040204020203" pitchFamily="34" charset="0"/>
              </a:rPr>
              <a:t>  -FolderEnumerationMode AccessBased</a:t>
            </a:r>
          </a:p>
          <a:p>
            <a:pPr marL="0" indent="0" algn="l">
              <a:spcAft>
                <a:spcPts val="400"/>
              </a:spcAft>
              <a:buNone/>
            </a:pPr>
            <a:r>
              <a:rPr lang="en-US" sz="700" dirty="0">
                <a:solidFill>
                  <a:srgbClr val="FFFFFF"/>
                </a:solidFill>
                <a:latin typeface="Segoe UI" panose="020B0502040204020203" pitchFamily="34" charset="0"/>
              </a:rPr>
              <a:t> </a:t>
            </a:r>
          </a:p>
          <a:p>
            <a:pPr marL="0" indent="0" algn="l">
              <a:spcAft>
                <a:spcPts val="400"/>
              </a:spcAft>
              <a:buNone/>
            </a:pPr>
            <a:r>
              <a:rPr lang="en-US" sz="950" dirty="0">
                <a:solidFill>
                  <a:srgbClr val="8ECAE6"/>
                </a:solidFill>
                <a:latin typeface="Segoe UI" panose="020B0502040204020203" pitchFamily="34" charset="0"/>
              </a:rPr>
              <a:t># Verify ABE setting</a:t>
            </a:r>
          </a:p>
          <a:p>
            <a:pPr marL="0" indent="0" algn="l">
              <a:spcAft>
                <a:spcPts val="400"/>
              </a:spcAft>
              <a:buNone/>
            </a:pPr>
            <a:r>
              <a:rPr lang="en-US" sz="950" b="1" dirty="0">
                <a:solidFill>
                  <a:srgbClr val="FFB703"/>
                </a:solidFill>
                <a:latin typeface="Segoe UI" panose="020B0502040204020203" pitchFamily="34" charset="0"/>
              </a:rPr>
              <a:t>Get-SmbShare DeptData |</a:t>
            </a:r>
          </a:p>
          <a:p>
            <a:pPr marL="0" indent="0" algn="l">
              <a:spcAft>
                <a:spcPts val="400"/>
              </a:spcAft>
              <a:buNone/>
            </a:pPr>
            <a:r>
              <a:rPr lang="en-US" sz="950" dirty="0">
                <a:solidFill>
                  <a:srgbClr val="FFFFFF"/>
                </a:solidFill>
                <a:latin typeface="Segoe UI" panose="020B0502040204020203" pitchFamily="34" charset="0"/>
              </a:rPr>
              <a:t>  Select Name, FolderEnumerationMode</a:t>
            </a:r>
          </a:p>
        </p:txBody>
      </p:sp>
      <p:sp>
        <p:nvSpPr>
          <p:cNvPr id="11" name="AFBg">
            <a:extLst>
              <a:ext uri="{FF2B5EF4-FFF2-40B4-BE49-F238E27FC236}">
                <a16:creationId xmlns:a16="http://schemas.microsoft.com/office/drawing/2014/main" id="{F949B4FA-7352-70AE-76D0-FB6E0F87B655}"/>
              </a:ext>
            </a:extLst>
          </p:cNvPr>
          <p:cNvSpPr/>
          <p:nvPr/>
        </p:nvSpPr>
        <p:spPr>
          <a:xfrm>
            <a:off x="4358730" y="3435475"/>
            <a:ext cx="4510000" cy="1352332"/>
          </a:xfrm>
          <a:prstGeom prst="rect">
            <a:avLst/>
          </a:prstGeom>
          <a:solidFill>
            <a:srgbClr val="D8EEF8"/>
          </a:solidFill>
          <a:ln w="12700">
            <a:solidFill>
              <a:srgbClr val="8ECAE6"/>
            </a:solidFill>
            <a:prstDash val="solid"/>
          </a:ln>
        </p:spPr>
        <p:txBody>
          <a:bodyPr/>
          <a:lstStyle/>
          <a:p>
            <a:endParaRPr lang="en-GB"/>
          </a:p>
        </p:txBody>
      </p:sp>
      <p:sp>
        <p:nvSpPr>
          <p:cNvPr id="12" name="AFStrip">
            <a:extLst>
              <a:ext uri="{FF2B5EF4-FFF2-40B4-BE49-F238E27FC236}">
                <a16:creationId xmlns:a16="http://schemas.microsoft.com/office/drawing/2014/main" id="{FFCFC590-29A8-BF3D-A6DD-BB0C96B22E9B}"/>
              </a:ext>
            </a:extLst>
          </p:cNvPr>
          <p:cNvSpPr/>
          <p:nvPr/>
        </p:nvSpPr>
        <p:spPr>
          <a:xfrm>
            <a:off x="4358730" y="3435475"/>
            <a:ext cx="4510000" cy="60000"/>
          </a:xfrm>
          <a:prstGeom prst="rect">
            <a:avLst/>
          </a:prstGeom>
          <a:solidFill>
            <a:srgbClr val="0076D4"/>
          </a:solidFill>
          <a:ln w="12700">
            <a:solidFill>
              <a:srgbClr val="0076D4"/>
            </a:solidFill>
            <a:prstDash val="solid"/>
          </a:ln>
        </p:spPr>
        <p:txBody>
          <a:bodyPr/>
          <a:lstStyle/>
          <a:p>
            <a:endParaRPr lang="en-GB"/>
          </a:p>
        </p:txBody>
      </p:sp>
      <p:sp>
        <p:nvSpPr>
          <p:cNvPr id="13" name="AFLabel">
            <a:extLst>
              <a:ext uri="{FF2B5EF4-FFF2-40B4-BE49-F238E27FC236}">
                <a16:creationId xmlns:a16="http://schemas.microsoft.com/office/drawing/2014/main" id="{37EEA86E-2CC5-137E-7282-5C76C425F75F}"/>
              </a:ext>
            </a:extLst>
          </p:cNvPr>
          <p:cNvSpPr/>
          <p:nvPr/>
        </p:nvSpPr>
        <p:spPr>
          <a:xfrm>
            <a:off x="4450170" y="3505475"/>
            <a:ext cx="4418560" cy="280000"/>
          </a:xfrm>
          <a:prstGeom prst="rect">
            <a:avLst/>
          </a:prstGeom>
          <a:noFill/>
          <a:ln/>
        </p:spPr>
        <p:txBody>
          <a:bodyPr wrap="square" lIns="0" tIns="0" rIns="0" bIns="0" rtlCol="0" anchor="t">
            <a:normAutofit/>
          </a:bodyPr>
          <a:lstStyle/>
          <a:p>
            <a:pPr marL="0" indent="0" algn="l">
              <a:spcAft>
                <a:spcPts val="400"/>
              </a:spcAft>
              <a:buNone/>
            </a:pPr>
            <a:r>
              <a:rPr lang="en-US" sz="1100" b="1" dirty="0">
                <a:solidFill>
                  <a:srgbClr val="219EBC"/>
                </a:solidFill>
                <a:latin typeface="Segoe UI" panose="020B0502040204020203" pitchFamily="34" charset="0"/>
              </a:rPr>
              <a:t>Administrative Focus</a:t>
            </a:r>
          </a:p>
        </p:txBody>
      </p:sp>
      <p:sp>
        <p:nvSpPr>
          <p:cNvPr id="14" name="AFText">
            <a:extLst>
              <a:ext uri="{FF2B5EF4-FFF2-40B4-BE49-F238E27FC236}">
                <a16:creationId xmlns:a16="http://schemas.microsoft.com/office/drawing/2014/main" id="{F25DEE6D-0F80-E7CF-F5AD-8E32BBE44781}"/>
              </a:ext>
            </a:extLst>
          </p:cNvPr>
          <p:cNvSpPr/>
          <p:nvPr/>
        </p:nvSpPr>
        <p:spPr>
          <a:xfrm>
            <a:off x="4450170" y="3805475"/>
            <a:ext cx="4418560" cy="982332"/>
          </a:xfrm>
          <a:prstGeom prst="rect">
            <a:avLst/>
          </a:prstGeom>
          <a:noFill/>
          <a:ln/>
        </p:spPr>
        <p:txBody>
          <a:bodyPr wrap="square" lIns="0" tIns="0" rIns="0" bIns="0" rtlCol="0" anchor="t">
            <a:normAutofit/>
          </a:bodyPr>
          <a:lstStyle/>
          <a:p>
            <a:pPr marL="0" indent="0" algn="l">
              <a:spcAft>
                <a:spcPts val="400"/>
              </a:spcAft>
              <a:buNone/>
            </a:pPr>
            <a:r>
              <a:rPr lang="en-US" sz="1100" dirty="0">
                <a:solidFill>
                  <a:srgbClr val="023047"/>
                </a:solidFill>
                <a:latin typeface="Segoe UI" panose="020B0502040204020203" pitchFamily="34" charset="0"/>
              </a:rPr>
              <a:t>Enable per share via Server Manager or PowerShell. Verify with FolderEnumerationMode: AccessBased.</a:t>
            </a:r>
          </a:p>
        </p:txBody>
      </p:sp>
      <p:sp>
        <p:nvSpPr>
          <p:cNvPr id="15" name="Course footer">
            <a:extLst>
              <a:ext uri="{FF2B5EF4-FFF2-40B4-BE49-F238E27FC236}">
                <a16:creationId xmlns:a16="http://schemas.microsoft.com/office/drawing/2014/main" id="{61F44A3B-0CC7-B944-649B-343EC65B779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6" name="TextBox 15">
            <a:extLst>
              <a:ext uri="{FF2B5EF4-FFF2-40B4-BE49-F238E27FC236}">
                <a16:creationId xmlns:a16="http://schemas.microsoft.com/office/drawing/2014/main" id="{AE253407-18F3-5007-A814-8341E4BC134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1603187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237744"/>
            <a:ext cx="8503920" cy="411480"/>
          </a:xfrm>
          <a:prstGeom prst="rect">
            <a:avLst/>
          </a:prstGeom>
          <a:noFill/>
        </p:spPr>
        <p:txBody>
          <a:bodyPr wrap="none" lIns="27432" tIns="18288" rIns="27432" bIns="18288">
            <a:spAutoFit/>
          </a:bodyPr>
          <a:lstStyle/>
          <a:p>
            <a:r>
              <a:rPr sz="2300" b="1" dirty="0">
                <a:solidFill>
                  <a:srgbClr val="243A5E"/>
                </a:solidFill>
                <a:latin typeface="Segoe UI"/>
              </a:rPr>
              <a:t>10.3 Storage Migration Service</a:t>
            </a:r>
          </a:p>
        </p:txBody>
      </p:sp>
      <p:sp>
        <p:nvSpPr>
          <p:cNvPr id="5" name="TextBox 4"/>
          <p:cNvSpPr txBox="1"/>
          <p:nvPr/>
        </p:nvSpPr>
        <p:spPr>
          <a:xfrm>
            <a:off x="292608" y="658368"/>
            <a:ext cx="8412480" cy="329184"/>
          </a:xfrm>
          <a:prstGeom prst="rect">
            <a:avLst/>
          </a:prstGeom>
          <a:noFill/>
        </p:spPr>
        <p:txBody>
          <a:bodyPr wrap="none" lIns="27432" tIns="18288" rIns="27432" bIns="18288">
            <a:spAutoFit/>
          </a:bodyPr>
          <a:lstStyle/>
          <a:p>
            <a:r>
              <a:rPr sz="1400" b="0">
                <a:solidFill>
                  <a:srgbClr val="666666"/>
                </a:solidFill>
                <a:latin typeface="Segoe UI"/>
              </a:rPr>
              <a:t>Migrate file servers and shares to modern Windows Server or Azure while preserving user access paths.</a:t>
            </a:r>
          </a:p>
        </p:txBody>
      </p:sp>
      <p:sp>
        <p:nvSpPr>
          <p:cNvPr id="6" name="Rounded Rectangle 5"/>
          <p:cNvSpPr/>
          <p:nvPr/>
        </p:nvSpPr>
        <p:spPr>
          <a:xfrm>
            <a:off x="320040" y="1051560"/>
            <a:ext cx="3474720" cy="3401568"/>
          </a:xfrm>
          <a:prstGeom prst="roundRect">
            <a:avLst/>
          </a:prstGeom>
          <a:solidFill>
            <a:srgbClr val="D8EEF8"/>
          </a:solidFill>
          <a:ln w="1270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07008"/>
            <a:ext cx="3182112" cy="2091855"/>
          </a:xfrm>
          <a:prstGeom prst="rect">
            <a:avLst/>
          </a:prstGeom>
          <a:noFill/>
        </p:spPr>
        <p:txBody>
          <a:bodyPr wrap="square" lIns="54864" tIns="27432" rIns="54864" bIns="27432">
            <a:spAutoFit/>
          </a:bodyPr>
          <a:lstStyle/>
          <a:p>
            <a:pPr>
              <a:spcAft>
                <a:spcPts val="400"/>
              </a:spcAft>
            </a:pPr>
            <a:r>
              <a:rPr sz="1500" b="1" dirty="0">
                <a:solidFill>
                  <a:srgbClr val="1F1F1F"/>
                </a:solidFill>
                <a:latin typeface="Segoe UI"/>
              </a:rPr>
              <a:t>What it does</a:t>
            </a:r>
          </a:p>
          <a:p>
            <a:pPr>
              <a:spcAft>
                <a:spcPts val="400"/>
              </a:spcAft>
            </a:pPr>
            <a:r>
              <a:rPr lang="en-GB" sz="1300" b="0">
                <a:solidFill>
                  <a:srgbClr val="1F1F1F"/>
                </a:solidFill>
                <a:latin typeface="Segoe UI"/>
              </a:rPr>
              <a:t>• Inventories Windows, Linux Samba and NetApp CIFS file servers</a:t>
            </a:r>
          </a:p>
          <a:p>
            <a:pPr>
              <a:spcAft>
                <a:spcPts val="400"/>
              </a:spcAft>
            </a:pPr>
            <a:r>
              <a:rPr lang="en-GB" sz="1300" b="0">
                <a:solidFill>
                  <a:srgbClr val="1F1F1F"/>
                </a:solidFill>
                <a:latin typeface="Segoe UI"/>
              </a:rPr>
              <a:t>• Transfers files, file shares and security configuration</a:t>
            </a:r>
          </a:p>
          <a:p>
            <a:pPr>
              <a:spcAft>
                <a:spcPts val="400"/>
              </a:spcAft>
            </a:pPr>
            <a:r>
              <a:rPr lang="en-GB" sz="1300" b="0">
                <a:solidFill>
                  <a:srgbClr val="1F1F1F"/>
                </a:solidFill>
                <a:latin typeface="Segoe UI"/>
              </a:rPr>
              <a:t>• Optionally cuts over the server identity to the destination</a:t>
            </a:r>
          </a:p>
          <a:p>
            <a:pPr>
              <a:spcAft>
                <a:spcPts val="400"/>
              </a:spcAft>
            </a:pPr>
            <a:r>
              <a:rPr lang="en-GB" sz="1300" b="0">
                <a:solidFill>
                  <a:srgbClr val="1F1F1F"/>
                </a:solidFill>
                <a:latin typeface="Segoe UI"/>
              </a:rPr>
              <a:t>• Managed from Windows Admin Center for one or many migrations</a:t>
            </a:r>
          </a:p>
        </p:txBody>
      </p:sp>
      <p:sp>
        <p:nvSpPr>
          <p:cNvPr id="8" name="Rounded Rectangle 7"/>
          <p:cNvSpPr/>
          <p:nvPr/>
        </p:nvSpPr>
        <p:spPr>
          <a:xfrm>
            <a:off x="502920" y="3650000"/>
            <a:ext cx="3063240" cy="347472"/>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050" b="1">
                <a:solidFill>
                  <a:srgbClr val="FFFFFF"/>
                </a:solidFill>
                <a:latin typeface="Segoe UI"/>
              </a:rPr>
              <a:t>Key idea: users and apps can keep using existing paths after cutover</a:t>
            </a:r>
          </a:p>
        </p:txBody>
      </p:sp>
      <p:pic>
        <p:nvPicPr>
          <p:cNvPr id="9" name="Picture 8" descr="a5488a63-d1e6-486d-b512-ad01fd1125a9.png"/>
          <p:cNvPicPr>
            <a:picLocks noChangeAspect="1"/>
          </p:cNvPicPr>
          <p:nvPr/>
        </p:nvPicPr>
        <p:blipFill>
          <a:blip r:embed="rId2"/>
          <a:stretch>
            <a:fillRect/>
          </a:stretch>
        </p:blipFill>
        <p:spPr>
          <a:xfrm>
            <a:off x="4069080" y="1097280"/>
            <a:ext cx="4663440" cy="2624328"/>
          </a:xfrm>
          <a:prstGeom prst="rect">
            <a:avLst/>
          </a:prstGeom>
        </p:spPr>
      </p:pic>
      <p:sp>
        <p:nvSpPr>
          <p:cNvPr id="10" name="TextBox 9"/>
          <p:cNvSpPr txBox="1"/>
          <p:nvPr/>
        </p:nvSpPr>
        <p:spPr>
          <a:xfrm>
            <a:off x="4160520" y="3886200"/>
            <a:ext cx="4389120" cy="329184"/>
          </a:xfrm>
          <a:prstGeom prst="rect">
            <a:avLst/>
          </a:prstGeom>
          <a:noFill/>
        </p:spPr>
        <p:txBody>
          <a:bodyPr wrap="none" lIns="27432" tIns="18288" rIns="27432" bIns="18288">
            <a:spAutoFit/>
          </a:bodyPr>
          <a:lstStyle/>
          <a:p>
            <a:pPr algn="ctr"/>
            <a:r>
              <a:rPr sz="1300" b="0">
                <a:solidFill>
                  <a:srgbClr val="666666"/>
                </a:solidFill>
                <a:latin typeface="Segoe UI"/>
              </a:rPr>
              <a:t>The service orchestrates the migration; it does not remove source files.</a:t>
            </a:r>
          </a:p>
        </p:txBody>
      </p:sp>
      <p:sp>
        <p:nvSpPr>
          <p:cNvPr id="11" name="TextBox 10"/>
          <p:cNvSpPr txBox="1"/>
          <p:nvPr/>
        </p:nvSpPr>
        <p:spPr>
          <a:xfrm>
            <a:off x="292608" y="4745736"/>
            <a:ext cx="5120640" cy="146304"/>
          </a:xfrm>
          <a:prstGeom prst="rect">
            <a:avLst/>
          </a:prstGeom>
          <a:noFill/>
        </p:spPr>
        <p:txBody>
          <a:bodyPr wrap="none" lIns="27432" tIns="18288" rIns="27432" bIns="18288">
            <a:spAutoFit/>
          </a:bodyPr>
          <a:lstStyle/>
          <a:p>
            <a:r>
              <a:rPr sz="650" b="0">
                <a:solidFill>
                  <a:srgbClr val="888888"/>
                </a:solidFill>
                <a:latin typeface="Segoe UI"/>
              </a:rPr>
              <a:t>Source: Microsoft Learn — Storage Migration Service overview</a:t>
            </a:r>
          </a:p>
        </p:txBody>
      </p:sp>
      <p:sp>
        <p:nvSpPr>
          <p:cNvPr id="12" name="TextBox 11"/>
          <p:cNvSpPr txBox="1"/>
          <p:nvPr/>
        </p:nvSpPr>
        <p:spPr>
          <a:xfrm>
            <a:off x="438912" y="4956048"/>
            <a:ext cx="7132320" cy="146304"/>
          </a:xfrm>
          <a:prstGeom prst="rect">
            <a:avLst/>
          </a:prstGeom>
          <a:noFill/>
        </p:spPr>
        <p:txBody>
          <a:bodyPr wrap="none" lIns="27432" tIns="18288" rIns="27432" bIns="18288">
            <a:spAutoFit/>
          </a:bodyPr>
          <a:lstStyle/>
          <a:p>
            <a:r>
              <a:rPr sz="600" b="0">
                <a:solidFill>
                  <a:srgbClr val="777777"/>
                </a:solidFill>
                <a:latin typeface="Segoe UI"/>
              </a:rPr>
              <a:t>Windows Server 2025 | Chapter 10 | Managing Permissions and Shares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learn.microsoft.com/en-us/windows-server/storage/storage-migration-service/media/migrate/inventory.png">
            <a:extLst>
              <a:ext uri="{FF2B5EF4-FFF2-40B4-BE49-F238E27FC236}">
                <a16:creationId xmlns:a16="http://schemas.microsoft.com/office/drawing/2014/main" id="{1F40C734-5DC7-D214-47E3-0DFE1FC0DB37}"/>
              </a:ext>
            </a:extLst>
          </p:cNvPr>
          <p:cNvPicPr>
            <a:picLocks noChangeAspect="1"/>
          </p:cNvPicPr>
          <p:nvPr/>
        </p:nvPicPr>
        <p:blipFill>
          <a:blip r:embed="rId2"/>
          <a:stretch>
            <a:fillRect/>
          </a:stretch>
        </p:blipFill>
        <p:spPr>
          <a:xfrm>
            <a:off x="0" y="0"/>
            <a:ext cx="9495692" cy="5143500"/>
          </a:xfrm>
          <a:prstGeom prst="rect">
            <a:avLst/>
          </a:prstGeom>
        </p:spPr>
      </p:pic>
    </p:spTree>
    <p:extLst>
      <p:ext uri="{BB962C8B-B14F-4D97-AF65-F5344CB8AC3E}">
        <p14:creationId xmlns:p14="http://schemas.microsoft.com/office/powerpoint/2010/main" val="10444113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237744"/>
            <a:ext cx="8503920" cy="411480"/>
          </a:xfrm>
          <a:prstGeom prst="rect">
            <a:avLst/>
          </a:prstGeom>
          <a:noFill/>
        </p:spPr>
        <p:txBody>
          <a:bodyPr wrap="none" lIns="27432" tIns="18288" rIns="27432" bIns="18288">
            <a:spAutoFit/>
          </a:bodyPr>
          <a:lstStyle/>
          <a:p>
            <a:r>
              <a:rPr sz="2300" b="1">
                <a:solidFill>
                  <a:srgbClr val="243A5E"/>
                </a:solidFill>
                <a:latin typeface="Segoe UI"/>
              </a:rPr>
              <a:t>How the Migration Process Works</a:t>
            </a:r>
          </a:p>
        </p:txBody>
      </p:sp>
      <p:sp>
        <p:nvSpPr>
          <p:cNvPr id="5" name="TextBox 4"/>
          <p:cNvSpPr txBox="1"/>
          <p:nvPr/>
        </p:nvSpPr>
        <p:spPr>
          <a:xfrm>
            <a:off x="292608" y="658368"/>
            <a:ext cx="8412480" cy="329184"/>
          </a:xfrm>
          <a:prstGeom prst="rect">
            <a:avLst/>
          </a:prstGeom>
          <a:noFill/>
        </p:spPr>
        <p:txBody>
          <a:bodyPr wrap="none" lIns="27432" tIns="18288" rIns="27432" bIns="18288">
            <a:spAutoFit/>
          </a:bodyPr>
          <a:lstStyle/>
          <a:p>
            <a:r>
              <a:rPr sz="1400" b="0">
                <a:solidFill>
                  <a:srgbClr val="666666"/>
                </a:solidFill>
                <a:latin typeface="Segoe UI"/>
              </a:rPr>
              <a:t>Storage Migration Service uses a predictable inventory, transfer, cutover workflow.</a:t>
            </a:r>
          </a:p>
        </p:txBody>
      </p:sp>
      <p:cxnSp>
        <p:nvCxnSpPr>
          <p:cNvPr id="6" name="Connector 5"/>
          <p:cNvCxnSpPr/>
          <p:nvPr/>
        </p:nvCxnSpPr>
        <p:spPr>
          <a:xfrm>
            <a:off x="2404872" y="2176272"/>
            <a:ext cx="722376" cy="0"/>
          </a:xfrm>
          <a:prstGeom prst="line">
            <a:avLst/>
          </a:prstGeom>
          <a:ln w="38100">
            <a:solidFill>
              <a:srgbClr val="0076D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212080" y="2176272"/>
            <a:ext cx="731520" cy="0"/>
          </a:xfrm>
          <a:prstGeom prst="line">
            <a:avLst/>
          </a:prstGeom>
          <a:ln w="38100">
            <a:solidFill>
              <a:srgbClr val="0076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316736"/>
            <a:ext cx="438912" cy="438912"/>
          </a:xfrm>
          <a:prstGeom prst="roundRect">
            <a:avLst/>
          </a:prstGeom>
          <a:solidFill>
            <a:srgbClr val="E09600"/>
          </a:solidFill>
          <a:ln w="12700">
            <a:solidFill>
              <a:srgbClr val="E09600"/>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800" b="1">
                <a:solidFill>
                  <a:srgbClr val="FFFFFF"/>
                </a:solidFill>
                <a:latin typeface="Segoe UI"/>
              </a:rPr>
              <a:t>1</a:t>
            </a:r>
          </a:p>
        </p:txBody>
      </p:sp>
      <p:sp>
        <p:nvSpPr>
          <p:cNvPr id="9" name="Rounded Rectangle 8"/>
          <p:cNvSpPr/>
          <p:nvPr/>
        </p:nvSpPr>
        <p:spPr>
          <a:xfrm>
            <a:off x="1033271" y="1316736"/>
            <a:ext cx="1719072" cy="438912"/>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600" b="1">
                <a:solidFill>
                  <a:srgbClr val="FFFFFF"/>
                </a:solidFill>
                <a:latin typeface="Segoe UI"/>
              </a:rPr>
              <a:t>Inventory</a:t>
            </a:r>
          </a:p>
        </p:txBody>
      </p:sp>
      <p:sp>
        <p:nvSpPr>
          <p:cNvPr id="10" name="Rounded Rectangle 9"/>
          <p:cNvSpPr/>
          <p:nvPr/>
        </p:nvSpPr>
        <p:spPr>
          <a:xfrm>
            <a:off x="502920" y="1847088"/>
            <a:ext cx="2240280" cy="1417320"/>
          </a:xfrm>
          <a:prstGeom prst="roundRect">
            <a:avLst/>
          </a:prstGeom>
          <a:solidFill>
            <a:srgbClr val="D8EEF8"/>
          </a:solidFill>
          <a:ln w="1270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1965960"/>
            <a:ext cx="2029968" cy="1078992"/>
          </a:xfrm>
          <a:prstGeom prst="rect">
            <a:avLst/>
          </a:prstGeom>
          <a:noFill/>
        </p:spPr>
        <p:txBody>
          <a:bodyPr wrap="square" lIns="54864" tIns="27432" rIns="54864" bIns="27432">
            <a:spAutoFit/>
          </a:bodyPr>
          <a:lstStyle/>
          <a:p>
            <a:pPr>
              <a:spcAft>
                <a:spcPts val="400"/>
              </a:spcAft>
            </a:pPr>
            <a:r>
              <a:rPr sz="1200" b="1">
                <a:solidFill>
                  <a:srgbClr val="1F1F1F"/>
                </a:solidFill>
                <a:latin typeface="Segoe UI"/>
              </a:rPr>
              <a:t>Scan source servers</a:t>
            </a:r>
          </a:p>
          <a:p>
            <a:pPr>
              <a:spcAft>
                <a:spcPts val="400"/>
              </a:spcAft>
            </a:pPr>
            <a:r>
              <a:rPr sz="1200" b="0">
                <a:solidFill>
                  <a:srgbClr val="1F1F1F"/>
                </a:solidFill>
                <a:latin typeface="Segoe UI"/>
              </a:rPr>
              <a:t>Collect files, shares, volumes, local users/groups and security settings</a:t>
            </a:r>
          </a:p>
        </p:txBody>
      </p:sp>
      <p:sp>
        <p:nvSpPr>
          <p:cNvPr id="12" name="Rounded Rectangle 11"/>
          <p:cNvSpPr/>
          <p:nvPr/>
        </p:nvSpPr>
        <p:spPr>
          <a:xfrm>
            <a:off x="3310128" y="1316736"/>
            <a:ext cx="438912" cy="438912"/>
          </a:xfrm>
          <a:prstGeom prst="roundRect">
            <a:avLst/>
          </a:prstGeom>
          <a:solidFill>
            <a:srgbClr val="E09600"/>
          </a:solidFill>
          <a:ln w="12700">
            <a:solidFill>
              <a:srgbClr val="E09600"/>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800" b="1">
                <a:solidFill>
                  <a:srgbClr val="FFFFFF"/>
                </a:solidFill>
                <a:latin typeface="Segoe UI"/>
              </a:rPr>
              <a:t>2</a:t>
            </a:r>
          </a:p>
        </p:txBody>
      </p:sp>
      <p:sp>
        <p:nvSpPr>
          <p:cNvPr id="13" name="Rounded Rectangle 12"/>
          <p:cNvSpPr/>
          <p:nvPr/>
        </p:nvSpPr>
        <p:spPr>
          <a:xfrm>
            <a:off x="3840480" y="1316736"/>
            <a:ext cx="1719072" cy="438912"/>
          </a:xfrm>
          <a:prstGeom prst="roundRect">
            <a:avLst/>
          </a:prstGeom>
          <a:solidFill>
            <a:srgbClr val="243A5E"/>
          </a:solidFill>
          <a:ln w="12700">
            <a:solidFill>
              <a:srgbClr val="243A5E"/>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600" b="1">
                <a:solidFill>
                  <a:srgbClr val="FFFFFF"/>
                </a:solidFill>
                <a:latin typeface="Segoe UI"/>
              </a:rPr>
              <a:t>Transfer</a:t>
            </a:r>
          </a:p>
        </p:txBody>
      </p:sp>
      <p:sp>
        <p:nvSpPr>
          <p:cNvPr id="14" name="Rounded Rectangle 13"/>
          <p:cNvSpPr/>
          <p:nvPr/>
        </p:nvSpPr>
        <p:spPr>
          <a:xfrm>
            <a:off x="3310128" y="1847088"/>
            <a:ext cx="2240280" cy="1417320"/>
          </a:xfrm>
          <a:prstGeom prst="roundRect">
            <a:avLst/>
          </a:prstGeom>
          <a:solidFill>
            <a:srgbClr val="EAF2F8"/>
          </a:solidFill>
          <a:ln w="1270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19856" y="1965960"/>
            <a:ext cx="2029968" cy="1078992"/>
          </a:xfrm>
          <a:prstGeom prst="rect">
            <a:avLst/>
          </a:prstGeom>
          <a:noFill/>
        </p:spPr>
        <p:txBody>
          <a:bodyPr wrap="square" lIns="54864" tIns="27432" rIns="54864" bIns="27432">
            <a:spAutoFit/>
          </a:bodyPr>
          <a:lstStyle/>
          <a:p>
            <a:pPr>
              <a:spcAft>
                <a:spcPts val="400"/>
              </a:spcAft>
            </a:pPr>
            <a:r>
              <a:rPr sz="1200" b="1">
                <a:solidFill>
                  <a:srgbClr val="1F1F1F"/>
                </a:solidFill>
                <a:latin typeface="Segoe UI"/>
              </a:rPr>
              <a:t>Copy data to destination</a:t>
            </a:r>
          </a:p>
          <a:p>
            <a:pPr>
              <a:spcAft>
                <a:spcPts val="400"/>
              </a:spcAft>
            </a:pPr>
            <a:r>
              <a:rPr sz="1200" b="0">
                <a:solidFill>
                  <a:srgbClr val="1F1F1F"/>
                </a:solidFill>
                <a:latin typeface="Segoe UI"/>
              </a:rPr>
              <a:t>Preserve share and NTFS configuration; repeat copies can reduce final downtime</a:t>
            </a:r>
          </a:p>
        </p:txBody>
      </p:sp>
      <p:sp>
        <p:nvSpPr>
          <p:cNvPr id="16" name="Rounded Rectangle 15"/>
          <p:cNvSpPr/>
          <p:nvPr/>
        </p:nvSpPr>
        <p:spPr>
          <a:xfrm>
            <a:off x="6126480" y="1316736"/>
            <a:ext cx="438912" cy="438912"/>
          </a:xfrm>
          <a:prstGeom prst="roundRect">
            <a:avLst/>
          </a:prstGeom>
          <a:solidFill>
            <a:srgbClr val="E09600"/>
          </a:solidFill>
          <a:ln w="12700">
            <a:solidFill>
              <a:srgbClr val="E09600"/>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800" b="1">
                <a:solidFill>
                  <a:srgbClr val="FFFFFF"/>
                </a:solidFill>
                <a:latin typeface="Segoe UI"/>
              </a:rPr>
              <a:t>3</a:t>
            </a:r>
          </a:p>
        </p:txBody>
      </p:sp>
      <p:sp>
        <p:nvSpPr>
          <p:cNvPr id="17" name="Rounded Rectangle 16"/>
          <p:cNvSpPr/>
          <p:nvPr/>
        </p:nvSpPr>
        <p:spPr>
          <a:xfrm>
            <a:off x="6656832" y="1316736"/>
            <a:ext cx="1719072" cy="438912"/>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600" b="1">
                <a:solidFill>
                  <a:srgbClr val="FFFFFF"/>
                </a:solidFill>
                <a:latin typeface="Segoe UI"/>
              </a:rPr>
              <a:t>Cut over</a:t>
            </a:r>
          </a:p>
        </p:txBody>
      </p:sp>
      <p:sp>
        <p:nvSpPr>
          <p:cNvPr id="18" name="Rounded Rectangle 17"/>
          <p:cNvSpPr/>
          <p:nvPr/>
        </p:nvSpPr>
        <p:spPr>
          <a:xfrm>
            <a:off x="6126480" y="1847088"/>
            <a:ext cx="2240280" cy="1417320"/>
          </a:xfrm>
          <a:prstGeom prst="roundRect">
            <a:avLst/>
          </a:prstGeom>
          <a:solidFill>
            <a:srgbClr val="D8EEF8"/>
          </a:solidFill>
          <a:ln w="1270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36208" y="1965960"/>
            <a:ext cx="2029968" cy="1078992"/>
          </a:xfrm>
          <a:prstGeom prst="rect">
            <a:avLst/>
          </a:prstGeom>
          <a:noFill/>
        </p:spPr>
        <p:txBody>
          <a:bodyPr wrap="square" lIns="54864" tIns="27432" rIns="54864" bIns="27432">
            <a:spAutoFit/>
          </a:bodyPr>
          <a:lstStyle/>
          <a:p>
            <a:pPr>
              <a:spcAft>
                <a:spcPts val="400"/>
              </a:spcAft>
            </a:pPr>
            <a:r>
              <a:rPr sz="1200" b="1">
                <a:solidFill>
                  <a:srgbClr val="1F1F1F"/>
                </a:solidFill>
                <a:latin typeface="Segoe UI"/>
              </a:rPr>
              <a:t>Optional identity switch</a:t>
            </a:r>
          </a:p>
          <a:p>
            <a:pPr>
              <a:spcAft>
                <a:spcPts val="400"/>
              </a:spcAft>
            </a:pPr>
            <a:r>
              <a:rPr sz="1200" b="0">
                <a:solidFill>
                  <a:srgbClr val="1F1F1F"/>
                </a:solidFill>
                <a:latin typeface="Segoe UI"/>
              </a:rPr>
              <a:t>Destination assumes source name/network identity so paths remain unchanged</a:t>
            </a:r>
          </a:p>
        </p:txBody>
      </p:sp>
      <p:sp>
        <p:nvSpPr>
          <p:cNvPr id="20" name="Rectangle 19"/>
          <p:cNvSpPr/>
          <p:nvPr/>
        </p:nvSpPr>
        <p:spPr>
          <a:xfrm>
            <a:off x="502920" y="3398520"/>
            <a:ext cx="8138160" cy="999744"/>
          </a:xfrm>
          <a:prstGeom prst="rect">
            <a:avLst/>
          </a:prstGeom>
          <a:solidFill>
            <a:srgbClr val="F4F9FC"/>
          </a:solidFill>
          <a:ln w="12700">
            <a:solidFill>
              <a:srgbClr val="B5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500000"/>
            <a:ext cx="7863840" cy="800000"/>
          </a:xfrm>
          <a:prstGeom prst="rect">
            <a:avLst/>
          </a:prstGeom>
          <a:noFill/>
        </p:spPr>
        <p:txBody>
          <a:bodyPr wrap="square" lIns="54864" tIns="27432" rIns="54864" bIns="27432">
            <a:spAutoFit/>
          </a:bodyPr>
          <a:lstStyle/>
          <a:p>
            <a:pPr>
              <a:spcAft>
                <a:spcPts val="400"/>
              </a:spcAft>
            </a:pPr>
            <a:r>
              <a:rPr sz="1150" b="0">
                <a:solidFill>
                  <a:srgbClr val="1F1F1F"/>
                </a:solidFill>
                <a:latin typeface="Segoe UI"/>
              </a:rPr>
              <a:t>After cutover, the source server enters a maintenance state and remains available for decommissioning later; source files are not deleted by the service.</a:t>
            </a:r>
          </a:p>
          <a:p>
            <a:pPr>
              <a:spcAft>
                <a:spcPts val="400"/>
              </a:spcAft>
            </a:pPr>
            <a:r>
              <a:rPr sz="1150" b="0">
                <a:solidFill>
                  <a:srgbClr val="1F1F1F"/>
                </a:solidFill>
                <a:latin typeface="Segoe UI"/>
              </a:rPr>
              <a:t>For a migration without identity cutover, update DFS, mapped drives, application paths or user shortcuts separately.</a:t>
            </a:r>
          </a:p>
        </p:txBody>
      </p:sp>
      <p:sp>
        <p:nvSpPr>
          <p:cNvPr id="22" name="TextBox 21"/>
          <p:cNvSpPr txBox="1"/>
          <p:nvPr/>
        </p:nvSpPr>
        <p:spPr>
          <a:xfrm>
            <a:off x="292608" y="4745736"/>
            <a:ext cx="5120640" cy="146304"/>
          </a:xfrm>
          <a:prstGeom prst="rect">
            <a:avLst/>
          </a:prstGeom>
          <a:noFill/>
        </p:spPr>
        <p:txBody>
          <a:bodyPr wrap="none" lIns="27432" tIns="18288" rIns="27432" bIns="18288">
            <a:spAutoFit/>
          </a:bodyPr>
          <a:lstStyle/>
          <a:p>
            <a:r>
              <a:rPr sz="650" b="0">
                <a:solidFill>
                  <a:srgbClr val="888888"/>
                </a:solidFill>
                <a:latin typeface="Segoe UI"/>
              </a:rPr>
              <a:t>Source: Microsoft Learn — Storage Migration Service overview</a:t>
            </a:r>
          </a:p>
        </p:txBody>
      </p:sp>
      <p:sp>
        <p:nvSpPr>
          <p:cNvPr id="23" name="TextBox 22"/>
          <p:cNvSpPr txBox="1"/>
          <p:nvPr/>
        </p:nvSpPr>
        <p:spPr>
          <a:xfrm>
            <a:off x="438912" y="4956048"/>
            <a:ext cx="7132320" cy="146304"/>
          </a:xfrm>
          <a:prstGeom prst="rect">
            <a:avLst/>
          </a:prstGeom>
          <a:noFill/>
        </p:spPr>
        <p:txBody>
          <a:bodyPr wrap="none" lIns="27432" tIns="18288" rIns="27432" bIns="18288">
            <a:spAutoFit/>
          </a:bodyPr>
          <a:lstStyle/>
          <a:p>
            <a:r>
              <a:rPr sz="600" b="0">
                <a:solidFill>
                  <a:srgbClr val="777777"/>
                </a:solidFill>
                <a:latin typeface="Segoe UI"/>
              </a:rPr>
              <a:t>Windows Server 2025 | Chapter 10 | Managing Permissions and Shares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237744"/>
            <a:ext cx="8503920" cy="411480"/>
          </a:xfrm>
          <a:prstGeom prst="rect">
            <a:avLst/>
          </a:prstGeom>
          <a:noFill/>
        </p:spPr>
        <p:txBody>
          <a:bodyPr wrap="none" lIns="27432" tIns="18288" rIns="27432" bIns="18288">
            <a:spAutoFit/>
          </a:bodyPr>
          <a:lstStyle/>
          <a:p>
            <a:r>
              <a:rPr sz="2300" b="1">
                <a:solidFill>
                  <a:srgbClr val="243A5E"/>
                </a:solidFill>
                <a:latin typeface="Segoe UI"/>
              </a:rPr>
              <a:t>Storage Migration Service Architecture</a:t>
            </a:r>
          </a:p>
        </p:txBody>
      </p:sp>
      <p:sp>
        <p:nvSpPr>
          <p:cNvPr id="5" name="TextBox 4"/>
          <p:cNvSpPr txBox="1"/>
          <p:nvPr/>
        </p:nvSpPr>
        <p:spPr>
          <a:xfrm>
            <a:off x="292608" y="658368"/>
            <a:ext cx="8412480" cy="329184"/>
          </a:xfrm>
          <a:prstGeom prst="rect">
            <a:avLst/>
          </a:prstGeom>
          <a:noFill/>
        </p:spPr>
        <p:txBody>
          <a:bodyPr wrap="none" lIns="27432" tIns="18288" rIns="27432" bIns="18288">
            <a:spAutoFit/>
          </a:bodyPr>
          <a:lstStyle/>
          <a:p>
            <a:r>
              <a:rPr sz="1400" b="0">
                <a:solidFill>
                  <a:srgbClr val="666666"/>
                </a:solidFill>
                <a:latin typeface="Segoe UI"/>
              </a:rPr>
              <a:t>Windows Admin Center drives the migration, while an orchestrator coordinates source and destination servers.</a:t>
            </a:r>
          </a:p>
        </p:txBody>
      </p:sp>
      <p:cxnSp>
        <p:nvCxnSpPr>
          <p:cNvPr id="6" name="Connector 5"/>
          <p:cNvCxnSpPr/>
          <p:nvPr/>
        </p:nvCxnSpPr>
        <p:spPr>
          <a:xfrm>
            <a:off x="2103120" y="2029968"/>
            <a:ext cx="1097280" cy="0"/>
          </a:xfrm>
          <a:prstGeom prst="line">
            <a:avLst/>
          </a:prstGeom>
          <a:ln w="31750">
            <a:solidFill>
              <a:srgbClr val="0076D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572000" y="1499616"/>
            <a:ext cx="1051560" cy="530352"/>
          </a:xfrm>
          <a:prstGeom prst="line">
            <a:avLst/>
          </a:prstGeom>
          <a:ln w="31750">
            <a:solidFill>
              <a:srgbClr val="0076D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572000" y="2212848"/>
            <a:ext cx="1051560" cy="548640"/>
          </a:xfrm>
          <a:prstGeom prst="line">
            <a:avLst/>
          </a:prstGeom>
          <a:ln w="31750">
            <a:solidFill>
              <a:srgbClr val="0076D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11480" y="1481328"/>
            <a:ext cx="1783080" cy="1051560"/>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600" b="1">
                <a:solidFill>
                  <a:srgbClr val="FFFFFF"/>
                </a:solidFill>
                <a:latin typeface="Segoe UI"/>
              </a:rPr>
              <a:t>Windows Admin Center</a:t>
            </a:r>
            <a:br/>
            <a:r>
              <a:rPr sz="1600" b="1">
                <a:solidFill>
                  <a:srgbClr val="FFFFFF"/>
                </a:solidFill>
                <a:latin typeface="Segoe UI"/>
              </a:rPr>
              <a:t>UI</a:t>
            </a:r>
          </a:p>
        </p:txBody>
      </p:sp>
      <p:sp>
        <p:nvSpPr>
          <p:cNvPr id="10" name="Rounded Rectangle 9"/>
          <p:cNvSpPr/>
          <p:nvPr/>
        </p:nvSpPr>
        <p:spPr>
          <a:xfrm>
            <a:off x="3127248" y="1481328"/>
            <a:ext cx="1600200" cy="1051560"/>
          </a:xfrm>
          <a:prstGeom prst="roundRect">
            <a:avLst/>
          </a:prstGeom>
          <a:solidFill>
            <a:srgbClr val="243A5E"/>
          </a:solidFill>
          <a:ln w="12700">
            <a:solidFill>
              <a:srgbClr val="243A5E"/>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600" b="1">
                <a:solidFill>
                  <a:srgbClr val="FFFFFF"/>
                </a:solidFill>
                <a:latin typeface="Segoe UI"/>
              </a:rPr>
              <a:t>Orchestrator</a:t>
            </a:r>
            <a:br/>
            <a:r>
              <a:rPr sz="1600" b="1">
                <a:solidFill>
                  <a:srgbClr val="FFFFFF"/>
                </a:solidFill>
                <a:latin typeface="Segoe UI"/>
              </a:rPr>
              <a:t>Server</a:t>
            </a:r>
          </a:p>
        </p:txBody>
      </p:sp>
      <p:sp>
        <p:nvSpPr>
          <p:cNvPr id="11" name="Rounded Rectangle 10"/>
          <p:cNvSpPr/>
          <p:nvPr/>
        </p:nvSpPr>
        <p:spPr>
          <a:xfrm>
            <a:off x="5705856" y="950976"/>
            <a:ext cx="1600200" cy="987552"/>
          </a:xfrm>
          <a:prstGeom prst="roundRect">
            <a:avLst/>
          </a:prstGeom>
          <a:solidFill>
            <a:srgbClr val="E09600"/>
          </a:solidFill>
          <a:ln w="12700">
            <a:solidFill>
              <a:srgbClr val="E09600"/>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500" b="1">
                <a:solidFill>
                  <a:srgbClr val="FFFFFF"/>
                </a:solidFill>
                <a:latin typeface="Segoe UI"/>
              </a:rPr>
              <a:t>Source</a:t>
            </a:r>
            <a:br/>
            <a:r>
              <a:rPr sz="1500" b="1">
                <a:solidFill>
                  <a:srgbClr val="FFFFFF"/>
                </a:solidFill>
                <a:latin typeface="Segoe UI"/>
              </a:rPr>
              <a:t>File Server</a:t>
            </a:r>
          </a:p>
        </p:txBody>
      </p:sp>
      <p:sp>
        <p:nvSpPr>
          <p:cNvPr id="12" name="Rounded Rectangle 11"/>
          <p:cNvSpPr/>
          <p:nvPr/>
        </p:nvSpPr>
        <p:spPr>
          <a:xfrm>
            <a:off x="5705856" y="2395728"/>
            <a:ext cx="1783080" cy="987552"/>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350" b="1">
                <a:solidFill>
                  <a:srgbClr val="FFFFFF"/>
                </a:solidFill>
                <a:latin typeface="Segoe UI"/>
              </a:rPr>
              <a:t>Destination</a:t>
            </a:r>
            <a:br/>
            <a:r>
              <a:rPr sz="1350" b="1">
                <a:solidFill>
                  <a:srgbClr val="FFFFFF"/>
                </a:solidFill>
                <a:latin typeface="Segoe UI"/>
              </a:rPr>
              <a:t>Server / Cluster / Azure VM</a:t>
            </a:r>
          </a:p>
        </p:txBody>
      </p:sp>
      <p:sp>
        <p:nvSpPr>
          <p:cNvPr id="13" name="TextBox 12"/>
          <p:cNvSpPr txBox="1"/>
          <p:nvPr/>
        </p:nvSpPr>
        <p:spPr>
          <a:xfrm>
            <a:off x="438912" y="2660904"/>
            <a:ext cx="1737360" cy="256032"/>
          </a:xfrm>
          <a:prstGeom prst="rect">
            <a:avLst/>
          </a:prstGeom>
          <a:noFill/>
        </p:spPr>
        <p:txBody>
          <a:bodyPr wrap="none" lIns="27432" tIns="18288" rIns="27432" bIns="18288">
            <a:spAutoFit/>
          </a:bodyPr>
          <a:lstStyle/>
          <a:p>
            <a:pPr algn="ctr"/>
            <a:r>
              <a:rPr sz="1050" b="0">
                <a:solidFill>
                  <a:srgbClr val="666666"/>
                </a:solidFill>
                <a:latin typeface="Segoe UI"/>
              </a:rPr>
              <a:t>Runs SMS UI extension</a:t>
            </a:r>
          </a:p>
        </p:txBody>
      </p:sp>
      <p:sp>
        <p:nvSpPr>
          <p:cNvPr id="14" name="TextBox 13"/>
          <p:cNvSpPr txBox="1"/>
          <p:nvPr/>
        </p:nvSpPr>
        <p:spPr>
          <a:xfrm>
            <a:off x="2907792" y="2660904"/>
            <a:ext cx="2057400" cy="256032"/>
          </a:xfrm>
          <a:prstGeom prst="rect">
            <a:avLst/>
          </a:prstGeom>
          <a:noFill/>
        </p:spPr>
        <p:txBody>
          <a:bodyPr wrap="none" lIns="27432" tIns="18288" rIns="27432" bIns="18288">
            <a:spAutoFit/>
          </a:bodyPr>
          <a:lstStyle/>
          <a:p>
            <a:pPr algn="ctr"/>
            <a:r>
              <a:rPr sz="1050" b="0">
                <a:solidFill>
                  <a:srgbClr val="666666"/>
                </a:solidFill>
                <a:latin typeface="Segoe UI"/>
              </a:rPr>
              <a:t>Coordinates inventory, transfer and cutover</a:t>
            </a:r>
          </a:p>
        </p:txBody>
      </p:sp>
      <p:sp>
        <p:nvSpPr>
          <p:cNvPr id="15" name="TextBox 14"/>
          <p:cNvSpPr txBox="1"/>
          <p:nvPr/>
        </p:nvSpPr>
        <p:spPr>
          <a:xfrm>
            <a:off x="5257800" y="3675887"/>
            <a:ext cx="2743200" cy="256032"/>
          </a:xfrm>
          <a:prstGeom prst="rect">
            <a:avLst/>
          </a:prstGeom>
          <a:noFill/>
        </p:spPr>
        <p:txBody>
          <a:bodyPr wrap="none" lIns="27432" tIns="18288" rIns="27432" bIns="18288">
            <a:spAutoFit/>
          </a:bodyPr>
          <a:lstStyle/>
          <a:p>
            <a:pPr algn="ctr"/>
            <a:r>
              <a:rPr sz="1050" b="0">
                <a:solidFill>
                  <a:srgbClr val="666666"/>
                </a:solidFill>
                <a:latin typeface="Segoe UI"/>
              </a:rPr>
              <a:t>Windows, Linux Samba, NetApp CIFS, clusters</a:t>
            </a:r>
          </a:p>
        </p:txBody>
      </p:sp>
      <p:sp>
        <p:nvSpPr>
          <p:cNvPr id="16" name="Rounded Rectangle 15"/>
          <p:cNvSpPr/>
          <p:nvPr/>
        </p:nvSpPr>
        <p:spPr>
          <a:xfrm>
            <a:off x="411480" y="3410712"/>
            <a:ext cx="4526280" cy="1115568"/>
          </a:xfrm>
          <a:prstGeom prst="roundRect">
            <a:avLst/>
          </a:prstGeom>
          <a:solidFill>
            <a:srgbClr val="D8EEF8"/>
          </a:solidFill>
          <a:ln w="1270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 y="3502152"/>
            <a:ext cx="4251960" cy="877824"/>
          </a:xfrm>
          <a:prstGeom prst="rect">
            <a:avLst/>
          </a:prstGeom>
          <a:noFill/>
        </p:spPr>
        <p:txBody>
          <a:bodyPr wrap="none" lIns="54864" tIns="27432" rIns="54864" bIns="27432">
            <a:spAutoFit/>
          </a:bodyPr>
          <a:lstStyle/>
          <a:p>
            <a:pPr>
              <a:spcAft>
                <a:spcPts val="400"/>
              </a:spcAft>
            </a:pPr>
            <a:r>
              <a:rPr sz="1060" b="1" dirty="0">
                <a:solidFill>
                  <a:srgbClr val="1F1F1F"/>
                </a:solidFill>
                <a:latin typeface="Segoe UI"/>
              </a:rPr>
              <a:t>Core requirements</a:t>
            </a:r>
          </a:p>
          <a:p>
            <a:pPr>
              <a:spcAft>
                <a:spcPts val="400"/>
              </a:spcAft>
            </a:pPr>
            <a:r>
              <a:rPr sz="1060" b="0" dirty="0">
                <a:solidFill>
                  <a:srgbClr val="1F1F1F"/>
                </a:solidFill>
                <a:latin typeface="Segoe UI"/>
              </a:rPr>
              <a:t>• Orchestrator: Windows Server 2019 or later</a:t>
            </a:r>
          </a:p>
          <a:p>
            <a:pPr>
              <a:spcAft>
                <a:spcPts val="400"/>
              </a:spcAft>
            </a:pPr>
            <a:r>
              <a:rPr sz="1060" b="0" dirty="0">
                <a:solidFill>
                  <a:srgbClr val="1F1F1F"/>
                </a:solidFill>
                <a:latin typeface="Segoe UI"/>
              </a:rPr>
              <a:t>• Destination: Windows Server 2019+ recommended; standalone or failover cluster</a:t>
            </a:r>
          </a:p>
          <a:p>
            <a:pPr>
              <a:spcAft>
                <a:spcPts val="400"/>
              </a:spcAft>
            </a:pPr>
            <a:r>
              <a:rPr sz="1060" b="0" dirty="0">
                <a:solidFill>
                  <a:srgbClr val="1F1F1F"/>
                </a:solidFill>
                <a:latin typeface="Segoe UI"/>
              </a:rPr>
              <a:t>• Migration accounts: admin on source, destination and orchestrator</a:t>
            </a:r>
          </a:p>
          <a:p>
            <a:pPr>
              <a:spcAft>
                <a:spcPts val="400"/>
              </a:spcAft>
            </a:pPr>
            <a:r>
              <a:rPr sz="1060" b="0" dirty="0">
                <a:solidFill>
                  <a:srgbClr val="1F1F1F"/>
                </a:solidFill>
                <a:latin typeface="Segoe UI"/>
              </a:rPr>
              <a:t>• Firewall: SMB-In, </a:t>
            </a:r>
            <a:r>
              <a:rPr sz="1060" b="0" dirty="0" err="1">
                <a:solidFill>
                  <a:srgbClr val="1F1F1F"/>
                </a:solidFill>
                <a:latin typeface="Segoe UI"/>
              </a:rPr>
              <a:t>Netlogon</a:t>
            </a:r>
            <a:r>
              <a:rPr sz="1060" b="0" dirty="0">
                <a:solidFill>
                  <a:srgbClr val="1F1F1F"/>
                </a:solidFill>
                <a:latin typeface="Segoe UI"/>
              </a:rPr>
              <a:t> NP-In, WMI DCOM-In and WMI-In</a:t>
            </a:r>
          </a:p>
        </p:txBody>
      </p:sp>
      <p:sp>
        <p:nvSpPr>
          <p:cNvPr id="18" name="TextBox 17"/>
          <p:cNvSpPr txBox="1"/>
          <p:nvPr/>
        </p:nvSpPr>
        <p:spPr>
          <a:xfrm>
            <a:off x="292608" y="4745736"/>
            <a:ext cx="5120640" cy="146304"/>
          </a:xfrm>
          <a:prstGeom prst="rect">
            <a:avLst/>
          </a:prstGeom>
          <a:noFill/>
        </p:spPr>
        <p:txBody>
          <a:bodyPr wrap="none" lIns="27432" tIns="18288" rIns="27432" bIns="18288">
            <a:spAutoFit/>
          </a:bodyPr>
          <a:lstStyle/>
          <a:p>
            <a:r>
              <a:rPr sz="650" b="0">
                <a:solidFill>
                  <a:srgbClr val="888888"/>
                </a:solidFill>
                <a:latin typeface="Segoe UI"/>
              </a:rPr>
              <a:t>Source: Microsoft Learn — Storage Migration Service overview</a:t>
            </a:r>
          </a:p>
        </p:txBody>
      </p:sp>
      <p:sp>
        <p:nvSpPr>
          <p:cNvPr id="19" name="TextBox 18"/>
          <p:cNvSpPr txBox="1"/>
          <p:nvPr/>
        </p:nvSpPr>
        <p:spPr>
          <a:xfrm>
            <a:off x="438912" y="4956048"/>
            <a:ext cx="7132320" cy="146304"/>
          </a:xfrm>
          <a:prstGeom prst="rect">
            <a:avLst/>
          </a:prstGeom>
          <a:noFill/>
        </p:spPr>
        <p:txBody>
          <a:bodyPr wrap="none" lIns="27432" tIns="18288" rIns="27432" bIns="18288">
            <a:spAutoFit/>
          </a:bodyPr>
          <a:lstStyle/>
          <a:p>
            <a:r>
              <a:rPr sz="600" b="0">
                <a:solidFill>
                  <a:srgbClr val="777777"/>
                </a:solidFill>
                <a:latin typeface="Segoe UI"/>
              </a:rPr>
              <a:t>Windows Server 2025 | Chapter 10 | Managing Permissions and Shares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 y="237744"/>
            <a:ext cx="8503920" cy="411480"/>
          </a:xfrm>
          <a:prstGeom prst="rect">
            <a:avLst/>
          </a:prstGeom>
          <a:noFill/>
        </p:spPr>
        <p:txBody>
          <a:bodyPr wrap="none" lIns="27432" tIns="18288" rIns="27432" bIns="18288">
            <a:spAutoFit/>
          </a:bodyPr>
          <a:lstStyle/>
          <a:p>
            <a:r>
              <a:rPr sz="2300" b="1">
                <a:solidFill>
                  <a:srgbClr val="243A5E"/>
                </a:solidFill>
                <a:latin typeface="Segoe UI"/>
              </a:rPr>
              <a:t>Operational Planning and Azure Options</a:t>
            </a:r>
          </a:p>
        </p:txBody>
      </p:sp>
      <p:sp>
        <p:nvSpPr>
          <p:cNvPr id="5" name="TextBox 4"/>
          <p:cNvSpPr txBox="1"/>
          <p:nvPr/>
        </p:nvSpPr>
        <p:spPr>
          <a:xfrm>
            <a:off x="292608" y="658368"/>
            <a:ext cx="8412480" cy="329184"/>
          </a:xfrm>
          <a:prstGeom prst="rect">
            <a:avLst/>
          </a:prstGeom>
          <a:noFill/>
        </p:spPr>
        <p:txBody>
          <a:bodyPr wrap="none" lIns="27432" tIns="18288" rIns="27432" bIns="18288">
            <a:spAutoFit/>
          </a:bodyPr>
          <a:lstStyle/>
          <a:p>
            <a:r>
              <a:rPr sz="1400" b="0" dirty="0">
                <a:solidFill>
                  <a:srgbClr val="666666"/>
                </a:solidFill>
                <a:latin typeface="Segoe UI"/>
              </a:rPr>
              <a:t>Use Storage Migration Service for file-server migrations; use Azure Migrate for lift-and-shift VM moves.</a:t>
            </a:r>
          </a:p>
        </p:txBody>
      </p:sp>
      <p:sp>
        <p:nvSpPr>
          <p:cNvPr id="6" name="Rounded Rectangle 5"/>
          <p:cNvSpPr/>
          <p:nvPr/>
        </p:nvSpPr>
        <p:spPr>
          <a:xfrm>
            <a:off x="347472" y="1024128"/>
            <a:ext cx="3913632" cy="3246120"/>
          </a:xfrm>
          <a:prstGeom prst="roundRect">
            <a:avLst/>
          </a:prstGeom>
          <a:solidFill>
            <a:srgbClr val="F4F9FC"/>
          </a:solidFill>
          <a:ln w="12700">
            <a:solidFill>
              <a:srgbClr val="B5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7472" y="1024128"/>
            <a:ext cx="3913632" cy="411480"/>
          </a:xfrm>
          <a:prstGeom prst="roundRect">
            <a:avLst/>
          </a:prstGeom>
          <a:solidFill>
            <a:srgbClr val="243A5E"/>
          </a:solidFill>
          <a:ln w="12700">
            <a:solidFill>
              <a:srgbClr val="243A5E"/>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400" b="1">
                <a:solidFill>
                  <a:srgbClr val="FFFFFF"/>
                </a:solidFill>
                <a:latin typeface="Segoe UI"/>
              </a:rPr>
              <a:t>Plan the file-server migration</a:t>
            </a:r>
          </a:p>
        </p:txBody>
      </p:sp>
      <p:sp>
        <p:nvSpPr>
          <p:cNvPr id="8" name="TextBox 7"/>
          <p:cNvSpPr txBox="1"/>
          <p:nvPr/>
        </p:nvSpPr>
        <p:spPr>
          <a:xfrm>
            <a:off x="502920" y="1600200"/>
            <a:ext cx="3584448" cy="2331720"/>
          </a:xfrm>
          <a:prstGeom prst="rect">
            <a:avLst/>
          </a:prstGeom>
          <a:noFill/>
        </p:spPr>
        <p:txBody>
          <a:bodyPr wrap="square" lIns="54864" tIns="27432" rIns="54864" bIns="27432">
            <a:spAutoFit/>
          </a:bodyPr>
          <a:lstStyle/>
          <a:p>
            <a:pPr>
              <a:spcAft>
                <a:spcPts val="400"/>
              </a:spcAft>
            </a:pPr>
            <a:r>
              <a:rPr sz="1300" b="0">
                <a:solidFill>
                  <a:srgbClr val="1F1F1F"/>
                </a:solidFill>
                <a:latin typeface="Segoe UI"/>
              </a:rPr>
              <a:t>• Decide whether the destination will take over the source server identity</a:t>
            </a:r>
          </a:p>
          <a:p>
            <a:pPr>
              <a:spcAft>
                <a:spcPts val="400"/>
              </a:spcAft>
            </a:pPr>
            <a:r>
              <a:rPr sz="1300" b="0">
                <a:solidFill>
                  <a:srgbClr val="1F1F1F"/>
                </a:solidFill>
                <a:latin typeface="Segoe UI"/>
              </a:rPr>
              <a:t>• Validate DNS, AD domain membership and SPNs before cutover</a:t>
            </a:r>
          </a:p>
          <a:p>
            <a:pPr>
              <a:spcAft>
                <a:spcPts val="400"/>
              </a:spcAft>
            </a:pPr>
            <a:r>
              <a:rPr sz="1300" b="0">
                <a:solidFill>
                  <a:srgbClr val="1F1F1F"/>
                </a:solidFill>
                <a:latin typeface="Segoe UI"/>
              </a:rPr>
              <a:t>• Schedule cutover for the shortest acceptable outage window</a:t>
            </a:r>
          </a:p>
          <a:p>
            <a:pPr>
              <a:spcAft>
                <a:spcPts val="400"/>
              </a:spcAft>
            </a:pPr>
            <a:r>
              <a:rPr sz="1300" b="0">
                <a:solidFill>
                  <a:srgbClr val="1F1F1F"/>
                </a:solidFill>
                <a:latin typeface="Segoe UI"/>
              </a:rPr>
              <a:t>• Keep the source server for rollback/decommission checks</a:t>
            </a:r>
          </a:p>
          <a:p>
            <a:pPr>
              <a:spcAft>
                <a:spcPts val="400"/>
              </a:spcAft>
            </a:pPr>
            <a:r>
              <a:rPr sz="1300" b="0">
                <a:solidFill>
                  <a:srgbClr val="1F1F1F"/>
                </a:solidFill>
                <a:latin typeface="Segoe UI"/>
              </a:rPr>
              <a:t>• Re-run transfer to reduce delta data before final cutover</a:t>
            </a:r>
          </a:p>
        </p:txBody>
      </p:sp>
      <p:sp>
        <p:nvSpPr>
          <p:cNvPr id="9" name="Rounded Rectangle 8"/>
          <p:cNvSpPr/>
          <p:nvPr/>
        </p:nvSpPr>
        <p:spPr>
          <a:xfrm>
            <a:off x="4617720" y="1024128"/>
            <a:ext cx="3913632" cy="3246120"/>
          </a:xfrm>
          <a:prstGeom prst="roundRect">
            <a:avLst/>
          </a:prstGeom>
          <a:solidFill>
            <a:srgbClr val="F4F9FC"/>
          </a:solidFill>
          <a:ln w="12700">
            <a:solidFill>
              <a:srgbClr val="B5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17720" y="1024128"/>
            <a:ext cx="3913632" cy="411480"/>
          </a:xfrm>
          <a:prstGeom prst="roundRect">
            <a:avLst/>
          </a:prstGeom>
          <a:solidFill>
            <a:srgbClr val="0076D4"/>
          </a:solidFill>
          <a:ln w="12700">
            <a:solidFill>
              <a:srgbClr val="0076D4"/>
            </a:solidFill>
          </a:ln>
        </p:spPr>
        <p:style>
          <a:lnRef idx="1">
            <a:schemeClr val="accent1"/>
          </a:lnRef>
          <a:fillRef idx="3">
            <a:schemeClr val="accent1"/>
          </a:fillRef>
          <a:effectRef idx="2">
            <a:schemeClr val="accent1"/>
          </a:effectRef>
          <a:fontRef idx="minor">
            <a:schemeClr val="lt1"/>
          </a:fontRef>
        </p:style>
        <p:txBody>
          <a:bodyPr lIns="73152" tIns="54864" rIns="73152" bIns="54864" rtlCol="0" anchor="ctr"/>
          <a:lstStyle/>
          <a:p>
            <a:pPr algn="ctr"/>
            <a:r>
              <a:rPr sz="1400" b="1">
                <a:solidFill>
                  <a:srgbClr val="FFFFFF"/>
                </a:solidFill>
                <a:latin typeface="Segoe UI"/>
              </a:rPr>
              <a:t>Azure migration paths</a:t>
            </a:r>
          </a:p>
        </p:txBody>
      </p:sp>
      <p:sp>
        <p:nvSpPr>
          <p:cNvPr id="11" name="TextBox 10"/>
          <p:cNvSpPr txBox="1"/>
          <p:nvPr/>
        </p:nvSpPr>
        <p:spPr>
          <a:xfrm>
            <a:off x="4773168" y="1600200"/>
            <a:ext cx="3584448" cy="2331720"/>
          </a:xfrm>
          <a:prstGeom prst="rect">
            <a:avLst/>
          </a:prstGeom>
          <a:noFill/>
        </p:spPr>
        <p:txBody>
          <a:bodyPr wrap="square" lIns="54864" tIns="27432" rIns="54864" bIns="27432">
            <a:spAutoFit/>
          </a:bodyPr>
          <a:lstStyle/>
          <a:p>
            <a:pPr>
              <a:spcAft>
                <a:spcPts val="400"/>
              </a:spcAft>
            </a:pPr>
            <a:r>
              <a:rPr sz="1300" b="0">
                <a:solidFill>
                  <a:srgbClr val="1F1F1F"/>
                </a:solidFill>
                <a:latin typeface="Segoe UI"/>
              </a:rPr>
              <a:t>• Windows Admin Center can deploy an Azure IaaS VM for the destination</a:t>
            </a:r>
          </a:p>
          <a:p>
            <a:pPr>
              <a:spcAft>
                <a:spcPts val="400"/>
              </a:spcAft>
            </a:pPr>
            <a:r>
              <a:rPr sz="1300" b="0">
                <a:solidFill>
                  <a:srgbClr val="1F1F1F"/>
                </a:solidFill>
                <a:latin typeface="Segoe UI"/>
              </a:rPr>
              <a:t>• It can configure storage, join the VM to the domain and install roles</a:t>
            </a:r>
          </a:p>
          <a:p>
            <a:pPr>
              <a:spcAft>
                <a:spcPts val="400"/>
              </a:spcAft>
            </a:pPr>
            <a:r>
              <a:rPr sz="1300" b="0">
                <a:solidFill>
                  <a:srgbClr val="1F1F1F"/>
                </a:solidFill>
                <a:latin typeface="Segoe UI"/>
              </a:rPr>
              <a:t>• Azure Files is not a direct SMS destination</a:t>
            </a:r>
          </a:p>
          <a:p>
            <a:pPr>
              <a:spcAft>
                <a:spcPts val="400"/>
              </a:spcAft>
            </a:pPr>
            <a:r>
              <a:rPr sz="1300" b="0">
                <a:solidFill>
                  <a:srgbClr val="1F1F1F"/>
                </a:solidFill>
                <a:latin typeface="Segoe UI"/>
              </a:rPr>
              <a:t>• Servers running Azure File Sync with cloud tiering are supported</a:t>
            </a:r>
          </a:p>
          <a:p>
            <a:pPr>
              <a:spcAft>
                <a:spcPts val="400"/>
              </a:spcAft>
            </a:pPr>
            <a:r>
              <a:rPr sz="1300" b="0">
                <a:solidFill>
                  <a:srgbClr val="1F1F1F"/>
                </a:solidFill>
                <a:latin typeface="Segoe UI"/>
              </a:rPr>
              <a:t>• Azure Migrate is the better tool for moving whole VMs unchanged</a:t>
            </a:r>
          </a:p>
        </p:txBody>
      </p:sp>
      <p:sp>
        <p:nvSpPr>
          <p:cNvPr id="12" name="Rounded Rectangle 11"/>
          <p:cNvSpPr/>
          <p:nvPr/>
        </p:nvSpPr>
        <p:spPr>
          <a:xfrm>
            <a:off x="594360" y="4288000"/>
            <a:ext cx="7955279" cy="430000"/>
          </a:xfrm>
          <a:prstGeom prst="roundRect">
            <a:avLst/>
          </a:prstGeom>
          <a:solidFill>
            <a:srgbClr val="E09600"/>
          </a:solidFill>
          <a:ln w="12700">
            <a:solidFill>
              <a:srgbClr val="E09600"/>
            </a:solid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sz="1220" b="1">
                <a:solidFill>
                  <a:srgbClr val="FFFFFF"/>
                </a:solidFill>
                <a:latin typeface="Segoe UI"/>
              </a:rPr>
              <a:t>Migration decision: data and shares = Storage Migration Service   |   whole server workload = Azure Migrate</a:t>
            </a:r>
          </a:p>
        </p:txBody>
      </p:sp>
      <p:sp>
        <p:nvSpPr>
          <p:cNvPr id="13" name="TextBox 12"/>
          <p:cNvSpPr txBox="1"/>
          <p:nvPr/>
        </p:nvSpPr>
        <p:spPr>
          <a:xfrm>
            <a:off x="292608" y="4745736"/>
            <a:ext cx="5120640" cy="146304"/>
          </a:xfrm>
          <a:prstGeom prst="rect">
            <a:avLst/>
          </a:prstGeom>
          <a:noFill/>
        </p:spPr>
        <p:txBody>
          <a:bodyPr wrap="none" lIns="27432" tIns="18288" rIns="27432" bIns="18288">
            <a:spAutoFit/>
          </a:bodyPr>
          <a:lstStyle/>
          <a:p>
            <a:r>
              <a:rPr sz="650" b="0">
                <a:solidFill>
                  <a:srgbClr val="888888"/>
                </a:solidFill>
                <a:latin typeface="Segoe UI"/>
              </a:rPr>
              <a:t>Source: Microsoft Learn — Storage Migration Service overview</a:t>
            </a:r>
          </a:p>
        </p:txBody>
      </p:sp>
      <p:sp>
        <p:nvSpPr>
          <p:cNvPr id="14" name="TextBox 13"/>
          <p:cNvSpPr txBox="1"/>
          <p:nvPr/>
        </p:nvSpPr>
        <p:spPr>
          <a:xfrm>
            <a:off x="438912" y="4956048"/>
            <a:ext cx="7132320" cy="146304"/>
          </a:xfrm>
          <a:prstGeom prst="rect">
            <a:avLst/>
          </a:prstGeom>
          <a:noFill/>
        </p:spPr>
        <p:txBody>
          <a:bodyPr wrap="none" lIns="27432" tIns="18288" rIns="27432" bIns="18288">
            <a:spAutoFit/>
          </a:bodyPr>
          <a:lstStyle/>
          <a:p>
            <a:r>
              <a:rPr sz="600" b="0">
                <a:solidFill>
                  <a:srgbClr val="777777"/>
                </a:solidFill>
                <a:latin typeface="Segoe UI"/>
              </a:rPr>
              <a:t>Windows Server 2025 | Chapter 10 | Managing Permissions and Shares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51E9-5414-2C79-459E-E8A0DBDF9923}"/>
              </a:ext>
            </a:extLst>
          </p:cNvPr>
          <p:cNvSpPr>
            <a:spLocks noGrp="1"/>
          </p:cNvSpPr>
          <p:nvPr>
            <p:ph type="title"/>
          </p:nvPr>
        </p:nvSpPr>
        <p:spPr/>
        <p:txBody>
          <a:bodyPr wrap="square">
            <a:noAutofit/>
          </a:bodyPr>
          <a:lstStyle/>
          <a:p>
            <a:r>
              <a:rPr lang="en-GB"/>
              <a:t>10.3 Offline Files</a:t>
            </a:r>
          </a:p>
        </p:txBody>
      </p:sp>
      <p:sp>
        <p:nvSpPr>
          <p:cNvPr id="6" name="Text 6">
            <a:extLst>
              <a:ext uri="{FF2B5EF4-FFF2-40B4-BE49-F238E27FC236}">
                <a16:creationId xmlns:a16="http://schemas.microsoft.com/office/drawing/2014/main" id="{C8CFED16-82DC-6076-78A6-DF954C8A70D3}"/>
              </a:ext>
            </a:extLst>
          </p:cNvPr>
          <p:cNvSpPr/>
          <p:nvPr/>
        </p:nvSpPr>
        <p:spPr>
          <a:xfrm>
            <a:off x="254000" y="841375"/>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Offline Files supports client-side caching of network files for availability during disconnected use.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Client-side caching</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Sync behavior and policies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Workload suitability</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14706CF6-C731-FBD8-3F08-76789A0BACA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CFB14F7C-7EDF-AA9A-A2C9-145724BF8E9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479818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323A1E-CD8F-6E7B-A68A-E7E02F9FD6DC}"/>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69266647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7A9F1-107B-C8C9-5E9A-EE787915C19D}"/>
              </a:ext>
            </a:extLst>
          </p:cNvPr>
          <p:cNvSpPr>
            <a:spLocks noGrp="1"/>
          </p:cNvSpPr>
          <p:nvPr>
            <p:ph type="title"/>
          </p:nvPr>
        </p:nvSpPr>
        <p:spPr/>
        <p:txBody>
          <a:bodyPr wrap="square">
            <a:noAutofit/>
          </a:bodyPr>
          <a:lstStyle/>
          <a:p>
            <a:r>
              <a:rPr lang="en-GB" dirty="0"/>
              <a:t>10.4 Volume Shadow Copies</a:t>
            </a:r>
          </a:p>
        </p:txBody>
      </p:sp>
      <p:sp>
        <p:nvSpPr>
          <p:cNvPr id="7" name="Text 6">
            <a:extLst>
              <a:ext uri="{FF2B5EF4-FFF2-40B4-BE49-F238E27FC236}">
                <a16:creationId xmlns:a16="http://schemas.microsoft.com/office/drawing/2014/main" id="{F4BD86E7-4216-5CDE-0B8B-00DF30B75F20}"/>
              </a:ext>
            </a:extLst>
          </p:cNvPr>
          <p:cNvSpPr/>
          <p:nvPr/>
        </p:nvSpPr>
        <p:spPr>
          <a:xfrm>
            <a:off x="2768600" y="582930"/>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Volume Shadow Copies provide point-in-time copies that support recovery and previous version access.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Snapshot-style copies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Storage overhead considerations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Recovery and user self-service value</a:t>
            </a:r>
            <a:endParaRPr lang="en-US" sz="1400" dirty="0">
              <a:latin typeface="Segoe UI" panose="020B0502040204020203" pitchFamily="34" charset="0"/>
            </a:endParaRPr>
          </a:p>
        </p:txBody>
      </p:sp>
      <p:sp>
        <p:nvSpPr>
          <p:cNvPr id="14" name="Course footer">
            <a:extLst>
              <a:ext uri="{FF2B5EF4-FFF2-40B4-BE49-F238E27FC236}">
                <a16:creationId xmlns:a16="http://schemas.microsoft.com/office/drawing/2014/main" id="{E0F27B41-116C-4D82-1E5F-5A028885A8D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E3DEC5D0-DF8C-B36B-9F20-9C10A7C3E54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1058661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GB"/>
              <a:t>10.4 Shadow Copies of Shared Folders</a:t>
            </a:r>
          </a:p>
        </p:txBody>
      </p:sp>
      <p:sp>
        <p:nvSpPr>
          <p:cNvPr id="6" name="Text 6"/>
          <p:cNvSpPr/>
          <p:nvPr/>
        </p:nvSpPr>
        <p:spPr>
          <a:xfrm>
            <a:off x="254000" y="1400000"/>
            <a:ext cx="4318000" cy="345000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a:rPr>
              <a:t>VSS-based, point-in-time, read-only versions of shared files on NTFS/</a:t>
            </a:r>
            <a:r>
              <a:rPr lang="en-US" sz="1400" b="1" dirty="0" err="1">
                <a:solidFill>
                  <a:srgbClr val="023047"/>
                </a:solidFill>
                <a:latin typeface="Segoe UI"/>
              </a:rPr>
              <a:t>ReFS</a:t>
            </a:r>
            <a:r>
              <a:rPr lang="en-US" sz="1400" b="1" dirty="0">
                <a:solidFill>
                  <a:srgbClr val="023047"/>
                </a:solidFill>
                <a:latin typeface="Segoe UI"/>
              </a:rPr>
              <a:t> volumes.</a:t>
            </a:r>
          </a:p>
          <a:p>
            <a:pPr marL="0" indent="0">
              <a:spcAft>
                <a:spcPts val="300"/>
              </a:spcAft>
              <a:buNone/>
            </a:pPr>
            <a:r>
              <a:rPr lang="en-US" sz="1200" b="1" dirty="0">
                <a:solidFill>
                  <a:srgbClr val="0076D4"/>
                </a:solidFill>
                <a:latin typeface="Segoe UI"/>
              </a:rPr>
              <a:t>Requirements</a:t>
            </a:r>
          </a:p>
          <a:p>
            <a:pPr marL="228600" indent="-228600">
              <a:spcAft>
                <a:spcPts val="200"/>
              </a:spcAft>
              <a:buSzPct val="100000"/>
              <a:buChar char="•"/>
            </a:pPr>
            <a:r>
              <a:rPr lang="en-US" sz="1100" dirty="0">
                <a:solidFill>
                  <a:srgbClr val="023047"/>
                </a:solidFill>
                <a:latin typeface="Segoe UI"/>
              </a:rPr>
              <a:t>NTFS or </a:t>
            </a:r>
            <a:r>
              <a:rPr lang="en-US" sz="1100" dirty="0" err="1">
                <a:solidFill>
                  <a:srgbClr val="023047"/>
                </a:solidFill>
                <a:latin typeface="Segoe UI"/>
              </a:rPr>
              <a:t>ReFS</a:t>
            </a:r>
            <a:r>
              <a:rPr lang="en-US" sz="1100" dirty="0">
                <a:solidFill>
                  <a:srgbClr val="023047"/>
                </a:solidFill>
                <a:latin typeface="Segoe UI"/>
              </a:rPr>
              <a:t> volume with an assigned drive letter (avoid mount points)</a:t>
            </a:r>
          </a:p>
          <a:p>
            <a:pPr marL="228600" indent="-228600">
              <a:spcAft>
                <a:spcPts val="200"/>
              </a:spcAft>
              <a:buSzPct val="100000"/>
              <a:buChar char="•"/>
            </a:pPr>
            <a:r>
              <a:rPr lang="en-US" sz="1100" dirty="0">
                <a:solidFill>
                  <a:srgbClr val="023047"/>
                </a:solidFill>
                <a:latin typeface="Segoe UI"/>
              </a:rPr>
              <a:t>Source volume must host a share; clusters require a file share resource via Cluster Administrator</a:t>
            </a:r>
          </a:p>
          <a:p>
            <a:pPr marL="228600" indent="-228600">
              <a:spcAft>
                <a:spcPts val="300"/>
              </a:spcAft>
              <a:buSzPct val="100000"/>
              <a:buChar char="•"/>
            </a:pPr>
            <a:r>
              <a:rPr lang="en-US" sz="1100" dirty="0">
                <a:solidFill>
                  <a:srgbClr val="023047"/>
                </a:solidFill>
                <a:latin typeface="Segoe UI"/>
              </a:rPr>
              <a:t>Maximum supported volume size: 64 TB (VSS unsupported above this)</a:t>
            </a:r>
          </a:p>
          <a:p>
            <a:pPr marL="0" indent="0">
              <a:spcAft>
                <a:spcPts val="300"/>
              </a:spcAft>
              <a:buNone/>
            </a:pPr>
            <a:r>
              <a:rPr lang="en-US" sz="1200" b="1" dirty="0">
                <a:solidFill>
                  <a:srgbClr val="0076D4"/>
                </a:solidFill>
                <a:latin typeface="Segoe UI"/>
              </a:rPr>
              <a:t>Configuration (Computer Management)</a:t>
            </a:r>
          </a:p>
          <a:p>
            <a:pPr marL="228600" indent="-228600">
              <a:spcAft>
                <a:spcPts val="150"/>
              </a:spcAft>
              <a:buSzPct val="100000"/>
              <a:buFont typeface="+mj-lt"/>
              <a:buAutoNum type="arabicPeriod"/>
            </a:pPr>
            <a:r>
              <a:rPr lang="en-US" sz="1100" dirty="0">
                <a:solidFill>
                  <a:srgbClr val="023047"/>
                </a:solidFill>
                <a:latin typeface="Segoe UI"/>
              </a:rPr>
              <a:t>Right-click My Computer &gt; Manage &gt; Shared Folders</a:t>
            </a:r>
          </a:p>
          <a:p>
            <a:pPr marL="228600" indent="-228600">
              <a:spcAft>
                <a:spcPts val="150"/>
              </a:spcAft>
              <a:buSzPct val="100000"/>
              <a:buFont typeface="+mj-lt"/>
              <a:buAutoNum type="arabicPeriod"/>
            </a:pPr>
            <a:r>
              <a:rPr lang="en-US" sz="1100" dirty="0">
                <a:solidFill>
                  <a:srgbClr val="023047"/>
                </a:solidFill>
                <a:latin typeface="Segoe UI"/>
              </a:rPr>
              <a:t>All Tasks &gt; Configure Shadow Copies</a:t>
            </a:r>
          </a:p>
          <a:p>
            <a:pPr marL="228600" indent="-228600">
              <a:spcAft>
                <a:spcPts val="150"/>
              </a:spcAft>
              <a:buSzPct val="100000"/>
              <a:buFont typeface="+mj-lt"/>
              <a:buAutoNum type="arabicPeriod"/>
            </a:pPr>
            <a:r>
              <a:rPr lang="en-US" sz="1100" dirty="0">
                <a:solidFill>
                  <a:srgbClr val="023047"/>
                </a:solidFill>
                <a:latin typeface="Segoe UI"/>
              </a:rPr>
              <a:t>Select the source volume, click Settings, pick the storage destination</a:t>
            </a:r>
          </a:p>
          <a:p>
            <a:pPr marL="228600" indent="-228600">
              <a:spcAft>
                <a:spcPts val="150"/>
              </a:spcAft>
              <a:buSzPct val="100000"/>
              <a:buFont typeface="+mj-lt"/>
              <a:buAutoNum type="arabicPeriod"/>
            </a:pPr>
            <a:r>
              <a:rPr lang="en-US" sz="1100" dirty="0">
                <a:solidFill>
                  <a:srgbClr val="023047"/>
                </a:solidFill>
                <a:latin typeface="Segoe UI"/>
              </a:rPr>
              <a:t>Set a maximum size (or No limit), click OK &gt; Enable</a:t>
            </a:r>
          </a:p>
        </p:txBody>
      </p:sp>
      <p:sp>
        <p:nvSpPr>
          <p:cNvPr id="7" name="Text 7"/>
          <p:cNvSpPr/>
          <p:nvPr/>
        </p:nvSpPr>
        <p:spPr>
          <a:xfrm>
            <a:off x="4673600" y="1400000"/>
            <a:ext cx="4318000" cy="3450000"/>
          </a:xfrm>
          <a:prstGeom prst="rect">
            <a:avLst/>
          </a:prstGeom>
          <a:noFill/>
          <a:ln/>
        </p:spPr>
        <p:txBody>
          <a:bodyPr wrap="square" lIns="0" tIns="0" rIns="0" bIns="0" rtlCol="0" anchor="t">
            <a:normAutofit/>
          </a:bodyPr>
          <a:lstStyle/>
          <a:p>
            <a:pPr marL="0" indent="0">
              <a:spcAft>
                <a:spcPts val="300"/>
              </a:spcAft>
              <a:buNone/>
            </a:pPr>
            <a:r>
              <a:rPr lang="en-US" sz="1200" b="1">
                <a:solidFill>
                  <a:srgbClr val="0076D4"/>
                </a:solidFill>
                <a:latin typeface="Segoe UI"/>
              </a:rPr>
              <a:t>Limits and defaults</a:t>
            </a:r>
          </a:p>
          <a:p>
            <a:pPr marL="228600" indent="-228600">
              <a:spcAft>
                <a:spcPts val="200"/>
              </a:spcAft>
              <a:buSzPct val="100000"/>
              <a:buChar char="•"/>
            </a:pPr>
            <a:r>
              <a:rPr lang="en-US" sz="1100">
                <a:solidFill>
                  <a:srgbClr val="023047"/>
                </a:solidFill>
                <a:latin typeface="Segoe UI"/>
              </a:rPr>
              <a:t>64 shadow copies per volume retained (oldest deleted when reached)</a:t>
            </a:r>
          </a:p>
          <a:p>
            <a:pPr marL="228600" indent="-228600">
              <a:spcAft>
                <a:spcPts val="200"/>
              </a:spcAft>
              <a:buSzPct val="100000"/>
              <a:buChar char="•"/>
            </a:pPr>
            <a:r>
              <a:rPr lang="en-US" sz="1100">
                <a:solidFill>
                  <a:srgbClr val="023047"/>
                </a:solidFill>
                <a:latin typeface="Segoe UI"/>
              </a:rPr>
              <a:t>512 software shadow copies per volume overall (VSS ceiling)</a:t>
            </a:r>
          </a:p>
          <a:p>
            <a:pPr marL="228600" indent="-228600">
              <a:spcAft>
                <a:spcPts val="200"/>
              </a:spcAft>
              <a:buSzPct val="100000"/>
              <a:buChar char="•"/>
            </a:pPr>
            <a:r>
              <a:rPr lang="en-US" sz="1100">
                <a:solidFill>
                  <a:srgbClr val="023047"/>
                </a:solidFill>
                <a:latin typeface="Segoe UI"/>
              </a:rPr>
              <a:t>Default storage area: 10% of volume size; minimum 300 MB</a:t>
            </a:r>
          </a:p>
          <a:p>
            <a:pPr marL="228600" indent="-228600">
              <a:spcAft>
                <a:spcPts val="200"/>
              </a:spcAft>
              <a:buSzPct val="100000"/>
              <a:buChar char="•"/>
            </a:pPr>
            <a:r>
              <a:rPr lang="en-US" sz="1100">
                <a:solidFill>
                  <a:srgbClr val="023047"/>
                </a:solidFill>
                <a:latin typeface="Segoe UI"/>
              </a:rPr>
              <a:t>Default schedule: 7:00 AM and 12:00 noon, weekdays only</a:t>
            </a:r>
          </a:p>
          <a:p>
            <a:pPr marL="228600" indent="-228600">
              <a:spcAft>
                <a:spcPts val="300"/>
              </a:spcAft>
              <a:buSzPct val="100000"/>
              <a:buChar char="•"/>
            </a:pPr>
            <a:r>
              <a:rPr lang="en-US" sz="1100">
                <a:solidFill>
                  <a:srgbClr val="023047"/>
                </a:solidFill>
                <a:latin typeface="Segoe UI"/>
              </a:rPr>
              <a:t>VSS writer freeze ~60s; provider snapshot generation ~10s</a:t>
            </a:r>
          </a:p>
          <a:p>
            <a:pPr marL="0" indent="0">
              <a:spcAft>
                <a:spcPts val="300"/>
              </a:spcAft>
              <a:buNone/>
            </a:pPr>
            <a:r>
              <a:rPr lang="en-US" sz="1200" b="1">
                <a:solidFill>
                  <a:srgbClr val="0076D4"/>
                </a:solidFill>
                <a:latin typeface="Segoe UI"/>
              </a:rPr>
              <a:t>Best practices</a:t>
            </a:r>
          </a:p>
          <a:p>
            <a:pPr marL="228600" indent="-228600">
              <a:spcAft>
                <a:spcPts val="200"/>
              </a:spcAft>
              <a:buSzPct val="100000"/>
              <a:buChar char="•"/>
            </a:pPr>
            <a:r>
              <a:rPr lang="en-US" sz="1100">
                <a:solidFill>
                  <a:srgbClr val="023047"/>
                </a:solidFill>
                <a:latin typeface="Segoe UI"/>
              </a:rPr>
              <a:t>Place the storage area on a separate physical disk for performance</a:t>
            </a:r>
          </a:p>
          <a:p>
            <a:pPr marL="228600" indent="-228600">
              <a:spcAft>
                <a:spcPts val="200"/>
              </a:spcAft>
              <a:buSzPct val="100000"/>
              <a:buChar char="•"/>
            </a:pPr>
            <a:r>
              <a:rPr lang="en-US" sz="1100">
                <a:solidFill>
                  <a:srgbClr val="023047"/>
                </a:solidFill>
                <a:latin typeface="Segoe UI"/>
              </a:rPr>
              <a:t>Never schedule more than once per hour; align with user work patterns</a:t>
            </a:r>
          </a:p>
          <a:p>
            <a:pPr marL="228600" indent="-228600">
              <a:spcAft>
                <a:spcPts val="300"/>
              </a:spcAft>
              <a:buSzPct val="100000"/>
              <a:buChar char="•"/>
            </a:pPr>
            <a:r>
              <a:rPr lang="en-US" sz="1100">
                <a:solidFill>
                  <a:srgbClr val="023047"/>
                </a:solidFill>
                <a:latin typeface="Segoe UI"/>
              </a:rPr>
              <a:t>Treat as a recovery aid — not a replacement for regular backups</a:t>
            </a:r>
          </a:p>
          <a:p>
            <a:pPr marL="0" indent="0">
              <a:spcAft>
                <a:spcPts val="200"/>
              </a:spcAft>
              <a:buNone/>
            </a:pPr>
            <a:r>
              <a:rPr lang="en-US" sz="1100" i="1">
                <a:solidFill>
                  <a:srgbClr val="8B0000"/>
                </a:solidFill>
                <a:latin typeface="Segoe UI"/>
              </a:rPr>
              <a:t>Caveat: snapshots are volume-scoped and read-only; resizing the storage association can drop existing copies.</a:t>
            </a:r>
          </a:p>
        </p:txBody>
      </p:sp>
      <p:sp>
        <p:nvSpPr>
          <p:cNvPr id="13" name="Course foote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a:rPr>
              <a:t>Windows Server 2025 | Chapter 10 | Managing Permissions and Shares</a:t>
            </a:r>
          </a:p>
        </p:txBody>
      </p:sp>
      <p:sp>
        <p:nvSpPr>
          <p:cNvPr id="14" name="TextBox 13"/>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a:rPr>
              <a:t>10</a:t>
            </a:r>
          </a:p>
        </p:txBody>
      </p:sp>
    </p:spTree>
    <p:extLst>
      <p:ext uri="{BB962C8B-B14F-4D97-AF65-F5344CB8AC3E}">
        <p14:creationId xmlns:p14="http://schemas.microsoft.com/office/powerpoint/2010/main" val="31866971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2860B-0A4B-9A46-0003-496B90420569}"/>
              </a:ext>
            </a:extLst>
          </p:cNvPr>
          <p:cNvSpPr>
            <a:spLocks noGrp="1"/>
          </p:cNvSpPr>
          <p:nvPr>
            <p:ph type="title" idx="4294967295"/>
          </p:nvPr>
        </p:nvSpPr>
        <p:spPr>
          <a:xfrm>
            <a:off x="288925" y="232474"/>
            <a:ext cx="8258175" cy="327025"/>
          </a:xfrm>
        </p:spPr>
        <p:txBody>
          <a:bodyPr wrap="square">
            <a:noAutofit/>
          </a:bodyPr>
          <a:lstStyle/>
          <a:p>
            <a:r>
              <a:rPr lang="en-GB" dirty="0"/>
              <a:t>10.6 GPOs and File Shares</a:t>
            </a:r>
          </a:p>
        </p:txBody>
      </p:sp>
      <p:sp>
        <p:nvSpPr>
          <p:cNvPr id="3" name="Text 6">
            <a:extLst>
              <a:ext uri="{FF2B5EF4-FFF2-40B4-BE49-F238E27FC236}">
                <a16:creationId xmlns:a16="http://schemas.microsoft.com/office/drawing/2014/main" id="{C57945CD-746A-89D9-E728-2C29632ED045}"/>
              </a:ext>
            </a:extLst>
          </p:cNvPr>
          <p:cNvSpPr/>
          <p:nvPr/>
        </p:nvSpPr>
        <p:spPr>
          <a:xfrm>
            <a:off x="254000" y="841375"/>
            <a:ext cx="5029200" cy="3977640"/>
          </a:xfrm>
          <a:prstGeom prst="rect">
            <a:avLst/>
          </a:prstGeom>
          <a:noFill/>
          <a:ln/>
        </p:spPr>
        <p:txBody>
          <a:bodyPr wrap="square" lIns="0" tIns="0" rIns="0" bIns="0" rtlCol="0" anchor="t">
            <a:normAutofit fontScale="92500"/>
          </a:bodyPr>
          <a:lstStyle/>
          <a:p>
            <a:pPr marL="0" indent="0">
              <a:spcAft>
                <a:spcPts val="300"/>
              </a:spcAft>
              <a:buNone/>
            </a:pPr>
            <a:r>
              <a:rPr lang="en-GB" sz="1400" b="1" dirty="0">
                <a:solidFill>
                  <a:srgbClr val="023047"/>
                </a:solidFill>
                <a:latin typeface="Segoe UI" panose="020B0502040204020203" pitchFamily="34" charset="0"/>
              </a:rPr>
              <a:t>Group Policy provides four key controls for file share environments:</a:t>
            </a:r>
          </a:p>
          <a:p>
            <a:pPr marL="0" indent="0">
              <a:spcBef>
                <a:spcPts val="300"/>
              </a:spcBef>
              <a:spcAft>
                <a:spcPts val="100"/>
              </a:spcAft>
              <a:buNone/>
            </a:pPr>
            <a:r>
              <a:rPr lang="en-GB" sz="1300" b="1" dirty="0">
                <a:solidFill>
                  <a:srgbClr val="219EBC"/>
                </a:solidFill>
                <a:latin typeface="Segoe UI" panose="020B0502040204020203" pitchFamily="34" charset="0"/>
              </a:rPr>
              <a:t>1  Drive Mapping (User Configuration &gt; Preferences &gt; Drive Maps)</a:t>
            </a:r>
          </a:p>
          <a:p>
            <a:pPr marL="342900" indent="-342900">
              <a:spcAft>
                <a:spcPts val="300"/>
              </a:spcAft>
              <a:buSzPct val="100000"/>
              <a:buChar char="•"/>
            </a:pPr>
            <a:r>
              <a:rPr lang="en-GB" sz="1300" dirty="0">
                <a:solidFill>
                  <a:srgbClr val="023047"/>
                </a:solidFill>
                <a:latin typeface="Segoe UI" panose="020B0502040204020203" pitchFamily="34" charset="0"/>
              </a:rPr>
              <a:t>Automatically maps network shares to drive letters at logon using Item-Level Targeting</a:t>
            </a:r>
          </a:p>
          <a:p>
            <a:pPr marL="342900" indent="-342900">
              <a:spcAft>
                <a:spcPts val="300"/>
              </a:spcAft>
              <a:buSzPct val="100000"/>
              <a:buChar char="•"/>
            </a:pPr>
            <a:r>
              <a:rPr lang="en-GB" sz="1300" dirty="0">
                <a:solidFill>
                  <a:srgbClr val="023047"/>
                </a:solidFill>
                <a:latin typeface="Segoe UI" panose="020B0502040204020203" pitchFamily="34" charset="0"/>
              </a:rPr>
              <a:t>Target by AD security group, OU, or user — e.g. map \\server\Finance only to Finance group members</a:t>
            </a:r>
          </a:p>
          <a:p>
            <a:pPr marL="0" indent="0">
              <a:spcBef>
                <a:spcPts val="300"/>
              </a:spcBef>
              <a:spcAft>
                <a:spcPts val="100"/>
              </a:spcAft>
              <a:buNone/>
            </a:pPr>
            <a:r>
              <a:rPr lang="en-GB" sz="1300" b="1" dirty="0">
                <a:solidFill>
                  <a:srgbClr val="219EBC"/>
                </a:solidFill>
                <a:latin typeface="Segoe UI" panose="020B0502040204020203" pitchFamily="34" charset="0"/>
              </a:rPr>
              <a:t>2  Network Shares (Computer Configuration &gt; Preferences &gt; Network Shares)</a:t>
            </a:r>
          </a:p>
          <a:p>
            <a:pPr marL="342900" indent="-342900">
              <a:spcAft>
                <a:spcPts val="300"/>
              </a:spcAft>
              <a:buSzPct val="100000"/>
              <a:buChar char="•"/>
            </a:pPr>
            <a:r>
              <a:rPr lang="en-GB" sz="1300" dirty="0">
                <a:solidFill>
                  <a:srgbClr val="023047"/>
                </a:solidFill>
                <a:latin typeface="Segoe UI" panose="020B0502040204020203" pitchFamily="34" charset="0"/>
              </a:rPr>
              <a:t>Create, modify, or delete shared folders on servers centrally; includes ABE (Access-Based Enumeration) options</a:t>
            </a:r>
          </a:p>
          <a:p>
            <a:pPr marL="0" indent="0">
              <a:spcBef>
                <a:spcPts val="300"/>
              </a:spcBef>
              <a:spcAft>
                <a:spcPts val="100"/>
              </a:spcAft>
              <a:buNone/>
            </a:pPr>
            <a:r>
              <a:rPr lang="en-GB" sz="1300" b="1" dirty="0">
                <a:solidFill>
                  <a:srgbClr val="219EBC"/>
                </a:solidFill>
                <a:latin typeface="Segoe UI" panose="020B0502040204020203" pitchFamily="34" charset="0"/>
              </a:rPr>
              <a:t>3  File System Permissions (Computer Configuration &gt; Security Settings &gt; File System)</a:t>
            </a:r>
          </a:p>
          <a:p>
            <a:pPr marL="342900" indent="-342900">
              <a:spcAft>
                <a:spcPts val="300"/>
              </a:spcAft>
              <a:buSzPct val="100000"/>
              <a:buChar char="•"/>
            </a:pPr>
            <a:r>
              <a:rPr lang="en-GB" sz="1300" dirty="0">
                <a:solidFill>
                  <a:srgbClr val="023047"/>
                </a:solidFill>
                <a:latin typeface="Segoe UI" panose="020B0502040204020203" pitchFamily="34" charset="0"/>
              </a:rPr>
              <a:t>Deploy NTFS permissions to folders across servers without touching each machine individually</a:t>
            </a:r>
          </a:p>
          <a:p>
            <a:pPr marL="0" indent="0">
              <a:spcBef>
                <a:spcPts val="300"/>
              </a:spcBef>
              <a:spcAft>
                <a:spcPts val="100"/>
              </a:spcAft>
              <a:buNone/>
            </a:pPr>
            <a:r>
              <a:rPr lang="en-GB" sz="1300" b="1" dirty="0">
                <a:solidFill>
                  <a:srgbClr val="219EBC"/>
                </a:solidFill>
                <a:latin typeface="Segoe UI" panose="020B0502040204020203" pitchFamily="34" charset="0"/>
              </a:rPr>
              <a:t>4  SMB Signing (Computer Configuration &gt; Security Settings &gt; Security Options)</a:t>
            </a:r>
          </a:p>
          <a:p>
            <a:pPr marL="342900" indent="-342900">
              <a:spcAft>
                <a:spcPts val="200"/>
              </a:spcAft>
              <a:buSzPct val="100000"/>
              <a:buChar char="•"/>
            </a:pPr>
            <a:r>
              <a:rPr lang="en-GB" sz="1300" dirty="0">
                <a:solidFill>
                  <a:srgbClr val="023047"/>
                </a:solidFill>
                <a:latin typeface="Segoe UI" panose="020B0502040204020203" pitchFamily="34" charset="0"/>
              </a:rPr>
              <a:t>Enforce data integrity on all SMB connections — prevents tampering and relay attacks in transit</a:t>
            </a:r>
          </a:p>
        </p:txBody>
      </p:sp>
      <p:sp>
        <p:nvSpPr>
          <p:cNvPr id="4" name="Shape 8">
            <a:extLst>
              <a:ext uri="{FF2B5EF4-FFF2-40B4-BE49-F238E27FC236}">
                <a16:creationId xmlns:a16="http://schemas.microsoft.com/office/drawing/2014/main" id="{F3855CB4-BFA6-6B30-9FE1-F8093AB1C445}"/>
              </a:ext>
            </a:extLst>
          </p:cNvPr>
          <p:cNvSpPr/>
          <p:nvPr/>
        </p:nvSpPr>
        <p:spPr>
          <a:xfrm>
            <a:off x="5424092" y="3294582"/>
            <a:ext cx="3657600" cy="1280160"/>
          </a:xfrm>
          <a:prstGeom prst="rect">
            <a:avLst/>
          </a:prstGeom>
          <a:solidFill>
            <a:srgbClr val="D8EEF8"/>
          </a:solidFill>
          <a:ln w="12700">
            <a:solidFill>
              <a:srgbClr val="8ECAE6"/>
            </a:solidFill>
            <a:prstDash val="solid"/>
          </a:ln>
        </p:spPr>
        <p:txBody>
          <a:bodyPr/>
          <a:lstStyle/>
          <a:p>
            <a:endParaRPr lang="en-GB"/>
          </a:p>
        </p:txBody>
      </p:sp>
      <p:sp>
        <p:nvSpPr>
          <p:cNvPr id="5" name="Shape 9">
            <a:extLst>
              <a:ext uri="{FF2B5EF4-FFF2-40B4-BE49-F238E27FC236}">
                <a16:creationId xmlns:a16="http://schemas.microsoft.com/office/drawing/2014/main" id="{C60FE62F-E2D8-A910-7895-0387A4B81A6A}"/>
              </a:ext>
            </a:extLst>
          </p:cNvPr>
          <p:cNvSpPr/>
          <p:nvPr/>
        </p:nvSpPr>
        <p:spPr>
          <a:xfrm>
            <a:off x="5424092" y="3294582"/>
            <a:ext cx="3657600" cy="73152"/>
          </a:xfrm>
          <a:prstGeom prst="rect">
            <a:avLst/>
          </a:prstGeom>
          <a:solidFill>
            <a:srgbClr val="0076D4"/>
          </a:solidFill>
          <a:ln w="12700">
            <a:solidFill>
              <a:srgbClr val="0076D4"/>
            </a:solidFill>
            <a:prstDash val="solid"/>
          </a:ln>
        </p:spPr>
        <p:txBody>
          <a:bodyPr/>
          <a:lstStyle/>
          <a:p>
            <a:endParaRPr lang="en-GB"/>
          </a:p>
        </p:txBody>
      </p:sp>
      <p:sp>
        <p:nvSpPr>
          <p:cNvPr id="6" name="Text 10">
            <a:extLst>
              <a:ext uri="{FF2B5EF4-FFF2-40B4-BE49-F238E27FC236}">
                <a16:creationId xmlns:a16="http://schemas.microsoft.com/office/drawing/2014/main" id="{4E4C9ECE-C740-0296-6A79-93D899596209}"/>
              </a:ext>
            </a:extLst>
          </p:cNvPr>
          <p:cNvSpPr/>
          <p:nvPr/>
        </p:nvSpPr>
        <p:spPr>
          <a:xfrm>
            <a:off x="5515532" y="3340302"/>
            <a:ext cx="3474720" cy="347472"/>
          </a:xfrm>
          <a:prstGeom prst="rect">
            <a:avLst/>
          </a:prstGeom>
          <a:noFill/>
          <a:ln/>
        </p:spPr>
        <p:txBody>
          <a:bodyPr wrap="square" lIns="0" tIns="0" rIns="0" bIns="0" rtlCol="0" anchor="ctr">
            <a:normAutofit/>
          </a:bodyPr>
          <a:lstStyle/>
          <a:p>
            <a:pPr marL="0" indent="0" algn="l">
              <a:buNone/>
            </a:pPr>
            <a:r>
              <a:rPr lang="en-GB" sz="1100" b="1" dirty="0">
                <a:solidFill>
                  <a:srgbClr val="219EBC"/>
                </a:solidFill>
                <a:latin typeface="Segoe UI" panose="020B0502040204020203" pitchFamily="34" charset="0"/>
              </a:rPr>
              <a:t>Key Principle</a:t>
            </a:r>
          </a:p>
        </p:txBody>
      </p:sp>
      <p:sp>
        <p:nvSpPr>
          <p:cNvPr id="7" name="Text 11">
            <a:extLst>
              <a:ext uri="{FF2B5EF4-FFF2-40B4-BE49-F238E27FC236}">
                <a16:creationId xmlns:a16="http://schemas.microsoft.com/office/drawing/2014/main" id="{CCBCB4F3-962F-DC61-9F89-566F9F8E82CD}"/>
              </a:ext>
            </a:extLst>
          </p:cNvPr>
          <p:cNvSpPr/>
          <p:nvPr/>
        </p:nvSpPr>
        <p:spPr>
          <a:xfrm>
            <a:off x="5515532" y="3706062"/>
            <a:ext cx="3474720" cy="777240"/>
          </a:xfrm>
          <a:prstGeom prst="rect">
            <a:avLst/>
          </a:prstGeom>
          <a:noFill/>
          <a:ln/>
        </p:spPr>
        <p:txBody>
          <a:bodyPr wrap="square" lIns="0" tIns="0" rIns="0" bIns="0" rtlCol="0" anchor="t">
            <a:normAutofit/>
          </a:bodyPr>
          <a:lstStyle/>
          <a:p>
            <a:pPr marL="0" indent="0" algn="l">
              <a:buNone/>
            </a:pPr>
            <a:r>
              <a:rPr lang="en-GB" sz="1200" dirty="0">
                <a:solidFill>
                  <a:srgbClr val="023047"/>
                </a:solidFill>
                <a:latin typeface="Segoe UI" panose="020B0502040204020203" pitchFamily="34" charset="0"/>
              </a:rPr>
              <a:t>GPO Preferences are suggestions — users </a:t>
            </a:r>
            <a:r>
              <a:rPr lang="en-GB" sz="1200" b="1" dirty="0">
                <a:solidFill>
                  <a:srgbClr val="023047"/>
                </a:solidFill>
                <a:latin typeface="Segoe UI" panose="020B0502040204020203" pitchFamily="34" charset="0"/>
              </a:rPr>
              <a:t>can</a:t>
            </a:r>
            <a:r>
              <a:rPr lang="en-GB" sz="1200" dirty="0">
                <a:solidFill>
                  <a:srgbClr val="023047"/>
                </a:solidFill>
                <a:latin typeface="Segoe UI" panose="020B0502040204020203" pitchFamily="34" charset="0"/>
              </a:rPr>
              <a:t> override them. GPO Policies are enforced — users </a:t>
            </a:r>
            <a:r>
              <a:rPr lang="en-GB" sz="1200" b="1" dirty="0">
                <a:solidFill>
                  <a:srgbClr val="023047"/>
                </a:solidFill>
                <a:latin typeface="Segoe UI" panose="020B0502040204020203" pitchFamily="34" charset="0"/>
              </a:rPr>
              <a:t>cannot</a:t>
            </a:r>
            <a:r>
              <a:rPr lang="en-GB" sz="1200" dirty="0">
                <a:solidFill>
                  <a:srgbClr val="023047"/>
                </a:solidFill>
                <a:latin typeface="Segoe UI" panose="020B0502040204020203" pitchFamily="34" charset="0"/>
              </a:rPr>
              <a:t>.</a:t>
            </a:r>
          </a:p>
        </p:txBody>
      </p:sp>
      <p:pic>
        <p:nvPicPr>
          <p:cNvPr id="8" name="Graphic 15" descr="GPO settings gears icon">
            <a:extLst>
              <a:ext uri="{FF2B5EF4-FFF2-40B4-BE49-F238E27FC236}">
                <a16:creationId xmlns:a16="http://schemas.microsoft.com/office/drawing/2014/main" id="{B0D7D1DF-EA6A-5257-D802-0580C31386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90464" y="1201611"/>
            <a:ext cx="1397000" cy="1397000"/>
          </a:xfrm>
          <a:prstGeom prst="rect">
            <a:avLst/>
          </a:prstGeom>
        </p:spPr>
      </p:pic>
      <p:sp>
        <p:nvSpPr>
          <p:cNvPr id="9" name="Course footer">
            <a:extLst>
              <a:ext uri="{FF2B5EF4-FFF2-40B4-BE49-F238E27FC236}">
                <a16:creationId xmlns:a16="http://schemas.microsoft.com/office/drawing/2014/main" id="{D1B57331-9EAA-AC5C-D619-55978A5B257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0" name="TextBox 9">
            <a:extLst>
              <a:ext uri="{FF2B5EF4-FFF2-40B4-BE49-F238E27FC236}">
                <a16:creationId xmlns:a16="http://schemas.microsoft.com/office/drawing/2014/main" id="{35B418D8-C78C-A77B-2985-CF475A9AD50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4954027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9837-F0CD-9E51-6F86-5ACAA3CCB2DF}"/>
              </a:ext>
            </a:extLst>
          </p:cNvPr>
          <p:cNvSpPr>
            <a:spLocks noGrp="1"/>
          </p:cNvSpPr>
          <p:nvPr>
            <p:ph type="title" idx="4294967295"/>
          </p:nvPr>
        </p:nvSpPr>
        <p:spPr>
          <a:xfrm>
            <a:off x="0" y="330200"/>
            <a:ext cx="8505825" cy="509588"/>
          </a:xfrm>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90CA76B3-5AA3-4FE2-669E-77142844FE53}"/>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Differentiate NTFS permissions, share permissions, and policy-driven behavior</a:t>
            </a:r>
          </a:p>
        </p:txBody>
      </p:sp>
      <p:sp>
        <p:nvSpPr>
          <p:cNvPr id="4" name="Text Placeholder 3">
            <a:extLst>
              <a:ext uri="{FF2B5EF4-FFF2-40B4-BE49-F238E27FC236}">
                <a16:creationId xmlns:a16="http://schemas.microsoft.com/office/drawing/2014/main" id="{576AA6F1-A3A6-45C4-1D9D-F3145148F20E}"/>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Show how file access works in managed business environments</a:t>
            </a:r>
          </a:p>
        </p:txBody>
      </p:sp>
      <p:sp>
        <p:nvSpPr>
          <p:cNvPr id="5" name="Text Placeholder 4">
            <a:extLst>
              <a:ext uri="{FF2B5EF4-FFF2-40B4-BE49-F238E27FC236}">
                <a16:creationId xmlns:a16="http://schemas.microsoft.com/office/drawing/2014/main" id="{815D21D9-F82F-5BED-4192-116B0D6FBDC0}"/>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Connect sharing concepts to identity, policy, and recovery capabilities</a:t>
            </a:r>
          </a:p>
        </p:txBody>
      </p:sp>
      <p:sp>
        <p:nvSpPr>
          <p:cNvPr id="6" name="Text Placeholder 5">
            <a:extLst>
              <a:ext uri="{FF2B5EF4-FFF2-40B4-BE49-F238E27FC236}">
                <a16:creationId xmlns:a16="http://schemas.microsoft.com/office/drawing/2014/main" id="{652D04AD-0986-86CC-3A92-86A2A36DEA6C}"/>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5AB4904F-73AA-E340-35BC-DBE1CACC2A9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01D8F566-97FB-0176-8D24-2B7C71092CA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9887178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E386-D442-1B1B-20FC-7EC1C5C03E3C}"/>
              </a:ext>
            </a:extLst>
          </p:cNvPr>
          <p:cNvSpPr>
            <a:spLocks noGrp="1"/>
          </p:cNvSpPr>
          <p:nvPr>
            <p:ph type="title" idx="4294967295"/>
          </p:nvPr>
        </p:nvSpPr>
        <p:spPr>
          <a:xfrm>
            <a:off x="0" y="438150"/>
            <a:ext cx="8258175" cy="369888"/>
          </a:xfrm>
        </p:spPr>
        <p:txBody>
          <a:bodyPr wrap="square">
            <a:noAutofit/>
          </a:bodyPr>
          <a:lstStyle/>
          <a:p>
            <a:r>
              <a:rPr lang="en-GB"/>
              <a:t>Knowledge Check</a:t>
            </a:r>
          </a:p>
        </p:txBody>
      </p:sp>
      <p:sp>
        <p:nvSpPr>
          <p:cNvPr id="9" name="Shape 6">
            <a:extLst>
              <a:ext uri="{FF2B5EF4-FFF2-40B4-BE49-F238E27FC236}">
                <a16:creationId xmlns:a16="http://schemas.microsoft.com/office/drawing/2014/main" id="{E1171285-585A-2ECD-6D47-761B376339F5}"/>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F63731B4-EB6D-B464-E31A-C19FE1612EFE}"/>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B3E5B8B3-78DD-44FD-5D80-9E623D475B44}"/>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Permissions?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784C7531-6D2A-7C11-6B15-D75A0DE1383D}"/>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90ABD7B3-BEFE-4D92-BAE4-C121BA20A3DC}"/>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8B874652-F309-A861-D6BF-137201129421}"/>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4B8D420E-383A-0086-6FF9-A5E075344007}"/>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Shares?</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D24D7BB4-B035-1220-4C4E-EDAFCE0F1903}"/>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03D6D851-5400-5401-E08B-E20711EFB5EB}"/>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A5D2617B-45BE-156F-3498-80EAF263B243}"/>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B6FB04F5-68A8-1A7D-9D8D-8DA9DE9A7C66}"/>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Offline Files?</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8669A0AD-C8C2-872D-AC37-923E5FD0B9C7}"/>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DC4B313D-DB6C-4D2F-CDAE-ED949B9A5D7A}"/>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B22F7733-878F-9271-C680-463DEAABE130}"/>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9BD2B031-7F65-52DB-FECD-62F26812087D}"/>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Volume Shadow Copies?</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8DA2CFA2-9791-41D9-24F6-B24427ABBEC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4820BD29-DAE4-0ADD-1930-8CA4BA76A1A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1562381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EABA-03B7-DC6C-1E66-060C47606273}"/>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5A07BFE1-27DA-1E01-E368-914FBA329A32}"/>
              </a:ext>
            </a:extLst>
          </p:cNvPr>
          <p:cNvSpPr/>
          <p:nvPr/>
        </p:nvSpPr>
        <p:spPr>
          <a:xfrm>
            <a:off x="139700" y="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164AA3FD-FB8C-7954-91AD-BB8445557B20}"/>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1001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76E384F8-5780-A461-24C6-56554B99AD94}"/>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Creating File Shares and Managing Share Permissions</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C34915AB-C90F-5F05-1995-13744C03F395}"/>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C68497E6-8EB8-77D5-8599-A3EBB37CE2C4}"/>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create shared folders on your Windows Server and configure share permissions. You will learn the difference between NTFS permissions and share permissions, and how they work together to control access.</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F9A43747-48CB-B371-1947-A7AF4C09882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10 | Managing Permissions and Shares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541F999C-B200-5F64-674C-11FF00EB81F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16819443"/>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B4678AC-6EBC-4CBB-9DCC-0761D4F42AF9}">
  <we:reference id="wa200010001" version="1.0.0.1" store="en-US" storeType="OMEX"/>
  <we:alternateReferences>
    <we:reference id="wa200010001" version="1.0.0.1" store="wa200010001" storeType="OMEX"/>
  </we:alternateReferences>
  <we:properties>
    <we:property name="claude.fileId" value="&quot;500e44f5-9645-417b-b0c3-1ac5301d4ef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417</TotalTime>
  <Words>2254</Words>
  <Application>Microsoft Macintosh PowerPoint</Application>
  <PresentationFormat>On-screen Show (16:9)</PresentationFormat>
  <Paragraphs>291</Paragraphs>
  <Slides>25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Consolas</vt:lpstr>
      <vt:lpstr>Segoe UI</vt:lpstr>
      <vt:lpstr>Segoe UI Semibold</vt:lpstr>
      <vt:lpstr>Wingdings</vt:lpstr>
      <vt:lpstr>Microsoft Power Platform Template</vt:lpstr>
      <vt:lpstr>1_Microsoft Power Platform Template</vt:lpstr>
      <vt:lpstr>Chapter 10: Managing Permissions and Shares</vt:lpstr>
      <vt:lpstr>Learning Objectives</vt:lpstr>
      <vt:lpstr>Chapter Topics</vt:lpstr>
      <vt:lpstr>10.1 Permissions</vt:lpstr>
      <vt:lpstr>NTFS ACL Permissions</vt:lpstr>
      <vt:lpstr>SMB Share Permissions</vt:lpstr>
      <vt:lpstr>Effective Access: NTFS + SMB Combined</vt:lpstr>
      <vt:lpstr>10.2 Shares</vt:lpstr>
      <vt:lpstr>Access-Based Enumeration (ABE)</vt:lpstr>
      <vt:lpstr>How ABE Works</vt:lpstr>
      <vt:lpstr>PowerPoint Presentation</vt:lpstr>
      <vt:lpstr>Enabling Access-Based Enumeration</vt:lpstr>
      <vt:lpstr>PowerPoint Presentation</vt:lpstr>
      <vt:lpstr>PowerPoint Presentation</vt:lpstr>
      <vt:lpstr>PowerPoint Presentation</vt:lpstr>
      <vt:lpstr>PowerPoint Presentation</vt:lpstr>
      <vt:lpstr>PowerPoint Presentation</vt:lpstr>
      <vt:lpstr>10.3 Offline Files</vt:lpstr>
      <vt:lpstr>PowerPoint Presentation</vt:lpstr>
      <vt:lpstr>10.4 Volume Shadow Copies</vt:lpstr>
      <vt:lpstr>10.4 Shadow Copies of Shared Folders</vt:lpstr>
      <vt:lpstr>10.6 GPOs and File Shares</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2026-04-07T14:56:56Z</dcterms:created>
  <dcterms:modified xsi:type="dcterms:W3CDTF">2026-06-27T19:25:21Z</dcterms:modified>
</cp:coreProperties>
</file>