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33"/>
  </p:notesMasterIdLst>
  <p:sldIdLst>
    <p:sldId id="287" r:id="rId3"/>
    <p:sldId id="288" r:id="rId4"/>
    <p:sldId id="289" r:id="rId5"/>
    <p:sldId id="313" r:id="rId6"/>
    <p:sldId id="291" r:id="rId7"/>
    <p:sldId id="293" r:id="rId8"/>
    <p:sldId id="314" r:id="rId9"/>
    <p:sldId id="315" r:id="rId10"/>
    <p:sldId id="316" r:id="rId11"/>
    <p:sldId id="317" r:id="rId12"/>
    <p:sldId id="318" r:id="rId13"/>
    <p:sldId id="294" r:id="rId14"/>
    <p:sldId id="295" r:id="rId15"/>
    <p:sldId id="296" r:id="rId16"/>
    <p:sldId id="297" r:id="rId17"/>
    <p:sldId id="298" r:id="rId18"/>
    <p:sldId id="299" r:id="rId19"/>
    <p:sldId id="300" r:id="rId20"/>
    <p:sldId id="301" r:id="rId21"/>
    <p:sldId id="302" r:id="rId22"/>
    <p:sldId id="303" r:id="rId23"/>
    <p:sldId id="304" r:id="rId24"/>
    <p:sldId id="305" r:id="rId25"/>
    <p:sldId id="306" r:id="rId26"/>
    <p:sldId id="307" r:id="rId27"/>
    <p:sldId id="308" r:id="rId28"/>
    <p:sldId id="309" r:id="rId29"/>
    <p:sldId id="310" r:id="rId30"/>
    <p:sldId id="311" r:id="rId31"/>
    <p:sldId id="312" r:id="rId32"/>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002B27-AE31-7944-AB59-47D5388C76A8}" v="6" dt="2026-06-26T12:36:50.6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17"/>
    <p:restoredTop sz="96164"/>
  </p:normalViewPr>
  <p:slideViewPr>
    <p:cSldViewPr snapToGrid="0" snapToObjects="1">
      <p:cViewPr varScale="1">
        <p:scale>
          <a:sx n="134" d="100"/>
          <a:sy n="134" d="100"/>
        </p:scale>
        <p:origin x="200"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custSel addSld delSld modSld modMainMaster">
      <pc:chgData name="Michael Whitehouse" userId="0ecba9273f6ad366" providerId="LiveId" clId="{F36E82C0-65ED-4BE7-8730-0F102FB388DD}" dt="2026-06-14T13:20:32.898" v="1661" actId="27636"/>
      <pc:docMkLst>
        <pc:docMk/>
      </pc:docMkLst>
      <pc:sldChg chg="modSp add mod">
        <pc:chgData name="Michael Whitehouse" userId="0ecba9273f6ad366" providerId="LiveId" clId="{F36E82C0-65ED-4BE7-8730-0F102FB388DD}" dt="2026-06-09T13:39:33.385" v="9" actId="20577"/>
        <pc:sldMkLst>
          <pc:docMk/>
          <pc:sldMk cId="22840734" sldId="287"/>
        </pc:sldMkLst>
        <pc:spChg chg="mod">
          <ac:chgData name="Michael Whitehouse" userId="0ecba9273f6ad366" providerId="LiveId" clId="{F36E82C0-65ED-4BE7-8730-0F102FB388DD}" dt="2026-06-09T13:39:33.381" v="8" actId="20577"/>
          <ac:spMkLst>
            <pc:docMk/>
            <pc:sldMk cId="22840734" sldId="287"/>
            <ac:spMk id="2" creationId="{2DF04A66-E9AE-99BE-0011-90A4F08408BC}"/>
          </ac:spMkLst>
        </pc:spChg>
        <pc:spChg chg="mod">
          <ac:chgData name="Michael Whitehouse" userId="0ecba9273f6ad366" providerId="LiveId" clId="{F36E82C0-65ED-4BE7-8730-0F102FB388DD}" dt="2026-06-09T13:39:33.385" v="9" actId="20577"/>
          <ac:spMkLst>
            <pc:docMk/>
            <pc:sldMk cId="22840734" sldId="287"/>
            <ac:spMk id="3" creationId="{737BBE45-32D0-1B23-84C8-2AB7F210B029}"/>
          </ac:spMkLst>
        </pc:spChg>
      </pc:sldChg>
      <pc:sldChg chg="addSp delSp modSp add mod">
        <pc:chgData name="Michael Whitehouse" userId="0ecba9273f6ad366" providerId="LiveId" clId="{F36E82C0-65ED-4BE7-8730-0F102FB388DD}" dt="2026-06-09T13:39:33.753" v="55" actId="207"/>
        <pc:sldMkLst>
          <pc:docMk/>
          <pc:sldMk cId="4156303504" sldId="288"/>
        </pc:sldMkLst>
        <pc:spChg chg="mod">
          <ac:chgData name="Michael Whitehouse" userId="0ecba9273f6ad366" providerId="LiveId" clId="{F36E82C0-65ED-4BE7-8730-0F102FB388DD}" dt="2026-06-09T13:39:33.410" v="13" actId="139"/>
          <ac:spMkLst>
            <pc:docMk/>
            <pc:sldMk cId="4156303504" sldId="288"/>
            <ac:spMk id="2" creationId="{B9E124C3-577A-C528-7B74-CA7D1C54D5A7}"/>
          </ac:spMkLst>
        </pc:spChg>
        <pc:spChg chg="mod">
          <ac:chgData name="Michael Whitehouse" userId="0ecba9273f6ad366" providerId="LiveId" clId="{F36E82C0-65ED-4BE7-8730-0F102FB388DD}" dt="2026-06-09T13:39:33.637" v="18" actId="139"/>
          <ac:spMkLst>
            <pc:docMk/>
            <pc:sldMk cId="4156303504" sldId="288"/>
            <ac:spMk id="3" creationId="{CA18F631-325B-78F5-3F6C-08912B4E66D3}"/>
          </ac:spMkLst>
        </pc:spChg>
        <pc:spChg chg="mod">
          <ac:chgData name="Michael Whitehouse" userId="0ecba9273f6ad366" providerId="LiveId" clId="{F36E82C0-65ED-4BE7-8730-0F102FB388DD}" dt="2026-06-09T13:39:33.649" v="23" actId="139"/>
          <ac:spMkLst>
            <pc:docMk/>
            <pc:sldMk cId="4156303504" sldId="288"/>
            <ac:spMk id="4" creationId="{492760C6-5BFC-E95E-E30E-D89242962251}"/>
          </ac:spMkLst>
        </pc:spChg>
        <pc:spChg chg="mod">
          <ac:chgData name="Michael Whitehouse" userId="0ecba9273f6ad366" providerId="LiveId" clId="{F36E82C0-65ED-4BE7-8730-0F102FB388DD}" dt="2026-06-09T13:39:33.662" v="28" actId="139"/>
          <ac:spMkLst>
            <pc:docMk/>
            <pc:sldMk cId="4156303504" sldId="288"/>
            <ac:spMk id="5" creationId="{0F24E479-B854-CF54-0405-DE57BBE90C1C}"/>
          </ac:spMkLst>
        </pc:spChg>
        <pc:spChg chg="mod">
          <ac:chgData name="Michael Whitehouse" userId="0ecba9273f6ad366" providerId="LiveId" clId="{F36E82C0-65ED-4BE7-8730-0F102FB388DD}" dt="2026-06-09T13:39:33.675" v="33" actId="139"/>
          <ac:spMkLst>
            <pc:docMk/>
            <pc:sldMk cId="4156303504" sldId="288"/>
            <ac:spMk id="6" creationId="{2451AE38-0DA5-362C-A8BA-392A23E22050}"/>
          </ac:spMkLst>
        </pc:spChg>
        <pc:spChg chg="add mod">
          <ac:chgData name="Michael Whitehouse" userId="0ecba9273f6ad366" providerId="LiveId" clId="{F36E82C0-65ED-4BE7-8730-0F102FB388DD}" dt="2026-06-09T13:39:33.720" v="45" actId="207"/>
          <ac:spMkLst>
            <pc:docMk/>
            <pc:sldMk cId="4156303504" sldId="288"/>
            <ac:spMk id="8" creationId="{1F33B810-A58D-CA81-7BEC-458EBE6BA2A4}"/>
          </ac:spMkLst>
        </pc:spChg>
        <pc:spChg chg="add mod">
          <ac:chgData name="Michael Whitehouse" userId="0ecba9273f6ad366" providerId="LiveId" clId="{F36E82C0-65ED-4BE7-8730-0F102FB388DD}" dt="2026-06-09T13:39:33.753" v="55" actId="207"/>
          <ac:spMkLst>
            <pc:docMk/>
            <pc:sldMk cId="4156303504" sldId="288"/>
            <ac:spMk id="9" creationId="{C0E934BA-9A27-DC80-B847-810BAD4B6FB6}"/>
          </ac:spMkLst>
        </pc:spChg>
      </pc:sldChg>
      <pc:sldChg chg="addSp modSp add mod">
        <pc:chgData name="Michael Whitehouse" userId="0ecba9273f6ad366" providerId="LiveId" clId="{F36E82C0-65ED-4BE7-8730-0F102FB388DD}" dt="2026-06-09T13:39:34.035" v="104" actId="207"/>
        <pc:sldMkLst>
          <pc:docMk/>
          <pc:sldMk cId="388045027" sldId="289"/>
        </pc:sldMkLst>
        <pc:spChg chg="mod">
          <ac:chgData name="Michael Whitehouse" userId="0ecba9273f6ad366" providerId="LiveId" clId="{F36E82C0-65ED-4BE7-8730-0F102FB388DD}" dt="2026-06-09T13:39:33.762" v="59" actId="139"/>
          <ac:spMkLst>
            <pc:docMk/>
            <pc:sldMk cId="388045027" sldId="289"/>
            <ac:spMk id="2" creationId="{095078D2-CC15-A43F-778D-846F76E66E9E}"/>
          </ac:spMkLst>
        </pc:spChg>
        <pc:spChg chg="mod">
          <ac:chgData name="Michael Whitehouse" userId="0ecba9273f6ad366" providerId="LiveId" clId="{F36E82C0-65ED-4BE7-8730-0F102FB388DD}" dt="2026-06-09T13:39:33.945" v="64" actId="139"/>
          <ac:spMkLst>
            <pc:docMk/>
            <pc:sldMk cId="388045027" sldId="289"/>
            <ac:spMk id="3" creationId="{AC2E24D7-CC3B-1CE7-9DE1-D5A998C6F356}"/>
          </ac:spMkLst>
        </pc:spChg>
        <pc:spChg chg="mod">
          <ac:chgData name="Michael Whitehouse" userId="0ecba9273f6ad366" providerId="LiveId" clId="{F36E82C0-65ED-4BE7-8730-0F102FB388DD}" dt="2026-06-09T13:39:33.957" v="69" actId="139"/>
          <ac:spMkLst>
            <pc:docMk/>
            <pc:sldMk cId="388045027" sldId="289"/>
            <ac:spMk id="4" creationId="{264BAE8D-D576-4EA8-1CCD-57DAF4C9DFD0}"/>
          </ac:spMkLst>
        </pc:spChg>
        <pc:spChg chg="mod">
          <ac:chgData name="Michael Whitehouse" userId="0ecba9273f6ad366" providerId="LiveId" clId="{F36E82C0-65ED-4BE7-8730-0F102FB388DD}" dt="2026-06-09T13:39:33.969" v="74" actId="139"/>
          <ac:spMkLst>
            <pc:docMk/>
            <pc:sldMk cId="388045027" sldId="289"/>
            <ac:spMk id="5" creationId="{DBB0AAA4-BA04-D71E-22E9-05535726726C}"/>
          </ac:spMkLst>
        </pc:spChg>
        <pc:spChg chg="mod">
          <ac:chgData name="Michael Whitehouse" userId="0ecba9273f6ad366" providerId="LiveId" clId="{F36E82C0-65ED-4BE7-8730-0F102FB388DD}" dt="2026-06-09T13:39:33.981" v="79" actId="139"/>
          <ac:spMkLst>
            <pc:docMk/>
            <pc:sldMk cId="388045027" sldId="289"/>
            <ac:spMk id="6" creationId="{ECCD0A5E-829A-BD87-CEED-D1538CD18D44}"/>
          </ac:spMkLst>
        </pc:spChg>
        <pc:spChg chg="mod">
          <ac:chgData name="Michael Whitehouse" userId="0ecba9273f6ad366" providerId="LiveId" clId="{F36E82C0-65ED-4BE7-8730-0F102FB388DD}" dt="2026-06-09T13:39:33.995" v="84" actId="139"/>
          <ac:spMkLst>
            <pc:docMk/>
            <pc:sldMk cId="388045027" sldId="289"/>
            <ac:spMk id="7" creationId="{90C29E33-52A5-5EDD-858C-A74EE53C3889}"/>
          </ac:spMkLst>
        </pc:spChg>
        <pc:spChg chg="add mod">
          <ac:chgData name="Michael Whitehouse" userId="0ecba9273f6ad366" providerId="LiveId" clId="{F36E82C0-65ED-4BE7-8730-0F102FB388DD}" dt="2026-06-09T13:39:34.015" v="94" actId="207"/>
          <ac:spMkLst>
            <pc:docMk/>
            <pc:sldMk cId="388045027" sldId="289"/>
            <ac:spMk id="8" creationId="{5FD018DF-2282-512C-BECC-99EF88E5A74C}"/>
          </ac:spMkLst>
        </pc:spChg>
        <pc:spChg chg="add mod">
          <ac:chgData name="Michael Whitehouse" userId="0ecba9273f6ad366" providerId="LiveId" clId="{F36E82C0-65ED-4BE7-8730-0F102FB388DD}" dt="2026-06-09T13:39:34.035" v="104" actId="207"/>
          <ac:spMkLst>
            <pc:docMk/>
            <pc:sldMk cId="388045027" sldId="289"/>
            <ac:spMk id="9" creationId="{C1F681B9-40F5-A58B-4268-FDE3418156AB}"/>
          </ac:spMkLst>
        </pc:spChg>
      </pc:sldChg>
      <pc:sldChg chg="addSp modSp add mod">
        <pc:chgData name="Michael Whitehouse" userId="0ecba9273f6ad366" providerId="LiveId" clId="{F36E82C0-65ED-4BE7-8730-0F102FB388DD}" dt="2026-06-09T13:39:36.027" v="233" actId="207"/>
        <pc:sldMkLst>
          <pc:docMk/>
          <pc:sldMk cId="2879107379" sldId="291"/>
        </pc:sldMkLst>
        <pc:spChg chg="mod">
          <ac:chgData name="Michael Whitehouse" userId="0ecba9273f6ad366" providerId="LiveId" clId="{F36E82C0-65ED-4BE7-8730-0F102FB388DD}" dt="2026-06-09T13:39:35.825" v="205" actId="139"/>
          <ac:spMkLst>
            <pc:docMk/>
            <pc:sldMk cId="2879107379" sldId="291"/>
            <ac:spMk id="2" creationId="{37112DF5-52EA-2703-E177-8D170130BD88}"/>
          </ac:spMkLst>
        </pc:spChg>
        <pc:spChg chg="add mod">
          <ac:chgData name="Michael Whitehouse" userId="0ecba9273f6ad366" providerId="LiveId" clId="{F36E82C0-65ED-4BE7-8730-0F102FB388DD}" dt="2026-06-09T13:39:35.994" v="223" actId="207"/>
          <ac:spMkLst>
            <pc:docMk/>
            <pc:sldMk cId="2879107379" sldId="291"/>
            <ac:spMk id="4" creationId="{9D6E310F-7C7C-DC64-B91E-E616F62FCD25}"/>
          </ac:spMkLst>
        </pc:spChg>
        <pc:spChg chg="add mod">
          <ac:chgData name="Michael Whitehouse" userId="0ecba9273f6ad366" providerId="LiveId" clId="{F36E82C0-65ED-4BE7-8730-0F102FB388DD}" dt="2026-06-09T13:39:36.027" v="233" actId="207"/>
          <ac:spMkLst>
            <pc:docMk/>
            <pc:sldMk cId="2879107379" sldId="291"/>
            <ac:spMk id="5" creationId="{1964C5FE-10F9-A415-0B6C-D11D79910097}"/>
          </ac:spMkLst>
        </pc:spChg>
        <pc:picChg chg="add mod">
          <ac:chgData name="Michael Whitehouse" userId="0ecba9273f6ad366" providerId="LiveId" clId="{F36E82C0-65ED-4BE7-8730-0F102FB388DD}" dt="2026-06-09T13:39:35.918" v="213"/>
          <ac:picMkLst>
            <pc:docMk/>
            <pc:sldMk cId="2879107379" sldId="291"/>
            <ac:picMk id="3" creationId="{84DB9305-229E-5C0A-CEAB-F1C736B5AC2C}"/>
          </ac:picMkLst>
        </pc:picChg>
      </pc:sldChg>
      <pc:sldChg chg="addSp modSp add mod">
        <pc:chgData name="Michael Whitehouse" userId="0ecba9273f6ad366" providerId="LiveId" clId="{F36E82C0-65ED-4BE7-8730-0F102FB388DD}" dt="2026-06-09T13:39:39.326" v="427" actId="207"/>
        <pc:sldMkLst>
          <pc:docMk/>
          <pc:sldMk cId="1964618353" sldId="293"/>
        </pc:sldMkLst>
        <pc:spChg chg="mod">
          <ac:chgData name="Michael Whitehouse" userId="0ecba9273f6ad366" providerId="LiveId" clId="{F36E82C0-65ED-4BE7-8730-0F102FB388DD}" dt="2026-06-09T13:39:37.730" v="334" actId="139"/>
          <ac:spMkLst>
            <pc:docMk/>
            <pc:sldMk cId="1964618353" sldId="293"/>
            <ac:spMk id="2" creationId="{A85262EB-0A50-BE4E-5443-619A5908A4DA}"/>
          </ac:spMkLst>
        </pc:spChg>
        <pc:spChg chg="add mod">
          <ac:chgData name="Michael Whitehouse" userId="0ecba9273f6ad366" providerId="LiveId" clId="{F36E82C0-65ED-4BE7-8730-0F102FB388DD}" dt="2026-06-09T13:39:38.557" v="345" actId="139"/>
          <ac:spMkLst>
            <pc:docMk/>
            <pc:sldMk cId="1964618353" sldId="293"/>
            <ac:spMk id="3" creationId="{283E121B-D141-564C-61C4-9E503D38A17B}"/>
          </ac:spMkLst>
        </pc:spChg>
        <pc:spChg chg="add mod">
          <ac:chgData name="Michael Whitehouse" userId="0ecba9273f6ad366" providerId="LiveId" clId="{F36E82C0-65ED-4BE7-8730-0F102FB388DD}" dt="2026-06-09T13:39:38.688" v="356" actId="208"/>
          <ac:spMkLst>
            <pc:docMk/>
            <pc:sldMk cId="1964618353" sldId="293"/>
            <ac:spMk id="4" creationId="{E78814FF-AE74-00C3-FFB8-310930CBA246}"/>
          </ac:spMkLst>
        </pc:spChg>
        <pc:spChg chg="add mod">
          <ac:chgData name="Michael Whitehouse" userId="0ecba9273f6ad366" providerId="LiveId" clId="{F36E82C0-65ED-4BE7-8730-0F102FB388DD}" dt="2026-06-09T13:39:38.912" v="374"/>
          <ac:spMkLst>
            <pc:docMk/>
            <pc:sldMk cId="1964618353" sldId="293"/>
            <ac:spMk id="6" creationId="{CE64EFEC-AFF0-1B79-DD9D-75C21E26944C}"/>
          </ac:spMkLst>
        </pc:spChg>
        <pc:spChg chg="add mod">
          <ac:chgData name="Michael Whitehouse" userId="0ecba9273f6ad366" providerId="LiveId" clId="{F36E82C0-65ED-4BE7-8730-0F102FB388DD}" dt="2026-06-09T13:39:39.040" v="385" actId="208"/>
          <ac:spMkLst>
            <pc:docMk/>
            <pc:sldMk cId="1964618353" sldId="293"/>
            <ac:spMk id="7" creationId="{AA761C0D-020A-FA1D-02E2-758AF2CA012C}"/>
          </ac:spMkLst>
        </pc:spChg>
        <pc:spChg chg="add mod">
          <ac:chgData name="Michael Whitehouse" userId="0ecba9273f6ad366" providerId="LiveId" clId="{F36E82C0-65ED-4BE7-8730-0F102FB388DD}" dt="2026-06-09T13:39:39.165" v="396" actId="139"/>
          <ac:spMkLst>
            <pc:docMk/>
            <pc:sldMk cId="1964618353" sldId="293"/>
            <ac:spMk id="8" creationId="{45C929E7-639E-C035-5A01-46FDEAE7E5EB}"/>
          </ac:spMkLst>
        </pc:spChg>
        <pc:spChg chg="add mod">
          <ac:chgData name="Michael Whitehouse" userId="0ecba9273f6ad366" providerId="LiveId" clId="{F36E82C0-65ED-4BE7-8730-0F102FB388DD}" dt="2026-06-09T13:39:39.290" v="407" actId="139"/>
          <ac:spMkLst>
            <pc:docMk/>
            <pc:sldMk cId="1964618353" sldId="293"/>
            <ac:spMk id="9" creationId="{2A22AAFD-D316-79DE-A3C5-A9FAE25531C7}"/>
          </ac:spMkLst>
        </pc:spChg>
        <pc:spChg chg="add mod">
          <ac:chgData name="Michael Whitehouse" userId="0ecba9273f6ad366" providerId="LiveId" clId="{F36E82C0-65ED-4BE7-8730-0F102FB388DD}" dt="2026-06-09T13:39:39.308" v="417" actId="207"/>
          <ac:spMkLst>
            <pc:docMk/>
            <pc:sldMk cId="1964618353" sldId="293"/>
            <ac:spMk id="10" creationId="{FE43693D-C917-4907-0C3F-6D69A503513C}"/>
          </ac:spMkLst>
        </pc:spChg>
        <pc:spChg chg="add mod">
          <ac:chgData name="Michael Whitehouse" userId="0ecba9273f6ad366" providerId="LiveId" clId="{F36E82C0-65ED-4BE7-8730-0F102FB388DD}" dt="2026-06-09T13:39:39.326" v="427" actId="207"/>
          <ac:spMkLst>
            <pc:docMk/>
            <pc:sldMk cId="1964618353" sldId="293"/>
            <ac:spMk id="11" creationId="{4A3594EB-14BA-FF5C-BA94-DBC0CB1CA4FE}"/>
          </ac:spMkLst>
        </pc:spChg>
        <pc:picChg chg="add mod">
          <ac:chgData name="Michael Whitehouse" userId="0ecba9273f6ad366" providerId="LiveId" clId="{F36E82C0-65ED-4BE7-8730-0F102FB388DD}" dt="2026-06-09T13:39:38.804" v="365"/>
          <ac:picMkLst>
            <pc:docMk/>
            <pc:sldMk cId="1964618353" sldId="293"/>
            <ac:picMk id="5" creationId="{1409A2D6-ABBA-550B-9964-2FE86E511763}"/>
          </ac:picMkLst>
        </pc:picChg>
      </pc:sldChg>
      <pc:sldChg chg="addSp modSp add mod">
        <pc:chgData name="Michael Whitehouse" userId="0ecba9273f6ad366" providerId="LiveId" clId="{F36E82C0-65ED-4BE7-8730-0F102FB388DD}" dt="2026-06-14T13:20:32.884" v="1658" actId="27636"/>
        <pc:sldMkLst>
          <pc:docMk/>
          <pc:sldMk cId="151123850" sldId="294"/>
        </pc:sldMkLst>
        <pc:spChg chg="mod">
          <ac:chgData name="Michael Whitehouse" userId="0ecba9273f6ad366" providerId="LiveId" clId="{F36E82C0-65ED-4BE7-8730-0F102FB388DD}" dt="2026-06-09T13:39:39.336" v="431" actId="139"/>
          <ac:spMkLst>
            <pc:docMk/>
            <pc:sldMk cId="151123850" sldId="294"/>
            <ac:spMk id="2" creationId="{E243ED79-74B0-A3B4-9D1C-5AA7D5DEF454}"/>
          </ac:spMkLst>
        </pc:spChg>
        <pc:spChg chg="add mod">
          <ac:chgData name="Michael Whitehouse" userId="0ecba9273f6ad366" providerId="LiveId" clId="{F36E82C0-65ED-4BE7-8730-0F102FB388DD}" dt="2026-06-14T13:20:32.884" v="1658" actId="27636"/>
          <ac:spMkLst>
            <pc:docMk/>
            <pc:sldMk cId="151123850" sldId="294"/>
            <ac:spMk id="3" creationId="{218D5D9E-1901-BF1D-351A-E9729AE87D9C}"/>
          </ac:spMkLst>
        </pc:spChg>
        <pc:spChg chg="add mod">
          <ac:chgData name="Michael Whitehouse" userId="0ecba9273f6ad366" providerId="LiveId" clId="{F36E82C0-65ED-4BE7-8730-0F102FB388DD}" dt="2026-06-09T13:39:40.433" v="453" actId="208"/>
          <ac:spMkLst>
            <pc:docMk/>
            <pc:sldMk cId="151123850" sldId="294"/>
            <ac:spMk id="4" creationId="{ABBACDB8-4F87-3170-9230-5E1ABCD7F05A}"/>
          </ac:spMkLst>
        </pc:spChg>
        <pc:spChg chg="add mod">
          <ac:chgData name="Michael Whitehouse" userId="0ecba9273f6ad366" providerId="LiveId" clId="{F36E82C0-65ED-4BE7-8730-0F102FB388DD}" dt="2026-06-09T13:39:40.663" v="471"/>
          <ac:spMkLst>
            <pc:docMk/>
            <pc:sldMk cId="151123850" sldId="294"/>
            <ac:spMk id="6" creationId="{6266E074-C34A-81FF-1CE0-AEB351FBAD13}"/>
          </ac:spMkLst>
        </pc:spChg>
        <pc:spChg chg="add mod">
          <ac:chgData name="Michael Whitehouse" userId="0ecba9273f6ad366" providerId="LiveId" clId="{F36E82C0-65ED-4BE7-8730-0F102FB388DD}" dt="2026-06-09T13:39:40.797" v="482" actId="208"/>
          <ac:spMkLst>
            <pc:docMk/>
            <pc:sldMk cId="151123850" sldId="294"/>
            <ac:spMk id="7" creationId="{F144B309-2E48-707D-28D6-60B5D680AF55}"/>
          </ac:spMkLst>
        </pc:spChg>
        <pc:spChg chg="add mod">
          <ac:chgData name="Michael Whitehouse" userId="0ecba9273f6ad366" providerId="LiveId" clId="{F36E82C0-65ED-4BE7-8730-0F102FB388DD}" dt="2026-06-09T13:39:40.919" v="493" actId="139"/>
          <ac:spMkLst>
            <pc:docMk/>
            <pc:sldMk cId="151123850" sldId="294"/>
            <ac:spMk id="8" creationId="{E03BD143-CA88-D81E-3E7F-FD5754DB8496}"/>
          </ac:spMkLst>
        </pc:spChg>
        <pc:spChg chg="add mod">
          <ac:chgData name="Michael Whitehouse" userId="0ecba9273f6ad366" providerId="LiveId" clId="{F36E82C0-65ED-4BE7-8730-0F102FB388DD}" dt="2026-06-09T13:39:41.043" v="504" actId="139"/>
          <ac:spMkLst>
            <pc:docMk/>
            <pc:sldMk cId="151123850" sldId="294"/>
            <ac:spMk id="9" creationId="{B64AE9D9-68CD-8CA4-5F18-A1D0CBD50B48}"/>
          </ac:spMkLst>
        </pc:spChg>
        <pc:spChg chg="add mod">
          <ac:chgData name="Michael Whitehouse" userId="0ecba9273f6ad366" providerId="LiveId" clId="{F36E82C0-65ED-4BE7-8730-0F102FB388DD}" dt="2026-06-09T13:39:41.063" v="514" actId="207"/>
          <ac:spMkLst>
            <pc:docMk/>
            <pc:sldMk cId="151123850" sldId="294"/>
            <ac:spMk id="10" creationId="{AED441A3-520F-BB9F-FA91-0010926C3A45}"/>
          </ac:spMkLst>
        </pc:spChg>
        <pc:spChg chg="add mod">
          <ac:chgData name="Michael Whitehouse" userId="0ecba9273f6ad366" providerId="LiveId" clId="{F36E82C0-65ED-4BE7-8730-0F102FB388DD}" dt="2026-06-09T13:39:41.083" v="524" actId="207"/>
          <ac:spMkLst>
            <pc:docMk/>
            <pc:sldMk cId="151123850" sldId="294"/>
            <ac:spMk id="11" creationId="{6E60C6D8-6704-F22A-AFEB-52B60CFA56A7}"/>
          </ac:spMkLst>
        </pc:spChg>
        <pc:picChg chg="add mod">
          <ac:chgData name="Michael Whitehouse" userId="0ecba9273f6ad366" providerId="LiveId" clId="{F36E82C0-65ED-4BE7-8730-0F102FB388DD}" dt="2026-06-09T13:39:40.554" v="462"/>
          <ac:picMkLst>
            <pc:docMk/>
            <pc:sldMk cId="151123850" sldId="294"/>
            <ac:picMk id="5" creationId="{C4CAA12C-0311-F7A1-CC3D-E1067C188550}"/>
          </ac:picMkLst>
        </pc:picChg>
      </pc:sldChg>
      <pc:sldChg chg="addSp modSp add mod">
        <pc:chgData name="Michael Whitehouse" userId="0ecba9273f6ad366" providerId="LiveId" clId="{F36E82C0-65ED-4BE7-8730-0F102FB388DD}" dt="2026-06-09T13:39:41.345" v="557" actId="207"/>
        <pc:sldMkLst>
          <pc:docMk/>
          <pc:sldMk cId="1090745530" sldId="295"/>
        </pc:sldMkLst>
        <pc:spChg chg="mod">
          <ac:chgData name="Michael Whitehouse" userId="0ecba9273f6ad366" providerId="LiveId" clId="{F36E82C0-65ED-4BE7-8730-0F102FB388DD}" dt="2026-06-09T13:39:41.093" v="528" actId="139"/>
          <ac:spMkLst>
            <pc:docMk/>
            <pc:sldMk cId="1090745530" sldId="295"/>
            <ac:spMk id="2" creationId="{6FF1E339-6D41-3306-C0D6-EC2DBC725484}"/>
          </ac:spMkLst>
        </pc:spChg>
        <pc:spChg chg="add mod">
          <ac:chgData name="Michael Whitehouse" userId="0ecba9273f6ad366" providerId="LiveId" clId="{F36E82C0-65ED-4BE7-8730-0F102FB388DD}" dt="2026-06-09T13:39:41.323" v="547" actId="207"/>
          <ac:spMkLst>
            <pc:docMk/>
            <pc:sldMk cId="1090745530" sldId="295"/>
            <ac:spMk id="4" creationId="{203F100C-C4D4-45EA-28DC-B34BAB105CC4}"/>
          </ac:spMkLst>
        </pc:spChg>
        <pc:spChg chg="add mod">
          <ac:chgData name="Michael Whitehouse" userId="0ecba9273f6ad366" providerId="LiveId" clId="{F36E82C0-65ED-4BE7-8730-0F102FB388DD}" dt="2026-06-09T13:39:41.345" v="557" actId="207"/>
          <ac:spMkLst>
            <pc:docMk/>
            <pc:sldMk cId="1090745530" sldId="295"/>
            <ac:spMk id="5" creationId="{BB5B3A43-D494-66BB-4E3F-8CFEEEBA90FB}"/>
          </ac:spMkLst>
        </pc:spChg>
        <pc:picChg chg="add mod">
          <ac:chgData name="Michael Whitehouse" userId="0ecba9273f6ad366" providerId="LiveId" clId="{F36E82C0-65ED-4BE7-8730-0F102FB388DD}" dt="2026-06-09T13:39:41.303" v="537"/>
          <ac:picMkLst>
            <pc:docMk/>
            <pc:sldMk cId="1090745530" sldId="295"/>
            <ac:picMk id="3" creationId="{536BFD7F-E83E-35FF-DD7B-67535A691DB8}"/>
          </ac:picMkLst>
        </pc:picChg>
      </pc:sldChg>
      <pc:sldChg chg="addSp modSp add mod">
        <pc:chgData name="Michael Whitehouse" userId="0ecba9273f6ad366" providerId="LiveId" clId="{F36E82C0-65ED-4BE7-8730-0F102FB388DD}" dt="2026-06-09T13:39:41.464" v="589" actId="207"/>
        <pc:sldMkLst>
          <pc:docMk/>
          <pc:sldMk cId="2846836741" sldId="296"/>
        </pc:sldMkLst>
        <pc:spChg chg="mod">
          <ac:chgData name="Michael Whitehouse" userId="0ecba9273f6ad366" providerId="LiveId" clId="{F36E82C0-65ED-4BE7-8730-0F102FB388DD}" dt="2026-06-09T13:39:41.355" v="561" actId="139"/>
          <ac:spMkLst>
            <pc:docMk/>
            <pc:sldMk cId="2846836741" sldId="296"/>
            <ac:spMk id="2" creationId="{3EEE74FE-67D2-9B2F-2328-519CF01AFA0B}"/>
          </ac:spMkLst>
        </pc:spChg>
        <pc:spChg chg="add mod">
          <ac:chgData name="Michael Whitehouse" userId="0ecba9273f6ad366" providerId="LiveId" clId="{F36E82C0-65ED-4BE7-8730-0F102FB388DD}" dt="2026-06-09T13:39:41.444" v="579" actId="207"/>
          <ac:spMkLst>
            <pc:docMk/>
            <pc:sldMk cId="2846836741" sldId="296"/>
            <ac:spMk id="4" creationId="{8C5BC6A6-B365-C7E0-36F2-41BBD9E208DE}"/>
          </ac:spMkLst>
        </pc:spChg>
        <pc:spChg chg="add mod">
          <ac:chgData name="Michael Whitehouse" userId="0ecba9273f6ad366" providerId="LiveId" clId="{F36E82C0-65ED-4BE7-8730-0F102FB388DD}" dt="2026-06-09T13:39:41.464" v="589" actId="207"/>
          <ac:spMkLst>
            <pc:docMk/>
            <pc:sldMk cId="2846836741" sldId="296"/>
            <ac:spMk id="5" creationId="{C4144297-79AC-9E0A-2684-79B97CF2BDA2}"/>
          </ac:spMkLst>
        </pc:spChg>
        <pc:picChg chg="add mod">
          <ac:chgData name="Michael Whitehouse" userId="0ecba9273f6ad366" providerId="LiveId" clId="{F36E82C0-65ED-4BE7-8730-0F102FB388DD}" dt="2026-06-09T13:39:41.414" v="569"/>
          <ac:picMkLst>
            <pc:docMk/>
            <pc:sldMk cId="2846836741" sldId="296"/>
            <ac:picMk id="3" creationId="{D1EF36EC-A0A7-1B81-C8DF-C798076711DE}"/>
          </ac:picMkLst>
        </pc:picChg>
      </pc:sldChg>
      <pc:sldChg chg="addSp modSp add mod">
        <pc:chgData name="Michael Whitehouse" userId="0ecba9273f6ad366" providerId="LiveId" clId="{F36E82C0-65ED-4BE7-8730-0F102FB388DD}" dt="2026-06-09T13:39:43.076" v="686" actId="207"/>
        <pc:sldMkLst>
          <pc:docMk/>
          <pc:sldMk cId="641046298" sldId="297"/>
        </pc:sldMkLst>
        <pc:spChg chg="mod">
          <ac:chgData name="Michael Whitehouse" userId="0ecba9273f6ad366" providerId="LiveId" clId="{F36E82C0-65ED-4BE7-8730-0F102FB388DD}" dt="2026-06-09T13:39:41.475" v="593" actId="139"/>
          <ac:spMkLst>
            <pc:docMk/>
            <pc:sldMk cId="641046298" sldId="297"/>
            <ac:spMk id="2" creationId="{88F987FF-3C9C-A448-8F24-AD0D3A05FA41}"/>
          </ac:spMkLst>
        </pc:spChg>
        <pc:spChg chg="add mod">
          <ac:chgData name="Michael Whitehouse" userId="0ecba9273f6ad366" providerId="LiveId" clId="{F36E82C0-65ED-4BE7-8730-0F102FB388DD}" dt="2026-06-09T13:39:42.319" v="604" actId="139"/>
          <ac:spMkLst>
            <pc:docMk/>
            <pc:sldMk cId="641046298" sldId="297"/>
            <ac:spMk id="3" creationId="{63160ED9-A16B-3B75-E413-1C41C5222A90}"/>
          </ac:spMkLst>
        </pc:spChg>
        <pc:spChg chg="add mod">
          <ac:chgData name="Michael Whitehouse" userId="0ecba9273f6ad366" providerId="LiveId" clId="{F36E82C0-65ED-4BE7-8730-0F102FB388DD}" dt="2026-06-09T13:39:42.438" v="615" actId="208"/>
          <ac:spMkLst>
            <pc:docMk/>
            <pc:sldMk cId="641046298" sldId="297"/>
            <ac:spMk id="4" creationId="{CDB32D1E-CC3D-21AD-ED4D-487DE748C95A}"/>
          </ac:spMkLst>
        </pc:spChg>
        <pc:spChg chg="add mod">
          <ac:chgData name="Michael Whitehouse" userId="0ecba9273f6ad366" providerId="LiveId" clId="{F36E82C0-65ED-4BE7-8730-0F102FB388DD}" dt="2026-06-09T13:39:42.663" v="633"/>
          <ac:spMkLst>
            <pc:docMk/>
            <pc:sldMk cId="641046298" sldId="297"/>
            <ac:spMk id="6" creationId="{5AEA3D28-F4FE-7BFD-6EF7-3CA34A752FEF}"/>
          </ac:spMkLst>
        </pc:spChg>
        <pc:spChg chg="add mod">
          <ac:chgData name="Michael Whitehouse" userId="0ecba9273f6ad366" providerId="LiveId" clId="{F36E82C0-65ED-4BE7-8730-0F102FB388DD}" dt="2026-06-09T13:39:42.794" v="644" actId="208"/>
          <ac:spMkLst>
            <pc:docMk/>
            <pc:sldMk cId="641046298" sldId="297"/>
            <ac:spMk id="7" creationId="{64702BE2-8CF8-AAA4-2624-BEA6141FCAB6}"/>
          </ac:spMkLst>
        </pc:spChg>
        <pc:spChg chg="add mod">
          <ac:chgData name="Michael Whitehouse" userId="0ecba9273f6ad366" providerId="LiveId" clId="{F36E82C0-65ED-4BE7-8730-0F102FB388DD}" dt="2026-06-09T13:39:42.917" v="655" actId="139"/>
          <ac:spMkLst>
            <pc:docMk/>
            <pc:sldMk cId="641046298" sldId="297"/>
            <ac:spMk id="8" creationId="{59FA2F99-64CA-962C-A50B-627614186859}"/>
          </ac:spMkLst>
        </pc:spChg>
        <pc:spChg chg="add mod">
          <ac:chgData name="Michael Whitehouse" userId="0ecba9273f6ad366" providerId="LiveId" clId="{F36E82C0-65ED-4BE7-8730-0F102FB388DD}" dt="2026-06-09T13:39:43.042" v="666" actId="139"/>
          <ac:spMkLst>
            <pc:docMk/>
            <pc:sldMk cId="641046298" sldId="297"/>
            <ac:spMk id="9" creationId="{ACE087FC-695F-0706-7C81-D7ADB4FAB2C7}"/>
          </ac:spMkLst>
        </pc:spChg>
        <pc:spChg chg="add mod">
          <ac:chgData name="Michael Whitehouse" userId="0ecba9273f6ad366" providerId="LiveId" clId="{F36E82C0-65ED-4BE7-8730-0F102FB388DD}" dt="2026-06-09T13:39:43.059" v="676" actId="207"/>
          <ac:spMkLst>
            <pc:docMk/>
            <pc:sldMk cId="641046298" sldId="297"/>
            <ac:spMk id="10" creationId="{2ADCB6FE-D23E-42CD-A064-DBAE80D75BC9}"/>
          </ac:spMkLst>
        </pc:spChg>
        <pc:spChg chg="add mod">
          <ac:chgData name="Michael Whitehouse" userId="0ecba9273f6ad366" providerId="LiveId" clId="{F36E82C0-65ED-4BE7-8730-0F102FB388DD}" dt="2026-06-09T13:39:43.076" v="686" actId="207"/>
          <ac:spMkLst>
            <pc:docMk/>
            <pc:sldMk cId="641046298" sldId="297"/>
            <ac:spMk id="11" creationId="{BD9DDAC7-2CD2-70FD-5873-D48EA6292E6C}"/>
          </ac:spMkLst>
        </pc:spChg>
        <pc:picChg chg="add mod">
          <ac:chgData name="Michael Whitehouse" userId="0ecba9273f6ad366" providerId="LiveId" clId="{F36E82C0-65ED-4BE7-8730-0F102FB388DD}" dt="2026-06-09T13:39:42.554" v="624"/>
          <ac:picMkLst>
            <pc:docMk/>
            <pc:sldMk cId="641046298" sldId="297"/>
            <ac:picMk id="5" creationId="{A107D2AC-5374-07F7-1859-1092C00289C1}"/>
          </ac:picMkLst>
        </pc:picChg>
      </pc:sldChg>
      <pc:sldChg chg="addSp modSp add mod">
        <pc:chgData name="Michael Whitehouse" userId="0ecba9273f6ad366" providerId="LiveId" clId="{F36E82C0-65ED-4BE7-8730-0F102FB388DD}" dt="2026-06-09T13:39:44.529" v="783" actId="207"/>
        <pc:sldMkLst>
          <pc:docMk/>
          <pc:sldMk cId="4080128883" sldId="298"/>
        </pc:sldMkLst>
        <pc:spChg chg="mod">
          <ac:chgData name="Michael Whitehouse" userId="0ecba9273f6ad366" providerId="LiveId" clId="{F36E82C0-65ED-4BE7-8730-0F102FB388DD}" dt="2026-06-09T13:39:43.086" v="690" actId="139"/>
          <ac:spMkLst>
            <pc:docMk/>
            <pc:sldMk cId="4080128883" sldId="298"/>
            <ac:spMk id="2" creationId="{2CE71C05-35B4-6722-0378-D2321CA4000E}"/>
          </ac:spMkLst>
        </pc:spChg>
        <pc:spChg chg="add mod">
          <ac:chgData name="Michael Whitehouse" userId="0ecba9273f6ad366" providerId="LiveId" clId="{F36E82C0-65ED-4BE7-8730-0F102FB388DD}" dt="2026-06-09T13:39:43.751" v="701" actId="139"/>
          <ac:spMkLst>
            <pc:docMk/>
            <pc:sldMk cId="4080128883" sldId="298"/>
            <ac:spMk id="3" creationId="{16B2A156-3881-3C6E-81BE-36955D3929D0}"/>
          </ac:spMkLst>
        </pc:spChg>
        <pc:spChg chg="add mod">
          <ac:chgData name="Michael Whitehouse" userId="0ecba9273f6ad366" providerId="LiveId" clId="{F36E82C0-65ED-4BE7-8730-0F102FB388DD}" dt="2026-06-09T13:39:43.869" v="712" actId="208"/>
          <ac:spMkLst>
            <pc:docMk/>
            <pc:sldMk cId="4080128883" sldId="298"/>
            <ac:spMk id="4" creationId="{56ED6F4D-141C-A3C6-6A3A-B6426721B03E}"/>
          </ac:spMkLst>
        </pc:spChg>
        <pc:spChg chg="add mod">
          <ac:chgData name="Michael Whitehouse" userId="0ecba9273f6ad366" providerId="LiveId" clId="{F36E82C0-65ED-4BE7-8730-0F102FB388DD}" dt="2026-06-09T13:39:44.113" v="730"/>
          <ac:spMkLst>
            <pc:docMk/>
            <pc:sldMk cId="4080128883" sldId="298"/>
            <ac:spMk id="6" creationId="{C93C8E3F-D8F0-DBD5-C90E-1C495CC03A0C}"/>
          </ac:spMkLst>
        </pc:spChg>
        <pc:spChg chg="add mod">
          <ac:chgData name="Michael Whitehouse" userId="0ecba9273f6ad366" providerId="LiveId" clId="{F36E82C0-65ED-4BE7-8730-0F102FB388DD}" dt="2026-06-09T13:39:44.242" v="741" actId="208"/>
          <ac:spMkLst>
            <pc:docMk/>
            <pc:sldMk cId="4080128883" sldId="298"/>
            <ac:spMk id="7" creationId="{99A9BBB4-EFE7-BCEA-70DF-3FB6C47F4124}"/>
          </ac:spMkLst>
        </pc:spChg>
        <pc:spChg chg="add mod">
          <ac:chgData name="Michael Whitehouse" userId="0ecba9273f6ad366" providerId="LiveId" clId="{F36E82C0-65ED-4BE7-8730-0F102FB388DD}" dt="2026-06-09T13:39:44.366" v="752" actId="139"/>
          <ac:spMkLst>
            <pc:docMk/>
            <pc:sldMk cId="4080128883" sldId="298"/>
            <ac:spMk id="8" creationId="{6524F234-06BE-4959-749E-506ECCE5A22F}"/>
          </ac:spMkLst>
        </pc:spChg>
        <pc:spChg chg="add mod">
          <ac:chgData name="Michael Whitehouse" userId="0ecba9273f6ad366" providerId="LiveId" clId="{F36E82C0-65ED-4BE7-8730-0F102FB388DD}" dt="2026-06-09T13:39:44.492" v="763" actId="139"/>
          <ac:spMkLst>
            <pc:docMk/>
            <pc:sldMk cId="4080128883" sldId="298"/>
            <ac:spMk id="9" creationId="{6333657E-262C-D072-852D-0EE85B49DCC9}"/>
          </ac:spMkLst>
        </pc:spChg>
        <pc:spChg chg="add mod">
          <ac:chgData name="Michael Whitehouse" userId="0ecba9273f6ad366" providerId="LiveId" clId="{F36E82C0-65ED-4BE7-8730-0F102FB388DD}" dt="2026-06-09T13:39:44.511" v="773" actId="207"/>
          <ac:spMkLst>
            <pc:docMk/>
            <pc:sldMk cId="4080128883" sldId="298"/>
            <ac:spMk id="10" creationId="{BD855F3A-6512-7D4A-4269-92253C44BB25}"/>
          </ac:spMkLst>
        </pc:spChg>
        <pc:spChg chg="add mod">
          <ac:chgData name="Michael Whitehouse" userId="0ecba9273f6ad366" providerId="LiveId" clId="{F36E82C0-65ED-4BE7-8730-0F102FB388DD}" dt="2026-06-09T13:39:44.529" v="783" actId="207"/>
          <ac:spMkLst>
            <pc:docMk/>
            <pc:sldMk cId="4080128883" sldId="298"/>
            <ac:spMk id="11" creationId="{96AD0CAA-4684-BBA7-0629-76C4B5C8C107}"/>
          </ac:spMkLst>
        </pc:spChg>
        <pc:picChg chg="add mod">
          <ac:chgData name="Michael Whitehouse" userId="0ecba9273f6ad366" providerId="LiveId" clId="{F36E82C0-65ED-4BE7-8730-0F102FB388DD}" dt="2026-06-09T13:39:43.988" v="721"/>
          <ac:picMkLst>
            <pc:docMk/>
            <pc:sldMk cId="4080128883" sldId="298"/>
            <ac:picMk id="5" creationId="{7DF1D2CA-5CB1-1173-7BBD-FA72996DD637}"/>
          </ac:picMkLst>
        </pc:picChg>
      </pc:sldChg>
      <pc:sldChg chg="addSp modSp add mod">
        <pc:chgData name="Michael Whitehouse" userId="0ecba9273f6ad366" providerId="LiveId" clId="{F36E82C0-65ED-4BE7-8730-0F102FB388DD}" dt="2026-06-09T13:39:45.991" v="880" actId="207"/>
        <pc:sldMkLst>
          <pc:docMk/>
          <pc:sldMk cId="3640890283" sldId="299"/>
        </pc:sldMkLst>
        <pc:spChg chg="mod">
          <ac:chgData name="Michael Whitehouse" userId="0ecba9273f6ad366" providerId="LiveId" clId="{F36E82C0-65ED-4BE7-8730-0F102FB388DD}" dt="2026-06-09T13:39:44.538" v="787" actId="139"/>
          <ac:spMkLst>
            <pc:docMk/>
            <pc:sldMk cId="3640890283" sldId="299"/>
            <ac:spMk id="2" creationId="{F90EEC8E-468A-8123-51B1-4B852C6F7BF8}"/>
          </ac:spMkLst>
        </pc:spChg>
        <pc:spChg chg="add mod">
          <ac:chgData name="Michael Whitehouse" userId="0ecba9273f6ad366" providerId="LiveId" clId="{F36E82C0-65ED-4BE7-8730-0F102FB388DD}" dt="2026-06-09T13:39:45.214" v="798" actId="139"/>
          <ac:spMkLst>
            <pc:docMk/>
            <pc:sldMk cId="3640890283" sldId="299"/>
            <ac:spMk id="3" creationId="{3BC39F5C-4156-7A68-B936-662153BFAEF3}"/>
          </ac:spMkLst>
        </pc:spChg>
        <pc:spChg chg="add mod">
          <ac:chgData name="Michael Whitehouse" userId="0ecba9273f6ad366" providerId="LiveId" clId="{F36E82C0-65ED-4BE7-8730-0F102FB388DD}" dt="2026-06-09T13:39:45.334" v="809" actId="208"/>
          <ac:spMkLst>
            <pc:docMk/>
            <pc:sldMk cId="3640890283" sldId="299"/>
            <ac:spMk id="4" creationId="{5E4D21D4-1057-FF5B-0D8A-4222DDE629D7}"/>
          </ac:spMkLst>
        </pc:spChg>
        <pc:spChg chg="add mod">
          <ac:chgData name="Michael Whitehouse" userId="0ecba9273f6ad366" providerId="LiveId" clId="{F36E82C0-65ED-4BE7-8730-0F102FB388DD}" dt="2026-06-09T13:39:45.576" v="827"/>
          <ac:spMkLst>
            <pc:docMk/>
            <pc:sldMk cId="3640890283" sldId="299"/>
            <ac:spMk id="6" creationId="{4F787907-B41C-4F23-0692-C2192F3263D8}"/>
          </ac:spMkLst>
        </pc:spChg>
        <pc:spChg chg="add mod">
          <ac:chgData name="Michael Whitehouse" userId="0ecba9273f6ad366" providerId="LiveId" clId="{F36E82C0-65ED-4BE7-8730-0F102FB388DD}" dt="2026-06-09T13:39:45.705" v="838" actId="208"/>
          <ac:spMkLst>
            <pc:docMk/>
            <pc:sldMk cId="3640890283" sldId="299"/>
            <ac:spMk id="7" creationId="{459A3ADD-91BA-0715-677B-8D37C0CF8516}"/>
          </ac:spMkLst>
        </pc:spChg>
        <pc:spChg chg="add mod">
          <ac:chgData name="Michael Whitehouse" userId="0ecba9273f6ad366" providerId="LiveId" clId="{F36E82C0-65ED-4BE7-8730-0F102FB388DD}" dt="2026-06-09T13:39:45.830" v="849" actId="139"/>
          <ac:spMkLst>
            <pc:docMk/>
            <pc:sldMk cId="3640890283" sldId="299"/>
            <ac:spMk id="8" creationId="{878BA92C-024F-324C-DB99-AA3618531D54}"/>
          </ac:spMkLst>
        </pc:spChg>
        <pc:spChg chg="add mod">
          <ac:chgData name="Michael Whitehouse" userId="0ecba9273f6ad366" providerId="LiveId" clId="{F36E82C0-65ED-4BE7-8730-0F102FB388DD}" dt="2026-06-09T13:39:45.955" v="860" actId="139"/>
          <ac:spMkLst>
            <pc:docMk/>
            <pc:sldMk cId="3640890283" sldId="299"/>
            <ac:spMk id="9" creationId="{3F80E96A-64AC-819D-E382-272113C88C56}"/>
          </ac:spMkLst>
        </pc:spChg>
        <pc:spChg chg="add mod">
          <ac:chgData name="Michael Whitehouse" userId="0ecba9273f6ad366" providerId="LiveId" clId="{F36E82C0-65ED-4BE7-8730-0F102FB388DD}" dt="2026-06-09T13:39:45.972" v="870" actId="207"/>
          <ac:spMkLst>
            <pc:docMk/>
            <pc:sldMk cId="3640890283" sldId="299"/>
            <ac:spMk id="10" creationId="{306A4818-4BE3-646B-BEC7-2A83A4F07434}"/>
          </ac:spMkLst>
        </pc:spChg>
        <pc:spChg chg="add mod">
          <ac:chgData name="Michael Whitehouse" userId="0ecba9273f6ad366" providerId="LiveId" clId="{F36E82C0-65ED-4BE7-8730-0F102FB388DD}" dt="2026-06-09T13:39:45.991" v="880" actId="207"/>
          <ac:spMkLst>
            <pc:docMk/>
            <pc:sldMk cId="3640890283" sldId="299"/>
            <ac:spMk id="11" creationId="{66A987E0-0B1E-4922-EE06-8B70553F905B}"/>
          </ac:spMkLst>
        </pc:spChg>
        <pc:picChg chg="add mod">
          <ac:chgData name="Michael Whitehouse" userId="0ecba9273f6ad366" providerId="LiveId" clId="{F36E82C0-65ED-4BE7-8730-0F102FB388DD}" dt="2026-06-09T13:39:45.451" v="818"/>
          <ac:picMkLst>
            <pc:docMk/>
            <pc:sldMk cId="3640890283" sldId="299"/>
            <ac:picMk id="5" creationId="{B35308AD-8B97-FF13-ABB4-D837A5C12171}"/>
          </ac:picMkLst>
        </pc:picChg>
      </pc:sldChg>
      <pc:sldChg chg="addSp modSp add mod">
        <pc:chgData name="Michael Whitehouse" userId="0ecba9273f6ad366" providerId="LiveId" clId="{F36E82C0-65ED-4BE7-8730-0F102FB388DD}" dt="2026-06-14T13:20:32.898" v="1659" actId="27636"/>
        <pc:sldMkLst>
          <pc:docMk/>
          <pc:sldMk cId="3384392719" sldId="300"/>
        </pc:sldMkLst>
        <pc:spChg chg="mod">
          <ac:chgData name="Michael Whitehouse" userId="0ecba9273f6ad366" providerId="LiveId" clId="{F36E82C0-65ED-4BE7-8730-0F102FB388DD}" dt="2026-06-09T13:39:46" v="884" actId="139"/>
          <ac:spMkLst>
            <pc:docMk/>
            <pc:sldMk cId="3384392719" sldId="300"/>
            <ac:spMk id="2" creationId="{F39BD2F1-7AF2-6B2F-F1A7-A4C7C3C413BA}"/>
          </ac:spMkLst>
        </pc:spChg>
        <pc:spChg chg="add mod">
          <ac:chgData name="Michael Whitehouse" userId="0ecba9273f6ad366" providerId="LiveId" clId="{F36E82C0-65ED-4BE7-8730-0F102FB388DD}" dt="2026-06-14T13:20:32.898" v="1659" actId="27636"/>
          <ac:spMkLst>
            <pc:docMk/>
            <pc:sldMk cId="3384392719" sldId="300"/>
            <ac:spMk id="3" creationId="{A1CF666C-1783-A50F-F057-AB6F4C583DD6}"/>
          </ac:spMkLst>
        </pc:spChg>
        <pc:spChg chg="add mod">
          <ac:chgData name="Michael Whitehouse" userId="0ecba9273f6ad366" providerId="LiveId" clId="{F36E82C0-65ED-4BE7-8730-0F102FB388DD}" dt="2026-06-09T13:39:46.776" v="906" actId="208"/>
          <ac:spMkLst>
            <pc:docMk/>
            <pc:sldMk cId="3384392719" sldId="300"/>
            <ac:spMk id="4" creationId="{1F5F9ABD-6689-6579-8361-195170361B62}"/>
          </ac:spMkLst>
        </pc:spChg>
        <pc:spChg chg="add mod">
          <ac:chgData name="Michael Whitehouse" userId="0ecba9273f6ad366" providerId="LiveId" clId="{F36E82C0-65ED-4BE7-8730-0F102FB388DD}" dt="2026-06-09T13:39:47.007" v="924"/>
          <ac:spMkLst>
            <pc:docMk/>
            <pc:sldMk cId="3384392719" sldId="300"/>
            <ac:spMk id="6" creationId="{FFE75348-DB20-E0A4-4D55-979C4B2F2C77}"/>
          </ac:spMkLst>
        </pc:spChg>
        <pc:spChg chg="add mod">
          <ac:chgData name="Michael Whitehouse" userId="0ecba9273f6ad366" providerId="LiveId" clId="{F36E82C0-65ED-4BE7-8730-0F102FB388DD}" dt="2026-06-09T13:39:47.135" v="935" actId="208"/>
          <ac:spMkLst>
            <pc:docMk/>
            <pc:sldMk cId="3384392719" sldId="300"/>
            <ac:spMk id="7" creationId="{10DFA93F-7388-6A51-86E6-AF7E4FCC60E3}"/>
          </ac:spMkLst>
        </pc:spChg>
        <pc:spChg chg="add mod">
          <ac:chgData name="Michael Whitehouse" userId="0ecba9273f6ad366" providerId="LiveId" clId="{F36E82C0-65ED-4BE7-8730-0F102FB388DD}" dt="2026-06-09T13:39:47.259" v="946" actId="139"/>
          <ac:spMkLst>
            <pc:docMk/>
            <pc:sldMk cId="3384392719" sldId="300"/>
            <ac:spMk id="8" creationId="{A4EC3FE0-A6CE-D67F-357A-250637C6AC8E}"/>
          </ac:spMkLst>
        </pc:spChg>
        <pc:spChg chg="add mod">
          <ac:chgData name="Michael Whitehouse" userId="0ecba9273f6ad366" providerId="LiveId" clId="{F36E82C0-65ED-4BE7-8730-0F102FB388DD}" dt="2026-06-09T13:39:47.385" v="957" actId="139"/>
          <ac:spMkLst>
            <pc:docMk/>
            <pc:sldMk cId="3384392719" sldId="300"/>
            <ac:spMk id="9" creationId="{A4BD810A-7B2C-DF45-4BAA-A8862A6C3D6F}"/>
          </ac:spMkLst>
        </pc:spChg>
        <pc:spChg chg="add mod">
          <ac:chgData name="Michael Whitehouse" userId="0ecba9273f6ad366" providerId="LiveId" clId="{F36E82C0-65ED-4BE7-8730-0F102FB388DD}" dt="2026-06-09T13:39:47.402" v="967" actId="207"/>
          <ac:spMkLst>
            <pc:docMk/>
            <pc:sldMk cId="3384392719" sldId="300"/>
            <ac:spMk id="10" creationId="{4F67D931-0042-A1FB-270C-2079CE8426F9}"/>
          </ac:spMkLst>
        </pc:spChg>
        <pc:spChg chg="add mod">
          <ac:chgData name="Michael Whitehouse" userId="0ecba9273f6ad366" providerId="LiveId" clId="{F36E82C0-65ED-4BE7-8730-0F102FB388DD}" dt="2026-06-09T13:39:47.419" v="977" actId="207"/>
          <ac:spMkLst>
            <pc:docMk/>
            <pc:sldMk cId="3384392719" sldId="300"/>
            <ac:spMk id="11" creationId="{2291D638-D124-D88E-C3C1-BF09F6856FD0}"/>
          </ac:spMkLst>
        </pc:spChg>
        <pc:picChg chg="add mod">
          <ac:chgData name="Michael Whitehouse" userId="0ecba9273f6ad366" providerId="LiveId" clId="{F36E82C0-65ED-4BE7-8730-0F102FB388DD}" dt="2026-06-09T13:39:46.899" v="915"/>
          <ac:picMkLst>
            <pc:docMk/>
            <pc:sldMk cId="3384392719" sldId="300"/>
            <ac:picMk id="5" creationId="{E07AA09F-F185-9154-2170-02AF7066C9BA}"/>
          </ac:picMkLst>
        </pc:picChg>
      </pc:sldChg>
      <pc:sldChg chg="addSp modSp add mod">
        <pc:chgData name="Michael Whitehouse" userId="0ecba9273f6ad366" providerId="LiveId" clId="{F36E82C0-65ED-4BE7-8730-0F102FB388DD}" dt="2026-06-09T13:39:48.833" v="1074" actId="207"/>
        <pc:sldMkLst>
          <pc:docMk/>
          <pc:sldMk cId="207882717" sldId="301"/>
        </pc:sldMkLst>
        <pc:spChg chg="mod">
          <ac:chgData name="Michael Whitehouse" userId="0ecba9273f6ad366" providerId="LiveId" clId="{F36E82C0-65ED-4BE7-8730-0F102FB388DD}" dt="2026-06-09T13:39:47.429" v="981" actId="139"/>
          <ac:spMkLst>
            <pc:docMk/>
            <pc:sldMk cId="207882717" sldId="301"/>
            <ac:spMk id="2" creationId="{F87778FE-CA98-0F1A-CB62-D7FE3C3DB7B4}"/>
          </ac:spMkLst>
        </pc:spChg>
        <pc:spChg chg="add mod">
          <ac:chgData name="Michael Whitehouse" userId="0ecba9273f6ad366" providerId="LiveId" clId="{F36E82C0-65ED-4BE7-8730-0F102FB388DD}" dt="2026-06-09T13:39:48.058" v="992" actId="139"/>
          <ac:spMkLst>
            <pc:docMk/>
            <pc:sldMk cId="207882717" sldId="301"/>
            <ac:spMk id="3" creationId="{6BEC1D43-D1B4-471F-8DA8-788F6B0123BE}"/>
          </ac:spMkLst>
        </pc:spChg>
        <pc:spChg chg="add mod">
          <ac:chgData name="Michael Whitehouse" userId="0ecba9273f6ad366" providerId="LiveId" clId="{F36E82C0-65ED-4BE7-8730-0F102FB388DD}" dt="2026-06-09T13:39:48.178" v="1003" actId="208"/>
          <ac:spMkLst>
            <pc:docMk/>
            <pc:sldMk cId="207882717" sldId="301"/>
            <ac:spMk id="4" creationId="{C5999017-6502-D475-C8FF-367D5511F447}"/>
          </ac:spMkLst>
        </pc:spChg>
        <pc:spChg chg="add mod">
          <ac:chgData name="Michael Whitehouse" userId="0ecba9273f6ad366" providerId="LiveId" clId="{F36E82C0-65ED-4BE7-8730-0F102FB388DD}" dt="2026-06-09T13:39:48.422" v="1021"/>
          <ac:spMkLst>
            <pc:docMk/>
            <pc:sldMk cId="207882717" sldId="301"/>
            <ac:spMk id="6" creationId="{E5CB7517-D62A-59EB-E2FB-0A44B991E185}"/>
          </ac:spMkLst>
        </pc:spChg>
        <pc:spChg chg="add mod">
          <ac:chgData name="Michael Whitehouse" userId="0ecba9273f6ad366" providerId="LiveId" clId="{F36E82C0-65ED-4BE7-8730-0F102FB388DD}" dt="2026-06-09T13:39:48.552" v="1032" actId="208"/>
          <ac:spMkLst>
            <pc:docMk/>
            <pc:sldMk cId="207882717" sldId="301"/>
            <ac:spMk id="7" creationId="{E8176D61-8D0A-A5E0-85E7-F75593A7E25C}"/>
          </ac:spMkLst>
        </pc:spChg>
        <pc:spChg chg="add mod">
          <ac:chgData name="Michael Whitehouse" userId="0ecba9273f6ad366" providerId="LiveId" clId="{F36E82C0-65ED-4BE7-8730-0F102FB388DD}" dt="2026-06-09T13:39:48.675" v="1043" actId="139"/>
          <ac:spMkLst>
            <pc:docMk/>
            <pc:sldMk cId="207882717" sldId="301"/>
            <ac:spMk id="8" creationId="{ABFE2412-5D62-37D5-508C-78F5C43863BF}"/>
          </ac:spMkLst>
        </pc:spChg>
        <pc:spChg chg="add mod">
          <ac:chgData name="Michael Whitehouse" userId="0ecba9273f6ad366" providerId="LiveId" clId="{F36E82C0-65ED-4BE7-8730-0F102FB388DD}" dt="2026-06-09T13:39:48.798" v="1054" actId="139"/>
          <ac:spMkLst>
            <pc:docMk/>
            <pc:sldMk cId="207882717" sldId="301"/>
            <ac:spMk id="9" creationId="{3DAE9780-17D8-3B13-7A72-E8E34949FE80}"/>
          </ac:spMkLst>
        </pc:spChg>
        <pc:spChg chg="add mod">
          <ac:chgData name="Michael Whitehouse" userId="0ecba9273f6ad366" providerId="LiveId" clId="{F36E82C0-65ED-4BE7-8730-0F102FB388DD}" dt="2026-06-09T13:39:48.815" v="1064" actId="207"/>
          <ac:spMkLst>
            <pc:docMk/>
            <pc:sldMk cId="207882717" sldId="301"/>
            <ac:spMk id="10" creationId="{8BE71B8D-A913-DA17-D472-30A2E6D2125E}"/>
          </ac:spMkLst>
        </pc:spChg>
        <pc:spChg chg="add mod">
          <ac:chgData name="Michael Whitehouse" userId="0ecba9273f6ad366" providerId="LiveId" clId="{F36E82C0-65ED-4BE7-8730-0F102FB388DD}" dt="2026-06-09T13:39:48.833" v="1074" actId="207"/>
          <ac:spMkLst>
            <pc:docMk/>
            <pc:sldMk cId="207882717" sldId="301"/>
            <ac:spMk id="11" creationId="{51EA694D-4EBF-D1E7-86C9-D3FECABC210E}"/>
          </ac:spMkLst>
        </pc:spChg>
        <pc:picChg chg="add mod">
          <ac:chgData name="Michael Whitehouse" userId="0ecba9273f6ad366" providerId="LiveId" clId="{F36E82C0-65ED-4BE7-8730-0F102FB388DD}" dt="2026-06-09T13:39:48.299" v="1012"/>
          <ac:picMkLst>
            <pc:docMk/>
            <pc:sldMk cId="207882717" sldId="301"/>
            <ac:picMk id="5" creationId="{46CEC9D4-EAC6-9CC1-7AD1-44812B06A456}"/>
          </ac:picMkLst>
        </pc:picChg>
      </pc:sldChg>
      <pc:sldChg chg="addSp modSp add mod">
        <pc:chgData name="Michael Whitehouse" userId="0ecba9273f6ad366" providerId="LiveId" clId="{F36E82C0-65ED-4BE7-8730-0F102FB388DD}" dt="2026-06-09T13:39:49.284" v="1120" actId="207"/>
        <pc:sldMkLst>
          <pc:docMk/>
          <pc:sldMk cId="1096539944" sldId="302"/>
        </pc:sldMkLst>
        <pc:spChg chg="mod">
          <ac:chgData name="Michael Whitehouse" userId="0ecba9273f6ad366" providerId="LiveId" clId="{F36E82C0-65ED-4BE7-8730-0F102FB388DD}" dt="2026-06-09T13:39:48.841" v="1078" actId="139"/>
          <ac:spMkLst>
            <pc:docMk/>
            <pc:sldMk cId="1096539944" sldId="302"/>
            <ac:spMk id="2" creationId="{021CC5F3-2512-5B4E-DBDB-F94FF38D4981}"/>
          </ac:spMkLst>
        </pc:spChg>
        <pc:spChg chg="add mod">
          <ac:chgData name="Michael Whitehouse" userId="0ecba9273f6ad366" providerId="LiveId" clId="{F36E82C0-65ED-4BE7-8730-0F102FB388DD}" dt="2026-06-09T13:39:49.129" v="1089" actId="139"/>
          <ac:spMkLst>
            <pc:docMk/>
            <pc:sldMk cId="1096539944" sldId="302"/>
            <ac:spMk id="3" creationId="{7E0ACEC4-C62F-4F97-5931-AD2CE1E9F366}"/>
          </ac:spMkLst>
        </pc:spChg>
        <pc:spChg chg="add mod">
          <ac:chgData name="Michael Whitehouse" userId="0ecba9273f6ad366" providerId="LiveId" clId="{F36E82C0-65ED-4BE7-8730-0F102FB388DD}" dt="2026-06-09T13:39:49.248" v="1100" actId="139"/>
          <ac:spMkLst>
            <pc:docMk/>
            <pc:sldMk cId="1096539944" sldId="302"/>
            <ac:spMk id="4" creationId="{ECA3A278-4088-DCC0-B9C9-D88DAE16919C}"/>
          </ac:spMkLst>
        </pc:spChg>
        <pc:spChg chg="add mod">
          <ac:chgData name="Michael Whitehouse" userId="0ecba9273f6ad366" providerId="LiveId" clId="{F36E82C0-65ED-4BE7-8730-0F102FB388DD}" dt="2026-06-09T13:39:49.267" v="1110" actId="207"/>
          <ac:spMkLst>
            <pc:docMk/>
            <pc:sldMk cId="1096539944" sldId="302"/>
            <ac:spMk id="5" creationId="{1FA267AE-723E-BD83-6EB9-8ECB3778EE0F}"/>
          </ac:spMkLst>
        </pc:spChg>
        <pc:spChg chg="add mod">
          <ac:chgData name="Michael Whitehouse" userId="0ecba9273f6ad366" providerId="LiveId" clId="{F36E82C0-65ED-4BE7-8730-0F102FB388DD}" dt="2026-06-09T13:39:49.284" v="1120" actId="207"/>
          <ac:spMkLst>
            <pc:docMk/>
            <pc:sldMk cId="1096539944" sldId="302"/>
            <ac:spMk id="6" creationId="{7E5ED06F-931E-67BE-C1E4-F08874AB2349}"/>
          </ac:spMkLst>
        </pc:spChg>
      </pc:sldChg>
      <pc:sldChg chg="addSp modSp add mod">
        <pc:chgData name="Michael Whitehouse" userId="0ecba9273f6ad366" providerId="LiveId" clId="{F36E82C0-65ED-4BE7-8730-0F102FB388DD}" dt="2026-06-09T13:39:49.776" v="1166" actId="207"/>
        <pc:sldMkLst>
          <pc:docMk/>
          <pc:sldMk cId="2992629198" sldId="303"/>
        </pc:sldMkLst>
        <pc:spChg chg="mod">
          <ac:chgData name="Michael Whitehouse" userId="0ecba9273f6ad366" providerId="LiveId" clId="{F36E82C0-65ED-4BE7-8730-0F102FB388DD}" dt="2026-06-09T13:39:49.294" v="1124" actId="139"/>
          <ac:spMkLst>
            <pc:docMk/>
            <pc:sldMk cId="2992629198" sldId="303"/>
            <ac:spMk id="2" creationId="{5FAACC62-5B5A-ADB3-9559-A317031A641D}"/>
          </ac:spMkLst>
        </pc:spChg>
        <pc:spChg chg="add mod">
          <ac:chgData name="Michael Whitehouse" userId="0ecba9273f6ad366" providerId="LiveId" clId="{F36E82C0-65ED-4BE7-8730-0F102FB388DD}" dt="2026-06-09T13:39:49.575" v="1135" actId="139"/>
          <ac:spMkLst>
            <pc:docMk/>
            <pc:sldMk cId="2992629198" sldId="303"/>
            <ac:spMk id="3" creationId="{A0903DEF-C0C3-D77E-4723-80307D9425E4}"/>
          </ac:spMkLst>
        </pc:spChg>
        <pc:spChg chg="add mod">
          <ac:chgData name="Michael Whitehouse" userId="0ecba9273f6ad366" providerId="LiveId" clId="{F36E82C0-65ED-4BE7-8730-0F102FB388DD}" dt="2026-06-09T13:39:49.709" v="1146" actId="139"/>
          <ac:spMkLst>
            <pc:docMk/>
            <pc:sldMk cId="2992629198" sldId="303"/>
            <ac:spMk id="4" creationId="{512A89DF-50DB-40B9-910F-E8E3DF555AD3}"/>
          </ac:spMkLst>
        </pc:spChg>
        <pc:spChg chg="add mod">
          <ac:chgData name="Michael Whitehouse" userId="0ecba9273f6ad366" providerId="LiveId" clId="{F36E82C0-65ED-4BE7-8730-0F102FB388DD}" dt="2026-06-09T13:39:49.751" v="1156" actId="207"/>
          <ac:spMkLst>
            <pc:docMk/>
            <pc:sldMk cId="2992629198" sldId="303"/>
            <ac:spMk id="5" creationId="{F6649169-ECB6-5F6B-4D48-042E607289D4}"/>
          </ac:spMkLst>
        </pc:spChg>
        <pc:spChg chg="add mod">
          <ac:chgData name="Michael Whitehouse" userId="0ecba9273f6ad366" providerId="LiveId" clId="{F36E82C0-65ED-4BE7-8730-0F102FB388DD}" dt="2026-06-09T13:39:49.776" v="1166" actId="207"/>
          <ac:spMkLst>
            <pc:docMk/>
            <pc:sldMk cId="2992629198" sldId="303"/>
            <ac:spMk id="6" creationId="{D683B332-5320-0B04-BD45-FF97C4B86513}"/>
          </ac:spMkLst>
        </pc:spChg>
      </pc:sldChg>
      <pc:sldChg chg="addSp modSp add mod">
        <pc:chgData name="Michael Whitehouse" userId="0ecba9273f6ad366" providerId="LiveId" clId="{F36E82C0-65ED-4BE7-8730-0F102FB388DD}" dt="2026-06-09T13:39:50.487" v="1212" actId="207"/>
        <pc:sldMkLst>
          <pc:docMk/>
          <pc:sldMk cId="762551435" sldId="304"/>
        </pc:sldMkLst>
        <pc:spChg chg="mod">
          <ac:chgData name="Michael Whitehouse" userId="0ecba9273f6ad366" providerId="LiveId" clId="{F36E82C0-65ED-4BE7-8730-0F102FB388DD}" dt="2026-06-09T13:39:49.790" v="1170" actId="139"/>
          <ac:spMkLst>
            <pc:docMk/>
            <pc:sldMk cId="762551435" sldId="304"/>
            <ac:spMk id="2" creationId="{25CB7A98-7D8F-E7E6-23AF-A2CD837A540E}"/>
          </ac:spMkLst>
        </pc:spChg>
        <pc:spChg chg="add mod">
          <ac:chgData name="Michael Whitehouse" userId="0ecba9273f6ad366" providerId="LiveId" clId="{F36E82C0-65ED-4BE7-8730-0F102FB388DD}" dt="2026-06-09T13:39:50.320" v="1181" actId="139"/>
          <ac:spMkLst>
            <pc:docMk/>
            <pc:sldMk cId="762551435" sldId="304"/>
            <ac:spMk id="3" creationId="{0AE4CA1D-4767-A5B9-2A30-2CF87B432E53}"/>
          </ac:spMkLst>
        </pc:spChg>
        <pc:spChg chg="add mod">
          <ac:chgData name="Michael Whitehouse" userId="0ecba9273f6ad366" providerId="LiveId" clId="{F36E82C0-65ED-4BE7-8730-0F102FB388DD}" dt="2026-06-09T13:39:50.444" v="1192" actId="139"/>
          <ac:spMkLst>
            <pc:docMk/>
            <pc:sldMk cId="762551435" sldId="304"/>
            <ac:spMk id="4" creationId="{D45079BD-BEDA-D078-4040-A01BD28A8DB3}"/>
          </ac:spMkLst>
        </pc:spChg>
        <pc:spChg chg="add mod">
          <ac:chgData name="Michael Whitehouse" userId="0ecba9273f6ad366" providerId="LiveId" clId="{F36E82C0-65ED-4BE7-8730-0F102FB388DD}" dt="2026-06-09T13:39:50.467" v="1202" actId="207"/>
          <ac:spMkLst>
            <pc:docMk/>
            <pc:sldMk cId="762551435" sldId="304"/>
            <ac:spMk id="5" creationId="{0B203496-C50C-06FA-2353-A9BEA1933222}"/>
          </ac:spMkLst>
        </pc:spChg>
        <pc:spChg chg="add mod">
          <ac:chgData name="Michael Whitehouse" userId="0ecba9273f6ad366" providerId="LiveId" clId="{F36E82C0-65ED-4BE7-8730-0F102FB388DD}" dt="2026-06-09T13:39:50.487" v="1212" actId="207"/>
          <ac:spMkLst>
            <pc:docMk/>
            <pc:sldMk cId="762551435" sldId="304"/>
            <ac:spMk id="6" creationId="{35B4AA06-F7E6-FC20-E7B2-4FDC1517E175}"/>
          </ac:spMkLst>
        </pc:spChg>
      </pc:sldChg>
      <pc:sldChg chg="addSp modSp add mod">
        <pc:chgData name="Michael Whitehouse" userId="0ecba9273f6ad366" providerId="LiveId" clId="{F36E82C0-65ED-4BE7-8730-0F102FB388DD}" dt="2026-06-09T13:39:50.975" v="1258" actId="207"/>
        <pc:sldMkLst>
          <pc:docMk/>
          <pc:sldMk cId="627225894" sldId="305"/>
        </pc:sldMkLst>
        <pc:spChg chg="mod">
          <ac:chgData name="Michael Whitehouse" userId="0ecba9273f6ad366" providerId="LiveId" clId="{F36E82C0-65ED-4BE7-8730-0F102FB388DD}" dt="2026-06-09T13:39:50.500" v="1216" actId="139"/>
          <ac:spMkLst>
            <pc:docMk/>
            <pc:sldMk cId="627225894" sldId="305"/>
            <ac:spMk id="2" creationId="{F2E8C4D5-0536-B9A8-C08B-6F9A74C1B7A8}"/>
          </ac:spMkLst>
        </pc:spChg>
        <pc:spChg chg="add mod">
          <ac:chgData name="Michael Whitehouse" userId="0ecba9273f6ad366" providerId="LiveId" clId="{F36E82C0-65ED-4BE7-8730-0F102FB388DD}" dt="2026-06-09T13:39:50.815" v="1227" actId="139"/>
          <ac:spMkLst>
            <pc:docMk/>
            <pc:sldMk cId="627225894" sldId="305"/>
            <ac:spMk id="3" creationId="{3E413622-D8D5-5098-991D-04FC8AA1166B}"/>
          </ac:spMkLst>
        </pc:spChg>
        <pc:spChg chg="add mod">
          <ac:chgData name="Michael Whitehouse" userId="0ecba9273f6ad366" providerId="LiveId" clId="{F36E82C0-65ED-4BE7-8730-0F102FB388DD}" dt="2026-06-09T13:39:50.938" v="1238" actId="139"/>
          <ac:spMkLst>
            <pc:docMk/>
            <pc:sldMk cId="627225894" sldId="305"/>
            <ac:spMk id="4" creationId="{74E26604-D0F1-3832-A6A3-A012340E0F8B}"/>
          </ac:spMkLst>
        </pc:spChg>
        <pc:spChg chg="add mod">
          <ac:chgData name="Michael Whitehouse" userId="0ecba9273f6ad366" providerId="LiveId" clId="{F36E82C0-65ED-4BE7-8730-0F102FB388DD}" dt="2026-06-09T13:39:50.957" v="1248" actId="207"/>
          <ac:spMkLst>
            <pc:docMk/>
            <pc:sldMk cId="627225894" sldId="305"/>
            <ac:spMk id="5" creationId="{4C1924EE-0CFF-70D2-71BF-984D1B6A7030}"/>
          </ac:spMkLst>
        </pc:spChg>
        <pc:spChg chg="add mod">
          <ac:chgData name="Michael Whitehouse" userId="0ecba9273f6ad366" providerId="LiveId" clId="{F36E82C0-65ED-4BE7-8730-0F102FB388DD}" dt="2026-06-09T13:39:50.975" v="1258" actId="207"/>
          <ac:spMkLst>
            <pc:docMk/>
            <pc:sldMk cId="627225894" sldId="305"/>
            <ac:spMk id="6" creationId="{E4A21CC9-F1B8-7FB6-1123-7850C137C180}"/>
          </ac:spMkLst>
        </pc:spChg>
      </pc:sldChg>
      <pc:sldChg chg="addSp modSp add mod">
        <pc:chgData name="Michael Whitehouse" userId="0ecba9273f6ad366" providerId="LiveId" clId="{F36E82C0-65ED-4BE7-8730-0F102FB388DD}" dt="2026-06-14T13:20:32.898" v="1660" actId="27636"/>
        <pc:sldMkLst>
          <pc:docMk/>
          <pc:sldMk cId="449797277" sldId="306"/>
        </pc:sldMkLst>
        <pc:spChg chg="mod">
          <ac:chgData name="Michael Whitehouse" userId="0ecba9273f6ad366" providerId="LiveId" clId="{F36E82C0-65ED-4BE7-8730-0F102FB388DD}" dt="2026-06-09T13:39:50.984" v="1262" actId="139"/>
          <ac:spMkLst>
            <pc:docMk/>
            <pc:sldMk cId="449797277" sldId="306"/>
            <ac:spMk id="2" creationId="{3DB37EE2-6748-7DFE-03CC-E024354250B7}"/>
          </ac:spMkLst>
        </pc:spChg>
        <pc:spChg chg="add mod">
          <ac:chgData name="Michael Whitehouse" userId="0ecba9273f6ad366" providerId="LiveId" clId="{F36E82C0-65ED-4BE7-8730-0F102FB388DD}" dt="2026-06-14T13:20:32.898" v="1660" actId="27636"/>
          <ac:spMkLst>
            <pc:docMk/>
            <pc:sldMk cId="449797277" sldId="306"/>
            <ac:spMk id="3" creationId="{4D4EE976-DB6C-7038-790D-132186CCB3DA}"/>
          </ac:spMkLst>
        </pc:spChg>
        <pc:spChg chg="add mod">
          <ac:chgData name="Michael Whitehouse" userId="0ecba9273f6ad366" providerId="LiveId" clId="{F36E82C0-65ED-4BE7-8730-0F102FB388DD}" dt="2026-06-09T13:39:51.420" v="1284" actId="139"/>
          <ac:spMkLst>
            <pc:docMk/>
            <pc:sldMk cId="449797277" sldId="306"/>
            <ac:spMk id="4" creationId="{91F87B94-1777-9FA8-326C-D1E08E66AA42}"/>
          </ac:spMkLst>
        </pc:spChg>
        <pc:spChg chg="add mod">
          <ac:chgData name="Michael Whitehouse" userId="0ecba9273f6ad366" providerId="LiveId" clId="{F36E82C0-65ED-4BE7-8730-0F102FB388DD}" dt="2026-06-09T13:39:51.440" v="1294" actId="207"/>
          <ac:spMkLst>
            <pc:docMk/>
            <pc:sldMk cId="449797277" sldId="306"/>
            <ac:spMk id="5" creationId="{8E6F33A6-4B40-30B6-911B-9C07258417B5}"/>
          </ac:spMkLst>
        </pc:spChg>
        <pc:spChg chg="add mod">
          <ac:chgData name="Michael Whitehouse" userId="0ecba9273f6ad366" providerId="LiveId" clId="{F36E82C0-65ED-4BE7-8730-0F102FB388DD}" dt="2026-06-09T13:39:51.459" v="1304" actId="207"/>
          <ac:spMkLst>
            <pc:docMk/>
            <pc:sldMk cId="449797277" sldId="306"/>
            <ac:spMk id="6" creationId="{B721DBF5-0574-C0D6-DF1F-BD902B735D2A}"/>
          </ac:spMkLst>
        </pc:spChg>
      </pc:sldChg>
      <pc:sldChg chg="addSp modSp add mod">
        <pc:chgData name="Michael Whitehouse" userId="0ecba9273f6ad366" providerId="LiveId" clId="{F36E82C0-65ED-4BE7-8730-0F102FB388DD}" dt="2026-06-14T13:20:32.898" v="1661" actId="27636"/>
        <pc:sldMkLst>
          <pc:docMk/>
          <pc:sldMk cId="639027085" sldId="307"/>
        </pc:sldMkLst>
        <pc:spChg chg="mod">
          <ac:chgData name="Michael Whitehouse" userId="0ecba9273f6ad366" providerId="LiveId" clId="{F36E82C0-65ED-4BE7-8730-0F102FB388DD}" dt="2026-06-09T13:39:51.468" v="1308" actId="139"/>
          <ac:spMkLst>
            <pc:docMk/>
            <pc:sldMk cId="639027085" sldId="307"/>
            <ac:spMk id="2" creationId="{04BE7FC4-244F-107F-7851-B9CA3FBF0F59}"/>
          </ac:spMkLst>
        </pc:spChg>
        <pc:spChg chg="add mod">
          <ac:chgData name="Michael Whitehouse" userId="0ecba9273f6ad366" providerId="LiveId" clId="{F36E82C0-65ED-4BE7-8730-0F102FB388DD}" dt="2026-06-09T13:39:51.761" v="1319" actId="139"/>
          <ac:spMkLst>
            <pc:docMk/>
            <pc:sldMk cId="639027085" sldId="307"/>
            <ac:spMk id="3" creationId="{9D569FE0-8DE7-FDE1-974C-2A28D60BD571}"/>
          </ac:spMkLst>
        </pc:spChg>
        <pc:spChg chg="add mod">
          <ac:chgData name="Michael Whitehouse" userId="0ecba9273f6ad366" providerId="LiveId" clId="{F36E82C0-65ED-4BE7-8730-0F102FB388DD}" dt="2026-06-14T13:20:32.898" v="1661" actId="27636"/>
          <ac:spMkLst>
            <pc:docMk/>
            <pc:sldMk cId="639027085" sldId="307"/>
            <ac:spMk id="4" creationId="{CF561917-143C-FA1D-9A80-1211163C03FF}"/>
          </ac:spMkLst>
        </pc:spChg>
        <pc:spChg chg="add mod">
          <ac:chgData name="Michael Whitehouse" userId="0ecba9273f6ad366" providerId="LiveId" clId="{F36E82C0-65ED-4BE7-8730-0F102FB388DD}" dt="2026-06-09T13:39:51.903" v="1340" actId="207"/>
          <ac:spMkLst>
            <pc:docMk/>
            <pc:sldMk cId="639027085" sldId="307"/>
            <ac:spMk id="5" creationId="{8A78CC66-6DEE-1C8D-5FAE-890AA0695327}"/>
          </ac:spMkLst>
        </pc:spChg>
        <pc:spChg chg="add mod">
          <ac:chgData name="Michael Whitehouse" userId="0ecba9273f6ad366" providerId="LiveId" clId="{F36E82C0-65ED-4BE7-8730-0F102FB388DD}" dt="2026-06-09T13:39:51.923" v="1350" actId="207"/>
          <ac:spMkLst>
            <pc:docMk/>
            <pc:sldMk cId="639027085" sldId="307"/>
            <ac:spMk id="6" creationId="{F737980F-0880-73CD-A895-5451DC5B5A75}"/>
          </ac:spMkLst>
        </pc:spChg>
      </pc:sldChg>
      <pc:sldChg chg="addSp modSp add mod">
        <pc:chgData name="Michael Whitehouse" userId="0ecba9273f6ad366" providerId="LiveId" clId="{F36E82C0-65ED-4BE7-8730-0F102FB388DD}" dt="2026-06-09T13:39:52.385" v="1396" actId="207"/>
        <pc:sldMkLst>
          <pc:docMk/>
          <pc:sldMk cId="3745149815" sldId="308"/>
        </pc:sldMkLst>
        <pc:spChg chg="mod">
          <ac:chgData name="Michael Whitehouse" userId="0ecba9273f6ad366" providerId="LiveId" clId="{F36E82C0-65ED-4BE7-8730-0F102FB388DD}" dt="2026-06-09T13:39:51.933" v="1354" actId="139"/>
          <ac:spMkLst>
            <pc:docMk/>
            <pc:sldMk cId="3745149815" sldId="308"/>
            <ac:spMk id="2" creationId="{C9A65091-4859-3FF7-D9D0-CC851D19CB51}"/>
          </ac:spMkLst>
        </pc:spChg>
        <pc:spChg chg="add mod">
          <ac:chgData name="Michael Whitehouse" userId="0ecba9273f6ad366" providerId="LiveId" clId="{F36E82C0-65ED-4BE7-8730-0F102FB388DD}" dt="2026-06-09T13:39:52.229" v="1365" actId="139"/>
          <ac:spMkLst>
            <pc:docMk/>
            <pc:sldMk cId="3745149815" sldId="308"/>
            <ac:spMk id="3" creationId="{323F3CDC-7481-001D-6484-AC674CA07718}"/>
          </ac:spMkLst>
        </pc:spChg>
        <pc:spChg chg="add mod">
          <ac:chgData name="Michael Whitehouse" userId="0ecba9273f6ad366" providerId="LiveId" clId="{F36E82C0-65ED-4BE7-8730-0F102FB388DD}" dt="2026-06-09T13:39:52.351" v="1376" actId="139"/>
          <ac:spMkLst>
            <pc:docMk/>
            <pc:sldMk cId="3745149815" sldId="308"/>
            <ac:spMk id="4" creationId="{74A7037F-B6B3-59EC-7C1C-41B0F9983C49}"/>
          </ac:spMkLst>
        </pc:spChg>
        <pc:spChg chg="add mod">
          <ac:chgData name="Michael Whitehouse" userId="0ecba9273f6ad366" providerId="LiveId" clId="{F36E82C0-65ED-4BE7-8730-0F102FB388DD}" dt="2026-06-09T13:39:52.368" v="1386" actId="207"/>
          <ac:spMkLst>
            <pc:docMk/>
            <pc:sldMk cId="3745149815" sldId="308"/>
            <ac:spMk id="5" creationId="{C05F7479-C5B0-DFC5-06BB-DAB2A1E644DB}"/>
          </ac:spMkLst>
        </pc:spChg>
        <pc:spChg chg="add mod">
          <ac:chgData name="Michael Whitehouse" userId="0ecba9273f6ad366" providerId="LiveId" clId="{F36E82C0-65ED-4BE7-8730-0F102FB388DD}" dt="2026-06-09T13:39:52.385" v="1396" actId="207"/>
          <ac:spMkLst>
            <pc:docMk/>
            <pc:sldMk cId="3745149815" sldId="308"/>
            <ac:spMk id="6" creationId="{772BB82B-4106-736F-B6E7-AC9C5F652FA0}"/>
          </ac:spMkLst>
        </pc:spChg>
      </pc:sldChg>
      <pc:sldChg chg="addSp delSp modSp add mod">
        <pc:chgData name="Michael Whitehouse" userId="0ecba9273f6ad366" providerId="LiveId" clId="{F36E82C0-65ED-4BE7-8730-0F102FB388DD}" dt="2026-06-09T13:39:52.675" v="1442" actId="207"/>
        <pc:sldMkLst>
          <pc:docMk/>
          <pc:sldMk cId="730581685" sldId="309"/>
        </pc:sldMkLst>
        <pc:spChg chg="mod">
          <ac:chgData name="Michael Whitehouse" userId="0ecba9273f6ad366" providerId="LiveId" clId="{F36E82C0-65ED-4BE7-8730-0F102FB388DD}" dt="2026-06-09T13:39:52.395" v="1400" actId="139"/>
          <ac:spMkLst>
            <pc:docMk/>
            <pc:sldMk cId="730581685" sldId="309"/>
            <ac:spMk id="2" creationId="{B2EEBF2B-E9F7-34D4-8719-9AA0B185C0E7}"/>
          </ac:spMkLst>
        </pc:spChg>
        <pc:spChg chg="mod">
          <ac:chgData name="Michael Whitehouse" userId="0ecba9273f6ad366" providerId="LiveId" clId="{F36E82C0-65ED-4BE7-8730-0F102FB388DD}" dt="2026-06-09T13:39:52.598" v="1405" actId="139"/>
          <ac:spMkLst>
            <pc:docMk/>
            <pc:sldMk cId="730581685" sldId="309"/>
            <ac:spMk id="3" creationId="{115FBC0C-0065-DE1A-9F71-F2806EEC64A0}"/>
          </ac:spMkLst>
        </pc:spChg>
        <pc:spChg chg="mod">
          <ac:chgData name="Michael Whitehouse" userId="0ecba9273f6ad366" providerId="LiveId" clId="{F36E82C0-65ED-4BE7-8730-0F102FB388DD}" dt="2026-06-09T13:39:52.612" v="1410" actId="139"/>
          <ac:spMkLst>
            <pc:docMk/>
            <pc:sldMk cId="730581685" sldId="309"/>
            <ac:spMk id="4" creationId="{68FCA84E-E3B3-BA49-4333-FEEDEB88D2D5}"/>
          </ac:spMkLst>
        </pc:spChg>
        <pc:spChg chg="mod">
          <ac:chgData name="Michael Whitehouse" userId="0ecba9273f6ad366" providerId="LiveId" clId="{F36E82C0-65ED-4BE7-8730-0F102FB388DD}" dt="2026-06-09T13:39:52.624" v="1415" actId="139"/>
          <ac:spMkLst>
            <pc:docMk/>
            <pc:sldMk cId="730581685" sldId="309"/>
            <ac:spMk id="5" creationId="{2CB06596-D725-9384-FC29-8781EA1AA700}"/>
          </ac:spMkLst>
        </pc:spChg>
        <pc:spChg chg="mod">
          <ac:chgData name="Michael Whitehouse" userId="0ecba9273f6ad366" providerId="LiveId" clId="{F36E82C0-65ED-4BE7-8730-0F102FB388DD}" dt="2026-06-09T13:39:52.638" v="1420" actId="139"/>
          <ac:spMkLst>
            <pc:docMk/>
            <pc:sldMk cId="730581685" sldId="309"/>
            <ac:spMk id="6" creationId="{D4C8B3FE-1CAF-567B-7866-9101A4ED2080}"/>
          </ac:spMkLst>
        </pc:spChg>
        <pc:spChg chg="add mod">
          <ac:chgData name="Michael Whitehouse" userId="0ecba9273f6ad366" providerId="LiveId" clId="{F36E82C0-65ED-4BE7-8730-0F102FB388DD}" dt="2026-06-09T13:39:52.657" v="1432" actId="207"/>
          <ac:spMkLst>
            <pc:docMk/>
            <pc:sldMk cId="730581685" sldId="309"/>
            <ac:spMk id="8" creationId="{A2AB0230-9B84-6060-2A2F-DC6F88E479F8}"/>
          </ac:spMkLst>
        </pc:spChg>
        <pc:spChg chg="add mod">
          <ac:chgData name="Michael Whitehouse" userId="0ecba9273f6ad366" providerId="LiveId" clId="{F36E82C0-65ED-4BE7-8730-0F102FB388DD}" dt="2026-06-09T13:39:52.675" v="1442" actId="207"/>
          <ac:spMkLst>
            <pc:docMk/>
            <pc:sldMk cId="730581685" sldId="309"/>
            <ac:spMk id="9" creationId="{6D25B7C8-9473-EFD0-050E-298839DB5E95}"/>
          </ac:spMkLst>
        </pc:spChg>
      </pc:sldChg>
      <pc:sldChg chg="addSp delSp modSp add mod">
        <pc:chgData name="Michael Whitehouse" userId="0ecba9273f6ad366" providerId="LiveId" clId="{F36E82C0-65ED-4BE7-8730-0F102FB388DD}" dt="2026-06-09T13:39:52.988" v="1488" actId="207"/>
        <pc:sldMkLst>
          <pc:docMk/>
          <pc:sldMk cId="496553191" sldId="310"/>
        </pc:sldMkLst>
        <pc:spChg chg="mod">
          <ac:chgData name="Michael Whitehouse" userId="0ecba9273f6ad366" providerId="LiveId" clId="{F36E82C0-65ED-4BE7-8730-0F102FB388DD}" dt="2026-06-09T13:39:52.686" v="1446" actId="139"/>
          <ac:spMkLst>
            <pc:docMk/>
            <pc:sldMk cId="496553191" sldId="310"/>
            <ac:spMk id="2" creationId="{023C5026-4C0D-C26C-3083-365AED274449}"/>
          </ac:spMkLst>
        </pc:spChg>
        <pc:spChg chg="mod">
          <ac:chgData name="Michael Whitehouse" userId="0ecba9273f6ad366" providerId="LiveId" clId="{F36E82C0-65ED-4BE7-8730-0F102FB388DD}" dt="2026-06-09T13:39:52.905" v="1451" actId="139"/>
          <ac:spMkLst>
            <pc:docMk/>
            <pc:sldMk cId="496553191" sldId="310"/>
            <ac:spMk id="3" creationId="{EFCC50FB-817F-C52F-53F1-EE2014E18536}"/>
          </ac:spMkLst>
        </pc:spChg>
        <pc:spChg chg="mod">
          <ac:chgData name="Michael Whitehouse" userId="0ecba9273f6ad366" providerId="LiveId" clId="{F36E82C0-65ED-4BE7-8730-0F102FB388DD}" dt="2026-06-09T13:39:52.921" v="1456" actId="139"/>
          <ac:spMkLst>
            <pc:docMk/>
            <pc:sldMk cId="496553191" sldId="310"/>
            <ac:spMk id="4" creationId="{9F6F84E7-CE28-9C19-B05B-A035C88254E8}"/>
          </ac:spMkLst>
        </pc:spChg>
        <pc:spChg chg="mod">
          <ac:chgData name="Michael Whitehouse" userId="0ecba9273f6ad366" providerId="LiveId" clId="{F36E82C0-65ED-4BE7-8730-0F102FB388DD}" dt="2026-06-09T13:39:52.936" v="1461" actId="139"/>
          <ac:spMkLst>
            <pc:docMk/>
            <pc:sldMk cId="496553191" sldId="310"/>
            <ac:spMk id="5" creationId="{40647178-5C89-762D-8E4C-174727EE21EE}"/>
          </ac:spMkLst>
        </pc:spChg>
        <pc:spChg chg="mod">
          <ac:chgData name="Michael Whitehouse" userId="0ecba9273f6ad366" providerId="LiveId" clId="{F36E82C0-65ED-4BE7-8730-0F102FB388DD}" dt="2026-06-09T13:39:52.951" v="1466" actId="139"/>
          <ac:spMkLst>
            <pc:docMk/>
            <pc:sldMk cId="496553191" sldId="310"/>
            <ac:spMk id="6" creationId="{4689C4FE-B8F3-B2D0-FCF1-43F63D284E7E}"/>
          </ac:spMkLst>
        </pc:spChg>
        <pc:spChg chg="add mod">
          <ac:chgData name="Michael Whitehouse" userId="0ecba9273f6ad366" providerId="LiveId" clId="{F36E82C0-65ED-4BE7-8730-0F102FB388DD}" dt="2026-06-09T13:39:52.968" v="1478" actId="207"/>
          <ac:spMkLst>
            <pc:docMk/>
            <pc:sldMk cId="496553191" sldId="310"/>
            <ac:spMk id="8" creationId="{4A0CB902-9115-423B-B550-E3DDF0B985A4}"/>
          </ac:spMkLst>
        </pc:spChg>
        <pc:spChg chg="add mod">
          <ac:chgData name="Michael Whitehouse" userId="0ecba9273f6ad366" providerId="LiveId" clId="{F36E82C0-65ED-4BE7-8730-0F102FB388DD}" dt="2026-06-09T13:39:52.988" v="1488" actId="207"/>
          <ac:spMkLst>
            <pc:docMk/>
            <pc:sldMk cId="496553191" sldId="310"/>
            <ac:spMk id="9" creationId="{4023B918-3667-A020-BF58-07F7862E9BB3}"/>
          </ac:spMkLst>
        </pc:spChg>
      </pc:sldChg>
      <pc:sldChg chg="addSp delSp modSp add mod">
        <pc:chgData name="Michael Whitehouse" userId="0ecba9273f6ad366" providerId="LiveId" clId="{F36E82C0-65ED-4BE7-8730-0F102FB388DD}" dt="2026-06-09T13:39:53.262" v="1534" actId="207"/>
        <pc:sldMkLst>
          <pc:docMk/>
          <pc:sldMk cId="2100518994" sldId="311"/>
        </pc:sldMkLst>
        <pc:spChg chg="mod">
          <ac:chgData name="Michael Whitehouse" userId="0ecba9273f6ad366" providerId="LiveId" clId="{F36E82C0-65ED-4BE7-8730-0F102FB388DD}" dt="2026-06-09T13:39:52.999" v="1492" actId="139"/>
          <ac:spMkLst>
            <pc:docMk/>
            <pc:sldMk cId="2100518994" sldId="311"/>
            <ac:spMk id="2" creationId="{B7472919-36D3-CAA2-E569-772ABAC860AF}"/>
          </ac:spMkLst>
        </pc:spChg>
        <pc:spChg chg="mod">
          <ac:chgData name="Michael Whitehouse" userId="0ecba9273f6ad366" providerId="LiveId" clId="{F36E82C0-65ED-4BE7-8730-0F102FB388DD}" dt="2026-06-09T13:39:53.186" v="1497" actId="139"/>
          <ac:spMkLst>
            <pc:docMk/>
            <pc:sldMk cId="2100518994" sldId="311"/>
            <ac:spMk id="3" creationId="{39992B97-8A4A-C734-5168-805CF00F09C9}"/>
          </ac:spMkLst>
        </pc:spChg>
        <pc:spChg chg="mod">
          <ac:chgData name="Michael Whitehouse" userId="0ecba9273f6ad366" providerId="LiveId" clId="{F36E82C0-65ED-4BE7-8730-0F102FB388DD}" dt="2026-06-09T13:39:53.199" v="1502" actId="139"/>
          <ac:spMkLst>
            <pc:docMk/>
            <pc:sldMk cId="2100518994" sldId="311"/>
            <ac:spMk id="4" creationId="{EDA6F58D-7295-2D6C-45F1-9B4B54205CD1}"/>
          </ac:spMkLst>
        </pc:spChg>
        <pc:spChg chg="mod">
          <ac:chgData name="Michael Whitehouse" userId="0ecba9273f6ad366" providerId="LiveId" clId="{F36E82C0-65ED-4BE7-8730-0F102FB388DD}" dt="2026-06-09T13:39:53.212" v="1507" actId="139"/>
          <ac:spMkLst>
            <pc:docMk/>
            <pc:sldMk cId="2100518994" sldId="311"/>
            <ac:spMk id="5" creationId="{F2B15B22-AD78-AF17-6275-43331CDC8B5C}"/>
          </ac:spMkLst>
        </pc:spChg>
        <pc:spChg chg="mod">
          <ac:chgData name="Michael Whitehouse" userId="0ecba9273f6ad366" providerId="LiveId" clId="{F36E82C0-65ED-4BE7-8730-0F102FB388DD}" dt="2026-06-09T13:39:53.224" v="1512" actId="139"/>
          <ac:spMkLst>
            <pc:docMk/>
            <pc:sldMk cId="2100518994" sldId="311"/>
            <ac:spMk id="6" creationId="{AFA37945-B98F-F9F4-9344-E5E13EAC3CD4}"/>
          </ac:spMkLst>
        </pc:spChg>
        <pc:spChg chg="add mod">
          <ac:chgData name="Michael Whitehouse" userId="0ecba9273f6ad366" providerId="LiveId" clId="{F36E82C0-65ED-4BE7-8730-0F102FB388DD}" dt="2026-06-09T13:39:53.241" v="1524" actId="207"/>
          <ac:spMkLst>
            <pc:docMk/>
            <pc:sldMk cId="2100518994" sldId="311"/>
            <ac:spMk id="8" creationId="{33C798BC-C790-85C8-4A3C-5F3C78095405}"/>
          </ac:spMkLst>
        </pc:spChg>
        <pc:spChg chg="add mod">
          <ac:chgData name="Michael Whitehouse" userId="0ecba9273f6ad366" providerId="LiveId" clId="{F36E82C0-65ED-4BE7-8730-0F102FB388DD}" dt="2026-06-09T13:39:53.262" v="1534" actId="207"/>
          <ac:spMkLst>
            <pc:docMk/>
            <pc:sldMk cId="2100518994" sldId="311"/>
            <ac:spMk id="9" creationId="{677B75F8-58E7-EED9-3534-59C8C5FB1B32}"/>
          </ac:spMkLst>
        </pc:spChg>
      </pc:sldChg>
      <pc:sldChg chg="addSp modSp add mod">
        <pc:chgData name="Michael Whitehouse" userId="0ecba9273f6ad366" providerId="LiveId" clId="{F36E82C0-65ED-4BE7-8730-0F102FB388DD}" dt="2026-06-09T13:39:54.822" v="1631" actId="207"/>
        <pc:sldMkLst>
          <pc:docMk/>
          <pc:sldMk cId="1430705498" sldId="312"/>
        </pc:sldMkLst>
        <pc:spChg chg="mod">
          <ac:chgData name="Michael Whitehouse" userId="0ecba9273f6ad366" providerId="LiveId" clId="{F36E82C0-65ED-4BE7-8730-0F102FB388DD}" dt="2026-06-09T13:39:53.272" v="1538" actId="139"/>
          <ac:spMkLst>
            <pc:docMk/>
            <pc:sldMk cId="1430705498" sldId="312"/>
            <ac:spMk id="2" creationId="{A501C41B-F45D-E82E-41FB-460A394E4002}"/>
          </ac:spMkLst>
        </pc:spChg>
        <pc:spChg chg="add mod">
          <ac:chgData name="Michael Whitehouse" userId="0ecba9273f6ad366" providerId="LiveId" clId="{F36E82C0-65ED-4BE7-8730-0F102FB388DD}" dt="2026-06-09T13:39:53.946" v="1549" actId="208"/>
          <ac:spMkLst>
            <pc:docMk/>
            <pc:sldMk cId="1430705498" sldId="312"/>
            <ac:spMk id="3" creationId="{21903689-958A-202F-ED04-26A8C8A3A56D}"/>
          </ac:spMkLst>
        </pc:spChg>
        <pc:spChg chg="add mod">
          <ac:chgData name="Michael Whitehouse" userId="0ecba9273f6ad366" providerId="LiveId" clId="{F36E82C0-65ED-4BE7-8730-0F102FB388DD}" dt="2026-06-09T13:39:54.220" v="1571" actId="139"/>
          <ac:spMkLst>
            <pc:docMk/>
            <pc:sldMk cId="1430705498" sldId="312"/>
            <ac:spMk id="5" creationId="{A47B08D1-4606-F522-334C-840915C8CD64}"/>
          </ac:spMkLst>
        </pc:spChg>
        <pc:spChg chg="add mod">
          <ac:chgData name="Michael Whitehouse" userId="0ecba9273f6ad366" providerId="LiveId" clId="{F36E82C0-65ED-4BE7-8730-0F102FB388DD}" dt="2026-06-09T13:39:54.360" v="1582" actId="139"/>
          <ac:spMkLst>
            <pc:docMk/>
            <pc:sldMk cId="1430705498" sldId="312"/>
            <ac:spMk id="6" creationId="{7D63AC14-A246-B7A7-10C7-7619AEBD18F6}"/>
          </ac:spMkLst>
        </pc:spChg>
        <pc:spChg chg="add mod">
          <ac:chgData name="Michael Whitehouse" userId="0ecba9273f6ad366" providerId="LiveId" clId="{F36E82C0-65ED-4BE7-8730-0F102FB388DD}" dt="2026-06-09T13:39:54.480" v="1591"/>
          <ac:spMkLst>
            <pc:docMk/>
            <pc:sldMk cId="1430705498" sldId="312"/>
            <ac:spMk id="7" creationId="{E6D60D0C-73D5-A2CE-90C4-5D0BAFA90F7F}"/>
          </ac:spMkLst>
        </pc:spChg>
        <pc:spChg chg="add mod">
          <ac:chgData name="Michael Whitehouse" userId="0ecba9273f6ad366" providerId="LiveId" clId="{F36E82C0-65ED-4BE7-8730-0F102FB388DD}" dt="2026-06-09T13:39:54.627" v="1602" actId="139"/>
          <ac:spMkLst>
            <pc:docMk/>
            <pc:sldMk cId="1430705498" sldId="312"/>
            <ac:spMk id="8" creationId="{6F139B12-6747-C3EB-E47B-9DB04A4E605D}"/>
          </ac:spMkLst>
        </pc:spChg>
        <pc:spChg chg="add mod">
          <ac:chgData name="Michael Whitehouse" userId="0ecba9273f6ad366" providerId="LiveId" clId="{F36E82C0-65ED-4BE7-8730-0F102FB388DD}" dt="2026-06-09T13:39:54.785" v="1621" actId="207"/>
          <ac:spMkLst>
            <pc:docMk/>
            <pc:sldMk cId="1430705498" sldId="312"/>
            <ac:spMk id="10" creationId="{B6EF3556-BC4F-3AD6-1C47-E141C844647E}"/>
          </ac:spMkLst>
        </pc:spChg>
        <pc:spChg chg="add mod">
          <ac:chgData name="Michael Whitehouse" userId="0ecba9273f6ad366" providerId="LiveId" clId="{F36E82C0-65ED-4BE7-8730-0F102FB388DD}" dt="2026-06-09T13:39:54.822" v="1631" actId="207"/>
          <ac:spMkLst>
            <pc:docMk/>
            <pc:sldMk cId="1430705498" sldId="312"/>
            <ac:spMk id="11" creationId="{B9172724-C60D-4473-ACF7-2FB936CC63B4}"/>
          </ac:spMkLst>
        </pc:spChg>
        <pc:picChg chg="add mod">
          <ac:chgData name="Michael Whitehouse" userId="0ecba9273f6ad366" providerId="LiveId" clId="{F36E82C0-65ED-4BE7-8730-0F102FB388DD}" dt="2026-06-09T13:39:54.745" v="1611"/>
          <ac:picMkLst>
            <pc:docMk/>
            <pc:sldMk cId="1430705498" sldId="312"/>
            <ac:picMk id="9" creationId="{45E206BD-3A53-E5C5-19F5-D638AE61A956}"/>
          </ac:picMkLst>
        </pc:picChg>
      </pc:sldChg>
      <pc:sldMasterChg chg="delSp mod">
        <pc:chgData name="Michael Whitehouse" userId="0ecba9273f6ad366" providerId="LiveId" clId="{F36E82C0-65ED-4BE7-8730-0F102FB388DD}" dt="2026-06-09T13:39:33.197" v="4"/>
        <pc:sldMasterMkLst>
          <pc:docMk/>
          <pc:sldMasterMk cId="3462858527" sldId="2147483650"/>
        </pc:sldMasterMkLst>
      </pc:sldMasterChg>
      <pc:sldMasterChg chg="delSp mod">
        <pc:chgData name="Michael Whitehouse" userId="0ecba9273f6ad366" providerId="LiveId" clId="{F36E82C0-65ED-4BE7-8730-0F102FB388DD}" dt="2026-06-09T13:39:33.204" v="6"/>
        <pc:sldMasterMkLst>
          <pc:docMk/>
          <pc:sldMasterMk cId="929485988" sldId="2147483754"/>
        </pc:sldMasterMkLst>
      </pc:sldMasterChg>
    </pc:docChg>
  </pc:docChgLst>
  <pc:docChgLst>
    <pc:chgData name="Michael Whitehouse" userId="0ecba9273f6ad366" providerId="LiveId" clId="{8DFD1B98-0500-5FC6-99FB-58445427081D}"/>
    <pc:docChg chg="undo custSel addSld delSld modSld sldOrd">
      <pc:chgData name="Michael Whitehouse" userId="0ecba9273f6ad366" providerId="LiveId" clId="{8DFD1B98-0500-5FC6-99FB-58445427081D}" dt="2026-06-26T13:02:13.015" v="42" actId="1076"/>
      <pc:docMkLst>
        <pc:docMk/>
      </pc:docMkLst>
      <pc:sldChg chg="del">
        <pc:chgData name="Michael Whitehouse" userId="0ecba9273f6ad366" providerId="LiveId" clId="{8DFD1B98-0500-5FC6-99FB-58445427081D}" dt="2026-06-26T12:15:46.084" v="11" actId="2696"/>
        <pc:sldMkLst>
          <pc:docMk/>
          <pc:sldMk cId="179485437" sldId="290"/>
        </pc:sldMkLst>
      </pc:sldChg>
      <pc:sldChg chg="del">
        <pc:chgData name="Michael Whitehouse" userId="0ecba9273f6ad366" providerId="LiveId" clId="{8DFD1B98-0500-5FC6-99FB-58445427081D}" dt="2026-06-26T12:36:24.416" v="21" actId="2696"/>
        <pc:sldMkLst>
          <pc:docMk/>
          <pc:sldMk cId="2324935178" sldId="292"/>
        </pc:sldMkLst>
      </pc:sldChg>
      <pc:sldChg chg="ord">
        <pc:chgData name="Michael Whitehouse" userId="0ecba9273f6ad366" providerId="LiveId" clId="{8DFD1B98-0500-5FC6-99FB-58445427081D}" dt="2026-06-26T12:47:40.884" v="41" actId="20578"/>
        <pc:sldMkLst>
          <pc:docMk/>
          <pc:sldMk cId="1964618353" sldId="293"/>
        </pc:sldMkLst>
      </pc:sldChg>
      <pc:sldChg chg="delSp modSp mod">
        <pc:chgData name="Michael Whitehouse" userId="0ecba9273f6ad366" providerId="LiveId" clId="{8DFD1B98-0500-5FC6-99FB-58445427081D}" dt="2026-06-26T13:02:13.015" v="42" actId="1076"/>
        <pc:sldMkLst>
          <pc:docMk/>
          <pc:sldMk cId="1430705498" sldId="312"/>
        </pc:sldMkLst>
        <pc:spChg chg="mod">
          <ac:chgData name="Michael Whitehouse" userId="0ecba9273f6ad366" providerId="LiveId" clId="{8DFD1B98-0500-5FC6-99FB-58445427081D}" dt="2026-06-26T13:02:13.015" v="42" actId="1076"/>
          <ac:spMkLst>
            <pc:docMk/>
            <pc:sldMk cId="1430705498" sldId="312"/>
            <ac:spMk id="3" creationId="{21903689-958A-202F-ED04-26A8C8A3A56D}"/>
          </ac:spMkLst>
        </pc:spChg>
        <pc:spChg chg="mod">
          <ac:chgData name="Michael Whitehouse" userId="0ecba9273f6ad366" providerId="LiveId" clId="{8DFD1B98-0500-5FC6-99FB-58445427081D}" dt="2026-06-21T20:56:17.398" v="1" actId="207"/>
          <ac:spMkLst>
            <pc:docMk/>
            <pc:sldMk cId="1430705498" sldId="312"/>
            <ac:spMk id="8" creationId="{6F139B12-6747-C3EB-E47B-9DB04A4E605D}"/>
          </ac:spMkLst>
        </pc:spChg>
      </pc:sldChg>
      <pc:sldChg chg="addSp delSp modSp new mod">
        <pc:chgData name="Michael Whitehouse" userId="0ecba9273f6ad366" providerId="LiveId" clId="{8DFD1B98-0500-5FC6-99FB-58445427081D}" dt="2026-06-26T12:15:38.639" v="10" actId="14100"/>
        <pc:sldMkLst>
          <pc:docMk/>
          <pc:sldMk cId="955198405" sldId="313"/>
        </pc:sldMkLst>
        <pc:spChg chg="mod">
          <ac:chgData name="Michael Whitehouse" userId="0ecba9273f6ad366" providerId="LiveId" clId="{8DFD1B98-0500-5FC6-99FB-58445427081D}" dt="2026-06-26T12:15:13.904" v="7"/>
          <ac:spMkLst>
            <pc:docMk/>
            <pc:sldMk cId="955198405" sldId="313"/>
            <ac:spMk id="2" creationId="{2A058642-7E96-48E8-CA39-B5EA4F56898A}"/>
          </ac:spMkLst>
        </pc:spChg>
        <pc:spChg chg="add del">
          <ac:chgData name="Michael Whitehouse" userId="0ecba9273f6ad366" providerId="LiveId" clId="{8DFD1B98-0500-5FC6-99FB-58445427081D}" dt="2026-06-26T12:14:55.767" v="5" actId="22"/>
          <ac:spMkLst>
            <pc:docMk/>
            <pc:sldMk cId="955198405" sldId="313"/>
            <ac:spMk id="4" creationId="{D97CAEDE-E441-8054-49A1-A2269E14A95D}"/>
          </ac:spMkLst>
        </pc:spChg>
        <pc:picChg chg="add mod">
          <ac:chgData name="Michael Whitehouse" userId="0ecba9273f6ad366" providerId="LiveId" clId="{8DFD1B98-0500-5FC6-99FB-58445427081D}" dt="2026-06-26T12:15:38.639" v="10" actId="14100"/>
          <ac:picMkLst>
            <pc:docMk/>
            <pc:sldMk cId="955198405" sldId="313"/>
            <ac:picMk id="5" creationId="{34C3C65D-F837-04DC-A33A-1F17683D15E0}"/>
          </ac:picMkLst>
        </pc:picChg>
      </pc:sldChg>
      <pc:sldChg chg="addSp delSp modSp new mod ord">
        <pc:chgData name="Michael Whitehouse" userId="0ecba9273f6ad366" providerId="LiveId" clId="{8DFD1B98-0500-5FC6-99FB-58445427081D}" dt="2026-06-26T12:36:22.449" v="20" actId="20578"/>
        <pc:sldMkLst>
          <pc:docMk/>
          <pc:sldMk cId="4264506507" sldId="314"/>
        </pc:sldMkLst>
        <pc:spChg chg="add del">
          <ac:chgData name="Michael Whitehouse" userId="0ecba9273f6ad366" providerId="LiveId" clId="{8DFD1B98-0500-5FC6-99FB-58445427081D}" dt="2026-06-26T12:17:49.609" v="15" actId="22"/>
          <ac:spMkLst>
            <pc:docMk/>
            <pc:sldMk cId="4264506507" sldId="314"/>
            <ac:spMk id="4" creationId="{A15DB2A6-0D7C-E6A0-B9A0-DA0E9AEE0384}"/>
          </ac:spMkLst>
        </pc:spChg>
        <pc:picChg chg="add mod">
          <ac:chgData name="Michael Whitehouse" userId="0ecba9273f6ad366" providerId="LiveId" clId="{8DFD1B98-0500-5FC6-99FB-58445427081D}" dt="2026-06-26T12:18:03.389" v="18" actId="14100"/>
          <ac:picMkLst>
            <pc:docMk/>
            <pc:sldMk cId="4264506507" sldId="314"/>
            <ac:picMk id="5" creationId="{CE3B6379-1CE6-7B79-5E71-D91052354E16}"/>
          </ac:picMkLst>
        </pc:picChg>
      </pc:sldChg>
      <pc:sldChg chg="delSp modSp add mod">
        <pc:chgData name="Michael Whitehouse" userId="0ecba9273f6ad366" providerId="LiveId" clId="{8DFD1B98-0500-5FC6-99FB-58445427081D}" dt="2026-06-26T12:46:49.261" v="33" actId="478"/>
        <pc:sldMkLst>
          <pc:docMk/>
          <pc:sldMk cId="0" sldId="315"/>
        </pc:sldMkLst>
        <pc:spChg chg="del mod">
          <ac:chgData name="Michael Whitehouse" userId="0ecba9273f6ad366" providerId="LiveId" clId="{8DFD1B98-0500-5FC6-99FB-58445427081D}" dt="2026-06-26T12:46:49.261" v="33" actId="478"/>
          <ac:spMkLst>
            <pc:docMk/>
            <pc:sldMk cId="0" sldId="315"/>
            <ac:spMk id="2" creationId="{00000000-0000-0000-0000-000000000000}"/>
          </ac:spMkLst>
        </pc:spChg>
        <pc:spChg chg="del mod">
          <ac:chgData name="Michael Whitehouse" userId="0ecba9273f6ad366" providerId="LiveId" clId="{8DFD1B98-0500-5FC6-99FB-58445427081D}" dt="2026-06-26T12:46:46.272" v="31" actId="478"/>
          <ac:spMkLst>
            <pc:docMk/>
            <pc:sldMk cId="0" sldId="315"/>
            <ac:spMk id="3" creationId="{00000000-0000-0000-0000-000000000000}"/>
          </ac:spMkLst>
        </pc:spChg>
        <pc:spChg chg="mod">
          <ac:chgData name="Michael Whitehouse" userId="0ecba9273f6ad366" providerId="LiveId" clId="{8DFD1B98-0500-5FC6-99FB-58445427081D}" dt="2026-06-26T12:45:31.619" v="29" actId="26606"/>
          <ac:spMkLst>
            <pc:docMk/>
            <pc:sldMk cId="0" sldId="315"/>
            <ac:spMk id="7" creationId="{00000000-0000-0000-0000-000000000000}"/>
          </ac:spMkLst>
        </pc:spChg>
        <pc:spChg chg="mod">
          <ac:chgData name="Michael Whitehouse" userId="0ecba9273f6ad366" providerId="LiveId" clId="{8DFD1B98-0500-5FC6-99FB-58445427081D}" dt="2026-06-26T12:45:31.619" v="29" actId="26606"/>
          <ac:spMkLst>
            <pc:docMk/>
            <pc:sldMk cId="0" sldId="315"/>
            <ac:spMk id="11" creationId="{00000000-0000-0000-0000-000000000000}"/>
          </ac:spMkLst>
        </pc:spChg>
        <pc:spChg chg="mod">
          <ac:chgData name="Michael Whitehouse" userId="0ecba9273f6ad366" providerId="LiveId" clId="{8DFD1B98-0500-5FC6-99FB-58445427081D}" dt="2026-06-26T12:45:31.619" v="29" actId="26606"/>
          <ac:spMkLst>
            <pc:docMk/>
            <pc:sldMk cId="0" sldId="315"/>
            <ac:spMk id="15" creationId="{00000000-0000-0000-0000-000000000000}"/>
          </ac:spMkLst>
        </pc:spChg>
        <pc:spChg chg="mod">
          <ac:chgData name="Michael Whitehouse" userId="0ecba9273f6ad366" providerId="LiveId" clId="{8DFD1B98-0500-5FC6-99FB-58445427081D}" dt="2026-06-26T12:45:31.619" v="29" actId="26606"/>
          <ac:spMkLst>
            <pc:docMk/>
            <pc:sldMk cId="0" sldId="315"/>
            <ac:spMk id="19" creationId="{00000000-0000-0000-0000-000000000000}"/>
          </ac:spMkLst>
        </pc:spChg>
      </pc:sldChg>
      <pc:sldChg chg="delSp modSp add mod">
        <pc:chgData name="Michael Whitehouse" userId="0ecba9273f6ad366" providerId="LiveId" clId="{8DFD1B98-0500-5FC6-99FB-58445427081D}" dt="2026-06-26T12:47:04.014" v="37" actId="478"/>
        <pc:sldMkLst>
          <pc:docMk/>
          <pc:sldMk cId="0" sldId="316"/>
        </pc:sldMkLst>
        <pc:spChg chg="del">
          <ac:chgData name="Michael Whitehouse" userId="0ecba9273f6ad366" providerId="LiveId" clId="{8DFD1B98-0500-5FC6-99FB-58445427081D}" dt="2026-06-26T12:47:01.308" v="36" actId="478"/>
          <ac:spMkLst>
            <pc:docMk/>
            <pc:sldMk cId="0" sldId="316"/>
            <ac:spMk id="2" creationId="{00000000-0000-0000-0000-000000000000}"/>
          </ac:spMkLst>
        </pc:spChg>
        <pc:spChg chg="del">
          <ac:chgData name="Michael Whitehouse" userId="0ecba9273f6ad366" providerId="LiveId" clId="{8DFD1B98-0500-5FC6-99FB-58445427081D}" dt="2026-06-26T12:47:04.014" v="37" actId="478"/>
          <ac:spMkLst>
            <pc:docMk/>
            <pc:sldMk cId="0" sldId="316"/>
            <ac:spMk id="3" creationId="{00000000-0000-0000-0000-000000000000}"/>
          </ac:spMkLst>
        </pc:spChg>
        <pc:spChg chg="mod">
          <ac:chgData name="Michael Whitehouse" userId="0ecba9273f6ad366" providerId="LiveId" clId="{8DFD1B98-0500-5FC6-99FB-58445427081D}" dt="2026-06-26T12:46:56.611" v="35" actId="1076"/>
          <ac:spMkLst>
            <pc:docMk/>
            <pc:sldMk cId="0" sldId="316"/>
            <ac:spMk id="7" creationId="{00000000-0000-0000-0000-000000000000}"/>
          </ac:spMkLst>
        </pc:spChg>
      </pc:sldChg>
      <pc:sldChg chg="delSp add mod">
        <pc:chgData name="Michael Whitehouse" userId="0ecba9273f6ad366" providerId="LiveId" clId="{8DFD1B98-0500-5FC6-99FB-58445427081D}" dt="2026-06-26T12:47:11.204" v="39" actId="478"/>
        <pc:sldMkLst>
          <pc:docMk/>
          <pc:sldMk cId="0" sldId="317"/>
        </pc:sldMkLst>
        <pc:spChg chg="del">
          <ac:chgData name="Michael Whitehouse" userId="0ecba9273f6ad366" providerId="LiveId" clId="{8DFD1B98-0500-5FC6-99FB-58445427081D}" dt="2026-06-26T12:47:11.204" v="39" actId="478"/>
          <ac:spMkLst>
            <pc:docMk/>
            <pc:sldMk cId="0" sldId="317"/>
            <ac:spMk id="2" creationId="{00000000-0000-0000-0000-000000000000}"/>
          </ac:spMkLst>
        </pc:spChg>
        <pc:spChg chg="del">
          <ac:chgData name="Michael Whitehouse" userId="0ecba9273f6ad366" providerId="LiveId" clId="{8DFD1B98-0500-5FC6-99FB-58445427081D}" dt="2026-06-26T12:47:09.884" v="38" actId="478"/>
          <ac:spMkLst>
            <pc:docMk/>
            <pc:sldMk cId="0" sldId="317"/>
            <ac:spMk id="3" creationId="{00000000-0000-0000-0000-000000000000}"/>
          </ac:spMkLst>
        </pc:spChg>
      </pc:sldChg>
      <pc:sldChg chg="delSp modSp add mod">
        <pc:chgData name="Michael Whitehouse" userId="0ecba9273f6ad366" providerId="LiveId" clId="{8DFD1B98-0500-5FC6-99FB-58445427081D}" dt="2026-06-26T12:45:31.619" v="29" actId="26606"/>
        <pc:sldMkLst>
          <pc:docMk/>
          <pc:sldMk cId="0" sldId="318"/>
        </pc:sldMkLst>
        <pc:spChg chg="mod">
          <ac:chgData name="Michael Whitehouse" userId="0ecba9273f6ad366" providerId="LiveId" clId="{8DFD1B98-0500-5FC6-99FB-58445427081D}" dt="2026-06-26T12:36:50.625" v="25"/>
          <ac:spMkLst>
            <pc:docMk/>
            <pc:sldMk cId="0" sldId="318"/>
            <ac:spMk id="2" creationId="{00000000-0000-0000-0000-000000000000}"/>
          </ac:spMkLst>
        </pc:spChg>
        <pc:spChg chg="del">
          <ac:chgData name="Michael Whitehouse" userId="0ecba9273f6ad366" providerId="LiveId" clId="{8DFD1B98-0500-5FC6-99FB-58445427081D}" dt="2026-06-26T12:36:34.292" v="22" actId="478"/>
          <ac:spMkLst>
            <pc:docMk/>
            <pc:sldMk cId="0" sldId="318"/>
            <ac:spMk id="3" creationId="{00000000-0000-0000-0000-000000000000}"/>
          </ac:spMkLst>
        </pc:spChg>
        <pc:spChg chg="del mod">
          <ac:chgData name="Michael Whitehouse" userId="0ecba9273f6ad366" providerId="LiveId" clId="{8DFD1B98-0500-5FC6-99FB-58445427081D}" dt="2026-06-26T12:36:55.508" v="28"/>
          <ac:spMkLst>
            <pc:docMk/>
            <pc:sldMk cId="0" sldId="318"/>
            <ac:spMk id="5" creationId="{00000000-0000-0000-0000-000000000000}"/>
          </ac:spMkLst>
        </pc:spChg>
        <pc:spChg chg="del">
          <ac:chgData name="Michael Whitehouse" userId="0ecba9273f6ad366" providerId="LiveId" clId="{8DFD1B98-0500-5FC6-99FB-58445427081D}" dt="2026-06-26T12:36:52.606" v="26" actId="478"/>
          <ac:spMkLst>
            <pc:docMk/>
            <pc:sldMk cId="0" sldId="318"/>
            <ac:spMk id="6" creationId="{00000000-0000-0000-0000-000000000000}"/>
          </ac:spMkLst>
        </pc:spChg>
        <pc:spChg chg="mod">
          <ac:chgData name="Michael Whitehouse" userId="0ecba9273f6ad366" providerId="LiveId" clId="{8DFD1B98-0500-5FC6-99FB-58445427081D}" dt="2026-06-26T12:45:31.619" v="29" actId="26606"/>
          <ac:spMkLst>
            <pc:docMk/>
            <pc:sldMk cId="0" sldId="318"/>
            <ac:spMk id="7" creationId="{00000000-0000-0000-0000-000000000000}"/>
          </ac:spMkLst>
        </pc:spChg>
        <pc:spChg chg="mod">
          <ac:chgData name="Michael Whitehouse" userId="0ecba9273f6ad366" providerId="LiveId" clId="{8DFD1B98-0500-5FC6-99FB-58445427081D}" dt="2026-06-26T12:45:31.619" v="29" actId="26606"/>
          <ac:spMkLst>
            <pc:docMk/>
            <pc:sldMk cId="0" sldId="318"/>
            <ac:spMk id="11" creationId="{00000000-0000-0000-0000-000000000000}"/>
          </ac:spMkLst>
        </pc:spChg>
        <pc:spChg chg="mod">
          <ac:chgData name="Michael Whitehouse" userId="0ecba9273f6ad366" providerId="LiveId" clId="{8DFD1B98-0500-5FC6-99FB-58445427081D}" dt="2026-06-26T12:45:31.619" v="29" actId="26606"/>
          <ac:spMkLst>
            <pc:docMk/>
            <pc:sldMk cId="0" sldId="318"/>
            <ac:spMk id="15" creationId="{00000000-0000-0000-0000-000000000000}"/>
          </ac:spMkLst>
        </pc:spChg>
        <pc:spChg chg="mod">
          <ac:chgData name="Michael Whitehouse" userId="0ecba9273f6ad366" providerId="LiveId" clId="{8DFD1B98-0500-5FC6-99FB-58445427081D}" dt="2026-06-26T12:45:31.619" v="29" actId="26606"/>
          <ac:spMkLst>
            <pc:docMk/>
            <pc:sldMk cId="0" sldId="318"/>
            <ac:spMk id="1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2030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705828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91259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24378333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2712100724"/>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836278559"/>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208441084"/>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22250497"/>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86038751"/>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78467718"/>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89041322"/>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72299222"/>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51210754"/>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6924872"/>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67636174"/>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2315349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8858654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66533924"/>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1286770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8346354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35755505"/>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46618557"/>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1833285796"/>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76602146"/>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3201712044"/>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85267708"/>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59371690"/>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53869119"/>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15849972"/>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783508120"/>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84909722"/>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3250366"/>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64218627"/>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75800799"/>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71820774"/>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09722599"/>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75259683"/>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564765"/>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38716890"/>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66250655"/>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09246950"/>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61059023"/>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32420045"/>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90391156"/>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80070358"/>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2348465474"/>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438235114"/>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806084218"/>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33140"/>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3602893927"/>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220455"/>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9119907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13480567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81575962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115787881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06894412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6483821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5986049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416958591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9629210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2822453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3624406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1613026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7010098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0944239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86499756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409436614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5703869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15182649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42567043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84293818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727881572"/>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83706884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216690862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1328340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297993927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397887999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22685691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2849810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15213064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91967144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76847077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400986989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00413013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231394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374787573"/>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63713758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82896760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62432015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8858442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401020790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47417414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346328931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357087070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39311981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7590504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34914470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05414645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4595689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8696922"/>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42212669"/>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66282464"/>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945639632"/>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251198241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966606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21011623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3414563941"/>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06027164"/>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623918454"/>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41247934"/>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37546176"/>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02876316"/>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26658322"/>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50503310"/>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01153571"/>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77368921"/>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93010259"/>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5479720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0002380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5324412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8580323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2411898615"/>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27244218"/>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3869127583"/>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054529403"/>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008617978"/>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133781727"/>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3703768"/>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522714438"/>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35225027"/>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1310507"/>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752339077"/>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2933189398"/>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02988391"/>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25954869"/>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5550185"/>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91278224"/>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273037045"/>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185183131"/>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106173063"/>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178893550"/>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1828082987"/>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893133988"/>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722497"/>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557352"/>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4293068421"/>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60698975"/>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2409134"/>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18499624"/>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612523609"/>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34180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216372208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044403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346285852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929485988"/>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5.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5.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5.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5.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5.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5.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5.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5.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5.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5.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5.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4A66-E9AE-99BE-0011-90A4F08408BC}"/>
              </a:ext>
            </a:extLst>
          </p:cNvPr>
          <p:cNvSpPr>
            <a:spLocks noGrp="1"/>
          </p:cNvSpPr>
          <p:nvPr>
            <p:ph type="title"/>
          </p:nvPr>
        </p:nvSpPr>
        <p:spPr/>
        <p:txBody>
          <a:bodyPr/>
          <a:lstStyle/>
          <a:p>
            <a:r>
              <a:rPr lang="en-GB"/>
              <a:t>Chapter 7: Managing Users,
Computers, and Groups</a:t>
            </a:r>
          </a:p>
        </p:txBody>
      </p:sp>
      <p:sp>
        <p:nvSpPr>
          <p:cNvPr id="3" name="Text Placeholder 2">
            <a:extLst>
              <a:ext uri="{FF2B5EF4-FFF2-40B4-BE49-F238E27FC236}">
                <a16:creationId xmlns:a16="http://schemas.microsoft.com/office/drawing/2014/main" id="{737BBE45-32D0-1B23-84C8-2AB7F210B029}"/>
              </a:ext>
            </a:extLst>
          </p:cNvPr>
          <p:cNvSpPr>
            <a:spLocks noGrp="1"/>
          </p:cNvSpPr>
          <p:nvPr>
            <p:ph type="body" sz="quarter" idx="15"/>
          </p:nvPr>
        </p:nvSpPr>
        <p:spPr>
          <a:xfrm>
            <a:off x="331851" y="3262586"/>
            <a:ext cx="7202114" cy="388440"/>
          </a:xfrm>
        </p:spPr>
        <p:txBody>
          <a:bodyPr/>
          <a:lstStyle/>
          <a:p>
            <a:r>
              <a:rPr lang="en-GB"/>
              <a:t>Instructor-led overview and operational guidance</a:t>
            </a:r>
          </a:p>
        </p:txBody>
      </p:sp>
    </p:spTree>
    <p:extLst>
      <p:ext uri="{BB962C8B-B14F-4D97-AF65-F5344CB8AC3E}">
        <p14:creationId xmlns:p14="http://schemas.microsoft.com/office/powerpoint/2010/main" val="22840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124C3-577A-C528-7B74-CA7D1C54D5A7}"/>
              </a:ext>
            </a:extLst>
          </p:cNvPr>
          <p:cNvSpPr>
            <a:spLocks noGrp="1"/>
          </p:cNvSpPr>
          <p:nvPr>
            <p:ph type="title"/>
          </p:nvPr>
        </p:nvSpPr>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CA18F631-325B-78F5-3F6C-08912B4E66D3}"/>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the key administrative ideas in Chapter 7</a:t>
            </a:r>
          </a:p>
        </p:txBody>
      </p:sp>
      <p:sp>
        <p:nvSpPr>
          <p:cNvPr id="4" name="Text Placeholder 3">
            <a:extLst>
              <a:ext uri="{FF2B5EF4-FFF2-40B4-BE49-F238E27FC236}">
                <a16:creationId xmlns:a16="http://schemas.microsoft.com/office/drawing/2014/main" id="{492760C6-5BFC-E95E-E30E-D89242962251}"/>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Identify the relevant Windows Server tools, workflows, and decision points</a:t>
            </a:r>
          </a:p>
        </p:txBody>
      </p:sp>
      <p:sp>
        <p:nvSpPr>
          <p:cNvPr id="5" name="Text Placeholder 4">
            <a:extLst>
              <a:ext uri="{FF2B5EF4-FFF2-40B4-BE49-F238E27FC236}">
                <a16:creationId xmlns:a16="http://schemas.microsoft.com/office/drawing/2014/main" id="{0F24E479-B854-CF54-0405-DE57BBE90C1C}"/>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Relate the topic set to real operational and security practices</a:t>
            </a:r>
          </a:p>
        </p:txBody>
      </p:sp>
      <p:sp>
        <p:nvSpPr>
          <p:cNvPr id="6" name="Text Placeholder 5">
            <a:extLst>
              <a:ext uri="{FF2B5EF4-FFF2-40B4-BE49-F238E27FC236}">
                <a16:creationId xmlns:a16="http://schemas.microsoft.com/office/drawing/2014/main" id="{2451AE38-0DA5-362C-A8BA-392A23E22050}"/>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Prepare for later hands-on administration and troubleshooting work</a:t>
            </a:r>
          </a:p>
        </p:txBody>
      </p:sp>
      <p:sp>
        <p:nvSpPr>
          <p:cNvPr id="8" name="Course footer">
            <a:extLst>
              <a:ext uri="{FF2B5EF4-FFF2-40B4-BE49-F238E27FC236}">
                <a16:creationId xmlns:a16="http://schemas.microsoft.com/office/drawing/2014/main" id="{1F33B810-A58D-CA81-7BEC-458EBE6BA2A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C0E934BA-9A27-DC80-B847-810BAD4B6FB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5630350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078D2-CC15-A43F-778D-846F76E66E9E}"/>
              </a:ext>
            </a:extLst>
          </p:cNvPr>
          <p:cNvSpPr>
            <a:spLocks noGrp="1"/>
          </p:cNvSpPr>
          <p:nvPr>
            <p:ph type="title"/>
          </p:nvPr>
        </p:nvSpPr>
        <p:spPr/>
        <p:txBody>
          <a:bodyPr wrap="square">
            <a:noAutofit/>
          </a:bodyPr>
          <a:lstStyle/>
          <a:p>
            <a:r>
              <a:rPr lang="en-GB"/>
              <a:t>Chapter Topics</a:t>
            </a:r>
          </a:p>
        </p:txBody>
      </p:sp>
      <p:sp>
        <p:nvSpPr>
          <p:cNvPr id="3" name="Text Placeholder 2">
            <a:extLst>
              <a:ext uri="{FF2B5EF4-FFF2-40B4-BE49-F238E27FC236}">
                <a16:creationId xmlns:a16="http://schemas.microsoft.com/office/drawing/2014/main" id="{AC2E24D7-CC3B-1CE7-9DE1-D5A998C6F356}"/>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7.1 Local users</a:t>
            </a:r>
          </a:p>
        </p:txBody>
      </p:sp>
      <p:sp>
        <p:nvSpPr>
          <p:cNvPr id="4" name="Text Placeholder 3">
            <a:extLst>
              <a:ext uri="{FF2B5EF4-FFF2-40B4-BE49-F238E27FC236}">
                <a16:creationId xmlns:a16="http://schemas.microsoft.com/office/drawing/2014/main" id="{264BAE8D-D576-4EA8-1CCD-57DAF4C9DFD0}"/>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7.2 Active Directory basics</a:t>
            </a:r>
          </a:p>
        </p:txBody>
      </p:sp>
      <p:sp>
        <p:nvSpPr>
          <p:cNvPr id="5" name="Text Placeholder 4">
            <a:extLst>
              <a:ext uri="{FF2B5EF4-FFF2-40B4-BE49-F238E27FC236}">
                <a16:creationId xmlns:a16="http://schemas.microsoft.com/office/drawing/2014/main" id="{DBB0AAA4-BA04-D71E-22E9-05535726726C}"/>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7.3 Domain users</a:t>
            </a:r>
          </a:p>
        </p:txBody>
      </p:sp>
      <p:sp>
        <p:nvSpPr>
          <p:cNvPr id="6" name="Text Placeholder 5">
            <a:extLst>
              <a:ext uri="{FF2B5EF4-FFF2-40B4-BE49-F238E27FC236}">
                <a16:creationId xmlns:a16="http://schemas.microsoft.com/office/drawing/2014/main" id="{ECCD0A5E-829A-BD87-CEED-D1538CD18D44}"/>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7.4 Groups</a:t>
            </a:r>
          </a:p>
        </p:txBody>
      </p:sp>
      <p:sp>
        <p:nvSpPr>
          <p:cNvPr id="7" name="Text Placeholder 6">
            <a:extLst>
              <a:ext uri="{FF2B5EF4-FFF2-40B4-BE49-F238E27FC236}">
                <a16:creationId xmlns:a16="http://schemas.microsoft.com/office/drawing/2014/main" id="{90C29E33-52A5-5EDD-858C-A74EE53C3889}"/>
              </a:ext>
            </a:extLst>
          </p:cNvPr>
          <p:cNvSpPr>
            <a:spLocks noGrp="1"/>
          </p:cNvSpPr>
          <p:nvPr>
            <p:ph type="body" sz="quarter" idx="21"/>
          </p:nvPr>
        </p:nvSpPr>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7.5 Computers</a:t>
            </a:r>
          </a:p>
        </p:txBody>
      </p:sp>
      <p:sp>
        <p:nvSpPr>
          <p:cNvPr id="8" name="Course footer">
            <a:extLst>
              <a:ext uri="{FF2B5EF4-FFF2-40B4-BE49-F238E27FC236}">
                <a16:creationId xmlns:a16="http://schemas.microsoft.com/office/drawing/2014/main" id="{5FD018DF-2282-512C-BECC-99EF88E5A74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C1F681B9-40F5-A58B-4268-FDE3418156A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8804502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58642-7E96-48E8-CA39-B5EA4F56898A}"/>
              </a:ext>
            </a:extLst>
          </p:cNvPr>
          <p:cNvSpPr>
            <a:spLocks noGrp="1"/>
          </p:cNvSpPr>
          <p:nvPr>
            <p:ph type="title"/>
          </p:nvPr>
        </p:nvSpPr>
        <p:spPr/>
        <p:txBody>
          <a:bodyPr/>
          <a:lstStyle/>
          <a:p>
            <a:endParaRPr lang="en-US" dirty="0"/>
          </a:p>
        </p:txBody>
      </p:sp>
      <p:pic>
        <p:nvPicPr>
          <p:cNvPr id="5" name="Picture 4">
            <a:extLst>
              <a:ext uri="{FF2B5EF4-FFF2-40B4-BE49-F238E27FC236}">
                <a16:creationId xmlns:a16="http://schemas.microsoft.com/office/drawing/2014/main" id="{34C3C65D-F837-04DC-A33A-1F17683D15E0}"/>
              </a:ext>
            </a:extLst>
          </p:cNvPr>
          <p:cNvPicPr>
            <a:picLocks noChangeAspect="1"/>
          </p:cNvPicPr>
          <p:nvPr/>
        </p:nvPicPr>
        <p:blipFill>
          <a:blip r:embed="rId2"/>
          <a:stretch>
            <a:fillRect/>
          </a:stretch>
        </p:blipFill>
        <p:spPr>
          <a:xfrm>
            <a:off x="-1" y="0"/>
            <a:ext cx="9049815" cy="5087815"/>
          </a:xfrm>
          <a:prstGeom prst="rect">
            <a:avLst/>
          </a:prstGeom>
        </p:spPr>
      </p:pic>
    </p:spTree>
    <p:extLst>
      <p:ext uri="{BB962C8B-B14F-4D97-AF65-F5344CB8AC3E}">
        <p14:creationId xmlns:p14="http://schemas.microsoft.com/office/powerpoint/2010/main" val="95519840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12DF5-52EA-2703-E177-8D170130BD88}"/>
              </a:ext>
            </a:extLst>
          </p:cNvPr>
          <p:cNvSpPr>
            <a:spLocks noGrp="1"/>
          </p:cNvSpPr>
          <p:nvPr>
            <p:ph type="title"/>
          </p:nvPr>
        </p:nvSpPr>
        <p:spPr/>
        <p:txBody>
          <a:bodyPr wrap="square">
            <a:noAutofit/>
          </a:bodyPr>
          <a:lstStyle/>
          <a:p>
            <a:r>
              <a:rPr lang="en-GB"/>
              <a:t>Local Users and Groups</a:t>
            </a:r>
          </a:p>
        </p:txBody>
      </p:sp>
      <p:pic>
        <p:nvPicPr>
          <p:cNvPr id="3" name="Picture 2">
            <a:extLst>
              <a:ext uri="{FF2B5EF4-FFF2-40B4-BE49-F238E27FC236}">
                <a16:creationId xmlns:a16="http://schemas.microsoft.com/office/drawing/2014/main" id="{84DB9305-229E-5C0A-CEAB-F1C736B5AC2C}"/>
              </a:ext>
              <a:ext uri="{C183D7F6-B498-43B3-948B-1728B52AA6E4}">
                <adec:decorative xmlns:adec="http://schemas.microsoft.com/office/drawing/2017/decorative" val="1"/>
              </a:ext>
            </a:extLst>
          </p:cNvPr>
          <p:cNvPicPr>
            <a:picLocks noChangeAspect="1"/>
          </p:cNvPicPr>
          <p:nvPr/>
        </p:nvPicPr>
        <p:blipFill>
          <a:blip r:embed="rId2"/>
          <a:srcRect t="8859" b="16155"/>
          <a:stretch>
            <a:fillRect/>
          </a:stretch>
        </p:blipFill>
        <p:spPr>
          <a:xfrm>
            <a:off x="1143000" y="977265"/>
            <a:ext cx="6858000" cy="3856913"/>
          </a:xfrm>
          <a:prstGeom prst="rect">
            <a:avLst/>
          </a:prstGeom>
        </p:spPr>
      </p:pic>
      <p:sp>
        <p:nvSpPr>
          <p:cNvPr id="4" name="Course footer">
            <a:extLst>
              <a:ext uri="{FF2B5EF4-FFF2-40B4-BE49-F238E27FC236}">
                <a16:creationId xmlns:a16="http://schemas.microsoft.com/office/drawing/2014/main" id="{9D6E310F-7C7C-DC64-B91E-E616F62FCD2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1964C5FE-10F9-A415-0B6C-D11D7991009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87910737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262EB-0A50-BE4E-5443-619A5908A4DA}"/>
              </a:ext>
            </a:extLst>
          </p:cNvPr>
          <p:cNvSpPr>
            <a:spLocks noGrp="1"/>
          </p:cNvSpPr>
          <p:nvPr>
            <p:ph type="title"/>
          </p:nvPr>
        </p:nvSpPr>
        <p:spPr/>
        <p:txBody>
          <a:bodyPr wrap="square">
            <a:noAutofit/>
          </a:bodyPr>
          <a:lstStyle/>
          <a:p>
            <a:r>
              <a:rPr lang="en-GB"/>
              <a:t>7.6 What is Active Directory?</a:t>
            </a:r>
          </a:p>
        </p:txBody>
      </p:sp>
      <p:sp>
        <p:nvSpPr>
          <p:cNvPr id="3" name="Text 6">
            <a:extLst>
              <a:ext uri="{FF2B5EF4-FFF2-40B4-BE49-F238E27FC236}">
                <a16:creationId xmlns:a16="http://schemas.microsoft.com/office/drawing/2014/main" id="{283E121B-D141-564C-61C4-9E503D38A17B}"/>
              </a:ext>
            </a:extLst>
          </p:cNvPr>
          <p:cNvSpPr/>
          <p:nvPr/>
        </p:nvSpPr>
        <p:spPr>
          <a:xfrm>
            <a:off x="254000" y="879951"/>
            <a:ext cx="48260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rPr>
              <a:t>Active Directory (AD) is Microsoft's directory service for Windows domain networks, providing centralised authentication, authorisation, and resource management.</a:t>
            </a:r>
          </a:p>
          <a:p>
            <a:pPr marL="342900" indent="-342900">
              <a:spcAft>
                <a:spcPts val="400"/>
              </a:spcAft>
              <a:buSzPct val="100000"/>
              <a:buChar char="•"/>
            </a:pPr>
            <a:r>
              <a:rPr lang="en-US" sz="1400" b="1" dirty="0">
                <a:solidFill>
                  <a:srgbClr val="023047"/>
                </a:solidFill>
                <a:latin typeface="Segoe UI" panose="020B0502040204020203" pitchFamily="34" charset="0"/>
              </a:rPr>
              <a:t>Domain Services (AD DS)</a:t>
            </a:r>
            <a:r>
              <a:rPr lang="en-US" sz="1400" dirty="0">
                <a:solidFill>
                  <a:srgbClr val="023047"/>
                </a:solidFill>
                <a:latin typeface="Segoe UI" panose="020B0502040204020203" pitchFamily="34" charset="0"/>
              </a:rPr>
              <a:t> — stores directory data; authenticates and authorises users and computers</a:t>
            </a:r>
          </a:p>
          <a:p>
            <a:pPr marL="342900" indent="-342900">
              <a:spcAft>
                <a:spcPts val="400"/>
              </a:spcAft>
              <a:buSzPct val="100000"/>
              <a:buChar char="•"/>
            </a:pPr>
            <a:r>
              <a:rPr lang="en-US" sz="1400" b="1" dirty="0">
                <a:solidFill>
                  <a:srgbClr val="023047"/>
                </a:solidFill>
                <a:latin typeface="Segoe UI" panose="020B0502040204020203" pitchFamily="34" charset="0"/>
              </a:rPr>
              <a:t>Hierarchical structure</a:t>
            </a:r>
            <a:r>
              <a:rPr lang="en-US" sz="1400" dirty="0">
                <a:solidFill>
                  <a:srgbClr val="023047"/>
                </a:solidFill>
                <a:latin typeface="Segoe UI" panose="020B0502040204020203" pitchFamily="34" charset="0"/>
              </a:rPr>
              <a:t> — Forest &gt; Domain &gt; Organisational Unit (OU) &gt; Objects</a:t>
            </a:r>
          </a:p>
          <a:p>
            <a:pPr marL="342900" indent="-342900">
              <a:spcAft>
                <a:spcPts val="400"/>
              </a:spcAft>
              <a:buSzPct val="100000"/>
              <a:buChar char="•"/>
            </a:pPr>
            <a:r>
              <a:rPr lang="en-US" sz="1400" b="1" dirty="0">
                <a:solidFill>
                  <a:srgbClr val="023047"/>
                </a:solidFill>
                <a:latin typeface="Segoe UI" panose="020B0502040204020203" pitchFamily="34" charset="0"/>
              </a:rPr>
              <a:t>Objects</a:t>
            </a:r>
            <a:r>
              <a:rPr lang="en-US" sz="1400" dirty="0">
                <a:solidFill>
                  <a:srgbClr val="023047"/>
                </a:solidFill>
                <a:latin typeface="Segoe UI" panose="020B0502040204020203" pitchFamily="34" charset="0"/>
              </a:rPr>
              <a:t> — users, computers, groups, printers, policies stored in NTDS.DIT database</a:t>
            </a:r>
          </a:p>
          <a:p>
            <a:pPr marL="342900" indent="-342900">
              <a:spcAft>
                <a:spcPts val="400"/>
              </a:spcAft>
              <a:buSzPct val="100000"/>
              <a:buChar char="•"/>
            </a:pPr>
            <a:r>
              <a:rPr lang="en-US" sz="1400" b="1" dirty="0">
                <a:solidFill>
                  <a:srgbClr val="023047"/>
                </a:solidFill>
                <a:latin typeface="Segoe UI" panose="020B0502040204020203" pitchFamily="34" charset="0"/>
              </a:rPr>
              <a:t>Kerberos authentication</a:t>
            </a:r>
            <a:r>
              <a:rPr lang="en-US" sz="1400" dirty="0">
                <a:solidFill>
                  <a:srgbClr val="023047"/>
                </a:solidFill>
                <a:latin typeface="Segoe UI" panose="020B0502040204020203" pitchFamily="34" charset="0"/>
              </a:rPr>
              <a:t> — default protocol; uses ticket-based SSO across domain-joined resources</a:t>
            </a:r>
          </a:p>
          <a:p>
            <a:pPr marL="342900" indent="-342900">
              <a:spcAft>
                <a:spcPts val="400"/>
              </a:spcAft>
              <a:buSzPct val="100000"/>
              <a:buChar char="•"/>
            </a:pPr>
            <a:r>
              <a:rPr lang="en-US" sz="1400" b="1" dirty="0">
                <a:solidFill>
                  <a:srgbClr val="023047"/>
                </a:solidFill>
                <a:latin typeface="Segoe UI" panose="020B0502040204020203" pitchFamily="34" charset="0"/>
              </a:rPr>
              <a:t>LDAP</a:t>
            </a:r>
            <a:r>
              <a:rPr lang="en-US" sz="1400" dirty="0">
                <a:solidFill>
                  <a:srgbClr val="023047"/>
                </a:solidFill>
                <a:latin typeface="Segoe UI" panose="020B0502040204020203" pitchFamily="34" charset="0"/>
              </a:rPr>
              <a:t> — Lightweight Directory Access Protocol used to query and modify AD objects</a:t>
            </a:r>
          </a:p>
          <a:p>
            <a:pPr marL="342900" indent="-342900">
              <a:spcAft>
                <a:spcPts val="400"/>
              </a:spcAft>
              <a:buSzPct val="100000"/>
              <a:buChar char="•"/>
            </a:pPr>
            <a:r>
              <a:rPr lang="en-US" sz="1400" b="1" dirty="0">
                <a:solidFill>
                  <a:srgbClr val="023047"/>
                </a:solidFill>
                <a:latin typeface="Segoe UI" panose="020B0502040204020203" pitchFamily="34" charset="0"/>
              </a:rPr>
              <a:t>Domain Controllers (DCs)</a:t>
            </a:r>
            <a:r>
              <a:rPr lang="en-US" sz="1400" dirty="0">
                <a:solidFill>
                  <a:srgbClr val="023047"/>
                </a:solidFill>
                <a:latin typeface="Segoe UI" panose="020B0502040204020203" pitchFamily="34" charset="0"/>
              </a:rPr>
              <a:t> — servers hosting AD DS; handle auth requests and replicate directory changes</a:t>
            </a:r>
          </a:p>
        </p:txBody>
      </p:sp>
      <p:sp>
        <p:nvSpPr>
          <p:cNvPr id="4" name="Shape 7">
            <a:extLst>
              <a:ext uri="{FF2B5EF4-FFF2-40B4-BE49-F238E27FC236}">
                <a16:creationId xmlns:a16="http://schemas.microsoft.com/office/drawing/2014/main" id="{E78814FF-AE74-00C3-FFB8-310930CBA246}"/>
              </a:ext>
            </a:extLst>
          </p:cNvPr>
          <p:cNvSpPr/>
          <p:nvPr/>
        </p:nvSpPr>
        <p:spPr>
          <a:xfrm>
            <a:off x="6563361" y="1044543"/>
            <a:ext cx="1645920" cy="1645920"/>
          </a:xfrm>
          <a:prstGeom prst="ellipse">
            <a:avLst/>
          </a:prstGeom>
          <a:solidFill>
            <a:srgbClr val="0076D4"/>
          </a:solidFill>
          <a:ln w="12700">
            <a:solidFill>
              <a:srgbClr val="0076D4"/>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1409A2D6-ABBA-550B-9964-2FE86E511763}"/>
              </a:ext>
            </a:extLst>
          </p:cNvPr>
          <p:cNvPicPr>
            <a:picLocks noChangeAspect="1"/>
          </p:cNvPicPr>
          <p:nvPr/>
        </p:nvPicPr>
        <p:blipFill>
          <a:blip r:embed="rId2"/>
          <a:stretch>
            <a:fillRect/>
          </a:stretch>
        </p:blipFill>
        <p:spPr>
          <a:xfrm>
            <a:off x="6764528" y="1245711"/>
            <a:ext cx="1234440" cy="1234440"/>
          </a:xfrm>
          <a:prstGeom prst="rect">
            <a:avLst/>
          </a:prstGeom>
        </p:spPr>
      </p:pic>
      <p:sp>
        <p:nvSpPr>
          <p:cNvPr id="6" name="Shape 8">
            <a:extLst>
              <a:ext uri="{FF2B5EF4-FFF2-40B4-BE49-F238E27FC236}">
                <a16:creationId xmlns:a16="http://schemas.microsoft.com/office/drawing/2014/main" id="{CE64EFEC-AFF0-1B79-DD9D-75C21E26944C}"/>
              </a:ext>
            </a:extLst>
          </p:cNvPr>
          <p:cNvSpPr/>
          <p:nvPr/>
        </p:nvSpPr>
        <p:spPr>
          <a:xfrm>
            <a:off x="5237480" y="2919063"/>
            <a:ext cx="3657600" cy="1280160"/>
          </a:xfrm>
          <a:prstGeom prst="rect">
            <a:avLst/>
          </a:prstGeom>
          <a:solidFill>
            <a:srgbClr val="D8EEF8"/>
          </a:solidFill>
          <a:ln w="12700">
            <a:solidFill>
              <a:srgbClr val="8ECAE6"/>
            </a:solidFill>
            <a:prstDash val="solid"/>
          </a:ln>
        </p:spPr>
        <p:txBody>
          <a:bodyPr/>
          <a:lstStyle/>
          <a:p>
            <a:endParaRPr lang="en-US"/>
          </a:p>
        </p:txBody>
      </p:sp>
      <p:sp>
        <p:nvSpPr>
          <p:cNvPr id="7" name="Shape 9">
            <a:extLst>
              <a:ext uri="{FF2B5EF4-FFF2-40B4-BE49-F238E27FC236}">
                <a16:creationId xmlns:a16="http://schemas.microsoft.com/office/drawing/2014/main" id="{AA761C0D-020A-FA1D-02E2-758AF2CA012C}"/>
              </a:ext>
            </a:extLst>
          </p:cNvPr>
          <p:cNvSpPr/>
          <p:nvPr/>
        </p:nvSpPr>
        <p:spPr>
          <a:xfrm>
            <a:off x="5237480" y="2919063"/>
            <a:ext cx="3657600" cy="73152"/>
          </a:xfrm>
          <a:prstGeom prst="rect">
            <a:avLst/>
          </a:prstGeom>
          <a:solidFill>
            <a:srgbClr val="0076D4"/>
          </a:solidFill>
          <a:ln w="12700">
            <a:solidFill>
              <a:srgbClr val="0076D4"/>
            </a:solidFill>
            <a:prstDash val="solid"/>
          </a:ln>
        </p:spPr>
        <p:txBody>
          <a:bodyPr/>
          <a:lstStyle/>
          <a:p>
            <a:endParaRPr lang="en-US"/>
          </a:p>
        </p:txBody>
      </p:sp>
      <p:sp>
        <p:nvSpPr>
          <p:cNvPr id="8" name="Text 10">
            <a:extLst>
              <a:ext uri="{FF2B5EF4-FFF2-40B4-BE49-F238E27FC236}">
                <a16:creationId xmlns:a16="http://schemas.microsoft.com/office/drawing/2014/main" id="{45C929E7-639E-C035-5A01-46FDEAE7E5EB}"/>
              </a:ext>
            </a:extLst>
          </p:cNvPr>
          <p:cNvSpPr/>
          <p:nvPr/>
        </p:nvSpPr>
        <p:spPr>
          <a:xfrm>
            <a:off x="5328920" y="2964783"/>
            <a:ext cx="3474720" cy="347472"/>
          </a:xfrm>
          <a:prstGeom prst="rect">
            <a:avLst/>
          </a:prstGeom>
          <a:noFill/>
          <a:ln/>
        </p:spPr>
        <p:txBody>
          <a:bodyPr wrap="square" lIns="0" tIns="0" rIns="0" bIns="0" rtlCol="0" anchor="ctr">
            <a:normAutofit/>
          </a:bodyPr>
          <a:lstStyle/>
          <a:p>
            <a:pPr marL="0" indent="0" algn="l">
              <a:buNone/>
            </a:pPr>
            <a:r>
              <a:rPr lang="en-US" sz="1100" b="1" dirty="0">
                <a:solidFill>
                  <a:srgbClr val="219EBC"/>
                </a:solidFill>
                <a:latin typeface="Segoe UI" panose="020B0502040204020203" pitchFamily="34" charset="0"/>
              </a:rPr>
              <a:t>Key Fact</a:t>
            </a:r>
          </a:p>
        </p:txBody>
      </p:sp>
      <p:sp>
        <p:nvSpPr>
          <p:cNvPr id="9" name="Text 11">
            <a:extLst>
              <a:ext uri="{FF2B5EF4-FFF2-40B4-BE49-F238E27FC236}">
                <a16:creationId xmlns:a16="http://schemas.microsoft.com/office/drawing/2014/main" id="{2A22AAFD-D316-79DE-A3C5-A9FAE25531C7}"/>
              </a:ext>
            </a:extLst>
          </p:cNvPr>
          <p:cNvSpPr/>
          <p:nvPr/>
        </p:nvSpPr>
        <p:spPr>
          <a:xfrm>
            <a:off x="5328920" y="3330543"/>
            <a:ext cx="3474720" cy="777240"/>
          </a:xfrm>
          <a:prstGeom prst="rect">
            <a:avLst/>
          </a:prstGeom>
          <a:noFill/>
          <a:ln/>
        </p:spPr>
        <p:txBody>
          <a:bodyPr wrap="square" lIns="0" tIns="0" rIns="0" bIns="0" rtlCol="0" anchor="t">
            <a:normAutofit/>
          </a:bodyPr>
          <a:lstStyle/>
          <a:p>
            <a:pPr marL="0" indent="0" algn="l">
              <a:buNone/>
            </a:pPr>
            <a:r>
              <a:rPr lang="en-US" sz="1200" dirty="0">
                <a:solidFill>
                  <a:srgbClr val="023047"/>
                </a:solidFill>
                <a:latin typeface="Segoe UI" panose="020B0502040204020203" pitchFamily="34" charset="0"/>
              </a:rPr>
              <a:t>AD was introduced with Windows 2000 Server and remains the standard identity platform for on-premises Windows environments</a:t>
            </a:r>
          </a:p>
        </p:txBody>
      </p:sp>
      <p:sp>
        <p:nvSpPr>
          <p:cNvPr id="10" name="Course footer">
            <a:extLst>
              <a:ext uri="{FF2B5EF4-FFF2-40B4-BE49-F238E27FC236}">
                <a16:creationId xmlns:a16="http://schemas.microsoft.com/office/drawing/2014/main" id="{FE43693D-C917-4907-0C3F-6D69A503513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4A3594EB-14BA-FF5C-BA94-DBC0CB1CA4F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96461835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2663F-1357-549D-844E-85EE01A601FB}"/>
              </a:ext>
            </a:extLst>
          </p:cNvPr>
          <p:cNvSpPr>
            <a:spLocks noGrp="1"/>
          </p:cNvSpPr>
          <p:nvPr>
            <p:ph type="title"/>
          </p:nvPr>
        </p:nvSpPr>
        <p:spPr/>
        <p:txBody>
          <a:bodyPr/>
          <a:lstStyle/>
          <a:p>
            <a:endParaRPr lang="en-US" dirty="0"/>
          </a:p>
        </p:txBody>
      </p:sp>
      <p:pic>
        <p:nvPicPr>
          <p:cNvPr id="5" name="Picture 4">
            <a:extLst>
              <a:ext uri="{FF2B5EF4-FFF2-40B4-BE49-F238E27FC236}">
                <a16:creationId xmlns:a16="http://schemas.microsoft.com/office/drawing/2014/main" id="{CE3B6379-1CE6-7B79-5E71-D91052354E16}"/>
              </a:ext>
            </a:extLst>
          </p:cNvPr>
          <p:cNvPicPr>
            <a:picLocks noChangeAspect="1"/>
          </p:cNvPicPr>
          <p:nvPr/>
        </p:nvPicPr>
        <p:blipFill>
          <a:blip r:embed="rId2"/>
          <a:stretch>
            <a:fillRect/>
          </a:stretch>
        </p:blipFill>
        <p:spPr>
          <a:xfrm>
            <a:off x="0" y="0"/>
            <a:ext cx="9144000" cy="5140766"/>
          </a:xfrm>
          <a:prstGeom prst="rect">
            <a:avLst/>
          </a:prstGeom>
        </p:spPr>
      </p:pic>
    </p:spTree>
    <p:extLst>
      <p:ext uri="{BB962C8B-B14F-4D97-AF65-F5344CB8AC3E}">
        <p14:creationId xmlns:p14="http://schemas.microsoft.com/office/powerpoint/2010/main" val="426450650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6032" y="329184"/>
            <a:ext cx="73152" cy="53035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320040"/>
            <a:ext cx="6766560" cy="438912"/>
          </a:xfrm>
          <a:prstGeom prst="rect">
            <a:avLst/>
          </a:prstGeom>
          <a:noFill/>
        </p:spPr>
        <p:txBody>
          <a:bodyPr wrap="none" lIns="18288" tIns="0" rIns="18288" bIns="0" anchor="t">
            <a:spAutoFit/>
          </a:bodyPr>
          <a:lstStyle/>
          <a:p>
            <a:pPr algn="l"/>
            <a:r>
              <a:rPr sz="2700" b="1">
                <a:solidFill>
                  <a:srgbClr val="051937"/>
                </a:solidFill>
                <a:latin typeface="Aptos"/>
              </a:rPr>
              <a:t>7.2A Before Active Directory</a:t>
            </a:r>
          </a:p>
        </p:txBody>
      </p:sp>
      <p:sp>
        <p:nvSpPr>
          <p:cNvPr id="6" name="Rounded Rectangle 5"/>
          <p:cNvSpPr/>
          <p:nvPr/>
        </p:nvSpPr>
        <p:spPr>
          <a:xfrm>
            <a:off x="521207" y="960120"/>
            <a:ext cx="658368" cy="32004"/>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1207" y="1188720"/>
            <a:ext cx="4480000" cy="620000"/>
          </a:xfrm>
          <a:prstGeom prst="rect">
            <a:avLst/>
          </a:prstGeom>
          <a:noFill/>
        </p:spPr>
        <p:txBody>
          <a:bodyPr wrap="square" lIns="18288" tIns="0" rIns="18288" bIns="0" anchor="t">
            <a:noAutofit/>
          </a:bodyPr>
          <a:lstStyle/>
          <a:p>
            <a:pPr algn="l"/>
            <a:r>
              <a:rPr lang="en-GB" sz="1350" b="1">
                <a:solidFill>
                  <a:srgbClr val="051937"/>
                </a:solidFill>
                <a:latin typeface="Aptos"/>
              </a:rPr>
              <a:t>Windows NT domains provided central sign-in, but management was flatter and more server-centric.</a:t>
            </a:r>
          </a:p>
        </p:txBody>
      </p:sp>
      <p:sp>
        <p:nvSpPr>
          <p:cNvPr id="8" name="Oval 7"/>
          <p:cNvSpPr/>
          <p:nvPr/>
        </p:nvSpPr>
        <p:spPr>
          <a:xfrm>
            <a:off x="594360" y="1901952"/>
            <a:ext cx="411480" cy="411480"/>
          </a:xfrm>
          <a:prstGeom prst="ellipse">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965960"/>
            <a:ext cx="411480" cy="201168"/>
          </a:xfrm>
          <a:prstGeom prst="rect">
            <a:avLst/>
          </a:prstGeom>
          <a:noFill/>
        </p:spPr>
        <p:txBody>
          <a:bodyPr wrap="none" lIns="18288" tIns="0" rIns="18288" bIns="0" anchor="t">
            <a:spAutoFit/>
          </a:bodyPr>
          <a:lstStyle/>
          <a:p>
            <a:pPr algn="ctr"/>
            <a:r>
              <a:rPr sz="1450" b="1">
                <a:solidFill>
                  <a:srgbClr val="F17D00"/>
                </a:solidFill>
                <a:latin typeface="Aptos"/>
              </a:rPr>
              <a:t>P</a:t>
            </a:r>
          </a:p>
        </p:txBody>
      </p:sp>
      <p:sp>
        <p:nvSpPr>
          <p:cNvPr id="10" name="TextBox 9"/>
          <p:cNvSpPr txBox="1"/>
          <p:nvPr/>
        </p:nvSpPr>
        <p:spPr>
          <a:xfrm>
            <a:off x="1161288" y="1892808"/>
            <a:ext cx="3200400" cy="210312"/>
          </a:xfrm>
          <a:prstGeom prst="rect">
            <a:avLst/>
          </a:prstGeom>
          <a:noFill/>
        </p:spPr>
        <p:txBody>
          <a:bodyPr wrap="none" lIns="18288" tIns="0" rIns="18288" bIns="0" anchor="t">
            <a:spAutoFit/>
          </a:bodyPr>
          <a:lstStyle/>
          <a:p>
            <a:pPr algn="l"/>
            <a:r>
              <a:rPr sz="1290" b="1" dirty="0">
                <a:solidFill>
                  <a:srgbClr val="051937"/>
                </a:solidFill>
                <a:latin typeface="Aptos"/>
              </a:rPr>
              <a:t>Primary Domain Controller</a:t>
            </a:r>
          </a:p>
        </p:txBody>
      </p:sp>
      <p:sp>
        <p:nvSpPr>
          <p:cNvPr id="11" name="TextBox 10"/>
          <p:cNvSpPr txBox="1"/>
          <p:nvPr/>
        </p:nvSpPr>
        <p:spPr>
          <a:xfrm>
            <a:off x="1161288" y="2167128"/>
            <a:ext cx="3566160" cy="460000"/>
          </a:xfrm>
          <a:prstGeom prst="rect">
            <a:avLst/>
          </a:prstGeom>
          <a:noFill/>
        </p:spPr>
        <p:txBody>
          <a:bodyPr wrap="square" lIns="18288" tIns="0" rIns="18288" bIns="0" anchor="t">
            <a:noAutofit/>
          </a:bodyPr>
          <a:lstStyle/>
          <a:p>
            <a:pPr algn="l"/>
            <a:r>
              <a:rPr sz="969" b="0">
                <a:solidFill>
                  <a:srgbClr val="606C7D"/>
                </a:solidFill>
                <a:latin typeface="Aptos"/>
              </a:rPr>
              <a:t>One writable PDC accepted account changes; BDCs received replicated copies.</a:t>
            </a:r>
          </a:p>
        </p:txBody>
      </p:sp>
      <p:sp>
        <p:nvSpPr>
          <p:cNvPr id="12" name="Oval 11"/>
          <p:cNvSpPr/>
          <p:nvPr/>
        </p:nvSpPr>
        <p:spPr>
          <a:xfrm>
            <a:off x="594360" y="2670048"/>
            <a:ext cx="411480" cy="411480"/>
          </a:xfrm>
          <a:prstGeom prst="ellipse">
            <a:avLst/>
          </a:prstGeom>
          <a:solidFill>
            <a:srgbClr val="EEE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734056"/>
            <a:ext cx="411480" cy="201168"/>
          </a:xfrm>
          <a:prstGeom prst="rect">
            <a:avLst/>
          </a:prstGeom>
          <a:noFill/>
        </p:spPr>
        <p:txBody>
          <a:bodyPr wrap="none" lIns="18288" tIns="0" rIns="18288" bIns="0" anchor="t">
            <a:spAutoFit/>
          </a:bodyPr>
          <a:lstStyle/>
          <a:p>
            <a:pPr algn="ctr"/>
            <a:r>
              <a:rPr sz="1450" b="1">
                <a:solidFill>
                  <a:srgbClr val="6841BE"/>
                </a:solidFill>
                <a:latin typeface="Aptos"/>
              </a:rPr>
              <a:t>T</a:t>
            </a:r>
          </a:p>
        </p:txBody>
      </p:sp>
      <p:sp>
        <p:nvSpPr>
          <p:cNvPr id="14" name="TextBox 13"/>
          <p:cNvSpPr txBox="1"/>
          <p:nvPr/>
        </p:nvSpPr>
        <p:spPr>
          <a:xfrm>
            <a:off x="1161288" y="2660904"/>
            <a:ext cx="3200400" cy="210312"/>
          </a:xfrm>
          <a:prstGeom prst="rect">
            <a:avLst/>
          </a:prstGeom>
          <a:noFill/>
        </p:spPr>
        <p:txBody>
          <a:bodyPr wrap="none" lIns="18288" tIns="0" rIns="18288" bIns="0" anchor="t">
            <a:spAutoFit/>
          </a:bodyPr>
          <a:lstStyle/>
          <a:p>
            <a:pPr algn="l"/>
            <a:r>
              <a:rPr sz="1290" b="1">
                <a:solidFill>
                  <a:srgbClr val="051937"/>
                </a:solidFill>
                <a:latin typeface="Aptos"/>
              </a:rPr>
              <a:t>Trust-heavy designs</a:t>
            </a:r>
          </a:p>
        </p:txBody>
      </p:sp>
      <p:sp>
        <p:nvSpPr>
          <p:cNvPr id="15" name="TextBox 14"/>
          <p:cNvSpPr txBox="1"/>
          <p:nvPr/>
        </p:nvSpPr>
        <p:spPr>
          <a:xfrm>
            <a:off x="1161288" y="2935224"/>
            <a:ext cx="3566160" cy="460000"/>
          </a:xfrm>
          <a:prstGeom prst="rect">
            <a:avLst/>
          </a:prstGeom>
          <a:noFill/>
        </p:spPr>
        <p:txBody>
          <a:bodyPr wrap="square" lIns="18288" tIns="0" rIns="18288" bIns="0" anchor="t">
            <a:noAutofit/>
          </a:bodyPr>
          <a:lstStyle/>
          <a:p>
            <a:pPr algn="l"/>
            <a:r>
              <a:rPr sz="969" b="0">
                <a:solidFill>
                  <a:srgbClr val="606C7D"/>
                </a:solidFill>
                <a:latin typeface="Aptos"/>
              </a:rPr>
              <a:t>Large environments often used multiple domains and manual trust relationships.</a:t>
            </a:r>
          </a:p>
        </p:txBody>
      </p:sp>
      <p:sp>
        <p:nvSpPr>
          <p:cNvPr id="16" name="Oval 15"/>
          <p:cNvSpPr/>
          <p:nvPr/>
        </p:nvSpPr>
        <p:spPr>
          <a:xfrm>
            <a:off x="594360" y="3438144"/>
            <a:ext cx="411480" cy="411480"/>
          </a:xfrm>
          <a:prstGeom prst="ellipse">
            <a:avLst/>
          </a:prstGeom>
          <a:solidFill>
            <a:srgbClr val="E2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502151"/>
            <a:ext cx="411480" cy="201168"/>
          </a:xfrm>
          <a:prstGeom prst="rect">
            <a:avLst/>
          </a:prstGeom>
          <a:noFill/>
        </p:spPr>
        <p:txBody>
          <a:bodyPr wrap="none" lIns="18288" tIns="0" rIns="18288" bIns="0" anchor="t">
            <a:spAutoFit/>
          </a:bodyPr>
          <a:lstStyle/>
          <a:p>
            <a:pPr algn="ctr"/>
            <a:r>
              <a:rPr sz="1450" b="1">
                <a:solidFill>
                  <a:srgbClr val="0066CC"/>
                </a:solidFill>
                <a:latin typeface="Aptos"/>
              </a:rPr>
              <a:t>S</a:t>
            </a:r>
          </a:p>
        </p:txBody>
      </p:sp>
      <p:sp>
        <p:nvSpPr>
          <p:cNvPr id="18" name="TextBox 17"/>
          <p:cNvSpPr txBox="1"/>
          <p:nvPr/>
        </p:nvSpPr>
        <p:spPr>
          <a:xfrm>
            <a:off x="1161288" y="3429000"/>
            <a:ext cx="3200400" cy="210312"/>
          </a:xfrm>
          <a:prstGeom prst="rect">
            <a:avLst/>
          </a:prstGeom>
          <a:noFill/>
        </p:spPr>
        <p:txBody>
          <a:bodyPr wrap="none" lIns="18288" tIns="0" rIns="18288" bIns="0" anchor="t">
            <a:spAutoFit/>
          </a:bodyPr>
          <a:lstStyle/>
          <a:p>
            <a:pPr algn="l"/>
            <a:r>
              <a:rPr sz="1290" b="1">
                <a:solidFill>
                  <a:srgbClr val="051937"/>
                </a:solidFill>
                <a:latin typeface="Aptos"/>
              </a:rPr>
              <a:t>SAM-based accounts</a:t>
            </a:r>
          </a:p>
        </p:txBody>
      </p:sp>
      <p:sp>
        <p:nvSpPr>
          <p:cNvPr id="19" name="TextBox 18"/>
          <p:cNvSpPr txBox="1"/>
          <p:nvPr/>
        </p:nvSpPr>
        <p:spPr>
          <a:xfrm>
            <a:off x="1161288" y="3703320"/>
            <a:ext cx="3566160" cy="460000"/>
          </a:xfrm>
          <a:prstGeom prst="rect">
            <a:avLst/>
          </a:prstGeom>
          <a:noFill/>
        </p:spPr>
        <p:txBody>
          <a:bodyPr wrap="square" lIns="18288" tIns="0" rIns="18288" bIns="0" anchor="t">
            <a:noAutofit/>
          </a:bodyPr>
          <a:lstStyle/>
          <a:p>
            <a:pPr algn="l"/>
            <a:r>
              <a:rPr sz="969" b="0">
                <a:solidFill>
                  <a:srgbClr val="606C7D"/>
                </a:solidFill>
                <a:latin typeface="Aptos"/>
              </a:rPr>
              <a:t>The account database was less flexible than a searchable, hierarchical directory.</a:t>
            </a:r>
          </a:p>
        </p:txBody>
      </p:sp>
      <p:sp>
        <p:nvSpPr>
          <p:cNvPr id="20" name="Rounded Rectangle 19"/>
          <p:cNvSpPr/>
          <p:nvPr/>
        </p:nvSpPr>
        <p:spPr>
          <a:xfrm>
            <a:off x="5138928" y="1115568"/>
            <a:ext cx="3584448" cy="3172968"/>
          </a:xfrm>
          <a:prstGeom prst="roundRect">
            <a:avLst/>
          </a:prstGeom>
          <a:solidFill>
            <a:srgbClr val="FCFEFF"/>
          </a:solidFill>
          <a:ln w="1143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wide_clean_vector_3d_style_network_diagram_illustr.png"/>
          <p:cNvPicPr>
            <a:picLocks noChangeAspect="1"/>
          </p:cNvPicPr>
          <p:nvPr/>
        </p:nvPicPr>
        <p:blipFill>
          <a:blip r:embed="rId2"/>
          <a:stretch>
            <a:fillRect/>
          </a:stretch>
        </p:blipFill>
        <p:spPr>
          <a:xfrm>
            <a:off x="5257800" y="1755719"/>
            <a:ext cx="3346704" cy="1883521"/>
          </a:xfrm>
          <a:prstGeom prst="rect">
            <a:avLst/>
          </a:prstGeom>
        </p:spPr>
      </p:pic>
      <p:sp>
        <p:nvSpPr>
          <p:cNvPr id="22" name="Rounded Rectangle 21"/>
          <p:cNvSpPr/>
          <p:nvPr/>
        </p:nvSpPr>
        <p:spPr>
          <a:xfrm>
            <a:off x="4846320" y="4005072"/>
            <a:ext cx="3877056" cy="566928"/>
          </a:xfrm>
          <a:prstGeom prst="roundRect">
            <a:avLst/>
          </a:prstGeom>
          <a:solidFill>
            <a:srgbClr val="F8FBFF"/>
          </a:solidFill>
          <a:ln w="11430">
            <a:solidFill>
              <a:srgbClr val="96B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846320" y="4005072"/>
            <a:ext cx="82296" cy="566928"/>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074920" y="4096511"/>
            <a:ext cx="347472" cy="347472"/>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38928" y="4151376"/>
            <a:ext cx="228600" cy="182880"/>
          </a:xfrm>
          <a:prstGeom prst="rect">
            <a:avLst/>
          </a:prstGeom>
          <a:noFill/>
        </p:spPr>
        <p:txBody>
          <a:bodyPr wrap="none" lIns="18288" tIns="0" rIns="18288" bIns="0" anchor="t">
            <a:spAutoFit/>
          </a:bodyPr>
          <a:lstStyle/>
          <a:p>
            <a:pPr algn="ctr"/>
            <a:r>
              <a:rPr sz="1100" b="1">
                <a:solidFill>
                  <a:srgbClr val="FFFFFF"/>
                </a:solidFill>
                <a:latin typeface="Aptos"/>
              </a:rPr>
              <a:t>✓</a:t>
            </a:r>
          </a:p>
        </p:txBody>
      </p:sp>
      <p:sp>
        <p:nvSpPr>
          <p:cNvPr id="26" name="TextBox 25"/>
          <p:cNvSpPr txBox="1"/>
          <p:nvPr/>
        </p:nvSpPr>
        <p:spPr>
          <a:xfrm>
            <a:off x="5605272" y="4105656"/>
            <a:ext cx="2962656" cy="164592"/>
          </a:xfrm>
          <a:prstGeom prst="rect">
            <a:avLst/>
          </a:prstGeom>
          <a:noFill/>
        </p:spPr>
        <p:txBody>
          <a:bodyPr wrap="none" lIns="18288" tIns="0" rIns="18288" bIns="0" anchor="t">
            <a:spAutoFit/>
          </a:bodyPr>
          <a:lstStyle/>
          <a:p>
            <a:pPr algn="l"/>
            <a:r>
              <a:rPr sz="1070" b="1">
                <a:solidFill>
                  <a:srgbClr val="0066CC"/>
                </a:solidFill>
                <a:latin typeface="Aptos"/>
              </a:rPr>
              <a:t>Administrative Focus</a:t>
            </a:r>
          </a:p>
        </p:txBody>
      </p:sp>
      <p:sp>
        <p:nvSpPr>
          <p:cNvPr id="27" name="TextBox 26"/>
          <p:cNvSpPr txBox="1"/>
          <p:nvPr/>
        </p:nvSpPr>
        <p:spPr>
          <a:xfrm>
            <a:off x="5605272" y="4334256"/>
            <a:ext cx="2999232" cy="164592"/>
          </a:xfrm>
          <a:prstGeom prst="rect">
            <a:avLst/>
          </a:prstGeom>
          <a:noFill/>
        </p:spPr>
        <p:txBody>
          <a:bodyPr wrap="none" lIns="18288" tIns="0" rIns="18288" bIns="0" anchor="t">
            <a:spAutoFit/>
          </a:bodyPr>
          <a:lstStyle/>
          <a:p>
            <a:pPr algn="l"/>
            <a:r>
              <a:rPr sz="819" b="0">
                <a:solidFill>
                  <a:srgbClr val="051937"/>
                </a:solidFill>
                <a:latin typeface="Aptos"/>
              </a:rPr>
              <a:t>Explain what Active Directory replaced</a:t>
            </a:r>
          </a:p>
        </p:txBody>
      </p:sp>
      <p:sp>
        <p:nvSpPr>
          <p:cNvPr id="28" name="Rectangle 27"/>
          <p:cNvSpPr/>
          <p:nvPr/>
        </p:nvSpPr>
        <p:spPr>
          <a:xfrm>
            <a:off x="256032" y="4736592"/>
            <a:ext cx="8577072" cy="9144"/>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1752" y="4864608"/>
            <a:ext cx="5120640" cy="164592"/>
          </a:xfrm>
          <a:prstGeom prst="rect">
            <a:avLst/>
          </a:prstGeom>
          <a:noFill/>
        </p:spPr>
        <p:txBody>
          <a:bodyPr wrap="none" lIns="18288" tIns="0" rIns="18288" bIns="0" anchor="t">
            <a:spAutoFit/>
          </a:bodyPr>
          <a:lstStyle/>
          <a:p>
            <a:pPr algn="l"/>
            <a:r>
              <a:rPr sz="760" b="0">
                <a:solidFill>
                  <a:srgbClr val="051937"/>
                </a:solidFill>
                <a:latin typeface="Aptos"/>
              </a:rPr>
              <a:t>Windows Server 2025 | Chapter 7 | Managing Users, Computers, and Groups</a:t>
            </a:r>
          </a:p>
        </p:txBody>
      </p:sp>
      <p:sp>
        <p:nvSpPr>
          <p:cNvPr id="30" name="TextBox 29"/>
          <p:cNvSpPr txBox="1"/>
          <p:nvPr/>
        </p:nvSpPr>
        <p:spPr>
          <a:xfrm>
            <a:off x="8458200" y="4864608"/>
            <a:ext cx="347472" cy="164592"/>
          </a:xfrm>
          <a:prstGeom prst="rect">
            <a:avLst/>
          </a:prstGeom>
          <a:noFill/>
        </p:spPr>
        <p:txBody>
          <a:bodyPr wrap="none" lIns="18288" tIns="0" rIns="18288" bIns="0" anchor="t">
            <a:spAutoFit/>
          </a:bodyPr>
          <a:lstStyle/>
          <a:p>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6032" y="329184"/>
            <a:ext cx="73152" cy="53035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320040"/>
            <a:ext cx="6766560" cy="438912"/>
          </a:xfrm>
          <a:prstGeom prst="rect">
            <a:avLst/>
          </a:prstGeom>
          <a:noFill/>
        </p:spPr>
        <p:txBody>
          <a:bodyPr wrap="none" lIns="18288" tIns="0" rIns="18288" bIns="0" anchor="t">
            <a:spAutoFit/>
          </a:bodyPr>
          <a:lstStyle/>
          <a:p>
            <a:pPr algn="l"/>
            <a:r>
              <a:rPr sz="2700" b="1">
                <a:solidFill>
                  <a:srgbClr val="051937"/>
                </a:solidFill>
                <a:latin typeface="Aptos"/>
              </a:rPr>
              <a:t>7.2B Windows 2000: AD arrives</a:t>
            </a:r>
          </a:p>
        </p:txBody>
      </p:sp>
      <p:sp>
        <p:nvSpPr>
          <p:cNvPr id="6" name="Rounded Rectangle 5"/>
          <p:cNvSpPr/>
          <p:nvPr/>
        </p:nvSpPr>
        <p:spPr>
          <a:xfrm>
            <a:off x="521207" y="960120"/>
            <a:ext cx="658368" cy="32004"/>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1207" y="1170432"/>
            <a:ext cx="4480000" cy="620000"/>
          </a:xfrm>
          <a:prstGeom prst="rect">
            <a:avLst/>
          </a:prstGeom>
          <a:noFill/>
        </p:spPr>
        <p:txBody>
          <a:bodyPr wrap="square" lIns="18288" tIns="0" rIns="18288" bIns="0" anchor="t">
            <a:noAutofit/>
          </a:bodyPr>
          <a:lstStyle/>
          <a:p>
            <a:pPr algn="l"/>
            <a:r>
              <a:rPr lang="en-GB" sz="1350" b="1">
                <a:solidFill>
                  <a:srgbClr val="051937"/>
                </a:solidFill>
                <a:latin typeface="Aptos"/>
              </a:rPr>
              <a:t>Active Directory moved Windows identity from flat domains to a hierarchical directory service.</a:t>
            </a:r>
          </a:p>
        </p:txBody>
      </p:sp>
      <p:sp>
        <p:nvSpPr>
          <p:cNvPr id="8" name="Rounded Rectangle 7"/>
          <p:cNvSpPr/>
          <p:nvPr/>
        </p:nvSpPr>
        <p:spPr>
          <a:xfrm>
            <a:off x="521207" y="1828800"/>
            <a:ext cx="1874519" cy="822960"/>
          </a:xfrm>
          <a:prstGeom prst="roundRect">
            <a:avLst/>
          </a:prstGeom>
          <a:solidFill>
            <a:srgbClr val="E2F1FE"/>
          </a:solidFill>
          <a:ln w="11430">
            <a:solidFill>
              <a:srgbClr val="B9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7" y="1975104"/>
            <a:ext cx="1691640" cy="182880"/>
          </a:xfrm>
          <a:prstGeom prst="rect">
            <a:avLst/>
          </a:prstGeom>
          <a:noFill/>
        </p:spPr>
        <p:txBody>
          <a:bodyPr wrap="none" lIns="18288" tIns="0" rIns="18288" bIns="0" anchor="t">
            <a:spAutoFit/>
          </a:bodyPr>
          <a:lstStyle/>
          <a:p>
            <a:pPr algn="ctr"/>
            <a:r>
              <a:rPr sz="1120" b="1">
                <a:solidFill>
                  <a:srgbClr val="0066CC"/>
                </a:solidFill>
                <a:latin typeface="Aptos"/>
              </a:rPr>
              <a:t>Hierarchical model</a:t>
            </a:r>
          </a:p>
        </p:txBody>
      </p:sp>
      <p:sp>
        <p:nvSpPr>
          <p:cNvPr id="10" name="TextBox 9"/>
          <p:cNvSpPr txBox="1"/>
          <p:nvPr/>
        </p:nvSpPr>
        <p:spPr>
          <a:xfrm>
            <a:off x="630936" y="2304288"/>
            <a:ext cx="1664208" cy="182880"/>
          </a:xfrm>
          <a:prstGeom prst="rect">
            <a:avLst/>
          </a:prstGeom>
          <a:noFill/>
        </p:spPr>
        <p:txBody>
          <a:bodyPr wrap="none" lIns="18288" tIns="0" rIns="18288" bIns="0" anchor="t">
            <a:spAutoFit/>
          </a:bodyPr>
          <a:lstStyle/>
          <a:p>
            <a:pPr algn="ctr"/>
            <a:r>
              <a:rPr sz="880" b="0">
                <a:solidFill>
                  <a:srgbClr val="051937"/>
                </a:solidFill>
                <a:latin typeface="Aptos"/>
              </a:rPr>
              <a:t>Forest &gt; Domain &gt; OU &gt; Objects</a:t>
            </a:r>
          </a:p>
        </p:txBody>
      </p:sp>
      <p:sp>
        <p:nvSpPr>
          <p:cNvPr id="11" name="Rounded Rectangle 10"/>
          <p:cNvSpPr/>
          <p:nvPr/>
        </p:nvSpPr>
        <p:spPr>
          <a:xfrm>
            <a:off x="2606040" y="1828800"/>
            <a:ext cx="1874519" cy="822960"/>
          </a:xfrm>
          <a:prstGeom prst="roundRect">
            <a:avLst/>
          </a:prstGeom>
          <a:solidFill>
            <a:srgbClr val="E2F6EA"/>
          </a:solidFill>
          <a:ln w="11430">
            <a:solidFill>
              <a:srgbClr val="B9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97480" y="1975104"/>
            <a:ext cx="1691640" cy="182880"/>
          </a:xfrm>
          <a:prstGeom prst="rect">
            <a:avLst/>
          </a:prstGeom>
          <a:noFill/>
        </p:spPr>
        <p:txBody>
          <a:bodyPr wrap="none" lIns="18288" tIns="0" rIns="18288" bIns="0" anchor="t">
            <a:spAutoFit/>
          </a:bodyPr>
          <a:lstStyle/>
          <a:p>
            <a:pPr algn="ctr"/>
            <a:r>
              <a:rPr sz="1120" b="1">
                <a:solidFill>
                  <a:srgbClr val="10893E"/>
                </a:solidFill>
                <a:latin typeface="Aptos"/>
              </a:rPr>
              <a:t>Standards-based</a:t>
            </a:r>
          </a:p>
        </p:txBody>
      </p:sp>
      <p:sp>
        <p:nvSpPr>
          <p:cNvPr id="13" name="TextBox 12"/>
          <p:cNvSpPr txBox="1"/>
          <p:nvPr/>
        </p:nvSpPr>
        <p:spPr>
          <a:xfrm>
            <a:off x="2715768" y="2304288"/>
            <a:ext cx="1664208" cy="182880"/>
          </a:xfrm>
          <a:prstGeom prst="rect">
            <a:avLst/>
          </a:prstGeom>
          <a:noFill/>
        </p:spPr>
        <p:txBody>
          <a:bodyPr wrap="none" lIns="18288" tIns="0" rIns="18288" bIns="0" anchor="t">
            <a:spAutoFit/>
          </a:bodyPr>
          <a:lstStyle/>
          <a:p>
            <a:pPr algn="ctr"/>
            <a:r>
              <a:rPr sz="880" b="0">
                <a:solidFill>
                  <a:srgbClr val="051937"/>
                </a:solidFill>
                <a:latin typeface="Aptos"/>
              </a:rPr>
              <a:t>LDAP, DNS and Kerberos</a:t>
            </a:r>
          </a:p>
        </p:txBody>
      </p:sp>
      <p:sp>
        <p:nvSpPr>
          <p:cNvPr id="14" name="Rounded Rectangle 13"/>
          <p:cNvSpPr/>
          <p:nvPr/>
        </p:nvSpPr>
        <p:spPr>
          <a:xfrm>
            <a:off x="521207" y="2944368"/>
            <a:ext cx="1874519" cy="822960"/>
          </a:xfrm>
          <a:prstGeom prst="roundRect">
            <a:avLst/>
          </a:prstGeom>
          <a:solidFill>
            <a:srgbClr val="EEE7FC"/>
          </a:solidFill>
          <a:ln w="11430">
            <a:solidFill>
              <a:srgbClr val="B9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2647" y="3090672"/>
            <a:ext cx="1691640" cy="182880"/>
          </a:xfrm>
          <a:prstGeom prst="rect">
            <a:avLst/>
          </a:prstGeom>
          <a:noFill/>
        </p:spPr>
        <p:txBody>
          <a:bodyPr wrap="none" lIns="18288" tIns="0" rIns="18288" bIns="0" anchor="t">
            <a:spAutoFit/>
          </a:bodyPr>
          <a:lstStyle/>
          <a:p>
            <a:pPr algn="ctr"/>
            <a:r>
              <a:rPr sz="1120" b="1">
                <a:solidFill>
                  <a:srgbClr val="6841BE"/>
                </a:solidFill>
                <a:latin typeface="Aptos"/>
              </a:rPr>
              <a:t>Multi-master DCs</a:t>
            </a:r>
          </a:p>
        </p:txBody>
      </p:sp>
      <p:sp>
        <p:nvSpPr>
          <p:cNvPr id="16" name="TextBox 15"/>
          <p:cNvSpPr txBox="1"/>
          <p:nvPr/>
        </p:nvSpPr>
        <p:spPr>
          <a:xfrm>
            <a:off x="630936" y="3419856"/>
            <a:ext cx="1664208" cy="182880"/>
          </a:xfrm>
          <a:prstGeom prst="rect">
            <a:avLst/>
          </a:prstGeom>
          <a:noFill/>
        </p:spPr>
        <p:txBody>
          <a:bodyPr wrap="none" lIns="18288" tIns="0" rIns="18288" bIns="0" anchor="t">
            <a:spAutoFit/>
          </a:bodyPr>
          <a:lstStyle/>
          <a:p>
            <a:pPr algn="ctr"/>
            <a:r>
              <a:rPr sz="880" b="0">
                <a:solidFill>
                  <a:srgbClr val="051937"/>
                </a:solidFill>
                <a:latin typeface="Aptos"/>
              </a:rPr>
              <a:t>Changes replicate between domain controllers</a:t>
            </a:r>
          </a:p>
        </p:txBody>
      </p:sp>
      <p:sp>
        <p:nvSpPr>
          <p:cNvPr id="17" name="Rounded Rectangle 16"/>
          <p:cNvSpPr/>
          <p:nvPr/>
        </p:nvSpPr>
        <p:spPr>
          <a:xfrm>
            <a:off x="2606040" y="2944368"/>
            <a:ext cx="1874519" cy="822960"/>
          </a:xfrm>
          <a:prstGeom prst="roundRect">
            <a:avLst/>
          </a:prstGeom>
          <a:solidFill>
            <a:srgbClr val="FFF0DF"/>
          </a:solidFill>
          <a:ln w="11430">
            <a:solidFill>
              <a:srgbClr val="B9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97480" y="3090672"/>
            <a:ext cx="1691640" cy="182880"/>
          </a:xfrm>
          <a:prstGeom prst="rect">
            <a:avLst/>
          </a:prstGeom>
          <a:noFill/>
        </p:spPr>
        <p:txBody>
          <a:bodyPr wrap="none" lIns="18288" tIns="0" rIns="18288" bIns="0" anchor="t">
            <a:spAutoFit/>
          </a:bodyPr>
          <a:lstStyle/>
          <a:p>
            <a:pPr algn="ctr"/>
            <a:r>
              <a:rPr sz="1120" b="1">
                <a:solidFill>
                  <a:srgbClr val="F17D00"/>
                </a:solidFill>
                <a:latin typeface="Aptos"/>
              </a:rPr>
              <a:t>Central policy</a:t>
            </a:r>
          </a:p>
        </p:txBody>
      </p:sp>
      <p:sp>
        <p:nvSpPr>
          <p:cNvPr id="19" name="TextBox 18"/>
          <p:cNvSpPr txBox="1"/>
          <p:nvPr/>
        </p:nvSpPr>
        <p:spPr>
          <a:xfrm>
            <a:off x="2715768" y="3419856"/>
            <a:ext cx="1664208" cy="182880"/>
          </a:xfrm>
          <a:prstGeom prst="rect">
            <a:avLst/>
          </a:prstGeom>
          <a:noFill/>
        </p:spPr>
        <p:txBody>
          <a:bodyPr wrap="none" lIns="18288" tIns="0" rIns="18288" bIns="0" anchor="t">
            <a:spAutoFit/>
          </a:bodyPr>
          <a:lstStyle/>
          <a:p>
            <a:pPr algn="ctr"/>
            <a:r>
              <a:rPr sz="880" b="0">
                <a:solidFill>
                  <a:srgbClr val="051937"/>
                </a:solidFill>
                <a:latin typeface="Aptos"/>
              </a:rPr>
              <a:t>Group Policy and delegation</a:t>
            </a:r>
          </a:p>
        </p:txBody>
      </p:sp>
      <p:sp>
        <p:nvSpPr>
          <p:cNvPr id="20" name="Rounded Rectangle 19"/>
          <p:cNvSpPr/>
          <p:nvPr/>
        </p:nvSpPr>
        <p:spPr>
          <a:xfrm>
            <a:off x="5138928" y="1097280"/>
            <a:ext cx="3584448" cy="3200400"/>
          </a:xfrm>
          <a:prstGeom prst="roundRect">
            <a:avLst/>
          </a:prstGeom>
          <a:solidFill>
            <a:srgbClr val="FCFEFF"/>
          </a:solidFill>
          <a:ln w="1143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a_clean_bright_infographic_technical_diagram_in.png"/>
          <p:cNvPicPr>
            <a:picLocks noChangeAspect="1"/>
          </p:cNvPicPr>
          <p:nvPr/>
        </p:nvPicPr>
        <p:blipFill>
          <a:blip r:embed="rId2"/>
          <a:stretch>
            <a:fillRect/>
          </a:stretch>
        </p:blipFill>
        <p:spPr>
          <a:xfrm>
            <a:off x="5257800" y="1746575"/>
            <a:ext cx="3346704" cy="1883521"/>
          </a:xfrm>
          <a:prstGeom prst="rect">
            <a:avLst/>
          </a:prstGeom>
        </p:spPr>
      </p:pic>
      <p:sp>
        <p:nvSpPr>
          <p:cNvPr id="22" name="Rounded Rectangle 21"/>
          <p:cNvSpPr/>
          <p:nvPr/>
        </p:nvSpPr>
        <p:spPr>
          <a:xfrm>
            <a:off x="4846320" y="4005072"/>
            <a:ext cx="3877056" cy="566928"/>
          </a:xfrm>
          <a:prstGeom prst="roundRect">
            <a:avLst/>
          </a:prstGeom>
          <a:solidFill>
            <a:srgbClr val="F8FBFF"/>
          </a:solidFill>
          <a:ln w="11430">
            <a:solidFill>
              <a:srgbClr val="96B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846320" y="4005072"/>
            <a:ext cx="82296" cy="566928"/>
          </a:xfrm>
          <a:prstGeom prst="roundRect">
            <a:avLst/>
          </a:prstGeom>
          <a:solidFill>
            <a:srgbClr val="108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074920" y="4096511"/>
            <a:ext cx="347472" cy="347472"/>
          </a:xfrm>
          <a:prstGeom prst="ellipse">
            <a:avLst/>
          </a:prstGeom>
          <a:solidFill>
            <a:srgbClr val="108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38928" y="4151376"/>
            <a:ext cx="228600" cy="182880"/>
          </a:xfrm>
          <a:prstGeom prst="rect">
            <a:avLst/>
          </a:prstGeom>
          <a:noFill/>
        </p:spPr>
        <p:txBody>
          <a:bodyPr wrap="none" lIns="18288" tIns="0" rIns="18288" bIns="0" anchor="t">
            <a:spAutoFit/>
          </a:bodyPr>
          <a:lstStyle/>
          <a:p>
            <a:pPr algn="ctr"/>
            <a:r>
              <a:rPr sz="1100" b="1">
                <a:solidFill>
                  <a:srgbClr val="FFFFFF"/>
                </a:solidFill>
                <a:latin typeface="Aptos"/>
              </a:rPr>
              <a:t>✓</a:t>
            </a:r>
          </a:p>
        </p:txBody>
      </p:sp>
      <p:sp>
        <p:nvSpPr>
          <p:cNvPr id="26" name="TextBox 25"/>
          <p:cNvSpPr txBox="1"/>
          <p:nvPr/>
        </p:nvSpPr>
        <p:spPr>
          <a:xfrm>
            <a:off x="5605272" y="4105656"/>
            <a:ext cx="2962656" cy="164592"/>
          </a:xfrm>
          <a:prstGeom prst="rect">
            <a:avLst/>
          </a:prstGeom>
          <a:noFill/>
        </p:spPr>
        <p:txBody>
          <a:bodyPr wrap="none" lIns="18288" tIns="0" rIns="18288" bIns="0" anchor="t">
            <a:spAutoFit/>
          </a:bodyPr>
          <a:lstStyle/>
          <a:p>
            <a:pPr algn="l"/>
            <a:r>
              <a:rPr sz="1070" b="1">
                <a:solidFill>
                  <a:srgbClr val="10893E"/>
                </a:solidFill>
                <a:latin typeface="Aptos"/>
              </a:rPr>
              <a:t>Administrative Focus</a:t>
            </a:r>
          </a:p>
        </p:txBody>
      </p:sp>
      <p:sp>
        <p:nvSpPr>
          <p:cNvPr id="27" name="TextBox 26"/>
          <p:cNvSpPr txBox="1"/>
          <p:nvPr/>
        </p:nvSpPr>
        <p:spPr>
          <a:xfrm>
            <a:off x="5605272" y="4334256"/>
            <a:ext cx="2999232" cy="164592"/>
          </a:xfrm>
          <a:prstGeom prst="rect">
            <a:avLst/>
          </a:prstGeom>
          <a:noFill/>
        </p:spPr>
        <p:txBody>
          <a:bodyPr wrap="none" lIns="18288" tIns="0" rIns="18288" bIns="0" anchor="t">
            <a:spAutoFit/>
          </a:bodyPr>
          <a:lstStyle/>
          <a:p>
            <a:pPr algn="l"/>
            <a:r>
              <a:rPr sz="819" b="0">
                <a:solidFill>
                  <a:srgbClr val="051937"/>
                </a:solidFill>
                <a:latin typeface="Aptos"/>
              </a:rPr>
              <a:t>Describe the design shift AD DS introduced</a:t>
            </a:r>
          </a:p>
        </p:txBody>
      </p:sp>
      <p:sp>
        <p:nvSpPr>
          <p:cNvPr id="28" name="Rectangle 27"/>
          <p:cNvSpPr/>
          <p:nvPr/>
        </p:nvSpPr>
        <p:spPr>
          <a:xfrm>
            <a:off x="256032" y="4736592"/>
            <a:ext cx="8577072" cy="9144"/>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1752" y="4864608"/>
            <a:ext cx="5120640" cy="164592"/>
          </a:xfrm>
          <a:prstGeom prst="rect">
            <a:avLst/>
          </a:prstGeom>
          <a:noFill/>
        </p:spPr>
        <p:txBody>
          <a:bodyPr wrap="none" lIns="18288" tIns="0" rIns="18288" bIns="0" anchor="t">
            <a:spAutoFit/>
          </a:bodyPr>
          <a:lstStyle/>
          <a:p>
            <a:pPr algn="l"/>
            <a:r>
              <a:rPr sz="760" b="0">
                <a:solidFill>
                  <a:srgbClr val="051937"/>
                </a:solidFill>
                <a:latin typeface="Aptos"/>
              </a:rPr>
              <a:t>Windows Server 2025 | Chapter 7 | Managing Users, Computers, and Groups</a:t>
            </a:r>
          </a:p>
        </p:txBody>
      </p:sp>
      <p:sp>
        <p:nvSpPr>
          <p:cNvPr id="30" name="TextBox 29"/>
          <p:cNvSpPr txBox="1"/>
          <p:nvPr/>
        </p:nvSpPr>
        <p:spPr>
          <a:xfrm>
            <a:off x="8458200" y="4864608"/>
            <a:ext cx="347472" cy="164592"/>
          </a:xfrm>
          <a:prstGeom prst="rect">
            <a:avLst/>
          </a:prstGeom>
          <a:noFill/>
        </p:spPr>
        <p:txBody>
          <a:bodyPr wrap="none" lIns="18288" tIns="0" rIns="18288" bIns="0" anchor="t">
            <a:spAutoFit/>
          </a:bodyPr>
          <a:lstStyle/>
          <a:p>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6032" y="329184"/>
            <a:ext cx="73152" cy="53035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320040"/>
            <a:ext cx="6766560" cy="438912"/>
          </a:xfrm>
          <a:prstGeom prst="rect">
            <a:avLst/>
          </a:prstGeom>
          <a:noFill/>
        </p:spPr>
        <p:txBody>
          <a:bodyPr wrap="none" lIns="18288" tIns="0" rIns="18288" bIns="0" anchor="t">
            <a:spAutoFit/>
          </a:bodyPr>
          <a:lstStyle/>
          <a:p>
            <a:pPr algn="l"/>
            <a:r>
              <a:rPr sz="2700" b="1">
                <a:solidFill>
                  <a:srgbClr val="051937"/>
                </a:solidFill>
                <a:latin typeface="Aptos"/>
              </a:rPr>
              <a:t>7.2C Active Directory evolution</a:t>
            </a:r>
          </a:p>
        </p:txBody>
      </p:sp>
      <p:sp>
        <p:nvSpPr>
          <p:cNvPr id="6" name="Rounded Rectangle 5"/>
          <p:cNvSpPr/>
          <p:nvPr/>
        </p:nvSpPr>
        <p:spPr>
          <a:xfrm>
            <a:off x="521207" y="960120"/>
            <a:ext cx="658368" cy="32004"/>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1207" y="1133856"/>
            <a:ext cx="8046720" cy="292608"/>
          </a:xfrm>
          <a:prstGeom prst="rect">
            <a:avLst/>
          </a:prstGeom>
          <a:noFill/>
        </p:spPr>
        <p:txBody>
          <a:bodyPr wrap="none" lIns="18288" tIns="0" rIns="18288" bIns="0" anchor="t">
            <a:spAutoFit/>
          </a:bodyPr>
          <a:lstStyle/>
          <a:p>
            <a:pPr algn="l"/>
            <a:r>
              <a:rPr sz="1460" b="1">
                <a:solidFill>
                  <a:srgbClr val="051937"/>
                </a:solidFill>
                <a:latin typeface="Aptos"/>
              </a:rPr>
              <a:t>AD DS kept the same core directory idea while adding scale, automation, security, and hybrid support.</a:t>
            </a:r>
          </a:p>
        </p:txBody>
      </p:sp>
      <p:sp>
        <p:nvSpPr>
          <p:cNvPr id="8" name="Rectangle 7"/>
          <p:cNvSpPr/>
          <p:nvPr/>
        </p:nvSpPr>
        <p:spPr>
          <a:xfrm>
            <a:off x="749808" y="2212848"/>
            <a:ext cx="7726679" cy="41148"/>
          </a:xfrm>
          <a:prstGeom prst="rect">
            <a:avLst/>
          </a:prstGeom>
          <a:solidFill>
            <a:srgbClr val="C3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673352"/>
            <a:ext cx="731520" cy="228600"/>
          </a:xfrm>
          <a:prstGeom prst="rect">
            <a:avLst/>
          </a:prstGeom>
          <a:noFill/>
        </p:spPr>
        <p:txBody>
          <a:bodyPr wrap="none" lIns="18288" tIns="0" rIns="18288" bIns="0" anchor="t">
            <a:spAutoFit/>
          </a:bodyPr>
          <a:lstStyle/>
          <a:p>
            <a:pPr algn="ctr"/>
            <a:r>
              <a:rPr sz="1380" b="1">
                <a:solidFill>
                  <a:srgbClr val="0066CC"/>
                </a:solidFill>
                <a:latin typeface="Aptos"/>
              </a:rPr>
              <a:t>2000</a:t>
            </a:r>
          </a:p>
        </p:txBody>
      </p:sp>
      <p:sp>
        <p:nvSpPr>
          <p:cNvPr id="10" name="Oval 9"/>
          <p:cNvSpPr/>
          <p:nvPr/>
        </p:nvSpPr>
        <p:spPr>
          <a:xfrm>
            <a:off x="594360" y="2029968"/>
            <a:ext cx="393192" cy="393192"/>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84048" y="2624328"/>
            <a:ext cx="1133856" cy="1115568"/>
          </a:xfrm>
          <a:prstGeom prst="roundRect">
            <a:avLst/>
          </a:prstGeom>
          <a:solidFill>
            <a:srgbClr val="F9FCFF"/>
          </a:solidFill>
          <a:ln w="1143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9768" y="2761488"/>
            <a:ext cx="1042415" cy="201168"/>
          </a:xfrm>
          <a:prstGeom prst="rect">
            <a:avLst/>
          </a:prstGeom>
          <a:noFill/>
        </p:spPr>
        <p:txBody>
          <a:bodyPr wrap="none" lIns="18288" tIns="0" rIns="18288" bIns="0" anchor="t">
            <a:spAutoFit/>
          </a:bodyPr>
          <a:lstStyle/>
          <a:p>
            <a:pPr algn="ctr"/>
            <a:r>
              <a:rPr sz="890" b="1">
                <a:solidFill>
                  <a:srgbClr val="051937"/>
                </a:solidFill>
                <a:latin typeface="Aptos"/>
              </a:rPr>
              <a:t>AD introduced</a:t>
            </a:r>
          </a:p>
        </p:txBody>
      </p:sp>
      <p:sp>
        <p:nvSpPr>
          <p:cNvPr id="13" name="TextBox 12"/>
          <p:cNvSpPr txBox="1"/>
          <p:nvPr/>
        </p:nvSpPr>
        <p:spPr>
          <a:xfrm>
            <a:off x="457200" y="3108960"/>
            <a:ext cx="987552" cy="256032"/>
          </a:xfrm>
          <a:prstGeom prst="rect">
            <a:avLst/>
          </a:prstGeom>
          <a:noFill/>
        </p:spPr>
        <p:txBody>
          <a:bodyPr wrap="none" lIns="18288" tIns="0" rIns="18288" bIns="0" anchor="t">
            <a:spAutoFit/>
          </a:bodyPr>
          <a:lstStyle/>
          <a:p>
            <a:pPr algn="ctr"/>
            <a:r>
              <a:rPr sz="700" b="0">
                <a:solidFill>
                  <a:srgbClr val="606C7D"/>
                </a:solidFill>
                <a:latin typeface="Aptos"/>
              </a:rPr>
              <a:t>LDAP, Kerberos, DNS</a:t>
            </a:r>
          </a:p>
        </p:txBody>
      </p:sp>
      <p:sp>
        <p:nvSpPr>
          <p:cNvPr id="14" name="TextBox 13"/>
          <p:cNvSpPr txBox="1"/>
          <p:nvPr/>
        </p:nvSpPr>
        <p:spPr>
          <a:xfrm>
            <a:off x="1929384" y="1673352"/>
            <a:ext cx="731520" cy="228600"/>
          </a:xfrm>
          <a:prstGeom prst="rect">
            <a:avLst/>
          </a:prstGeom>
          <a:noFill/>
        </p:spPr>
        <p:txBody>
          <a:bodyPr wrap="none" lIns="18288" tIns="0" rIns="18288" bIns="0" anchor="t">
            <a:spAutoFit/>
          </a:bodyPr>
          <a:lstStyle/>
          <a:p>
            <a:pPr algn="ctr"/>
            <a:r>
              <a:rPr sz="1380" b="1">
                <a:solidFill>
                  <a:srgbClr val="10893E"/>
                </a:solidFill>
                <a:latin typeface="Aptos"/>
              </a:rPr>
              <a:t>2003</a:t>
            </a:r>
          </a:p>
        </p:txBody>
      </p:sp>
      <p:sp>
        <p:nvSpPr>
          <p:cNvPr id="15" name="Oval 14"/>
          <p:cNvSpPr/>
          <p:nvPr/>
        </p:nvSpPr>
        <p:spPr>
          <a:xfrm>
            <a:off x="2066543" y="2029968"/>
            <a:ext cx="393192" cy="393192"/>
          </a:xfrm>
          <a:prstGeom prst="ellipse">
            <a:avLst/>
          </a:prstGeom>
          <a:solidFill>
            <a:srgbClr val="108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856231" y="2624328"/>
            <a:ext cx="1133856" cy="1115568"/>
          </a:xfrm>
          <a:prstGeom prst="roundRect">
            <a:avLst/>
          </a:prstGeom>
          <a:solidFill>
            <a:srgbClr val="F9FCFF"/>
          </a:solidFill>
          <a:ln w="1143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901951" y="2761488"/>
            <a:ext cx="1042415" cy="201168"/>
          </a:xfrm>
          <a:prstGeom prst="rect">
            <a:avLst/>
          </a:prstGeom>
          <a:noFill/>
        </p:spPr>
        <p:txBody>
          <a:bodyPr wrap="none" lIns="18288" tIns="0" rIns="18288" bIns="0" anchor="t">
            <a:spAutoFit/>
          </a:bodyPr>
          <a:lstStyle/>
          <a:p>
            <a:pPr algn="ctr"/>
            <a:r>
              <a:rPr sz="890" b="1">
                <a:solidFill>
                  <a:srgbClr val="051937"/>
                </a:solidFill>
                <a:latin typeface="Aptos"/>
              </a:rPr>
              <a:t>Forest maturity</a:t>
            </a:r>
          </a:p>
        </p:txBody>
      </p:sp>
      <p:sp>
        <p:nvSpPr>
          <p:cNvPr id="18" name="TextBox 17"/>
          <p:cNvSpPr txBox="1"/>
          <p:nvPr/>
        </p:nvSpPr>
        <p:spPr>
          <a:xfrm>
            <a:off x="1929384" y="3108960"/>
            <a:ext cx="987552" cy="256032"/>
          </a:xfrm>
          <a:prstGeom prst="rect">
            <a:avLst/>
          </a:prstGeom>
          <a:noFill/>
        </p:spPr>
        <p:txBody>
          <a:bodyPr wrap="none" lIns="18288" tIns="0" rIns="18288" bIns="0" anchor="t">
            <a:spAutoFit/>
          </a:bodyPr>
          <a:lstStyle/>
          <a:p>
            <a:pPr algn="ctr"/>
            <a:r>
              <a:rPr sz="700" b="0">
                <a:solidFill>
                  <a:srgbClr val="606C7D"/>
                </a:solidFill>
                <a:latin typeface="Aptos"/>
              </a:rPr>
              <a:t>Trusts and replication</a:t>
            </a:r>
          </a:p>
        </p:txBody>
      </p:sp>
      <p:sp>
        <p:nvSpPr>
          <p:cNvPr id="19" name="TextBox 18"/>
          <p:cNvSpPr txBox="1"/>
          <p:nvPr/>
        </p:nvSpPr>
        <p:spPr>
          <a:xfrm>
            <a:off x="3401568" y="1673352"/>
            <a:ext cx="731520" cy="228600"/>
          </a:xfrm>
          <a:prstGeom prst="rect">
            <a:avLst/>
          </a:prstGeom>
          <a:noFill/>
        </p:spPr>
        <p:txBody>
          <a:bodyPr wrap="none" lIns="18288" tIns="0" rIns="18288" bIns="0" anchor="t">
            <a:spAutoFit/>
          </a:bodyPr>
          <a:lstStyle/>
          <a:p>
            <a:pPr algn="ctr"/>
            <a:r>
              <a:rPr sz="1380" b="1">
                <a:solidFill>
                  <a:srgbClr val="F17D00"/>
                </a:solidFill>
                <a:latin typeface="Aptos"/>
              </a:rPr>
              <a:t>2008</a:t>
            </a:r>
          </a:p>
        </p:txBody>
      </p:sp>
      <p:sp>
        <p:nvSpPr>
          <p:cNvPr id="20" name="Oval 19"/>
          <p:cNvSpPr/>
          <p:nvPr/>
        </p:nvSpPr>
        <p:spPr>
          <a:xfrm>
            <a:off x="3538728" y="2029968"/>
            <a:ext cx="393192" cy="393192"/>
          </a:xfrm>
          <a:prstGeom prst="ellipse">
            <a:avLst/>
          </a:prstGeom>
          <a:solidFill>
            <a:srgbClr val="F17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328416" y="2624328"/>
            <a:ext cx="1133856" cy="1115568"/>
          </a:xfrm>
          <a:prstGeom prst="roundRect">
            <a:avLst/>
          </a:prstGeom>
          <a:solidFill>
            <a:srgbClr val="F9FCFF"/>
          </a:solidFill>
          <a:ln w="1143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74136" y="2761488"/>
            <a:ext cx="1042415" cy="201168"/>
          </a:xfrm>
          <a:prstGeom prst="rect">
            <a:avLst/>
          </a:prstGeom>
          <a:noFill/>
        </p:spPr>
        <p:txBody>
          <a:bodyPr wrap="none" lIns="18288" tIns="0" rIns="18288" bIns="0" anchor="t">
            <a:spAutoFit/>
          </a:bodyPr>
          <a:lstStyle/>
          <a:p>
            <a:pPr algn="ctr"/>
            <a:r>
              <a:rPr sz="890" b="1">
                <a:solidFill>
                  <a:srgbClr val="051937"/>
                </a:solidFill>
                <a:latin typeface="Aptos"/>
              </a:rPr>
              <a:t>Security &amp; recovery</a:t>
            </a:r>
          </a:p>
        </p:txBody>
      </p:sp>
      <p:sp>
        <p:nvSpPr>
          <p:cNvPr id="23" name="TextBox 22"/>
          <p:cNvSpPr txBox="1"/>
          <p:nvPr/>
        </p:nvSpPr>
        <p:spPr>
          <a:xfrm>
            <a:off x="3401568" y="3108960"/>
            <a:ext cx="987552" cy="256032"/>
          </a:xfrm>
          <a:prstGeom prst="rect">
            <a:avLst/>
          </a:prstGeom>
          <a:noFill/>
        </p:spPr>
        <p:txBody>
          <a:bodyPr wrap="none" lIns="18288" tIns="0" rIns="18288" bIns="0" anchor="t">
            <a:spAutoFit/>
          </a:bodyPr>
          <a:lstStyle/>
          <a:p>
            <a:pPr algn="ctr"/>
            <a:r>
              <a:rPr sz="700" b="0">
                <a:solidFill>
                  <a:srgbClr val="606C7D"/>
                </a:solidFill>
                <a:latin typeface="Aptos"/>
              </a:rPr>
              <a:t>RODC, FGPP, Recycle Bin</a:t>
            </a:r>
          </a:p>
        </p:txBody>
      </p:sp>
      <p:sp>
        <p:nvSpPr>
          <p:cNvPr id="24" name="TextBox 23"/>
          <p:cNvSpPr txBox="1"/>
          <p:nvPr/>
        </p:nvSpPr>
        <p:spPr>
          <a:xfrm>
            <a:off x="4873752" y="1673352"/>
            <a:ext cx="731520" cy="228600"/>
          </a:xfrm>
          <a:prstGeom prst="rect">
            <a:avLst/>
          </a:prstGeom>
          <a:noFill/>
        </p:spPr>
        <p:txBody>
          <a:bodyPr wrap="none" lIns="18288" tIns="0" rIns="18288" bIns="0" anchor="t">
            <a:spAutoFit/>
          </a:bodyPr>
          <a:lstStyle/>
          <a:p>
            <a:pPr algn="ctr"/>
            <a:r>
              <a:rPr sz="1380" b="1">
                <a:solidFill>
                  <a:srgbClr val="6841BE"/>
                </a:solidFill>
                <a:latin typeface="Aptos"/>
              </a:rPr>
              <a:t>2012</a:t>
            </a:r>
          </a:p>
        </p:txBody>
      </p:sp>
      <p:sp>
        <p:nvSpPr>
          <p:cNvPr id="25" name="Oval 24"/>
          <p:cNvSpPr/>
          <p:nvPr/>
        </p:nvSpPr>
        <p:spPr>
          <a:xfrm>
            <a:off x="5010912" y="2029968"/>
            <a:ext cx="393192" cy="393192"/>
          </a:xfrm>
          <a:prstGeom prst="ellipse">
            <a:avLst/>
          </a:prstGeom>
          <a:solidFill>
            <a:srgbClr val="684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800600" y="2624328"/>
            <a:ext cx="1133856" cy="1115568"/>
          </a:xfrm>
          <a:prstGeom prst="roundRect">
            <a:avLst/>
          </a:prstGeom>
          <a:solidFill>
            <a:srgbClr val="F9FCFF"/>
          </a:solidFill>
          <a:ln w="1143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46320" y="2761488"/>
            <a:ext cx="1042415" cy="201168"/>
          </a:xfrm>
          <a:prstGeom prst="rect">
            <a:avLst/>
          </a:prstGeom>
          <a:noFill/>
        </p:spPr>
        <p:txBody>
          <a:bodyPr wrap="none" lIns="18288" tIns="0" rIns="18288" bIns="0" anchor="t">
            <a:spAutoFit/>
          </a:bodyPr>
          <a:lstStyle/>
          <a:p>
            <a:pPr algn="ctr"/>
            <a:r>
              <a:rPr sz="890" b="1">
                <a:solidFill>
                  <a:srgbClr val="051937"/>
                </a:solidFill>
                <a:latin typeface="Aptos"/>
              </a:rPr>
              <a:t>Automation</a:t>
            </a:r>
          </a:p>
        </p:txBody>
      </p:sp>
      <p:sp>
        <p:nvSpPr>
          <p:cNvPr id="28" name="TextBox 27"/>
          <p:cNvSpPr txBox="1"/>
          <p:nvPr/>
        </p:nvSpPr>
        <p:spPr>
          <a:xfrm>
            <a:off x="4873752" y="3108960"/>
            <a:ext cx="987552" cy="256032"/>
          </a:xfrm>
          <a:prstGeom prst="rect">
            <a:avLst/>
          </a:prstGeom>
          <a:noFill/>
        </p:spPr>
        <p:txBody>
          <a:bodyPr wrap="none" lIns="18288" tIns="0" rIns="18288" bIns="0" anchor="t">
            <a:spAutoFit/>
          </a:bodyPr>
          <a:lstStyle/>
          <a:p>
            <a:pPr algn="ctr"/>
            <a:r>
              <a:rPr sz="700" b="0">
                <a:solidFill>
                  <a:srgbClr val="606C7D"/>
                </a:solidFill>
                <a:latin typeface="Aptos"/>
              </a:rPr>
              <a:t>ADAC, PowerShell, gMSA</a:t>
            </a:r>
          </a:p>
        </p:txBody>
      </p:sp>
      <p:sp>
        <p:nvSpPr>
          <p:cNvPr id="29" name="TextBox 28"/>
          <p:cNvSpPr txBox="1"/>
          <p:nvPr/>
        </p:nvSpPr>
        <p:spPr>
          <a:xfrm>
            <a:off x="6345936" y="1673352"/>
            <a:ext cx="731520" cy="228600"/>
          </a:xfrm>
          <a:prstGeom prst="rect">
            <a:avLst/>
          </a:prstGeom>
          <a:noFill/>
        </p:spPr>
        <p:txBody>
          <a:bodyPr wrap="none" lIns="18288" tIns="0" rIns="18288" bIns="0" anchor="t">
            <a:spAutoFit/>
          </a:bodyPr>
          <a:lstStyle/>
          <a:p>
            <a:pPr algn="ctr"/>
            <a:r>
              <a:rPr sz="1380" b="1">
                <a:solidFill>
                  <a:srgbClr val="0066CC"/>
                </a:solidFill>
                <a:latin typeface="Aptos"/>
              </a:rPr>
              <a:t>2016+</a:t>
            </a:r>
          </a:p>
        </p:txBody>
      </p:sp>
      <p:sp>
        <p:nvSpPr>
          <p:cNvPr id="30" name="Oval 29"/>
          <p:cNvSpPr/>
          <p:nvPr/>
        </p:nvSpPr>
        <p:spPr>
          <a:xfrm>
            <a:off x="6483096" y="2029968"/>
            <a:ext cx="393192" cy="393192"/>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272784" y="2624328"/>
            <a:ext cx="1133856" cy="1115568"/>
          </a:xfrm>
          <a:prstGeom prst="roundRect">
            <a:avLst/>
          </a:prstGeom>
          <a:solidFill>
            <a:srgbClr val="F9FCFF"/>
          </a:solidFill>
          <a:ln w="1143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18504" y="2761488"/>
            <a:ext cx="1042415" cy="201168"/>
          </a:xfrm>
          <a:prstGeom prst="rect">
            <a:avLst/>
          </a:prstGeom>
          <a:noFill/>
        </p:spPr>
        <p:txBody>
          <a:bodyPr wrap="none" lIns="18288" tIns="0" rIns="18288" bIns="0" anchor="t">
            <a:spAutoFit/>
          </a:bodyPr>
          <a:lstStyle/>
          <a:p>
            <a:pPr algn="ctr"/>
            <a:r>
              <a:rPr sz="890" b="1">
                <a:solidFill>
                  <a:srgbClr val="051937"/>
                </a:solidFill>
                <a:latin typeface="Aptos"/>
              </a:rPr>
              <a:t>Privileged access</a:t>
            </a:r>
          </a:p>
        </p:txBody>
      </p:sp>
      <p:sp>
        <p:nvSpPr>
          <p:cNvPr id="33" name="TextBox 32"/>
          <p:cNvSpPr txBox="1"/>
          <p:nvPr/>
        </p:nvSpPr>
        <p:spPr>
          <a:xfrm>
            <a:off x="6345936" y="3108960"/>
            <a:ext cx="987552" cy="256032"/>
          </a:xfrm>
          <a:prstGeom prst="rect">
            <a:avLst/>
          </a:prstGeom>
          <a:noFill/>
        </p:spPr>
        <p:txBody>
          <a:bodyPr wrap="none" lIns="18288" tIns="0" rIns="18288" bIns="0" anchor="t">
            <a:spAutoFit/>
          </a:bodyPr>
          <a:lstStyle/>
          <a:p>
            <a:pPr algn="ctr"/>
            <a:r>
              <a:rPr sz="700" b="0">
                <a:solidFill>
                  <a:srgbClr val="606C7D"/>
                </a:solidFill>
                <a:latin typeface="Aptos"/>
              </a:rPr>
              <a:t>PAM and hardening</a:t>
            </a:r>
          </a:p>
        </p:txBody>
      </p:sp>
      <p:sp>
        <p:nvSpPr>
          <p:cNvPr id="34" name="TextBox 33"/>
          <p:cNvSpPr txBox="1"/>
          <p:nvPr/>
        </p:nvSpPr>
        <p:spPr>
          <a:xfrm>
            <a:off x="7818120" y="1673352"/>
            <a:ext cx="731520" cy="228600"/>
          </a:xfrm>
          <a:prstGeom prst="rect">
            <a:avLst/>
          </a:prstGeom>
          <a:noFill/>
        </p:spPr>
        <p:txBody>
          <a:bodyPr wrap="none" lIns="18288" tIns="0" rIns="18288" bIns="0" anchor="t">
            <a:spAutoFit/>
          </a:bodyPr>
          <a:lstStyle/>
          <a:p>
            <a:pPr algn="ctr"/>
            <a:r>
              <a:rPr sz="1380" b="1">
                <a:solidFill>
                  <a:srgbClr val="10893E"/>
                </a:solidFill>
                <a:latin typeface="Aptos"/>
              </a:rPr>
              <a:t>2025</a:t>
            </a:r>
          </a:p>
        </p:txBody>
      </p:sp>
      <p:sp>
        <p:nvSpPr>
          <p:cNvPr id="35" name="Oval 34"/>
          <p:cNvSpPr/>
          <p:nvPr/>
        </p:nvSpPr>
        <p:spPr>
          <a:xfrm>
            <a:off x="7955280" y="2029968"/>
            <a:ext cx="393192" cy="393192"/>
          </a:xfrm>
          <a:prstGeom prst="ellipse">
            <a:avLst/>
          </a:prstGeom>
          <a:solidFill>
            <a:srgbClr val="108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7744968" y="2624328"/>
            <a:ext cx="1133856" cy="1115568"/>
          </a:xfrm>
          <a:prstGeom prst="roundRect">
            <a:avLst/>
          </a:prstGeom>
          <a:solidFill>
            <a:srgbClr val="F9FCFF"/>
          </a:solidFill>
          <a:ln w="1143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90688" y="2761488"/>
            <a:ext cx="1042415" cy="201168"/>
          </a:xfrm>
          <a:prstGeom prst="rect">
            <a:avLst/>
          </a:prstGeom>
          <a:noFill/>
        </p:spPr>
        <p:txBody>
          <a:bodyPr wrap="none" lIns="18288" tIns="0" rIns="18288" bIns="0" anchor="t">
            <a:spAutoFit/>
          </a:bodyPr>
          <a:lstStyle/>
          <a:p>
            <a:pPr algn="ctr"/>
            <a:r>
              <a:rPr sz="890" b="1">
                <a:solidFill>
                  <a:srgbClr val="051937"/>
                </a:solidFill>
                <a:latin typeface="Aptos"/>
              </a:rPr>
              <a:t>Modernisation</a:t>
            </a:r>
          </a:p>
        </p:txBody>
      </p:sp>
      <p:sp>
        <p:nvSpPr>
          <p:cNvPr id="38" name="TextBox 37"/>
          <p:cNvSpPr txBox="1"/>
          <p:nvPr/>
        </p:nvSpPr>
        <p:spPr>
          <a:xfrm>
            <a:off x="7818120" y="3108960"/>
            <a:ext cx="987552" cy="256032"/>
          </a:xfrm>
          <a:prstGeom prst="rect">
            <a:avLst/>
          </a:prstGeom>
          <a:noFill/>
        </p:spPr>
        <p:txBody>
          <a:bodyPr wrap="none" lIns="18288" tIns="0" rIns="18288" bIns="0" anchor="t">
            <a:spAutoFit/>
          </a:bodyPr>
          <a:lstStyle/>
          <a:p>
            <a:pPr algn="ctr"/>
            <a:r>
              <a:rPr sz="700" b="0">
                <a:solidFill>
                  <a:srgbClr val="606C7D"/>
                </a:solidFill>
                <a:latin typeface="Aptos"/>
              </a:rPr>
              <a:t>32K pages, dMSA, crypto</a:t>
            </a:r>
          </a:p>
        </p:txBody>
      </p:sp>
      <p:sp>
        <p:nvSpPr>
          <p:cNvPr id="39" name="Rounded Rectangle 38"/>
          <p:cNvSpPr/>
          <p:nvPr/>
        </p:nvSpPr>
        <p:spPr>
          <a:xfrm>
            <a:off x="640080" y="3986784"/>
            <a:ext cx="7863840" cy="502920"/>
          </a:xfrm>
          <a:prstGeom prst="roundRect">
            <a:avLst/>
          </a:prstGeom>
          <a:solidFill>
            <a:srgbClr val="F1F7FE"/>
          </a:solidFill>
          <a:ln w="11430">
            <a:solidFill>
              <a:srgbClr val="B4CD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4151376"/>
            <a:ext cx="7498079" cy="182880"/>
          </a:xfrm>
          <a:prstGeom prst="rect">
            <a:avLst/>
          </a:prstGeom>
          <a:noFill/>
        </p:spPr>
        <p:txBody>
          <a:bodyPr wrap="none" lIns="18288" tIns="0" rIns="18288" bIns="0" anchor="t">
            <a:spAutoFit/>
          </a:bodyPr>
          <a:lstStyle/>
          <a:p>
            <a:pPr algn="ctr"/>
            <a:r>
              <a:rPr sz="980" b="0">
                <a:solidFill>
                  <a:srgbClr val="051937"/>
                </a:solidFill>
                <a:latin typeface="Aptos"/>
              </a:rPr>
              <a:t>Key pattern: AD was not replaced by every Windows Server release — new functional levels, management tools, and security features built around a stable directory core.</a:t>
            </a:r>
          </a:p>
        </p:txBody>
      </p:sp>
      <p:sp>
        <p:nvSpPr>
          <p:cNvPr id="41" name="Rectangle 40"/>
          <p:cNvSpPr/>
          <p:nvPr/>
        </p:nvSpPr>
        <p:spPr>
          <a:xfrm>
            <a:off x="256032" y="4736592"/>
            <a:ext cx="8577072" cy="9144"/>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01752" y="4864608"/>
            <a:ext cx="5120640" cy="164592"/>
          </a:xfrm>
          <a:prstGeom prst="rect">
            <a:avLst/>
          </a:prstGeom>
          <a:noFill/>
        </p:spPr>
        <p:txBody>
          <a:bodyPr wrap="none" lIns="18288" tIns="0" rIns="18288" bIns="0" anchor="t">
            <a:spAutoFit/>
          </a:bodyPr>
          <a:lstStyle/>
          <a:p>
            <a:pPr algn="l"/>
            <a:r>
              <a:rPr sz="760" b="0">
                <a:solidFill>
                  <a:srgbClr val="051937"/>
                </a:solidFill>
                <a:latin typeface="Aptos"/>
              </a:rPr>
              <a:t>Windows Server 2025 | Chapter 7 | Managing Users, Computers, and Groups</a:t>
            </a:r>
          </a:p>
        </p:txBody>
      </p:sp>
      <p:sp>
        <p:nvSpPr>
          <p:cNvPr id="43" name="TextBox 42"/>
          <p:cNvSpPr txBox="1"/>
          <p:nvPr/>
        </p:nvSpPr>
        <p:spPr>
          <a:xfrm>
            <a:off x="8458200" y="4864608"/>
            <a:ext cx="347472" cy="164592"/>
          </a:xfrm>
          <a:prstGeom prst="rect">
            <a:avLst/>
          </a:prstGeom>
          <a:noFill/>
        </p:spPr>
        <p:txBody>
          <a:bodyPr wrap="none" lIns="18288" tIns="0" rIns="18288" bIns="0" anchor="t">
            <a:spAutoFit/>
          </a:bodyPr>
          <a:lstStyle/>
          <a:p>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b="1" dirty="0">
                <a:solidFill>
                  <a:srgbClr val="051937"/>
                </a:solidFill>
                <a:latin typeface="Aptos"/>
              </a:rPr>
              <a:t>7.2D Active Directory today</a:t>
            </a:r>
            <a:br>
              <a:rPr lang="en-GB" sz="2400" b="1" dirty="0">
                <a:solidFill>
                  <a:srgbClr val="051937"/>
                </a:solidFill>
                <a:latin typeface="Aptos"/>
              </a:rPr>
            </a:br>
            <a:endParaRPr dirty="0"/>
          </a:p>
        </p:txBody>
      </p:sp>
      <p:sp>
        <p:nvSpPr>
          <p:cNvPr id="4" name="Rectangle 3"/>
          <p:cNvSpPr/>
          <p:nvPr/>
        </p:nvSpPr>
        <p:spPr>
          <a:xfrm>
            <a:off x="256032" y="329184"/>
            <a:ext cx="73152" cy="53035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1207" y="1170432"/>
            <a:ext cx="4480000" cy="620000"/>
          </a:xfrm>
          <a:prstGeom prst="rect">
            <a:avLst/>
          </a:prstGeom>
          <a:noFill/>
        </p:spPr>
        <p:txBody>
          <a:bodyPr wrap="square" lIns="18288" tIns="0" rIns="18288" bIns="0" anchor="t">
            <a:noAutofit/>
          </a:bodyPr>
          <a:lstStyle/>
          <a:p>
            <a:pPr algn="l"/>
            <a:r>
              <a:rPr lang="en-GB" sz="1350" b="1">
                <a:solidFill>
                  <a:srgbClr val="051937"/>
                </a:solidFill>
                <a:latin typeface="Aptos"/>
              </a:rPr>
              <a:t>AD DS remains the on-premises identity backbone while cloud identity handles modern SaaS and device scenarios.</a:t>
            </a:r>
          </a:p>
        </p:txBody>
      </p:sp>
      <p:sp>
        <p:nvSpPr>
          <p:cNvPr id="8" name="Oval 7"/>
          <p:cNvSpPr/>
          <p:nvPr/>
        </p:nvSpPr>
        <p:spPr>
          <a:xfrm>
            <a:off x="594360" y="1901952"/>
            <a:ext cx="411480" cy="411480"/>
          </a:xfrm>
          <a:prstGeom prst="ellipse">
            <a:avLst/>
          </a:prstGeom>
          <a:solidFill>
            <a:srgbClr val="E2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965960"/>
            <a:ext cx="411480" cy="201168"/>
          </a:xfrm>
          <a:prstGeom prst="rect">
            <a:avLst/>
          </a:prstGeom>
          <a:noFill/>
        </p:spPr>
        <p:txBody>
          <a:bodyPr wrap="none" lIns="18288" tIns="0" rIns="18288" bIns="0" anchor="t">
            <a:spAutoFit/>
          </a:bodyPr>
          <a:lstStyle/>
          <a:p>
            <a:pPr algn="ctr"/>
            <a:r>
              <a:rPr sz="1450" b="1">
                <a:solidFill>
                  <a:srgbClr val="0066CC"/>
                </a:solidFill>
                <a:latin typeface="Aptos"/>
              </a:rPr>
              <a:t>K</a:t>
            </a:r>
          </a:p>
        </p:txBody>
      </p:sp>
      <p:sp>
        <p:nvSpPr>
          <p:cNvPr id="10" name="TextBox 9"/>
          <p:cNvSpPr txBox="1"/>
          <p:nvPr/>
        </p:nvSpPr>
        <p:spPr>
          <a:xfrm>
            <a:off x="1161288" y="1892808"/>
            <a:ext cx="3200400" cy="210312"/>
          </a:xfrm>
          <a:prstGeom prst="rect">
            <a:avLst/>
          </a:prstGeom>
          <a:noFill/>
        </p:spPr>
        <p:txBody>
          <a:bodyPr wrap="none" lIns="18288" tIns="0" rIns="18288" bIns="0" anchor="t">
            <a:spAutoFit/>
          </a:bodyPr>
          <a:lstStyle/>
          <a:p>
            <a:pPr algn="l"/>
            <a:r>
              <a:rPr sz="1290" b="1">
                <a:solidFill>
                  <a:srgbClr val="051937"/>
                </a:solidFill>
                <a:latin typeface="Aptos"/>
              </a:rPr>
              <a:t>Kerberos and LDAP still matter</a:t>
            </a:r>
          </a:p>
        </p:txBody>
      </p:sp>
      <p:sp>
        <p:nvSpPr>
          <p:cNvPr id="11" name="TextBox 10"/>
          <p:cNvSpPr txBox="1"/>
          <p:nvPr/>
        </p:nvSpPr>
        <p:spPr>
          <a:xfrm>
            <a:off x="1161288" y="2167128"/>
            <a:ext cx="3566160" cy="460000"/>
          </a:xfrm>
          <a:prstGeom prst="rect">
            <a:avLst/>
          </a:prstGeom>
          <a:noFill/>
        </p:spPr>
        <p:txBody>
          <a:bodyPr wrap="square" lIns="18288" tIns="0" rIns="18288" bIns="0" anchor="t">
            <a:noAutofit/>
          </a:bodyPr>
          <a:lstStyle/>
          <a:p>
            <a:pPr algn="l"/>
            <a:r>
              <a:rPr sz="969" b="0">
                <a:solidFill>
                  <a:srgbClr val="606C7D"/>
                </a:solidFill>
                <a:latin typeface="Aptos"/>
              </a:rPr>
              <a:t>File servers, legacy apps, domain-joined computers, and GPO often depend on AD DS.</a:t>
            </a:r>
          </a:p>
        </p:txBody>
      </p:sp>
      <p:sp>
        <p:nvSpPr>
          <p:cNvPr id="12" name="Oval 11"/>
          <p:cNvSpPr/>
          <p:nvPr/>
        </p:nvSpPr>
        <p:spPr>
          <a:xfrm>
            <a:off x="594360" y="2670048"/>
            <a:ext cx="411480" cy="411480"/>
          </a:xfrm>
          <a:prstGeom prst="ellipse">
            <a:avLst/>
          </a:prstGeom>
          <a:solidFill>
            <a:srgbClr val="E2F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734056"/>
            <a:ext cx="411480" cy="201168"/>
          </a:xfrm>
          <a:prstGeom prst="rect">
            <a:avLst/>
          </a:prstGeom>
          <a:noFill/>
        </p:spPr>
        <p:txBody>
          <a:bodyPr wrap="none" lIns="18288" tIns="0" rIns="18288" bIns="0" anchor="t">
            <a:spAutoFit/>
          </a:bodyPr>
          <a:lstStyle/>
          <a:p>
            <a:pPr algn="ctr"/>
            <a:r>
              <a:rPr sz="1450" b="1">
                <a:solidFill>
                  <a:srgbClr val="10893E"/>
                </a:solidFill>
                <a:latin typeface="Aptos"/>
              </a:rPr>
              <a:t>G</a:t>
            </a:r>
          </a:p>
        </p:txBody>
      </p:sp>
      <p:sp>
        <p:nvSpPr>
          <p:cNvPr id="14" name="TextBox 13"/>
          <p:cNvSpPr txBox="1"/>
          <p:nvPr/>
        </p:nvSpPr>
        <p:spPr>
          <a:xfrm>
            <a:off x="1161288" y="2660904"/>
            <a:ext cx="3200400" cy="210312"/>
          </a:xfrm>
          <a:prstGeom prst="rect">
            <a:avLst/>
          </a:prstGeom>
          <a:noFill/>
        </p:spPr>
        <p:txBody>
          <a:bodyPr wrap="none" lIns="18288" tIns="0" rIns="18288" bIns="0" anchor="t">
            <a:spAutoFit/>
          </a:bodyPr>
          <a:lstStyle/>
          <a:p>
            <a:pPr algn="l"/>
            <a:r>
              <a:rPr sz="1290" b="1">
                <a:solidFill>
                  <a:srgbClr val="051937"/>
                </a:solidFill>
                <a:latin typeface="Aptos"/>
              </a:rPr>
              <a:t>Group Policy remains central</a:t>
            </a:r>
          </a:p>
        </p:txBody>
      </p:sp>
      <p:sp>
        <p:nvSpPr>
          <p:cNvPr id="15" name="TextBox 14"/>
          <p:cNvSpPr txBox="1"/>
          <p:nvPr/>
        </p:nvSpPr>
        <p:spPr>
          <a:xfrm>
            <a:off x="1161288" y="2935224"/>
            <a:ext cx="3566160" cy="460000"/>
          </a:xfrm>
          <a:prstGeom prst="rect">
            <a:avLst/>
          </a:prstGeom>
          <a:noFill/>
        </p:spPr>
        <p:txBody>
          <a:bodyPr wrap="square" lIns="18288" tIns="0" rIns="18288" bIns="0" anchor="t">
            <a:noAutofit/>
          </a:bodyPr>
          <a:lstStyle/>
          <a:p>
            <a:pPr algn="l"/>
            <a:r>
              <a:rPr sz="969" b="0">
                <a:solidFill>
                  <a:srgbClr val="606C7D"/>
                </a:solidFill>
                <a:latin typeface="Aptos"/>
              </a:rPr>
              <a:t>AD continues to target policies, scripts, security settings, and admin structure.</a:t>
            </a:r>
          </a:p>
        </p:txBody>
      </p:sp>
      <p:sp>
        <p:nvSpPr>
          <p:cNvPr id="16" name="Oval 15"/>
          <p:cNvSpPr/>
          <p:nvPr/>
        </p:nvSpPr>
        <p:spPr>
          <a:xfrm>
            <a:off x="594360" y="3438144"/>
            <a:ext cx="411480" cy="411480"/>
          </a:xfrm>
          <a:prstGeom prst="ellipse">
            <a:avLst/>
          </a:prstGeom>
          <a:solidFill>
            <a:srgbClr val="EEE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502151"/>
            <a:ext cx="411480" cy="201168"/>
          </a:xfrm>
          <a:prstGeom prst="rect">
            <a:avLst/>
          </a:prstGeom>
          <a:noFill/>
        </p:spPr>
        <p:txBody>
          <a:bodyPr wrap="none" lIns="18288" tIns="0" rIns="18288" bIns="0" anchor="t">
            <a:spAutoFit/>
          </a:bodyPr>
          <a:lstStyle/>
          <a:p>
            <a:pPr algn="ctr"/>
            <a:r>
              <a:rPr sz="1450" b="1">
                <a:solidFill>
                  <a:srgbClr val="6841BE"/>
                </a:solidFill>
                <a:latin typeface="Aptos"/>
              </a:rPr>
              <a:t>H</a:t>
            </a:r>
          </a:p>
        </p:txBody>
      </p:sp>
      <p:sp>
        <p:nvSpPr>
          <p:cNvPr id="18" name="TextBox 17"/>
          <p:cNvSpPr txBox="1"/>
          <p:nvPr/>
        </p:nvSpPr>
        <p:spPr>
          <a:xfrm>
            <a:off x="1161288" y="3429000"/>
            <a:ext cx="3200400" cy="210312"/>
          </a:xfrm>
          <a:prstGeom prst="rect">
            <a:avLst/>
          </a:prstGeom>
          <a:noFill/>
        </p:spPr>
        <p:txBody>
          <a:bodyPr wrap="none" lIns="18288" tIns="0" rIns="18288" bIns="0" anchor="t">
            <a:spAutoFit/>
          </a:bodyPr>
          <a:lstStyle/>
          <a:p>
            <a:pPr algn="l"/>
            <a:r>
              <a:rPr sz="1290" b="1">
                <a:solidFill>
                  <a:srgbClr val="051937"/>
                </a:solidFill>
                <a:latin typeface="Aptos"/>
              </a:rPr>
              <a:t>Hybrid identity is common</a:t>
            </a:r>
          </a:p>
        </p:txBody>
      </p:sp>
      <p:sp>
        <p:nvSpPr>
          <p:cNvPr id="19" name="TextBox 18"/>
          <p:cNvSpPr txBox="1"/>
          <p:nvPr/>
        </p:nvSpPr>
        <p:spPr>
          <a:xfrm>
            <a:off x="1161288" y="3703320"/>
            <a:ext cx="3566160" cy="460000"/>
          </a:xfrm>
          <a:prstGeom prst="rect">
            <a:avLst/>
          </a:prstGeom>
          <a:noFill/>
        </p:spPr>
        <p:txBody>
          <a:bodyPr wrap="square" lIns="18288" tIns="0" rIns="18288" bIns="0" anchor="t">
            <a:noAutofit/>
          </a:bodyPr>
          <a:lstStyle/>
          <a:p>
            <a:pPr algn="l"/>
            <a:r>
              <a:rPr sz="969" b="0">
                <a:solidFill>
                  <a:srgbClr val="606C7D"/>
                </a:solidFill>
                <a:latin typeface="Aptos"/>
              </a:rPr>
              <a:t>AD identities are often synchronised to Microsoft Entra ID for cloud services.</a:t>
            </a:r>
          </a:p>
        </p:txBody>
      </p:sp>
      <p:sp>
        <p:nvSpPr>
          <p:cNvPr id="20" name="Rounded Rectangle 19"/>
          <p:cNvSpPr/>
          <p:nvPr/>
        </p:nvSpPr>
        <p:spPr>
          <a:xfrm>
            <a:off x="5138928" y="1115568"/>
            <a:ext cx="3584448" cy="3172968"/>
          </a:xfrm>
          <a:prstGeom prst="roundRect">
            <a:avLst/>
          </a:prstGeom>
          <a:solidFill>
            <a:srgbClr val="FCFEFF"/>
          </a:solidFill>
          <a:ln w="1143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a_clean_vector_3d_ish_corporate_infographic_diagra.png"/>
          <p:cNvPicPr>
            <a:picLocks noChangeAspect="1"/>
          </p:cNvPicPr>
          <p:nvPr/>
        </p:nvPicPr>
        <p:blipFill>
          <a:blip r:embed="rId2"/>
          <a:stretch>
            <a:fillRect/>
          </a:stretch>
        </p:blipFill>
        <p:spPr>
          <a:xfrm>
            <a:off x="5257800" y="1755719"/>
            <a:ext cx="3346704" cy="1883521"/>
          </a:xfrm>
          <a:prstGeom prst="rect">
            <a:avLst/>
          </a:prstGeom>
        </p:spPr>
      </p:pic>
      <p:sp>
        <p:nvSpPr>
          <p:cNvPr id="22" name="Rounded Rectangle 21"/>
          <p:cNvSpPr/>
          <p:nvPr/>
        </p:nvSpPr>
        <p:spPr>
          <a:xfrm>
            <a:off x="4846320" y="4005072"/>
            <a:ext cx="3877056" cy="566928"/>
          </a:xfrm>
          <a:prstGeom prst="roundRect">
            <a:avLst/>
          </a:prstGeom>
          <a:solidFill>
            <a:srgbClr val="F8FBFF"/>
          </a:solidFill>
          <a:ln w="11430">
            <a:solidFill>
              <a:srgbClr val="96B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846320" y="4005072"/>
            <a:ext cx="82296" cy="566928"/>
          </a:xfrm>
          <a:prstGeom prst="roundRect">
            <a:avLst/>
          </a:prstGeom>
          <a:solidFill>
            <a:srgbClr val="684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074920" y="4096511"/>
            <a:ext cx="347472" cy="347472"/>
          </a:xfrm>
          <a:prstGeom prst="ellipse">
            <a:avLst/>
          </a:prstGeom>
          <a:solidFill>
            <a:srgbClr val="684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38928" y="4151376"/>
            <a:ext cx="228600" cy="182880"/>
          </a:xfrm>
          <a:prstGeom prst="rect">
            <a:avLst/>
          </a:prstGeom>
          <a:noFill/>
        </p:spPr>
        <p:txBody>
          <a:bodyPr wrap="none" lIns="18288" tIns="0" rIns="18288" bIns="0" anchor="t">
            <a:spAutoFit/>
          </a:bodyPr>
          <a:lstStyle/>
          <a:p>
            <a:pPr algn="ctr"/>
            <a:r>
              <a:rPr sz="1100" b="1">
                <a:solidFill>
                  <a:srgbClr val="FFFFFF"/>
                </a:solidFill>
                <a:latin typeface="Aptos"/>
              </a:rPr>
              <a:t>✓</a:t>
            </a:r>
          </a:p>
        </p:txBody>
      </p:sp>
      <p:sp>
        <p:nvSpPr>
          <p:cNvPr id="26" name="TextBox 25"/>
          <p:cNvSpPr txBox="1"/>
          <p:nvPr/>
        </p:nvSpPr>
        <p:spPr>
          <a:xfrm>
            <a:off x="5605272" y="4105656"/>
            <a:ext cx="2962656" cy="164592"/>
          </a:xfrm>
          <a:prstGeom prst="rect">
            <a:avLst/>
          </a:prstGeom>
          <a:noFill/>
        </p:spPr>
        <p:txBody>
          <a:bodyPr wrap="none" lIns="18288" tIns="0" rIns="18288" bIns="0" anchor="t">
            <a:spAutoFit/>
          </a:bodyPr>
          <a:lstStyle/>
          <a:p>
            <a:pPr algn="l"/>
            <a:r>
              <a:rPr sz="1070" b="1">
                <a:solidFill>
                  <a:srgbClr val="6841BE"/>
                </a:solidFill>
                <a:latin typeface="Aptos"/>
              </a:rPr>
              <a:t>Administrative Focus</a:t>
            </a:r>
          </a:p>
        </p:txBody>
      </p:sp>
      <p:sp>
        <p:nvSpPr>
          <p:cNvPr id="27" name="TextBox 26"/>
          <p:cNvSpPr txBox="1"/>
          <p:nvPr/>
        </p:nvSpPr>
        <p:spPr>
          <a:xfrm>
            <a:off x="5605272" y="4334256"/>
            <a:ext cx="2999232" cy="164592"/>
          </a:xfrm>
          <a:prstGeom prst="rect">
            <a:avLst/>
          </a:prstGeom>
          <a:noFill/>
        </p:spPr>
        <p:txBody>
          <a:bodyPr wrap="none" lIns="18288" tIns="0" rIns="18288" bIns="0" anchor="t">
            <a:spAutoFit/>
          </a:bodyPr>
          <a:lstStyle/>
          <a:p>
            <a:pPr algn="l"/>
            <a:r>
              <a:rPr sz="819" b="0">
                <a:solidFill>
                  <a:srgbClr val="051937"/>
                </a:solidFill>
                <a:latin typeface="Aptos"/>
              </a:rPr>
              <a:t>Connect AD history to current administration and security design</a:t>
            </a:r>
          </a:p>
        </p:txBody>
      </p:sp>
      <p:sp>
        <p:nvSpPr>
          <p:cNvPr id="28" name="Rectangle 27"/>
          <p:cNvSpPr/>
          <p:nvPr/>
        </p:nvSpPr>
        <p:spPr>
          <a:xfrm>
            <a:off x="256032" y="4736592"/>
            <a:ext cx="8577072" cy="9144"/>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1752" y="4864608"/>
            <a:ext cx="5120640" cy="164592"/>
          </a:xfrm>
          <a:prstGeom prst="rect">
            <a:avLst/>
          </a:prstGeom>
          <a:noFill/>
        </p:spPr>
        <p:txBody>
          <a:bodyPr wrap="none" lIns="18288" tIns="0" rIns="18288" bIns="0" anchor="t">
            <a:spAutoFit/>
          </a:bodyPr>
          <a:lstStyle/>
          <a:p>
            <a:pPr algn="l"/>
            <a:r>
              <a:rPr sz="760" b="0">
                <a:solidFill>
                  <a:srgbClr val="051937"/>
                </a:solidFill>
                <a:latin typeface="Aptos"/>
              </a:rPr>
              <a:t>Windows Server 2025 | Chapter 7 | Managing Users, Computers, and Groups</a:t>
            </a:r>
          </a:p>
        </p:txBody>
      </p:sp>
      <p:sp>
        <p:nvSpPr>
          <p:cNvPr id="30" name="TextBox 29"/>
          <p:cNvSpPr txBox="1"/>
          <p:nvPr/>
        </p:nvSpPr>
        <p:spPr>
          <a:xfrm>
            <a:off x="8458200" y="4864608"/>
            <a:ext cx="347472" cy="164592"/>
          </a:xfrm>
          <a:prstGeom prst="rect">
            <a:avLst/>
          </a:prstGeom>
          <a:noFill/>
        </p:spPr>
        <p:txBody>
          <a:bodyPr wrap="none" lIns="18288" tIns="0" rIns="18288" bIns="0" anchor="t">
            <a:spAutoFit/>
          </a:bodyPr>
          <a:lstStyle/>
          <a:p>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3ED79-74B0-A3B4-9D1C-5AA7D5DEF454}"/>
              </a:ext>
            </a:extLst>
          </p:cNvPr>
          <p:cNvSpPr>
            <a:spLocks noGrp="1"/>
          </p:cNvSpPr>
          <p:nvPr>
            <p:ph type="title"/>
          </p:nvPr>
        </p:nvSpPr>
        <p:spPr/>
        <p:txBody>
          <a:bodyPr wrap="square">
            <a:noAutofit/>
          </a:bodyPr>
          <a:lstStyle/>
          <a:p>
            <a:r>
              <a:rPr lang="en-GB"/>
              <a:t>7.7 Active Directory - Windows Server 2025 Changes</a:t>
            </a:r>
          </a:p>
        </p:txBody>
      </p:sp>
      <p:sp>
        <p:nvSpPr>
          <p:cNvPr id="3" name="Text 6">
            <a:extLst>
              <a:ext uri="{FF2B5EF4-FFF2-40B4-BE49-F238E27FC236}">
                <a16:creationId xmlns:a16="http://schemas.microsoft.com/office/drawing/2014/main" id="{218D5D9E-1901-BF1D-351A-E9729AE87D9C}"/>
              </a:ext>
            </a:extLst>
          </p:cNvPr>
          <p:cNvSpPr/>
          <p:nvPr/>
        </p:nvSpPr>
        <p:spPr>
          <a:xfrm>
            <a:off x="254000" y="879951"/>
            <a:ext cx="4826000" cy="3977640"/>
          </a:xfrm>
          <a:prstGeom prst="rect">
            <a:avLst/>
          </a:prstGeom>
          <a:noFill/>
          <a:ln/>
        </p:spPr>
        <p:txBody>
          <a:bodyPr wrap="square" lIns="0" tIns="0" rIns="0" bIns="0" rtlCol="0" anchor="t">
            <a:normAutofit fontScale="92500" lnSpcReduction="20000"/>
          </a:bodyPr>
          <a:lstStyle/>
          <a:p>
            <a:pPr marL="0" indent="0">
              <a:spcAft>
                <a:spcPts val="500"/>
              </a:spcAft>
              <a:buNone/>
            </a:pPr>
            <a:r>
              <a:rPr lang="en-US" sz="1400" b="1" dirty="0">
                <a:solidFill>
                  <a:srgbClr val="023047"/>
                </a:solidFill>
                <a:latin typeface="Segoe UI" panose="020B0502040204020203" pitchFamily="34" charset="0"/>
              </a:rPr>
              <a:t>Windows Server 2025 delivers the most significant Active Directory update since Windows Server 2016, spanning scalability, security, and management.</a:t>
            </a:r>
          </a:p>
          <a:p>
            <a:pPr marL="342900" indent="-342900">
              <a:spcAft>
                <a:spcPts val="400"/>
              </a:spcAft>
              <a:buSzPct val="100000"/>
              <a:buChar char="•"/>
            </a:pPr>
            <a:r>
              <a:rPr lang="en-US" sz="1400" b="1" dirty="0">
                <a:solidFill>
                  <a:srgbClr val="023047"/>
                </a:solidFill>
                <a:latin typeface="Segoe UI" panose="020B0502040204020203" pitchFamily="34" charset="0"/>
              </a:rPr>
              <a:t>32K database page size</a:t>
            </a:r>
            <a:r>
              <a:rPr lang="en-US" sz="1400" dirty="0">
                <a:solidFill>
                  <a:srgbClr val="023047"/>
                </a:solidFill>
                <a:latin typeface="Segoe UI" panose="020B0502040204020203" pitchFamily="34" charset="0"/>
              </a:rPr>
              <a:t> — optional feature; increases multi-value attribute limit from ~1,200 to ~3,200; requires all DCs on WS2025</a:t>
            </a:r>
          </a:p>
          <a:p>
            <a:pPr marL="342900" indent="-342900">
              <a:spcAft>
                <a:spcPts val="400"/>
              </a:spcAft>
              <a:buSzPct val="100000"/>
              <a:buChar char="•"/>
            </a:pPr>
            <a:r>
              <a:rPr lang="en-US" sz="1400" b="1" dirty="0">
                <a:solidFill>
                  <a:srgbClr val="023047"/>
                </a:solidFill>
                <a:latin typeface="Segoe UI" panose="020B0502040204020203" pitchFamily="34" charset="0"/>
              </a:rPr>
              <a:t>New forest/domain functional level</a:t>
            </a:r>
            <a:r>
              <a:rPr lang="en-US" sz="1400" dirty="0">
                <a:solidFill>
                  <a:srgbClr val="023047"/>
                </a:solidFill>
                <a:latin typeface="Segoe UI" panose="020B0502040204020203" pitchFamily="34" charset="0"/>
              </a:rPr>
              <a:t> — DomainLevel/ForestLevel 10; required for 32K page size feature</a:t>
            </a:r>
          </a:p>
          <a:p>
            <a:pPr marL="342900" indent="-342900">
              <a:spcAft>
                <a:spcPts val="400"/>
              </a:spcAft>
              <a:buSzPct val="100000"/>
              <a:buChar char="•"/>
            </a:pPr>
            <a:r>
              <a:rPr lang="en-US" sz="1400" b="1" dirty="0">
                <a:solidFill>
                  <a:srgbClr val="023047"/>
                </a:solidFill>
                <a:latin typeface="Segoe UI" panose="020B0502040204020203" pitchFamily="34" charset="0"/>
              </a:rPr>
              <a:t>Delegated Managed Service Accounts (dMSA)</a:t>
            </a:r>
            <a:r>
              <a:rPr lang="en-US" sz="1400" dirty="0">
                <a:solidFill>
                  <a:srgbClr val="023047"/>
                </a:solidFill>
                <a:latin typeface="Segoe UI" panose="020B0502040204020203" pitchFamily="34" charset="0"/>
              </a:rPr>
              <a:t> — seamlessly migrate unmanaged service accounts; deactivates old account automatically</a:t>
            </a:r>
          </a:p>
          <a:p>
            <a:pPr marL="342900" indent="-342900">
              <a:spcAft>
                <a:spcPts val="400"/>
              </a:spcAft>
              <a:buSzPct val="100000"/>
              <a:buChar char="•"/>
            </a:pPr>
            <a:r>
              <a:rPr lang="en-US" sz="1400" b="1" dirty="0">
                <a:solidFill>
                  <a:srgbClr val="023047"/>
                </a:solidFill>
                <a:latin typeface="Segoe UI" panose="020B0502040204020203" pitchFamily="34" charset="0"/>
              </a:rPr>
              <a:t>Kerberos PKINIT cryptographic agility</a:t>
            </a:r>
            <a:r>
              <a:rPr lang="en-US" sz="1400" dirty="0">
                <a:solidFill>
                  <a:srgbClr val="023047"/>
                </a:solidFill>
                <a:latin typeface="Segoe UI" panose="020B0502040204020203" pitchFamily="34" charset="0"/>
              </a:rPr>
              <a:t> — adds AES-SHA256/384 support; RC4 deprecated; removes hardcoded algorithms</a:t>
            </a:r>
          </a:p>
          <a:p>
            <a:pPr marL="342900" indent="-342900">
              <a:spcAft>
                <a:spcPts val="400"/>
              </a:spcAft>
              <a:buSzPct val="100000"/>
              <a:buChar char="•"/>
            </a:pPr>
            <a:r>
              <a:rPr lang="en-US" sz="1400" b="1" dirty="0">
                <a:solidFill>
                  <a:srgbClr val="023047"/>
                </a:solidFill>
                <a:latin typeface="Segoe UI" panose="020B0502040204020203" pitchFamily="34" charset="0"/>
              </a:rPr>
              <a:t>Replication priority boost</a:t>
            </a:r>
            <a:r>
              <a:rPr lang="en-US" sz="1400" dirty="0">
                <a:solidFill>
                  <a:srgbClr val="023047"/>
                </a:solidFill>
                <a:latin typeface="Segoe UI" panose="020B0502040204020203" pitchFamily="34" charset="0"/>
              </a:rPr>
              <a:t> — admins can now prioritise DC-to-DC replication instead of relying on hardcoded priority numbers</a:t>
            </a:r>
          </a:p>
          <a:p>
            <a:pPr marL="342900" indent="-342900">
              <a:spcAft>
                <a:spcPts val="400"/>
              </a:spcAft>
              <a:buSzPct val="100000"/>
              <a:buChar char="•"/>
            </a:pPr>
            <a:r>
              <a:rPr lang="en-US" sz="1400" b="1" dirty="0">
                <a:solidFill>
                  <a:srgbClr val="023047"/>
                </a:solidFill>
                <a:latin typeface="Segoe UI" panose="020B0502040204020203" pitchFamily="34" charset="0"/>
              </a:rPr>
              <a:t>Enhanced LDAP security</a:t>
            </a:r>
            <a:r>
              <a:rPr lang="en-US" sz="1400" dirty="0">
                <a:solidFill>
                  <a:srgbClr val="023047"/>
                </a:solidFill>
                <a:latin typeface="Segoe UI" panose="020B0502040204020203" pitchFamily="34" charset="0"/>
              </a:rPr>
              <a:t> — LDAP sealing by default after SASL auth; TLS 1.3 support; confidential attributes require encrypted connections</a:t>
            </a:r>
          </a:p>
        </p:txBody>
      </p:sp>
      <p:sp>
        <p:nvSpPr>
          <p:cNvPr id="4" name="Shape 7">
            <a:extLst>
              <a:ext uri="{FF2B5EF4-FFF2-40B4-BE49-F238E27FC236}">
                <a16:creationId xmlns:a16="http://schemas.microsoft.com/office/drawing/2014/main" id="{ABBACDB8-4F87-3170-9230-5E1ABCD7F05A}"/>
              </a:ext>
            </a:extLst>
          </p:cNvPr>
          <p:cNvSpPr/>
          <p:nvPr/>
        </p:nvSpPr>
        <p:spPr>
          <a:xfrm>
            <a:off x="6563361" y="1044543"/>
            <a:ext cx="1645920" cy="1645920"/>
          </a:xfrm>
          <a:prstGeom prst="ellipse">
            <a:avLst/>
          </a:prstGeom>
          <a:solidFill>
            <a:srgbClr val="0076D4"/>
          </a:solidFill>
          <a:ln w="12700">
            <a:solidFill>
              <a:srgbClr val="0076D4"/>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C4CAA12C-0311-F7A1-CC3D-E1067C188550}"/>
              </a:ext>
            </a:extLst>
          </p:cNvPr>
          <p:cNvPicPr>
            <a:picLocks noChangeAspect="1"/>
          </p:cNvPicPr>
          <p:nvPr/>
        </p:nvPicPr>
        <p:blipFill>
          <a:blip r:embed="rId2"/>
          <a:stretch>
            <a:fillRect/>
          </a:stretch>
        </p:blipFill>
        <p:spPr>
          <a:xfrm>
            <a:off x="6764528" y="1245711"/>
            <a:ext cx="1234440" cy="1234440"/>
          </a:xfrm>
          <a:prstGeom prst="rect">
            <a:avLst/>
          </a:prstGeom>
        </p:spPr>
      </p:pic>
      <p:sp>
        <p:nvSpPr>
          <p:cNvPr id="6" name="Shape 8">
            <a:extLst>
              <a:ext uri="{FF2B5EF4-FFF2-40B4-BE49-F238E27FC236}">
                <a16:creationId xmlns:a16="http://schemas.microsoft.com/office/drawing/2014/main" id="{6266E074-C34A-81FF-1CE0-AEB351FBAD13}"/>
              </a:ext>
            </a:extLst>
          </p:cNvPr>
          <p:cNvSpPr/>
          <p:nvPr/>
        </p:nvSpPr>
        <p:spPr>
          <a:xfrm>
            <a:off x="5237480" y="2919063"/>
            <a:ext cx="3657600" cy="1280160"/>
          </a:xfrm>
          <a:prstGeom prst="rect">
            <a:avLst/>
          </a:prstGeom>
          <a:solidFill>
            <a:srgbClr val="D8EEF8"/>
          </a:solidFill>
          <a:ln w="12700">
            <a:solidFill>
              <a:srgbClr val="8ECAE6"/>
            </a:solidFill>
            <a:prstDash val="solid"/>
          </a:ln>
        </p:spPr>
        <p:txBody>
          <a:bodyPr/>
          <a:lstStyle/>
          <a:p>
            <a:endParaRPr lang="en-US"/>
          </a:p>
        </p:txBody>
      </p:sp>
      <p:sp>
        <p:nvSpPr>
          <p:cNvPr id="7" name="Shape 9">
            <a:extLst>
              <a:ext uri="{FF2B5EF4-FFF2-40B4-BE49-F238E27FC236}">
                <a16:creationId xmlns:a16="http://schemas.microsoft.com/office/drawing/2014/main" id="{F144B309-2E48-707D-28D6-60B5D680AF55}"/>
              </a:ext>
            </a:extLst>
          </p:cNvPr>
          <p:cNvSpPr/>
          <p:nvPr/>
        </p:nvSpPr>
        <p:spPr>
          <a:xfrm>
            <a:off x="5237480" y="2919063"/>
            <a:ext cx="3657600" cy="73152"/>
          </a:xfrm>
          <a:prstGeom prst="rect">
            <a:avLst/>
          </a:prstGeom>
          <a:solidFill>
            <a:srgbClr val="0076D4"/>
          </a:solidFill>
          <a:ln w="12700">
            <a:solidFill>
              <a:srgbClr val="0076D4"/>
            </a:solidFill>
            <a:prstDash val="solid"/>
          </a:ln>
        </p:spPr>
        <p:txBody>
          <a:bodyPr/>
          <a:lstStyle/>
          <a:p>
            <a:endParaRPr lang="en-US"/>
          </a:p>
        </p:txBody>
      </p:sp>
      <p:sp>
        <p:nvSpPr>
          <p:cNvPr id="8" name="Text 10">
            <a:extLst>
              <a:ext uri="{FF2B5EF4-FFF2-40B4-BE49-F238E27FC236}">
                <a16:creationId xmlns:a16="http://schemas.microsoft.com/office/drawing/2014/main" id="{E03BD143-CA88-D81E-3E7F-FD5754DB8496}"/>
              </a:ext>
            </a:extLst>
          </p:cNvPr>
          <p:cNvSpPr/>
          <p:nvPr/>
        </p:nvSpPr>
        <p:spPr>
          <a:xfrm>
            <a:off x="5328920" y="2964783"/>
            <a:ext cx="3474720" cy="347472"/>
          </a:xfrm>
          <a:prstGeom prst="rect">
            <a:avLst/>
          </a:prstGeom>
          <a:noFill/>
          <a:ln/>
        </p:spPr>
        <p:txBody>
          <a:bodyPr wrap="square" lIns="0" tIns="0" rIns="0" bIns="0" rtlCol="0" anchor="ctr">
            <a:normAutofit/>
          </a:bodyPr>
          <a:lstStyle/>
          <a:p>
            <a:pPr marL="0" indent="0" algn="l">
              <a:buNone/>
            </a:pPr>
            <a:r>
              <a:rPr lang="en-US" sz="1100" b="1" dirty="0">
                <a:solidFill>
                  <a:srgbClr val="219EBC"/>
                </a:solidFill>
                <a:latin typeface="Segoe UI" panose="020B0502040204020203" pitchFamily="34" charset="0"/>
              </a:rPr>
              <a:t>Enable 32K Pages</a:t>
            </a:r>
          </a:p>
        </p:txBody>
      </p:sp>
      <p:sp>
        <p:nvSpPr>
          <p:cNvPr id="9" name="Text 11">
            <a:extLst>
              <a:ext uri="{FF2B5EF4-FFF2-40B4-BE49-F238E27FC236}">
                <a16:creationId xmlns:a16="http://schemas.microsoft.com/office/drawing/2014/main" id="{B64AE9D9-68CD-8CA4-5F18-A1D0CBD50B48}"/>
              </a:ext>
            </a:extLst>
          </p:cNvPr>
          <p:cNvSpPr/>
          <p:nvPr/>
        </p:nvSpPr>
        <p:spPr>
          <a:xfrm>
            <a:off x="5328920" y="3330543"/>
            <a:ext cx="3474720" cy="777240"/>
          </a:xfrm>
          <a:prstGeom prst="rect">
            <a:avLst/>
          </a:prstGeom>
          <a:noFill/>
          <a:ln/>
        </p:spPr>
        <p:txBody>
          <a:bodyPr wrap="square" lIns="0" tIns="0" rIns="0" bIns="0" rtlCol="0" anchor="t">
            <a:normAutofit/>
          </a:bodyPr>
          <a:lstStyle/>
          <a:p>
            <a:pPr marL="0" indent="0" algn="l">
              <a:buNone/>
            </a:pPr>
            <a:r>
              <a:rPr lang="en-US" sz="1100" dirty="0">
                <a:solidFill>
                  <a:srgbClr val="023047"/>
                </a:solidFill>
                <a:latin typeface="Segoe UI" panose="020B0502040204020203" pitchFamily="34" charset="0"/>
              </a:rPr>
              <a:t>Enable-ADOptionalFeature -Identity 'CN=32K DB Pages...'</a:t>
            </a:r>
          </a:p>
        </p:txBody>
      </p:sp>
      <p:sp>
        <p:nvSpPr>
          <p:cNvPr id="10" name="Course footer">
            <a:extLst>
              <a:ext uri="{FF2B5EF4-FFF2-40B4-BE49-F238E27FC236}">
                <a16:creationId xmlns:a16="http://schemas.microsoft.com/office/drawing/2014/main" id="{AED441A3-520F-BB9F-FA91-0010926C3A4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6E60C6D8-6704-F22A-AFEB-52B60CFA56A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5112385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1E339-6D41-3306-C0D6-EC2DBC725484}"/>
              </a:ext>
            </a:extLst>
          </p:cNvPr>
          <p:cNvSpPr>
            <a:spLocks noGrp="1"/>
          </p:cNvSpPr>
          <p:nvPr>
            <p:ph type="title"/>
          </p:nvPr>
        </p:nvSpPr>
        <p:spPr/>
        <p:txBody>
          <a:bodyPr wrap="square">
            <a:noAutofit/>
          </a:bodyPr>
          <a:lstStyle/>
          <a:p>
            <a:r>
              <a:rPr lang="en-GB"/>
              <a:t>Active Directory Users and Computers</a:t>
            </a:r>
          </a:p>
        </p:txBody>
      </p:sp>
      <p:pic>
        <p:nvPicPr>
          <p:cNvPr id="3" name="Picture 2">
            <a:extLst>
              <a:ext uri="{FF2B5EF4-FFF2-40B4-BE49-F238E27FC236}">
                <a16:creationId xmlns:a16="http://schemas.microsoft.com/office/drawing/2014/main" id="{536BFD7F-E83E-35FF-DD7B-67535A691DB8}"/>
              </a:ext>
              <a:ext uri="{C183D7F6-B498-43B3-948B-1728B52AA6E4}">
                <adec:decorative xmlns:adec="http://schemas.microsoft.com/office/drawing/2017/decorative" val="1"/>
              </a:ext>
            </a:extLst>
          </p:cNvPr>
          <p:cNvPicPr>
            <a:picLocks noChangeAspect="1"/>
          </p:cNvPicPr>
          <p:nvPr/>
        </p:nvPicPr>
        <p:blipFill>
          <a:blip r:embed="rId2"/>
          <a:srcRect t="5155" r="-1" b="5700"/>
          <a:stretch>
            <a:fillRect/>
          </a:stretch>
        </p:blipFill>
        <p:spPr>
          <a:xfrm>
            <a:off x="1403350" y="759460"/>
            <a:ext cx="6338036" cy="4237486"/>
          </a:xfrm>
          <a:prstGeom prst="rect">
            <a:avLst/>
          </a:prstGeom>
        </p:spPr>
      </p:pic>
      <p:sp>
        <p:nvSpPr>
          <p:cNvPr id="4" name="Course footer">
            <a:extLst>
              <a:ext uri="{FF2B5EF4-FFF2-40B4-BE49-F238E27FC236}">
                <a16:creationId xmlns:a16="http://schemas.microsoft.com/office/drawing/2014/main" id="{203F100C-C4D4-45EA-28DC-B34BAB105CC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BB5B3A43-D494-66BB-4E3F-8CFEEEBA90F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09074553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E74FE-67D2-9B2F-2328-519CF01AFA0B}"/>
              </a:ext>
            </a:extLst>
          </p:cNvPr>
          <p:cNvSpPr>
            <a:spLocks noGrp="1"/>
          </p:cNvSpPr>
          <p:nvPr>
            <p:ph type="title"/>
          </p:nvPr>
        </p:nvSpPr>
        <p:spPr/>
        <p:txBody>
          <a:bodyPr wrap="square">
            <a:noAutofit/>
          </a:bodyPr>
          <a:lstStyle/>
          <a:p>
            <a:r>
              <a:rPr lang="en-GB"/>
              <a:t>Active Directory Administrative Center</a:t>
            </a:r>
          </a:p>
        </p:txBody>
      </p:sp>
      <p:pic>
        <p:nvPicPr>
          <p:cNvPr id="3" name="Picture 2" descr="https://www.cayosoft.com/wp-content/uploads/2024/12/Active-Directory-Admin-Center-1024x570.png">
            <a:extLst>
              <a:ext uri="{FF2B5EF4-FFF2-40B4-BE49-F238E27FC236}">
                <a16:creationId xmlns:a16="http://schemas.microsoft.com/office/drawing/2014/main" id="{D1EF36EC-A0A7-1B81-C8DF-C798076711DE}"/>
              </a:ext>
            </a:extLst>
          </p:cNvPr>
          <p:cNvPicPr>
            <a:picLocks noChangeAspect="1"/>
          </p:cNvPicPr>
          <p:nvPr/>
        </p:nvPicPr>
        <p:blipFill>
          <a:blip r:embed="rId2"/>
          <a:srcRect l="871" r="1" b="1"/>
          <a:stretch>
            <a:fillRect/>
          </a:stretch>
        </p:blipFill>
        <p:spPr>
          <a:xfrm>
            <a:off x="1143000" y="977265"/>
            <a:ext cx="6858000" cy="3856927"/>
          </a:xfrm>
          <a:prstGeom prst="rect">
            <a:avLst/>
          </a:prstGeom>
        </p:spPr>
      </p:pic>
      <p:sp>
        <p:nvSpPr>
          <p:cNvPr id="4" name="Course footer">
            <a:extLst>
              <a:ext uri="{FF2B5EF4-FFF2-40B4-BE49-F238E27FC236}">
                <a16:creationId xmlns:a16="http://schemas.microsoft.com/office/drawing/2014/main" id="{8C5BC6A6-B365-C7E0-36F2-41BBD9E208D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C4144297-79AC-9E0A-2684-79B97CF2BDA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84683674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987FF-3C9C-A448-8F24-AD0D3A05FA41}"/>
              </a:ext>
            </a:extLst>
          </p:cNvPr>
          <p:cNvSpPr>
            <a:spLocks noGrp="1"/>
          </p:cNvSpPr>
          <p:nvPr>
            <p:ph type="title"/>
          </p:nvPr>
        </p:nvSpPr>
        <p:spPr/>
        <p:txBody>
          <a:bodyPr wrap="square">
            <a:noAutofit/>
          </a:bodyPr>
          <a:lstStyle/>
          <a:p>
            <a:r>
              <a:rPr lang="en-GB"/>
              <a:t>7.3 Domain users</a:t>
            </a:r>
          </a:p>
        </p:txBody>
      </p:sp>
      <p:sp>
        <p:nvSpPr>
          <p:cNvPr id="3" name="Text 6">
            <a:extLst>
              <a:ext uri="{FF2B5EF4-FFF2-40B4-BE49-F238E27FC236}">
                <a16:creationId xmlns:a16="http://schemas.microsoft.com/office/drawing/2014/main" id="{63160ED9-A16B-3B75-E413-1C41C5222A90}"/>
              </a:ext>
            </a:extLst>
          </p:cNvPr>
          <p:cNvSpPr/>
          <p:nvPr/>
        </p:nvSpPr>
        <p:spPr>
          <a:xfrm>
            <a:off x="254000" y="879951"/>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Domain users are directory-based identities managed centrally through Active Directory.</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User objects and attributes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Authentication and sign-in scope</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Centralized policy and administration</a:t>
            </a:r>
            <a:endParaRPr lang="en-US" sz="1400" dirty="0">
              <a:latin typeface="Segoe UI" panose="020B0502040204020203" pitchFamily="34" charset="0"/>
            </a:endParaRPr>
          </a:p>
        </p:txBody>
      </p:sp>
      <p:sp>
        <p:nvSpPr>
          <p:cNvPr id="4" name="Shape 7">
            <a:extLst>
              <a:ext uri="{FF2B5EF4-FFF2-40B4-BE49-F238E27FC236}">
                <a16:creationId xmlns:a16="http://schemas.microsoft.com/office/drawing/2014/main" id="{CDB32D1E-CC3D-21AD-ED4D-487DE748C95A}"/>
              </a:ext>
            </a:extLst>
          </p:cNvPr>
          <p:cNvSpPr/>
          <p:nvPr/>
        </p:nvSpPr>
        <p:spPr>
          <a:xfrm>
            <a:off x="6563361" y="1044543"/>
            <a:ext cx="1645920" cy="1645920"/>
          </a:xfrm>
          <a:prstGeom prst="ellipse">
            <a:avLst/>
          </a:prstGeom>
          <a:solidFill>
            <a:srgbClr val="0076D4"/>
          </a:solidFill>
          <a:ln w="12700">
            <a:solidFill>
              <a:srgbClr val="0076D4"/>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A107D2AC-5374-07F7-1859-1092C00289C1}"/>
              </a:ext>
            </a:extLst>
          </p:cNvPr>
          <p:cNvPicPr>
            <a:picLocks noChangeAspect="1"/>
          </p:cNvPicPr>
          <p:nvPr/>
        </p:nvPicPr>
        <p:blipFill>
          <a:blip r:embed="rId2"/>
          <a:stretch>
            <a:fillRect/>
          </a:stretch>
        </p:blipFill>
        <p:spPr>
          <a:xfrm>
            <a:off x="6764528" y="1245711"/>
            <a:ext cx="1234440" cy="1234440"/>
          </a:xfrm>
          <a:prstGeom prst="rect">
            <a:avLst/>
          </a:prstGeom>
        </p:spPr>
      </p:pic>
      <p:sp>
        <p:nvSpPr>
          <p:cNvPr id="6" name="Shape 8">
            <a:extLst>
              <a:ext uri="{FF2B5EF4-FFF2-40B4-BE49-F238E27FC236}">
                <a16:creationId xmlns:a16="http://schemas.microsoft.com/office/drawing/2014/main" id="{5AEA3D28-F4FE-7BFD-6EF7-3CA34A752FEF}"/>
              </a:ext>
            </a:extLst>
          </p:cNvPr>
          <p:cNvSpPr/>
          <p:nvPr/>
        </p:nvSpPr>
        <p:spPr>
          <a:xfrm>
            <a:off x="5237480" y="2919063"/>
            <a:ext cx="3657600" cy="1280160"/>
          </a:xfrm>
          <a:prstGeom prst="rect">
            <a:avLst/>
          </a:prstGeom>
          <a:solidFill>
            <a:srgbClr val="D8EEF8"/>
          </a:solidFill>
          <a:ln w="12700">
            <a:solidFill>
              <a:srgbClr val="8ECAE6"/>
            </a:solidFill>
            <a:prstDash val="solid"/>
          </a:ln>
        </p:spPr>
        <p:txBody>
          <a:bodyPr/>
          <a:lstStyle/>
          <a:p>
            <a:endParaRPr lang="en-US"/>
          </a:p>
        </p:txBody>
      </p:sp>
      <p:sp>
        <p:nvSpPr>
          <p:cNvPr id="7" name="Shape 9">
            <a:extLst>
              <a:ext uri="{FF2B5EF4-FFF2-40B4-BE49-F238E27FC236}">
                <a16:creationId xmlns:a16="http://schemas.microsoft.com/office/drawing/2014/main" id="{64702BE2-8CF8-AAA4-2624-BEA6141FCAB6}"/>
              </a:ext>
            </a:extLst>
          </p:cNvPr>
          <p:cNvSpPr/>
          <p:nvPr/>
        </p:nvSpPr>
        <p:spPr>
          <a:xfrm>
            <a:off x="5237480" y="2919063"/>
            <a:ext cx="3657600" cy="73152"/>
          </a:xfrm>
          <a:prstGeom prst="rect">
            <a:avLst/>
          </a:prstGeom>
          <a:solidFill>
            <a:srgbClr val="0076D4"/>
          </a:solidFill>
          <a:ln w="12700">
            <a:solidFill>
              <a:srgbClr val="0076D4"/>
            </a:solidFill>
            <a:prstDash val="solid"/>
          </a:ln>
        </p:spPr>
        <p:txBody>
          <a:bodyPr/>
          <a:lstStyle/>
          <a:p>
            <a:endParaRPr lang="en-US"/>
          </a:p>
        </p:txBody>
      </p:sp>
      <p:sp>
        <p:nvSpPr>
          <p:cNvPr id="8" name="Text 10">
            <a:extLst>
              <a:ext uri="{FF2B5EF4-FFF2-40B4-BE49-F238E27FC236}">
                <a16:creationId xmlns:a16="http://schemas.microsoft.com/office/drawing/2014/main" id="{59FA2F99-64CA-962C-A50B-627614186859}"/>
              </a:ext>
            </a:extLst>
          </p:cNvPr>
          <p:cNvSpPr/>
          <p:nvPr/>
        </p:nvSpPr>
        <p:spPr>
          <a:xfrm>
            <a:off x="5328920" y="2964783"/>
            <a:ext cx="3474720" cy="347472"/>
          </a:xfrm>
          <a:prstGeom prst="rect">
            <a:avLst/>
          </a:prstGeom>
          <a:noFill/>
          <a:ln/>
        </p:spPr>
        <p:txBody>
          <a:bodyPr wrap="square" lIns="0" tIns="0" rIns="0" bIns="0" rtlCol="0" anchor="ctr">
            <a:normAutofit/>
          </a:bodyPr>
          <a:lstStyle/>
          <a:p>
            <a:pPr marL="0" indent="0" algn="l">
              <a:buNone/>
            </a:pPr>
            <a:r>
              <a:rPr lang="en-US" sz="1100" b="1" dirty="0">
                <a:solidFill>
                  <a:srgbClr val="219EBC"/>
                </a:solidFill>
                <a:latin typeface="Segoe UI" panose="020B0502040204020203" pitchFamily="34" charset="0"/>
                <a:ea typeface="Calibri" pitchFamily="34" charset="-122"/>
                <a:cs typeface="Calibri" pitchFamily="34" charset="-120"/>
              </a:rPr>
              <a:t>Administrative Focus</a:t>
            </a:r>
            <a:endParaRPr lang="en-US" sz="1100" dirty="0">
              <a:latin typeface="Segoe UI" panose="020B0502040204020203" pitchFamily="34" charset="0"/>
            </a:endParaRPr>
          </a:p>
        </p:txBody>
      </p:sp>
      <p:sp>
        <p:nvSpPr>
          <p:cNvPr id="9" name="Text 11">
            <a:extLst>
              <a:ext uri="{FF2B5EF4-FFF2-40B4-BE49-F238E27FC236}">
                <a16:creationId xmlns:a16="http://schemas.microsoft.com/office/drawing/2014/main" id="{ACE087FC-695F-0706-7C81-D7ADB4FAB2C7}"/>
              </a:ext>
            </a:extLst>
          </p:cNvPr>
          <p:cNvSpPr/>
          <p:nvPr/>
        </p:nvSpPr>
        <p:spPr>
          <a:xfrm>
            <a:off x="5328920" y="3330543"/>
            <a:ext cx="3474720" cy="777240"/>
          </a:xfrm>
          <a:prstGeom prst="rect">
            <a:avLst/>
          </a:prstGeom>
          <a:noFill/>
          <a:ln/>
        </p:spPr>
        <p:txBody>
          <a:bodyPr wrap="square" lIns="0" tIns="0" rIns="0" bIns="0" rtlCol="0" anchor="t">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Create and manage user accounts</a:t>
            </a:r>
            <a:endParaRPr lang="en-US" sz="1200" dirty="0">
              <a:latin typeface="Segoe UI" panose="020B0502040204020203" pitchFamily="34" charset="0"/>
            </a:endParaRPr>
          </a:p>
        </p:txBody>
      </p:sp>
      <p:sp>
        <p:nvSpPr>
          <p:cNvPr id="10" name="Course footer">
            <a:extLst>
              <a:ext uri="{FF2B5EF4-FFF2-40B4-BE49-F238E27FC236}">
                <a16:creationId xmlns:a16="http://schemas.microsoft.com/office/drawing/2014/main" id="{2ADCB6FE-D23E-42CD-A064-DBAE80D75BC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BD9DDAC7-2CD2-70FD-5873-D48EA6292E6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64104629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71C05-35B4-6722-0378-D2321CA4000E}"/>
              </a:ext>
            </a:extLst>
          </p:cNvPr>
          <p:cNvSpPr>
            <a:spLocks noGrp="1"/>
          </p:cNvSpPr>
          <p:nvPr>
            <p:ph type="title"/>
          </p:nvPr>
        </p:nvSpPr>
        <p:spPr/>
        <p:txBody>
          <a:bodyPr wrap="square">
            <a:noAutofit/>
          </a:bodyPr>
          <a:lstStyle/>
          <a:p>
            <a:r>
              <a:rPr lang="en-GB"/>
              <a:t>7.4 Groups</a:t>
            </a:r>
          </a:p>
        </p:txBody>
      </p:sp>
      <p:sp>
        <p:nvSpPr>
          <p:cNvPr id="3" name="Text 6">
            <a:extLst>
              <a:ext uri="{FF2B5EF4-FFF2-40B4-BE49-F238E27FC236}">
                <a16:creationId xmlns:a16="http://schemas.microsoft.com/office/drawing/2014/main" id="{16B2A156-3881-3C6E-81BE-36955D3929D0}"/>
              </a:ext>
            </a:extLst>
          </p:cNvPr>
          <p:cNvSpPr/>
          <p:nvPr/>
        </p:nvSpPr>
        <p:spPr>
          <a:xfrm>
            <a:off x="254000" y="879951"/>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Groups simplify administration by assigning permissions and rights to collections of identities instead of to individual accounts.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Security and distribution groups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Scope and nesting considerations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Role-based access management</a:t>
            </a:r>
            <a:endParaRPr lang="en-US" sz="1400" dirty="0">
              <a:latin typeface="Segoe UI" panose="020B0502040204020203" pitchFamily="34" charset="0"/>
            </a:endParaRPr>
          </a:p>
        </p:txBody>
      </p:sp>
      <p:sp>
        <p:nvSpPr>
          <p:cNvPr id="4" name="Shape 7">
            <a:extLst>
              <a:ext uri="{FF2B5EF4-FFF2-40B4-BE49-F238E27FC236}">
                <a16:creationId xmlns:a16="http://schemas.microsoft.com/office/drawing/2014/main" id="{56ED6F4D-141C-A3C6-6A3A-B6426721B03E}"/>
              </a:ext>
            </a:extLst>
          </p:cNvPr>
          <p:cNvSpPr/>
          <p:nvPr/>
        </p:nvSpPr>
        <p:spPr>
          <a:xfrm>
            <a:off x="6563361" y="1044543"/>
            <a:ext cx="1645920" cy="1645920"/>
          </a:xfrm>
          <a:prstGeom prst="ellipse">
            <a:avLst/>
          </a:prstGeom>
          <a:solidFill>
            <a:srgbClr val="0076D4"/>
          </a:solidFill>
          <a:ln w="12700">
            <a:solidFill>
              <a:srgbClr val="0076D4"/>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7DF1D2CA-5CB1-1173-7BBD-FA72996DD637}"/>
              </a:ext>
            </a:extLst>
          </p:cNvPr>
          <p:cNvPicPr>
            <a:picLocks noChangeAspect="1"/>
          </p:cNvPicPr>
          <p:nvPr/>
        </p:nvPicPr>
        <p:blipFill>
          <a:blip r:embed="rId2"/>
          <a:stretch>
            <a:fillRect/>
          </a:stretch>
        </p:blipFill>
        <p:spPr>
          <a:xfrm>
            <a:off x="6764528" y="1245711"/>
            <a:ext cx="1234440" cy="1234440"/>
          </a:xfrm>
          <a:prstGeom prst="rect">
            <a:avLst/>
          </a:prstGeom>
        </p:spPr>
      </p:pic>
      <p:sp>
        <p:nvSpPr>
          <p:cNvPr id="6" name="Shape 8">
            <a:extLst>
              <a:ext uri="{FF2B5EF4-FFF2-40B4-BE49-F238E27FC236}">
                <a16:creationId xmlns:a16="http://schemas.microsoft.com/office/drawing/2014/main" id="{C93C8E3F-D8F0-DBD5-C90E-1C495CC03A0C}"/>
              </a:ext>
            </a:extLst>
          </p:cNvPr>
          <p:cNvSpPr/>
          <p:nvPr/>
        </p:nvSpPr>
        <p:spPr>
          <a:xfrm>
            <a:off x="5237480" y="2919063"/>
            <a:ext cx="3657600" cy="1280160"/>
          </a:xfrm>
          <a:prstGeom prst="rect">
            <a:avLst/>
          </a:prstGeom>
          <a:solidFill>
            <a:srgbClr val="D8EEF8"/>
          </a:solidFill>
          <a:ln w="12700">
            <a:solidFill>
              <a:srgbClr val="8ECAE6"/>
            </a:solidFill>
            <a:prstDash val="solid"/>
          </a:ln>
        </p:spPr>
        <p:txBody>
          <a:bodyPr/>
          <a:lstStyle/>
          <a:p>
            <a:endParaRPr lang="en-US"/>
          </a:p>
        </p:txBody>
      </p:sp>
      <p:sp>
        <p:nvSpPr>
          <p:cNvPr id="7" name="Shape 9">
            <a:extLst>
              <a:ext uri="{FF2B5EF4-FFF2-40B4-BE49-F238E27FC236}">
                <a16:creationId xmlns:a16="http://schemas.microsoft.com/office/drawing/2014/main" id="{99A9BBB4-EFE7-BCEA-70DF-3FB6C47F4124}"/>
              </a:ext>
            </a:extLst>
          </p:cNvPr>
          <p:cNvSpPr/>
          <p:nvPr/>
        </p:nvSpPr>
        <p:spPr>
          <a:xfrm>
            <a:off x="5237480" y="2919063"/>
            <a:ext cx="3657600" cy="73152"/>
          </a:xfrm>
          <a:prstGeom prst="rect">
            <a:avLst/>
          </a:prstGeom>
          <a:solidFill>
            <a:srgbClr val="0076D4"/>
          </a:solidFill>
          <a:ln w="12700">
            <a:solidFill>
              <a:srgbClr val="0076D4"/>
            </a:solidFill>
            <a:prstDash val="solid"/>
          </a:ln>
        </p:spPr>
        <p:txBody>
          <a:bodyPr/>
          <a:lstStyle/>
          <a:p>
            <a:endParaRPr lang="en-US"/>
          </a:p>
        </p:txBody>
      </p:sp>
      <p:sp>
        <p:nvSpPr>
          <p:cNvPr id="8" name="Text 10">
            <a:extLst>
              <a:ext uri="{FF2B5EF4-FFF2-40B4-BE49-F238E27FC236}">
                <a16:creationId xmlns:a16="http://schemas.microsoft.com/office/drawing/2014/main" id="{6524F234-06BE-4959-749E-506ECCE5A22F}"/>
              </a:ext>
            </a:extLst>
          </p:cNvPr>
          <p:cNvSpPr/>
          <p:nvPr/>
        </p:nvSpPr>
        <p:spPr>
          <a:xfrm>
            <a:off x="5328920" y="2964783"/>
            <a:ext cx="3474720" cy="347472"/>
          </a:xfrm>
          <a:prstGeom prst="rect">
            <a:avLst/>
          </a:prstGeom>
          <a:noFill/>
          <a:ln/>
        </p:spPr>
        <p:txBody>
          <a:bodyPr wrap="square" lIns="0" tIns="0" rIns="0" bIns="0" rtlCol="0" anchor="ctr">
            <a:normAutofit/>
          </a:bodyPr>
          <a:lstStyle/>
          <a:p>
            <a:pPr marL="0" indent="0" algn="l">
              <a:buNone/>
            </a:pPr>
            <a:r>
              <a:rPr lang="en-US" sz="1100" b="1" dirty="0">
                <a:solidFill>
                  <a:srgbClr val="219EBC"/>
                </a:solidFill>
                <a:latin typeface="Segoe UI" panose="020B0502040204020203" pitchFamily="34" charset="0"/>
                <a:ea typeface="Calibri" pitchFamily="34" charset="-122"/>
                <a:cs typeface="Calibri" pitchFamily="34" charset="-120"/>
              </a:rPr>
              <a:t>Administrative Focus</a:t>
            </a:r>
            <a:endParaRPr lang="en-US" sz="1100" dirty="0">
              <a:latin typeface="Segoe UI" panose="020B0502040204020203" pitchFamily="34" charset="0"/>
            </a:endParaRPr>
          </a:p>
        </p:txBody>
      </p:sp>
      <p:sp>
        <p:nvSpPr>
          <p:cNvPr id="9" name="Text 11">
            <a:extLst>
              <a:ext uri="{FF2B5EF4-FFF2-40B4-BE49-F238E27FC236}">
                <a16:creationId xmlns:a16="http://schemas.microsoft.com/office/drawing/2014/main" id="{6333657E-262C-D072-852D-0EE85B49DCC9}"/>
              </a:ext>
            </a:extLst>
          </p:cNvPr>
          <p:cNvSpPr/>
          <p:nvPr/>
        </p:nvSpPr>
        <p:spPr>
          <a:xfrm>
            <a:off x="5328920" y="3330543"/>
            <a:ext cx="3474720" cy="777240"/>
          </a:xfrm>
          <a:prstGeom prst="rect">
            <a:avLst/>
          </a:prstGeom>
          <a:noFill/>
          <a:ln/>
        </p:spPr>
        <p:txBody>
          <a:bodyPr wrap="square" lIns="0" tIns="0" rIns="0" bIns="0" rtlCol="0" anchor="t">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Create groups</a:t>
            </a:r>
            <a:endParaRPr lang="en-US" sz="1200" dirty="0">
              <a:latin typeface="Segoe UI" panose="020B0502040204020203" pitchFamily="34" charset="0"/>
            </a:endParaRPr>
          </a:p>
        </p:txBody>
      </p:sp>
      <p:sp>
        <p:nvSpPr>
          <p:cNvPr id="10" name="Course footer">
            <a:extLst>
              <a:ext uri="{FF2B5EF4-FFF2-40B4-BE49-F238E27FC236}">
                <a16:creationId xmlns:a16="http://schemas.microsoft.com/office/drawing/2014/main" id="{BD855F3A-6512-7D4A-4269-92253C44BB2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96AD0CAA-4684-BBA7-0629-76C4B5C8C10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801288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EC8E-468A-8123-51B1-4B852C6F7BF8}"/>
              </a:ext>
            </a:extLst>
          </p:cNvPr>
          <p:cNvSpPr>
            <a:spLocks noGrp="1"/>
          </p:cNvSpPr>
          <p:nvPr>
            <p:ph type="title"/>
          </p:nvPr>
        </p:nvSpPr>
        <p:spPr/>
        <p:txBody>
          <a:bodyPr wrap="square">
            <a:noAutofit/>
          </a:bodyPr>
          <a:lstStyle/>
          <a:p>
            <a:r>
              <a:rPr lang="en-GB"/>
              <a:t>7.5 Computers</a:t>
            </a:r>
          </a:p>
        </p:txBody>
      </p:sp>
      <p:sp>
        <p:nvSpPr>
          <p:cNvPr id="3" name="Text 6">
            <a:extLst>
              <a:ext uri="{FF2B5EF4-FFF2-40B4-BE49-F238E27FC236}">
                <a16:creationId xmlns:a16="http://schemas.microsoft.com/office/drawing/2014/main" id="{3BC39F5C-4156-7A68-B936-662153BFAEF3}"/>
              </a:ext>
            </a:extLst>
          </p:cNvPr>
          <p:cNvSpPr/>
          <p:nvPr/>
        </p:nvSpPr>
        <p:spPr>
          <a:xfrm>
            <a:off x="254000" y="879951"/>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Computer objects represent managed systems in Active Directory and are used for policy application, trust relationships, and operational administration.</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Computer accounts and trust</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Directory placement and OU context</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Policy targeting and object lifecycle</a:t>
            </a:r>
            <a:endParaRPr lang="en-US" sz="1400" dirty="0">
              <a:latin typeface="Segoe UI" panose="020B0502040204020203" pitchFamily="34" charset="0"/>
            </a:endParaRPr>
          </a:p>
        </p:txBody>
      </p:sp>
      <p:sp>
        <p:nvSpPr>
          <p:cNvPr id="4" name="Shape 7">
            <a:extLst>
              <a:ext uri="{FF2B5EF4-FFF2-40B4-BE49-F238E27FC236}">
                <a16:creationId xmlns:a16="http://schemas.microsoft.com/office/drawing/2014/main" id="{5E4D21D4-1057-FF5B-0D8A-4222DDE629D7}"/>
              </a:ext>
            </a:extLst>
          </p:cNvPr>
          <p:cNvSpPr/>
          <p:nvPr/>
        </p:nvSpPr>
        <p:spPr>
          <a:xfrm>
            <a:off x="6563361" y="1044543"/>
            <a:ext cx="1645920" cy="1645920"/>
          </a:xfrm>
          <a:prstGeom prst="ellipse">
            <a:avLst/>
          </a:prstGeom>
          <a:solidFill>
            <a:srgbClr val="0076D4"/>
          </a:solidFill>
          <a:ln w="12700">
            <a:solidFill>
              <a:srgbClr val="0076D4"/>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B35308AD-8B97-FF13-ABB4-D837A5C12171}"/>
              </a:ext>
            </a:extLst>
          </p:cNvPr>
          <p:cNvPicPr>
            <a:picLocks noChangeAspect="1"/>
          </p:cNvPicPr>
          <p:nvPr/>
        </p:nvPicPr>
        <p:blipFill>
          <a:blip r:embed="rId2"/>
          <a:stretch>
            <a:fillRect/>
          </a:stretch>
        </p:blipFill>
        <p:spPr>
          <a:xfrm>
            <a:off x="6764528" y="1245711"/>
            <a:ext cx="1234440" cy="1234440"/>
          </a:xfrm>
          <a:prstGeom prst="rect">
            <a:avLst/>
          </a:prstGeom>
        </p:spPr>
      </p:pic>
      <p:sp>
        <p:nvSpPr>
          <p:cNvPr id="6" name="Shape 8">
            <a:extLst>
              <a:ext uri="{FF2B5EF4-FFF2-40B4-BE49-F238E27FC236}">
                <a16:creationId xmlns:a16="http://schemas.microsoft.com/office/drawing/2014/main" id="{4F787907-B41C-4F23-0692-C2192F3263D8}"/>
              </a:ext>
            </a:extLst>
          </p:cNvPr>
          <p:cNvSpPr/>
          <p:nvPr/>
        </p:nvSpPr>
        <p:spPr>
          <a:xfrm>
            <a:off x="5237480" y="2919063"/>
            <a:ext cx="3657600" cy="1280160"/>
          </a:xfrm>
          <a:prstGeom prst="rect">
            <a:avLst/>
          </a:prstGeom>
          <a:solidFill>
            <a:srgbClr val="D8EEF8"/>
          </a:solidFill>
          <a:ln w="12700">
            <a:solidFill>
              <a:srgbClr val="8ECAE6"/>
            </a:solidFill>
            <a:prstDash val="solid"/>
          </a:ln>
        </p:spPr>
        <p:txBody>
          <a:bodyPr/>
          <a:lstStyle/>
          <a:p>
            <a:endParaRPr lang="en-US"/>
          </a:p>
        </p:txBody>
      </p:sp>
      <p:sp>
        <p:nvSpPr>
          <p:cNvPr id="7" name="Shape 9">
            <a:extLst>
              <a:ext uri="{FF2B5EF4-FFF2-40B4-BE49-F238E27FC236}">
                <a16:creationId xmlns:a16="http://schemas.microsoft.com/office/drawing/2014/main" id="{459A3ADD-91BA-0715-677B-8D37C0CF8516}"/>
              </a:ext>
            </a:extLst>
          </p:cNvPr>
          <p:cNvSpPr/>
          <p:nvPr/>
        </p:nvSpPr>
        <p:spPr>
          <a:xfrm>
            <a:off x="5237480" y="2919063"/>
            <a:ext cx="3657600" cy="73152"/>
          </a:xfrm>
          <a:prstGeom prst="rect">
            <a:avLst/>
          </a:prstGeom>
          <a:solidFill>
            <a:srgbClr val="0076D4"/>
          </a:solidFill>
          <a:ln w="12700">
            <a:solidFill>
              <a:srgbClr val="0076D4"/>
            </a:solidFill>
            <a:prstDash val="solid"/>
          </a:ln>
        </p:spPr>
        <p:txBody>
          <a:bodyPr/>
          <a:lstStyle/>
          <a:p>
            <a:endParaRPr lang="en-US"/>
          </a:p>
        </p:txBody>
      </p:sp>
      <p:sp>
        <p:nvSpPr>
          <p:cNvPr id="8" name="Text 10">
            <a:extLst>
              <a:ext uri="{FF2B5EF4-FFF2-40B4-BE49-F238E27FC236}">
                <a16:creationId xmlns:a16="http://schemas.microsoft.com/office/drawing/2014/main" id="{878BA92C-024F-324C-DB99-AA3618531D54}"/>
              </a:ext>
            </a:extLst>
          </p:cNvPr>
          <p:cNvSpPr/>
          <p:nvPr/>
        </p:nvSpPr>
        <p:spPr>
          <a:xfrm>
            <a:off x="5328920" y="2964783"/>
            <a:ext cx="3474720" cy="347472"/>
          </a:xfrm>
          <a:prstGeom prst="rect">
            <a:avLst/>
          </a:prstGeom>
          <a:noFill/>
          <a:ln/>
        </p:spPr>
        <p:txBody>
          <a:bodyPr wrap="square" lIns="0" tIns="0" rIns="0" bIns="0" rtlCol="0" anchor="ctr">
            <a:normAutofit/>
          </a:bodyPr>
          <a:lstStyle/>
          <a:p>
            <a:pPr marL="0" indent="0" algn="l">
              <a:buNone/>
            </a:pPr>
            <a:r>
              <a:rPr lang="en-US" sz="1100" b="1" dirty="0">
                <a:solidFill>
                  <a:srgbClr val="219EBC"/>
                </a:solidFill>
                <a:latin typeface="Segoe UI" panose="020B0502040204020203" pitchFamily="34" charset="0"/>
                <a:ea typeface="Calibri" pitchFamily="34" charset="-122"/>
                <a:cs typeface="Calibri" pitchFamily="34" charset="-120"/>
              </a:rPr>
              <a:t>Administrative Focus</a:t>
            </a:r>
            <a:endParaRPr lang="en-US" sz="1100" dirty="0">
              <a:latin typeface="Segoe UI" panose="020B0502040204020203" pitchFamily="34" charset="0"/>
            </a:endParaRPr>
          </a:p>
        </p:txBody>
      </p:sp>
      <p:sp>
        <p:nvSpPr>
          <p:cNvPr id="9" name="Text 11">
            <a:extLst>
              <a:ext uri="{FF2B5EF4-FFF2-40B4-BE49-F238E27FC236}">
                <a16:creationId xmlns:a16="http://schemas.microsoft.com/office/drawing/2014/main" id="{3F80E96A-64AC-819D-E382-272113C88C56}"/>
              </a:ext>
            </a:extLst>
          </p:cNvPr>
          <p:cNvSpPr/>
          <p:nvPr/>
        </p:nvSpPr>
        <p:spPr>
          <a:xfrm>
            <a:off x="5328920" y="3330543"/>
            <a:ext cx="3474720" cy="777240"/>
          </a:xfrm>
          <a:prstGeom prst="rect">
            <a:avLst/>
          </a:prstGeom>
          <a:noFill/>
          <a:ln/>
        </p:spPr>
        <p:txBody>
          <a:bodyPr wrap="square" lIns="0" tIns="0" rIns="0" bIns="0" rtlCol="0" anchor="t">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Join computers to the domain</a:t>
            </a:r>
            <a:endParaRPr lang="en-US" sz="1200" dirty="0">
              <a:latin typeface="Segoe UI" panose="020B0502040204020203" pitchFamily="34" charset="0"/>
            </a:endParaRPr>
          </a:p>
        </p:txBody>
      </p:sp>
      <p:sp>
        <p:nvSpPr>
          <p:cNvPr id="10" name="Course footer">
            <a:extLst>
              <a:ext uri="{FF2B5EF4-FFF2-40B4-BE49-F238E27FC236}">
                <a16:creationId xmlns:a16="http://schemas.microsoft.com/office/drawing/2014/main" id="{306A4818-4BE3-646B-BEC7-2A83A4F0743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66A987E0-0B1E-4922-EE06-8B70553F905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64089028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BD2F1-7AF2-6B2F-F1A7-A4C7C3C413BA}"/>
              </a:ext>
            </a:extLst>
          </p:cNvPr>
          <p:cNvSpPr>
            <a:spLocks noGrp="1"/>
          </p:cNvSpPr>
          <p:nvPr>
            <p:ph type="title"/>
          </p:nvPr>
        </p:nvSpPr>
        <p:spPr/>
        <p:txBody>
          <a:bodyPr wrap="square">
            <a:noAutofit/>
          </a:bodyPr>
          <a:lstStyle/>
          <a:p>
            <a:r>
              <a:rPr lang="en-GB"/>
              <a:t>7.8 PowerShell: User Administration</a:t>
            </a:r>
          </a:p>
        </p:txBody>
      </p:sp>
      <p:sp>
        <p:nvSpPr>
          <p:cNvPr id="3" name="Text 6">
            <a:extLst>
              <a:ext uri="{FF2B5EF4-FFF2-40B4-BE49-F238E27FC236}">
                <a16:creationId xmlns:a16="http://schemas.microsoft.com/office/drawing/2014/main" id="{A1CF666C-1783-A50F-F057-AB6F4C583DD6}"/>
              </a:ext>
            </a:extLst>
          </p:cNvPr>
          <p:cNvSpPr/>
          <p:nvPr/>
        </p:nvSpPr>
        <p:spPr>
          <a:xfrm>
            <a:off x="254000" y="879951"/>
            <a:ext cx="4826000" cy="3977640"/>
          </a:xfrm>
          <a:prstGeom prst="rect">
            <a:avLst/>
          </a:prstGeom>
          <a:noFill/>
          <a:ln/>
        </p:spPr>
        <p:txBody>
          <a:bodyPr wrap="square" lIns="0" tIns="0" rIns="0" bIns="0" rtlCol="0" anchor="t">
            <a:normAutofit lnSpcReduction="10000"/>
          </a:bodyPr>
          <a:lstStyle/>
          <a:p>
            <a:pPr marL="0" indent="0">
              <a:spcAft>
                <a:spcPts val="300"/>
              </a:spcAft>
              <a:buNone/>
            </a:pPr>
            <a:r>
              <a:rPr lang="en-US" sz="1400" b="1" dirty="0">
                <a:solidFill>
                  <a:srgbClr val="023047"/>
                </a:solidFill>
                <a:latin typeface="Segoe UI" panose="020B0502040204020203" pitchFamily="34" charset="0"/>
              </a:rPr>
              <a:t>Create a new user</a:t>
            </a:r>
          </a:p>
          <a:p>
            <a:pPr marL="342900" indent="-342900">
              <a:spcAft>
                <a:spcPts val="200"/>
              </a:spcAft>
              <a:buSzPct val="100000"/>
              <a:buChar char="&gt;"/>
            </a:pPr>
            <a:r>
              <a:rPr lang="en-US" sz="1300" dirty="0">
                <a:solidFill>
                  <a:srgbClr val="023E8A"/>
                </a:solidFill>
                <a:latin typeface="Segoe UI" panose="020B0502040204020203" pitchFamily="34" charset="0"/>
              </a:rPr>
              <a:t>New-ADUser -Name "Jane Smith" -SamAccountName jsmith -UserPrincipalName "jsmith@domain.com" -Path "OU=Sales,DC=domain,DC=com" -AccountPassword (Read-Host -AsSecureString) -Enabled $true</a:t>
            </a:r>
          </a:p>
          <a:p>
            <a:pPr marL="0" indent="0">
              <a:spcBef>
                <a:spcPts val="400"/>
              </a:spcBef>
              <a:spcAft>
                <a:spcPts val="300"/>
              </a:spcAft>
              <a:buNone/>
            </a:pPr>
            <a:r>
              <a:rPr lang="en-US" sz="1400" b="1" dirty="0">
                <a:solidFill>
                  <a:srgbClr val="023047"/>
                </a:solidFill>
                <a:latin typeface="Segoe UI" panose="020B0502040204020203" pitchFamily="34" charset="0"/>
              </a:rPr>
              <a:t>Modify a user &amp; bulk update</a:t>
            </a:r>
          </a:p>
          <a:p>
            <a:pPr marL="342900" indent="-342900">
              <a:spcAft>
                <a:spcPts val="200"/>
              </a:spcAft>
              <a:buSzPct val="100000"/>
              <a:buChar char="&gt;"/>
            </a:pPr>
            <a:r>
              <a:rPr lang="en-US" sz="1300" dirty="0">
                <a:solidFill>
                  <a:srgbClr val="023E8A"/>
                </a:solidFill>
                <a:latin typeface="Segoe UI" panose="020B0502040204020203" pitchFamily="34" charset="0"/>
              </a:rPr>
              <a:t>Set-ADUser -Identity jsmith -Department "Sales" -Title "Manager"</a:t>
            </a:r>
          </a:p>
          <a:p>
            <a:pPr marL="342900" indent="-342900">
              <a:spcAft>
                <a:spcPts val="200"/>
              </a:spcAft>
              <a:buSzPct val="100000"/>
              <a:buChar char="&gt;"/>
            </a:pPr>
            <a:r>
              <a:rPr lang="en-US" sz="1300" dirty="0">
                <a:solidFill>
                  <a:srgbClr val="023E8A"/>
                </a:solidFill>
                <a:latin typeface="Segoe UI" panose="020B0502040204020203" pitchFamily="34" charset="0"/>
              </a:rPr>
              <a:t>Get-ADUser -Filter {Department -eq "Sales"} | Set-ADUser -Office "HQ"</a:t>
            </a:r>
          </a:p>
          <a:p>
            <a:pPr marL="0" indent="0">
              <a:spcBef>
                <a:spcPts val="400"/>
              </a:spcBef>
              <a:spcAft>
                <a:spcPts val="300"/>
              </a:spcAft>
              <a:buNone/>
            </a:pPr>
            <a:r>
              <a:rPr lang="en-US" sz="1400" b="1" dirty="0">
                <a:solidFill>
                  <a:srgbClr val="023047"/>
                </a:solidFill>
                <a:latin typeface="Segoe UI" panose="020B0502040204020203" pitchFamily="34" charset="0"/>
              </a:rPr>
              <a:t>Disable account / find locked-out users</a:t>
            </a:r>
          </a:p>
          <a:p>
            <a:pPr marL="342900" indent="-342900">
              <a:spcAft>
                <a:spcPts val="200"/>
              </a:spcAft>
              <a:buSzPct val="100000"/>
              <a:buChar char="&gt;"/>
            </a:pPr>
            <a:r>
              <a:rPr lang="en-US" sz="1300" dirty="0">
                <a:solidFill>
                  <a:srgbClr val="023E8A"/>
                </a:solidFill>
                <a:latin typeface="Segoe UI" panose="020B0502040204020203" pitchFamily="34" charset="0"/>
              </a:rPr>
              <a:t>Set-ADUser -Identity jsmith -Enabled:$false</a:t>
            </a:r>
          </a:p>
          <a:p>
            <a:pPr marL="342900" indent="-342900">
              <a:spcAft>
                <a:spcPts val="200"/>
              </a:spcAft>
              <a:buSzPct val="100000"/>
              <a:buChar char="&gt;"/>
            </a:pPr>
            <a:r>
              <a:rPr lang="en-US" sz="1300" dirty="0">
                <a:solidFill>
                  <a:srgbClr val="023E8A"/>
                </a:solidFill>
                <a:latin typeface="Segoe UI" panose="020B0502040204020203" pitchFamily="34" charset="0"/>
              </a:rPr>
              <a:t>Search-ADAccount -LockedOut | Select Name, SamAccountName</a:t>
            </a:r>
          </a:p>
          <a:p>
            <a:pPr marL="0" indent="0">
              <a:spcBef>
                <a:spcPts val="400"/>
              </a:spcBef>
              <a:spcAft>
                <a:spcPts val="300"/>
              </a:spcAft>
              <a:buNone/>
            </a:pPr>
            <a:r>
              <a:rPr lang="en-US" sz="1400" b="1" dirty="0">
                <a:solidFill>
                  <a:srgbClr val="023047"/>
                </a:solidFill>
                <a:latin typeface="Segoe UI" panose="020B0502040204020203" pitchFamily="34" charset="0"/>
              </a:rPr>
              <a:t>Export users to CSV</a:t>
            </a:r>
          </a:p>
          <a:p>
            <a:pPr marL="342900" indent="-342900">
              <a:spcAft>
                <a:spcPts val="200"/>
              </a:spcAft>
              <a:buSzPct val="100000"/>
              <a:buChar char="&gt;"/>
            </a:pPr>
            <a:r>
              <a:rPr lang="en-US" sz="1300" dirty="0">
                <a:solidFill>
                  <a:srgbClr val="023E8A"/>
                </a:solidFill>
                <a:latin typeface="Segoe UI" panose="020B0502040204020203" pitchFamily="34" charset="0"/>
              </a:rPr>
              <a:t>Get-ADUser -Filter * | Select Name,SamAccountName,Enabled | Export-Csv C:\users.csv -NoTypeInformation</a:t>
            </a:r>
          </a:p>
        </p:txBody>
      </p:sp>
      <p:sp>
        <p:nvSpPr>
          <p:cNvPr id="4" name="Shape 7">
            <a:extLst>
              <a:ext uri="{FF2B5EF4-FFF2-40B4-BE49-F238E27FC236}">
                <a16:creationId xmlns:a16="http://schemas.microsoft.com/office/drawing/2014/main" id="{1F5F9ABD-6689-6579-8361-195170361B62}"/>
              </a:ext>
            </a:extLst>
          </p:cNvPr>
          <p:cNvSpPr/>
          <p:nvPr/>
        </p:nvSpPr>
        <p:spPr>
          <a:xfrm>
            <a:off x="6563361" y="1044543"/>
            <a:ext cx="1645920" cy="1645920"/>
          </a:xfrm>
          <a:prstGeom prst="ellipse">
            <a:avLst/>
          </a:prstGeom>
          <a:solidFill>
            <a:srgbClr val="0076D4"/>
          </a:solidFill>
          <a:ln w="12700">
            <a:solidFill>
              <a:srgbClr val="0076D4"/>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E07AA09F-F185-9154-2170-02AF7066C9BA}"/>
              </a:ext>
            </a:extLst>
          </p:cNvPr>
          <p:cNvPicPr>
            <a:picLocks noChangeAspect="1"/>
          </p:cNvPicPr>
          <p:nvPr/>
        </p:nvPicPr>
        <p:blipFill>
          <a:blip r:embed="rId2"/>
          <a:stretch>
            <a:fillRect/>
          </a:stretch>
        </p:blipFill>
        <p:spPr>
          <a:xfrm>
            <a:off x="6764528" y="1245711"/>
            <a:ext cx="1234440" cy="1234440"/>
          </a:xfrm>
          <a:prstGeom prst="rect">
            <a:avLst/>
          </a:prstGeom>
        </p:spPr>
      </p:pic>
      <p:sp>
        <p:nvSpPr>
          <p:cNvPr id="6" name="Shape 8">
            <a:extLst>
              <a:ext uri="{FF2B5EF4-FFF2-40B4-BE49-F238E27FC236}">
                <a16:creationId xmlns:a16="http://schemas.microsoft.com/office/drawing/2014/main" id="{FFE75348-DB20-E0A4-4D55-979C4B2F2C77}"/>
              </a:ext>
            </a:extLst>
          </p:cNvPr>
          <p:cNvSpPr/>
          <p:nvPr/>
        </p:nvSpPr>
        <p:spPr>
          <a:xfrm>
            <a:off x="5237480" y="2919063"/>
            <a:ext cx="3657600" cy="1280160"/>
          </a:xfrm>
          <a:prstGeom prst="rect">
            <a:avLst/>
          </a:prstGeom>
          <a:solidFill>
            <a:srgbClr val="D8EEF8"/>
          </a:solidFill>
          <a:ln w="12700">
            <a:solidFill>
              <a:srgbClr val="8ECAE6"/>
            </a:solidFill>
            <a:prstDash val="solid"/>
          </a:ln>
        </p:spPr>
        <p:txBody>
          <a:bodyPr/>
          <a:lstStyle/>
          <a:p>
            <a:endParaRPr lang="en-US"/>
          </a:p>
        </p:txBody>
      </p:sp>
      <p:sp>
        <p:nvSpPr>
          <p:cNvPr id="7" name="Shape 9">
            <a:extLst>
              <a:ext uri="{FF2B5EF4-FFF2-40B4-BE49-F238E27FC236}">
                <a16:creationId xmlns:a16="http://schemas.microsoft.com/office/drawing/2014/main" id="{10DFA93F-7388-6A51-86E6-AF7E4FCC60E3}"/>
              </a:ext>
            </a:extLst>
          </p:cNvPr>
          <p:cNvSpPr/>
          <p:nvPr/>
        </p:nvSpPr>
        <p:spPr>
          <a:xfrm>
            <a:off x="5237480" y="2919063"/>
            <a:ext cx="3657600" cy="73152"/>
          </a:xfrm>
          <a:prstGeom prst="rect">
            <a:avLst/>
          </a:prstGeom>
          <a:solidFill>
            <a:srgbClr val="0076D4"/>
          </a:solidFill>
          <a:ln w="12700">
            <a:solidFill>
              <a:srgbClr val="0076D4"/>
            </a:solidFill>
            <a:prstDash val="solid"/>
          </a:ln>
        </p:spPr>
        <p:txBody>
          <a:bodyPr/>
          <a:lstStyle/>
          <a:p>
            <a:endParaRPr lang="en-US"/>
          </a:p>
        </p:txBody>
      </p:sp>
      <p:sp>
        <p:nvSpPr>
          <p:cNvPr id="8" name="Text 10">
            <a:extLst>
              <a:ext uri="{FF2B5EF4-FFF2-40B4-BE49-F238E27FC236}">
                <a16:creationId xmlns:a16="http://schemas.microsoft.com/office/drawing/2014/main" id="{A4EC3FE0-A6CE-D67F-357A-250637C6AC8E}"/>
              </a:ext>
            </a:extLst>
          </p:cNvPr>
          <p:cNvSpPr/>
          <p:nvPr/>
        </p:nvSpPr>
        <p:spPr>
          <a:xfrm>
            <a:off x="5328920" y="2964783"/>
            <a:ext cx="3474720" cy="347472"/>
          </a:xfrm>
          <a:prstGeom prst="rect">
            <a:avLst/>
          </a:prstGeom>
          <a:noFill/>
          <a:ln/>
        </p:spPr>
        <p:txBody>
          <a:bodyPr wrap="square" lIns="0" tIns="0" rIns="0" bIns="0" rtlCol="0" anchor="ctr">
            <a:normAutofit/>
          </a:bodyPr>
          <a:lstStyle/>
          <a:p>
            <a:pPr marL="0" indent="0" algn="l">
              <a:buNone/>
            </a:pPr>
            <a:r>
              <a:rPr lang="en-US" sz="1100" b="1" dirty="0">
                <a:solidFill>
                  <a:srgbClr val="219EBC"/>
                </a:solidFill>
                <a:latin typeface="Segoe UI" panose="020B0502040204020203" pitchFamily="34" charset="0"/>
              </a:rPr>
              <a:t>Pro Tip</a:t>
            </a:r>
          </a:p>
        </p:txBody>
      </p:sp>
      <p:sp>
        <p:nvSpPr>
          <p:cNvPr id="9" name="Text 11">
            <a:extLst>
              <a:ext uri="{FF2B5EF4-FFF2-40B4-BE49-F238E27FC236}">
                <a16:creationId xmlns:a16="http://schemas.microsoft.com/office/drawing/2014/main" id="{A4BD810A-7B2C-DF45-4BAA-A8862A6C3D6F}"/>
              </a:ext>
            </a:extLst>
          </p:cNvPr>
          <p:cNvSpPr/>
          <p:nvPr/>
        </p:nvSpPr>
        <p:spPr>
          <a:xfrm>
            <a:off x="5328920" y="3330543"/>
            <a:ext cx="3474720" cy="777240"/>
          </a:xfrm>
          <a:prstGeom prst="rect">
            <a:avLst/>
          </a:prstGeom>
          <a:noFill/>
          <a:ln/>
        </p:spPr>
        <p:txBody>
          <a:bodyPr wrap="square" lIns="0" tIns="0" rIns="0" bIns="0" rtlCol="0" anchor="t">
            <a:normAutofit/>
          </a:bodyPr>
          <a:lstStyle/>
          <a:p>
            <a:pPr marL="0" indent="0" algn="l">
              <a:buNone/>
            </a:pPr>
            <a:r>
              <a:rPr lang="en-US" sz="1200" dirty="0">
                <a:solidFill>
                  <a:srgbClr val="023047"/>
                </a:solidFill>
                <a:latin typeface="Segoe UI" panose="020B0502040204020203" pitchFamily="34" charset="0"/>
              </a:rPr>
              <a:t>Use -WhatIf to test bulk changes. Use -PassThru to confirm edits were applied.</a:t>
            </a:r>
          </a:p>
        </p:txBody>
      </p:sp>
      <p:sp>
        <p:nvSpPr>
          <p:cNvPr id="10" name="Course footer">
            <a:extLst>
              <a:ext uri="{FF2B5EF4-FFF2-40B4-BE49-F238E27FC236}">
                <a16:creationId xmlns:a16="http://schemas.microsoft.com/office/drawing/2014/main" id="{4F67D931-0042-A1FB-270C-2079CE8426F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2291D638-D124-D88E-C3C1-BF09F6856FD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38439271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778FE-CA98-0F1A-CB62-D7FE3C3DB7B4}"/>
              </a:ext>
            </a:extLst>
          </p:cNvPr>
          <p:cNvSpPr>
            <a:spLocks noGrp="1"/>
          </p:cNvSpPr>
          <p:nvPr>
            <p:ph type="title"/>
          </p:nvPr>
        </p:nvSpPr>
        <p:spPr/>
        <p:txBody>
          <a:bodyPr wrap="square">
            <a:noAutofit/>
          </a:bodyPr>
          <a:lstStyle/>
          <a:p>
            <a:r>
              <a:rPr lang="en-GB"/>
              <a:t>7.9 Key GPOs for AD &amp; User Administration</a:t>
            </a:r>
          </a:p>
        </p:txBody>
      </p:sp>
      <p:sp>
        <p:nvSpPr>
          <p:cNvPr id="3" name="Text 6">
            <a:extLst>
              <a:ext uri="{FF2B5EF4-FFF2-40B4-BE49-F238E27FC236}">
                <a16:creationId xmlns:a16="http://schemas.microsoft.com/office/drawing/2014/main" id="{6BEC1D43-D1B4-471F-8DA8-788F6B0123BE}"/>
              </a:ext>
            </a:extLst>
          </p:cNvPr>
          <p:cNvSpPr/>
          <p:nvPr/>
        </p:nvSpPr>
        <p:spPr>
          <a:xfrm>
            <a:off x="254000" y="879951"/>
            <a:ext cx="4826000" cy="3977640"/>
          </a:xfrm>
          <a:prstGeom prst="rect">
            <a:avLst/>
          </a:prstGeom>
          <a:noFill/>
          <a:ln/>
        </p:spPr>
        <p:txBody>
          <a:bodyPr wrap="square" lIns="0" tIns="0" rIns="0" bIns="0" rtlCol="0" anchor="t">
            <a:normAutofit/>
          </a:bodyPr>
          <a:lstStyle/>
          <a:p>
            <a:pPr marL="0" indent="0">
              <a:spcAft>
                <a:spcPts val="300"/>
              </a:spcAft>
              <a:buNone/>
            </a:pPr>
            <a:r>
              <a:rPr lang="en-US" sz="1400" b="1" dirty="0">
                <a:solidFill>
                  <a:srgbClr val="023047"/>
                </a:solidFill>
                <a:latin typeface="Segoe UI" panose="020B0502040204020203" pitchFamily="34" charset="0"/>
              </a:rPr>
              <a:t>GPOs enforce security and user settings centrally across the AD hierarchy (LSDOU order).</a:t>
            </a:r>
          </a:p>
          <a:p>
            <a:pPr marL="342900" indent="-342900">
              <a:spcAft>
                <a:spcPts val="200"/>
              </a:spcAft>
              <a:buSzPct val="100000"/>
              <a:buChar char="•"/>
            </a:pPr>
            <a:r>
              <a:rPr lang="en-US" sz="1400" b="1" dirty="0">
                <a:solidFill>
                  <a:srgbClr val="023047"/>
                </a:solidFill>
                <a:latin typeface="Segoe UI" panose="020B0502040204020203" pitchFamily="34" charset="0"/>
              </a:rPr>
              <a:t>Password Policy</a:t>
            </a:r>
            <a:r>
              <a:rPr lang="en-US" sz="1400" dirty="0">
                <a:solidFill>
                  <a:srgbClr val="023047"/>
                </a:solidFill>
                <a:latin typeface="Segoe UI" panose="020B0502040204020203" pitchFamily="34" charset="0"/>
              </a:rPr>
              <a:t> — length, complexity, max age, history</a:t>
            </a:r>
          </a:p>
          <a:p>
            <a:pPr marL="685800" indent="-342900">
              <a:spcAft>
                <a:spcPts val="300"/>
              </a:spcAft>
              <a:buSzPct val="100000"/>
              <a:buChar char="–"/>
            </a:pPr>
            <a:r>
              <a:rPr lang="en-US" sz="1200" dirty="0">
                <a:solidFill>
                  <a:srgbClr val="555555"/>
                </a:solidFill>
                <a:latin typeface="Segoe UI" panose="020B0502040204020203" pitchFamily="34" charset="0"/>
              </a:rPr>
              <a:t>Computer Config &gt; Windows Settings &gt; Security Settings &gt; Account Policies</a:t>
            </a:r>
          </a:p>
          <a:p>
            <a:pPr marL="342900" indent="-342900">
              <a:spcAft>
                <a:spcPts val="200"/>
              </a:spcAft>
              <a:buSzPct val="100000"/>
              <a:buChar char="•"/>
            </a:pPr>
            <a:r>
              <a:rPr lang="en-US" sz="1400" b="1" dirty="0">
                <a:solidFill>
                  <a:srgbClr val="023047"/>
                </a:solidFill>
                <a:latin typeface="Segoe UI" panose="020B0502040204020203" pitchFamily="34" charset="0"/>
              </a:rPr>
              <a:t>Account Lockout Policy</a:t>
            </a:r>
            <a:r>
              <a:rPr lang="en-US" sz="1400" dirty="0">
                <a:solidFill>
                  <a:srgbClr val="023047"/>
                </a:solidFill>
                <a:latin typeface="Segoe UI" panose="020B0502040204020203" pitchFamily="34" charset="0"/>
              </a:rPr>
              <a:t> — locks after failed attempts; set threshold and duration</a:t>
            </a:r>
          </a:p>
          <a:p>
            <a:pPr marL="685800" indent="-342900">
              <a:spcAft>
                <a:spcPts val="300"/>
              </a:spcAft>
              <a:buSzPct val="100000"/>
              <a:buChar char="–"/>
            </a:pPr>
            <a:r>
              <a:rPr lang="en-US" sz="1200" dirty="0">
                <a:solidFill>
                  <a:srgbClr val="555555"/>
                </a:solidFill>
                <a:latin typeface="Segoe UI" panose="020B0502040204020203" pitchFamily="34" charset="0"/>
              </a:rPr>
              <a:t>Computer Config &gt; Windows Settings &gt; Security Settings &gt; Account Lockout Policy</a:t>
            </a:r>
          </a:p>
          <a:p>
            <a:pPr marL="342900" indent="-342900">
              <a:spcAft>
                <a:spcPts val="200"/>
              </a:spcAft>
              <a:buSzPct val="100000"/>
              <a:buChar char="•"/>
            </a:pPr>
            <a:r>
              <a:rPr lang="en-US" sz="1400" b="1" dirty="0">
                <a:solidFill>
                  <a:srgbClr val="023047"/>
                </a:solidFill>
                <a:latin typeface="Segoe UI" panose="020B0502040204020203" pitchFamily="34" charset="0"/>
              </a:rPr>
              <a:t>Audit Policy</a:t>
            </a:r>
            <a:r>
              <a:rPr lang="en-US" sz="1400" dirty="0">
                <a:solidFill>
                  <a:srgbClr val="023047"/>
                </a:solidFill>
                <a:latin typeface="Segoe UI" panose="020B0502040204020203" pitchFamily="34" charset="0"/>
              </a:rPr>
              <a:t> — log logon events, object access, and AD directory service changes</a:t>
            </a:r>
          </a:p>
          <a:p>
            <a:pPr marL="685800" indent="-342900">
              <a:spcAft>
                <a:spcPts val="300"/>
              </a:spcAft>
              <a:buSzPct val="100000"/>
              <a:buChar char="–"/>
            </a:pPr>
            <a:r>
              <a:rPr lang="en-US" sz="1200" dirty="0">
                <a:solidFill>
                  <a:srgbClr val="555555"/>
                </a:solidFill>
                <a:latin typeface="Segoe UI" panose="020B0502040204020203" pitchFamily="34" charset="0"/>
              </a:rPr>
              <a:t>Computer Config &gt; Windows Settings &gt; Security Settings &gt; Audit Policy</a:t>
            </a:r>
          </a:p>
          <a:p>
            <a:pPr marL="342900" indent="-342900">
              <a:spcAft>
                <a:spcPts val="200"/>
              </a:spcAft>
              <a:buSzPct val="100000"/>
              <a:buChar char="•"/>
            </a:pPr>
            <a:r>
              <a:rPr lang="en-US" sz="1400" b="1" dirty="0">
                <a:solidFill>
                  <a:srgbClr val="023047"/>
                </a:solidFill>
                <a:latin typeface="Segoe UI" panose="020B0502040204020203" pitchFamily="34" charset="0"/>
              </a:rPr>
              <a:t>Restrict Control Panel / Settings</a:t>
            </a:r>
            <a:r>
              <a:rPr lang="en-US" sz="1400" dirty="0">
                <a:solidFill>
                  <a:srgbClr val="023047"/>
                </a:solidFill>
                <a:latin typeface="Segoe UI" panose="020B0502040204020203" pitchFamily="34" charset="0"/>
              </a:rPr>
              <a:t> — blocks standard users from system changes</a:t>
            </a:r>
          </a:p>
          <a:p>
            <a:pPr marL="685800" indent="-342900">
              <a:spcAft>
                <a:spcPts val="300"/>
              </a:spcAft>
              <a:buSzPct val="100000"/>
              <a:buChar char="–"/>
            </a:pPr>
            <a:r>
              <a:rPr lang="en-US" sz="1200" dirty="0">
                <a:solidFill>
                  <a:srgbClr val="555555"/>
                </a:solidFill>
                <a:latin typeface="Segoe UI" panose="020B0502040204020203" pitchFamily="34" charset="0"/>
              </a:rPr>
              <a:t>User Config &gt; Administrative Templates &gt; Control Panel &gt; Prohibit access to Control Panel and PC settings</a:t>
            </a:r>
          </a:p>
        </p:txBody>
      </p:sp>
      <p:sp>
        <p:nvSpPr>
          <p:cNvPr id="4" name="Shape 7">
            <a:extLst>
              <a:ext uri="{FF2B5EF4-FFF2-40B4-BE49-F238E27FC236}">
                <a16:creationId xmlns:a16="http://schemas.microsoft.com/office/drawing/2014/main" id="{C5999017-6502-D475-C8FF-367D5511F447}"/>
              </a:ext>
            </a:extLst>
          </p:cNvPr>
          <p:cNvSpPr/>
          <p:nvPr/>
        </p:nvSpPr>
        <p:spPr>
          <a:xfrm>
            <a:off x="6563361" y="1044543"/>
            <a:ext cx="1645920" cy="1645920"/>
          </a:xfrm>
          <a:prstGeom prst="ellipse">
            <a:avLst/>
          </a:prstGeom>
          <a:solidFill>
            <a:srgbClr val="0076D4"/>
          </a:solidFill>
          <a:ln w="12700">
            <a:solidFill>
              <a:srgbClr val="0076D4"/>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46CEC9D4-EAC6-9CC1-7AD1-44812B06A456}"/>
              </a:ext>
            </a:extLst>
          </p:cNvPr>
          <p:cNvPicPr>
            <a:picLocks noChangeAspect="1"/>
          </p:cNvPicPr>
          <p:nvPr/>
        </p:nvPicPr>
        <p:blipFill>
          <a:blip r:embed="rId2"/>
          <a:stretch>
            <a:fillRect/>
          </a:stretch>
        </p:blipFill>
        <p:spPr>
          <a:xfrm>
            <a:off x="6764528" y="1245711"/>
            <a:ext cx="1234440" cy="1234440"/>
          </a:xfrm>
          <a:prstGeom prst="rect">
            <a:avLst/>
          </a:prstGeom>
        </p:spPr>
      </p:pic>
      <p:sp>
        <p:nvSpPr>
          <p:cNvPr id="6" name="Shape 8">
            <a:extLst>
              <a:ext uri="{FF2B5EF4-FFF2-40B4-BE49-F238E27FC236}">
                <a16:creationId xmlns:a16="http://schemas.microsoft.com/office/drawing/2014/main" id="{E5CB7517-D62A-59EB-E2FB-0A44B991E185}"/>
              </a:ext>
            </a:extLst>
          </p:cNvPr>
          <p:cNvSpPr/>
          <p:nvPr/>
        </p:nvSpPr>
        <p:spPr>
          <a:xfrm>
            <a:off x="5237480" y="2919063"/>
            <a:ext cx="3657600" cy="1280160"/>
          </a:xfrm>
          <a:prstGeom prst="rect">
            <a:avLst/>
          </a:prstGeom>
          <a:solidFill>
            <a:srgbClr val="D8EEF8"/>
          </a:solidFill>
          <a:ln w="12700">
            <a:solidFill>
              <a:srgbClr val="8ECAE6"/>
            </a:solidFill>
            <a:prstDash val="solid"/>
          </a:ln>
        </p:spPr>
        <p:txBody>
          <a:bodyPr/>
          <a:lstStyle/>
          <a:p>
            <a:endParaRPr lang="en-US"/>
          </a:p>
        </p:txBody>
      </p:sp>
      <p:sp>
        <p:nvSpPr>
          <p:cNvPr id="7" name="Shape 9">
            <a:extLst>
              <a:ext uri="{FF2B5EF4-FFF2-40B4-BE49-F238E27FC236}">
                <a16:creationId xmlns:a16="http://schemas.microsoft.com/office/drawing/2014/main" id="{E8176D61-8D0A-A5E0-85E7-F75593A7E25C}"/>
              </a:ext>
            </a:extLst>
          </p:cNvPr>
          <p:cNvSpPr/>
          <p:nvPr/>
        </p:nvSpPr>
        <p:spPr>
          <a:xfrm>
            <a:off x="5237480" y="2919063"/>
            <a:ext cx="3657600" cy="73152"/>
          </a:xfrm>
          <a:prstGeom prst="rect">
            <a:avLst/>
          </a:prstGeom>
          <a:solidFill>
            <a:srgbClr val="0076D4"/>
          </a:solidFill>
          <a:ln w="12700">
            <a:solidFill>
              <a:srgbClr val="0076D4"/>
            </a:solidFill>
            <a:prstDash val="solid"/>
          </a:ln>
        </p:spPr>
        <p:txBody>
          <a:bodyPr/>
          <a:lstStyle/>
          <a:p>
            <a:endParaRPr lang="en-US"/>
          </a:p>
        </p:txBody>
      </p:sp>
      <p:sp>
        <p:nvSpPr>
          <p:cNvPr id="8" name="Text 10">
            <a:extLst>
              <a:ext uri="{FF2B5EF4-FFF2-40B4-BE49-F238E27FC236}">
                <a16:creationId xmlns:a16="http://schemas.microsoft.com/office/drawing/2014/main" id="{ABFE2412-5D62-37D5-508C-78F5C43863BF}"/>
              </a:ext>
            </a:extLst>
          </p:cNvPr>
          <p:cNvSpPr/>
          <p:nvPr/>
        </p:nvSpPr>
        <p:spPr>
          <a:xfrm>
            <a:off x="5328920" y="2964783"/>
            <a:ext cx="3474720" cy="347472"/>
          </a:xfrm>
          <a:prstGeom prst="rect">
            <a:avLst/>
          </a:prstGeom>
          <a:noFill/>
          <a:ln/>
        </p:spPr>
        <p:txBody>
          <a:bodyPr wrap="square" lIns="0" tIns="0" rIns="0" bIns="0" rtlCol="0" anchor="ctr">
            <a:normAutofit/>
          </a:bodyPr>
          <a:lstStyle/>
          <a:p>
            <a:pPr marL="0" indent="0" algn="l">
              <a:buNone/>
            </a:pPr>
            <a:r>
              <a:rPr lang="en-US" sz="1100" b="1" dirty="0">
                <a:solidFill>
                  <a:srgbClr val="219EBC"/>
                </a:solidFill>
                <a:latin typeface="Segoe UI" panose="020B0502040204020203" pitchFamily="34" charset="0"/>
              </a:rPr>
              <a:t>GPO Order</a:t>
            </a:r>
          </a:p>
        </p:txBody>
      </p:sp>
      <p:sp>
        <p:nvSpPr>
          <p:cNvPr id="9" name="Text 11">
            <a:extLst>
              <a:ext uri="{FF2B5EF4-FFF2-40B4-BE49-F238E27FC236}">
                <a16:creationId xmlns:a16="http://schemas.microsoft.com/office/drawing/2014/main" id="{3DAE9780-17D8-3B13-7A72-E8E34949FE80}"/>
              </a:ext>
            </a:extLst>
          </p:cNvPr>
          <p:cNvSpPr/>
          <p:nvPr/>
        </p:nvSpPr>
        <p:spPr>
          <a:xfrm>
            <a:off x="5328920" y="3330543"/>
            <a:ext cx="3474720" cy="777240"/>
          </a:xfrm>
          <a:prstGeom prst="rect">
            <a:avLst/>
          </a:prstGeom>
          <a:noFill/>
          <a:ln/>
        </p:spPr>
        <p:txBody>
          <a:bodyPr wrap="square" lIns="0" tIns="0" rIns="0" bIns="0" rtlCol="0" anchor="t">
            <a:normAutofit/>
          </a:bodyPr>
          <a:lstStyle/>
          <a:p>
            <a:pPr marL="0" indent="0" algn="l">
              <a:buNone/>
            </a:pPr>
            <a:r>
              <a:rPr lang="en-US" sz="1200" dirty="0">
                <a:solidFill>
                  <a:srgbClr val="023047"/>
                </a:solidFill>
                <a:latin typeface="Segoe UI" panose="020B0502040204020203" pitchFamily="34" charset="0"/>
              </a:rPr>
              <a:t>Applied in order: Local then Site then Domain then OU (LSDOU). Later policies override earlier ones.</a:t>
            </a:r>
          </a:p>
        </p:txBody>
      </p:sp>
      <p:sp>
        <p:nvSpPr>
          <p:cNvPr id="10" name="Course footer">
            <a:extLst>
              <a:ext uri="{FF2B5EF4-FFF2-40B4-BE49-F238E27FC236}">
                <a16:creationId xmlns:a16="http://schemas.microsoft.com/office/drawing/2014/main" id="{8BE71B8D-A913-DA17-D472-30A2E6D2125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51EA694D-4EBF-D1E7-86C9-D3FECABC210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0788271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CC5F3-2512-5B4E-DBDB-F94FF38D4981}"/>
              </a:ext>
            </a:extLst>
          </p:cNvPr>
          <p:cNvSpPr>
            <a:spLocks noGrp="1"/>
          </p:cNvSpPr>
          <p:nvPr>
            <p:ph type="title"/>
          </p:nvPr>
        </p:nvSpPr>
        <p:spPr/>
        <p:txBody>
          <a:bodyPr wrap="square">
            <a:noAutofit/>
          </a:bodyPr>
          <a:lstStyle/>
          <a:p>
            <a:r>
              <a:rPr lang="en-GB"/>
              <a:t>Group Scope: Domain Local, Global, and Universal</a:t>
            </a:r>
          </a:p>
        </p:txBody>
      </p:sp>
      <p:sp>
        <p:nvSpPr>
          <p:cNvPr id="3" name="LeftCol">
            <a:extLst>
              <a:ext uri="{FF2B5EF4-FFF2-40B4-BE49-F238E27FC236}">
                <a16:creationId xmlns:a16="http://schemas.microsoft.com/office/drawing/2014/main" id="{7E0ACEC4-C62F-4F97-5931-AD2CE1E9F366}"/>
              </a:ext>
            </a:extLst>
          </p:cNvPr>
          <p:cNvSpPr/>
          <p:nvPr/>
        </p:nvSpPr>
        <p:spPr>
          <a:xfrm>
            <a:off x="273050" y="841851"/>
            <a:ext cx="4200000" cy="4050000"/>
          </a:xfrm>
          <a:prstGeom prst="rect">
            <a:avLst/>
          </a:prstGeom>
          <a:noFill/>
          <a:ln/>
        </p:spPr>
        <p:txBody>
          <a:bodyPr wrap="square" lIns="0" tIns="0" rIns="0" bIns="0" rtlCol="0" anchor="t">
            <a:normAutofit/>
          </a:bodyPr>
          <a:lstStyle/>
          <a:p>
            <a:pPr marL="0" indent="0">
              <a:spcAft>
                <a:spcPts val="200"/>
              </a:spcAft>
              <a:buNone/>
            </a:pPr>
            <a:r>
              <a:rPr lang="en-US" sz="1500" b="1" dirty="0">
                <a:solidFill>
                  <a:srgbClr val="023047"/>
                </a:solidFill>
                <a:latin typeface="Segoe UI" panose="020B0502040204020203" pitchFamily="34" charset="0"/>
              </a:rPr>
              <a:t>Domain Local</a:t>
            </a:r>
          </a:p>
          <a:p>
            <a:pPr marL="228600" indent="-228600">
              <a:spcAft>
                <a:spcPts val="150"/>
              </a:spcAft>
              <a:buChar char="•"/>
            </a:pPr>
            <a:r>
              <a:rPr lang="en-US" sz="1300" dirty="0">
                <a:solidFill>
                  <a:srgbClr val="333333"/>
                </a:solidFill>
                <a:latin typeface="Segoe UI" panose="020B0502040204020203" pitchFamily="34" charset="0"/>
              </a:rPr>
              <a:t>Scope: single domain only</a:t>
            </a:r>
          </a:p>
          <a:p>
            <a:pPr marL="228600" indent="-228600">
              <a:spcAft>
                <a:spcPts val="150"/>
              </a:spcAft>
              <a:buChar char="•"/>
            </a:pPr>
            <a:r>
              <a:rPr lang="en-US" sz="1300" dirty="0">
                <a:solidFill>
                  <a:srgbClr val="333333"/>
                </a:solidFill>
                <a:latin typeface="Segoe UI" panose="020B0502040204020203" pitchFamily="34" charset="0"/>
              </a:rPr>
              <a:t>Members: users/groups from any domain in forest</a:t>
            </a:r>
          </a:p>
          <a:p>
            <a:pPr marL="228600" indent="-228600">
              <a:spcAft>
                <a:spcPts val="150"/>
              </a:spcAft>
              <a:buChar char="•"/>
            </a:pPr>
            <a:r>
              <a:rPr lang="en-US" sz="1300" dirty="0">
                <a:solidFill>
                  <a:srgbClr val="333333"/>
                </a:solidFill>
                <a:latin typeface="Segoe UI" panose="020B0502040204020203" pitchFamily="34" charset="0"/>
              </a:rPr>
              <a:t>Use: assign permissions to resources in the same domain</a:t>
            </a:r>
          </a:p>
          <a:p>
            <a:pPr>
              <a:spcAft>
                <a:spcPts val="300"/>
              </a:spcAft>
              <a:buNone/>
            </a:pPr>
            <a:endParaRPr lang="en-US">
              <a:latin typeface="Segoe UI" panose="020B0502040204020203" pitchFamily="34" charset="0"/>
            </a:endParaRPr>
          </a:p>
          <a:p>
            <a:pPr marL="0" indent="0">
              <a:spcAft>
                <a:spcPts val="200"/>
              </a:spcAft>
              <a:buNone/>
            </a:pPr>
            <a:r>
              <a:rPr lang="en-US" sz="1500" b="1" dirty="0">
                <a:solidFill>
                  <a:srgbClr val="023047"/>
                </a:solidFill>
                <a:latin typeface="Segoe UI" panose="020B0502040204020203" pitchFamily="34" charset="0"/>
              </a:rPr>
              <a:t>Global</a:t>
            </a:r>
          </a:p>
          <a:p>
            <a:pPr marL="228600" indent="-228600">
              <a:spcAft>
                <a:spcPts val="150"/>
              </a:spcAft>
              <a:buChar char="•"/>
            </a:pPr>
            <a:r>
              <a:rPr lang="en-US" sz="1300" dirty="0">
                <a:solidFill>
                  <a:srgbClr val="333333"/>
                </a:solidFill>
                <a:latin typeface="Segoe UI" panose="020B0502040204020203" pitchFamily="34" charset="0"/>
              </a:rPr>
              <a:t>Scope: visible across the entire forest</a:t>
            </a:r>
          </a:p>
          <a:p>
            <a:pPr marL="228600" indent="-228600">
              <a:spcAft>
                <a:spcPts val="150"/>
              </a:spcAft>
              <a:buChar char="•"/>
            </a:pPr>
            <a:r>
              <a:rPr lang="en-US" sz="1300" dirty="0">
                <a:solidFill>
                  <a:srgbClr val="333333"/>
                </a:solidFill>
                <a:latin typeface="Segoe UI" panose="020B0502040204020203" pitchFamily="34" charset="0"/>
              </a:rPr>
              <a:t>Members: accounts from the same domain only</a:t>
            </a:r>
          </a:p>
          <a:p>
            <a:pPr marL="228600" indent="-228600">
              <a:spcAft>
                <a:spcPts val="150"/>
              </a:spcAft>
              <a:buChar char="•"/>
            </a:pPr>
            <a:r>
              <a:rPr lang="en-US" sz="1300" dirty="0">
                <a:solidFill>
                  <a:srgbClr val="333333"/>
                </a:solidFill>
                <a:latin typeface="Segoe UI" panose="020B0502040204020203" pitchFamily="34" charset="0"/>
              </a:rPr>
              <a:t>Use: organise users by job function or role</a:t>
            </a:r>
          </a:p>
          <a:p>
            <a:pPr>
              <a:spcAft>
                <a:spcPts val="300"/>
              </a:spcAft>
              <a:buNone/>
            </a:pPr>
            <a:endParaRPr lang="en-US">
              <a:latin typeface="Segoe UI" panose="020B0502040204020203" pitchFamily="34" charset="0"/>
            </a:endParaRPr>
          </a:p>
          <a:p>
            <a:pPr marL="0" indent="0">
              <a:spcAft>
                <a:spcPts val="200"/>
              </a:spcAft>
              <a:buNone/>
            </a:pPr>
            <a:r>
              <a:rPr lang="en-US" sz="1500" b="1" dirty="0">
                <a:solidFill>
                  <a:srgbClr val="023047"/>
                </a:solidFill>
                <a:latin typeface="Segoe UI" panose="020B0502040204020203" pitchFamily="34" charset="0"/>
              </a:rPr>
              <a:t>Universal</a:t>
            </a:r>
          </a:p>
          <a:p>
            <a:pPr marL="228600" indent="-228600">
              <a:spcAft>
                <a:spcPts val="150"/>
              </a:spcAft>
              <a:buChar char="•"/>
            </a:pPr>
            <a:r>
              <a:rPr lang="en-US" sz="1300" dirty="0">
                <a:solidFill>
                  <a:srgbClr val="333333"/>
                </a:solidFill>
                <a:latin typeface="Segoe UI" panose="020B0502040204020203" pitchFamily="34" charset="0"/>
              </a:rPr>
              <a:t>Scope: visible and usable across all domains in forest</a:t>
            </a:r>
          </a:p>
          <a:p>
            <a:pPr marL="228600" indent="-228600">
              <a:spcAft>
                <a:spcPts val="150"/>
              </a:spcAft>
              <a:buChar char="•"/>
            </a:pPr>
            <a:r>
              <a:rPr lang="en-US" sz="1300" dirty="0">
                <a:solidFill>
                  <a:srgbClr val="333333"/>
                </a:solidFill>
                <a:latin typeface="Segoe UI" panose="020B0502040204020203" pitchFamily="34" charset="0"/>
              </a:rPr>
              <a:t>Members: accounts from any domain in the forest</a:t>
            </a:r>
          </a:p>
          <a:p>
            <a:pPr marL="228600" indent="-228600">
              <a:spcAft>
                <a:spcPts val="150"/>
              </a:spcAft>
              <a:buChar char="•"/>
            </a:pPr>
            <a:r>
              <a:rPr lang="en-US" sz="1300" dirty="0">
                <a:solidFill>
                  <a:srgbClr val="333333"/>
                </a:solidFill>
                <a:latin typeface="Segoe UI" panose="020B0502040204020203" pitchFamily="34" charset="0"/>
              </a:rPr>
              <a:t>Use: cross-domain resource access; stored in Global Catalog; avoid large memberships</a:t>
            </a:r>
          </a:p>
        </p:txBody>
      </p:sp>
      <p:sp>
        <p:nvSpPr>
          <p:cNvPr id="4" name="RightCol">
            <a:extLst>
              <a:ext uri="{FF2B5EF4-FFF2-40B4-BE49-F238E27FC236}">
                <a16:creationId xmlns:a16="http://schemas.microsoft.com/office/drawing/2014/main" id="{ECA3A278-4088-DCC0-B9C9-D88DAE16919C}"/>
              </a:ext>
            </a:extLst>
          </p:cNvPr>
          <p:cNvSpPr/>
          <p:nvPr/>
        </p:nvSpPr>
        <p:spPr>
          <a:xfrm>
            <a:off x="4798730" y="841851"/>
            <a:ext cx="4069680" cy="4050000"/>
          </a:xfrm>
          <a:prstGeom prst="rect">
            <a:avLst/>
          </a:prstGeom>
          <a:noFill/>
          <a:ln/>
        </p:spPr>
        <p:txBody>
          <a:bodyPr wrap="square" lIns="0" tIns="0" rIns="0" bIns="0" rtlCol="0" anchor="t">
            <a:normAutofit/>
          </a:bodyPr>
          <a:lstStyle/>
          <a:p>
            <a:pPr marL="0" indent="0">
              <a:spcAft>
                <a:spcPts val="200"/>
              </a:spcAft>
              <a:buNone/>
            </a:pPr>
            <a:r>
              <a:rPr lang="en-US" sz="1500" b="1" dirty="0">
                <a:solidFill>
                  <a:srgbClr val="023047"/>
                </a:solidFill>
                <a:latin typeface="Segoe UI" panose="020B0502040204020203" pitchFamily="34" charset="0"/>
              </a:rPr>
              <a:t>PowerShell: Creating and Querying Groups</a:t>
            </a:r>
          </a:p>
          <a:p>
            <a:pPr marL="228600" indent="-228600">
              <a:spcAft>
                <a:spcPts val="150"/>
              </a:spcAft>
              <a:buSzPct val="100000"/>
              <a:buChar char="&gt;"/>
            </a:pPr>
            <a:r>
              <a:rPr lang="en-US" sz="1200" dirty="0">
                <a:solidFill>
                  <a:srgbClr val="023E8A"/>
                </a:solidFill>
                <a:latin typeface="Segoe UI" panose="020B0502040204020203" pitchFamily="34" charset="0"/>
              </a:rPr>
              <a:t>New-ADGroup -Name "London_FileShare_R" -GroupScope DomainLocal -GroupCategory Security -Path "OU=Groups,DC=contoso,DC=com"</a:t>
            </a:r>
          </a:p>
          <a:p>
            <a:pPr marL="228600" indent="-228600">
              <a:spcAft>
                <a:spcPts val="150"/>
              </a:spcAft>
              <a:buSzPct val="100000"/>
              <a:buChar char="&gt;"/>
            </a:pPr>
            <a:r>
              <a:rPr lang="en-US" sz="1200" dirty="0">
                <a:solidFill>
                  <a:srgbClr val="023E8A"/>
                </a:solidFill>
                <a:latin typeface="Segoe UI" panose="020B0502040204020203" pitchFamily="34" charset="0"/>
              </a:rPr>
              <a:t>New-ADGroup -Name "GG_Sales" -GroupScope Global -GroupCategory Security</a:t>
            </a:r>
          </a:p>
          <a:p>
            <a:pPr marL="228600" indent="-228600">
              <a:spcAft>
                <a:spcPts val="150"/>
              </a:spcAft>
              <a:buSzPct val="100000"/>
              <a:buChar char="&gt;"/>
            </a:pPr>
            <a:r>
              <a:rPr lang="en-US" sz="1200" dirty="0">
                <a:solidFill>
                  <a:srgbClr val="023E8A"/>
                </a:solidFill>
                <a:latin typeface="Segoe UI" panose="020B0502040204020203" pitchFamily="34" charset="0"/>
              </a:rPr>
              <a:t>Add-ADGroupMember -Identity "London_FileShare_R" -Members "GG_Sales"</a:t>
            </a:r>
          </a:p>
          <a:p>
            <a:pPr marL="228600" indent="-228600">
              <a:spcAft>
                <a:spcPts val="150"/>
              </a:spcAft>
              <a:buSzPct val="100000"/>
              <a:buChar char="&gt;"/>
            </a:pPr>
            <a:r>
              <a:rPr lang="en-US" sz="1200" dirty="0">
                <a:solidFill>
                  <a:srgbClr val="023E8A"/>
                </a:solidFill>
                <a:latin typeface="Segoe UI" panose="020B0502040204020203" pitchFamily="34" charset="0"/>
              </a:rPr>
              <a:t>Get-ADGroupMember -Identity "GG_Sales" -Recursive</a:t>
            </a:r>
          </a:p>
          <a:p>
            <a:pPr>
              <a:spcAft>
                <a:spcPts val="400"/>
              </a:spcAft>
              <a:buNone/>
            </a:pPr>
            <a:endParaRPr lang="en-US">
              <a:latin typeface="Segoe UI" panose="020B0502040204020203" pitchFamily="34" charset="0"/>
            </a:endParaRPr>
          </a:p>
          <a:p>
            <a:pPr marL="0" indent="0">
              <a:spcAft>
                <a:spcPts val="150"/>
              </a:spcAft>
              <a:buNone/>
            </a:pPr>
            <a:r>
              <a:rPr lang="en-US" sz="1500" b="1" dirty="0">
                <a:solidFill>
                  <a:srgbClr val="023047"/>
                </a:solidFill>
                <a:latin typeface="Segoe UI" panose="020B0502040204020203" pitchFamily="34" charset="0"/>
              </a:rPr>
              <a:t>Security vs Distribution</a:t>
            </a:r>
          </a:p>
          <a:p>
            <a:pPr marL="228600" indent="-228600">
              <a:spcAft>
                <a:spcPts val="150"/>
              </a:spcAft>
              <a:buChar char="•"/>
            </a:pPr>
            <a:r>
              <a:rPr lang="en-US" sz="1300" dirty="0">
                <a:solidFill>
                  <a:srgbClr val="333333"/>
                </a:solidFill>
                <a:latin typeface="Segoe UI" panose="020B0502040204020203" pitchFamily="34" charset="0"/>
              </a:rPr>
              <a:t>Security groups — assign NTFS permissions, share permissions, user rights; can also receive email</a:t>
            </a:r>
          </a:p>
          <a:p>
            <a:pPr marL="228600" indent="-228600">
              <a:spcAft>
                <a:spcPts val="150"/>
              </a:spcAft>
              <a:buChar char="•"/>
            </a:pPr>
            <a:r>
              <a:rPr lang="en-US" sz="1300" dirty="0">
                <a:solidFill>
                  <a:srgbClr val="333333"/>
                </a:solidFill>
                <a:latin typeface="Segoe UI" panose="020B0502040204020203" pitchFamily="34" charset="0"/>
              </a:rPr>
              <a:t>Distribution groups — email lists only; cannot be used for permissions</a:t>
            </a:r>
          </a:p>
          <a:p>
            <a:pPr marL="228600" indent="-228600">
              <a:spcAft>
                <a:spcPts val="150"/>
              </a:spcAft>
              <a:buChar char="•"/>
            </a:pPr>
            <a:r>
              <a:rPr lang="en-US" sz="1300" dirty="0">
                <a:solidFill>
                  <a:srgbClr val="333333"/>
                </a:solidFill>
                <a:latin typeface="Segoe UI" panose="020B0502040204020203" pitchFamily="34" charset="0"/>
              </a:rPr>
              <a:t>In practice: always create Security groups; they do everything Distribution groups do, plus permissions</a:t>
            </a:r>
          </a:p>
        </p:txBody>
      </p:sp>
      <p:sp>
        <p:nvSpPr>
          <p:cNvPr id="5" name="Course footer">
            <a:extLst>
              <a:ext uri="{FF2B5EF4-FFF2-40B4-BE49-F238E27FC236}">
                <a16:creationId xmlns:a16="http://schemas.microsoft.com/office/drawing/2014/main" id="{1FA267AE-723E-BD83-6EB9-8ECB3778EE0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7E5ED06F-931E-67BE-C1E4-F08874AB234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09653994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ACC62-5B5A-ADB3-9559-A317031A641D}"/>
              </a:ext>
            </a:extLst>
          </p:cNvPr>
          <p:cNvSpPr>
            <a:spLocks noGrp="1"/>
          </p:cNvSpPr>
          <p:nvPr>
            <p:ph type="title"/>
          </p:nvPr>
        </p:nvSpPr>
        <p:spPr/>
        <p:txBody>
          <a:bodyPr wrap="square">
            <a:noAutofit/>
          </a:bodyPr>
          <a:lstStyle/>
          <a:p>
            <a:r>
              <a:rPr lang="en-GB"/>
              <a:t>The AGDLP Nesting Strategy</a:t>
            </a:r>
          </a:p>
        </p:txBody>
      </p:sp>
      <p:sp>
        <p:nvSpPr>
          <p:cNvPr id="3" name="LeftCol">
            <a:extLst>
              <a:ext uri="{FF2B5EF4-FFF2-40B4-BE49-F238E27FC236}">
                <a16:creationId xmlns:a16="http://schemas.microsoft.com/office/drawing/2014/main" id="{A0903DEF-C0C3-D77E-4723-80307D9425E4}"/>
              </a:ext>
            </a:extLst>
          </p:cNvPr>
          <p:cNvSpPr/>
          <p:nvPr/>
        </p:nvSpPr>
        <p:spPr>
          <a:xfrm>
            <a:off x="273050" y="841851"/>
            <a:ext cx="4200000" cy="4050000"/>
          </a:xfrm>
          <a:prstGeom prst="rect">
            <a:avLst/>
          </a:prstGeom>
          <a:noFill/>
          <a:ln/>
        </p:spPr>
        <p:txBody>
          <a:bodyPr wrap="square" lIns="0" tIns="0" rIns="0" bIns="0" rtlCol="0" anchor="t">
            <a:normAutofit/>
          </a:bodyPr>
          <a:lstStyle/>
          <a:p>
            <a:pPr marL="0" indent="0">
              <a:spcAft>
                <a:spcPts val="300"/>
              </a:spcAft>
              <a:buNone/>
            </a:pPr>
            <a:r>
              <a:rPr lang="en-US" sz="1500" b="1" dirty="0">
                <a:solidFill>
                  <a:srgbClr val="023047"/>
                </a:solidFill>
                <a:latin typeface="Segoe UI" panose="020B0502040204020203" pitchFamily="34" charset="0"/>
              </a:rPr>
              <a:t>AGDLP: the recommended nesting pattern</a:t>
            </a:r>
          </a:p>
          <a:p>
            <a:pPr marL="228600" indent="-228600">
              <a:spcAft>
                <a:spcPts val="200"/>
              </a:spcAft>
              <a:buChar char="•"/>
            </a:pPr>
            <a:r>
              <a:rPr lang="en-US" sz="1400" b="1" dirty="0">
                <a:solidFill>
                  <a:srgbClr val="219EBC"/>
                </a:solidFill>
                <a:latin typeface="Segoe UI" panose="020B0502040204020203" pitchFamily="34" charset="0"/>
              </a:rPr>
              <a:t>A </a:t>
            </a:r>
            <a:r>
              <a:rPr lang="en-US" sz="1400" dirty="0">
                <a:solidFill>
                  <a:srgbClr val="333333"/>
                </a:solidFill>
                <a:latin typeface="Segoe UI" panose="020B0502040204020203" pitchFamily="34" charset="0"/>
              </a:rPr>
              <a:t>ccounts (user accounts) placed into</a:t>
            </a:r>
          </a:p>
          <a:p>
            <a:pPr marL="228600" indent="-228600">
              <a:spcAft>
                <a:spcPts val="200"/>
              </a:spcAft>
              <a:buChar char="•"/>
            </a:pPr>
            <a:r>
              <a:rPr lang="en-US" sz="1400" b="1" dirty="0">
                <a:solidFill>
                  <a:srgbClr val="219EBC"/>
                </a:solidFill>
                <a:latin typeface="Segoe UI" panose="020B0502040204020203" pitchFamily="34" charset="0"/>
              </a:rPr>
              <a:t>G </a:t>
            </a:r>
            <a:r>
              <a:rPr lang="en-US" sz="1400" dirty="0">
                <a:solidFill>
                  <a:srgbClr val="333333"/>
                </a:solidFill>
                <a:latin typeface="Segoe UI" panose="020B0502040204020203" pitchFamily="34" charset="0"/>
              </a:rPr>
              <a:t>lobal groups (role-based, e.g. GG_Sales) nested into</a:t>
            </a:r>
          </a:p>
          <a:p>
            <a:pPr marL="228600" indent="-228600">
              <a:spcAft>
                <a:spcPts val="200"/>
              </a:spcAft>
              <a:buChar char="•"/>
            </a:pPr>
            <a:r>
              <a:rPr lang="en-US" sz="1400" b="1" dirty="0">
                <a:solidFill>
                  <a:srgbClr val="219EBC"/>
                </a:solidFill>
                <a:latin typeface="Segoe UI" panose="020B0502040204020203" pitchFamily="34" charset="0"/>
              </a:rPr>
              <a:t>DL </a:t>
            </a:r>
            <a:r>
              <a:rPr lang="en-US" sz="1400" dirty="0">
                <a:solidFill>
                  <a:srgbClr val="333333"/>
                </a:solidFill>
                <a:latin typeface="Segoe UI" panose="020B0502040204020203" pitchFamily="34" charset="0"/>
              </a:rPr>
              <a:t>omain Local groups (resource-based, e.g. DL_FileShare_R) assigned</a:t>
            </a:r>
          </a:p>
          <a:p>
            <a:pPr marL="228600" indent="-228600">
              <a:spcAft>
                <a:spcPts val="400"/>
              </a:spcAft>
              <a:buChar char="•"/>
            </a:pPr>
            <a:r>
              <a:rPr lang="en-US" sz="1400" b="1" dirty="0">
                <a:solidFill>
                  <a:srgbClr val="219EBC"/>
                </a:solidFill>
                <a:latin typeface="Segoe UI" panose="020B0502040204020203" pitchFamily="34" charset="0"/>
              </a:rPr>
              <a:t>P </a:t>
            </a:r>
            <a:r>
              <a:rPr lang="en-US" sz="1400" dirty="0">
                <a:solidFill>
                  <a:srgbClr val="333333"/>
                </a:solidFill>
                <a:latin typeface="Segoe UI" panose="020B0502040204020203" pitchFamily="34" charset="0"/>
              </a:rPr>
              <a:t>ermissions on the resource (NTFS or share ACL)</a:t>
            </a:r>
          </a:p>
          <a:p>
            <a:pPr marL="0" indent="0">
              <a:spcAft>
                <a:spcPts val="200"/>
              </a:spcAft>
              <a:buNone/>
            </a:pPr>
            <a:r>
              <a:rPr lang="en-US" sz="1500" b="1" dirty="0">
                <a:solidFill>
                  <a:srgbClr val="023047"/>
                </a:solidFill>
                <a:latin typeface="Segoe UI" panose="020B0502040204020203" pitchFamily="34" charset="0"/>
              </a:rPr>
              <a:t>Why this matters</a:t>
            </a:r>
          </a:p>
          <a:p>
            <a:pPr marL="228600" indent="-228600">
              <a:spcAft>
                <a:spcPts val="150"/>
              </a:spcAft>
              <a:buChar char="•"/>
            </a:pPr>
            <a:r>
              <a:rPr lang="en-US" sz="1300" dirty="0">
                <a:solidFill>
                  <a:srgbClr val="333333"/>
                </a:solidFill>
                <a:latin typeface="Segoe UI" panose="020B0502040204020203" pitchFamily="34" charset="0"/>
              </a:rPr>
              <a:t>Adding a new employee = add them to the right Global group; permissions follow automatically</a:t>
            </a:r>
          </a:p>
          <a:p>
            <a:pPr marL="228600" indent="-228600">
              <a:spcAft>
                <a:spcPts val="150"/>
              </a:spcAft>
              <a:buChar char="•"/>
            </a:pPr>
            <a:r>
              <a:rPr lang="en-US" sz="1300" dirty="0">
                <a:solidFill>
                  <a:srgbClr val="333333"/>
                </a:solidFill>
                <a:latin typeface="Segoe UI" panose="020B0502040204020203" pitchFamily="34" charset="0"/>
              </a:rPr>
              <a:t>Granting access to a new resource = add the right Global group to the DL group; no individual changes needed</a:t>
            </a:r>
          </a:p>
          <a:p>
            <a:pPr marL="228600" indent="-228600">
              <a:spcAft>
                <a:spcPts val="150"/>
              </a:spcAft>
              <a:buChar char="•"/>
            </a:pPr>
            <a:r>
              <a:rPr lang="en-US" sz="1300" dirty="0">
                <a:solidFill>
                  <a:srgbClr val="333333"/>
                </a:solidFill>
                <a:latin typeface="Segoe UI" panose="020B0502040204020203" pitchFamily="34" charset="0"/>
              </a:rPr>
              <a:t>AGUDLP = same pattern across a multi-domain forest using Universal groups as the bridge</a:t>
            </a:r>
          </a:p>
        </p:txBody>
      </p:sp>
      <p:sp>
        <p:nvSpPr>
          <p:cNvPr id="4" name="RightCol">
            <a:extLst>
              <a:ext uri="{FF2B5EF4-FFF2-40B4-BE49-F238E27FC236}">
                <a16:creationId xmlns:a16="http://schemas.microsoft.com/office/drawing/2014/main" id="{512A89DF-50DB-40B9-910F-E8E3DF555AD3}"/>
              </a:ext>
            </a:extLst>
          </p:cNvPr>
          <p:cNvSpPr/>
          <p:nvPr/>
        </p:nvSpPr>
        <p:spPr>
          <a:xfrm>
            <a:off x="4798730" y="841851"/>
            <a:ext cx="4069680" cy="4050000"/>
          </a:xfrm>
          <a:prstGeom prst="rect">
            <a:avLst/>
          </a:prstGeom>
          <a:noFill/>
          <a:ln/>
        </p:spPr>
        <p:txBody>
          <a:bodyPr wrap="square" lIns="0" tIns="0" rIns="0" bIns="0" rtlCol="0" anchor="t">
            <a:normAutofit/>
          </a:bodyPr>
          <a:lstStyle/>
          <a:p>
            <a:pPr marL="0" indent="0">
              <a:spcAft>
                <a:spcPts val="200"/>
              </a:spcAft>
              <a:buNone/>
            </a:pPr>
            <a:r>
              <a:rPr lang="en-US" sz="1500" b="1" dirty="0">
                <a:solidFill>
                  <a:srgbClr val="023047"/>
                </a:solidFill>
                <a:latin typeface="Segoe UI" panose="020B0502040204020203" pitchFamily="34" charset="0"/>
              </a:rPr>
              <a:t>Worked Example: Sales File Share</a:t>
            </a:r>
          </a:p>
          <a:p>
            <a:pPr marL="228600" indent="-228600">
              <a:spcAft>
                <a:spcPts val="150"/>
              </a:spcAft>
              <a:buSzPct val="100000"/>
              <a:buChar char="&gt;"/>
            </a:pPr>
            <a:r>
              <a:rPr lang="en-US" sz="1200" dirty="0">
                <a:solidFill>
                  <a:srgbClr val="023E8A"/>
                </a:solidFill>
                <a:latin typeface="Segoe UI" panose="020B0502040204020203" pitchFamily="34" charset="0"/>
              </a:rPr>
              <a:t># 1. Create role group (Global)</a:t>
            </a:r>
          </a:p>
          <a:p>
            <a:pPr marL="228600" indent="-228600">
              <a:spcAft>
                <a:spcPts val="150"/>
              </a:spcAft>
              <a:buSzPct val="100000"/>
              <a:buChar char="&gt;"/>
            </a:pPr>
            <a:r>
              <a:rPr lang="en-US" sz="1200" dirty="0">
                <a:solidFill>
                  <a:srgbClr val="023E8A"/>
                </a:solidFill>
                <a:latin typeface="Segoe UI" panose="020B0502040204020203" pitchFamily="34" charset="0"/>
              </a:rPr>
              <a:t>New-ADGroup "GG_Sales" -GroupScope Global -GroupCategory Security</a:t>
            </a:r>
          </a:p>
          <a:p>
            <a:pPr marL="228600" indent="-228600">
              <a:spcAft>
                <a:spcPts val="150"/>
              </a:spcAft>
              <a:buSzPct val="100000"/>
              <a:buChar char="&gt;"/>
            </a:pPr>
            <a:r>
              <a:rPr lang="en-US" sz="1200" dirty="0">
                <a:solidFill>
                  <a:srgbClr val="023E8A"/>
                </a:solidFill>
                <a:latin typeface="Segoe UI" panose="020B0502040204020203" pitchFamily="34" charset="0"/>
              </a:rPr>
              <a:t># 2. Create resource group (Domain Local)</a:t>
            </a:r>
          </a:p>
          <a:p>
            <a:pPr marL="228600" indent="-228600">
              <a:spcAft>
                <a:spcPts val="150"/>
              </a:spcAft>
              <a:buSzPct val="100000"/>
              <a:buChar char="&gt;"/>
            </a:pPr>
            <a:r>
              <a:rPr lang="en-US" sz="1200" dirty="0">
                <a:solidFill>
                  <a:srgbClr val="023E8A"/>
                </a:solidFill>
                <a:latin typeface="Segoe UI" panose="020B0502040204020203" pitchFamily="34" charset="0"/>
              </a:rPr>
              <a:t>New-ADGroup "DL_SalesShare_RW" -GroupScope DomainLocal -GroupCategory Security</a:t>
            </a:r>
          </a:p>
          <a:p>
            <a:pPr marL="228600" indent="-228600">
              <a:spcAft>
                <a:spcPts val="150"/>
              </a:spcAft>
              <a:buSzPct val="100000"/>
              <a:buChar char="&gt;"/>
            </a:pPr>
            <a:r>
              <a:rPr lang="en-US" sz="1200" dirty="0">
                <a:solidFill>
                  <a:srgbClr val="023E8A"/>
                </a:solidFill>
                <a:latin typeface="Segoe UI" panose="020B0502040204020203" pitchFamily="34" charset="0"/>
              </a:rPr>
              <a:t># 3. Nest GG into DL</a:t>
            </a:r>
          </a:p>
          <a:p>
            <a:pPr marL="228600" indent="-228600">
              <a:spcAft>
                <a:spcPts val="150"/>
              </a:spcAft>
              <a:buSzPct val="100000"/>
              <a:buChar char="&gt;"/>
            </a:pPr>
            <a:r>
              <a:rPr lang="en-US" sz="1200" dirty="0">
                <a:solidFill>
                  <a:srgbClr val="023E8A"/>
                </a:solidFill>
                <a:latin typeface="Segoe UI" panose="020B0502040204020203" pitchFamily="34" charset="0"/>
              </a:rPr>
              <a:t>Add-ADGroupMember "DL_SalesShare_RW" -Members "GG_Sales"</a:t>
            </a:r>
          </a:p>
          <a:p>
            <a:pPr marL="228600" indent="-228600">
              <a:spcAft>
                <a:spcPts val="150"/>
              </a:spcAft>
              <a:buSzPct val="100000"/>
              <a:buChar char="&gt;"/>
            </a:pPr>
            <a:r>
              <a:rPr lang="en-US" sz="1200" dirty="0">
                <a:solidFill>
                  <a:srgbClr val="023E8A"/>
                </a:solidFill>
                <a:latin typeface="Segoe UI" panose="020B0502040204020203" pitchFamily="34" charset="0"/>
              </a:rPr>
              <a:t># 4. Assign DL group to share ACL</a:t>
            </a:r>
          </a:p>
          <a:p>
            <a:pPr marL="228600" indent="-228600">
              <a:spcAft>
                <a:spcPts val="400"/>
              </a:spcAft>
              <a:buSzPct val="100000"/>
              <a:buChar char="&gt;"/>
            </a:pPr>
            <a:r>
              <a:rPr lang="en-US" sz="1200" dirty="0">
                <a:solidFill>
                  <a:srgbClr val="023E8A"/>
                </a:solidFill>
                <a:latin typeface="Segoe UI" panose="020B0502040204020203" pitchFamily="34" charset="0"/>
              </a:rPr>
              <a:t>Grant-SmbShareAccess -Name "Sales" -AccountName "DL_SalesShare_RW" -AccessRight Full</a:t>
            </a:r>
          </a:p>
          <a:p>
            <a:pPr marL="0" indent="0">
              <a:spcAft>
                <a:spcPts val="150"/>
              </a:spcAft>
              <a:buNone/>
            </a:pPr>
            <a:r>
              <a:rPr lang="en-US" sz="1300" dirty="0">
                <a:solidFill>
                  <a:srgbClr val="333333"/>
                </a:solidFill>
                <a:latin typeface="Segoe UI" panose="020B0502040204020203" pitchFamily="34" charset="0"/>
              </a:rPr>
              <a:t>Result: adding jsmith to GG_Sales immediately gives access to the share. No further ACL changes needed.</a:t>
            </a:r>
          </a:p>
        </p:txBody>
      </p:sp>
      <p:sp>
        <p:nvSpPr>
          <p:cNvPr id="5" name="Course footer">
            <a:extLst>
              <a:ext uri="{FF2B5EF4-FFF2-40B4-BE49-F238E27FC236}">
                <a16:creationId xmlns:a16="http://schemas.microsoft.com/office/drawing/2014/main" id="{F6649169-ECB6-5F6B-4D48-042E607289D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D683B332-5320-0B04-BD45-FF97C4B8651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99262919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B7A98-7D8F-E7E6-23AF-A2CD837A540E}"/>
              </a:ext>
            </a:extLst>
          </p:cNvPr>
          <p:cNvSpPr>
            <a:spLocks noGrp="1"/>
          </p:cNvSpPr>
          <p:nvPr>
            <p:ph type="title"/>
          </p:nvPr>
        </p:nvSpPr>
        <p:spPr/>
        <p:txBody>
          <a:bodyPr wrap="square">
            <a:noAutofit/>
          </a:bodyPr>
          <a:lstStyle/>
          <a:p>
            <a:r>
              <a:rPr lang="en-GB"/>
              <a:t>Organisational Units: Design and Structure</a:t>
            </a:r>
          </a:p>
        </p:txBody>
      </p:sp>
      <p:sp>
        <p:nvSpPr>
          <p:cNvPr id="3" name="Left">
            <a:extLst>
              <a:ext uri="{FF2B5EF4-FFF2-40B4-BE49-F238E27FC236}">
                <a16:creationId xmlns:a16="http://schemas.microsoft.com/office/drawing/2014/main" id="{0AE4CA1D-4767-A5B9-2A30-2CF87B432E53}"/>
              </a:ext>
            </a:extLst>
          </p:cNvPr>
          <p:cNvSpPr/>
          <p:nvPr/>
        </p:nvSpPr>
        <p:spPr>
          <a:xfrm>
            <a:off x="273050" y="841851"/>
            <a:ext cx="4200000" cy="4050000"/>
          </a:xfrm>
          <a:prstGeom prst="rect">
            <a:avLst/>
          </a:prstGeom>
          <a:noFill/>
          <a:ln/>
        </p:spPr>
        <p:txBody>
          <a:bodyPr wrap="square" lIns="0" tIns="0" rIns="0" bIns="0" rtlCol="0" anchor="t">
            <a:normAutofit/>
          </a:bodyPr>
          <a:lstStyle/>
          <a:p>
            <a:pPr marL="0" indent="0">
              <a:spcBef>
                <a:spcPts val="300"/>
              </a:spcBef>
              <a:spcAft>
                <a:spcPts val="150"/>
              </a:spcAft>
              <a:buNone/>
            </a:pPr>
            <a:r>
              <a:rPr lang="en-US" sz="1500" b="1" dirty="0">
                <a:solidFill>
                  <a:srgbClr val="023047"/>
                </a:solidFill>
                <a:latin typeface="Segoe UI" panose="020B0502040204020203" pitchFamily="34" charset="0"/>
              </a:rPr>
              <a:t>What is an OU?</a:t>
            </a:r>
          </a:p>
          <a:p>
            <a:pPr marL="228600" indent="-228600">
              <a:spcAft>
                <a:spcPts val="150"/>
              </a:spcAft>
              <a:buChar char="•"/>
            </a:pPr>
            <a:r>
              <a:rPr lang="en-US" sz="1300" dirty="0">
                <a:solidFill>
                  <a:srgbClr val="333333"/>
                </a:solidFill>
                <a:latin typeface="Segoe UI" panose="020B0502040204020203" pitchFamily="34" charset="0"/>
              </a:rPr>
              <a:t>Organisational Unit (OU) — a container within a domain that holds users, computers, groups, and other OUs</a:t>
            </a:r>
          </a:p>
          <a:p>
            <a:pPr marL="228600" indent="-228600">
              <a:spcAft>
                <a:spcPts val="150"/>
              </a:spcAft>
              <a:buChar char="•"/>
            </a:pPr>
            <a:r>
              <a:rPr lang="en-US" sz="1300" dirty="0">
                <a:solidFill>
                  <a:srgbClr val="333333"/>
                </a:solidFill>
                <a:latin typeface="Segoe UI" panose="020B0502040204020203" pitchFamily="34" charset="0"/>
              </a:rPr>
              <a:t>Primary purposes: apply Group Policy, delegate administrative control, and organise objects logically</a:t>
            </a:r>
          </a:p>
          <a:p>
            <a:pPr marL="228600" indent="-228600">
              <a:spcAft>
                <a:spcPts val="150"/>
              </a:spcAft>
              <a:buChar char="•"/>
            </a:pPr>
            <a:r>
              <a:rPr lang="en-US" sz="1300" dirty="0">
                <a:solidFill>
                  <a:srgbClr val="333333"/>
                </a:solidFill>
                <a:latin typeface="Segoe UI" panose="020B0502040204020203" pitchFamily="34" charset="0"/>
              </a:rPr>
              <a:t>OUs are not security boundaries — that role belongs to domains and forests</a:t>
            </a:r>
          </a:p>
          <a:p>
            <a:pPr marL="0" indent="0">
              <a:spcBef>
                <a:spcPts val="300"/>
              </a:spcBef>
              <a:spcAft>
                <a:spcPts val="150"/>
              </a:spcAft>
              <a:buNone/>
            </a:pPr>
            <a:r>
              <a:rPr lang="en-US" sz="1500" b="1" dirty="0">
                <a:solidFill>
                  <a:srgbClr val="023047"/>
                </a:solidFill>
                <a:latin typeface="Segoe UI" panose="020B0502040204020203" pitchFamily="34" charset="0"/>
              </a:rPr>
              <a:t>Design Approaches</a:t>
            </a:r>
          </a:p>
          <a:p>
            <a:pPr marL="228600" indent="-228600">
              <a:spcAft>
                <a:spcPts val="150"/>
              </a:spcAft>
              <a:buChar char="•"/>
            </a:pPr>
            <a:r>
              <a:rPr lang="en-US" sz="1300" dirty="0">
                <a:solidFill>
                  <a:srgbClr val="333333"/>
                </a:solidFill>
                <a:latin typeface="Segoe UI" panose="020B0502040204020203" pitchFamily="34" charset="0"/>
              </a:rPr>
              <a:t>By location (e.g., London, Manchester) — good when admin is site-local</a:t>
            </a:r>
          </a:p>
          <a:p>
            <a:pPr marL="228600" indent="-228600">
              <a:spcAft>
                <a:spcPts val="150"/>
              </a:spcAft>
              <a:buChar char="•"/>
            </a:pPr>
            <a:r>
              <a:rPr lang="en-US" sz="1300" dirty="0">
                <a:solidFill>
                  <a:srgbClr val="333333"/>
                </a:solidFill>
                <a:latin typeface="Segoe UI" panose="020B0502040204020203" pitchFamily="34" charset="0"/>
              </a:rPr>
              <a:t>By department (e.g., Sales, IT, Finance) — good when GPOs differ by role</a:t>
            </a:r>
          </a:p>
          <a:p>
            <a:pPr marL="228600" indent="-228600">
              <a:spcAft>
                <a:spcPts val="150"/>
              </a:spcAft>
              <a:buChar char="•"/>
            </a:pPr>
            <a:r>
              <a:rPr lang="en-US" sz="1300" dirty="0">
                <a:solidFill>
                  <a:srgbClr val="333333"/>
                </a:solidFill>
                <a:latin typeface="Segoe UI" panose="020B0502040204020203" pitchFamily="34" charset="0"/>
              </a:rPr>
              <a:t>By object type (Users, Computers, Servers) — simplifies GPO targeting; most common for computers</a:t>
            </a:r>
          </a:p>
          <a:p>
            <a:pPr marL="228600" indent="-228600">
              <a:spcAft>
                <a:spcPts val="150"/>
              </a:spcAft>
              <a:buChar char="•"/>
            </a:pPr>
            <a:r>
              <a:rPr lang="en-US" sz="1300" dirty="0">
                <a:solidFill>
                  <a:srgbClr val="333333"/>
                </a:solidFill>
                <a:latin typeface="Segoe UI" panose="020B0502040204020203" pitchFamily="34" charset="0"/>
              </a:rPr>
              <a:t>Hybrid: location at top level, department below — suits most enterprises</a:t>
            </a:r>
          </a:p>
        </p:txBody>
      </p:sp>
      <p:sp>
        <p:nvSpPr>
          <p:cNvPr id="4" name="Right">
            <a:extLst>
              <a:ext uri="{FF2B5EF4-FFF2-40B4-BE49-F238E27FC236}">
                <a16:creationId xmlns:a16="http://schemas.microsoft.com/office/drawing/2014/main" id="{D45079BD-BEDA-D078-4040-A01BD28A8DB3}"/>
              </a:ext>
            </a:extLst>
          </p:cNvPr>
          <p:cNvSpPr/>
          <p:nvPr/>
        </p:nvSpPr>
        <p:spPr>
          <a:xfrm>
            <a:off x="4798730" y="841851"/>
            <a:ext cx="4069680" cy="4050000"/>
          </a:xfrm>
          <a:prstGeom prst="rect">
            <a:avLst/>
          </a:prstGeom>
          <a:noFill/>
          <a:ln/>
        </p:spPr>
        <p:txBody>
          <a:bodyPr wrap="square" lIns="0" tIns="0" rIns="0" bIns="0" rtlCol="0" anchor="t">
            <a:normAutofit/>
          </a:bodyPr>
          <a:lstStyle/>
          <a:p>
            <a:pPr marL="0" indent="0">
              <a:spcBef>
                <a:spcPts val="300"/>
              </a:spcBef>
              <a:spcAft>
                <a:spcPts val="150"/>
              </a:spcAft>
              <a:buNone/>
            </a:pPr>
            <a:r>
              <a:rPr lang="en-US" sz="1500" b="1" dirty="0">
                <a:solidFill>
                  <a:srgbClr val="023047"/>
                </a:solidFill>
                <a:latin typeface="Segoe UI" panose="020B0502040204020203" pitchFamily="34" charset="0"/>
              </a:rPr>
              <a:t>OU Design Rules</a:t>
            </a:r>
          </a:p>
          <a:p>
            <a:pPr marL="228600" indent="-228600">
              <a:spcAft>
                <a:spcPts val="150"/>
              </a:spcAft>
              <a:buChar char="•"/>
            </a:pPr>
            <a:r>
              <a:rPr lang="en-US" sz="1300" dirty="0">
                <a:solidFill>
                  <a:srgbClr val="333333"/>
                </a:solidFill>
                <a:latin typeface="Segoe UI" panose="020B0502040204020203" pitchFamily="34" charset="0"/>
              </a:rPr>
              <a:t>Keep the hierarchy shallow — 3-4 levels max; deep nesting makes GPO troubleshooting painful</a:t>
            </a:r>
          </a:p>
          <a:p>
            <a:pPr marL="228600" indent="-228600">
              <a:spcAft>
                <a:spcPts val="150"/>
              </a:spcAft>
              <a:buChar char="•"/>
            </a:pPr>
            <a:r>
              <a:rPr lang="en-US" sz="1300" dirty="0">
                <a:solidFill>
                  <a:srgbClr val="333333"/>
                </a:solidFill>
                <a:latin typeface="Segoe UI" panose="020B0502040204020203" pitchFamily="34" charset="0"/>
              </a:rPr>
              <a:t>Design for GPO and delegation, not org chart aesthetics</a:t>
            </a:r>
          </a:p>
          <a:p>
            <a:pPr marL="228600" indent="-228600">
              <a:spcAft>
                <a:spcPts val="150"/>
              </a:spcAft>
              <a:buChar char="•"/>
            </a:pPr>
            <a:r>
              <a:rPr lang="en-US" sz="1300" dirty="0">
                <a:solidFill>
                  <a:srgbClr val="333333"/>
                </a:solidFill>
                <a:latin typeface="Segoe UI" panose="020B0502040204020203" pitchFamily="34" charset="0"/>
              </a:rPr>
              <a:t>Separate computer and user objects — policies that apply to computers and users are different</a:t>
            </a:r>
          </a:p>
          <a:p>
            <a:pPr marL="228600" indent="-228600">
              <a:spcAft>
                <a:spcPts val="150"/>
              </a:spcAft>
              <a:buChar char="•"/>
            </a:pPr>
            <a:r>
              <a:rPr lang="en-US" sz="1300" dirty="0">
                <a:solidFill>
                  <a:srgbClr val="333333"/>
                </a:solidFill>
                <a:latin typeface="Segoe UI" panose="020B0502040204020203" pitchFamily="34" charset="0"/>
              </a:rPr>
              <a:t>Never put objects directly in the domain root — use the default containers only as a staging area</a:t>
            </a:r>
          </a:p>
          <a:p>
            <a:pPr marL="0" indent="0">
              <a:spcBef>
                <a:spcPts val="300"/>
              </a:spcBef>
              <a:spcAft>
                <a:spcPts val="150"/>
              </a:spcAft>
              <a:buNone/>
            </a:pPr>
            <a:r>
              <a:rPr lang="en-US" sz="1500" b="1" dirty="0">
                <a:solidFill>
                  <a:srgbClr val="023047"/>
                </a:solidFill>
                <a:latin typeface="Segoe UI" panose="020B0502040204020203" pitchFamily="34" charset="0"/>
              </a:rPr>
              <a:t>PowerShell: Managing OUs</a:t>
            </a:r>
          </a:p>
          <a:p>
            <a:pPr marL="228600" indent="-228600">
              <a:spcAft>
                <a:spcPts val="120"/>
              </a:spcAft>
              <a:buSzPct val="100000"/>
              <a:buChar char="&gt;"/>
            </a:pPr>
            <a:r>
              <a:rPr lang="en-US" sz="1150" dirty="0">
                <a:solidFill>
                  <a:srgbClr val="023E8A"/>
                </a:solidFill>
                <a:latin typeface="Segoe UI" panose="020B0502040204020203" pitchFamily="34" charset="0"/>
              </a:rPr>
              <a:t>New-ADOrganizationalUnit -Name "London" -Path "DC=contoso,DC=com" -ProtectedFromAccidentalDeletion $true</a:t>
            </a:r>
          </a:p>
          <a:p>
            <a:pPr marL="228600" indent="-228600">
              <a:spcAft>
                <a:spcPts val="120"/>
              </a:spcAft>
              <a:buSzPct val="100000"/>
              <a:buChar char="&gt;"/>
            </a:pPr>
            <a:r>
              <a:rPr lang="en-US" sz="1150" dirty="0">
                <a:solidFill>
                  <a:srgbClr val="023E8A"/>
                </a:solidFill>
                <a:latin typeface="Segoe UI" panose="020B0502040204020203" pitchFamily="34" charset="0"/>
              </a:rPr>
              <a:t>New-ADOrganizationalUnit -Name "Users" -Path "OU=London,DC=contoso,DC=com"</a:t>
            </a:r>
          </a:p>
          <a:p>
            <a:pPr marL="228600" indent="-228600">
              <a:spcAft>
                <a:spcPts val="120"/>
              </a:spcAft>
              <a:buSzPct val="100000"/>
              <a:buChar char="&gt;"/>
            </a:pPr>
            <a:r>
              <a:rPr lang="en-US" sz="1150" dirty="0">
                <a:solidFill>
                  <a:srgbClr val="023E8A"/>
                </a:solidFill>
                <a:latin typeface="Segoe UI" panose="020B0502040204020203" pitchFamily="34" charset="0"/>
              </a:rPr>
              <a:t>Get-ADOrganizationalUnit -Filter * | Select Name,DistinguishedName</a:t>
            </a:r>
          </a:p>
          <a:p>
            <a:pPr marL="228600" indent="-228600">
              <a:spcAft>
                <a:spcPts val="120"/>
              </a:spcAft>
              <a:buSzPct val="100000"/>
              <a:buChar char="&gt;"/>
            </a:pPr>
            <a:r>
              <a:rPr lang="en-US" sz="1150" dirty="0">
                <a:solidFill>
                  <a:srgbClr val="023E8A"/>
                </a:solidFill>
                <a:latin typeface="Segoe UI" panose="020B0502040204020203" pitchFamily="34" charset="0"/>
              </a:rPr>
              <a:t>Move-ADObject -Identity "CN=jsmith,CN=Users,DC=contoso,DC=com" -TargetPath "OU=Users,OU=London,DC=contoso,DC=com"</a:t>
            </a:r>
          </a:p>
        </p:txBody>
      </p:sp>
      <p:sp>
        <p:nvSpPr>
          <p:cNvPr id="5" name="Course footer">
            <a:extLst>
              <a:ext uri="{FF2B5EF4-FFF2-40B4-BE49-F238E27FC236}">
                <a16:creationId xmlns:a16="http://schemas.microsoft.com/office/drawing/2014/main" id="{0B203496-C50C-06FA-2353-A9BEA193322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35B4AA06-F7E6-FC20-E7B2-4FDC1517E17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76255143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8C4D5-0536-B9A8-C08B-6F9A74C1B7A8}"/>
              </a:ext>
            </a:extLst>
          </p:cNvPr>
          <p:cNvSpPr>
            <a:spLocks noGrp="1"/>
          </p:cNvSpPr>
          <p:nvPr>
            <p:ph type="title"/>
          </p:nvPr>
        </p:nvSpPr>
        <p:spPr/>
        <p:txBody>
          <a:bodyPr wrap="square">
            <a:noAutofit/>
          </a:bodyPr>
          <a:lstStyle/>
          <a:p>
            <a:r>
              <a:rPr lang="en-GB"/>
              <a:t>Delegating Control and Linking GPOs</a:t>
            </a:r>
          </a:p>
        </p:txBody>
      </p:sp>
      <p:sp>
        <p:nvSpPr>
          <p:cNvPr id="3" name="Left">
            <a:extLst>
              <a:ext uri="{FF2B5EF4-FFF2-40B4-BE49-F238E27FC236}">
                <a16:creationId xmlns:a16="http://schemas.microsoft.com/office/drawing/2014/main" id="{3E413622-D8D5-5098-991D-04FC8AA1166B}"/>
              </a:ext>
            </a:extLst>
          </p:cNvPr>
          <p:cNvSpPr/>
          <p:nvPr/>
        </p:nvSpPr>
        <p:spPr>
          <a:xfrm>
            <a:off x="273050" y="841851"/>
            <a:ext cx="4200000" cy="4050000"/>
          </a:xfrm>
          <a:prstGeom prst="rect">
            <a:avLst/>
          </a:prstGeom>
          <a:noFill/>
          <a:ln/>
        </p:spPr>
        <p:txBody>
          <a:bodyPr wrap="square" lIns="0" tIns="0" rIns="0" bIns="0" rtlCol="0" anchor="t">
            <a:normAutofit/>
          </a:bodyPr>
          <a:lstStyle/>
          <a:p>
            <a:pPr marL="0" indent="0">
              <a:spcBef>
                <a:spcPts val="300"/>
              </a:spcBef>
              <a:spcAft>
                <a:spcPts val="150"/>
              </a:spcAft>
              <a:buNone/>
            </a:pPr>
            <a:r>
              <a:rPr lang="en-US" sz="1500" b="1" dirty="0">
                <a:solidFill>
                  <a:srgbClr val="023047"/>
                </a:solidFill>
                <a:latin typeface="Segoe UI" panose="020B0502040204020203" pitchFamily="34" charset="0"/>
              </a:rPr>
              <a:t>Delegating Control</a:t>
            </a:r>
          </a:p>
          <a:p>
            <a:pPr marL="228600" indent="-228600">
              <a:spcAft>
                <a:spcPts val="150"/>
              </a:spcAft>
              <a:buChar char="•"/>
            </a:pPr>
            <a:r>
              <a:rPr lang="en-US" sz="1300" dirty="0">
                <a:solidFill>
                  <a:srgbClr val="333333"/>
                </a:solidFill>
                <a:latin typeface="Segoe UI" panose="020B0502040204020203" pitchFamily="34" charset="0"/>
              </a:rPr>
              <a:t>Delegation grants specific administrative rights over an OU without making someone a Domain Admin</a:t>
            </a:r>
          </a:p>
          <a:p>
            <a:pPr marL="228600" indent="-228600">
              <a:spcAft>
                <a:spcPts val="150"/>
              </a:spcAft>
              <a:buChar char="•"/>
            </a:pPr>
            <a:r>
              <a:rPr lang="en-US" sz="1300" dirty="0">
                <a:solidFill>
                  <a:srgbClr val="333333"/>
                </a:solidFill>
                <a:latin typeface="Segoe UI" panose="020B0502040204020203" pitchFamily="34" charset="0"/>
              </a:rPr>
              <a:t>Common delegations: reset passwords, create/delete users, manage group membership, unlock accounts</a:t>
            </a:r>
          </a:p>
          <a:p>
            <a:pPr marL="228600" indent="-228600">
              <a:spcAft>
                <a:spcPts val="150"/>
              </a:spcAft>
              <a:buChar char="•"/>
            </a:pPr>
            <a:r>
              <a:rPr lang="en-US" sz="1300" dirty="0">
                <a:solidFill>
                  <a:srgbClr val="333333"/>
                </a:solidFill>
                <a:latin typeface="Segoe UI" panose="020B0502040204020203" pitchFamily="34" charset="0"/>
              </a:rPr>
              <a:t>Use the Delegation of Control Wizard in ADUC, or assign directly via ADSI Edit for fine-grained control</a:t>
            </a:r>
          </a:p>
          <a:p>
            <a:pPr marL="228600" indent="-228600">
              <a:spcAft>
                <a:spcPts val="120"/>
              </a:spcAft>
              <a:buSzPct val="100000"/>
              <a:buChar char="&gt;"/>
            </a:pPr>
            <a:r>
              <a:rPr lang="en-US" sz="1150" dirty="0">
                <a:solidFill>
                  <a:srgbClr val="023E8A"/>
                </a:solidFill>
                <a:latin typeface="Segoe UI" panose="020B0502040204020203" pitchFamily="34" charset="0"/>
              </a:rPr>
              <a:t># Verify delegation via AD ACL</a:t>
            </a:r>
          </a:p>
          <a:p>
            <a:pPr marL="228600" indent="-228600">
              <a:spcAft>
                <a:spcPts val="120"/>
              </a:spcAft>
              <a:buSzPct val="100000"/>
              <a:buChar char="&gt;"/>
            </a:pPr>
            <a:r>
              <a:rPr lang="en-US" sz="1150" dirty="0">
                <a:solidFill>
                  <a:srgbClr val="023E8A"/>
                </a:solidFill>
                <a:latin typeface="Segoe UI" panose="020B0502040204020203" pitchFamily="34" charset="0"/>
              </a:rPr>
              <a:t>(Get-Acl "AD:OU=London,DC=contoso,DC=com").Access | Where IdentityReference -like "*Helpdesk*"</a:t>
            </a:r>
          </a:p>
          <a:p>
            <a:pPr marL="0" indent="0">
              <a:spcBef>
                <a:spcPts val="300"/>
              </a:spcBef>
              <a:spcAft>
                <a:spcPts val="150"/>
              </a:spcAft>
              <a:buNone/>
            </a:pPr>
            <a:r>
              <a:rPr lang="en-US" sz="1500" b="1" dirty="0">
                <a:solidFill>
                  <a:srgbClr val="023047"/>
                </a:solidFill>
                <a:latin typeface="Segoe UI" panose="020B0502040204020203" pitchFamily="34" charset="0"/>
              </a:rPr>
              <a:t>Who Should Be Delegated?</a:t>
            </a:r>
          </a:p>
          <a:p>
            <a:pPr marL="228600" indent="-228600">
              <a:spcAft>
                <a:spcPts val="150"/>
              </a:spcAft>
              <a:buChar char="•"/>
            </a:pPr>
            <a:r>
              <a:rPr lang="en-US" sz="1300" dirty="0">
                <a:solidFill>
                  <a:srgbClr val="333333"/>
                </a:solidFill>
                <a:latin typeface="Segoe UI" panose="020B0502040204020203" pitchFamily="34" charset="0"/>
              </a:rPr>
              <a:t>Helpdesk — password resets, account unlocks on their OU only</a:t>
            </a:r>
          </a:p>
          <a:p>
            <a:pPr marL="228600" indent="-228600">
              <a:spcAft>
                <a:spcPts val="150"/>
              </a:spcAft>
              <a:buChar char="•"/>
            </a:pPr>
            <a:r>
              <a:rPr lang="en-US" sz="1300" dirty="0">
                <a:solidFill>
                  <a:srgbClr val="333333"/>
                </a:solidFill>
                <a:latin typeface="Segoe UI" panose="020B0502040204020203" pitchFamily="34" charset="0"/>
              </a:rPr>
              <a:t>Department admins — create/modify users in their OU</a:t>
            </a:r>
          </a:p>
          <a:p>
            <a:pPr marL="228600" indent="-228600">
              <a:spcAft>
                <a:spcPts val="150"/>
              </a:spcAft>
              <a:buChar char="•"/>
            </a:pPr>
            <a:r>
              <a:rPr lang="en-US" sz="1300" dirty="0">
                <a:solidFill>
                  <a:srgbClr val="333333"/>
                </a:solidFill>
                <a:latin typeface="Segoe UI" panose="020B0502040204020203" pitchFamily="34" charset="0"/>
              </a:rPr>
              <a:t>Server team — manage computer objects and OUs for servers</a:t>
            </a:r>
          </a:p>
          <a:p>
            <a:pPr marL="228600" indent="-228600">
              <a:spcAft>
                <a:spcPts val="150"/>
              </a:spcAft>
              <a:buChar char="•"/>
            </a:pPr>
            <a:r>
              <a:rPr lang="en-US" sz="1300" dirty="0">
                <a:solidFill>
                  <a:srgbClr val="333333"/>
                </a:solidFill>
                <a:latin typeface="Segoe UI" panose="020B0502040204020203" pitchFamily="34" charset="0"/>
              </a:rPr>
              <a:t>Never delegate to individual user accounts — always delegate to a group</a:t>
            </a:r>
          </a:p>
        </p:txBody>
      </p:sp>
      <p:sp>
        <p:nvSpPr>
          <p:cNvPr id="4" name="Right">
            <a:extLst>
              <a:ext uri="{FF2B5EF4-FFF2-40B4-BE49-F238E27FC236}">
                <a16:creationId xmlns:a16="http://schemas.microsoft.com/office/drawing/2014/main" id="{74E26604-D0F1-3832-A6A3-A012340E0F8B}"/>
              </a:ext>
            </a:extLst>
          </p:cNvPr>
          <p:cNvSpPr/>
          <p:nvPr/>
        </p:nvSpPr>
        <p:spPr>
          <a:xfrm>
            <a:off x="4798730" y="841851"/>
            <a:ext cx="4069680" cy="4050000"/>
          </a:xfrm>
          <a:prstGeom prst="rect">
            <a:avLst/>
          </a:prstGeom>
          <a:noFill/>
          <a:ln/>
        </p:spPr>
        <p:txBody>
          <a:bodyPr wrap="square" lIns="0" tIns="0" rIns="0" bIns="0" rtlCol="0" anchor="t">
            <a:normAutofit/>
          </a:bodyPr>
          <a:lstStyle/>
          <a:p>
            <a:pPr marL="0" indent="0">
              <a:spcBef>
                <a:spcPts val="300"/>
              </a:spcBef>
              <a:spcAft>
                <a:spcPts val="150"/>
              </a:spcAft>
              <a:buNone/>
            </a:pPr>
            <a:r>
              <a:rPr lang="en-US" sz="1500" b="1" dirty="0">
                <a:solidFill>
                  <a:srgbClr val="023047"/>
                </a:solidFill>
                <a:latin typeface="Segoe UI" panose="020B0502040204020203" pitchFamily="34" charset="0"/>
              </a:rPr>
              <a:t>Linking GPOs to OUs</a:t>
            </a:r>
          </a:p>
          <a:p>
            <a:pPr marL="228600" indent="-228600">
              <a:spcAft>
                <a:spcPts val="150"/>
              </a:spcAft>
              <a:buChar char="•"/>
            </a:pPr>
            <a:r>
              <a:rPr lang="en-US" sz="1300" dirty="0">
                <a:solidFill>
                  <a:srgbClr val="333333"/>
                </a:solidFill>
                <a:latin typeface="Segoe UI" panose="020B0502040204020203" pitchFamily="34" charset="0"/>
              </a:rPr>
              <a:t>GPOs are linked to OUs (and sites/domain) and apply to all objects in that OU and child OUs</a:t>
            </a:r>
          </a:p>
          <a:p>
            <a:pPr marL="228600" indent="-228600">
              <a:spcAft>
                <a:spcPts val="150"/>
              </a:spcAft>
              <a:buChar char="•"/>
            </a:pPr>
            <a:r>
              <a:rPr lang="en-US" sz="1300" dirty="0">
                <a:solidFill>
                  <a:srgbClr val="333333"/>
                </a:solidFill>
                <a:latin typeface="Segoe UI" panose="020B0502040204020203" pitchFamily="34" charset="0"/>
              </a:rPr>
              <a:t>LSDOU processing order: Local &gt; Site &gt; Domain &gt; OU (child OUs last; later = higher precedence)</a:t>
            </a:r>
          </a:p>
          <a:p>
            <a:pPr marL="228600" indent="-228600">
              <a:spcAft>
                <a:spcPts val="150"/>
              </a:spcAft>
              <a:buChar char="•"/>
            </a:pPr>
            <a:r>
              <a:rPr lang="en-US" sz="1300" dirty="0">
                <a:solidFill>
                  <a:srgbClr val="333333"/>
                </a:solidFill>
                <a:latin typeface="Segoe UI" panose="020B0502040204020203" pitchFamily="34" charset="0"/>
              </a:rPr>
              <a:t>Link Order: when multiple GPOs are linked to the same OU, lower link order number = higher precedence</a:t>
            </a:r>
          </a:p>
          <a:p>
            <a:pPr marL="228600" indent="-228600">
              <a:spcAft>
                <a:spcPts val="150"/>
              </a:spcAft>
              <a:buChar char="•"/>
            </a:pPr>
            <a:r>
              <a:rPr lang="en-US" sz="1300" dirty="0">
                <a:solidFill>
                  <a:srgbClr val="333333"/>
                </a:solidFill>
                <a:latin typeface="Segoe UI" panose="020B0502040204020203" pitchFamily="34" charset="0"/>
              </a:rPr>
              <a:t>Enforcement (No Override): forces GPO to apply regardless of child OU settings</a:t>
            </a:r>
          </a:p>
          <a:p>
            <a:pPr marL="228600" indent="-228600">
              <a:spcAft>
                <a:spcPts val="150"/>
              </a:spcAft>
              <a:buChar char="•"/>
            </a:pPr>
            <a:r>
              <a:rPr lang="en-US" sz="1300" dirty="0">
                <a:solidFill>
                  <a:srgbClr val="333333"/>
                </a:solidFill>
                <a:latin typeface="Segoe UI" panose="020B0502040204020203" pitchFamily="34" charset="0"/>
              </a:rPr>
              <a:t>Block Inheritance: prevents parent GPOs from applying; overridden by Enforcement</a:t>
            </a:r>
          </a:p>
          <a:p>
            <a:pPr marL="228600" indent="-228600">
              <a:spcAft>
                <a:spcPts val="120"/>
              </a:spcAft>
              <a:buSzPct val="100000"/>
              <a:buChar char="&gt;"/>
            </a:pPr>
            <a:r>
              <a:rPr lang="en-US" sz="1150" dirty="0">
                <a:solidFill>
                  <a:srgbClr val="023E8A"/>
                </a:solidFill>
                <a:latin typeface="Segoe UI" panose="020B0502040204020203" pitchFamily="34" charset="0"/>
              </a:rPr>
              <a:t># Link a GPO to an OU</a:t>
            </a:r>
          </a:p>
          <a:p>
            <a:pPr marL="228600" indent="-228600">
              <a:spcAft>
                <a:spcPts val="120"/>
              </a:spcAft>
              <a:buSzPct val="100000"/>
              <a:buChar char="&gt;"/>
            </a:pPr>
            <a:r>
              <a:rPr lang="en-US" sz="1150" dirty="0">
                <a:solidFill>
                  <a:srgbClr val="023E8A"/>
                </a:solidFill>
                <a:latin typeface="Segoe UI" panose="020B0502040204020203" pitchFamily="34" charset="0"/>
              </a:rPr>
              <a:t>New-GPLink -Name "Restrict Control Panel" -Target "OU=Users,OU=London,DC=contoso,DC=com"</a:t>
            </a:r>
          </a:p>
          <a:p>
            <a:pPr marL="228600" indent="-228600">
              <a:spcAft>
                <a:spcPts val="120"/>
              </a:spcAft>
              <a:buSzPct val="100000"/>
              <a:buChar char="&gt;"/>
            </a:pPr>
            <a:r>
              <a:rPr lang="en-US" sz="1150" dirty="0">
                <a:solidFill>
                  <a:srgbClr val="023E8A"/>
                </a:solidFill>
                <a:latin typeface="Segoe UI" panose="020B0502040204020203" pitchFamily="34" charset="0"/>
              </a:rPr>
              <a:t># Simulate GPO resultant set</a:t>
            </a:r>
          </a:p>
          <a:p>
            <a:pPr marL="228600" indent="-228600">
              <a:spcAft>
                <a:spcPts val="120"/>
              </a:spcAft>
              <a:buSzPct val="100000"/>
              <a:buChar char="&gt;"/>
            </a:pPr>
            <a:r>
              <a:rPr lang="en-US" sz="1150" dirty="0">
                <a:solidFill>
                  <a:srgbClr val="023E8A"/>
                </a:solidFill>
                <a:latin typeface="Segoe UI" panose="020B0502040204020203" pitchFamily="34" charset="0"/>
              </a:rPr>
              <a:t>Get-GPResultantSetOfPolicy -ReportType Html -Path C:\gpresult.html</a:t>
            </a:r>
          </a:p>
          <a:p>
            <a:pPr marL="228600" indent="-228600">
              <a:spcAft>
                <a:spcPts val="120"/>
              </a:spcAft>
              <a:buSzPct val="100000"/>
              <a:buChar char="&gt;"/>
            </a:pPr>
            <a:r>
              <a:rPr lang="en-US" sz="1150" dirty="0">
                <a:solidFill>
                  <a:srgbClr val="023E8A"/>
                </a:solidFill>
                <a:latin typeface="Segoe UI" panose="020B0502040204020203" pitchFamily="34" charset="0"/>
              </a:rPr>
              <a:t>gpresult /r /scope user</a:t>
            </a:r>
          </a:p>
        </p:txBody>
      </p:sp>
      <p:sp>
        <p:nvSpPr>
          <p:cNvPr id="5" name="Course footer">
            <a:extLst>
              <a:ext uri="{FF2B5EF4-FFF2-40B4-BE49-F238E27FC236}">
                <a16:creationId xmlns:a16="http://schemas.microsoft.com/office/drawing/2014/main" id="{4C1924EE-0CFF-70D2-71BF-984D1B6A703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E4A21CC9-F1B8-7FB6-1123-7850C137C18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62722589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37EE2-6748-7DFE-03CC-E024354250B7}"/>
              </a:ext>
            </a:extLst>
          </p:cNvPr>
          <p:cNvSpPr>
            <a:spLocks noGrp="1"/>
          </p:cNvSpPr>
          <p:nvPr>
            <p:ph type="title"/>
          </p:nvPr>
        </p:nvSpPr>
        <p:spPr/>
        <p:txBody>
          <a:bodyPr wrap="square">
            <a:noAutofit/>
          </a:bodyPr>
          <a:lstStyle/>
          <a:p>
            <a:r>
              <a:rPr lang="en-GB"/>
              <a:t>Group Managed Service Accounts (gMSA)</a:t>
            </a:r>
          </a:p>
        </p:txBody>
      </p:sp>
      <p:sp>
        <p:nvSpPr>
          <p:cNvPr id="3" name="Left">
            <a:extLst>
              <a:ext uri="{FF2B5EF4-FFF2-40B4-BE49-F238E27FC236}">
                <a16:creationId xmlns:a16="http://schemas.microsoft.com/office/drawing/2014/main" id="{4D4EE976-DB6C-7038-790D-132186CCB3DA}"/>
              </a:ext>
            </a:extLst>
          </p:cNvPr>
          <p:cNvSpPr/>
          <p:nvPr/>
        </p:nvSpPr>
        <p:spPr>
          <a:xfrm>
            <a:off x="273050" y="841851"/>
            <a:ext cx="4200000" cy="4050000"/>
          </a:xfrm>
          <a:prstGeom prst="rect">
            <a:avLst/>
          </a:prstGeom>
          <a:noFill/>
          <a:ln/>
        </p:spPr>
        <p:txBody>
          <a:bodyPr wrap="square" lIns="0" tIns="0" rIns="0" bIns="0" rtlCol="0" anchor="t">
            <a:normAutofit lnSpcReduction="10000"/>
          </a:bodyPr>
          <a:lstStyle/>
          <a:p>
            <a:pPr marL="0" indent="0">
              <a:spcBef>
                <a:spcPts val="300"/>
              </a:spcBef>
              <a:spcAft>
                <a:spcPts val="150"/>
              </a:spcAft>
              <a:buNone/>
            </a:pPr>
            <a:r>
              <a:rPr lang="en-US" sz="1500" b="1" dirty="0">
                <a:solidFill>
                  <a:srgbClr val="023047"/>
                </a:solidFill>
                <a:latin typeface="Segoe UI" panose="020B0502040204020203" pitchFamily="34" charset="0"/>
              </a:rPr>
              <a:t>The Service Account Problem</a:t>
            </a:r>
          </a:p>
          <a:p>
            <a:pPr marL="228600" indent="-228600">
              <a:spcAft>
                <a:spcPts val="150"/>
              </a:spcAft>
              <a:buChar char="•"/>
            </a:pPr>
            <a:r>
              <a:rPr lang="en-US" sz="1300" dirty="0">
                <a:solidFill>
                  <a:srgbClr val="333333"/>
                </a:solidFill>
                <a:latin typeface="Segoe UI" panose="020B0502040204020203" pitchFamily="34" charset="0"/>
              </a:rPr>
              <a:t>Traditional service accounts: user accounts with passwords set to never expire</a:t>
            </a:r>
          </a:p>
          <a:p>
            <a:pPr marL="228600" indent="-228600">
              <a:spcAft>
                <a:spcPts val="150"/>
              </a:spcAft>
              <a:buChar char="•"/>
            </a:pPr>
            <a:r>
              <a:rPr lang="en-US" sz="1300" dirty="0">
                <a:solidFill>
                  <a:srgbClr val="333333"/>
                </a:solidFill>
                <a:latin typeface="Segoe UI" panose="020B0502040204020203" pitchFamily="34" charset="0"/>
              </a:rPr>
              <a:t>Password rotation is manual, error-prone, and often neglected for years</a:t>
            </a:r>
          </a:p>
          <a:p>
            <a:pPr marL="228600" indent="-228600">
              <a:spcAft>
                <a:spcPts val="150"/>
              </a:spcAft>
              <a:buChar char="•"/>
            </a:pPr>
            <a:r>
              <a:rPr lang="en-US" sz="1300" dirty="0">
                <a:solidFill>
                  <a:srgbClr val="333333"/>
                </a:solidFill>
                <a:latin typeface="Segoe UI" panose="020B0502040204020203" pitchFamily="34" charset="0"/>
              </a:rPr>
              <a:t>Compromised service account password = persistent attacker foothold</a:t>
            </a:r>
          </a:p>
          <a:p>
            <a:pPr marL="228600" indent="-228600">
              <a:spcAft>
                <a:spcPts val="150"/>
              </a:spcAft>
              <a:buChar char="•"/>
            </a:pPr>
            <a:r>
              <a:rPr lang="en-US" sz="1300" dirty="0">
                <a:solidFill>
                  <a:srgbClr val="333333"/>
                </a:solidFill>
                <a:latin typeface="Segoe UI" panose="020B0502040204020203" pitchFamily="34" charset="0"/>
              </a:rPr>
              <a:t>Service accounts often have excessive privileges due to "it works, don't touch it" culture</a:t>
            </a:r>
          </a:p>
          <a:p>
            <a:pPr marL="0" indent="0">
              <a:spcBef>
                <a:spcPts val="300"/>
              </a:spcBef>
              <a:spcAft>
                <a:spcPts val="150"/>
              </a:spcAft>
              <a:buNone/>
            </a:pPr>
            <a:r>
              <a:rPr lang="en-US" sz="1500" b="1" dirty="0">
                <a:solidFill>
                  <a:srgbClr val="023047"/>
                </a:solidFill>
                <a:latin typeface="Segoe UI" panose="020B0502040204020203" pitchFamily="34" charset="0"/>
              </a:rPr>
              <a:t>What is a gMSA?</a:t>
            </a:r>
          </a:p>
          <a:p>
            <a:pPr marL="228600" indent="-228600">
              <a:spcAft>
                <a:spcPts val="150"/>
              </a:spcAft>
              <a:buChar char="•"/>
            </a:pPr>
            <a:r>
              <a:rPr lang="en-US" sz="1300" dirty="0">
                <a:solidFill>
                  <a:srgbClr val="333333"/>
                </a:solidFill>
                <a:latin typeface="Segoe UI" panose="020B0502040204020203" pitchFamily="34" charset="0"/>
              </a:rPr>
              <a:t>Group Managed Service Account — an AD account with an automatically managed password</a:t>
            </a:r>
          </a:p>
          <a:p>
            <a:pPr marL="228600" indent="-228600">
              <a:spcAft>
                <a:spcPts val="150"/>
              </a:spcAft>
              <a:buChar char="•"/>
            </a:pPr>
            <a:r>
              <a:rPr lang="en-US" sz="1300" dirty="0">
                <a:solidFill>
                  <a:srgbClr val="333333"/>
                </a:solidFill>
                <a:latin typeface="Segoe UI" panose="020B0502040204020203" pitchFamily="34" charset="0"/>
              </a:rPr>
              <a:t>Password: 240-character random string, rotated every 30 days by AD automatically</a:t>
            </a:r>
          </a:p>
          <a:p>
            <a:pPr marL="228600" indent="-228600">
              <a:spcAft>
                <a:spcPts val="150"/>
              </a:spcAft>
              <a:buChar char="•"/>
            </a:pPr>
            <a:r>
              <a:rPr lang="en-US" sz="1300" dirty="0">
                <a:solidFill>
                  <a:srgbClr val="333333"/>
                </a:solidFill>
                <a:latin typeface="Segoe UI" panose="020B0502040204020203" pitchFamily="34" charset="0"/>
              </a:rPr>
              <a:t>No human ever knows or needs to know the password</a:t>
            </a:r>
          </a:p>
          <a:p>
            <a:pPr marL="228600" indent="-228600">
              <a:spcAft>
                <a:spcPts val="150"/>
              </a:spcAft>
              <a:buChar char="•"/>
            </a:pPr>
            <a:r>
              <a:rPr lang="en-US" sz="1300" dirty="0">
                <a:solidFill>
                  <a:srgbClr val="333333"/>
                </a:solidFill>
                <a:latin typeface="Segoe UI" panose="020B0502040204020203" pitchFamily="34" charset="0"/>
              </a:rPr>
              <a:t>Multiple servers can use the same gMSA (unlike standard MSA which is single-server)</a:t>
            </a:r>
          </a:p>
          <a:p>
            <a:pPr marL="228600" indent="-228600">
              <a:spcAft>
                <a:spcPts val="150"/>
              </a:spcAft>
              <a:buChar char="•"/>
            </a:pPr>
            <a:r>
              <a:rPr lang="en-US" sz="1300" dirty="0">
                <a:solidFill>
                  <a:srgbClr val="333333"/>
                </a:solidFill>
                <a:latin typeface="Segoe UI" panose="020B0502040204020203" pitchFamily="34" charset="0"/>
              </a:rPr>
              <a:t>Supports: Windows Services, IIS app pools, Scheduled Tasks, COM+ applications</a:t>
            </a:r>
          </a:p>
        </p:txBody>
      </p:sp>
      <p:sp>
        <p:nvSpPr>
          <p:cNvPr id="4" name="Right">
            <a:extLst>
              <a:ext uri="{FF2B5EF4-FFF2-40B4-BE49-F238E27FC236}">
                <a16:creationId xmlns:a16="http://schemas.microsoft.com/office/drawing/2014/main" id="{91F87B94-1777-9FA8-326C-D1E08E66AA42}"/>
              </a:ext>
            </a:extLst>
          </p:cNvPr>
          <p:cNvSpPr/>
          <p:nvPr/>
        </p:nvSpPr>
        <p:spPr>
          <a:xfrm>
            <a:off x="4798730" y="841851"/>
            <a:ext cx="4069680" cy="4050000"/>
          </a:xfrm>
          <a:prstGeom prst="rect">
            <a:avLst/>
          </a:prstGeom>
          <a:noFill/>
          <a:ln/>
        </p:spPr>
        <p:txBody>
          <a:bodyPr wrap="square" lIns="0" tIns="0" rIns="0" bIns="0" rtlCol="0" anchor="t">
            <a:normAutofit/>
          </a:bodyPr>
          <a:lstStyle/>
          <a:p>
            <a:pPr marL="0" indent="0">
              <a:spcBef>
                <a:spcPts val="300"/>
              </a:spcBef>
              <a:spcAft>
                <a:spcPts val="150"/>
              </a:spcAft>
              <a:buNone/>
            </a:pPr>
            <a:r>
              <a:rPr lang="en-US" sz="1500" b="1" dirty="0">
                <a:solidFill>
                  <a:srgbClr val="023047"/>
                </a:solidFill>
                <a:latin typeface="Segoe UI" panose="020B0502040204020203" pitchFamily="34" charset="0"/>
              </a:rPr>
              <a:t>Requirements</a:t>
            </a:r>
          </a:p>
          <a:p>
            <a:pPr marL="228600" indent="-228600">
              <a:spcAft>
                <a:spcPts val="150"/>
              </a:spcAft>
              <a:buChar char="•"/>
            </a:pPr>
            <a:r>
              <a:rPr lang="en-US" sz="1300" dirty="0">
                <a:solidFill>
                  <a:srgbClr val="333333"/>
                </a:solidFill>
                <a:latin typeface="Segoe UI" panose="020B0502040204020203" pitchFamily="34" charset="0"/>
              </a:rPr>
              <a:t>Domain functional level: Windows Server 2012 or higher</a:t>
            </a:r>
          </a:p>
          <a:p>
            <a:pPr marL="228600" indent="-228600">
              <a:spcAft>
                <a:spcPts val="150"/>
              </a:spcAft>
              <a:buChar char="•"/>
            </a:pPr>
            <a:r>
              <a:rPr lang="en-US" sz="1300" dirty="0">
                <a:solidFill>
                  <a:srgbClr val="333333"/>
                </a:solidFill>
                <a:latin typeface="Segoe UI" panose="020B0502040204020203" pitchFamily="34" charset="0"/>
              </a:rPr>
              <a:t>Key Distribution Service (KDS) root key must exist in AD — created once per forest</a:t>
            </a:r>
          </a:p>
          <a:p>
            <a:pPr marL="228600" indent="-228600">
              <a:spcAft>
                <a:spcPts val="150"/>
              </a:spcAft>
              <a:buChar char="•"/>
            </a:pPr>
            <a:r>
              <a:rPr lang="en-US" sz="1300" dirty="0">
                <a:solidFill>
                  <a:srgbClr val="333333"/>
                </a:solidFill>
                <a:latin typeface="Segoe UI" panose="020B0502040204020203" pitchFamily="34" charset="0"/>
              </a:rPr>
              <a:t>Servers using the gMSA must be in an AD security group granted retrieval rights</a:t>
            </a:r>
          </a:p>
          <a:p>
            <a:pPr marL="228600" indent="-228600">
              <a:spcAft>
                <a:spcPts val="150"/>
              </a:spcAft>
              <a:buChar char="•"/>
            </a:pPr>
            <a:r>
              <a:rPr lang="en-US" sz="1300" dirty="0">
                <a:solidFill>
                  <a:srgbClr val="333333"/>
                </a:solidFill>
                <a:latin typeface="Segoe UI" panose="020B0502040204020203" pitchFamily="34" charset="0"/>
              </a:rPr>
              <a:t>Target server must be Windows Server 2012 or later</a:t>
            </a:r>
          </a:p>
          <a:p>
            <a:pPr marL="0" indent="0">
              <a:spcBef>
                <a:spcPts val="300"/>
              </a:spcBef>
              <a:spcAft>
                <a:spcPts val="150"/>
              </a:spcAft>
              <a:buNone/>
            </a:pPr>
            <a:r>
              <a:rPr lang="en-US" sz="1500" b="1" dirty="0">
                <a:solidFill>
                  <a:srgbClr val="023047"/>
                </a:solidFill>
                <a:latin typeface="Segoe UI" panose="020B0502040204020203" pitchFamily="34" charset="0"/>
              </a:rPr>
              <a:t>Creating the KDS Root Key</a:t>
            </a:r>
          </a:p>
          <a:p>
            <a:pPr marL="228600" indent="-228600">
              <a:spcAft>
                <a:spcPts val="120"/>
              </a:spcAft>
              <a:buSzPct val="100000"/>
              <a:buChar char="&gt;"/>
            </a:pPr>
            <a:r>
              <a:rPr lang="en-US" sz="1100" dirty="0">
                <a:solidFill>
                  <a:srgbClr val="023E8A"/>
                </a:solidFill>
                <a:latin typeface="Segoe UI" panose="020B0502040204020203" pitchFamily="34" charset="0"/>
              </a:rPr>
              <a:t># Production (effective immediately after replication)</a:t>
            </a:r>
          </a:p>
          <a:p>
            <a:pPr marL="228600" indent="-228600">
              <a:spcAft>
                <a:spcPts val="120"/>
              </a:spcAft>
              <a:buSzPct val="100000"/>
              <a:buChar char="&gt;"/>
            </a:pPr>
            <a:r>
              <a:rPr lang="en-US" sz="1100" dirty="0">
                <a:solidFill>
                  <a:srgbClr val="023E8A"/>
                </a:solidFill>
                <a:latin typeface="Segoe UI" panose="020B0502040204020203" pitchFamily="34" charset="0"/>
              </a:rPr>
              <a:t>Add-KdsRootKey -EffectiveImmediately</a:t>
            </a:r>
          </a:p>
          <a:p>
            <a:pPr marL="228600" indent="-228600">
              <a:spcAft>
                <a:spcPts val="120"/>
              </a:spcAft>
              <a:buSzPct val="100000"/>
              <a:buChar char="&gt;"/>
            </a:pPr>
            <a:r>
              <a:rPr lang="en-US" sz="1100" dirty="0">
                <a:solidFill>
                  <a:srgbClr val="023E8A"/>
                </a:solidFill>
                <a:latin typeface="Segoe UI" panose="020B0502040204020203" pitchFamily="34" charset="0"/>
              </a:rPr>
              <a:t># Lab/test only (backdated 10 hours to bypass replication wait)</a:t>
            </a:r>
          </a:p>
          <a:p>
            <a:pPr marL="228600" indent="-228600">
              <a:spcAft>
                <a:spcPts val="120"/>
              </a:spcAft>
              <a:buSzPct val="100000"/>
              <a:buChar char="&gt;"/>
            </a:pPr>
            <a:r>
              <a:rPr lang="en-US" sz="1100" dirty="0">
                <a:solidFill>
                  <a:srgbClr val="023E8A"/>
                </a:solidFill>
                <a:latin typeface="Segoe UI" panose="020B0502040204020203" pitchFamily="34" charset="0"/>
              </a:rPr>
              <a:t>Add-KdsRootKey -EffectiveTime (Get-Date).AddHours(-10)</a:t>
            </a:r>
          </a:p>
          <a:p>
            <a:pPr marL="0" indent="0">
              <a:spcBef>
                <a:spcPts val="300"/>
              </a:spcBef>
              <a:spcAft>
                <a:spcPts val="150"/>
              </a:spcAft>
              <a:buNone/>
            </a:pPr>
            <a:r>
              <a:rPr lang="en-US" sz="1500" b="1" dirty="0">
                <a:solidFill>
                  <a:srgbClr val="023047"/>
                </a:solidFill>
                <a:latin typeface="Segoe UI" panose="020B0502040204020203" pitchFamily="34" charset="0"/>
              </a:rPr>
              <a:t>Verify KDS Key Exists</a:t>
            </a:r>
          </a:p>
          <a:p>
            <a:pPr marL="228600" indent="-228600">
              <a:spcAft>
                <a:spcPts val="120"/>
              </a:spcAft>
              <a:buSzPct val="100000"/>
              <a:buChar char="&gt;"/>
            </a:pPr>
            <a:r>
              <a:rPr lang="en-US" sz="1100" dirty="0">
                <a:solidFill>
                  <a:srgbClr val="023E8A"/>
                </a:solidFill>
                <a:latin typeface="Segoe UI" panose="020B0502040204020203" pitchFamily="34" charset="0"/>
              </a:rPr>
              <a:t>Get-KdsRootKey</a:t>
            </a:r>
          </a:p>
        </p:txBody>
      </p:sp>
      <p:sp>
        <p:nvSpPr>
          <p:cNvPr id="5" name="Course footer">
            <a:extLst>
              <a:ext uri="{FF2B5EF4-FFF2-40B4-BE49-F238E27FC236}">
                <a16:creationId xmlns:a16="http://schemas.microsoft.com/office/drawing/2014/main" id="{8E6F33A6-4B40-30B6-911B-9C07258417B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B721DBF5-0574-C0D6-DF1F-BD902B735D2A}"/>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4979727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E7FC4-244F-107F-7851-B9CA3FBF0F59}"/>
              </a:ext>
            </a:extLst>
          </p:cNvPr>
          <p:cNvSpPr>
            <a:spLocks noGrp="1"/>
          </p:cNvSpPr>
          <p:nvPr>
            <p:ph type="title"/>
          </p:nvPr>
        </p:nvSpPr>
        <p:spPr/>
        <p:txBody>
          <a:bodyPr wrap="square">
            <a:noAutofit/>
          </a:bodyPr>
          <a:lstStyle/>
          <a:p>
            <a:r>
              <a:rPr lang="en-GB"/>
              <a:t>gMSA: Deployment and Management</a:t>
            </a:r>
          </a:p>
        </p:txBody>
      </p:sp>
      <p:sp>
        <p:nvSpPr>
          <p:cNvPr id="3" name="Left">
            <a:extLst>
              <a:ext uri="{FF2B5EF4-FFF2-40B4-BE49-F238E27FC236}">
                <a16:creationId xmlns:a16="http://schemas.microsoft.com/office/drawing/2014/main" id="{9D569FE0-8DE7-FDE1-974C-2A28D60BD571}"/>
              </a:ext>
            </a:extLst>
          </p:cNvPr>
          <p:cNvSpPr/>
          <p:nvPr/>
        </p:nvSpPr>
        <p:spPr>
          <a:xfrm>
            <a:off x="273050" y="841851"/>
            <a:ext cx="4200000" cy="4050000"/>
          </a:xfrm>
          <a:prstGeom prst="rect">
            <a:avLst/>
          </a:prstGeom>
          <a:noFill/>
          <a:ln/>
        </p:spPr>
        <p:txBody>
          <a:bodyPr wrap="square" lIns="0" tIns="0" rIns="0" bIns="0" rtlCol="0" anchor="t">
            <a:normAutofit/>
          </a:bodyPr>
          <a:lstStyle/>
          <a:p>
            <a:pPr marL="0" indent="0">
              <a:spcBef>
                <a:spcPts val="300"/>
              </a:spcBef>
              <a:spcAft>
                <a:spcPts val="150"/>
              </a:spcAft>
              <a:buNone/>
            </a:pPr>
            <a:r>
              <a:rPr lang="en-US" sz="1500" b="1" dirty="0">
                <a:solidFill>
                  <a:srgbClr val="023047"/>
                </a:solidFill>
                <a:latin typeface="Segoe UI" panose="020B0502040204020203" pitchFamily="34" charset="0"/>
              </a:rPr>
              <a:t>Creating and Deploying a gMSA</a:t>
            </a:r>
          </a:p>
          <a:p>
            <a:pPr marL="228600" indent="-228600">
              <a:spcAft>
                <a:spcPts val="120"/>
              </a:spcAft>
              <a:buSzPct val="100000"/>
              <a:buChar char="&gt;"/>
            </a:pPr>
            <a:r>
              <a:rPr lang="en-US" sz="1000" dirty="0">
                <a:solidFill>
                  <a:srgbClr val="023E8A"/>
                </a:solidFill>
                <a:latin typeface="Segoe UI" panose="020B0502040204020203" pitchFamily="34" charset="0"/>
              </a:rPr>
              <a:t># 1. Create a group for servers that will use the gMSA</a:t>
            </a:r>
          </a:p>
          <a:p>
            <a:pPr marL="228600" indent="-228600">
              <a:spcAft>
                <a:spcPts val="120"/>
              </a:spcAft>
              <a:buSzPct val="100000"/>
              <a:buChar char="&gt;"/>
            </a:pPr>
            <a:r>
              <a:rPr lang="en-US" sz="1000" dirty="0">
                <a:solidFill>
                  <a:srgbClr val="023E8A"/>
                </a:solidFill>
                <a:latin typeface="Segoe UI" panose="020B0502040204020203" pitchFamily="34" charset="0"/>
              </a:rPr>
              <a:t>New-ADGroup -Name "gMSA_WebServers" -GroupScope Global -GroupCategory Security</a:t>
            </a:r>
          </a:p>
          <a:p>
            <a:pPr marL="228600" indent="-228600">
              <a:spcAft>
                <a:spcPts val="120"/>
              </a:spcAft>
              <a:buSzPct val="100000"/>
              <a:buChar char="&gt;"/>
            </a:pPr>
            <a:r>
              <a:rPr lang="en-US" sz="1000" dirty="0">
                <a:solidFill>
                  <a:srgbClr val="023E8A"/>
                </a:solidFill>
                <a:latin typeface="Segoe UI" panose="020B0502040204020203" pitchFamily="34" charset="0"/>
              </a:rPr>
              <a:t>Add-ADGroupMember "gMSA_WebServers" -Members "WEB01$","WEB02$"</a:t>
            </a:r>
          </a:p>
          <a:p>
            <a:pPr marL="228600" indent="-228600">
              <a:spcAft>
                <a:spcPts val="120"/>
              </a:spcAft>
              <a:buSzPct val="100000"/>
              <a:buChar char="&gt;"/>
            </a:pPr>
            <a:r>
              <a:rPr lang="en-US" sz="1000" dirty="0">
                <a:solidFill>
                  <a:srgbClr val="023E8A"/>
                </a:solidFill>
                <a:latin typeface="Segoe UI" panose="020B0502040204020203" pitchFamily="34" charset="0"/>
              </a:rPr>
              <a:t># 2. Create the gMSA</a:t>
            </a:r>
          </a:p>
          <a:p>
            <a:pPr marL="228600" indent="-228600">
              <a:spcAft>
                <a:spcPts val="120"/>
              </a:spcAft>
              <a:buSzPct val="100000"/>
              <a:buChar char="&gt;"/>
            </a:pPr>
            <a:r>
              <a:rPr lang="en-US" sz="1000" dirty="0">
                <a:solidFill>
                  <a:srgbClr val="023E8A"/>
                </a:solidFill>
                <a:latin typeface="Segoe UI" panose="020B0502040204020203" pitchFamily="34" charset="0"/>
              </a:rPr>
              <a:t>New-ADServiceAccount -Name "svc-web" -DNSHostName "svc-web.contoso.com" -PrincipalsAllowedToRetrieveManagedPassword "gMSA_WebServers"</a:t>
            </a:r>
          </a:p>
          <a:p>
            <a:pPr marL="228600" indent="-228600">
              <a:spcAft>
                <a:spcPts val="120"/>
              </a:spcAft>
              <a:buSzPct val="100000"/>
              <a:buChar char="&gt;"/>
            </a:pPr>
            <a:r>
              <a:rPr lang="en-US" sz="1000" dirty="0">
                <a:solidFill>
                  <a:srgbClr val="023E8A"/>
                </a:solidFill>
                <a:latin typeface="Segoe UI" panose="020B0502040204020203" pitchFamily="34" charset="0"/>
              </a:rPr>
              <a:t># 3. Install gMSA on each target server</a:t>
            </a:r>
          </a:p>
          <a:p>
            <a:pPr marL="228600" indent="-228600">
              <a:spcAft>
                <a:spcPts val="120"/>
              </a:spcAft>
              <a:buSzPct val="100000"/>
              <a:buChar char="&gt;"/>
            </a:pPr>
            <a:r>
              <a:rPr lang="en-US" sz="1000" dirty="0">
                <a:solidFill>
                  <a:srgbClr val="023E8A"/>
                </a:solidFill>
                <a:latin typeface="Segoe UI" panose="020B0502040204020203" pitchFamily="34" charset="0"/>
              </a:rPr>
              <a:t>Install-ADServiceAccount -Identity "svc-web"</a:t>
            </a:r>
          </a:p>
          <a:p>
            <a:pPr marL="228600" indent="-228600">
              <a:spcAft>
                <a:spcPts val="120"/>
              </a:spcAft>
              <a:buSzPct val="100000"/>
              <a:buChar char="&gt;"/>
            </a:pPr>
            <a:r>
              <a:rPr lang="en-US" sz="1000" dirty="0">
                <a:solidFill>
                  <a:srgbClr val="023E8A"/>
                </a:solidFill>
                <a:latin typeface="Segoe UI" panose="020B0502040204020203" pitchFamily="34" charset="0"/>
              </a:rPr>
              <a:t># 4. Verify installation</a:t>
            </a:r>
          </a:p>
          <a:p>
            <a:pPr marL="228600" indent="-228600">
              <a:spcAft>
                <a:spcPts val="120"/>
              </a:spcAft>
              <a:buSzPct val="100000"/>
              <a:buChar char="&gt;"/>
            </a:pPr>
            <a:r>
              <a:rPr lang="en-US" sz="1000" dirty="0">
                <a:solidFill>
                  <a:srgbClr val="023E8A"/>
                </a:solidFill>
                <a:latin typeface="Segoe UI" panose="020B0502040204020203" pitchFamily="34" charset="0"/>
              </a:rPr>
              <a:t>Test-ADServiceAccount -Identity "svc-web"</a:t>
            </a:r>
          </a:p>
          <a:p>
            <a:pPr marL="228600" indent="-228600">
              <a:spcAft>
                <a:spcPts val="120"/>
              </a:spcAft>
              <a:buSzPct val="100000"/>
              <a:buChar char="&gt;"/>
            </a:pPr>
            <a:r>
              <a:rPr lang="en-US" sz="1000" dirty="0">
                <a:solidFill>
                  <a:srgbClr val="023E8A"/>
                </a:solidFill>
                <a:latin typeface="Segoe UI" panose="020B0502040204020203" pitchFamily="34" charset="0"/>
              </a:rPr>
              <a:t># 5. Assign to a Windows Service (use account name with $)</a:t>
            </a:r>
          </a:p>
          <a:p>
            <a:pPr marL="228600" indent="-228600">
              <a:spcAft>
                <a:spcPts val="120"/>
              </a:spcAft>
              <a:buSzPct val="100000"/>
              <a:buChar char="&gt;"/>
            </a:pPr>
            <a:r>
              <a:rPr lang="en-US" sz="1000" dirty="0">
                <a:solidFill>
                  <a:srgbClr val="023E8A"/>
                </a:solidFill>
                <a:latin typeface="Segoe UI" panose="020B0502040204020203" pitchFamily="34" charset="0"/>
              </a:rPr>
              <a:t>sc.exe config "MyService" obj="contoso\svc-web$" password=""</a:t>
            </a:r>
          </a:p>
        </p:txBody>
      </p:sp>
      <p:sp>
        <p:nvSpPr>
          <p:cNvPr id="4" name="Right">
            <a:extLst>
              <a:ext uri="{FF2B5EF4-FFF2-40B4-BE49-F238E27FC236}">
                <a16:creationId xmlns:a16="http://schemas.microsoft.com/office/drawing/2014/main" id="{CF561917-143C-FA1D-9A80-1211163C03FF}"/>
              </a:ext>
            </a:extLst>
          </p:cNvPr>
          <p:cNvSpPr/>
          <p:nvPr/>
        </p:nvSpPr>
        <p:spPr>
          <a:xfrm>
            <a:off x="4798730" y="841851"/>
            <a:ext cx="4069680" cy="4050000"/>
          </a:xfrm>
          <a:prstGeom prst="rect">
            <a:avLst/>
          </a:prstGeom>
          <a:noFill/>
          <a:ln/>
        </p:spPr>
        <p:txBody>
          <a:bodyPr wrap="square" lIns="0" tIns="0" rIns="0" bIns="0" rtlCol="0" anchor="t">
            <a:normAutofit lnSpcReduction="10000"/>
          </a:bodyPr>
          <a:lstStyle/>
          <a:p>
            <a:pPr marL="0" indent="0">
              <a:spcBef>
                <a:spcPts val="300"/>
              </a:spcBef>
              <a:spcAft>
                <a:spcPts val="150"/>
              </a:spcAft>
              <a:buNone/>
            </a:pPr>
            <a:r>
              <a:rPr lang="en-US" sz="1500" b="1" dirty="0">
                <a:solidFill>
                  <a:srgbClr val="023047"/>
                </a:solidFill>
                <a:latin typeface="Segoe UI" panose="020B0502040204020203" pitchFamily="34" charset="0"/>
              </a:rPr>
              <a:t>Assigning to IIS Application Pool</a:t>
            </a:r>
          </a:p>
          <a:p>
            <a:pPr marL="228600" indent="-228600">
              <a:spcAft>
                <a:spcPts val="150"/>
              </a:spcAft>
              <a:buChar char="•"/>
            </a:pPr>
            <a:r>
              <a:rPr lang="en-US" sz="1200" dirty="0">
                <a:solidFill>
                  <a:srgbClr val="333333"/>
                </a:solidFill>
                <a:latin typeface="Segoe UI" panose="020B0502040204020203" pitchFamily="34" charset="0"/>
              </a:rPr>
              <a:t>In IIS Manager: Application Pools &gt; Advanced Settings &gt; Identity</a:t>
            </a:r>
          </a:p>
          <a:p>
            <a:pPr marL="228600" indent="-228600">
              <a:spcAft>
                <a:spcPts val="150"/>
              </a:spcAft>
              <a:buChar char="•"/>
            </a:pPr>
            <a:r>
              <a:rPr lang="en-US" sz="1200" dirty="0">
                <a:solidFill>
                  <a:srgbClr val="333333"/>
                </a:solidFill>
                <a:latin typeface="Segoe UI" panose="020B0502040204020203" pitchFamily="34" charset="0"/>
              </a:rPr>
              <a:t>Select Custom account, enter contoso\svc-web$ (note trailing $), leave password blank</a:t>
            </a:r>
          </a:p>
          <a:p>
            <a:pPr marL="228600" indent="-228600">
              <a:spcAft>
                <a:spcPts val="150"/>
              </a:spcAft>
              <a:buChar char="•"/>
            </a:pPr>
            <a:r>
              <a:rPr lang="en-US" sz="1200" dirty="0">
                <a:solidFill>
                  <a:srgbClr val="333333"/>
                </a:solidFill>
                <a:latin typeface="Segoe UI" panose="020B0502040204020203" pitchFamily="34" charset="0"/>
              </a:rPr>
              <a:t>IIS retrieves the password automatically from AD</a:t>
            </a:r>
          </a:p>
          <a:p>
            <a:pPr marL="0" indent="0">
              <a:spcBef>
                <a:spcPts val="300"/>
              </a:spcBef>
              <a:spcAft>
                <a:spcPts val="150"/>
              </a:spcAft>
              <a:buNone/>
            </a:pPr>
            <a:r>
              <a:rPr lang="en-US" sz="1500" b="1" dirty="0">
                <a:solidFill>
                  <a:srgbClr val="023047"/>
                </a:solidFill>
                <a:latin typeface="Segoe UI" panose="020B0502040204020203" pitchFamily="34" charset="0"/>
              </a:rPr>
              <a:t>Managing gMSAs</a:t>
            </a:r>
          </a:p>
          <a:p>
            <a:pPr marL="228600" indent="-228600">
              <a:spcAft>
                <a:spcPts val="120"/>
              </a:spcAft>
              <a:buSzPct val="100000"/>
              <a:buChar char="&gt;"/>
            </a:pPr>
            <a:r>
              <a:rPr lang="en-US" sz="1000" dirty="0">
                <a:solidFill>
                  <a:srgbClr val="023E8A"/>
                </a:solidFill>
                <a:latin typeface="Segoe UI" panose="020B0502040204020203" pitchFamily="34" charset="0"/>
              </a:rPr>
              <a:t># List all gMSAs in the domain</a:t>
            </a:r>
          </a:p>
          <a:p>
            <a:pPr marL="228600" indent="-228600">
              <a:spcAft>
                <a:spcPts val="120"/>
              </a:spcAft>
              <a:buSzPct val="100000"/>
              <a:buChar char="&gt;"/>
            </a:pPr>
            <a:r>
              <a:rPr lang="en-US" sz="1000" dirty="0">
                <a:solidFill>
                  <a:srgbClr val="023E8A"/>
                </a:solidFill>
                <a:latin typeface="Segoe UI" panose="020B0502040204020203" pitchFamily="34" charset="0"/>
              </a:rPr>
              <a:t>Get-ADServiceAccount -Filter *</a:t>
            </a:r>
          </a:p>
          <a:p>
            <a:pPr marL="228600" indent="-228600">
              <a:spcAft>
                <a:spcPts val="120"/>
              </a:spcAft>
              <a:buSzPct val="100000"/>
              <a:buChar char="&gt;"/>
            </a:pPr>
            <a:r>
              <a:rPr lang="en-US" sz="1000" dirty="0">
                <a:solidFill>
                  <a:srgbClr val="023E8A"/>
                </a:solidFill>
                <a:latin typeface="Segoe UI" panose="020B0502040204020203" pitchFamily="34" charset="0"/>
              </a:rPr>
              <a:t># Check which servers can retrieve the password</a:t>
            </a:r>
          </a:p>
          <a:p>
            <a:pPr marL="228600" indent="-228600">
              <a:spcAft>
                <a:spcPts val="120"/>
              </a:spcAft>
              <a:buSzPct val="100000"/>
              <a:buChar char="&gt;"/>
            </a:pPr>
            <a:r>
              <a:rPr lang="en-US" sz="1000" dirty="0">
                <a:solidFill>
                  <a:srgbClr val="023E8A"/>
                </a:solidFill>
                <a:latin typeface="Segoe UI" panose="020B0502040204020203" pitchFamily="34" charset="0"/>
              </a:rPr>
              <a:t>Get-ADServiceAccount "svc-web" -Properties PrincipalsAllowedToRetrieveManagedPassword</a:t>
            </a:r>
          </a:p>
          <a:p>
            <a:pPr marL="228600" indent="-228600">
              <a:spcAft>
                <a:spcPts val="120"/>
              </a:spcAft>
              <a:buSzPct val="100000"/>
              <a:buChar char="&gt;"/>
            </a:pPr>
            <a:r>
              <a:rPr lang="en-US" sz="1000" dirty="0">
                <a:solidFill>
                  <a:srgbClr val="023E8A"/>
                </a:solidFill>
                <a:latin typeface="Segoe UI" panose="020B0502040204020203" pitchFamily="34" charset="0"/>
              </a:rPr>
              <a:t># Add a new server to the retrieval group</a:t>
            </a:r>
          </a:p>
          <a:p>
            <a:pPr marL="228600" indent="-228600">
              <a:spcAft>
                <a:spcPts val="120"/>
              </a:spcAft>
              <a:buSzPct val="100000"/>
              <a:buChar char="&gt;"/>
            </a:pPr>
            <a:r>
              <a:rPr lang="en-US" sz="1000" dirty="0">
                <a:solidFill>
                  <a:srgbClr val="023E8A"/>
                </a:solidFill>
                <a:latin typeface="Segoe UI" panose="020B0502040204020203" pitchFamily="34" charset="0"/>
              </a:rPr>
              <a:t>Add-ADGroupMember "gMSA_WebServers" -Members "WEB03$"</a:t>
            </a:r>
          </a:p>
          <a:p>
            <a:pPr marL="0" indent="0">
              <a:spcBef>
                <a:spcPts val="300"/>
              </a:spcBef>
              <a:spcAft>
                <a:spcPts val="150"/>
              </a:spcAft>
              <a:buNone/>
            </a:pPr>
            <a:r>
              <a:rPr lang="en-US" sz="1500" b="1" dirty="0">
                <a:solidFill>
                  <a:srgbClr val="023047"/>
                </a:solidFill>
                <a:latin typeface="Segoe UI" panose="020B0502040204020203" pitchFamily="34" charset="0"/>
              </a:rPr>
              <a:t>Key Operational Rules</a:t>
            </a:r>
          </a:p>
          <a:p>
            <a:pPr marL="228600" indent="-228600">
              <a:spcAft>
                <a:spcPts val="150"/>
              </a:spcAft>
              <a:buChar char="•"/>
            </a:pPr>
            <a:r>
              <a:rPr lang="en-US" sz="1200" dirty="0">
                <a:solidFill>
                  <a:srgbClr val="333333"/>
                </a:solidFill>
                <a:latin typeface="Segoe UI" panose="020B0502040204020203" pitchFamily="34" charset="0"/>
              </a:rPr>
              <a:t>Always add the computer account (MACHINE$) not the user — computers are principals</a:t>
            </a:r>
          </a:p>
          <a:p>
            <a:pPr marL="228600" indent="-228600">
              <a:spcAft>
                <a:spcPts val="150"/>
              </a:spcAft>
              <a:buChar char="•"/>
            </a:pPr>
            <a:r>
              <a:rPr lang="en-US" sz="1200" dirty="0">
                <a:solidFill>
                  <a:srgbClr val="333333"/>
                </a:solidFill>
                <a:latin typeface="Segoe UI" panose="020B0502040204020203" pitchFamily="34" charset="0"/>
              </a:rPr>
              <a:t>After adding a new server to the group, restart the service on that server to pick up access</a:t>
            </a:r>
          </a:p>
          <a:p>
            <a:pPr marL="228600" indent="-228600">
              <a:spcAft>
                <a:spcPts val="150"/>
              </a:spcAft>
              <a:buChar char="•"/>
            </a:pPr>
            <a:r>
              <a:rPr lang="en-US" sz="1200" dirty="0">
                <a:solidFill>
                  <a:srgbClr val="333333"/>
                </a:solidFill>
                <a:latin typeface="Segoe UI" panose="020B0502040204020203" pitchFamily="34" charset="0"/>
              </a:rPr>
              <a:t>gMSAs cannot be used for interactive logon — they are service-only identities</a:t>
            </a:r>
          </a:p>
        </p:txBody>
      </p:sp>
      <p:sp>
        <p:nvSpPr>
          <p:cNvPr id="5" name="Course footer">
            <a:extLst>
              <a:ext uri="{FF2B5EF4-FFF2-40B4-BE49-F238E27FC236}">
                <a16:creationId xmlns:a16="http://schemas.microsoft.com/office/drawing/2014/main" id="{8A78CC66-6DEE-1C8D-5FAE-890AA069532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F737980F-0880-73CD-A895-5451DC5B5A7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63902708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5091-4859-3FF7-D9D0-CC851D19CB51}"/>
              </a:ext>
            </a:extLst>
          </p:cNvPr>
          <p:cNvSpPr>
            <a:spLocks noGrp="1"/>
          </p:cNvSpPr>
          <p:nvPr>
            <p:ph type="title"/>
          </p:nvPr>
        </p:nvSpPr>
        <p:spPr/>
        <p:txBody>
          <a:bodyPr wrap="square">
            <a:noAutofit/>
          </a:bodyPr>
          <a:lstStyle/>
          <a:p>
            <a:r>
              <a:rPr lang="en-GB" dirty="0"/>
              <a:t>Fine-Grained Password Policies (PSOs)</a:t>
            </a:r>
          </a:p>
        </p:txBody>
      </p:sp>
      <p:sp>
        <p:nvSpPr>
          <p:cNvPr id="3" name="Left">
            <a:extLst>
              <a:ext uri="{FF2B5EF4-FFF2-40B4-BE49-F238E27FC236}">
                <a16:creationId xmlns:a16="http://schemas.microsoft.com/office/drawing/2014/main" id="{323F3CDC-7481-001D-6484-AC674CA07718}"/>
              </a:ext>
            </a:extLst>
          </p:cNvPr>
          <p:cNvSpPr/>
          <p:nvPr/>
        </p:nvSpPr>
        <p:spPr>
          <a:xfrm>
            <a:off x="273050" y="841851"/>
            <a:ext cx="4200000" cy="4050000"/>
          </a:xfrm>
          <a:prstGeom prst="rect">
            <a:avLst/>
          </a:prstGeom>
          <a:noFill/>
          <a:ln/>
        </p:spPr>
        <p:txBody>
          <a:bodyPr wrap="square" lIns="0" tIns="0" rIns="0" bIns="0" rtlCol="0" anchor="t">
            <a:normAutofit/>
          </a:bodyPr>
          <a:lstStyle/>
          <a:p>
            <a:pPr marL="0" indent="0">
              <a:spcBef>
                <a:spcPts val="300"/>
              </a:spcBef>
              <a:spcAft>
                <a:spcPts val="150"/>
              </a:spcAft>
              <a:buNone/>
            </a:pPr>
            <a:r>
              <a:rPr lang="en-US" sz="1500" b="1" dirty="0">
                <a:solidFill>
                  <a:srgbClr val="023047"/>
                </a:solidFill>
                <a:latin typeface="Segoe UI" panose="020B0502040204020203" pitchFamily="34" charset="0"/>
              </a:rPr>
              <a:t>The Problem with Domain Password Policy</a:t>
            </a:r>
          </a:p>
          <a:p>
            <a:pPr marL="228600" indent="-228600">
              <a:spcAft>
                <a:spcPts val="150"/>
              </a:spcAft>
              <a:buChar char="•"/>
            </a:pPr>
            <a:r>
              <a:rPr lang="en-US" sz="1200" dirty="0">
                <a:solidFill>
                  <a:srgbClr val="333333"/>
                </a:solidFill>
                <a:latin typeface="Segoe UI" panose="020B0502040204020203" pitchFamily="34" charset="0"/>
              </a:rPr>
              <a:t>Default domain password policy applies to every user in the domain equally</a:t>
            </a:r>
          </a:p>
          <a:p>
            <a:pPr marL="228600" indent="-228600">
              <a:spcAft>
                <a:spcPts val="150"/>
              </a:spcAft>
              <a:buChar char="•"/>
            </a:pPr>
            <a:r>
              <a:rPr lang="en-US" sz="1200" dirty="0">
                <a:solidFill>
                  <a:srgbClr val="333333"/>
                </a:solidFill>
                <a:latin typeface="Segoe UI" panose="020B0502040204020203" pitchFamily="34" charset="0"/>
              </a:rPr>
              <a:t>One policy cannot serve all use cases: standard users, privileged accounts, service accounts all have different needs</a:t>
            </a:r>
          </a:p>
          <a:p>
            <a:pPr marL="228600" indent="-228600">
              <a:spcAft>
                <a:spcPts val="150"/>
              </a:spcAft>
              <a:buChar char="•"/>
            </a:pPr>
            <a:r>
              <a:rPr lang="en-US" sz="1200" dirty="0">
                <a:solidFill>
                  <a:srgbClr val="333333"/>
                </a:solidFill>
                <a:latin typeface="Segoe UI" panose="020B0502040204020203" pitchFamily="34" charset="0"/>
              </a:rPr>
              <a:t>Fine-Grained Password Policies (PSOs) were introduced in Windows Server 2008 to solve this</a:t>
            </a:r>
          </a:p>
          <a:p>
            <a:pPr marL="0" indent="0">
              <a:spcBef>
                <a:spcPts val="300"/>
              </a:spcBef>
              <a:spcAft>
                <a:spcPts val="150"/>
              </a:spcAft>
              <a:buNone/>
            </a:pPr>
            <a:r>
              <a:rPr lang="en-US" sz="1500" b="1" dirty="0">
                <a:solidFill>
                  <a:srgbClr val="023047"/>
                </a:solidFill>
                <a:latin typeface="Segoe UI" panose="020B0502040204020203" pitchFamily="34" charset="0"/>
              </a:rPr>
              <a:t>How PSOs Work</a:t>
            </a:r>
          </a:p>
          <a:p>
            <a:pPr marL="228600" indent="-228600">
              <a:spcAft>
                <a:spcPts val="150"/>
              </a:spcAft>
              <a:buChar char="•"/>
            </a:pPr>
            <a:r>
              <a:rPr lang="en-US" sz="1200" dirty="0">
                <a:solidFill>
                  <a:srgbClr val="333333"/>
                </a:solidFill>
                <a:latin typeface="Segoe UI" panose="020B0502040204020203" pitchFamily="34" charset="0"/>
              </a:rPr>
              <a:t>A Password Settings Object (PSO) defines password and lockout settings independent of the Default Domain Policy</a:t>
            </a:r>
          </a:p>
          <a:p>
            <a:pPr marL="228600" indent="-228600">
              <a:spcAft>
                <a:spcPts val="150"/>
              </a:spcAft>
              <a:buChar char="•"/>
            </a:pPr>
            <a:r>
              <a:rPr lang="en-US" sz="1200" dirty="0">
                <a:solidFill>
                  <a:srgbClr val="333333"/>
                </a:solidFill>
                <a:latin typeface="Segoe UI" panose="020B0502040204020203" pitchFamily="34" charset="0"/>
              </a:rPr>
              <a:t>PSOs apply to users or global security groups (not OUs — a common misconception)</a:t>
            </a:r>
          </a:p>
          <a:p>
            <a:pPr marL="228600" indent="-228600">
              <a:spcAft>
                <a:spcPts val="150"/>
              </a:spcAft>
              <a:buChar char="•"/>
            </a:pPr>
            <a:r>
              <a:rPr lang="en-US" sz="1200" dirty="0">
                <a:solidFill>
                  <a:srgbClr val="333333"/>
                </a:solidFill>
                <a:latin typeface="Segoe UI" panose="020B0502040204020203" pitchFamily="34" charset="0"/>
              </a:rPr>
              <a:t>Precedence value: lower number = higher priority; wins when multiple PSOs apply to a user</a:t>
            </a:r>
          </a:p>
          <a:p>
            <a:pPr marL="228600" indent="-228600">
              <a:spcAft>
                <a:spcPts val="150"/>
              </a:spcAft>
              <a:buChar char="•"/>
            </a:pPr>
            <a:r>
              <a:rPr lang="en-US" sz="1200" dirty="0">
                <a:solidFill>
                  <a:srgbClr val="333333"/>
                </a:solidFill>
                <a:latin typeface="Segoe UI" panose="020B0502040204020203" pitchFamily="34" charset="0"/>
              </a:rPr>
              <a:t>Resultant PSO: the single PSO with the lowest precedence that applies to a user</a:t>
            </a:r>
          </a:p>
          <a:p>
            <a:pPr marL="228600" indent="-228600">
              <a:spcAft>
                <a:spcPts val="150"/>
              </a:spcAft>
              <a:buChar char="•"/>
            </a:pPr>
            <a:r>
              <a:rPr lang="en-US" sz="1200" dirty="0">
                <a:solidFill>
                  <a:srgbClr val="333333"/>
                </a:solidFill>
                <a:latin typeface="Segoe UI" panose="020B0502040204020203" pitchFamily="34" charset="0"/>
              </a:rPr>
              <a:t>Users with no PSO fall back to the Default Domain Password Policy</a:t>
            </a:r>
          </a:p>
        </p:txBody>
      </p:sp>
      <p:sp>
        <p:nvSpPr>
          <p:cNvPr id="4" name="Right">
            <a:extLst>
              <a:ext uri="{FF2B5EF4-FFF2-40B4-BE49-F238E27FC236}">
                <a16:creationId xmlns:a16="http://schemas.microsoft.com/office/drawing/2014/main" id="{74A7037F-B6B3-59EC-7C1C-41B0F9983C49}"/>
              </a:ext>
            </a:extLst>
          </p:cNvPr>
          <p:cNvSpPr/>
          <p:nvPr/>
        </p:nvSpPr>
        <p:spPr>
          <a:xfrm>
            <a:off x="4798730" y="841851"/>
            <a:ext cx="4069680" cy="4050000"/>
          </a:xfrm>
          <a:prstGeom prst="rect">
            <a:avLst/>
          </a:prstGeom>
          <a:noFill/>
          <a:ln/>
        </p:spPr>
        <p:txBody>
          <a:bodyPr wrap="square" lIns="0" tIns="0" rIns="0" bIns="0" rtlCol="0" anchor="t">
            <a:normAutofit/>
          </a:bodyPr>
          <a:lstStyle/>
          <a:p>
            <a:pPr marL="0" indent="0">
              <a:spcBef>
                <a:spcPts val="300"/>
              </a:spcBef>
              <a:spcAft>
                <a:spcPts val="150"/>
              </a:spcAft>
              <a:buNone/>
            </a:pPr>
            <a:r>
              <a:rPr lang="en-US" sz="1500" b="1" dirty="0">
                <a:solidFill>
                  <a:srgbClr val="023047"/>
                </a:solidFill>
                <a:latin typeface="Segoe UI" panose="020B0502040204020203" pitchFamily="34" charset="0"/>
              </a:rPr>
              <a:t>Creating a PSO with PowerShell</a:t>
            </a:r>
          </a:p>
          <a:p>
            <a:pPr marL="228600" indent="-228600">
              <a:spcAft>
                <a:spcPts val="120"/>
              </a:spcAft>
              <a:buSzPct val="100000"/>
              <a:buChar char="&gt;"/>
            </a:pPr>
            <a:r>
              <a:rPr lang="en-US" sz="1000" dirty="0">
                <a:solidFill>
                  <a:srgbClr val="023E8A"/>
                </a:solidFill>
                <a:latin typeface="Segoe UI" panose="020B0502040204020203" pitchFamily="34" charset="0"/>
              </a:rPr>
              <a:t>New-ADFineGrainedPasswordPolicy -Name "PrivAccounts-PSO" -Precedence 10 -MinPasswordLength 16 -PasswordHistoryCount 24 -MaxPasswordAge "60.00:00:00" -MinPasswordAge "1.00:00:00" -LockoutThreshold 5 -LockoutDuration "00:30:00" -LockoutObservationWindow "00:30:00" -ComplexityEnabled $true -ReversibleEncryptionEnabled $false</a:t>
            </a:r>
          </a:p>
          <a:p>
            <a:pPr marL="228600" indent="-228600">
              <a:spcAft>
                <a:spcPts val="120"/>
              </a:spcAft>
              <a:buSzPct val="100000"/>
              <a:buChar char="&gt;"/>
            </a:pPr>
            <a:r>
              <a:rPr lang="en-US" sz="1000" dirty="0">
                <a:solidFill>
                  <a:srgbClr val="023E8A"/>
                </a:solidFill>
                <a:latin typeface="Segoe UI" panose="020B0502040204020203" pitchFamily="34" charset="0"/>
              </a:rPr>
              <a:t># Apply PSO to a group</a:t>
            </a:r>
          </a:p>
          <a:p>
            <a:pPr marL="228600" indent="-228600">
              <a:spcAft>
                <a:spcPts val="120"/>
              </a:spcAft>
              <a:buSzPct val="100000"/>
              <a:buChar char="&gt;"/>
            </a:pPr>
            <a:r>
              <a:rPr lang="en-US" sz="1000" dirty="0">
                <a:solidFill>
                  <a:srgbClr val="023E8A"/>
                </a:solidFill>
                <a:latin typeface="Segoe UI" panose="020B0502040204020203" pitchFamily="34" charset="0"/>
              </a:rPr>
              <a:t>Add-ADFineGrainedPasswordPolicySubject -Identity "PrivAccounts-PSO" -Subjects "Domain Admins"</a:t>
            </a:r>
          </a:p>
          <a:p>
            <a:pPr marL="228600" indent="-228600">
              <a:spcAft>
                <a:spcPts val="120"/>
              </a:spcAft>
              <a:buSzPct val="100000"/>
              <a:buChar char="&gt;"/>
            </a:pPr>
            <a:r>
              <a:rPr lang="en-US" sz="1000" dirty="0">
                <a:solidFill>
                  <a:srgbClr val="023E8A"/>
                </a:solidFill>
                <a:latin typeface="Segoe UI" panose="020B0502040204020203" pitchFamily="34" charset="0"/>
              </a:rPr>
              <a:t>Add-ADFineGrainedPasswordPolicySubject -Identity "PrivAccounts-PSO" -Subjects "Tier0-Admins"</a:t>
            </a:r>
          </a:p>
          <a:p>
            <a:pPr marL="228600" indent="-228600">
              <a:spcAft>
                <a:spcPts val="120"/>
              </a:spcAft>
              <a:buSzPct val="100000"/>
              <a:buChar char="&gt;"/>
            </a:pPr>
            <a:r>
              <a:rPr lang="en-US" sz="1000" dirty="0">
                <a:solidFill>
                  <a:srgbClr val="023E8A"/>
                </a:solidFill>
                <a:latin typeface="Segoe UI" panose="020B0502040204020203" pitchFamily="34" charset="0"/>
              </a:rPr>
              <a:t># Check which PSO applies to a user</a:t>
            </a:r>
          </a:p>
          <a:p>
            <a:pPr marL="228600" indent="-228600">
              <a:spcAft>
                <a:spcPts val="120"/>
              </a:spcAft>
              <a:buSzPct val="100000"/>
              <a:buChar char="&gt;"/>
            </a:pPr>
            <a:r>
              <a:rPr lang="en-US" sz="1000" dirty="0">
                <a:solidFill>
                  <a:srgbClr val="023E8A"/>
                </a:solidFill>
                <a:latin typeface="Segoe UI" panose="020B0502040204020203" pitchFamily="34" charset="0"/>
              </a:rPr>
              <a:t>Get-ADUserResultantPasswordPolicy -Identity jsmith</a:t>
            </a:r>
          </a:p>
          <a:p>
            <a:pPr marL="228600" indent="-228600">
              <a:spcAft>
                <a:spcPts val="120"/>
              </a:spcAft>
              <a:buSzPct val="100000"/>
              <a:buChar char="&gt;"/>
            </a:pPr>
            <a:r>
              <a:rPr lang="en-US" sz="1000" dirty="0">
                <a:solidFill>
                  <a:srgbClr val="023E8A"/>
                </a:solidFill>
                <a:latin typeface="Segoe UI" panose="020B0502040204020203" pitchFamily="34" charset="0"/>
              </a:rPr>
              <a:t># List all PSOs</a:t>
            </a:r>
          </a:p>
          <a:p>
            <a:pPr marL="228600" indent="-228600">
              <a:spcAft>
                <a:spcPts val="120"/>
              </a:spcAft>
              <a:buSzPct val="100000"/>
              <a:buChar char="&gt;"/>
            </a:pPr>
            <a:r>
              <a:rPr lang="en-US" sz="1000" dirty="0">
                <a:solidFill>
                  <a:srgbClr val="023E8A"/>
                </a:solidFill>
                <a:latin typeface="Segoe UI" panose="020B0502040204020203" pitchFamily="34" charset="0"/>
              </a:rPr>
              <a:t>Get-ADFineGrainedPasswordPolicy -Filter *</a:t>
            </a:r>
          </a:p>
          <a:p>
            <a:pPr marL="0" indent="0">
              <a:spcBef>
                <a:spcPts val="300"/>
              </a:spcBef>
              <a:spcAft>
                <a:spcPts val="150"/>
              </a:spcAft>
              <a:buNone/>
            </a:pPr>
            <a:r>
              <a:rPr lang="en-US" sz="1500" b="1" dirty="0">
                <a:solidFill>
                  <a:srgbClr val="023047"/>
                </a:solidFill>
                <a:latin typeface="Segoe UI" panose="020B0502040204020203" pitchFamily="34" charset="0"/>
              </a:rPr>
              <a:t>Typical PSO Design</a:t>
            </a:r>
          </a:p>
          <a:p>
            <a:pPr marL="228600" indent="-228600">
              <a:spcAft>
                <a:spcPts val="150"/>
              </a:spcAft>
              <a:buChar char="•"/>
            </a:pPr>
            <a:r>
              <a:rPr lang="en-US" sz="1200" dirty="0">
                <a:solidFill>
                  <a:srgbClr val="333333"/>
                </a:solidFill>
                <a:latin typeface="Segoe UI" panose="020B0502040204020203" pitchFamily="34" charset="0"/>
              </a:rPr>
              <a:t>Precedence 10: privileged/admin accounts (16+ chars, 60-day max age, low lockout threshold)</a:t>
            </a:r>
          </a:p>
          <a:p>
            <a:pPr marL="228600" indent="-228600">
              <a:spcAft>
                <a:spcPts val="150"/>
              </a:spcAft>
              <a:buChar char="•"/>
            </a:pPr>
            <a:r>
              <a:rPr lang="en-US" sz="1200" dirty="0">
                <a:solidFill>
                  <a:srgbClr val="333333"/>
                </a:solidFill>
                <a:latin typeface="Segoe UI" panose="020B0502040204020203" pitchFamily="34" charset="0"/>
              </a:rPr>
              <a:t>Precedence 20: service accounts (24+ chars, never expires, no lockout)</a:t>
            </a:r>
          </a:p>
          <a:p>
            <a:pPr marL="228600" indent="-228600">
              <a:spcAft>
                <a:spcPts val="150"/>
              </a:spcAft>
              <a:buChar char="•"/>
            </a:pPr>
            <a:r>
              <a:rPr lang="en-US" sz="1200" dirty="0">
                <a:solidFill>
                  <a:srgbClr val="333333"/>
                </a:solidFill>
                <a:latin typeface="Segoe UI" panose="020B0502040204020203" pitchFamily="34" charset="0"/>
              </a:rPr>
              <a:t>Default Domain Policy: all standard users</a:t>
            </a:r>
          </a:p>
        </p:txBody>
      </p:sp>
      <p:sp>
        <p:nvSpPr>
          <p:cNvPr id="5" name="Course footer">
            <a:extLst>
              <a:ext uri="{FF2B5EF4-FFF2-40B4-BE49-F238E27FC236}">
                <a16:creationId xmlns:a16="http://schemas.microsoft.com/office/drawing/2014/main" id="{C05F7479-C5B0-DFC5-06BB-DAB2A1E644D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772BB82B-4106-736F-B6E7-AC9C5F652FA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74514981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EBF2B-E9F7-34D4-8719-9AA0B185C0E7}"/>
              </a:ext>
            </a:extLst>
          </p:cNvPr>
          <p:cNvSpPr>
            <a:spLocks noGrp="1"/>
          </p:cNvSpPr>
          <p:nvPr>
            <p:ph type="title"/>
          </p:nvPr>
        </p:nvSpPr>
        <p:spPr/>
        <p:txBody>
          <a:bodyPr wrap="square">
            <a:noAutofit/>
          </a:bodyPr>
          <a:lstStyle/>
          <a:p>
            <a:r>
              <a:rPr lang="en-GB"/>
              <a:t>Demonstration Plan</a:t>
            </a:r>
          </a:p>
        </p:txBody>
      </p:sp>
      <p:sp>
        <p:nvSpPr>
          <p:cNvPr id="3" name="Text Placeholder 2">
            <a:extLst>
              <a:ext uri="{FF2B5EF4-FFF2-40B4-BE49-F238E27FC236}">
                <a16:creationId xmlns:a16="http://schemas.microsoft.com/office/drawing/2014/main" id="{115FBC0C-0065-DE1A-9F71-F2806EEC64A0}"/>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Review the most relevant management interface for the chapter topics</a:t>
            </a:r>
          </a:p>
        </p:txBody>
      </p:sp>
      <p:sp>
        <p:nvSpPr>
          <p:cNvPr id="4" name="Text Placeholder 3">
            <a:extLst>
              <a:ext uri="{FF2B5EF4-FFF2-40B4-BE49-F238E27FC236}">
                <a16:creationId xmlns:a16="http://schemas.microsoft.com/office/drawing/2014/main" id="{68FCA84E-E3B3-BA49-4333-FEEDEB88D2D5}"/>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Run one or more validating PowerShell examples</a:t>
            </a:r>
          </a:p>
        </p:txBody>
      </p:sp>
      <p:sp>
        <p:nvSpPr>
          <p:cNvPr id="5" name="Text Placeholder 4">
            <a:extLst>
              <a:ext uri="{FF2B5EF4-FFF2-40B4-BE49-F238E27FC236}">
                <a16:creationId xmlns:a16="http://schemas.microsoft.com/office/drawing/2014/main" id="{2CB06596-D725-9384-FC29-8781EA1AA700}"/>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Explain operational dependencies and expected results</a:t>
            </a:r>
          </a:p>
        </p:txBody>
      </p:sp>
      <p:sp>
        <p:nvSpPr>
          <p:cNvPr id="6" name="Text Placeholder 5">
            <a:extLst>
              <a:ext uri="{FF2B5EF4-FFF2-40B4-BE49-F238E27FC236}">
                <a16:creationId xmlns:a16="http://schemas.microsoft.com/office/drawing/2014/main" id="{D4C8B3FE-1CAF-567B-7866-9101A4ED2080}"/>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Connect the chapter concepts to later administration work</a:t>
            </a:r>
          </a:p>
        </p:txBody>
      </p:sp>
      <p:sp>
        <p:nvSpPr>
          <p:cNvPr id="8" name="Course footer">
            <a:extLst>
              <a:ext uri="{FF2B5EF4-FFF2-40B4-BE49-F238E27FC236}">
                <a16:creationId xmlns:a16="http://schemas.microsoft.com/office/drawing/2014/main" id="{A2AB0230-9B84-6060-2A2F-DC6F88E479F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6D25B7C8-9473-EFD0-050E-298839DB5E9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73058168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C5026-4C0D-C26C-3083-365AED274449}"/>
              </a:ext>
            </a:extLst>
          </p:cNvPr>
          <p:cNvSpPr>
            <a:spLocks noGrp="1"/>
          </p:cNvSpPr>
          <p:nvPr>
            <p:ph type="title"/>
          </p:nvPr>
        </p:nvSpPr>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EFCC50FB-817F-C52F-53F1-EE2014E18536}"/>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Differentiate local and domain-scoped identity objects</a:t>
            </a:r>
          </a:p>
        </p:txBody>
      </p:sp>
      <p:sp>
        <p:nvSpPr>
          <p:cNvPr id="4" name="Text Placeholder 3">
            <a:extLst>
              <a:ext uri="{FF2B5EF4-FFF2-40B4-BE49-F238E27FC236}">
                <a16:creationId xmlns:a16="http://schemas.microsoft.com/office/drawing/2014/main" id="{9F6F84E7-CE28-9C19-B05B-A035C88254E8}"/>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Establish user, group, and computer objects as operational building blocks</a:t>
            </a:r>
          </a:p>
        </p:txBody>
      </p:sp>
      <p:sp>
        <p:nvSpPr>
          <p:cNvPr id="5" name="Text Placeholder 4">
            <a:extLst>
              <a:ext uri="{FF2B5EF4-FFF2-40B4-BE49-F238E27FC236}">
                <a16:creationId xmlns:a16="http://schemas.microsoft.com/office/drawing/2014/main" id="{40647178-5C89-762D-8E4C-174727EE21EE}"/>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Prepare students for later chapters on permissions and Group Policy</a:t>
            </a:r>
          </a:p>
        </p:txBody>
      </p:sp>
      <p:sp>
        <p:nvSpPr>
          <p:cNvPr id="6" name="Text Placeholder 5">
            <a:extLst>
              <a:ext uri="{FF2B5EF4-FFF2-40B4-BE49-F238E27FC236}">
                <a16:creationId xmlns:a16="http://schemas.microsoft.com/office/drawing/2014/main" id="{4689C4FE-B8F3-B2D0-FCF1-43F63D284E7E}"/>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Reinforce repeatable administration, validation, and supportable design choices</a:t>
            </a:r>
          </a:p>
        </p:txBody>
      </p:sp>
      <p:sp>
        <p:nvSpPr>
          <p:cNvPr id="8" name="Course footer">
            <a:extLst>
              <a:ext uri="{FF2B5EF4-FFF2-40B4-BE49-F238E27FC236}">
                <a16:creationId xmlns:a16="http://schemas.microsoft.com/office/drawing/2014/main" id="{4A0CB902-9115-423B-B550-E3DDF0B985A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4023B918-3667-A020-BF58-07F7862E9BB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9655319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72919-36D3-CAA2-E569-772ABAC860AF}"/>
              </a:ext>
            </a:extLst>
          </p:cNvPr>
          <p:cNvSpPr>
            <a:spLocks noGrp="1"/>
          </p:cNvSpPr>
          <p:nvPr>
            <p:ph type="title"/>
          </p:nvPr>
        </p:nvSpPr>
        <p:spPr/>
        <p:txBody>
          <a:bodyPr wrap="square">
            <a:noAutofit/>
          </a:bodyPr>
          <a:lstStyle/>
          <a:p>
            <a:r>
              <a:rPr lang="en-GB"/>
              <a:t>Knowledge Check</a:t>
            </a:r>
          </a:p>
        </p:txBody>
      </p:sp>
      <p:sp>
        <p:nvSpPr>
          <p:cNvPr id="3" name="Text Placeholder 2">
            <a:extLst>
              <a:ext uri="{FF2B5EF4-FFF2-40B4-BE49-F238E27FC236}">
                <a16:creationId xmlns:a16="http://schemas.microsoft.com/office/drawing/2014/main" id="{39992B97-8A4A-C734-5168-805CF00F09C9}"/>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What is the main administrative purpose of Local users?</a:t>
            </a:r>
          </a:p>
        </p:txBody>
      </p:sp>
      <p:sp>
        <p:nvSpPr>
          <p:cNvPr id="4" name="Text Placeholder 3">
            <a:extLst>
              <a:ext uri="{FF2B5EF4-FFF2-40B4-BE49-F238E27FC236}">
                <a16:creationId xmlns:a16="http://schemas.microsoft.com/office/drawing/2014/main" id="{EDA6F58D-7295-2D6C-45F1-9B4B54205CD1}"/>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What is the main administrative purpose of Active Directory basics?</a:t>
            </a:r>
          </a:p>
        </p:txBody>
      </p:sp>
      <p:sp>
        <p:nvSpPr>
          <p:cNvPr id="5" name="Text Placeholder 4">
            <a:extLst>
              <a:ext uri="{FF2B5EF4-FFF2-40B4-BE49-F238E27FC236}">
                <a16:creationId xmlns:a16="http://schemas.microsoft.com/office/drawing/2014/main" id="{F2B15B22-AD78-AF17-6275-43331CDC8B5C}"/>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What is the main administrative purpose of Domain users?</a:t>
            </a:r>
          </a:p>
        </p:txBody>
      </p:sp>
      <p:sp>
        <p:nvSpPr>
          <p:cNvPr id="6" name="Text Placeholder 5">
            <a:extLst>
              <a:ext uri="{FF2B5EF4-FFF2-40B4-BE49-F238E27FC236}">
                <a16:creationId xmlns:a16="http://schemas.microsoft.com/office/drawing/2014/main" id="{AFA37945-B98F-F9F4-9344-E5E13EAC3CD4}"/>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What is the main administrative purpose of Groups?</a:t>
            </a:r>
          </a:p>
        </p:txBody>
      </p:sp>
      <p:sp>
        <p:nvSpPr>
          <p:cNvPr id="8" name="Course footer">
            <a:extLst>
              <a:ext uri="{FF2B5EF4-FFF2-40B4-BE49-F238E27FC236}">
                <a16:creationId xmlns:a16="http://schemas.microsoft.com/office/drawing/2014/main" id="{33C798BC-C790-85C8-4A3C-5F3C7809540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677B75F8-58E7-EED9-3534-59C8C5FB1B3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10051899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1C41B-F45D-E82E-41FB-460A394E4002}"/>
              </a:ext>
            </a:extLst>
          </p:cNvPr>
          <p:cNvSpPr>
            <a:spLocks noGrp="1"/>
          </p:cNvSpPr>
          <p:nvPr>
            <p:ph type="title"/>
          </p:nvPr>
        </p:nvSpPr>
        <p:spPr/>
        <p:txBody>
          <a:bodyPr wrap="square">
            <a:noAutofit/>
          </a:bodyPr>
          <a:lstStyle/>
          <a:p>
            <a:r>
              <a:rPr lang="en-GB"/>
              <a:t>PRACTICE LAB</a:t>
            </a:r>
          </a:p>
        </p:txBody>
      </p:sp>
      <p:sp>
        <p:nvSpPr>
          <p:cNvPr id="3" name="Shape 0">
            <a:extLst>
              <a:ext uri="{FF2B5EF4-FFF2-40B4-BE49-F238E27FC236}">
                <a16:creationId xmlns:a16="http://schemas.microsoft.com/office/drawing/2014/main" id="{21903689-958A-202F-ED04-26A8C8A3A56D}"/>
              </a:ext>
            </a:extLst>
          </p:cNvPr>
          <p:cNvSpPr/>
          <p:nvPr/>
        </p:nvSpPr>
        <p:spPr>
          <a:xfrm>
            <a:off x="63500" y="0"/>
            <a:ext cx="164592" cy="5143500"/>
          </a:xfrm>
          <a:prstGeom prst="rect">
            <a:avLst/>
          </a:prstGeom>
          <a:solidFill>
            <a:srgbClr val="0076D4"/>
          </a:solidFill>
          <a:ln w="12700">
            <a:solidFill>
              <a:srgbClr val="0076D4"/>
            </a:solidFill>
            <a:prstDash val="solid"/>
          </a:ln>
        </p:spPr>
        <p:txBody>
          <a:bodyPr/>
          <a:lstStyle/>
          <a:p>
            <a:endParaRPr lang="en-US"/>
          </a:p>
        </p:txBody>
      </p:sp>
      <p:sp>
        <p:nvSpPr>
          <p:cNvPr id="5" name="Text 4">
            <a:extLst>
              <a:ext uri="{FF2B5EF4-FFF2-40B4-BE49-F238E27FC236}">
                <a16:creationId xmlns:a16="http://schemas.microsoft.com/office/drawing/2014/main" id="{A47B08D1-4606-F522-334C-840915C8CD64}"/>
              </a:ext>
            </a:extLst>
          </p:cNvPr>
          <p:cNvSpPr/>
          <p:nvPr/>
        </p:nvSpPr>
        <p:spPr>
          <a:xfrm>
            <a:off x="551180" y="1296162"/>
            <a:ext cx="7772400" cy="594360"/>
          </a:xfrm>
          <a:prstGeom prst="rect">
            <a:avLst/>
          </a:prstGeom>
          <a:noFill/>
          <a:ln/>
        </p:spPr>
        <p:txBody>
          <a:bodyPr wrap="square" lIns="0" tIns="0" rIns="0" bIns="0" rtlCol="0" anchor="ctr">
            <a:normAutofit/>
          </a:bodyPr>
          <a:lstStyle/>
          <a:p>
            <a:pPr marL="0" indent="0" algn="l">
              <a:buNone/>
            </a:pPr>
            <a:r>
              <a:rPr lang="en-US" sz="3000" b="1" dirty="0">
                <a:solidFill>
                  <a:srgbClr val="FFB703"/>
                </a:solidFill>
                <a:latin typeface="Segoe UI" panose="020B0502040204020203" pitchFamily="34" charset="0"/>
                <a:ea typeface="Calibri" pitchFamily="34" charset="-122"/>
                <a:cs typeface="Calibri" pitchFamily="34" charset="-120"/>
              </a:rPr>
              <a:t>Lab 0701</a:t>
            </a:r>
            <a:endParaRPr lang="en-US" sz="3000" dirty="0">
              <a:latin typeface="Segoe UI" panose="020B0502040204020203" pitchFamily="34" charset="0"/>
            </a:endParaRPr>
          </a:p>
        </p:txBody>
      </p:sp>
      <p:sp>
        <p:nvSpPr>
          <p:cNvPr id="6" name="Text 5">
            <a:extLst>
              <a:ext uri="{FF2B5EF4-FFF2-40B4-BE49-F238E27FC236}">
                <a16:creationId xmlns:a16="http://schemas.microsoft.com/office/drawing/2014/main" id="{7D63AC14-A246-B7A7-10C7-7619AEBD18F6}"/>
              </a:ext>
            </a:extLst>
          </p:cNvPr>
          <p:cNvSpPr/>
          <p:nvPr/>
        </p:nvSpPr>
        <p:spPr>
          <a:xfrm>
            <a:off x="551180" y="2000250"/>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FFFFFF"/>
                </a:solidFill>
                <a:latin typeface="Segoe UI" panose="020B0502040204020203" pitchFamily="34" charset="0"/>
                <a:ea typeface="Calibri" pitchFamily="34" charset="-122"/>
                <a:cs typeface="Calibri" pitchFamily="34" charset="-120"/>
              </a:rPr>
              <a:t>Creating and Managing Active Directory Users and Groups</a:t>
            </a:r>
            <a:endParaRPr lang="en-US" sz="2200" dirty="0">
              <a:latin typeface="Segoe UI" panose="020B0502040204020203" pitchFamily="34" charset="0"/>
            </a:endParaRPr>
          </a:p>
        </p:txBody>
      </p:sp>
      <p:sp>
        <p:nvSpPr>
          <p:cNvPr id="7" name="Shape 6">
            <a:extLst>
              <a:ext uri="{FF2B5EF4-FFF2-40B4-BE49-F238E27FC236}">
                <a16:creationId xmlns:a16="http://schemas.microsoft.com/office/drawing/2014/main" id="{E6D60D0C-73D5-A2CE-90C4-5D0BAFA90F7F}"/>
              </a:ext>
            </a:extLst>
          </p:cNvPr>
          <p:cNvSpPr/>
          <p:nvPr/>
        </p:nvSpPr>
        <p:spPr>
          <a:xfrm>
            <a:off x="551180" y="2713482"/>
            <a:ext cx="4114800" cy="36576"/>
          </a:xfrm>
          <a:prstGeom prst="rect">
            <a:avLst/>
          </a:prstGeom>
          <a:solidFill>
            <a:srgbClr val="FB8500"/>
          </a:solidFill>
          <a:ln w="12700">
            <a:solidFill>
              <a:srgbClr val="FB8500"/>
            </a:solidFill>
            <a:prstDash val="solid"/>
          </a:ln>
        </p:spPr>
        <p:txBody>
          <a:bodyPr/>
          <a:lstStyle/>
          <a:p>
            <a:endParaRPr lang="en-US"/>
          </a:p>
        </p:txBody>
      </p:sp>
      <p:sp>
        <p:nvSpPr>
          <p:cNvPr id="8" name="Text 7">
            <a:extLst>
              <a:ext uri="{FF2B5EF4-FFF2-40B4-BE49-F238E27FC236}">
                <a16:creationId xmlns:a16="http://schemas.microsoft.com/office/drawing/2014/main" id="{6F139B12-6747-C3EB-E47B-9DB04A4E605D}"/>
              </a:ext>
            </a:extLst>
          </p:cNvPr>
          <p:cNvSpPr/>
          <p:nvPr/>
        </p:nvSpPr>
        <p:spPr>
          <a:xfrm>
            <a:off x="551180" y="2823210"/>
            <a:ext cx="7589520" cy="2103120"/>
          </a:xfrm>
          <a:prstGeom prst="rect">
            <a:avLst/>
          </a:prstGeom>
          <a:noFill/>
          <a:ln/>
        </p:spPr>
        <p:txBody>
          <a:bodyPr wrap="square" lIns="0" tIns="0" rIns="0" bIns="0" rtlCol="0" anchor="t">
            <a:normAutofit/>
          </a:bodyPr>
          <a:lstStyle/>
          <a:p>
            <a:pPr marL="0" indent="0" algn="l">
              <a:buNone/>
            </a:pPr>
            <a:r>
              <a:rPr lang="en-US" sz="1400" dirty="0">
                <a:latin typeface="Segoe UI" panose="020B0502040204020203" pitchFamily="34" charset="0"/>
                <a:ea typeface="Calibri" pitchFamily="34" charset="-122"/>
                <a:cs typeface="Calibri" pitchFamily="34" charset="-120"/>
              </a:rPr>
              <a:t>In this lab, you will create user accounts and groups in Active Directory. You will use both the Active Directory Users and Computers graphical tool and PowerShell to manage domain users. This is one of the most common administrative tasks in a Windows Server environment.</a:t>
            </a:r>
            <a:endParaRPr lang="en-US" sz="1400" dirty="0">
              <a:latin typeface="Segoe UI" panose="020B0502040204020203" pitchFamily="34" charset="0"/>
            </a:endParaRPr>
          </a:p>
        </p:txBody>
      </p:sp>
      <p:pic>
        <p:nvPicPr>
          <p:cNvPr id="9" name="Image 0" descr="preencoded.png">
            <a:extLst>
              <a:ext uri="{FF2B5EF4-FFF2-40B4-BE49-F238E27FC236}">
                <a16:creationId xmlns:a16="http://schemas.microsoft.com/office/drawing/2014/main" id="{45E206BD-3A53-E5C5-19F5-D638AE61A956}"/>
              </a:ext>
            </a:extLst>
          </p:cNvPr>
          <p:cNvPicPr>
            <a:picLocks noChangeAspect="1"/>
          </p:cNvPicPr>
          <p:nvPr/>
        </p:nvPicPr>
        <p:blipFill>
          <a:blip r:embed="rId2">
            <a:alphaModFix amt="80000"/>
          </a:blip>
          <a:stretch>
            <a:fillRect/>
          </a:stretch>
        </p:blipFill>
        <p:spPr>
          <a:xfrm>
            <a:off x="7454900" y="1131570"/>
            <a:ext cx="1554480" cy="1554480"/>
          </a:xfrm>
          <a:prstGeom prst="rect">
            <a:avLst/>
          </a:prstGeom>
        </p:spPr>
      </p:pic>
      <p:sp>
        <p:nvSpPr>
          <p:cNvPr id="10" name="Course footer">
            <a:extLst>
              <a:ext uri="{FF2B5EF4-FFF2-40B4-BE49-F238E27FC236}">
                <a16:creationId xmlns:a16="http://schemas.microsoft.com/office/drawing/2014/main" id="{B6EF3556-BC4F-3AD6-1C47-E141C844647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7 | Managing Users, Computers, and Groups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B9172724-C60D-4473-ACF7-2FB936CC63B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430705498"/>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F9F04E4-C7FD-244F-A51B-56470F750495}">
  <we:reference id="wa200010001" version="1.0.0.1" store="en-US" storeType="OMEX"/>
  <we:alternateReferences>
    <we:reference id="WA200010001" version="1.0.0.1" store="" storeType="OMEX"/>
  </we:alternateReferences>
  <we:properties>
    <we:property name="claude.fileId" value="&quot;38c1895c-17d1-465e-95ac-63971d4afef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80</TotalTime>
  <Words>3539</Words>
  <Application>Microsoft Macintosh PowerPoint</Application>
  <PresentationFormat>On-screen Show (16:9)</PresentationFormat>
  <Paragraphs>381</Paragraphs>
  <Slides>30</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Aptos</vt:lpstr>
      <vt:lpstr>Arial</vt:lpstr>
      <vt:lpstr>Consolas</vt:lpstr>
      <vt:lpstr>Segoe UI</vt:lpstr>
      <vt:lpstr>Segoe UI Semibold</vt:lpstr>
      <vt:lpstr>Wingdings</vt:lpstr>
      <vt:lpstr>Microsoft Power Platform Template</vt:lpstr>
      <vt:lpstr>1_Microsoft Power Platform Template</vt:lpstr>
      <vt:lpstr>Chapter 7: Managing Users,
Computers, and Groups</vt:lpstr>
      <vt:lpstr>Learning Objectives</vt:lpstr>
      <vt:lpstr>Chapter Topics</vt:lpstr>
      <vt:lpstr>PowerPoint Presentation</vt:lpstr>
      <vt:lpstr>Local Users and Groups</vt:lpstr>
      <vt:lpstr>7.6 What is Active Directory?</vt:lpstr>
      <vt:lpstr>PowerPoint Presentation</vt:lpstr>
      <vt:lpstr>PowerPoint Presentation</vt:lpstr>
      <vt:lpstr>PowerPoint Presentation</vt:lpstr>
      <vt:lpstr>PowerPoint Presentation</vt:lpstr>
      <vt:lpstr>7.2D Active Directory today </vt:lpstr>
      <vt:lpstr>7.7 Active Directory - Windows Server 2025 Changes</vt:lpstr>
      <vt:lpstr>Active Directory Users and Computers</vt:lpstr>
      <vt:lpstr>Active Directory Administrative Center</vt:lpstr>
      <vt:lpstr>7.3 Domain users</vt:lpstr>
      <vt:lpstr>7.4 Groups</vt:lpstr>
      <vt:lpstr>7.5 Computers</vt:lpstr>
      <vt:lpstr>7.8 PowerShell: User Administration</vt:lpstr>
      <vt:lpstr>7.9 Key GPOs for AD &amp; User Administration</vt:lpstr>
      <vt:lpstr>Group Scope: Domain Local, Global, and Universal</vt:lpstr>
      <vt:lpstr>The AGDLP Nesting Strategy</vt:lpstr>
      <vt:lpstr>Organisational Units: Design and Structure</vt:lpstr>
      <vt:lpstr>Delegating Control and Linking GPOs</vt:lpstr>
      <vt:lpstr>Group Managed Service Accounts (gMSA)</vt:lpstr>
      <vt:lpstr>gMSA: Deployment and Management</vt:lpstr>
      <vt:lpstr>Fine-Grained Password Policies (PSOs)</vt:lpstr>
      <vt:lpstr>Demonstration Plan</vt:lpstr>
      <vt:lpstr>Chapter Summary</vt:lpstr>
      <vt:lpstr>Knowledge Check</vt:lpstr>
      <vt:lpstr>PRACTICE LAB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2026-04-07T14:56:53Z</dcterms:created>
  <dcterms:modified xsi:type="dcterms:W3CDTF">2026-06-26T13:02:13Z</dcterms:modified>
</cp:coreProperties>
</file>