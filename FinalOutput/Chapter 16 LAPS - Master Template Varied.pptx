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26" r:id="rId1"/>
    <p:sldMasterId id="2147483932" r:id="rId2"/>
  </p:sldMasterIdLst>
  <p:notesMasterIdLst>
    <p:notesMasterId r:id="rId28"/>
  </p:notesMasterIdLst>
  <p:handoutMasterIdLst>
    <p:handoutMasterId r:id="rId29"/>
  </p:handoutMasterIdLst>
  <p:sldIdLst>
    <p:sldId id="1781" r:id="rId3"/>
    <p:sldId id="1782" r:id="rId4"/>
    <p:sldId id="1783" r:id="rId5"/>
    <p:sldId id="1784" r:id="rId6"/>
    <p:sldId id="1785" r:id="rId7"/>
    <p:sldId id="1786" r:id="rId8"/>
    <p:sldId id="1787" r:id="rId9"/>
    <p:sldId id="1788" r:id="rId10"/>
    <p:sldId id="1789" r:id="rId11"/>
    <p:sldId id="1790" r:id="rId12"/>
    <p:sldId id="1791" r:id="rId13"/>
    <p:sldId id="1792" r:id="rId14"/>
    <p:sldId id="1793" r:id="rId15"/>
    <p:sldId id="1794" r:id="rId16"/>
    <p:sldId id="1795" r:id="rId17"/>
    <p:sldId id="1796" r:id="rId18"/>
    <p:sldId id="1797" r:id="rId19"/>
    <p:sldId id="1798" r:id="rId20"/>
    <p:sldId id="1799" r:id="rId21"/>
    <p:sldId id="1800" r:id="rId22"/>
    <p:sldId id="1801" r:id="rId23"/>
    <p:sldId id="1802" r:id="rId24"/>
    <p:sldId id="1803" r:id="rId25"/>
    <p:sldId id="1804" r:id="rId26"/>
    <p:sldId id="1805" r:id="rId27"/>
  </p:sldIdLst>
  <p:sldSz cx="9144000" cy="5143500" type="screen16x9"/>
  <p:notesSz cx="51435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AC6352-5773-4C77-803D-E7CE5F3E3C5E}" v="18" dt="2026-06-11T12:40:23.1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4610"/>
  </p:normalViewPr>
  <p:slideViewPr>
    <p:cSldViewPr snapToGrid="0" snapToObjects="1">
      <p:cViewPr varScale="1">
        <p:scale>
          <a:sx n="107" d="100"/>
          <a:sy n="107" d="100"/>
        </p:scale>
        <p:origin x="96" y="562"/>
      </p:cViewPr>
      <p:guideLst/>
    </p:cSldViewPr>
  </p:slideViewPr>
  <p:notesTextViewPr>
    <p:cViewPr>
      <p:scale>
        <a:sx n="1" d="1"/>
        <a:sy n="1" d="1"/>
      </p:scale>
      <p:origin x="0" y="0"/>
    </p:cViewPr>
  </p:notesTextViewPr>
  <p:notesViewPr>
    <p:cSldViewPr snapToGrid="0" snapToObjects="1">
      <p:cViewPr varScale="1">
        <p:scale>
          <a:sx n="78" d="100"/>
          <a:sy n="78" d="100"/>
        </p:scale>
        <p:origin x="252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microsoft.com/office/2016/11/relationships/changesInfo" Target="changesInfos/changesInfo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Whitehouse" userId="0ecba9273f6ad366" providerId="LiveId" clId="{F36E82C0-65ED-4BE7-8730-0F102FB388DD}"/>
    <pc:docChg chg="custSel addSld delSld modSld modMainMaster">
      <pc:chgData name="Michael Whitehouse" userId="0ecba9273f6ad366" providerId="LiveId" clId="{F36E82C0-65ED-4BE7-8730-0F102FB388DD}" dt="2026-06-11T12:40:38.299" v="1251" actId="700"/>
      <pc:docMkLst>
        <pc:docMk/>
      </pc:docMkLst>
      <pc:sldChg chg="modSp add mod">
        <pc:chgData name="Michael Whitehouse" userId="0ecba9273f6ad366" providerId="LiveId" clId="{F36E82C0-65ED-4BE7-8730-0F102FB388DD}" dt="2026-06-09T17:45:44.775" v="9" actId="20577"/>
        <pc:sldMkLst>
          <pc:docMk/>
          <pc:sldMk cId="1648140911" sldId="1781"/>
        </pc:sldMkLst>
        <pc:spChg chg="mod">
          <ac:chgData name="Michael Whitehouse" userId="0ecba9273f6ad366" providerId="LiveId" clId="{F36E82C0-65ED-4BE7-8730-0F102FB388DD}" dt="2026-06-09T17:45:44.771" v="8" actId="20577"/>
          <ac:spMkLst>
            <pc:docMk/>
            <pc:sldMk cId="1648140911" sldId="1781"/>
            <ac:spMk id="2" creationId="{BE5F5386-4893-45E3-946D-8C303E320146}"/>
          </ac:spMkLst>
        </pc:spChg>
        <pc:spChg chg="mod">
          <ac:chgData name="Michael Whitehouse" userId="0ecba9273f6ad366" providerId="LiveId" clId="{F36E82C0-65ED-4BE7-8730-0F102FB388DD}" dt="2026-06-09T17:45:44.775" v="9" actId="20577"/>
          <ac:spMkLst>
            <pc:docMk/>
            <pc:sldMk cId="1648140911" sldId="1781"/>
            <ac:spMk id="3" creationId="{05066278-CFC2-EF58-4935-3FD16CBD0FB7}"/>
          </ac:spMkLst>
        </pc:spChg>
      </pc:sldChg>
      <pc:sldChg chg="addSp modSp add mod">
        <pc:chgData name="Michael Whitehouse" userId="0ecba9273f6ad366" providerId="LiveId" clId="{F36E82C0-65ED-4BE7-8730-0F102FB388DD}" dt="2026-06-09T17:45:45.050" v="53" actId="207"/>
        <pc:sldMkLst>
          <pc:docMk/>
          <pc:sldMk cId="959204433" sldId="1782"/>
        </pc:sldMkLst>
        <pc:spChg chg="mod">
          <ac:chgData name="Michael Whitehouse" userId="0ecba9273f6ad366" providerId="LiveId" clId="{F36E82C0-65ED-4BE7-8730-0F102FB388DD}" dt="2026-06-09T17:45:44.789" v="13" actId="139"/>
          <ac:spMkLst>
            <pc:docMk/>
            <pc:sldMk cId="959204433" sldId="1782"/>
            <ac:spMk id="2" creationId="{5CFC0385-2D9F-5C0C-E7FC-2F43B2B91426}"/>
          </ac:spMkLst>
        </pc:spChg>
        <pc:spChg chg="mod">
          <ac:chgData name="Michael Whitehouse" userId="0ecba9273f6ad366" providerId="LiveId" clId="{F36E82C0-65ED-4BE7-8730-0F102FB388DD}" dt="2026-06-09T17:45:44.966" v="18" actId="139"/>
          <ac:spMkLst>
            <pc:docMk/>
            <pc:sldMk cId="959204433" sldId="1782"/>
            <ac:spMk id="3" creationId="{323941DE-347F-305E-4445-3121340FF643}"/>
          </ac:spMkLst>
        </pc:spChg>
        <pc:spChg chg="mod">
          <ac:chgData name="Michael Whitehouse" userId="0ecba9273f6ad366" providerId="LiveId" clId="{F36E82C0-65ED-4BE7-8730-0F102FB388DD}" dt="2026-06-09T17:45:44.980" v="23" actId="139"/>
          <ac:spMkLst>
            <pc:docMk/>
            <pc:sldMk cId="959204433" sldId="1782"/>
            <ac:spMk id="4" creationId="{90C11E47-250B-D3E1-6594-DEBC307E3DF0}"/>
          </ac:spMkLst>
        </pc:spChg>
        <pc:spChg chg="mod">
          <ac:chgData name="Michael Whitehouse" userId="0ecba9273f6ad366" providerId="LiveId" clId="{F36E82C0-65ED-4BE7-8730-0F102FB388DD}" dt="2026-06-09T17:45:44.993" v="28" actId="139"/>
          <ac:spMkLst>
            <pc:docMk/>
            <pc:sldMk cId="959204433" sldId="1782"/>
            <ac:spMk id="5" creationId="{D365EA12-744F-9AE7-C154-3717AC0FC45A}"/>
          </ac:spMkLst>
        </pc:spChg>
        <pc:spChg chg="mod">
          <ac:chgData name="Michael Whitehouse" userId="0ecba9273f6ad366" providerId="LiveId" clId="{F36E82C0-65ED-4BE7-8730-0F102FB388DD}" dt="2026-06-09T17:45:45.007" v="33" actId="139"/>
          <ac:spMkLst>
            <pc:docMk/>
            <pc:sldMk cId="959204433" sldId="1782"/>
            <ac:spMk id="6" creationId="{C82B335B-DFE3-93BE-5DC8-B43D4E3E4863}"/>
          </ac:spMkLst>
        </pc:spChg>
        <pc:spChg chg="add mod">
          <ac:chgData name="Michael Whitehouse" userId="0ecba9273f6ad366" providerId="LiveId" clId="{F36E82C0-65ED-4BE7-8730-0F102FB388DD}" dt="2026-06-09T17:45:45.027" v="43" actId="207"/>
          <ac:spMkLst>
            <pc:docMk/>
            <pc:sldMk cId="959204433" sldId="1782"/>
            <ac:spMk id="7" creationId="{658CB762-C2D1-810F-6327-CCBE95F95F66}"/>
          </ac:spMkLst>
        </pc:spChg>
        <pc:spChg chg="add mod">
          <ac:chgData name="Michael Whitehouse" userId="0ecba9273f6ad366" providerId="LiveId" clId="{F36E82C0-65ED-4BE7-8730-0F102FB388DD}" dt="2026-06-09T17:45:45.050" v="53" actId="207"/>
          <ac:spMkLst>
            <pc:docMk/>
            <pc:sldMk cId="959204433" sldId="1782"/>
            <ac:spMk id="8" creationId="{300DFC8B-16B2-D2EB-69E2-93344CE835FC}"/>
          </ac:spMkLst>
        </pc:spChg>
      </pc:sldChg>
      <pc:sldChg chg="addSp delSp modSp add mod modClrScheme chgLayout">
        <pc:chgData name="Michael Whitehouse" userId="0ecba9273f6ad366" providerId="LiveId" clId="{F36E82C0-65ED-4BE7-8730-0F102FB388DD}" dt="2026-06-11T12:40:38.299" v="1251" actId="700"/>
        <pc:sldMkLst>
          <pc:docMk/>
          <pc:sldMk cId="4162510681" sldId="1783"/>
        </pc:sldMkLst>
        <pc:spChg chg="mod ord">
          <ac:chgData name="Michael Whitehouse" userId="0ecba9273f6ad366" providerId="LiveId" clId="{F36E82C0-65ED-4BE7-8730-0F102FB388DD}" dt="2026-06-11T12:40:38.299" v="1251" actId="700"/>
          <ac:spMkLst>
            <pc:docMk/>
            <pc:sldMk cId="4162510681" sldId="1783"/>
            <ac:spMk id="2" creationId="{57A75297-6BDC-C72A-4570-1F972CBD3FEA}"/>
          </ac:spMkLst>
        </pc:spChg>
        <pc:spChg chg="add mod">
          <ac:chgData name="Michael Whitehouse" userId="0ecba9273f6ad366" providerId="LiveId" clId="{F36E82C0-65ED-4BE7-8730-0F102FB388DD}" dt="2026-06-09T17:45:45.276" v="76" actId="139"/>
          <ac:spMkLst>
            <pc:docMk/>
            <pc:sldMk cId="4162510681" sldId="1783"/>
            <ac:spMk id="7" creationId="{FA8CCB9D-FB9E-2546-E27B-BE73220F4D84}"/>
          </ac:spMkLst>
        </pc:spChg>
        <pc:spChg chg="add mod">
          <ac:chgData name="Michael Whitehouse" userId="0ecba9273f6ad366" providerId="LiveId" clId="{F36E82C0-65ED-4BE7-8730-0F102FB388DD}" dt="2026-06-09T17:45:45.297" v="86" actId="207"/>
          <ac:spMkLst>
            <pc:docMk/>
            <pc:sldMk cId="4162510681" sldId="1783"/>
            <ac:spMk id="8" creationId="{30319CBC-F60C-25D7-C712-19DE3685E39D}"/>
          </ac:spMkLst>
        </pc:spChg>
        <pc:spChg chg="add mod">
          <ac:chgData name="Michael Whitehouse" userId="0ecba9273f6ad366" providerId="LiveId" clId="{F36E82C0-65ED-4BE7-8730-0F102FB388DD}" dt="2026-06-09T17:45:45.316" v="96" actId="207"/>
          <ac:spMkLst>
            <pc:docMk/>
            <pc:sldMk cId="4162510681" sldId="1783"/>
            <ac:spMk id="9" creationId="{8BE46785-F0F1-DBD1-AECA-9AC64916F1A4}"/>
          </ac:spMkLst>
        </pc:spChg>
      </pc:sldChg>
      <pc:sldChg chg="addSp modSp add mod">
        <pc:chgData name="Michael Whitehouse" userId="0ecba9273f6ad366" providerId="LiveId" clId="{F36E82C0-65ED-4BE7-8730-0F102FB388DD}" dt="2026-06-09T17:45:45.832" v="142" actId="207"/>
        <pc:sldMkLst>
          <pc:docMk/>
          <pc:sldMk cId="2751236961" sldId="1784"/>
        </pc:sldMkLst>
        <pc:spChg chg="mod">
          <ac:chgData name="Michael Whitehouse" userId="0ecba9273f6ad366" providerId="LiveId" clId="{F36E82C0-65ED-4BE7-8730-0F102FB388DD}" dt="2026-06-09T17:45:45.329" v="100" actId="139"/>
          <ac:spMkLst>
            <pc:docMk/>
            <pc:sldMk cId="2751236961" sldId="1784"/>
            <ac:spMk id="2" creationId="{8B1815E3-70E6-40C2-817D-CEB8FCCAE197}"/>
          </ac:spMkLst>
        </pc:spChg>
        <pc:spChg chg="add mod">
          <ac:chgData name="Michael Whitehouse" userId="0ecba9273f6ad366" providerId="LiveId" clId="{F36E82C0-65ED-4BE7-8730-0F102FB388DD}" dt="2026-06-09T17:45:45.651" v="111" actId="139"/>
          <ac:spMkLst>
            <pc:docMk/>
            <pc:sldMk cId="2751236961" sldId="1784"/>
            <ac:spMk id="3" creationId="{7D73ABEA-FB80-6274-53EA-CB813BA2AF73}"/>
          </ac:spMkLst>
        </pc:spChg>
        <pc:spChg chg="add mod">
          <ac:chgData name="Michael Whitehouse" userId="0ecba9273f6ad366" providerId="LiveId" clId="{F36E82C0-65ED-4BE7-8730-0F102FB388DD}" dt="2026-06-09T17:45:45.789" v="122" actId="139"/>
          <ac:spMkLst>
            <pc:docMk/>
            <pc:sldMk cId="2751236961" sldId="1784"/>
            <ac:spMk id="4" creationId="{AF4C89E5-386F-18E5-3E9E-C86C1A82FF84}"/>
          </ac:spMkLst>
        </pc:spChg>
        <pc:spChg chg="add mod">
          <ac:chgData name="Michael Whitehouse" userId="0ecba9273f6ad366" providerId="LiveId" clId="{F36E82C0-65ED-4BE7-8730-0F102FB388DD}" dt="2026-06-09T17:45:45.810" v="132" actId="207"/>
          <ac:spMkLst>
            <pc:docMk/>
            <pc:sldMk cId="2751236961" sldId="1784"/>
            <ac:spMk id="5" creationId="{534BD104-8A03-3D3D-825D-8CD0286AB69D}"/>
          </ac:spMkLst>
        </pc:spChg>
        <pc:spChg chg="add mod">
          <ac:chgData name="Michael Whitehouse" userId="0ecba9273f6ad366" providerId="LiveId" clId="{F36E82C0-65ED-4BE7-8730-0F102FB388DD}" dt="2026-06-09T17:45:45.832" v="142" actId="207"/>
          <ac:spMkLst>
            <pc:docMk/>
            <pc:sldMk cId="2751236961" sldId="1784"/>
            <ac:spMk id="6" creationId="{AE005066-C63F-E3F0-60F5-4030A2CFD321}"/>
          </ac:spMkLst>
        </pc:spChg>
      </pc:sldChg>
      <pc:sldChg chg="addSp modSp add mod">
        <pc:chgData name="Michael Whitehouse" userId="0ecba9273f6ad366" providerId="LiveId" clId="{F36E82C0-65ED-4BE7-8730-0F102FB388DD}" dt="2026-06-09T17:45:46.106" v="177" actId="207"/>
        <pc:sldMkLst>
          <pc:docMk/>
          <pc:sldMk cId="4187830855" sldId="1785"/>
        </pc:sldMkLst>
        <pc:spChg chg="mod">
          <ac:chgData name="Michael Whitehouse" userId="0ecba9273f6ad366" providerId="LiveId" clId="{F36E82C0-65ED-4BE7-8730-0F102FB388DD}" dt="2026-06-09T17:45:45.845" v="146" actId="139"/>
          <ac:spMkLst>
            <pc:docMk/>
            <pc:sldMk cId="4187830855" sldId="1785"/>
            <ac:spMk id="2" creationId="{E3BFE910-E2D7-C93C-B427-BE8B7CF8D964}"/>
          </ac:spMkLst>
        </pc:spChg>
        <pc:spChg chg="add mod">
          <ac:chgData name="Michael Whitehouse" userId="0ecba9273f6ad366" providerId="LiveId" clId="{F36E82C0-65ED-4BE7-8730-0F102FB388DD}" dt="2026-06-09T17:45:46.066" v="157" actId="139"/>
          <ac:spMkLst>
            <pc:docMk/>
            <pc:sldMk cId="4187830855" sldId="1785"/>
            <ac:spMk id="3" creationId="{9FFA224A-1A67-FBB8-B4CA-BE8B6BA87705}"/>
          </ac:spMkLst>
        </pc:spChg>
        <pc:spChg chg="add mod">
          <ac:chgData name="Michael Whitehouse" userId="0ecba9273f6ad366" providerId="LiveId" clId="{F36E82C0-65ED-4BE7-8730-0F102FB388DD}" dt="2026-06-09T17:45:46.084" v="167" actId="207"/>
          <ac:spMkLst>
            <pc:docMk/>
            <pc:sldMk cId="4187830855" sldId="1785"/>
            <ac:spMk id="4" creationId="{37C02BE9-1E21-B68E-906A-A540BDB1618C}"/>
          </ac:spMkLst>
        </pc:spChg>
        <pc:spChg chg="add mod">
          <ac:chgData name="Michael Whitehouse" userId="0ecba9273f6ad366" providerId="LiveId" clId="{F36E82C0-65ED-4BE7-8730-0F102FB388DD}" dt="2026-06-09T17:45:46.106" v="177" actId="207"/>
          <ac:spMkLst>
            <pc:docMk/>
            <pc:sldMk cId="4187830855" sldId="1785"/>
            <ac:spMk id="5" creationId="{040963E2-932B-454E-E4EF-5E9A29C02C8A}"/>
          </ac:spMkLst>
        </pc:spChg>
      </pc:sldChg>
      <pc:sldChg chg="addSp delSp modSp add mod">
        <pc:chgData name="Michael Whitehouse" userId="0ecba9273f6ad366" providerId="LiveId" clId="{F36E82C0-65ED-4BE7-8730-0F102FB388DD}" dt="2026-06-09T17:45:46.619" v="227" actId="207"/>
        <pc:sldMkLst>
          <pc:docMk/>
          <pc:sldMk cId="4123014215" sldId="1786"/>
        </pc:sldMkLst>
        <pc:spChg chg="mod">
          <ac:chgData name="Michael Whitehouse" userId="0ecba9273f6ad366" providerId="LiveId" clId="{F36E82C0-65ED-4BE7-8730-0F102FB388DD}" dt="2026-06-09T17:45:46.120" v="181" actId="139"/>
          <ac:spMkLst>
            <pc:docMk/>
            <pc:sldMk cId="4123014215" sldId="1786"/>
            <ac:spMk id="2" creationId="{A1ABCA91-98E9-E27B-4F1A-F9A2F0D067C5}"/>
          </ac:spMkLst>
        </pc:spChg>
        <pc:spChg chg="add mod">
          <ac:chgData name="Michael Whitehouse" userId="0ecba9273f6ad366" providerId="LiveId" clId="{F36E82C0-65ED-4BE7-8730-0F102FB388DD}" dt="2026-06-09T17:45:46.429" v="196" actId="139"/>
          <ac:spMkLst>
            <pc:docMk/>
            <pc:sldMk cId="4123014215" sldId="1786"/>
            <ac:spMk id="5" creationId="{46EFF8A0-A1DB-18F1-4AF7-6A6C73E7D076}"/>
          </ac:spMkLst>
        </pc:spChg>
        <pc:spChg chg="add mod">
          <ac:chgData name="Michael Whitehouse" userId="0ecba9273f6ad366" providerId="LiveId" clId="{F36E82C0-65ED-4BE7-8730-0F102FB388DD}" dt="2026-06-09T17:45:46.574" v="207" actId="139"/>
          <ac:spMkLst>
            <pc:docMk/>
            <pc:sldMk cId="4123014215" sldId="1786"/>
            <ac:spMk id="6" creationId="{8C1D8142-8D7B-F91C-EC61-87437BB75290}"/>
          </ac:spMkLst>
        </pc:spChg>
        <pc:spChg chg="add mod">
          <ac:chgData name="Michael Whitehouse" userId="0ecba9273f6ad366" providerId="LiveId" clId="{F36E82C0-65ED-4BE7-8730-0F102FB388DD}" dt="2026-06-09T17:45:46.594" v="217" actId="207"/>
          <ac:spMkLst>
            <pc:docMk/>
            <pc:sldMk cId="4123014215" sldId="1786"/>
            <ac:spMk id="7" creationId="{9C1BB6C8-65EF-A0AF-8A45-5700F5D66CEE}"/>
          </ac:spMkLst>
        </pc:spChg>
        <pc:spChg chg="add mod">
          <ac:chgData name="Michael Whitehouse" userId="0ecba9273f6ad366" providerId="LiveId" clId="{F36E82C0-65ED-4BE7-8730-0F102FB388DD}" dt="2026-06-09T17:45:46.619" v="227" actId="207"/>
          <ac:spMkLst>
            <pc:docMk/>
            <pc:sldMk cId="4123014215" sldId="1786"/>
            <ac:spMk id="8" creationId="{3797A012-8E01-9939-14F7-C41A6B9B3EAB}"/>
          </ac:spMkLst>
        </pc:spChg>
      </pc:sldChg>
      <pc:sldChg chg="addSp modSp add mod">
        <pc:chgData name="Michael Whitehouse" userId="0ecba9273f6ad366" providerId="LiveId" clId="{F36E82C0-65ED-4BE7-8730-0F102FB388DD}" dt="2026-06-11T12:36:41.391" v="1204" actId="1076"/>
        <pc:sldMkLst>
          <pc:docMk/>
          <pc:sldMk cId="4267344389" sldId="1787"/>
        </pc:sldMkLst>
        <pc:spChg chg="mod">
          <ac:chgData name="Michael Whitehouse" userId="0ecba9273f6ad366" providerId="LiveId" clId="{F36E82C0-65ED-4BE7-8730-0F102FB388DD}" dt="2026-06-09T17:45:46.633" v="231" actId="139"/>
          <ac:spMkLst>
            <pc:docMk/>
            <pc:sldMk cId="4267344389" sldId="1787"/>
            <ac:spMk id="2" creationId="{9397F0A7-E839-B8D2-3595-DFA6576CF17A}"/>
          </ac:spMkLst>
        </pc:spChg>
        <pc:spChg chg="add mod">
          <ac:chgData name="Michael Whitehouse" userId="0ecba9273f6ad366" providerId="LiveId" clId="{F36E82C0-65ED-4BE7-8730-0F102FB388DD}" dt="2026-06-11T12:36:41.391" v="1204" actId="1076"/>
          <ac:spMkLst>
            <pc:docMk/>
            <pc:sldMk cId="4267344389" sldId="1787"/>
            <ac:spMk id="3" creationId="{222DA131-0818-A53A-F4AA-F9D5555FE546}"/>
          </ac:spMkLst>
        </pc:spChg>
        <pc:spChg chg="add mod">
          <ac:chgData name="Michael Whitehouse" userId="0ecba9273f6ad366" providerId="LiveId" clId="{F36E82C0-65ED-4BE7-8730-0F102FB388DD}" dt="2026-06-09T17:45:46.861" v="252" actId="207"/>
          <ac:spMkLst>
            <pc:docMk/>
            <pc:sldMk cId="4267344389" sldId="1787"/>
            <ac:spMk id="4" creationId="{A3839BDE-9CF9-4D00-A2ED-0015EB436880}"/>
          </ac:spMkLst>
        </pc:spChg>
        <pc:spChg chg="add mod">
          <ac:chgData name="Michael Whitehouse" userId="0ecba9273f6ad366" providerId="LiveId" clId="{F36E82C0-65ED-4BE7-8730-0F102FB388DD}" dt="2026-06-09T17:45:46.880" v="262" actId="207"/>
          <ac:spMkLst>
            <pc:docMk/>
            <pc:sldMk cId="4267344389" sldId="1787"/>
            <ac:spMk id="5" creationId="{FEEBFA97-DE20-87D0-0565-2A8D8626F84C}"/>
          </ac:spMkLst>
        </pc:spChg>
      </pc:sldChg>
      <pc:sldChg chg="addSp modSp add mod">
        <pc:chgData name="Michael Whitehouse" userId="0ecba9273f6ad366" providerId="LiveId" clId="{F36E82C0-65ED-4BE7-8730-0F102FB388DD}" dt="2026-06-11T12:36:37.761" v="1203" actId="1076"/>
        <pc:sldMkLst>
          <pc:docMk/>
          <pc:sldMk cId="3166345426" sldId="1788"/>
        </pc:sldMkLst>
        <pc:spChg chg="mod">
          <ac:chgData name="Michael Whitehouse" userId="0ecba9273f6ad366" providerId="LiveId" clId="{F36E82C0-65ED-4BE7-8730-0F102FB388DD}" dt="2026-06-09T17:45:46.895" v="266" actId="139"/>
          <ac:spMkLst>
            <pc:docMk/>
            <pc:sldMk cId="3166345426" sldId="1788"/>
            <ac:spMk id="2" creationId="{90791CDD-7A43-401D-7B05-0D2E3FFA0BEB}"/>
          </ac:spMkLst>
        </pc:spChg>
        <pc:spChg chg="add mod">
          <ac:chgData name="Michael Whitehouse" userId="0ecba9273f6ad366" providerId="LiveId" clId="{F36E82C0-65ED-4BE7-8730-0F102FB388DD}" dt="2026-06-11T12:36:37.761" v="1203" actId="1076"/>
          <ac:spMkLst>
            <pc:docMk/>
            <pc:sldMk cId="3166345426" sldId="1788"/>
            <ac:spMk id="3" creationId="{4BB6087F-005F-771B-A31E-DC3BF47F1029}"/>
          </ac:spMkLst>
        </pc:spChg>
        <pc:spChg chg="add mod">
          <ac:chgData name="Michael Whitehouse" userId="0ecba9273f6ad366" providerId="LiveId" clId="{F36E82C0-65ED-4BE7-8730-0F102FB388DD}" dt="2026-06-09T17:45:47.142" v="287" actId="207"/>
          <ac:spMkLst>
            <pc:docMk/>
            <pc:sldMk cId="3166345426" sldId="1788"/>
            <ac:spMk id="4" creationId="{2815A01F-57A0-371A-E784-A9D91D345176}"/>
          </ac:spMkLst>
        </pc:spChg>
        <pc:spChg chg="add mod">
          <ac:chgData name="Michael Whitehouse" userId="0ecba9273f6ad366" providerId="LiveId" clId="{F36E82C0-65ED-4BE7-8730-0F102FB388DD}" dt="2026-06-09T17:45:47.160" v="297" actId="207"/>
          <ac:spMkLst>
            <pc:docMk/>
            <pc:sldMk cId="3166345426" sldId="1788"/>
            <ac:spMk id="5" creationId="{67397B75-A74C-022B-0F05-DD5C96AE426D}"/>
          </ac:spMkLst>
        </pc:spChg>
      </pc:sldChg>
      <pc:sldChg chg="addSp modSp add mod modClrScheme chgLayout">
        <pc:chgData name="Michael Whitehouse" userId="0ecba9273f6ad366" providerId="LiveId" clId="{F36E82C0-65ED-4BE7-8730-0F102FB388DD}" dt="2026-06-11T12:36:51.547" v="1206" actId="1076"/>
        <pc:sldMkLst>
          <pc:docMk/>
          <pc:sldMk cId="3264792000" sldId="1789"/>
        </pc:sldMkLst>
        <pc:spChg chg="mod ord">
          <ac:chgData name="Michael Whitehouse" userId="0ecba9273f6ad366" providerId="LiveId" clId="{F36E82C0-65ED-4BE7-8730-0F102FB388DD}" dt="2026-06-11T12:36:51.547" v="1206" actId="1076"/>
          <ac:spMkLst>
            <pc:docMk/>
            <pc:sldMk cId="3264792000" sldId="1789"/>
            <ac:spMk id="2" creationId="{D875833A-904F-9294-F99D-14903AF87F4D}"/>
          </ac:spMkLst>
        </pc:spChg>
        <pc:spChg chg="add mod">
          <ac:chgData name="Michael Whitehouse" userId="0ecba9273f6ad366" providerId="LiveId" clId="{F36E82C0-65ED-4BE7-8730-0F102FB388DD}" dt="2026-06-09T17:45:47.393" v="322" actId="207"/>
          <ac:spMkLst>
            <pc:docMk/>
            <pc:sldMk cId="3264792000" sldId="1789"/>
            <ac:spMk id="4" creationId="{94C55EDD-C57E-BAEC-E02E-B120831C1FB6}"/>
          </ac:spMkLst>
        </pc:spChg>
        <pc:spChg chg="add mod">
          <ac:chgData name="Michael Whitehouse" userId="0ecba9273f6ad366" providerId="LiveId" clId="{F36E82C0-65ED-4BE7-8730-0F102FB388DD}" dt="2026-06-09T17:45:47.411" v="332" actId="207"/>
          <ac:spMkLst>
            <pc:docMk/>
            <pc:sldMk cId="3264792000" sldId="1789"/>
            <ac:spMk id="5" creationId="{0A0AF2F6-F22A-87D3-2838-E291577B28D3}"/>
          </ac:spMkLst>
        </pc:spChg>
        <pc:graphicFrameChg chg="add mod modGraphic">
          <ac:chgData name="Michael Whitehouse" userId="0ecba9273f6ad366" providerId="LiveId" clId="{F36E82C0-65ED-4BE7-8730-0F102FB388DD}" dt="2026-06-09T17:45:47.372" v="312"/>
          <ac:graphicFrameMkLst>
            <pc:docMk/>
            <pc:sldMk cId="3264792000" sldId="1789"/>
            <ac:graphicFrameMk id="3" creationId="{822700D1-4D42-302A-8CF4-439BD9FD17CD}"/>
          </ac:graphicFrameMkLst>
        </pc:graphicFrameChg>
      </pc:sldChg>
      <pc:sldChg chg="addSp delSp modSp add mod">
        <pc:chgData name="Michael Whitehouse" userId="0ecba9273f6ad366" providerId="LiveId" clId="{F36E82C0-65ED-4BE7-8730-0F102FB388DD}" dt="2026-06-11T12:36:58.962" v="1207" actId="1076"/>
        <pc:sldMkLst>
          <pc:docMk/>
          <pc:sldMk cId="2447595964" sldId="1790"/>
        </pc:sldMkLst>
        <pc:spChg chg="mod">
          <ac:chgData name="Michael Whitehouse" userId="0ecba9273f6ad366" providerId="LiveId" clId="{F36E82C0-65ED-4BE7-8730-0F102FB388DD}" dt="2026-06-09T17:45:47.426" v="336" actId="139"/>
          <ac:spMkLst>
            <pc:docMk/>
            <pc:sldMk cId="2447595964" sldId="1790"/>
            <ac:spMk id="2" creationId="{2CA2652A-8B50-68C8-3B20-FC1FDD6DB21D}"/>
          </ac:spMkLst>
        </pc:spChg>
        <pc:spChg chg="add mod">
          <ac:chgData name="Michael Whitehouse" userId="0ecba9273f6ad366" providerId="LiveId" clId="{F36E82C0-65ED-4BE7-8730-0F102FB388DD}" dt="2026-06-09T17:45:47.651" v="355" actId="207"/>
          <ac:spMkLst>
            <pc:docMk/>
            <pc:sldMk cId="2447595964" sldId="1790"/>
            <ac:spMk id="6" creationId="{864CA66F-0247-6311-14C1-89A3E9E1D0BB}"/>
          </ac:spMkLst>
        </pc:spChg>
        <pc:spChg chg="add mod">
          <ac:chgData name="Michael Whitehouse" userId="0ecba9273f6ad366" providerId="LiveId" clId="{F36E82C0-65ED-4BE7-8730-0F102FB388DD}" dt="2026-06-09T17:45:47.670" v="365" actId="207"/>
          <ac:spMkLst>
            <pc:docMk/>
            <pc:sldMk cId="2447595964" sldId="1790"/>
            <ac:spMk id="7" creationId="{F36B633F-4F5E-3612-0BB1-F0569C9CA522}"/>
          </ac:spMkLst>
        </pc:spChg>
        <pc:picChg chg="add mod">
          <ac:chgData name="Michael Whitehouse" userId="0ecba9273f6ad366" providerId="LiveId" clId="{F36E82C0-65ED-4BE7-8730-0F102FB388DD}" dt="2026-06-11T12:36:58.962" v="1207" actId="1076"/>
          <ac:picMkLst>
            <pc:docMk/>
            <pc:sldMk cId="2447595964" sldId="1790"/>
            <ac:picMk id="5" creationId="{0CE589F6-F3CD-356D-74BD-F466991BD60F}"/>
          </ac:picMkLst>
        </pc:picChg>
      </pc:sldChg>
      <pc:sldChg chg="addSp delSp modSp add mod chgLayout">
        <pc:chgData name="Michael Whitehouse" userId="0ecba9273f6ad366" providerId="LiveId" clId="{F36E82C0-65ED-4BE7-8730-0F102FB388DD}" dt="2026-06-11T12:37:13.059" v="1210" actId="1076"/>
        <pc:sldMkLst>
          <pc:docMk/>
          <pc:sldMk cId="210381973" sldId="1791"/>
        </pc:sldMkLst>
        <pc:spChg chg="mod ord">
          <ac:chgData name="Michael Whitehouse" userId="0ecba9273f6ad366" providerId="LiveId" clId="{F36E82C0-65ED-4BE7-8730-0F102FB388DD}" dt="2026-06-11T12:37:13.059" v="1210" actId="1076"/>
          <ac:spMkLst>
            <pc:docMk/>
            <pc:sldMk cId="210381973" sldId="1791"/>
            <ac:spMk id="2" creationId="{B68FE3BD-C6DC-C34C-929C-57C209D3E497}"/>
          </ac:spMkLst>
        </pc:spChg>
        <pc:spChg chg="add mod">
          <ac:chgData name="Michael Whitehouse" userId="0ecba9273f6ad366" providerId="LiveId" clId="{F36E82C0-65ED-4BE7-8730-0F102FB388DD}" dt="2026-06-09T17:45:47.916" v="392" actId="207"/>
          <ac:spMkLst>
            <pc:docMk/>
            <pc:sldMk cId="210381973" sldId="1791"/>
            <ac:spMk id="8" creationId="{014C864D-49F5-56E6-5B3A-4795C60A8489}"/>
          </ac:spMkLst>
        </pc:spChg>
        <pc:spChg chg="add mod">
          <ac:chgData name="Michael Whitehouse" userId="0ecba9273f6ad366" providerId="LiveId" clId="{F36E82C0-65ED-4BE7-8730-0F102FB388DD}" dt="2026-06-09T17:45:47.935" v="402" actId="207"/>
          <ac:spMkLst>
            <pc:docMk/>
            <pc:sldMk cId="210381973" sldId="1791"/>
            <ac:spMk id="9" creationId="{28AA9A97-E9E9-2782-7A3D-71C5BE86BCAE}"/>
          </ac:spMkLst>
        </pc:spChg>
        <pc:picChg chg="add mod">
          <ac:chgData name="Michael Whitehouse" userId="0ecba9273f6ad366" providerId="LiveId" clId="{F36E82C0-65ED-4BE7-8730-0F102FB388DD}" dt="2026-06-11T12:37:06.479" v="1208" actId="1076"/>
          <ac:picMkLst>
            <pc:docMk/>
            <pc:sldMk cId="210381973" sldId="1791"/>
            <ac:picMk id="7" creationId="{3EE0107F-1BFB-1B0F-307E-670A94F06163}"/>
          </ac:picMkLst>
        </pc:picChg>
      </pc:sldChg>
      <pc:sldChg chg="addSp delSp modSp add mod">
        <pc:chgData name="Michael Whitehouse" userId="0ecba9273f6ad366" providerId="LiveId" clId="{F36E82C0-65ED-4BE7-8730-0F102FB388DD}" dt="2026-06-11T12:37:43.926" v="1221" actId="1076"/>
        <pc:sldMkLst>
          <pc:docMk/>
          <pc:sldMk cId="2498968013" sldId="1792"/>
        </pc:sldMkLst>
        <pc:spChg chg="mod">
          <ac:chgData name="Michael Whitehouse" userId="0ecba9273f6ad366" providerId="LiveId" clId="{F36E82C0-65ED-4BE7-8730-0F102FB388DD}" dt="2026-06-11T12:37:42.502" v="1220" actId="1076"/>
          <ac:spMkLst>
            <pc:docMk/>
            <pc:sldMk cId="2498968013" sldId="1792"/>
            <ac:spMk id="2" creationId="{E7F6BEF4-98D0-357F-1E40-445CC221D94E}"/>
          </ac:spMkLst>
        </pc:spChg>
        <pc:spChg chg="add mod">
          <ac:chgData name="Michael Whitehouse" userId="0ecba9273f6ad366" providerId="LiveId" clId="{F36E82C0-65ED-4BE7-8730-0F102FB388DD}" dt="2026-06-09T17:45:48.170" v="427" actId="207"/>
          <ac:spMkLst>
            <pc:docMk/>
            <pc:sldMk cId="2498968013" sldId="1792"/>
            <ac:spMk id="7" creationId="{01700046-53A2-75A1-E637-6926AEBC5098}"/>
          </ac:spMkLst>
        </pc:spChg>
        <pc:spChg chg="add mod">
          <ac:chgData name="Michael Whitehouse" userId="0ecba9273f6ad366" providerId="LiveId" clId="{F36E82C0-65ED-4BE7-8730-0F102FB388DD}" dt="2026-06-09T17:45:48.190" v="437" actId="207"/>
          <ac:spMkLst>
            <pc:docMk/>
            <pc:sldMk cId="2498968013" sldId="1792"/>
            <ac:spMk id="8" creationId="{5A4EAF65-3577-D1F8-0612-D58093A75FC6}"/>
          </ac:spMkLst>
        </pc:spChg>
        <pc:picChg chg="add mod">
          <ac:chgData name="Michael Whitehouse" userId="0ecba9273f6ad366" providerId="LiveId" clId="{F36E82C0-65ED-4BE7-8730-0F102FB388DD}" dt="2026-06-11T12:37:43.926" v="1221" actId="1076"/>
          <ac:picMkLst>
            <pc:docMk/>
            <pc:sldMk cId="2498968013" sldId="1792"/>
            <ac:picMk id="6" creationId="{441124FA-D37F-670E-321C-A050A29D39FE}"/>
          </ac:picMkLst>
        </pc:picChg>
      </pc:sldChg>
      <pc:sldChg chg="addSp delSp modSp add mod chgLayout">
        <pc:chgData name="Michael Whitehouse" userId="0ecba9273f6ad366" providerId="LiveId" clId="{F36E82C0-65ED-4BE7-8730-0F102FB388DD}" dt="2026-06-11T12:37:59.038" v="1226" actId="1076"/>
        <pc:sldMkLst>
          <pc:docMk/>
          <pc:sldMk cId="4080678244" sldId="1793"/>
        </pc:sldMkLst>
        <pc:spChg chg="mod ord">
          <ac:chgData name="Michael Whitehouse" userId="0ecba9273f6ad366" providerId="LiveId" clId="{F36E82C0-65ED-4BE7-8730-0F102FB388DD}" dt="2026-06-11T12:37:56.697" v="1225" actId="1076"/>
          <ac:spMkLst>
            <pc:docMk/>
            <pc:sldMk cId="4080678244" sldId="1793"/>
            <ac:spMk id="2" creationId="{CC884B77-0F0C-4913-774D-6C01167AB379}"/>
          </ac:spMkLst>
        </pc:spChg>
        <pc:spChg chg="add mod">
          <ac:chgData name="Michael Whitehouse" userId="0ecba9273f6ad366" providerId="LiveId" clId="{F36E82C0-65ED-4BE7-8730-0F102FB388DD}" dt="2026-06-09T17:45:48.422" v="460" actId="207"/>
          <ac:spMkLst>
            <pc:docMk/>
            <pc:sldMk cId="4080678244" sldId="1793"/>
            <ac:spMk id="6" creationId="{ABA11BAA-5281-B701-FE08-C96B0D529E59}"/>
          </ac:spMkLst>
        </pc:spChg>
        <pc:spChg chg="add mod">
          <ac:chgData name="Michael Whitehouse" userId="0ecba9273f6ad366" providerId="LiveId" clId="{F36E82C0-65ED-4BE7-8730-0F102FB388DD}" dt="2026-06-09T17:45:48.440" v="470" actId="207"/>
          <ac:spMkLst>
            <pc:docMk/>
            <pc:sldMk cId="4080678244" sldId="1793"/>
            <ac:spMk id="7" creationId="{3C279E9F-6A67-EDE5-C466-83435AFE3443}"/>
          </ac:spMkLst>
        </pc:spChg>
        <pc:picChg chg="add mod">
          <ac:chgData name="Michael Whitehouse" userId="0ecba9273f6ad366" providerId="LiveId" clId="{F36E82C0-65ED-4BE7-8730-0F102FB388DD}" dt="2026-06-11T12:37:59.038" v="1226" actId="1076"/>
          <ac:picMkLst>
            <pc:docMk/>
            <pc:sldMk cId="4080678244" sldId="1793"/>
            <ac:picMk id="5" creationId="{33BAFD5C-9CD9-FC58-200A-22A5EA654FB4}"/>
          </ac:picMkLst>
        </pc:picChg>
      </pc:sldChg>
      <pc:sldChg chg="addSp delSp modSp add mod">
        <pc:chgData name="Michael Whitehouse" userId="0ecba9273f6ad366" providerId="LiveId" clId="{F36E82C0-65ED-4BE7-8730-0F102FB388DD}" dt="2026-06-11T12:38:24.693" v="1232" actId="1076"/>
        <pc:sldMkLst>
          <pc:docMk/>
          <pc:sldMk cId="1955678705" sldId="1794"/>
        </pc:sldMkLst>
        <pc:spChg chg="mod">
          <ac:chgData name="Michael Whitehouse" userId="0ecba9273f6ad366" providerId="LiveId" clId="{F36E82C0-65ED-4BE7-8730-0F102FB388DD}" dt="2026-06-11T12:38:22.209" v="1231" actId="1076"/>
          <ac:spMkLst>
            <pc:docMk/>
            <pc:sldMk cId="1955678705" sldId="1794"/>
            <ac:spMk id="2" creationId="{FF6E264D-C004-C7F3-F605-8666160AD486}"/>
          </ac:spMkLst>
        </pc:spChg>
        <pc:spChg chg="add mod">
          <ac:chgData name="Michael Whitehouse" userId="0ecba9273f6ad366" providerId="LiveId" clId="{F36E82C0-65ED-4BE7-8730-0F102FB388DD}" dt="2026-06-09T17:45:48.684" v="493" actId="207"/>
          <ac:spMkLst>
            <pc:docMk/>
            <pc:sldMk cId="1955678705" sldId="1794"/>
            <ac:spMk id="6" creationId="{D22FA71D-0491-EC2E-9F53-AF9CB2C619BF}"/>
          </ac:spMkLst>
        </pc:spChg>
        <pc:spChg chg="add mod">
          <ac:chgData name="Michael Whitehouse" userId="0ecba9273f6ad366" providerId="LiveId" clId="{F36E82C0-65ED-4BE7-8730-0F102FB388DD}" dt="2026-06-09T17:45:48.703" v="503" actId="207"/>
          <ac:spMkLst>
            <pc:docMk/>
            <pc:sldMk cId="1955678705" sldId="1794"/>
            <ac:spMk id="7" creationId="{03174A1C-F8E7-07E0-8712-FD70F465BCE4}"/>
          </ac:spMkLst>
        </pc:spChg>
        <pc:picChg chg="add mod">
          <ac:chgData name="Michael Whitehouse" userId="0ecba9273f6ad366" providerId="LiveId" clId="{F36E82C0-65ED-4BE7-8730-0F102FB388DD}" dt="2026-06-11T12:38:24.693" v="1232" actId="1076"/>
          <ac:picMkLst>
            <pc:docMk/>
            <pc:sldMk cId="1955678705" sldId="1794"/>
            <ac:picMk id="5" creationId="{97727329-516F-2348-FEA0-3A2B68E9E773}"/>
          </ac:picMkLst>
        </pc:picChg>
      </pc:sldChg>
      <pc:sldChg chg="addSp delSp modSp add mod">
        <pc:chgData name="Michael Whitehouse" userId="0ecba9273f6ad366" providerId="LiveId" clId="{F36E82C0-65ED-4BE7-8730-0F102FB388DD}" dt="2026-06-11T12:38:16.923" v="1230" actId="1076"/>
        <pc:sldMkLst>
          <pc:docMk/>
          <pc:sldMk cId="599199532" sldId="1795"/>
        </pc:sldMkLst>
        <pc:spChg chg="mod">
          <ac:chgData name="Michael Whitehouse" userId="0ecba9273f6ad366" providerId="LiveId" clId="{F36E82C0-65ED-4BE7-8730-0F102FB388DD}" dt="2026-06-09T17:45:48.716" v="507" actId="139"/>
          <ac:spMkLst>
            <pc:docMk/>
            <pc:sldMk cId="599199532" sldId="1795"/>
            <ac:spMk id="2" creationId="{42E2B7C9-0ECD-92C3-BFFE-231897D82097}"/>
          </ac:spMkLst>
        </pc:spChg>
        <pc:spChg chg="add mod">
          <ac:chgData name="Michael Whitehouse" userId="0ecba9273f6ad366" providerId="LiveId" clId="{F36E82C0-65ED-4BE7-8730-0F102FB388DD}" dt="2026-06-09T17:45:49.137" v="531" actId="207"/>
          <ac:spMkLst>
            <pc:docMk/>
            <pc:sldMk cId="599199532" sldId="1795"/>
            <ac:spMk id="7" creationId="{23FFFC49-27AC-D7DE-307E-552771999395}"/>
          </ac:spMkLst>
        </pc:spChg>
        <pc:spChg chg="add mod">
          <ac:chgData name="Michael Whitehouse" userId="0ecba9273f6ad366" providerId="LiveId" clId="{F36E82C0-65ED-4BE7-8730-0F102FB388DD}" dt="2026-06-09T17:45:49.157" v="541" actId="207"/>
          <ac:spMkLst>
            <pc:docMk/>
            <pc:sldMk cId="599199532" sldId="1795"/>
            <ac:spMk id="8" creationId="{D03F2158-EC67-AAF8-B055-615E2AA00AE5}"/>
          </ac:spMkLst>
        </pc:spChg>
        <pc:picChg chg="add mod">
          <ac:chgData name="Michael Whitehouse" userId="0ecba9273f6ad366" providerId="LiveId" clId="{F36E82C0-65ED-4BE7-8730-0F102FB388DD}" dt="2026-06-11T12:38:16.923" v="1230" actId="1076"/>
          <ac:picMkLst>
            <pc:docMk/>
            <pc:sldMk cId="599199532" sldId="1795"/>
            <ac:picMk id="5" creationId="{7BDA48E9-D21E-40C4-8C01-55A1D68FD0C4}"/>
          </ac:picMkLst>
        </pc:picChg>
        <pc:picChg chg="add mod">
          <ac:chgData name="Michael Whitehouse" userId="0ecba9273f6ad366" providerId="LiveId" clId="{F36E82C0-65ED-4BE7-8730-0F102FB388DD}" dt="2026-06-09T17:45:49.114" v="521"/>
          <ac:picMkLst>
            <pc:docMk/>
            <pc:sldMk cId="599199532" sldId="1795"/>
            <ac:picMk id="6" creationId="{EE90E39D-BEC3-7684-3E54-9C23A5608B98}"/>
          </ac:picMkLst>
        </pc:picChg>
      </pc:sldChg>
      <pc:sldChg chg="addSp delSp modSp add mod">
        <pc:chgData name="Michael Whitehouse" userId="0ecba9273f6ad366" providerId="LiveId" clId="{F36E82C0-65ED-4BE7-8730-0F102FB388DD}" dt="2026-06-11T12:38:37.569" v="1235" actId="1076"/>
        <pc:sldMkLst>
          <pc:docMk/>
          <pc:sldMk cId="2203880541" sldId="1796"/>
        </pc:sldMkLst>
        <pc:spChg chg="mod">
          <ac:chgData name="Michael Whitehouse" userId="0ecba9273f6ad366" providerId="LiveId" clId="{F36E82C0-65ED-4BE7-8730-0F102FB388DD}" dt="2026-06-11T12:38:34.660" v="1234" actId="1076"/>
          <ac:spMkLst>
            <pc:docMk/>
            <pc:sldMk cId="2203880541" sldId="1796"/>
            <ac:spMk id="2" creationId="{59D4131D-4E16-EFEF-498D-765C107104C1}"/>
          </ac:spMkLst>
        </pc:spChg>
        <pc:spChg chg="add mod">
          <ac:chgData name="Michael Whitehouse" userId="0ecba9273f6ad366" providerId="LiveId" clId="{F36E82C0-65ED-4BE7-8730-0F102FB388DD}" dt="2026-06-11T12:38:32.871" v="1233" actId="1076"/>
          <ac:spMkLst>
            <pc:docMk/>
            <pc:sldMk cId="2203880541" sldId="1796"/>
            <ac:spMk id="5" creationId="{F8689542-7E0A-0448-EA21-7CD7C3E0359F}"/>
          </ac:spMkLst>
        </pc:spChg>
        <pc:spChg chg="add mod">
          <ac:chgData name="Michael Whitehouse" userId="0ecba9273f6ad366" providerId="LiveId" clId="{F36E82C0-65ED-4BE7-8730-0F102FB388DD}" dt="2026-06-09T17:45:49.609" v="579" actId="207"/>
          <ac:spMkLst>
            <pc:docMk/>
            <pc:sldMk cId="2203880541" sldId="1796"/>
            <ac:spMk id="7" creationId="{61E60A1D-8DE0-5787-4BB9-FAFD201BD9EB}"/>
          </ac:spMkLst>
        </pc:spChg>
        <pc:spChg chg="add mod">
          <ac:chgData name="Michael Whitehouse" userId="0ecba9273f6ad366" providerId="LiveId" clId="{F36E82C0-65ED-4BE7-8730-0F102FB388DD}" dt="2026-06-09T17:45:49.629" v="589" actId="207"/>
          <ac:spMkLst>
            <pc:docMk/>
            <pc:sldMk cId="2203880541" sldId="1796"/>
            <ac:spMk id="8" creationId="{29401B7E-215E-59FC-6137-F91C30655308}"/>
          </ac:spMkLst>
        </pc:spChg>
        <pc:picChg chg="add mod">
          <ac:chgData name="Michael Whitehouse" userId="0ecba9273f6ad366" providerId="LiveId" clId="{F36E82C0-65ED-4BE7-8730-0F102FB388DD}" dt="2026-06-11T12:38:37.569" v="1235" actId="1076"/>
          <ac:picMkLst>
            <pc:docMk/>
            <pc:sldMk cId="2203880541" sldId="1796"/>
            <ac:picMk id="6" creationId="{8C8B181A-0490-D335-5A35-ACFEE66EFBE8}"/>
          </ac:picMkLst>
        </pc:picChg>
      </pc:sldChg>
      <pc:sldChg chg="addSp delSp modSp add mod chgLayout">
        <pc:chgData name="Michael Whitehouse" userId="0ecba9273f6ad366" providerId="LiveId" clId="{F36E82C0-65ED-4BE7-8730-0F102FB388DD}" dt="2026-06-11T12:39:03.435" v="1237" actId="1076"/>
        <pc:sldMkLst>
          <pc:docMk/>
          <pc:sldMk cId="1132176241" sldId="1797"/>
        </pc:sldMkLst>
        <pc:spChg chg="mod ord">
          <ac:chgData name="Michael Whitehouse" userId="0ecba9273f6ad366" providerId="LiveId" clId="{F36E82C0-65ED-4BE7-8730-0F102FB388DD}" dt="2026-06-11T12:39:03.435" v="1237" actId="1076"/>
          <ac:spMkLst>
            <pc:docMk/>
            <pc:sldMk cId="1132176241" sldId="1797"/>
            <ac:spMk id="2" creationId="{0F4FD237-602A-50B4-4FA1-78F92E1AB7D3}"/>
          </ac:spMkLst>
        </pc:spChg>
        <pc:spChg chg="add mod">
          <ac:chgData name="Michael Whitehouse" userId="0ecba9273f6ad366" providerId="LiveId" clId="{F36E82C0-65ED-4BE7-8730-0F102FB388DD}" dt="2026-06-09T17:45:49.874" v="620" actId="207"/>
          <ac:spMkLst>
            <pc:docMk/>
            <pc:sldMk cId="1132176241" sldId="1797"/>
            <ac:spMk id="8" creationId="{89629DD8-5C34-3385-D1F8-93B85C60DC0A}"/>
          </ac:spMkLst>
        </pc:spChg>
        <pc:spChg chg="add mod">
          <ac:chgData name="Michael Whitehouse" userId="0ecba9273f6ad366" providerId="LiveId" clId="{F36E82C0-65ED-4BE7-8730-0F102FB388DD}" dt="2026-06-09T17:45:49.894" v="630" actId="207"/>
          <ac:spMkLst>
            <pc:docMk/>
            <pc:sldMk cId="1132176241" sldId="1797"/>
            <ac:spMk id="9" creationId="{7091F227-9B36-85A0-B77E-178F30D36E70}"/>
          </ac:spMkLst>
        </pc:spChg>
        <pc:picChg chg="add mod">
          <ac:chgData name="Michael Whitehouse" userId="0ecba9273f6ad366" providerId="LiveId" clId="{F36E82C0-65ED-4BE7-8730-0F102FB388DD}" dt="2026-06-09T17:45:49.851" v="610"/>
          <ac:picMkLst>
            <pc:docMk/>
            <pc:sldMk cId="1132176241" sldId="1797"/>
            <ac:picMk id="7" creationId="{7B2CFFC5-9A9F-1B67-78AA-1BF9A080BCC7}"/>
          </ac:picMkLst>
        </pc:picChg>
      </pc:sldChg>
      <pc:sldChg chg="addSp delSp modSp add mod chgLayout">
        <pc:chgData name="Michael Whitehouse" userId="0ecba9273f6ad366" providerId="LiveId" clId="{F36E82C0-65ED-4BE7-8730-0F102FB388DD}" dt="2026-06-11T12:39:37.603" v="1243" actId="14100"/>
        <pc:sldMkLst>
          <pc:docMk/>
          <pc:sldMk cId="3743707305" sldId="1798"/>
        </pc:sldMkLst>
        <pc:spChg chg="mod ord">
          <ac:chgData name="Michael Whitehouse" userId="0ecba9273f6ad366" providerId="LiveId" clId="{F36E82C0-65ED-4BE7-8730-0F102FB388DD}" dt="2026-06-11T12:39:37.603" v="1243" actId="14100"/>
          <ac:spMkLst>
            <pc:docMk/>
            <pc:sldMk cId="3743707305" sldId="1798"/>
            <ac:spMk id="2" creationId="{E44E681D-9E1D-0A74-C481-7B32D96CEBC4}"/>
          </ac:spMkLst>
        </pc:spChg>
        <pc:spChg chg="add mod">
          <ac:chgData name="Michael Whitehouse" userId="0ecba9273f6ad366" providerId="LiveId" clId="{F36E82C0-65ED-4BE7-8730-0F102FB388DD}" dt="2026-06-09T17:45:50.140" v="657" actId="207"/>
          <ac:spMkLst>
            <pc:docMk/>
            <pc:sldMk cId="3743707305" sldId="1798"/>
            <ac:spMk id="6" creationId="{EAF75980-A18E-920A-26E0-06DCCB55C1A9}"/>
          </ac:spMkLst>
        </pc:spChg>
        <pc:spChg chg="add mod">
          <ac:chgData name="Michael Whitehouse" userId="0ecba9273f6ad366" providerId="LiveId" clId="{F36E82C0-65ED-4BE7-8730-0F102FB388DD}" dt="2026-06-09T17:45:50.160" v="667" actId="207"/>
          <ac:spMkLst>
            <pc:docMk/>
            <pc:sldMk cId="3743707305" sldId="1798"/>
            <ac:spMk id="7" creationId="{546ED835-0F50-AE98-4ECD-01E5A3639EC3}"/>
          </ac:spMkLst>
        </pc:spChg>
        <pc:picChg chg="add mod">
          <ac:chgData name="Michael Whitehouse" userId="0ecba9273f6ad366" providerId="LiveId" clId="{F36E82C0-65ED-4BE7-8730-0F102FB388DD}" dt="2026-06-09T17:45:50.119" v="647"/>
          <ac:picMkLst>
            <pc:docMk/>
            <pc:sldMk cId="3743707305" sldId="1798"/>
            <ac:picMk id="5" creationId="{0D2776A2-6820-03EB-A904-AE07377FCCDC}"/>
          </ac:picMkLst>
        </pc:picChg>
      </pc:sldChg>
      <pc:sldChg chg="addSp delSp modSp add mod chgLayout">
        <pc:chgData name="Michael Whitehouse" userId="0ecba9273f6ad366" providerId="LiveId" clId="{F36E82C0-65ED-4BE7-8730-0F102FB388DD}" dt="2026-06-11T12:39:27.147" v="1240" actId="1076"/>
        <pc:sldMkLst>
          <pc:docMk/>
          <pc:sldMk cId="3621351255" sldId="1799"/>
        </pc:sldMkLst>
        <pc:spChg chg="mod ord">
          <ac:chgData name="Michael Whitehouse" userId="0ecba9273f6ad366" providerId="LiveId" clId="{F36E82C0-65ED-4BE7-8730-0F102FB388DD}" dt="2026-06-11T12:39:27.147" v="1240" actId="1076"/>
          <ac:spMkLst>
            <pc:docMk/>
            <pc:sldMk cId="3621351255" sldId="1799"/>
            <ac:spMk id="2" creationId="{FDCE722D-0C0C-1A3D-CDA3-6A0F35C6846B}"/>
          </ac:spMkLst>
        </pc:spChg>
        <pc:spChg chg="add mod">
          <ac:chgData name="Michael Whitehouse" userId="0ecba9273f6ad366" providerId="LiveId" clId="{F36E82C0-65ED-4BE7-8730-0F102FB388DD}" dt="2026-06-09T17:45:50.398" v="694" actId="207"/>
          <ac:spMkLst>
            <pc:docMk/>
            <pc:sldMk cId="3621351255" sldId="1799"/>
            <ac:spMk id="6" creationId="{FA939613-0100-B0A1-32DA-714B6B24D81E}"/>
          </ac:spMkLst>
        </pc:spChg>
        <pc:spChg chg="add mod">
          <ac:chgData name="Michael Whitehouse" userId="0ecba9273f6ad366" providerId="LiveId" clId="{F36E82C0-65ED-4BE7-8730-0F102FB388DD}" dt="2026-06-09T17:45:50.418" v="704" actId="207"/>
          <ac:spMkLst>
            <pc:docMk/>
            <pc:sldMk cId="3621351255" sldId="1799"/>
            <ac:spMk id="7" creationId="{4FE6121C-1B36-147B-F995-0BFEBFEABA97}"/>
          </ac:spMkLst>
        </pc:spChg>
        <pc:picChg chg="add mod">
          <ac:chgData name="Michael Whitehouse" userId="0ecba9273f6ad366" providerId="LiveId" clId="{F36E82C0-65ED-4BE7-8730-0F102FB388DD}" dt="2026-06-09T17:45:50.377" v="684"/>
          <ac:picMkLst>
            <pc:docMk/>
            <pc:sldMk cId="3621351255" sldId="1799"/>
            <ac:picMk id="5" creationId="{DF14B4A7-8E74-32FA-2DB2-421F9D5FD82B}"/>
          </ac:picMkLst>
        </pc:picChg>
      </pc:sldChg>
      <pc:sldChg chg="addSp modSp add mod modClrScheme chgLayout">
        <pc:chgData name="Michael Whitehouse" userId="0ecba9273f6ad366" providerId="LiveId" clId="{F36E82C0-65ED-4BE7-8730-0F102FB388DD}" dt="2026-06-11T12:39:24.043" v="1239" actId="1076"/>
        <pc:sldMkLst>
          <pc:docMk/>
          <pc:sldMk cId="563796095" sldId="1800"/>
        </pc:sldMkLst>
        <pc:spChg chg="mod ord">
          <ac:chgData name="Michael Whitehouse" userId="0ecba9273f6ad366" providerId="LiveId" clId="{F36E82C0-65ED-4BE7-8730-0F102FB388DD}" dt="2026-06-11T12:39:24.043" v="1239" actId="1076"/>
          <ac:spMkLst>
            <pc:docMk/>
            <pc:sldMk cId="563796095" sldId="1800"/>
            <ac:spMk id="2" creationId="{33057ECB-8946-F924-D919-77D55432E767}"/>
          </ac:spMkLst>
        </pc:spChg>
        <pc:spChg chg="add mod">
          <ac:chgData name="Michael Whitehouse" userId="0ecba9273f6ad366" providerId="LiveId" clId="{F36E82C0-65ED-4BE7-8730-0F102FB388DD}" dt="2026-06-09T17:45:50.971" v="719" actId="139"/>
          <ac:spMkLst>
            <pc:docMk/>
            <pc:sldMk cId="563796095" sldId="1800"/>
            <ac:spMk id="3" creationId="{54AFD471-3179-5677-9C21-632E7B18E2AF}"/>
          </ac:spMkLst>
        </pc:spChg>
        <pc:spChg chg="add mod">
          <ac:chgData name="Michael Whitehouse" userId="0ecba9273f6ad366" providerId="LiveId" clId="{F36E82C0-65ED-4BE7-8730-0F102FB388DD}" dt="2026-06-09T17:45:51.095" v="730" actId="139"/>
          <ac:spMkLst>
            <pc:docMk/>
            <pc:sldMk cId="563796095" sldId="1800"/>
            <ac:spMk id="4" creationId="{1A47039E-7C01-E46B-9E7A-8CECC91FB7A2}"/>
          </ac:spMkLst>
        </pc:spChg>
        <pc:spChg chg="add mod">
          <ac:chgData name="Michael Whitehouse" userId="0ecba9273f6ad366" providerId="LiveId" clId="{F36E82C0-65ED-4BE7-8730-0F102FB388DD}" dt="2026-06-09T17:45:51.214" v="741" actId="139"/>
          <ac:spMkLst>
            <pc:docMk/>
            <pc:sldMk cId="563796095" sldId="1800"/>
            <ac:spMk id="5" creationId="{A6B65BDA-3517-0889-1962-279960A54832}"/>
          </ac:spMkLst>
        </pc:spChg>
        <pc:spChg chg="add mod">
          <ac:chgData name="Michael Whitehouse" userId="0ecba9273f6ad366" providerId="LiveId" clId="{F36E82C0-65ED-4BE7-8730-0F102FB388DD}" dt="2026-06-09T17:45:51.339" v="752" actId="139"/>
          <ac:spMkLst>
            <pc:docMk/>
            <pc:sldMk cId="563796095" sldId="1800"/>
            <ac:spMk id="6" creationId="{2501CF37-BD02-05F1-E004-CBA24C47BFD0}"/>
          </ac:spMkLst>
        </pc:spChg>
        <pc:spChg chg="add mod">
          <ac:chgData name="Michael Whitehouse" userId="0ecba9273f6ad366" providerId="LiveId" clId="{F36E82C0-65ED-4BE7-8730-0F102FB388DD}" dt="2026-06-09T17:45:51.464" v="763" actId="139"/>
          <ac:spMkLst>
            <pc:docMk/>
            <pc:sldMk cId="563796095" sldId="1800"/>
            <ac:spMk id="7" creationId="{14047568-62B1-1BE9-B20F-E2687DE6A94E}"/>
          </ac:spMkLst>
        </pc:spChg>
        <pc:spChg chg="add mod">
          <ac:chgData name="Michael Whitehouse" userId="0ecba9273f6ad366" providerId="LiveId" clId="{F36E82C0-65ED-4BE7-8730-0F102FB388DD}" dt="2026-06-09T17:45:51.479" v="773" actId="207"/>
          <ac:spMkLst>
            <pc:docMk/>
            <pc:sldMk cId="563796095" sldId="1800"/>
            <ac:spMk id="8" creationId="{7F949A79-54CE-360C-6B90-73D2172715D4}"/>
          </ac:spMkLst>
        </pc:spChg>
        <pc:spChg chg="add mod">
          <ac:chgData name="Michael Whitehouse" userId="0ecba9273f6ad366" providerId="LiveId" clId="{F36E82C0-65ED-4BE7-8730-0F102FB388DD}" dt="2026-06-09T17:45:51.493" v="783" actId="207"/>
          <ac:spMkLst>
            <pc:docMk/>
            <pc:sldMk cId="563796095" sldId="1800"/>
            <ac:spMk id="9" creationId="{6526DB82-2218-6C14-39B0-C80DDD2287C6}"/>
          </ac:spMkLst>
        </pc:spChg>
      </pc:sldChg>
      <pc:sldChg chg="addSp delSp modSp add mod">
        <pc:chgData name="Michael Whitehouse" userId="0ecba9273f6ad366" providerId="LiveId" clId="{F36E82C0-65ED-4BE7-8730-0F102FB388DD}" dt="2026-06-09T17:45:51.694" v="816" actId="207"/>
        <pc:sldMkLst>
          <pc:docMk/>
          <pc:sldMk cId="1927097009" sldId="1801"/>
        </pc:sldMkLst>
        <pc:spChg chg="mod">
          <ac:chgData name="Michael Whitehouse" userId="0ecba9273f6ad366" providerId="LiveId" clId="{F36E82C0-65ED-4BE7-8730-0F102FB388DD}" dt="2026-06-09T17:45:51.502" v="787" actId="139"/>
          <ac:spMkLst>
            <pc:docMk/>
            <pc:sldMk cId="1927097009" sldId="1801"/>
            <ac:spMk id="2" creationId="{04500021-BD1A-4B26-64A8-1D177263C47E}"/>
          </ac:spMkLst>
        </pc:spChg>
        <pc:spChg chg="add mod">
          <ac:chgData name="Michael Whitehouse" userId="0ecba9273f6ad366" providerId="LiveId" clId="{F36E82C0-65ED-4BE7-8730-0F102FB388DD}" dt="2026-06-09T17:45:51.679" v="806" actId="207"/>
          <ac:spMkLst>
            <pc:docMk/>
            <pc:sldMk cId="1927097009" sldId="1801"/>
            <ac:spMk id="6" creationId="{397AC3E1-59F5-8DC1-E646-ADC22F3315B0}"/>
          </ac:spMkLst>
        </pc:spChg>
        <pc:spChg chg="add mod">
          <ac:chgData name="Michael Whitehouse" userId="0ecba9273f6ad366" providerId="LiveId" clId="{F36E82C0-65ED-4BE7-8730-0F102FB388DD}" dt="2026-06-09T17:45:51.694" v="816" actId="207"/>
          <ac:spMkLst>
            <pc:docMk/>
            <pc:sldMk cId="1927097009" sldId="1801"/>
            <ac:spMk id="7" creationId="{BFF55B70-1C4E-6628-A737-5908D4663784}"/>
          </ac:spMkLst>
        </pc:spChg>
        <pc:picChg chg="add mod">
          <ac:chgData name="Michael Whitehouse" userId="0ecba9273f6ad366" providerId="LiveId" clId="{F36E82C0-65ED-4BE7-8730-0F102FB388DD}" dt="2026-06-09T17:45:51.662" v="796"/>
          <ac:picMkLst>
            <pc:docMk/>
            <pc:sldMk cId="1927097009" sldId="1801"/>
            <ac:picMk id="5" creationId="{99DE8C23-6A9A-F50C-87B5-5E0D1AE93708}"/>
          </ac:picMkLst>
        </pc:picChg>
      </pc:sldChg>
      <pc:sldChg chg="addSp modSp add mod">
        <pc:chgData name="Michael Whitehouse" userId="0ecba9273f6ad366" providerId="LiveId" clId="{F36E82C0-65ED-4BE7-8730-0F102FB388DD}" dt="2026-06-11T12:39:44.120" v="1245" actId="1076"/>
        <pc:sldMkLst>
          <pc:docMk/>
          <pc:sldMk cId="3526827779" sldId="1802"/>
        </pc:sldMkLst>
        <pc:spChg chg="mod">
          <ac:chgData name="Michael Whitehouse" userId="0ecba9273f6ad366" providerId="LiveId" clId="{F36E82C0-65ED-4BE7-8730-0F102FB388DD}" dt="2026-06-09T17:45:51.703" v="820" actId="139"/>
          <ac:spMkLst>
            <pc:docMk/>
            <pc:sldMk cId="3526827779" sldId="1802"/>
            <ac:spMk id="2" creationId="{7C5D6791-CD15-57FD-11C8-0F22471AF774}"/>
          </ac:spMkLst>
        </pc:spChg>
        <pc:spChg chg="add mod">
          <ac:chgData name="Michael Whitehouse" userId="0ecba9273f6ad366" providerId="LiveId" clId="{F36E82C0-65ED-4BE7-8730-0F102FB388DD}" dt="2026-06-11T12:39:44.120" v="1245" actId="1076"/>
          <ac:spMkLst>
            <pc:docMk/>
            <pc:sldMk cId="3526827779" sldId="1802"/>
            <ac:spMk id="3" creationId="{440A369C-DB87-79DF-6874-8C022F11D033}"/>
          </ac:spMkLst>
        </pc:spChg>
        <pc:spChg chg="add mod">
          <ac:chgData name="Michael Whitehouse" userId="0ecba9273f6ad366" providerId="LiveId" clId="{F36E82C0-65ED-4BE7-8730-0F102FB388DD}" dt="2026-06-09T17:45:51.889" v="841" actId="207"/>
          <ac:spMkLst>
            <pc:docMk/>
            <pc:sldMk cId="3526827779" sldId="1802"/>
            <ac:spMk id="4" creationId="{F43D844F-F9DA-5382-E9A4-E6711A239E43}"/>
          </ac:spMkLst>
        </pc:spChg>
        <pc:spChg chg="add mod">
          <ac:chgData name="Michael Whitehouse" userId="0ecba9273f6ad366" providerId="LiveId" clId="{F36E82C0-65ED-4BE7-8730-0F102FB388DD}" dt="2026-06-09T17:45:51.904" v="851" actId="207"/>
          <ac:spMkLst>
            <pc:docMk/>
            <pc:sldMk cId="3526827779" sldId="1802"/>
            <ac:spMk id="5" creationId="{F3B637A1-1290-E26E-3C8A-3D6B63FDE5E4}"/>
          </ac:spMkLst>
        </pc:spChg>
      </pc:sldChg>
      <pc:sldChg chg="addSp modSp add mod">
        <pc:chgData name="Michael Whitehouse" userId="0ecba9273f6ad366" providerId="LiveId" clId="{F36E82C0-65ED-4BE7-8730-0F102FB388DD}" dt="2026-06-11T12:39:49.565" v="1247" actId="14100"/>
        <pc:sldMkLst>
          <pc:docMk/>
          <pc:sldMk cId="4131049708" sldId="1803"/>
        </pc:sldMkLst>
        <pc:spChg chg="mod">
          <ac:chgData name="Michael Whitehouse" userId="0ecba9273f6ad366" providerId="LiveId" clId="{F36E82C0-65ED-4BE7-8730-0F102FB388DD}" dt="2026-06-09T17:45:51.913" v="855" actId="139"/>
          <ac:spMkLst>
            <pc:docMk/>
            <pc:sldMk cId="4131049708" sldId="1803"/>
            <ac:spMk id="2" creationId="{471E1298-6264-1351-26AC-C0B9EBA1239A}"/>
          </ac:spMkLst>
        </pc:spChg>
        <pc:spChg chg="add mod">
          <ac:chgData name="Michael Whitehouse" userId="0ecba9273f6ad366" providerId="LiveId" clId="{F36E82C0-65ED-4BE7-8730-0F102FB388DD}" dt="2026-06-11T12:39:49.565" v="1247" actId="14100"/>
          <ac:spMkLst>
            <pc:docMk/>
            <pc:sldMk cId="4131049708" sldId="1803"/>
            <ac:spMk id="3" creationId="{FEEB36A3-46F6-B90C-ECC7-BB21869824FF}"/>
          </ac:spMkLst>
        </pc:spChg>
        <pc:spChg chg="add mod">
          <ac:chgData name="Michael Whitehouse" userId="0ecba9273f6ad366" providerId="LiveId" clId="{F36E82C0-65ED-4BE7-8730-0F102FB388DD}" dt="2026-06-09T17:45:52.092" v="876" actId="207"/>
          <ac:spMkLst>
            <pc:docMk/>
            <pc:sldMk cId="4131049708" sldId="1803"/>
            <ac:spMk id="4" creationId="{3038F1F1-A015-874D-F5F5-9F16C24D2329}"/>
          </ac:spMkLst>
        </pc:spChg>
        <pc:spChg chg="add mod">
          <ac:chgData name="Michael Whitehouse" userId="0ecba9273f6ad366" providerId="LiveId" clId="{F36E82C0-65ED-4BE7-8730-0F102FB388DD}" dt="2026-06-09T17:45:52.105" v="886" actId="207"/>
          <ac:spMkLst>
            <pc:docMk/>
            <pc:sldMk cId="4131049708" sldId="1803"/>
            <ac:spMk id="5" creationId="{C05BEA32-07A4-7845-E7B0-1A7E7C3CFB8D}"/>
          </ac:spMkLst>
        </pc:spChg>
      </pc:sldChg>
      <pc:sldChg chg="addSp delSp modSp add mod">
        <pc:chgData name="Michael Whitehouse" userId="0ecba9273f6ad366" providerId="LiveId" clId="{F36E82C0-65ED-4BE7-8730-0F102FB388DD}" dt="2026-06-09T17:45:54.687" v="1077" actId="207"/>
        <pc:sldMkLst>
          <pc:docMk/>
          <pc:sldMk cId="3135544497" sldId="1804"/>
        </pc:sldMkLst>
        <pc:spChg chg="mod">
          <ac:chgData name="Michael Whitehouse" userId="0ecba9273f6ad366" providerId="LiveId" clId="{F36E82C0-65ED-4BE7-8730-0F102FB388DD}" dt="2026-06-09T17:45:52.117" v="890" actId="139"/>
          <ac:spMkLst>
            <pc:docMk/>
            <pc:sldMk cId="3135544497" sldId="1804"/>
            <ac:spMk id="2" creationId="{EAF0FA25-ECDE-16A3-C4DE-90F03F446418}"/>
          </ac:spMkLst>
        </pc:spChg>
        <pc:spChg chg="add mod">
          <ac:chgData name="Michael Whitehouse" userId="0ecba9273f6ad366" providerId="LiveId" clId="{F36E82C0-65ED-4BE7-8730-0F102FB388DD}" dt="2026-06-09T17:45:52.910" v="912" actId="208"/>
          <ac:spMkLst>
            <pc:docMk/>
            <pc:sldMk cId="3135544497" sldId="1804"/>
            <ac:spMk id="9" creationId="{46FE1497-FBC6-1415-8021-F5EB3631228D}"/>
          </ac:spMkLst>
        </pc:spChg>
        <pc:spChg chg="add mod">
          <ac:chgData name="Michael Whitehouse" userId="0ecba9273f6ad366" providerId="LiveId" clId="{F36E82C0-65ED-4BE7-8730-0F102FB388DD}" dt="2026-06-09T17:45:53.033" v="923" actId="139"/>
          <ac:spMkLst>
            <pc:docMk/>
            <pc:sldMk cId="3135544497" sldId="1804"/>
            <ac:spMk id="10" creationId="{80A18E0E-AC94-8477-26F1-F24271B3775E}"/>
          </ac:spMkLst>
        </pc:spChg>
        <pc:spChg chg="add mod">
          <ac:chgData name="Michael Whitehouse" userId="0ecba9273f6ad366" providerId="LiveId" clId="{F36E82C0-65ED-4BE7-8730-0F102FB388DD}" dt="2026-06-09T17:45:53.157" v="934" actId="139"/>
          <ac:spMkLst>
            <pc:docMk/>
            <pc:sldMk cId="3135544497" sldId="1804"/>
            <ac:spMk id="11" creationId="{0BC048CD-A621-8CE8-ACF8-DDF1B6145B2F}"/>
          </ac:spMkLst>
        </pc:spChg>
        <pc:spChg chg="add mod">
          <ac:chgData name="Michael Whitehouse" userId="0ecba9273f6ad366" providerId="LiveId" clId="{F36E82C0-65ED-4BE7-8730-0F102FB388DD}" dt="2026-06-09T17:45:53.276" v="943"/>
          <ac:spMkLst>
            <pc:docMk/>
            <pc:sldMk cId="3135544497" sldId="1804"/>
            <ac:spMk id="12" creationId="{A99F929C-761C-AB39-7D7B-262BEBBA2577}"/>
          </ac:spMkLst>
        </pc:spChg>
        <pc:spChg chg="add mod">
          <ac:chgData name="Michael Whitehouse" userId="0ecba9273f6ad366" providerId="LiveId" clId="{F36E82C0-65ED-4BE7-8730-0F102FB388DD}" dt="2026-06-09T17:45:53.406" v="953" actId="208"/>
          <ac:spMkLst>
            <pc:docMk/>
            <pc:sldMk cId="3135544497" sldId="1804"/>
            <ac:spMk id="13" creationId="{2B0FD3F7-D879-CB83-907D-1BF032BBDF65}"/>
          </ac:spMkLst>
        </pc:spChg>
        <pc:spChg chg="add mod">
          <ac:chgData name="Michael Whitehouse" userId="0ecba9273f6ad366" providerId="LiveId" clId="{F36E82C0-65ED-4BE7-8730-0F102FB388DD}" dt="2026-06-09T17:45:53.533" v="964" actId="139"/>
          <ac:spMkLst>
            <pc:docMk/>
            <pc:sldMk cId="3135544497" sldId="1804"/>
            <ac:spMk id="14" creationId="{2D71DA58-B6EB-A24E-2282-D8EFA2ECC04D}"/>
          </ac:spMkLst>
        </pc:spChg>
        <pc:spChg chg="add mod">
          <ac:chgData name="Michael Whitehouse" userId="0ecba9273f6ad366" providerId="LiveId" clId="{F36E82C0-65ED-4BE7-8730-0F102FB388DD}" dt="2026-06-09T17:45:53.660" v="975" actId="139"/>
          <ac:spMkLst>
            <pc:docMk/>
            <pc:sldMk cId="3135544497" sldId="1804"/>
            <ac:spMk id="15" creationId="{E60BEA2B-4044-FB07-F6D2-DBB9ED42C54F}"/>
          </ac:spMkLst>
        </pc:spChg>
        <pc:spChg chg="add mod">
          <ac:chgData name="Michael Whitehouse" userId="0ecba9273f6ad366" providerId="LiveId" clId="{F36E82C0-65ED-4BE7-8730-0F102FB388DD}" dt="2026-06-09T17:45:53.780" v="984"/>
          <ac:spMkLst>
            <pc:docMk/>
            <pc:sldMk cId="3135544497" sldId="1804"/>
            <ac:spMk id="16" creationId="{C0905AF6-A1AB-28BC-2D7C-4D8371FCEE9C}"/>
          </ac:spMkLst>
        </pc:spChg>
        <pc:spChg chg="add mod">
          <ac:chgData name="Michael Whitehouse" userId="0ecba9273f6ad366" providerId="LiveId" clId="{F36E82C0-65ED-4BE7-8730-0F102FB388DD}" dt="2026-06-09T17:45:53.908" v="994" actId="208"/>
          <ac:spMkLst>
            <pc:docMk/>
            <pc:sldMk cId="3135544497" sldId="1804"/>
            <ac:spMk id="17" creationId="{8738CAA4-E9B4-407E-1474-489A717A1F7A}"/>
          </ac:spMkLst>
        </pc:spChg>
        <pc:spChg chg="add mod">
          <ac:chgData name="Michael Whitehouse" userId="0ecba9273f6ad366" providerId="LiveId" clId="{F36E82C0-65ED-4BE7-8730-0F102FB388DD}" dt="2026-06-09T17:45:54.034" v="1005" actId="139"/>
          <ac:spMkLst>
            <pc:docMk/>
            <pc:sldMk cId="3135544497" sldId="1804"/>
            <ac:spMk id="18" creationId="{3C5976F5-4719-4428-331C-165EFAC3EDB2}"/>
          </ac:spMkLst>
        </pc:spChg>
        <pc:spChg chg="add mod">
          <ac:chgData name="Michael Whitehouse" userId="0ecba9273f6ad366" providerId="LiveId" clId="{F36E82C0-65ED-4BE7-8730-0F102FB388DD}" dt="2026-06-09T17:45:54.157" v="1016" actId="139"/>
          <ac:spMkLst>
            <pc:docMk/>
            <pc:sldMk cId="3135544497" sldId="1804"/>
            <ac:spMk id="19" creationId="{E6C3C14D-2B33-9F64-3B8E-01A328A5A77A}"/>
          </ac:spMkLst>
        </pc:spChg>
        <pc:spChg chg="add mod">
          <ac:chgData name="Michael Whitehouse" userId="0ecba9273f6ad366" providerId="LiveId" clId="{F36E82C0-65ED-4BE7-8730-0F102FB388DD}" dt="2026-06-09T17:45:54.276" v="1025"/>
          <ac:spMkLst>
            <pc:docMk/>
            <pc:sldMk cId="3135544497" sldId="1804"/>
            <ac:spMk id="20" creationId="{13723647-27E9-42D6-0BD1-CA29543AAABD}"/>
          </ac:spMkLst>
        </pc:spChg>
        <pc:spChg chg="add mod">
          <ac:chgData name="Michael Whitehouse" userId="0ecba9273f6ad366" providerId="LiveId" clId="{F36E82C0-65ED-4BE7-8730-0F102FB388DD}" dt="2026-06-09T17:45:54.405" v="1035" actId="208"/>
          <ac:spMkLst>
            <pc:docMk/>
            <pc:sldMk cId="3135544497" sldId="1804"/>
            <ac:spMk id="21" creationId="{26D16651-0F1F-300A-D931-6D64724EA2EE}"/>
          </ac:spMkLst>
        </pc:spChg>
        <pc:spChg chg="add mod">
          <ac:chgData name="Michael Whitehouse" userId="0ecba9273f6ad366" providerId="LiveId" clId="{F36E82C0-65ED-4BE7-8730-0F102FB388DD}" dt="2026-06-09T17:45:54.532" v="1046" actId="139"/>
          <ac:spMkLst>
            <pc:docMk/>
            <pc:sldMk cId="3135544497" sldId="1804"/>
            <ac:spMk id="22" creationId="{9AC8FC8A-5261-2FA9-508B-122074CB6CEE}"/>
          </ac:spMkLst>
        </pc:spChg>
        <pc:spChg chg="add mod">
          <ac:chgData name="Michael Whitehouse" userId="0ecba9273f6ad366" providerId="LiveId" clId="{F36E82C0-65ED-4BE7-8730-0F102FB388DD}" dt="2026-06-09T17:45:54.655" v="1057" actId="139"/>
          <ac:spMkLst>
            <pc:docMk/>
            <pc:sldMk cId="3135544497" sldId="1804"/>
            <ac:spMk id="23" creationId="{4BE576F0-30AD-4E0D-C751-6DE4129FC3B5}"/>
          </ac:spMkLst>
        </pc:spChg>
        <pc:spChg chg="add mod">
          <ac:chgData name="Michael Whitehouse" userId="0ecba9273f6ad366" providerId="LiveId" clId="{F36E82C0-65ED-4BE7-8730-0F102FB388DD}" dt="2026-06-09T17:45:54.672" v="1067" actId="207"/>
          <ac:spMkLst>
            <pc:docMk/>
            <pc:sldMk cId="3135544497" sldId="1804"/>
            <ac:spMk id="24" creationId="{96538E0E-49BA-E3FF-9AA9-360083A2F158}"/>
          </ac:spMkLst>
        </pc:spChg>
        <pc:spChg chg="add mod">
          <ac:chgData name="Michael Whitehouse" userId="0ecba9273f6ad366" providerId="LiveId" clId="{F36E82C0-65ED-4BE7-8730-0F102FB388DD}" dt="2026-06-09T17:45:54.687" v="1077" actId="207"/>
          <ac:spMkLst>
            <pc:docMk/>
            <pc:sldMk cId="3135544497" sldId="1804"/>
            <ac:spMk id="25" creationId="{4D6B6B64-7BFE-4420-CB91-D1202C372C81}"/>
          </ac:spMkLst>
        </pc:spChg>
      </pc:sldChg>
      <pc:sldChg chg="addSp delSp modSp add mod">
        <pc:chgData name="Michael Whitehouse" userId="0ecba9273f6ad366" providerId="LiveId" clId="{F36E82C0-65ED-4BE7-8730-0F102FB388DD}" dt="2026-06-11T12:39:56.695" v="1250" actId="1076"/>
        <pc:sldMkLst>
          <pc:docMk/>
          <pc:sldMk cId="3138699906" sldId="1805"/>
        </pc:sldMkLst>
        <pc:spChg chg="mod">
          <ac:chgData name="Michael Whitehouse" userId="0ecba9273f6ad366" providerId="LiveId" clId="{F36E82C0-65ED-4BE7-8730-0F102FB388DD}" dt="2026-06-09T17:45:54.698" v="1081" actId="139"/>
          <ac:spMkLst>
            <pc:docMk/>
            <pc:sldMk cId="3138699906" sldId="1805"/>
            <ac:spMk id="2" creationId="{E7EA59C1-4AF1-457B-8A9F-E6FE7B9A07A3}"/>
          </ac:spMkLst>
        </pc:spChg>
        <pc:spChg chg="add mod">
          <ac:chgData name="Michael Whitehouse" userId="0ecba9273f6ad366" providerId="LiveId" clId="{F36E82C0-65ED-4BE7-8730-0F102FB388DD}" dt="2026-06-11T12:39:56.695" v="1250" actId="1076"/>
          <ac:spMkLst>
            <pc:docMk/>
            <pc:sldMk cId="3138699906" sldId="1805"/>
            <ac:spMk id="3" creationId="{52AAA8C0-6371-8BC6-3ABC-2EE757B4EDED}"/>
          </ac:spMkLst>
        </pc:spChg>
        <pc:spChg chg="add del mod">
          <ac:chgData name="Michael Whitehouse" userId="0ecba9273f6ad366" providerId="LiveId" clId="{F36E82C0-65ED-4BE7-8730-0F102FB388DD}" dt="2026-06-11T12:39:53.359" v="1248" actId="478"/>
          <ac:spMkLst>
            <pc:docMk/>
            <pc:sldMk cId="3138699906" sldId="1805"/>
            <ac:spMk id="4" creationId="{43668790-1D14-B4FD-6037-8BE0A35E9D73}"/>
          </ac:spMkLst>
        </pc:spChg>
        <pc:spChg chg="add mod">
          <ac:chgData name="Michael Whitehouse" userId="0ecba9273f6ad366" providerId="LiveId" clId="{F36E82C0-65ED-4BE7-8730-0F102FB388DD}" dt="2026-06-09T17:45:55.376" v="1115" actId="207"/>
          <ac:spMkLst>
            <pc:docMk/>
            <pc:sldMk cId="3138699906" sldId="1805"/>
            <ac:spMk id="5" creationId="{53ECF82E-C1F0-5FAD-9373-D938C66C016F}"/>
          </ac:spMkLst>
        </pc:spChg>
        <pc:spChg chg="add mod">
          <ac:chgData name="Michael Whitehouse" userId="0ecba9273f6ad366" providerId="LiveId" clId="{F36E82C0-65ED-4BE7-8730-0F102FB388DD}" dt="2026-06-09T17:45:55.503" v="1127" actId="207"/>
          <ac:spMkLst>
            <pc:docMk/>
            <pc:sldMk cId="3138699906" sldId="1805"/>
            <ac:spMk id="6" creationId="{F136F375-63D9-3E5E-6187-E8B8D716FE7F}"/>
          </ac:spMkLst>
        </pc:spChg>
        <pc:spChg chg="add mod">
          <ac:chgData name="Michael Whitehouse" userId="0ecba9273f6ad366" providerId="LiveId" clId="{F36E82C0-65ED-4BE7-8730-0F102FB388DD}" dt="2026-06-09T17:45:55.619" v="1136"/>
          <ac:spMkLst>
            <pc:docMk/>
            <pc:sldMk cId="3138699906" sldId="1805"/>
            <ac:spMk id="7" creationId="{D948FA5B-1A2C-683A-45A5-7DD47BDFFF9D}"/>
          </ac:spMkLst>
        </pc:spChg>
        <pc:spChg chg="add mod">
          <ac:chgData name="Michael Whitehouse" userId="0ecba9273f6ad366" providerId="LiveId" clId="{F36E82C0-65ED-4BE7-8730-0F102FB388DD}" dt="2026-06-09T17:45:55.757" v="1148" actId="207"/>
          <ac:spMkLst>
            <pc:docMk/>
            <pc:sldMk cId="3138699906" sldId="1805"/>
            <ac:spMk id="8" creationId="{5288301C-A8B0-5A77-D68F-1430BA0829E1}"/>
          </ac:spMkLst>
        </pc:spChg>
        <pc:spChg chg="add mod">
          <ac:chgData name="Michael Whitehouse" userId="0ecba9273f6ad366" providerId="LiveId" clId="{F36E82C0-65ED-4BE7-8730-0F102FB388DD}" dt="2026-06-09T17:45:55.890" v="1167" actId="207"/>
          <ac:spMkLst>
            <pc:docMk/>
            <pc:sldMk cId="3138699906" sldId="1805"/>
            <ac:spMk id="10" creationId="{CF50A154-375B-1DAB-996F-3F8FDB2DF5BD}"/>
          </ac:spMkLst>
        </pc:spChg>
        <pc:spChg chg="add mod">
          <ac:chgData name="Michael Whitehouse" userId="0ecba9273f6ad366" providerId="LiveId" clId="{F36E82C0-65ED-4BE7-8730-0F102FB388DD}" dt="2026-06-09T17:45:55.905" v="1177" actId="207"/>
          <ac:spMkLst>
            <pc:docMk/>
            <pc:sldMk cId="3138699906" sldId="1805"/>
            <ac:spMk id="11" creationId="{D5ADC59F-7BDD-9CE2-F637-D5613D3A0764}"/>
          </ac:spMkLst>
        </pc:spChg>
        <pc:picChg chg="add del mod">
          <ac:chgData name="Michael Whitehouse" userId="0ecba9273f6ad366" providerId="LiveId" clId="{F36E82C0-65ED-4BE7-8730-0F102FB388DD}" dt="2026-06-11T12:39:53.773" v="1249" actId="478"/>
          <ac:picMkLst>
            <pc:docMk/>
            <pc:sldMk cId="3138699906" sldId="1805"/>
            <ac:picMk id="9" creationId="{8D9D635A-1F2F-CD93-95B6-1B440780B154}"/>
          </ac:picMkLst>
        </pc:picChg>
      </pc:sldChg>
      <pc:sldMasterChg chg="delSp mod">
        <pc:chgData name="Michael Whitehouse" userId="0ecba9273f6ad366" providerId="LiveId" clId="{F36E82C0-65ED-4BE7-8730-0F102FB388DD}" dt="2026-06-09T17:45:44.665" v="4"/>
        <pc:sldMasterMkLst>
          <pc:docMk/>
          <pc:sldMasterMk cId="1293658373" sldId="2147483826"/>
        </pc:sldMasterMkLst>
      </pc:sldMasterChg>
      <pc:sldMasterChg chg="delSp mod">
        <pc:chgData name="Michael Whitehouse" userId="0ecba9273f6ad366" providerId="LiveId" clId="{F36E82C0-65ED-4BE7-8730-0F102FB388DD}" dt="2026-06-09T17:45:44.676" v="6"/>
        <pc:sldMasterMkLst>
          <pc:docMk/>
          <pc:sldMasterMk cId="2304912152" sldId="2147483932"/>
        </pc:sldMasterMkLst>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564141A-FF1C-8350-CCCC-71ED85846CFB}"/>
              </a:ext>
            </a:extLst>
          </p:cNvPr>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C3CE8077-3245-9F02-161E-E97619BC8D9E}"/>
              </a:ext>
            </a:extLst>
          </p:cNvPr>
          <p:cNvSpPr>
            <a:spLocks noGrp="1"/>
          </p:cNvSpPr>
          <p:nvPr>
            <p:ph type="dt" sz="quarter" idx="1"/>
          </p:nvPr>
        </p:nvSpPr>
        <p:spPr>
          <a:xfrm>
            <a:off x="2913063" y="0"/>
            <a:ext cx="2228850" cy="458788"/>
          </a:xfrm>
          <a:prstGeom prst="rect">
            <a:avLst/>
          </a:prstGeom>
        </p:spPr>
        <p:txBody>
          <a:bodyPr vert="horz" lIns="91440" tIns="45720" rIns="91440" bIns="45720" rtlCol="0"/>
          <a:lstStyle>
            <a:lvl1pPr algn="r">
              <a:defRPr sz="1200"/>
            </a:lvl1pPr>
          </a:lstStyle>
          <a:p>
            <a:fld id="{30F8846B-86ED-4B88-AEDB-E21F174C60C0}" type="datetimeFigureOut">
              <a:rPr lang="en-GB" smtClean="0"/>
              <a:t>11/06/2026</a:t>
            </a:fld>
            <a:endParaRPr lang="en-GB"/>
          </a:p>
        </p:txBody>
      </p:sp>
      <p:sp>
        <p:nvSpPr>
          <p:cNvPr id="4" name="Footer Placeholder 3">
            <a:extLst>
              <a:ext uri="{FF2B5EF4-FFF2-40B4-BE49-F238E27FC236}">
                <a16:creationId xmlns:a16="http://schemas.microsoft.com/office/drawing/2014/main" id="{369F9FD7-7DBD-8B30-7E54-08E264015980}"/>
              </a:ext>
            </a:extLst>
          </p:cNvPr>
          <p:cNvSpPr>
            <a:spLocks noGrp="1"/>
          </p:cNvSpPr>
          <p:nvPr>
            <p:ph type="ftr" sz="quarter" idx="2"/>
          </p:nvPr>
        </p:nvSpPr>
        <p:spPr>
          <a:xfrm>
            <a:off x="0" y="8685213"/>
            <a:ext cx="222885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517EE4F1-E739-CA9F-956E-7E9E042707FA}"/>
              </a:ext>
            </a:extLst>
          </p:cNvPr>
          <p:cNvSpPr>
            <a:spLocks noGrp="1"/>
          </p:cNvSpPr>
          <p:nvPr>
            <p:ph type="sldNum" sz="quarter" idx="3"/>
          </p:nvPr>
        </p:nvSpPr>
        <p:spPr>
          <a:xfrm>
            <a:off x="2913063" y="8685213"/>
            <a:ext cx="2228850" cy="458787"/>
          </a:xfrm>
          <a:prstGeom prst="rect">
            <a:avLst/>
          </a:prstGeom>
        </p:spPr>
        <p:txBody>
          <a:bodyPr vert="horz" lIns="91440" tIns="45720" rIns="91440" bIns="45720" rtlCol="0" anchor="b"/>
          <a:lstStyle>
            <a:lvl1pPr algn="r">
              <a:defRPr sz="1200"/>
            </a:lvl1pPr>
          </a:lstStyle>
          <a:p>
            <a:fld id="{EA4A84D0-9593-4839-AFD5-5A931E6139C5}" type="slidenum">
              <a:rPr lang="en-GB" smtClean="0"/>
              <a:t>‹#›</a:t>
            </a:fld>
            <a:endParaRPr lang="en-GB"/>
          </a:p>
        </p:txBody>
      </p:sp>
    </p:spTree>
    <p:extLst>
      <p:ext uri="{BB962C8B-B14F-4D97-AF65-F5344CB8AC3E}">
        <p14:creationId xmlns:p14="http://schemas.microsoft.com/office/powerpoint/2010/main" val="23226771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881269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tx2"/>
                </a:solidFill>
              </a:defRPr>
            </a:lvl1pPr>
          </a:lstStyle>
          <a:p>
            <a:r>
              <a:rPr lang="en-US">
                <a:solidFill>
                  <a:schemeClr val="tx1"/>
                </a:solidFill>
              </a:rPr>
              <a:t>Microsoft Security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5394405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bg1"/>
                </a:solidFill>
              </a:defRPr>
            </a:lvl1pPr>
          </a:lstStyle>
          <a:p>
            <a:r>
              <a:rPr lang="en-US"/>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chemeClr val="bg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spTree>
    <p:extLst>
      <p:ext uri="{BB962C8B-B14F-4D97-AF65-F5344CB8AC3E}">
        <p14:creationId xmlns:p14="http://schemas.microsoft.com/office/powerpoint/2010/main" val="194532352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p:nvSpPr>
        <p:spPr>
          <a:xfrm>
            <a:off x="3318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endParaRPr lang="en-US" sz="662" dirty="0"/>
          </a:p>
        </p:txBody>
      </p:sp>
      <p:pic>
        <p:nvPicPr>
          <p:cNvPr id="4" name="Picture 3">
            <a:extLst>
              <a:ext uri="{FF2B5EF4-FFF2-40B4-BE49-F238E27FC236}">
                <a16:creationId xmlns:a16="http://schemas.microsoft.com/office/drawing/2014/main" id="{C4B6689F-D3DF-4DE9-BFA0-0A8E724877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3213" y="0"/>
            <a:ext cx="4480343" cy="5143500"/>
          </a:xfrm>
          <a:prstGeom prst="rect">
            <a:avLst/>
          </a:prstGeom>
        </p:spPr>
      </p:pic>
    </p:spTree>
    <p:extLst>
      <p:ext uri="{BB962C8B-B14F-4D97-AF65-F5344CB8AC3E}">
        <p14:creationId xmlns:p14="http://schemas.microsoft.com/office/powerpoint/2010/main" val="515383576"/>
      </p:ext>
    </p:extLst>
  </p:cSld>
  <p:clrMapOvr>
    <a:masterClrMapping/>
  </p:clrMapOvr>
  <p:transition>
    <p:fade/>
  </p:transition>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p:nvSpPr>
        <p:spPr bwMode="auto">
          <a:xfrm>
            <a:off x="4787353" y="442062"/>
            <a:ext cx="4253984" cy="4259376"/>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grpSp>
        <p:nvGrpSpPr>
          <p:cNvPr id="37" name="Group 36">
            <a:extLst>
              <a:ext uri="{FF2B5EF4-FFF2-40B4-BE49-F238E27FC236}">
                <a16:creationId xmlns:a16="http://schemas.microsoft.com/office/drawing/2014/main" id="{695F69F3-6C65-4C67-BE9F-99EE13ECA942}"/>
              </a:ext>
            </a:extLst>
          </p:cNvPr>
          <p:cNvGrpSpPr/>
          <p:nvPr/>
        </p:nvGrpSpPr>
        <p:grpSpPr>
          <a:xfrm>
            <a:off x="4950710" y="644833"/>
            <a:ext cx="3861441" cy="3853835"/>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2627414091"/>
      </p:ext>
    </p:extLst>
  </p:cSld>
  <p:clrMapOvr>
    <a:masterClrMapping/>
  </p:clrMapOvr>
  <p:transition>
    <p:fade/>
  </p:transition>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72" name="Rectangle 71">
            <a:extLst>
              <a:ext uri="{FF2B5EF4-FFF2-40B4-BE49-F238E27FC236}">
                <a16:creationId xmlns:a16="http://schemas.microsoft.com/office/drawing/2014/main" id="{5E3B1CB1-53A4-41B0-A2BE-8C0CF51F9838}"/>
              </a:ext>
            </a:extLst>
          </p:cNvPr>
          <p:cNvSpPr/>
          <p:nvPr/>
        </p:nvSpPr>
        <p:spPr bwMode="auto">
          <a:xfrm>
            <a:off x="4672381" y="0"/>
            <a:ext cx="4471619" cy="51435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4583927" y="0"/>
            <a:ext cx="4560074" cy="51435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p:nvGrpSpPr>
        <p:grpSpPr>
          <a:xfrm>
            <a:off x="4950710" y="644833"/>
            <a:ext cx="3861441" cy="3853835"/>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Tree>
    <p:extLst>
      <p:ext uri="{BB962C8B-B14F-4D97-AF65-F5344CB8AC3E}">
        <p14:creationId xmlns:p14="http://schemas.microsoft.com/office/powerpoint/2010/main" val="1507039221"/>
      </p:ext>
    </p:extLst>
  </p:cSld>
  <p:clrMapOvr>
    <a:masterClrMapping/>
  </p:clrMapOvr>
  <p:transition>
    <p:fade/>
  </p:transition>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226133244"/>
      </p:ext>
    </p:extLst>
  </p:cSld>
  <p:clrMapOvr>
    <a:masterClrMapping/>
  </p:clrMapOvr>
  <p:transition>
    <p:fade/>
  </p:transition>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313982" y="330371"/>
            <a:ext cx="8505951" cy="48213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324067" y="812501"/>
            <a:ext cx="8505951" cy="318677"/>
          </a:xfrm>
        </p:spPr>
        <p:txBody>
          <a:bodyPr tIns="45720" rIns="0" bIns="45720"/>
          <a:lstStyle>
            <a:lvl1pPr>
              <a:defRPr sz="1471">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99234880"/>
      </p:ext>
    </p:extLst>
  </p:cSld>
  <p:clrMapOvr>
    <a:masterClrMapping/>
  </p:clrMapOvr>
  <p:transition>
    <p:fade/>
  </p:transition>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759328091"/>
      </p:ext>
    </p:extLst>
  </p:cSld>
  <p:clrMapOvr>
    <a:masterClrMapping/>
  </p:clrMapOvr>
  <p:transition>
    <p:fade/>
  </p:transition>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p:nvSpPr>
        <p:spPr bwMode="auto">
          <a:xfrm>
            <a:off x="0" y="4252913"/>
            <a:ext cx="9144000" cy="56021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313982" y="4327516"/>
            <a:ext cx="8505951" cy="411010"/>
          </a:xfrm>
        </p:spPr>
        <p:txBody>
          <a:bodyPr anchor="ctr"/>
          <a:lstStyle>
            <a:lvl1pPr>
              <a:defRPr sz="1471"/>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724771399"/>
      </p:ext>
    </p:extLst>
  </p:cSld>
  <p:clrMapOvr>
    <a:masterClrMapping/>
  </p:clrMapOvr>
  <p:transition>
    <p:fade/>
  </p:transition>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4672012" y="1092672"/>
            <a:ext cx="4157663"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1EECB910-8937-4CC4-AEC5-2DD554C2D63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782873102"/>
      </p:ext>
    </p:extLst>
  </p:cSld>
  <p:clrMapOvr>
    <a:masterClrMapping/>
  </p:clrMapOvr>
  <p:transition>
    <p:fade/>
  </p:transition>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4566958" y="1208438"/>
            <a:ext cx="0" cy="169093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7516BD94-AE1C-455F-8D7D-7082BB27F029}"/>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838081337"/>
      </p:ext>
    </p:extLst>
  </p:cSld>
  <p:clrMapOvr>
    <a:masterClrMapping/>
  </p:clrMapOvr>
  <p:transition>
    <p:fade/>
  </p:transition>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4566957" y="1208438"/>
            <a:ext cx="0" cy="342241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87A06669-B2CF-43F2-99B5-001A005A3AA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91957593"/>
      </p:ext>
    </p:extLst>
  </p:cSld>
  <p:clrMapOvr>
    <a:masterClrMapping/>
  </p:clrMapOvr>
  <p:transition>
    <p:fade/>
  </p:transition>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672013" y="1092672"/>
            <a:ext cx="4148683"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911247049"/>
      </p:ext>
    </p:extLst>
  </p:cSld>
  <p:clrMapOvr>
    <a:masterClrMapping/>
  </p:clrMapOvr>
  <p:transition>
    <p:fade/>
  </p:transition>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3 rows</a:t>
            </a:r>
          </a:p>
        </p:txBody>
      </p:sp>
      <p:sp>
        <p:nvSpPr>
          <p:cNvPr id="5" name="Text Placeholder 4"/>
          <p:cNvSpPr>
            <a:spLocks noGrp="1"/>
          </p:cNvSpPr>
          <p:nvPr>
            <p:ph type="body" sz="quarter" idx="11" hasCustomPrompt="1"/>
          </p:nvPr>
        </p:nvSpPr>
        <p:spPr>
          <a:xfrm>
            <a:off x="3058716" y="1019176"/>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2112589"/>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3058716" y="3206001"/>
            <a:ext cx="5771303" cy="918325"/>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738543642"/>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3058716" y="739278"/>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754559"/>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276983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78511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131195428"/>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058716" y="518344"/>
            <a:ext cx="5771303" cy="616984"/>
          </a:xfrm>
        </p:spPr>
        <p:txBody>
          <a:bodyPr vert="horz" wrap="square" lIns="0" tIns="0" rIns="0" bIns="0" rtlCol="0" anchor="ctr">
            <a:noAutofit/>
          </a:bodyPr>
          <a:lstStyle>
            <a:lvl2pPr>
              <a:defRPr lang="en-US" sz="1324"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214950"/>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1911556"/>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3058716" y="2608162"/>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304768"/>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6" y="4001376"/>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659973410"/>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3058717" y="349761"/>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3058717" y="912198"/>
            <a:ext cx="5771302" cy="506917"/>
          </a:xfrm>
        </p:spPr>
        <p:txBody>
          <a:bodyPr vert="horz" wrap="square" lIns="0" tIns="0" rIns="0" bIns="0" rtlCol="0" anchor="ctr">
            <a:noAutofit/>
          </a:bodyPr>
          <a:lstStyle>
            <a:lvl2pPr>
              <a:defRPr lang="en-US" sz="1177"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3058717" y="1474635"/>
            <a:ext cx="5771302" cy="506917"/>
          </a:xfrm>
        </p:spPr>
        <p:txBody>
          <a:bodyPr vert="horz" wrap="square" lIns="0" tIns="0" rIns="0" bIns="0" rtlCol="0" anchor="ctr">
            <a:noAutofit/>
          </a:bodyPr>
          <a:lstStyle>
            <a:lvl2pPr>
              <a:defRPr lang="en-US" sz="1177"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3058717" y="2037072"/>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3058717" y="2599509"/>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7" y="3161946"/>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058717" y="372438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3058717" y="428682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205525644"/>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1" y="0"/>
            <a:ext cx="1783556"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rIns="0"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2714625" y="349761"/>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2714625" y="981459"/>
            <a:ext cx="2497931"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2714625" y="1613157"/>
            <a:ext cx="2497931"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2714625" y="2244855"/>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2714625" y="2876554"/>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2714625" y="3508251"/>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2714625" y="4139948"/>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6248401" y="349761"/>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6248401" y="981459"/>
            <a:ext cx="2581618"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6248401" y="1613157"/>
            <a:ext cx="2581618"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6248401" y="2244855"/>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6248401" y="2876554"/>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6248401" y="3508251"/>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6248401" y="4139948"/>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9F52899F-4DD5-4919-A5F9-0A5E692D453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706489137"/>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p:nvSpPr>
        <p:spPr bwMode="auto">
          <a:xfrm>
            <a:off x="351100"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444570"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5" name="Text Placeholder 4"/>
          <p:cNvSpPr>
            <a:spLocks noGrp="1"/>
          </p:cNvSpPr>
          <p:nvPr>
            <p:ph type="body" sz="quarter" idx="11" hasCustomPrompt="1"/>
          </p:nvPr>
        </p:nvSpPr>
        <p:spPr>
          <a:xfrm>
            <a:off x="313984" y="3531162"/>
            <a:ext cx="2739698"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313984" y="3761122"/>
            <a:ext cx="2739698"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p:nvSpPr>
        <p:spPr bwMode="auto">
          <a:xfrm>
            <a:off x="3231682"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3325152"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3220478"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3220478"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p:nvSpPr>
        <p:spPr bwMode="auto">
          <a:xfrm>
            <a:off x="6119266"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6212737"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10" name="Text Placeholder 4"/>
          <p:cNvSpPr>
            <a:spLocks noGrp="1"/>
          </p:cNvSpPr>
          <p:nvPr>
            <p:ph type="body" sz="quarter" idx="13" hasCustomPrompt="1"/>
          </p:nvPr>
        </p:nvSpPr>
        <p:spPr>
          <a:xfrm>
            <a:off x="6108063"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6108063"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D26B0962-7685-4EBF-B99E-792210E7163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214997565"/>
      </p:ext>
    </p:extLst>
  </p:cSld>
  <p:clrMapOvr>
    <a:masterClrMapping/>
  </p:clrMapOvr>
  <p:transition>
    <p:fade/>
  </p:transition>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p:nvSpPr>
        <p:spPr bwMode="auto">
          <a:xfrm>
            <a:off x="1" y="1894985"/>
            <a:ext cx="7273265" cy="133803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313983" y="1894985"/>
            <a:ext cx="6892433" cy="1338036"/>
          </a:xfrm>
          <a:prstGeom prst="rect">
            <a:avLst/>
          </a:prstGeom>
          <a:noFill/>
        </p:spPr>
        <p:txBody>
          <a:bodyPr vert="horz" wrap="square" lIns="0" tIns="0" rIns="0" bIns="0" rtlCol="0" anchor="ctr" anchorCtr="0">
            <a:noAutofit/>
          </a:bodyPr>
          <a:lstStyle>
            <a:lvl1pPr>
              <a:defRPr lang="en-US" sz="2647" spc="-36" baseline="0" dirty="0">
                <a:solidFill>
                  <a:schemeClr val="bg1"/>
                </a:solidFill>
              </a:defRPr>
            </a:lvl1pPr>
          </a:lstStyle>
          <a:p>
            <a:pPr marL="0" lvl="0">
              <a:lnSpc>
                <a:spcPts val="4037"/>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p:nvSpPr>
        <p:spPr bwMode="auto">
          <a:xfrm>
            <a:off x="7273266" y="1894985"/>
            <a:ext cx="1561952" cy="1338036"/>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p:nvSpPr>
        <p:spPr bwMode="auto">
          <a:xfrm>
            <a:off x="8677112"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p:nvSpPr>
        <p:spPr bwMode="auto">
          <a:xfrm flipH="1">
            <a:off x="7273264"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7573771" y="2083464"/>
            <a:ext cx="960941" cy="961077"/>
          </a:xfrm>
        </p:spPr>
        <p:txBody>
          <a:bodyPr anchor="ctr">
            <a:noAutofit/>
          </a:bodyPr>
          <a:lstStyle>
            <a:lvl1pPr algn="ctr">
              <a:defRPr/>
            </a:lvl1pPr>
          </a:lstStyle>
          <a:p>
            <a:r>
              <a:rPr lang="en-US"/>
              <a:t>Click icon to add picture</a:t>
            </a:r>
            <a:endParaRPr lang="en-US" dirty="0"/>
          </a:p>
        </p:txBody>
      </p:sp>
      <p:sp>
        <p:nvSpPr>
          <p:cNvPr id="3" name="Footer Placeholder 1">
            <a:extLst>
              <a:ext uri="{FF2B5EF4-FFF2-40B4-BE49-F238E27FC236}">
                <a16:creationId xmlns:a16="http://schemas.microsoft.com/office/drawing/2014/main" id="{C6B75234-9944-48A2-8A21-99500C7BBB40}"/>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224049338"/>
      </p:ext>
    </p:extLst>
  </p:cSld>
  <p:clrMapOvr>
    <a:masterClrMapping/>
  </p:clrMapOvr>
  <p:transition>
    <p:fade/>
  </p:transition>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3"/>
            <a:ext cx="4184483" cy="218008"/>
          </a:xfrm>
          <a:prstGeom prst="rect">
            <a:avLst/>
          </a:prstGeom>
        </p:spPr>
        <p:txBody>
          <a:bodyPr wrap="square" lIns="0" tIns="0" rIns="0" bIns="0">
            <a:spAutoFit/>
          </a:bodyPr>
          <a:lstStyle>
            <a:lvl1pPr marL="0" indent="0">
              <a:lnSpc>
                <a:spcPts val="1730"/>
              </a:lnSpc>
              <a:buNone/>
              <a:defRPr lang="en-US" sz="1471"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313984" y="1621222"/>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855576"/>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313984" y="2721659"/>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946759"/>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C3405CC5-9896-4E3A-9373-436306F5BF12}"/>
              </a:ext>
            </a:extLst>
          </p:cNvPr>
          <p:cNvSpPr txBox="1">
            <a:spLocks/>
          </p:cNvSpPr>
          <p:nvPr/>
        </p:nvSpPr>
        <p:spPr>
          <a:xfrm>
            <a:off x="313983"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endParaRPr lang="en-US" sz="662" dirty="0"/>
          </a:p>
        </p:txBody>
      </p:sp>
    </p:spTree>
    <p:extLst>
      <p:ext uri="{BB962C8B-B14F-4D97-AF65-F5344CB8AC3E}">
        <p14:creationId xmlns:p14="http://schemas.microsoft.com/office/powerpoint/2010/main" val="1673999821"/>
      </p:ext>
    </p:extLst>
  </p:cSld>
  <p:clrMapOvr>
    <a:masterClrMapping/>
  </p:clrMapOvr>
  <p:transition>
    <p:fade/>
  </p:transition>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2"/>
            <a:ext cx="4184483" cy="276999"/>
          </a:xfrm>
          <a:prstGeom prst="rect">
            <a:avLst/>
          </a:prstGeom>
        </p:spPr>
        <p:txBody>
          <a:bodyPr wrap="square" lIns="0" tIns="0" rIns="0" bIns="0" anchor="t">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701710"/>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313983" y="2301033"/>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46177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313983" y="306109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313983" y="3221842"/>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313983" y="3821165"/>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313983" y="398190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Footer Placeholder 1">
            <a:extLst>
              <a:ext uri="{FF2B5EF4-FFF2-40B4-BE49-F238E27FC236}">
                <a16:creationId xmlns:a16="http://schemas.microsoft.com/office/drawing/2014/main" id="{B3B62F3E-D0DF-4A13-A005-3CCFDD6DFC1A}"/>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681177560"/>
      </p:ext>
    </p:extLst>
  </p:cSld>
  <p:clrMapOvr>
    <a:masterClrMapping/>
  </p:clrMapOvr>
  <p:transition>
    <p:fade/>
  </p:transition>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282120"/>
            <a:ext cx="4184483" cy="276999"/>
          </a:xfrm>
          <a:prstGeom prst="rect">
            <a:avLst/>
          </a:prstGeom>
        </p:spPr>
        <p:txBody>
          <a:bodyPr wrap="square" lIns="0" tIns="0" rIns="0" bIns="0" anchor="b">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066800" y="1700490"/>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1066800" y="2299812"/>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066800" y="246055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1066800" y="3059879"/>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066800" y="3220621"/>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1066800" y="3819945"/>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066800" y="398068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p:nvSpPr>
        <p:spPr>
          <a:xfrm>
            <a:off x="313983"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endParaRPr lang="en-US" sz="662" dirty="0"/>
          </a:p>
        </p:txBody>
      </p:sp>
    </p:spTree>
    <p:extLst>
      <p:ext uri="{BB962C8B-B14F-4D97-AF65-F5344CB8AC3E}">
        <p14:creationId xmlns:p14="http://schemas.microsoft.com/office/powerpoint/2010/main" val="3870795461"/>
      </p:ext>
    </p:extLst>
  </p:cSld>
  <p:clrMapOvr>
    <a:masterClrMapping/>
  </p:clrMapOvr>
  <p:transition>
    <p:fade/>
  </p:transition>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8516034"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p:nvCxnSpPr>
        <p:spPr>
          <a:xfrm>
            <a:off x="313983" y="1995036"/>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p:nvCxnSpPr>
        <p:spPr>
          <a:xfrm>
            <a:off x="313983" y="295284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p:nvCxnSpPr>
        <p:spPr>
          <a:xfrm>
            <a:off x="313983" y="3910660"/>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 name="Footer Placeholder 1">
            <a:extLst>
              <a:ext uri="{FF2B5EF4-FFF2-40B4-BE49-F238E27FC236}">
                <a16:creationId xmlns:a16="http://schemas.microsoft.com/office/drawing/2014/main" id="{B394CE8A-C8F7-40DD-84CF-FE592D7BC2D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503180639"/>
      </p:ext>
    </p:extLst>
  </p:cSld>
  <p:clrMapOvr>
    <a:masterClrMapping/>
  </p:clrMapOvr>
  <p:transition>
    <p:fade/>
  </p:transition>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2" y="330371"/>
            <a:ext cx="8516036"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tIns="9144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BDD9959D-3459-4484-BDE0-9F4EABE5443B}"/>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08528645"/>
      </p:ext>
    </p:extLst>
  </p:cSld>
  <p:clrMapOvr>
    <a:masterClrMapping/>
  </p:clrMapOvr>
  <p:transition>
    <p:fade/>
  </p:transition>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313982" y="330371"/>
            <a:ext cx="8505951" cy="546336"/>
          </a:xfrm>
        </p:spPr>
        <p:txBody>
          <a:bodyPr/>
          <a:lstStyle/>
          <a:p>
            <a:r>
              <a:rPr lang="en-US"/>
              <a:t>Click to edit Master title style</a:t>
            </a:r>
          </a:p>
        </p:txBody>
      </p:sp>
      <p:sp>
        <p:nvSpPr>
          <p:cNvPr id="4" name="Text Placeholder 3"/>
          <p:cNvSpPr>
            <a:spLocks noGrp="1"/>
          </p:cNvSpPr>
          <p:nvPr>
            <p:ph type="body" sz="quarter" idx="10" hasCustomPrompt="1"/>
          </p:nvPr>
        </p:nvSpPr>
        <p:spPr>
          <a:xfrm>
            <a:off x="313984" y="1092674"/>
            <a:ext cx="4056089" cy="436017"/>
          </a:xfrm>
          <a:prstGeom prst="rect">
            <a:avLst/>
          </a:prstGeom>
        </p:spPr>
        <p:txBody>
          <a:bodyPr wrap="square" lIns="0" tIns="0" rIns="0" bIns="0">
            <a:spAutoFit/>
          </a:bodyPr>
          <a:lstStyle>
            <a:lvl1pPr marL="0" indent="0">
              <a:lnSpc>
                <a:spcPts val="1730"/>
              </a:lnSpc>
              <a:buNone/>
              <a:defRPr sz="1765" b="0" i="0" spc="0">
                <a:solidFill>
                  <a:schemeClr val="tx1"/>
                </a:solidFill>
                <a:latin typeface="+mj-lt"/>
              </a:defRPr>
            </a:lvl1pPr>
            <a:lvl2pPr marL="164801" indent="0">
              <a:buNone/>
              <a:defRPr/>
            </a:lvl2pPr>
            <a:lvl3pPr marL="329601" indent="0">
              <a:buNone/>
              <a:defRPr/>
            </a:lvl3pPr>
            <a:lvl4pPr marL="494402" indent="0">
              <a:buNone/>
              <a:defRPr/>
            </a:lvl4pPr>
            <a:lvl5pPr marL="659202" indent="0">
              <a:buNone/>
              <a:defRPr/>
            </a:lvl5pPr>
          </a:lstStyle>
          <a:p>
            <a:pPr lvl="0"/>
            <a:r>
              <a:rPr lang="pt-BR" err="1"/>
              <a:t>Large</a:t>
            </a:r>
            <a:r>
              <a:rPr lang="pt-BR"/>
              <a:t> </a:t>
            </a:r>
            <a:r>
              <a:rPr lang="pt-BR" err="1"/>
              <a:t>subhead</a:t>
            </a:r>
            <a:r>
              <a:rPr lang="pt-BR"/>
              <a:t> Segoe UI </a:t>
            </a:r>
            <a:r>
              <a:rPr lang="pt-BR" err="1"/>
              <a:t>Semibold</a:t>
            </a:r>
            <a:r>
              <a:rPr lang="pt-BR"/>
              <a:t> Regular 20/24</a:t>
            </a:r>
            <a:endParaRPr lang="en-US"/>
          </a:p>
        </p:txBody>
      </p:sp>
      <p:sp>
        <p:nvSpPr>
          <p:cNvPr id="5" name="Text Placeholder 4"/>
          <p:cNvSpPr>
            <a:spLocks noGrp="1"/>
          </p:cNvSpPr>
          <p:nvPr>
            <p:ph type="body" sz="quarter" idx="11" hasCustomPrompt="1"/>
          </p:nvPr>
        </p:nvSpPr>
        <p:spPr>
          <a:xfrm>
            <a:off x="313982" y="1619165"/>
            <a:ext cx="4056089" cy="1754326"/>
          </a:xfrm>
          <a:prstGeom prst="rect">
            <a:avLst/>
          </a:prstGeom>
        </p:spPr>
        <p:txBody>
          <a:bodyPr lIns="0" tIns="45720" rIns="0" bIns="45720"/>
          <a:lstStyle>
            <a:lvl1pPr marL="0" indent="0">
              <a:lnSpc>
                <a:spcPct val="100000"/>
              </a:lnSpc>
              <a:spcBef>
                <a:spcPts val="0"/>
              </a:spcBef>
              <a:spcAft>
                <a:spcPts val="882"/>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2610"/>
          <a:stretch/>
        </p:blipFill>
        <p:spPr>
          <a:xfrm>
            <a:off x="3333582" y="111079"/>
            <a:ext cx="5810420" cy="4703810"/>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4768470" y="960460"/>
            <a:ext cx="4375531" cy="3239495"/>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932965831"/>
      </p:ext>
    </p:extLst>
  </p:cSld>
  <p:clrMapOvr>
    <a:masterClrMapping/>
  </p:clrMapOvr>
  <p:transition>
    <p:fade/>
  </p:transition>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1563"/>
          <a:stretch/>
        </p:blipFill>
        <p:spPr>
          <a:xfrm>
            <a:off x="250835" y="439923"/>
            <a:ext cx="8152448" cy="4703577"/>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1699472" y="1277120"/>
            <a:ext cx="5745057" cy="3233658"/>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801933501"/>
      </p:ext>
    </p:extLst>
  </p:cSld>
  <p:clrMapOvr>
    <a:masterClrMapping/>
  </p:clrMapOvr>
  <p:transition>
    <p:fade/>
  </p:transition>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341998" y="1463085"/>
            <a:ext cx="2713783"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4199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341995" y="4460535"/>
            <a:ext cx="2713786" cy="230833"/>
          </a:xfrm>
          <a:prstGeom prst="rect">
            <a:avLst/>
          </a:prstGeom>
        </p:spPr>
        <p:txBody>
          <a:bodyPr lIns="0" tIns="0" rIns="0" bIns="0"/>
          <a:lstStyle>
            <a:lvl1pPr marL="0" indent="0">
              <a:lnSpc>
                <a:spcPct val="100000"/>
              </a:lnSpc>
              <a:spcBef>
                <a:spcPts val="649"/>
              </a:spcBef>
              <a:buFont typeface="Arial" panose="020B0604020202020204" pitchFamily="34" charset="0"/>
              <a:buNone/>
              <a:defRPr sz="735"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3227365" y="1463085"/>
            <a:ext cx="2705615"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3553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3227365"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6104560" y="1463085"/>
            <a:ext cx="2717288"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04561"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3" name="Footer Placeholder 1">
            <a:extLst>
              <a:ext uri="{FF2B5EF4-FFF2-40B4-BE49-F238E27FC236}">
                <a16:creationId xmlns:a16="http://schemas.microsoft.com/office/drawing/2014/main" id="{FA5328AC-6A58-453B-9802-C4F04C29295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1085730403"/>
      </p:ext>
    </p:extLst>
  </p:cSld>
  <p:clrMapOvr>
    <a:masterClrMapping/>
  </p:clrMapOvr>
  <p:transition>
    <p:fade/>
  </p:transition>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313983" y="2724922"/>
            <a:ext cx="8507865" cy="456279"/>
          </a:xfrm>
          <a:prstGeom prst="rect">
            <a:avLst/>
          </a:prstGeom>
        </p:spPr>
        <p:txBody>
          <a:bodyPr anchor="ctr" anchorCtr="0"/>
          <a:lstStyle>
            <a:lvl1pPr algn="ctr">
              <a:defRPr sz="1765"/>
            </a:lvl1pPr>
          </a:lstStyle>
          <a:p>
            <a:r>
              <a:rPr lang="en-US"/>
              <a:t>Click icon to add table</a:t>
            </a:r>
            <a:endParaRPr lang="en-US" dirty="0"/>
          </a:p>
        </p:txBody>
      </p:sp>
      <p:sp>
        <p:nvSpPr>
          <p:cNvPr id="2" name="Footer Placeholder 1">
            <a:extLst>
              <a:ext uri="{FF2B5EF4-FFF2-40B4-BE49-F238E27FC236}">
                <a16:creationId xmlns:a16="http://schemas.microsoft.com/office/drawing/2014/main" id="{71E5784C-2CDD-4699-AC34-0D913D75C715}"/>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914390510"/>
      </p:ext>
    </p:extLst>
  </p:cSld>
  <p:clrMapOvr>
    <a:masterClrMapping/>
  </p:clrMapOvr>
  <p:transition>
    <p:fade/>
  </p:transition>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324068" y="2235543"/>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753193"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6E88CC05-5984-4661-94A2-4BD7378D4A3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37421828"/>
      </p:ext>
    </p:extLst>
  </p:cSld>
  <p:clrMapOvr>
    <a:masterClrMapping/>
  </p:clrMapOvr>
  <p:transition>
    <p:fade/>
  </p:transition>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7A1D06E4-7443-4456-ADAE-C5553142053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69962476"/>
      </p:ext>
    </p:extLst>
  </p:cSld>
  <p:clrMapOvr>
    <a:masterClrMapping/>
  </p:clrMapOvr>
  <p:transition>
    <p:fade/>
  </p:transition>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32406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320815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6092251"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B097EA0F-56BD-4B59-86D1-C17851D8F2F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007662983"/>
      </p:ext>
    </p:extLst>
  </p:cSld>
  <p:clrMapOvr>
    <a:masterClrMapping/>
  </p:clrMapOvr>
  <p:transition>
    <p:fade/>
  </p:transition>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200031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35543"/>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3F2E7435-DA42-4296-B846-4E91740D178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215105699"/>
      </p:ext>
    </p:extLst>
  </p:cSld>
  <p:clrMapOvr>
    <a:masterClrMapping/>
  </p:clrMapOvr>
  <p:transition>
    <p:fade/>
  </p:transition>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1837731"/>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p:nvCxnSpPr>
        <p:spPr>
          <a:xfrm>
            <a:off x="1176558" y="265510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7A2B48ED-C92C-41E9-BE87-4EFFC145567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282649903"/>
      </p:ext>
    </p:extLst>
  </p:cSld>
  <p:clrMapOvr>
    <a:masterClrMapping/>
  </p:clrMapOvr>
  <p:transition>
    <p:fade/>
  </p:transition>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1869630"/>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1176558" y="3545156"/>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84CDC89F-49F0-4D24-9E6F-B7B972EB3B8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622332685"/>
      </p:ext>
    </p:extLst>
  </p:cSld>
  <p:clrMapOvr>
    <a:masterClrMapping/>
  </p:clrMapOvr>
  <p:transition>
    <p:fade/>
  </p:transition>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p:nvCxnSpPr>
        <p:spPr>
          <a:xfrm>
            <a:off x="1176558" y="1809718"/>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p:nvCxnSpPr>
        <p:spPr>
          <a:xfrm>
            <a:off x="1176558" y="257106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p:nvCxnSpPr>
        <p:spPr>
          <a:xfrm>
            <a:off x="1176558" y="3332422"/>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p:nvCxnSpPr>
        <p:spPr>
          <a:xfrm>
            <a:off x="1176558" y="409377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4ED2AB97-27A5-4C49-966A-5D75D13B8CC2}"/>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947788033"/>
      </p:ext>
    </p:extLst>
  </p:cSld>
  <p:clrMapOvr>
    <a:masterClrMapping/>
  </p:clrMapOvr>
  <p:transition>
    <p:fade/>
  </p:transition>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042096" y="1092672"/>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p:nvCxnSpPr>
        <p:spPr>
          <a:xfrm>
            <a:off x="1052327" y="1683379"/>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6" y="1727497"/>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p:nvCxnSpPr>
        <p:spPr>
          <a:xfrm>
            <a:off x="1052327" y="2318112"/>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6" y="2362321"/>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p:nvCxnSpPr>
        <p:spPr>
          <a:xfrm>
            <a:off x="1052327" y="2952846"/>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6" y="2997146"/>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p:nvCxnSpPr>
        <p:spPr>
          <a:xfrm>
            <a:off x="1052327" y="3587580"/>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6" y="3631970"/>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p:nvCxnSpPr>
        <p:spPr>
          <a:xfrm>
            <a:off x="1052327" y="4222313"/>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042096" y="4266794"/>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EA2F36BF-4C66-4F60-9687-8A7789E05AB2}"/>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985676579"/>
      </p:ext>
    </p:extLst>
  </p:cSld>
  <p:clrMapOvr>
    <a:masterClrMapping/>
  </p:clrMapOvr>
  <p:transition>
    <p:fade/>
  </p:transition>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176558"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p:nvCxnSpPr>
        <p:spPr>
          <a:xfrm>
            <a:off x="11765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p:nvCxnSpPr>
        <p:spPr>
          <a:xfrm>
            <a:off x="11765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p:nvCxnSpPr>
        <p:spPr>
          <a:xfrm>
            <a:off x="55349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p:nvCxnSpPr>
        <p:spPr>
          <a:xfrm>
            <a:off x="55349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AFC478E9-3BC1-400C-AA34-1E1599FAEDDC}"/>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985625774"/>
      </p:ext>
    </p:extLst>
  </p:cSld>
  <p:clrMapOvr>
    <a:masterClrMapping/>
  </p:clrMapOvr>
  <p:transition>
    <p:fade/>
  </p:transition>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176558"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p:nvCxnSpPr>
        <p:spPr>
          <a:xfrm>
            <a:off x="11765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p:nvCxnSpPr>
        <p:spPr>
          <a:xfrm>
            <a:off x="11765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p:nvCxnSpPr>
        <p:spPr>
          <a:xfrm>
            <a:off x="11765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p:nvCxnSpPr>
        <p:spPr>
          <a:xfrm>
            <a:off x="11765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p:nvCxnSpPr>
        <p:spPr>
          <a:xfrm>
            <a:off x="55349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p:nvCxnSpPr>
        <p:spPr>
          <a:xfrm>
            <a:off x="55349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p:nvCxnSpPr>
        <p:spPr>
          <a:xfrm>
            <a:off x="55349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5534956"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p:nvCxnSpPr>
        <p:spPr>
          <a:xfrm>
            <a:off x="55349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5534956"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7FD0CAD-A9AA-414D-8022-E74A7083315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466814204"/>
      </p:ext>
    </p:extLst>
  </p:cSld>
  <p:clrMapOvr>
    <a:masterClrMapping/>
  </p:clrMapOvr>
  <p:transition>
    <p:fade/>
  </p:transition>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3" y="1092992"/>
            <a:ext cx="4184200"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2" y="19711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4672014" y="1971147"/>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4646919" y="1092992"/>
            <a:ext cx="4179601"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2" y="27483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4672014" y="2748348"/>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2" y="3525549"/>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4672014" y="3525549"/>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313982" y="26495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313982" y="34267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4672012" y="26495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4672012" y="34267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96EF592D-EEA7-47F4-9146-7AA8A3F44C4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60979993"/>
      </p:ext>
    </p:extLst>
  </p:cSld>
  <p:clrMapOvr>
    <a:masterClrMapping/>
  </p:clrMapOvr>
  <p:transition>
    <p:fade/>
  </p:transition>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2"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3" y="19711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27364"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3227365"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20904"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3" y="27483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3227365"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120904"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3" y="3525549"/>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3227365"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120904"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313984" y="26495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313984" y="34267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p:nvCxnSpPr>
        <p:spPr>
          <a:xfrm>
            <a:off x="3227785"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p:nvCxnSpPr>
        <p:spPr>
          <a:xfrm>
            <a:off x="3227785"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6120903"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6120903"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B30B5A80-F666-460D-9090-8493217C8FD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767868930"/>
      </p:ext>
    </p:extLst>
  </p:cSld>
  <p:clrMapOvr>
    <a:masterClrMapping/>
  </p:clrMapOvr>
  <p:transition>
    <p:fade/>
  </p:transition>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1"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3277255"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6240529"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2" name="Footer Placeholder 1">
            <a:extLst>
              <a:ext uri="{FF2B5EF4-FFF2-40B4-BE49-F238E27FC236}">
                <a16:creationId xmlns:a16="http://schemas.microsoft.com/office/drawing/2014/main" id="{538B82E4-7444-4181-B6FE-B79D11D3EA6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586223929"/>
      </p:ext>
    </p:extLst>
  </p:cSld>
  <p:clrMapOvr>
    <a:masterClrMapping/>
  </p:clrMapOvr>
  <p:transition>
    <p:fade/>
  </p:transition>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2"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04196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376994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5497924"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7225906"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2" name="Footer Placeholder 1">
            <a:extLst>
              <a:ext uri="{FF2B5EF4-FFF2-40B4-BE49-F238E27FC236}">
                <a16:creationId xmlns:a16="http://schemas.microsoft.com/office/drawing/2014/main" id="{136AABF9-4169-453B-83D4-823782CAB5B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480404552"/>
      </p:ext>
    </p:extLst>
  </p:cSld>
  <p:clrMapOvr>
    <a:masterClrMapping/>
  </p:clrMapOvr>
  <p:transition>
    <p:fade/>
  </p:transition>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rgbClr val="243A5E"/>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830E1E-F06E-469F-9154-F8DEA4B068FE}"/>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pic>
        <p:nvPicPr>
          <p:cNvPr id="3" name="Picture 2" descr="A picture containing drawing&#10;&#10;Description automatically generated">
            <a:extLst>
              <a:ext uri="{FF2B5EF4-FFF2-40B4-BE49-F238E27FC236}">
                <a16:creationId xmlns:a16="http://schemas.microsoft.com/office/drawing/2014/main" id="{61A92AD1-6689-41DB-9434-AC98B39D968F}"/>
              </a:ext>
            </a:extLst>
          </p:cNvPr>
          <p:cNvPicPr>
            <a:picLocks noChangeAspect="1"/>
          </p:cNvPicPr>
          <p:nvPr/>
        </p:nvPicPr>
        <p:blipFill>
          <a:blip r:embed="rId2"/>
          <a:stretch>
            <a:fillRect/>
          </a:stretch>
        </p:blipFill>
        <p:spPr>
          <a:xfrm>
            <a:off x="102665" y="119770"/>
            <a:ext cx="1976435" cy="653814"/>
          </a:xfrm>
          <a:prstGeom prst="rect">
            <a:avLst/>
          </a:prstGeom>
        </p:spPr>
      </p:pic>
    </p:spTree>
    <p:extLst>
      <p:ext uri="{BB962C8B-B14F-4D97-AF65-F5344CB8AC3E}">
        <p14:creationId xmlns:p14="http://schemas.microsoft.com/office/powerpoint/2010/main" val="4096484095"/>
      </p:ext>
    </p:extLst>
  </p:cSld>
  <p:clrMapOvr>
    <a:masterClrMapping/>
  </p:clrMapOvr>
  <p:transition>
    <p:fade/>
  </p:transition>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cSld name="Section divider">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438913" y="2392032"/>
            <a:ext cx="6669456" cy="359436"/>
          </a:xfrm>
          <a:noFill/>
        </p:spPr>
        <p:txBody>
          <a:bodyPr wrap="square" lIns="0" tIns="0" rIns="0" bIns="0" anchor="ctr" anchorCtr="0">
            <a:spAutoFit/>
          </a:bodyPr>
          <a:lstStyle>
            <a:lvl1pPr algn="l" defTabSz="685807" rtl="0" eaLnBrk="1" latinLnBrk="0" hangingPunct="1">
              <a:lnSpc>
                <a:spcPct val="90000"/>
              </a:lnSpc>
              <a:spcBef>
                <a:spcPct val="0"/>
              </a:spcBef>
              <a:buNone/>
              <a:defRPr lang="en-US" sz="2595" b="0" kern="1200" cap="none" spc="-37" baseline="0" dirty="0">
                <a:ln w="3175">
                  <a:noFill/>
                </a:ln>
                <a:solidFill>
                  <a:schemeClr val="bg1"/>
                </a:solidFill>
                <a:effectLst/>
                <a:latin typeface="+mj-lt"/>
                <a:ea typeface="+mn-ea"/>
                <a:cs typeface="Segoe UI" pitchFamily="34" charset="0"/>
              </a:defRPr>
            </a:lvl1pPr>
          </a:lstStyle>
          <a:p>
            <a:r>
              <a:rPr lang="en-US"/>
              <a:t>Section title</a:t>
            </a:r>
          </a:p>
        </p:txBody>
      </p:sp>
      <p:sp>
        <p:nvSpPr>
          <p:cNvPr id="3" name="Footer Placeholder 1">
            <a:extLst>
              <a:ext uri="{FF2B5EF4-FFF2-40B4-BE49-F238E27FC236}">
                <a16:creationId xmlns:a16="http://schemas.microsoft.com/office/drawing/2014/main" id="{1DFB148E-6FF9-4D4C-B7D0-28ACD9A6EB3A}"/>
              </a:ext>
            </a:extLst>
          </p:cNvPr>
          <p:cNvSpPr txBox="1">
            <a:spLocks/>
          </p:cNvSpPr>
          <p:nvPr/>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1019782535"/>
      </p:ext>
    </p:extLst>
  </p:cSld>
  <p:clrMapOvr>
    <a:masterClrMapping/>
  </p:clrMapOvr>
  <p:transition>
    <p:fade/>
  </p:transition>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cSld name="3_Titl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1996" y="2420867"/>
            <a:ext cx="1843040" cy="301769"/>
          </a:xfrm>
          <a:prstGeom prst="rect">
            <a:avLst/>
          </a:prstGeom>
        </p:spPr>
        <p:txBody>
          <a:bodyPr wrap="square" lIns="0" tIns="0" rIns="0" bIns="0" anchor="ctr">
            <a:spAutoFit/>
          </a:bodyPr>
          <a:lstStyle>
            <a:lvl1pPr>
              <a:lnSpc>
                <a:spcPts val="2307"/>
              </a:lnSpc>
              <a:defRPr sz="2019" strike="noStrike">
                <a:solidFill>
                  <a:schemeClr val="bg1"/>
                </a:solidFill>
              </a:defRPr>
            </a:lvl1pPr>
          </a:lstStyle>
          <a:p>
            <a:r>
              <a:rPr lang="en-US"/>
              <a:t>Title</a:t>
            </a:r>
          </a:p>
        </p:txBody>
      </p:sp>
      <p:sp>
        <p:nvSpPr>
          <p:cNvPr id="3" name="Footer Placeholder 1">
            <a:extLst>
              <a:ext uri="{FF2B5EF4-FFF2-40B4-BE49-F238E27FC236}">
                <a16:creationId xmlns:a16="http://schemas.microsoft.com/office/drawing/2014/main" id="{43F30B39-D760-4B18-A167-D47C32BD5B77}"/>
              </a:ext>
            </a:extLst>
          </p:cNvPr>
          <p:cNvSpPr txBox="1">
            <a:spLocks/>
          </p:cNvSpPr>
          <p:nvPr/>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3306290641"/>
      </p:ext>
    </p:extLst>
  </p:cSld>
  <p:clrMapOvr>
    <a:masterClrMapping/>
  </p:clrMapOvr>
  <p:transition>
    <p:fade/>
  </p:transition>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tx">
  <p:cSld name="1_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313982" y="1092674"/>
            <a:ext cx="8505951" cy="14757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38730485"/>
      </p:ext>
    </p:extLst>
  </p:cSld>
  <p:clrMapOvr>
    <a:masterClrMapping/>
  </p:clrMapOvr>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341996" y="706270"/>
            <a:ext cx="5590982" cy="2668643"/>
          </a:xfrm>
          <a:prstGeom prst="rect">
            <a:avLst/>
          </a:prstGeom>
          <a:noFill/>
        </p:spPr>
        <p:txBody>
          <a:bodyPr vert="horz" wrap="square" lIns="0" tIns="0" rIns="0" bIns="0" rtlCol="0" anchor="t" anchorCtr="0">
            <a:noAutofit/>
          </a:bodyPr>
          <a:lstStyle>
            <a:lvl1pPr>
              <a:defRPr lang="en-US" sz="3460" spc="-36" baseline="0" dirty="0">
                <a:solidFill>
                  <a:srgbClr val="FFFFFF"/>
                </a:solidFill>
              </a:defRPr>
            </a:lvl1pPr>
          </a:lstStyle>
          <a:p>
            <a:pPr marL="0" lvl="0">
              <a:lnSpc>
                <a:spcPts val="4037"/>
              </a:lnSpc>
            </a:pPr>
            <a:r>
              <a:rPr lang="en-US"/>
              <a:t>Section title</a:t>
            </a:r>
          </a:p>
        </p:txBody>
      </p:sp>
    </p:spTree>
    <p:extLst>
      <p:ext uri="{BB962C8B-B14F-4D97-AF65-F5344CB8AC3E}">
        <p14:creationId xmlns:p14="http://schemas.microsoft.com/office/powerpoint/2010/main" val="3913945711"/>
      </p:ext>
    </p:extLst>
  </p:cSld>
  <p:clrMapOvr>
    <a:overrideClrMapping bg1="dk1" tx1="lt1" bg2="dk2" tx2="lt2" accent1="accent1" accent2="accent2" accent3="accent3" accent4="accent4" accent5="accent5" accent6="accent6" hlink="hlink" folHlink="folHlink"/>
  </p:clrMapOvr>
  <p:transition>
    <p:fade/>
  </p:transition>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6529514"/>
      </p:ext>
    </p:extLst>
  </p:cSld>
  <p:clrMapOvr>
    <a:masterClrMapping/>
  </p:clrMapOvr>
  <p:transition>
    <p:fade/>
  </p:transition>
  <p:hf sldNum="0" hdr="0" ftr="0" dt="0"/>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1_Title Slide">
    <p:bg>
      <p:bgPr>
        <a:solidFill>
          <a:srgbClr val="E8E6DF"/>
        </a:solidFill>
        <a:effectLst/>
      </p:bgPr>
    </p:bg>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p:nvPicPr>
        <p:blipFill>
          <a:blip r:embed="rId2"/>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427435" y="2680113"/>
            <a:ext cx="4265216" cy="814967"/>
          </a:xfrm>
          <a:noFill/>
        </p:spPr>
        <p:txBody>
          <a:bodyPr wrap="square" lIns="0" tIns="0" rIns="0" bIns="0" anchor="b" anchorCtr="0">
            <a:spAutoFit/>
          </a:bodyPr>
          <a:lstStyle>
            <a:lvl1pPr>
              <a:defRPr sz="2942" b="0" i="0" spc="-37"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3567113" y="4834890"/>
            <a:ext cx="1234440" cy="115416"/>
          </a:xfrm>
          <a:prstGeom prst="rect">
            <a:avLst/>
          </a:prstGeom>
          <a:noFill/>
        </p:spPr>
        <p:txBody>
          <a:bodyPr wrap="square" lIns="0" tIns="0" rIns="0" bIns="0">
            <a:spAutoFit/>
          </a:bodyPr>
          <a:lstStyle>
            <a:lvl1pPr marL="0" indent="0">
              <a:spcBef>
                <a:spcPts val="0"/>
              </a:spcBef>
              <a:buNone/>
              <a:defRPr sz="735" spc="0" baseline="0">
                <a:solidFill>
                  <a:schemeClr val="tx1"/>
                </a:solidFill>
                <a:latin typeface="+mn-lt"/>
                <a:cs typeface="Segoe UI" panose="020B0502040204020203" pitchFamily="34" charset="0"/>
              </a:defRPr>
            </a:lvl1pPr>
          </a:lstStyle>
          <a:p>
            <a:pPr lvl="0"/>
            <a:r>
              <a:rPr lang="en-US"/>
              <a:t>Date</a:t>
            </a:r>
          </a:p>
        </p:txBody>
      </p:sp>
      <p:sp>
        <p:nvSpPr>
          <p:cNvPr id="2" name="Footer Placeholder 2">
            <a:extLst>
              <a:ext uri="{FF2B5EF4-FFF2-40B4-BE49-F238E27FC236}">
                <a16:creationId xmlns:a16="http://schemas.microsoft.com/office/drawing/2014/main" id="{85BED6C2-A7E0-FF4A-9938-5E97C08B8C9F}"/>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9223809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1_Section slide">
    <p:bg>
      <p:bgPr>
        <a:solidFill>
          <a:srgbClr val="E8E6DF"/>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427435" y="2592639"/>
            <a:ext cx="4758929" cy="407484"/>
          </a:xfrm>
          <a:noFill/>
        </p:spPr>
        <p:txBody>
          <a:bodyPr wrap="square" lIns="0" tIns="0" rIns="0" bIns="0" anchor="b" anchorCtr="0">
            <a:spAutoFit/>
          </a:bodyPr>
          <a:lstStyle>
            <a:lvl1pPr>
              <a:defRPr sz="2942" b="0" i="0" spc="-37" baseline="0">
                <a:solidFill>
                  <a:schemeClr val="tx1"/>
                </a:solidFill>
                <a:latin typeface="+mn-lt"/>
                <a:cs typeface="Segoe UI" panose="020B0502040204020203" pitchFamily="34" charset="0"/>
              </a:defRPr>
            </a:lvl1pPr>
          </a:lstStyle>
          <a:p>
            <a:r>
              <a:rPr lang="en-US"/>
              <a:t>Section divider title</a:t>
            </a:r>
          </a:p>
        </p:txBody>
      </p:sp>
    </p:spTree>
    <p:extLst>
      <p:ext uri="{BB962C8B-B14F-4D97-AF65-F5344CB8AC3E}">
        <p14:creationId xmlns:p14="http://schemas.microsoft.com/office/powerpoint/2010/main" val="140334438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Agenda</a:t>
            </a:r>
          </a:p>
        </p:txBody>
      </p: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439793" y="1363633"/>
            <a:ext cx="3775021" cy="433645"/>
          </a:xfrm>
          <a:prstGeom prst="rect">
            <a:avLst/>
          </a:prstGeom>
        </p:spPr>
        <p:txBody>
          <a:bodyPr wrap="square">
            <a:spAutoFit/>
          </a:bodyPr>
          <a:lstStyle>
            <a:lvl1pPr marL="158773" indent="-158773">
              <a:lnSpc>
                <a:spcPct val="100000"/>
              </a:lnSpc>
              <a:spcBef>
                <a:spcPts val="0"/>
              </a:spcBef>
              <a:spcAft>
                <a:spcPts val="882"/>
              </a:spcAft>
              <a:buFont typeface="Arial" panose="020B0604020202020204" pitchFamily="34" charset="0"/>
              <a:buChar char="•"/>
              <a:defRPr sz="1618">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3641370222"/>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guide id="40" pos="384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a:cxnSpLocks/>
          </p:cNvCxnSpPr>
          <p:nvPr/>
        </p:nvCxnSpPr>
        <p:spPr>
          <a:xfrm>
            <a:off x="438912" y="966788"/>
            <a:ext cx="2386584"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439793" y="1363633"/>
            <a:ext cx="3539771" cy="248979"/>
          </a:xfrm>
          <a:prstGeom prst="rect">
            <a:avLst/>
          </a:prstGeom>
        </p:spPr>
        <p:txBody>
          <a:bodyPr vert="horz" wrap="square" lIns="0" tIns="0" rIns="0" bIns="0" rtlCol="0">
            <a:spAutoFit/>
          </a:bodyPr>
          <a:lstStyle>
            <a:lvl1pPr>
              <a:defRPr lang="en-US" sz="1618"/>
            </a:lvl1pPr>
          </a:lstStyle>
          <a:p>
            <a:pPr marL="158773" lvl="0" indent="-158773">
              <a:spcBef>
                <a:spcPts val="0"/>
              </a:spcBef>
              <a:spcAft>
                <a:spcPts val="882"/>
              </a:spcAft>
            </a:pPr>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5168505" y="1363633"/>
            <a:ext cx="3539771" cy="248979"/>
          </a:xfrm>
          <a:prstGeom prst="rect">
            <a:avLst/>
          </a:prstGeom>
        </p:spPr>
        <p:txBody>
          <a:bodyPr vert="horz" wrap="square" lIns="0" tIns="0" rIns="0" bIns="0" rtlCol="0">
            <a:spAutoFit/>
          </a:bodyPr>
          <a:lstStyle>
            <a:lvl1pPr>
              <a:defRPr lang="en-US" sz="1618"/>
            </a:lvl1pPr>
          </a:lstStyle>
          <a:p>
            <a:pPr marL="158773" lvl="0" indent="-158773">
              <a:spcBef>
                <a:spcPts val="0"/>
              </a:spcBef>
              <a:spcAft>
                <a:spcPts val="882"/>
              </a:spcAft>
            </a:pPr>
            <a:r>
              <a:rPr lang="en-US"/>
              <a:t>Click to edit Master text styles</a:t>
            </a:r>
          </a:p>
        </p:txBody>
      </p:sp>
    </p:spTree>
    <p:extLst>
      <p:ext uri="{BB962C8B-B14F-4D97-AF65-F5344CB8AC3E}">
        <p14:creationId xmlns:p14="http://schemas.microsoft.com/office/powerpoint/2010/main" val="1184085534"/>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p:nvSpPr>
        <p:spPr bwMode="auto">
          <a:xfrm>
            <a:off x="1" y="0"/>
            <a:ext cx="5277050" cy="51435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4311779"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5665943"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7926546"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6796244"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5665943"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7926546"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6796244"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6123925" y="342900"/>
            <a:ext cx="2136776" cy="2155659"/>
          </a:xfrm>
          <a:prstGeom prst="roundRect">
            <a:avLst>
              <a:gd name="adj" fmla="val 21738"/>
            </a:avLst>
          </a:prstGeom>
          <a:blipFill>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471" b="1">
                <a:solidFill>
                  <a:srgbClr val="000000"/>
                </a:solidFill>
                <a:latin typeface="+mn-lt"/>
                <a:cs typeface="Segoe UI" panose="020B0502040204020203" pitchFamily="34" charset="0"/>
              </a:defRPr>
            </a:lvl1pPr>
          </a:lstStyle>
          <a:p>
            <a:r>
              <a:rPr lang="en-US" dirty="0"/>
              <a:t>Click icon to </a:t>
            </a:r>
            <a:br>
              <a:rPr lang="en-US" dirty="0"/>
            </a:br>
            <a:r>
              <a:rPr lang="en-US" dirty="0"/>
              <a:t>add your picture here</a:t>
            </a:r>
          </a:p>
        </p:txBody>
      </p:sp>
      <p:sp>
        <p:nvSpPr>
          <p:cNvPr id="7" name="Footer Placeholder 2">
            <a:extLst>
              <a:ext uri="{FF2B5EF4-FFF2-40B4-BE49-F238E27FC236}">
                <a16:creationId xmlns:a16="http://schemas.microsoft.com/office/drawing/2014/main" id="{FEE9CA35-7E2C-1B90-FD18-D2DBFD0DA24A}"/>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1205845"/>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9144000" cy="51435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393812" y="1836047"/>
            <a:ext cx="7822693" cy="761747"/>
          </a:xfrm>
        </p:spPr>
        <p:txBody>
          <a:bodyPr anchor="b" anchorCtr="0"/>
          <a:lstStyle>
            <a:lvl1pPr>
              <a:defRPr sz="4854" spc="-74"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439792" y="3208736"/>
            <a:ext cx="3534515"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4684807" y="3208736"/>
            <a:ext cx="2824466" cy="1201547"/>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2" name="Footer Placeholder 2">
            <a:extLst>
              <a:ext uri="{FF2B5EF4-FFF2-40B4-BE49-F238E27FC236}">
                <a16:creationId xmlns:a16="http://schemas.microsoft.com/office/drawing/2014/main" id="{89CAA6EA-34FD-6A61-2DD4-EAAB33642A7B}"/>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808087239"/>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8260106"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439792" y="1193292"/>
            <a:ext cx="8260106"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32062940"/>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1_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438150" y="1040074"/>
            <a:ext cx="8258701"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1643323013"/>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438150" y="1195616"/>
            <a:ext cx="4023168"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439793" y="1564324"/>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344366068"/>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439792" y="1193292"/>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4690248" y="1193292"/>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945550362"/>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438150" y="1195616"/>
            <a:ext cx="3914775"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439792" y="1564324"/>
            <a:ext cx="3913133"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4683165" y="1195616"/>
            <a:ext cx="3914775"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4690248" y="1564324"/>
            <a:ext cx="389033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893544280"/>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439792"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3272146"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6097642"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576932463"/>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386768412"/>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035308487"/>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2988">
          <p15:clr>
            <a:srgbClr val="FBAE40"/>
          </p15:clr>
        </p15:guide>
        <p15:guide id="42" pos="5352">
          <p15:clr>
            <a:srgbClr val="FBAE40"/>
          </p15:clr>
        </p15:guide>
        <p15:guide id="43" orient="horz" pos="1085">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p:nvCxnSpPr>
        <p:spPr>
          <a:xfrm>
            <a:off x="1327" y="1531616"/>
            <a:ext cx="913178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815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2712373"/>
            <a:ext cx="2608208"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2712373"/>
            <a:ext cx="2608208"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4031781964"/>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4_4-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p:nvCxnSpPr>
        <p:spPr>
          <a:xfrm>
            <a:off x="1325" y="1531616"/>
            <a:ext cx="9141714"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43815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326816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609817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8" name="Oval 7">
            <a:extLst>
              <a:ext uri="{FF2B5EF4-FFF2-40B4-BE49-F238E27FC236}">
                <a16:creationId xmlns:a16="http://schemas.microsoft.com/office/drawing/2014/main" id="{6E673AD2-B8AF-CC3C-D898-30292FC1719F}"/>
              </a:ext>
              <a:ext uri="{C183D7F6-B498-43B3-948B-1728B52AA6E4}">
                <adec:decorative xmlns:adec="http://schemas.microsoft.com/office/drawing/2017/decorative" val="1"/>
              </a:ext>
            </a:extLst>
          </p:cNvPr>
          <p:cNvSpPr/>
          <p:nvPr/>
        </p:nvSpPr>
        <p:spPr bwMode="auto">
          <a:xfrm>
            <a:off x="1382407"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
        <p:nvSpPr>
          <p:cNvPr id="9" name="Oval 8">
            <a:extLst>
              <a:ext uri="{FF2B5EF4-FFF2-40B4-BE49-F238E27FC236}">
                <a16:creationId xmlns:a16="http://schemas.microsoft.com/office/drawing/2014/main" id="{56859B90-45D2-D990-09AA-8F85B79F1077}"/>
              </a:ext>
              <a:ext uri="{C183D7F6-B498-43B3-948B-1728B52AA6E4}">
                <adec:decorative xmlns:adec="http://schemas.microsoft.com/office/drawing/2017/decorative" val="1"/>
              </a:ext>
            </a:extLst>
          </p:cNvPr>
          <p:cNvSpPr/>
          <p:nvPr/>
        </p:nvSpPr>
        <p:spPr bwMode="auto">
          <a:xfrm>
            <a:off x="4203401"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
        <p:nvSpPr>
          <p:cNvPr id="12" name="Oval 11">
            <a:extLst>
              <a:ext uri="{FF2B5EF4-FFF2-40B4-BE49-F238E27FC236}">
                <a16:creationId xmlns:a16="http://schemas.microsoft.com/office/drawing/2014/main" id="{287FE1B2-0C16-29CA-99C4-4C44A8047A50}"/>
              </a:ext>
              <a:ext uri="{C183D7F6-B498-43B3-948B-1728B52AA6E4}">
                <adec:decorative xmlns:adec="http://schemas.microsoft.com/office/drawing/2017/decorative" val="1"/>
              </a:ext>
            </a:extLst>
          </p:cNvPr>
          <p:cNvSpPr/>
          <p:nvPr/>
        </p:nvSpPr>
        <p:spPr bwMode="auto">
          <a:xfrm>
            <a:off x="7024397"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3419480948"/>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32">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36">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1-column_Callou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8283704"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048000" y="1185863"/>
            <a:ext cx="5651897" cy="332304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6" name="Text Placeholder 11">
            <a:extLst>
              <a:ext uri="{FF2B5EF4-FFF2-40B4-BE49-F238E27FC236}">
                <a16:creationId xmlns:a16="http://schemas.microsoft.com/office/drawing/2014/main" id="{BA3E60F0-F025-04E8-0E46-71699A62E435}"/>
              </a:ext>
            </a:extLst>
          </p:cNvPr>
          <p:cNvSpPr>
            <a:spLocks noGrp="1"/>
          </p:cNvSpPr>
          <p:nvPr>
            <p:ph type="body" sz="quarter" idx="16"/>
          </p:nvPr>
        </p:nvSpPr>
        <p:spPr>
          <a:xfrm>
            <a:off x="438151" y="1195617"/>
            <a:ext cx="238060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4D105096-7BC3-1383-8EE1-744002B706B2}"/>
              </a:ext>
            </a:extLst>
          </p:cNvPr>
          <p:cNvSpPr>
            <a:spLocks noGrp="1"/>
          </p:cNvSpPr>
          <p:nvPr>
            <p:ph type="body" sz="quarter" idx="15"/>
          </p:nvPr>
        </p:nvSpPr>
        <p:spPr>
          <a:xfrm>
            <a:off x="439793" y="1564324"/>
            <a:ext cx="2379608" cy="1201547"/>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613683533"/>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439792" y="3734161"/>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4690248" y="3734161"/>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864574"/>
            <a:ext cx="9144000" cy="258347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574832460"/>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439792" y="3734161"/>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4690248" y="3734161"/>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9144000" cy="344805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664992971"/>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438150" y="3717078"/>
            <a:ext cx="4023322"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439792" y="4018083"/>
            <a:ext cx="4021634"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4682529" y="3717078"/>
            <a:ext cx="4017368"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4689326" y="4018082"/>
            <a:ext cx="4018199"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864574"/>
            <a:ext cx="9144000" cy="258347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1118884520"/>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p:nvSpPr>
        <p:spPr bwMode="auto">
          <a:xfrm>
            <a:off x="0" y="0"/>
            <a:ext cx="9144000" cy="3429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438150" y="3717078"/>
            <a:ext cx="4023322"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439792" y="4018083"/>
            <a:ext cx="4021634"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4682529" y="3717078"/>
            <a:ext cx="4017368"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4689326" y="4018082"/>
            <a:ext cx="4018199"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9144000" cy="3429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3203465633"/>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2"/>
            <a:ext cx="3533017" cy="738664"/>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438151" y="1195617"/>
            <a:ext cx="353599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439793" y="1564324"/>
            <a:ext cx="3534514"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4572000" y="0"/>
            <a:ext cx="4572000" cy="5143500"/>
          </a:xfrm>
          <a:prstGeom prst="rect">
            <a:avLst/>
          </a:prstGeom>
          <a:solidFill>
            <a:srgbClr val="F4F4F7"/>
          </a:solidFill>
        </p:spPr>
        <p:txBody>
          <a:bodyPr lIns="0" tIns="0" rIns="0" bIns="731520" anchor="ctr" anchorCtr="0">
            <a:noAutofit/>
          </a:bodyPr>
          <a:lstStyle>
            <a:lvl1pPr marL="0" indent="0" algn="ctr">
              <a:lnSpc>
                <a:spcPct val="100000"/>
              </a:lnSpc>
              <a:buNone/>
              <a:defRPr sz="882"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Tree>
    <p:extLst>
      <p:ext uri="{BB962C8B-B14F-4D97-AF65-F5344CB8AC3E}">
        <p14:creationId xmlns:p14="http://schemas.microsoft.com/office/powerpoint/2010/main" val="3349699847"/>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5436267" cy="369332"/>
          </a:xfrm>
        </p:spPr>
        <p:txBody>
          <a:bodyPr/>
          <a:lstStyle>
            <a:lvl1pPr>
              <a:defRPr sz="2353"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195617"/>
            <a:ext cx="2609303"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1564324"/>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195617"/>
            <a:ext cx="2609303"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1564324"/>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6096000" y="0"/>
            <a:ext cx="3048000" cy="5143500"/>
          </a:xfrm>
          <a:prstGeom prst="rect">
            <a:avLst/>
          </a:prstGeom>
          <a:solidFill>
            <a:srgbClr val="F4F4F7"/>
          </a:solidFill>
        </p:spPr>
        <p:txBody>
          <a:bodyPr lIns="0" tIns="0" rIns="0" bIns="731520" anchor="ctr" anchorCtr="0">
            <a:noAutofit/>
          </a:bodyPr>
          <a:lstStyle>
            <a:lvl1pPr marL="0" indent="0" algn="ctr">
              <a:lnSpc>
                <a:spcPct val="100000"/>
              </a:lnSpc>
              <a:buNone/>
              <a:defRPr sz="882"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Tree>
    <p:extLst>
      <p:ext uri="{BB962C8B-B14F-4D97-AF65-F5344CB8AC3E}">
        <p14:creationId xmlns:p14="http://schemas.microsoft.com/office/powerpoint/2010/main" val="1764867534"/>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1_Two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438150" y="1193483"/>
            <a:ext cx="4024314"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438150" y="3431329"/>
            <a:ext cx="4023322"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439792" y="3732333"/>
            <a:ext cx="4021634" cy="343171"/>
          </a:xfrm>
          <a:prstGeom prst="rect">
            <a:avLst/>
          </a:prstGeom>
        </p:spPr>
        <p:txBody>
          <a:bodyPr wrap="square">
            <a:spAutoFit/>
          </a:bodyPr>
          <a:lstStyle>
            <a:lvl1pPr marL="0" indent="0">
              <a:buFont typeface="Arial" panose="020B0604020202020204" pitchFamily="34" charset="0"/>
              <a:buNone/>
              <a:defRPr sz="1030">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681538" y="1193483"/>
            <a:ext cx="4018360"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682529" y="3431329"/>
            <a:ext cx="40173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689326" y="3732332"/>
            <a:ext cx="4018199" cy="343171"/>
          </a:xfrm>
          <a:prstGeom prst="rect">
            <a:avLst/>
          </a:prstGeom>
        </p:spPr>
        <p:txBody>
          <a:bodyPr wrap="square">
            <a:spAutoFit/>
          </a:bodyPr>
          <a:lstStyle>
            <a:lvl1pPr marL="0" indent="0">
              <a:buFont typeface="Arial" panose="020B0604020202020204" pitchFamily="34" charset="0"/>
              <a:buNone/>
              <a:defRPr sz="1030">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2794377851"/>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1_Three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438150" y="1193483"/>
            <a:ext cx="2611041"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438150" y="3431329"/>
            <a:ext cx="2609303"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439792" y="3732333"/>
            <a:ext cx="2608208"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265170" y="1193483"/>
            <a:ext cx="2611041"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3281095" y="3431329"/>
            <a:ext cx="2607668"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3287891" y="3732332"/>
            <a:ext cx="2608208"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BAAE6802-21C6-E5BE-3A2D-31CF010C9EFB}"/>
              </a:ext>
            </a:extLst>
          </p:cNvPr>
          <p:cNvSpPr>
            <a:spLocks noGrp="1"/>
          </p:cNvSpPr>
          <p:nvPr>
            <p:ph type="pic" sz="quarter" idx="21" hasCustomPrompt="1"/>
          </p:nvPr>
        </p:nvSpPr>
        <p:spPr bwMode="ltGray">
          <a:xfrm>
            <a:off x="6096000" y="1193482"/>
            <a:ext cx="2614569" cy="2013120"/>
          </a:xfrm>
          <a:prstGeom prst="rect">
            <a:avLst/>
          </a:prstGeom>
          <a:solidFill>
            <a:srgbClr val="F4F4F7"/>
          </a:solidFill>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1" name="Text Placeholder 11">
            <a:extLst>
              <a:ext uri="{FF2B5EF4-FFF2-40B4-BE49-F238E27FC236}">
                <a16:creationId xmlns:a16="http://schemas.microsoft.com/office/drawing/2014/main" id="{F80D639A-857F-73A5-343B-28EC4082B8E5}"/>
              </a:ext>
            </a:extLst>
          </p:cNvPr>
          <p:cNvSpPr>
            <a:spLocks noGrp="1"/>
          </p:cNvSpPr>
          <p:nvPr>
            <p:ph type="body" sz="quarter" idx="24"/>
          </p:nvPr>
        </p:nvSpPr>
        <p:spPr>
          <a:xfrm>
            <a:off x="6100221" y="3428935"/>
            <a:ext cx="2614028"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5712E1C1-EE18-EA11-6D06-673117B00DCD}"/>
              </a:ext>
            </a:extLst>
          </p:cNvPr>
          <p:cNvSpPr>
            <a:spLocks noGrp="1"/>
          </p:cNvSpPr>
          <p:nvPr>
            <p:ph type="body" sz="quarter" idx="34"/>
          </p:nvPr>
        </p:nvSpPr>
        <p:spPr>
          <a:xfrm>
            <a:off x="6096000" y="3730338"/>
            <a:ext cx="2614569"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Tree>
    <p:extLst>
      <p:ext uri="{BB962C8B-B14F-4D97-AF65-F5344CB8AC3E}">
        <p14:creationId xmlns:p14="http://schemas.microsoft.com/office/powerpoint/2010/main" val="1735156815"/>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1_Four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4C58661F-95C1-B4E4-0A23-B8DF22E7890D}"/>
              </a:ext>
            </a:extLst>
          </p:cNvPr>
          <p:cNvSpPr>
            <a:spLocks noGrp="1"/>
          </p:cNvSpPr>
          <p:nvPr>
            <p:ph type="pic" sz="quarter" idx="19"/>
          </p:nvPr>
        </p:nvSpPr>
        <p:spPr bwMode="ltGray">
          <a:xfrm>
            <a:off x="4381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8" name="Text Placeholder 11">
            <a:extLst>
              <a:ext uri="{FF2B5EF4-FFF2-40B4-BE49-F238E27FC236}">
                <a16:creationId xmlns:a16="http://schemas.microsoft.com/office/drawing/2014/main" id="{10B31DB7-7E61-84AD-6FD2-E7035923C566}"/>
              </a:ext>
            </a:extLst>
          </p:cNvPr>
          <p:cNvSpPr>
            <a:spLocks noGrp="1"/>
          </p:cNvSpPr>
          <p:nvPr>
            <p:ph type="body" sz="quarter" idx="16"/>
          </p:nvPr>
        </p:nvSpPr>
        <p:spPr>
          <a:xfrm>
            <a:off x="438151" y="3431328"/>
            <a:ext cx="1901774"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10" name="Text Placeholder 3">
            <a:extLst>
              <a:ext uri="{FF2B5EF4-FFF2-40B4-BE49-F238E27FC236}">
                <a16:creationId xmlns:a16="http://schemas.microsoft.com/office/drawing/2014/main" id="{EC05A197-25AD-0D46-72B3-478F9182C5B6}"/>
              </a:ext>
            </a:extLst>
          </p:cNvPr>
          <p:cNvSpPr>
            <a:spLocks noGrp="1"/>
          </p:cNvSpPr>
          <p:nvPr>
            <p:ph type="body" sz="quarter" idx="15"/>
          </p:nvPr>
        </p:nvSpPr>
        <p:spPr>
          <a:xfrm>
            <a:off x="439794"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FDC00AC3-107E-A09F-8DF5-09CDA496E0EE}"/>
              </a:ext>
            </a:extLst>
          </p:cNvPr>
          <p:cNvSpPr>
            <a:spLocks noGrp="1"/>
          </p:cNvSpPr>
          <p:nvPr>
            <p:ph type="pic" sz="quarter" idx="29"/>
          </p:nvPr>
        </p:nvSpPr>
        <p:spPr bwMode="ltGray">
          <a:xfrm>
            <a:off x="25717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1" name="Text Placeholder 11">
            <a:extLst>
              <a:ext uri="{FF2B5EF4-FFF2-40B4-BE49-F238E27FC236}">
                <a16:creationId xmlns:a16="http://schemas.microsoft.com/office/drawing/2014/main" id="{5E8CE4D2-B387-0A2B-B7D1-7F14B8920487}"/>
              </a:ext>
            </a:extLst>
          </p:cNvPr>
          <p:cNvSpPr>
            <a:spLocks noGrp="1"/>
          </p:cNvSpPr>
          <p:nvPr>
            <p:ph type="body" sz="quarter" idx="22"/>
          </p:nvPr>
        </p:nvSpPr>
        <p:spPr>
          <a:xfrm>
            <a:off x="2559845"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2" name="Text Placeholder 3">
            <a:extLst>
              <a:ext uri="{FF2B5EF4-FFF2-40B4-BE49-F238E27FC236}">
                <a16:creationId xmlns:a16="http://schemas.microsoft.com/office/drawing/2014/main" id="{A6618941-6CC1-7AAC-4FE2-94D7D46F7971}"/>
              </a:ext>
            </a:extLst>
          </p:cNvPr>
          <p:cNvSpPr>
            <a:spLocks noGrp="1"/>
          </p:cNvSpPr>
          <p:nvPr>
            <p:ph type="body" sz="quarter" idx="33"/>
          </p:nvPr>
        </p:nvSpPr>
        <p:spPr>
          <a:xfrm>
            <a:off x="2566642"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DA62A022-68CB-A937-A489-4F6F1B7467B9}"/>
              </a:ext>
            </a:extLst>
          </p:cNvPr>
          <p:cNvSpPr>
            <a:spLocks noGrp="1"/>
          </p:cNvSpPr>
          <p:nvPr>
            <p:ph type="pic" sz="quarter" idx="30"/>
          </p:nvPr>
        </p:nvSpPr>
        <p:spPr bwMode="ltGray">
          <a:xfrm>
            <a:off x="468630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8" name="Text Placeholder 11">
            <a:extLst>
              <a:ext uri="{FF2B5EF4-FFF2-40B4-BE49-F238E27FC236}">
                <a16:creationId xmlns:a16="http://schemas.microsoft.com/office/drawing/2014/main" id="{F7F06D45-B145-3780-49F6-BE617DDBDE41}"/>
              </a:ext>
            </a:extLst>
          </p:cNvPr>
          <p:cNvSpPr>
            <a:spLocks noGrp="1"/>
          </p:cNvSpPr>
          <p:nvPr>
            <p:ph type="body" sz="quarter" idx="24"/>
          </p:nvPr>
        </p:nvSpPr>
        <p:spPr>
          <a:xfrm>
            <a:off x="4680348"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8B0B40D6-1117-8B24-4089-BB3CEF4DAF3E}"/>
              </a:ext>
            </a:extLst>
          </p:cNvPr>
          <p:cNvSpPr>
            <a:spLocks noGrp="1"/>
          </p:cNvSpPr>
          <p:nvPr>
            <p:ph type="body" sz="quarter" idx="34"/>
          </p:nvPr>
        </p:nvSpPr>
        <p:spPr>
          <a:xfrm>
            <a:off x="4676128"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41013BA-5459-4F89-B59D-0ADC194876D5}"/>
              </a:ext>
            </a:extLst>
          </p:cNvPr>
          <p:cNvSpPr>
            <a:spLocks noGrp="1"/>
          </p:cNvSpPr>
          <p:nvPr>
            <p:ph type="pic" sz="quarter" idx="31"/>
          </p:nvPr>
        </p:nvSpPr>
        <p:spPr bwMode="ltGray">
          <a:xfrm>
            <a:off x="68008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20" name="Text Placeholder 11">
            <a:extLst>
              <a:ext uri="{FF2B5EF4-FFF2-40B4-BE49-F238E27FC236}">
                <a16:creationId xmlns:a16="http://schemas.microsoft.com/office/drawing/2014/main" id="{9C586E8F-D3A3-C215-76A4-E3A03A5104EB}"/>
              </a:ext>
            </a:extLst>
          </p:cNvPr>
          <p:cNvSpPr>
            <a:spLocks noGrp="1"/>
          </p:cNvSpPr>
          <p:nvPr>
            <p:ph type="body" sz="quarter" idx="26"/>
          </p:nvPr>
        </p:nvSpPr>
        <p:spPr>
          <a:xfrm>
            <a:off x="6807196"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311900E2-1D2D-6D0A-7E29-8FAEA637B2C7}"/>
              </a:ext>
            </a:extLst>
          </p:cNvPr>
          <p:cNvSpPr>
            <a:spLocks noGrp="1"/>
          </p:cNvSpPr>
          <p:nvPr>
            <p:ph type="body" sz="quarter" idx="35"/>
          </p:nvPr>
        </p:nvSpPr>
        <p:spPr>
          <a:xfrm>
            <a:off x="6811657"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Tree>
    <p:extLst>
      <p:ext uri="{BB962C8B-B14F-4D97-AF65-F5344CB8AC3E}">
        <p14:creationId xmlns:p14="http://schemas.microsoft.com/office/powerpoint/2010/main" val="3502176566"/>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Summar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F80D2B25-7521-D486-405F-9309E22E85E1}"/>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0" name="Oval 9">
              <a:extLst>
                <a:ext uri="{FF2B5EF4-FFF2-40B4-BE49-F238E27FC236}">
                  <a16:creationId xmlns:a16="http://schemas.microsoft.com/office/drawing/2014/main" id="{01434F67-B3AA-41BB-E81D-4AD05F409F6D}"/>
                </a:ext>
              </a:extLst>
            </p:cNvPr>
            <p:cNvSpPr/>
            <p:nvPr/>
          </p:nvSpPr>
          <p:spPr>
            <a:xfrm>
              <a:off x="5540700"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a:extLst>
                <a:ext uri="{FF2B5EF4-FFF2-40B4-BE49-F238E27FC236}">
                  <a16:creationId xmlns:a16="http://schemas.microsoft.com/office/drawing/2014/main" id="{6D011E5C-69E1-0316-E865-3BCC8E8B2EBB}"/>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2552114261"/>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Knowled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5" name="Group 4">
            <a:extLst>
              <a:ext uri="{FF2B5EF4-FFF2-40B4-BE49-F238E27FC236}">
                <a16:creationId xmlns:a16="http://schemas.microsoft.com/office/drawing/2014/main" id="{BA3DF09A-F855-F868-80F5-0BE1A95EAC15}"/>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2" name="Oval 11">
              <a:extLst>
                <a:ext uri="{FF2B5EF4-FFF2-40B4-BE49-F238E27FC236}">
                  <a16:creationId xmlns:a16="http://schemas.microsoft.com/office/drawing/2014/main" id="{E02F3D99-76D3-5383-A61D-215BC38D43E1}"/>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136F99C5-D16E-7540-C83D-3442D1FCD55D}"/>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2648102526"/>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Lab">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76EA3CFB-9697-C0F0-7B4C-7E3873DE53FB}"/>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0" name="Oval 9">
              <a:extLst>
                <a:ext uri="{FF2B5EF4-FFF2-40B4-BE49-F238E27FC236}">
                  <a16:creationId xmlns:a16="http://schemas.microsoft.com/office/drawing/2014/main" id="{746C21DA-1493-FA44-3F9C-34E05FF08B74}"/>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33">
              <a:extLst>
                <a:ext uri="{FF2B5EF4-FFF2-40B4-BE49-F238E27FC236}">
                  <a16:creationId xmlns:a16="http://schemas.microsoft.com/office/drawing/2014/main" id="{645CE35C-3A93-7951-31D3-E08248B1C9C4}"/>
                </a:ext>
              </a:extLst>
            </p:cNvPr>
            <p:cNvPicPr/>
            <p:nvPr/>
          </p:nvPicPr>
          <p:blipFill>
            <a:blip>
              <a:extLst>
                <a:ext uri="{96DAC541-7B7A-43D3-8B79-37D633B846F1}">
                  <asvg:svgBlip xmlns:asvg="http://schemas.microsoft.com/office/drawing/2016/SVG/main" r:embed="rId2"/>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3097902018"/>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Prepare for lab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F260BCEF-BA8C-42B9-D1E6-EED60C93E5F0}"/>
              </a:ext>
            </a:extLst>
          </p:cNvPr>
          <p:cNvGrpSpPr/>
          <p:nvPr/>
        </p:nvGrpSpPr>
        <p:grpSpPr>
          <a:xfrm>
            <a:off x="1922684" y="1189435"/>
            <a:ext cx="832950" cy="832950"/>
            <a:chOff x="2563579" y="1272115"/>
            <a:chExt cx="1110600" cy="1110600"/>
          </a:xfrm>
        </p:grpSpPr>
        <p:sp>
          <p:nvSpPr>
            <p:cNvPr id="10" name="Oval 9">
              <a:extLst>
                <a:ext uri="{FF2B5EF4-FFF2-40B4-BE49-F238E27FC236}">
                  <a16:creationId xmlns:a16="http://schemas.microsoft.com/office/drawing/2014/main" id="{34F743EF-1C3F-2BB6-EC5C-14389E448E71}"/>
                </a:ext>
              </a:extLst>
            </p:cNvPr>
            <p:cNvSpPr/>
            <p:nvPr/>
          </p:nvSpPr>
          <p:spPr>
            <a:xfrm>
              <a:off x="2563579" y="1272115"/>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22B6CEF7-CC05-CD93-EBB0-70FB66F30432}"/>
                </a:ext>
              </a:extLst>
            </p:cNvPr>
            <p:cNvPicPr/>
            <p:nvPr/>
          </p:nvPicPr>
          <p:blipFill>
            <a:blip r:embed="rId2"/>
            <a:stretch>
              <a:fillRect/>
            </a:stretch>
          </p:blipFill>
          <p:spPr>
            <a:xfrm>
              <a:off x="2766997" y="1476753"/>
              <a:ext cx="694944" cy="694944"/>
            </a:xfrm>
            <a:prstGeom prst="rect">
              <a:avLst/>
            </a:prstGeom>
          </p:spPr>
        </p:pic>
      </p:grpSp>
    </p:spTree>
    <p:extLst>
      <p:ext uri="{BB962C8B-B14F-4D97-AF65-F5344CB8AC3E}">
        <p14:creationId xmlns:p14="http://schemas.microsoft.com/office/powerpoint/2010/main" val="1131042532"/>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Pricin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5" name="Group 4">
            <a:extLst>
              <a:ext uri="{FF2B5EF4-FFF2-40B4-BE49-F238E27FC236}">
                <a16:creationId xmlns:a16="http://schemas.microsoft.com/office/drawing/2014/main" id="{F5C0986E-B689-6782-2E7B-724249108539}"/>
              </a:ext>
              <a:ext uri="{C183D7F6-B498-43B3-948B-1728B52AA6E4}">
                <adec:decorative xmlns:adec="http://schemas.microsoft.com/office/drawing/2017/decorative" val="1"/>
              </a:ext>
            </a:extLst>
          </p:cNvPr>
          <p:cNvGrpSpPr>
            <a:grpSpLocks/>
          </p:cNvGrpSpPr>
          <p:nvPr/>
        </p:nvGrpSpPr>
        <p:grpSpPr>
          <a:xfrm>
            <a:off x="1922684" y="1189435"/>
            <a:ext cx="832950" cy="832950"/>
            <a:chOff x="1742946" y="2116300"/>
            <a:chExt cx="1110600" cy="1110600"/>
          </a:xfrm>
        </p:grpSpPr>
        <p:sp>
          <p:nvSpPr>
            <p:cNvPr id="12" name="Oval 11">
              <a:extLst>
                <a:ext uri="{FF2B5EF4-FFF2-40B4-BE49-F238E27FC236}">
                  <a16:creationId xmlns:a16="http://schemas.microsoft.com/office/drawing/2014/main" id="{6CAA49E0-DE74-4741-67A0-EFF39DD2D638}"/>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B35AFCD5-9997-32A3-C847-E02AC6233D3B}"/>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549845235"/>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UI La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nvGrpSpPr>
          <p:cNvPr id="5" name="Group 4">
            <a:extLst>
              <a:ext uri="{FF2B5EF4-FFF2-40B4-BE49-F238E27FC236}">
                <a16:creationId xmlns:a16="http://schemas.microsoft.com/office/drawing/2014/main" id="{6E20E92D-9C4E-2BF7-F5C3-1126C809696B}"/>
              </a:ext>
            </a:extLst>
          </p:cNvPr>
          <p:cNvGrpSpPr/>
          <p:nvPr/>
        </p:nvGrpSpPr>
        <p:grpSpPr>
          <a:xfrm>
            <a:off x="7584261" y="670323"/>
            <a:ext cx="832950" cy="832950"/>
            <a:chOff x="10112348" y="738519"/>
            <a:chExt cx="1110600" cy="1110600"/>
          </a:xfrm>
        </p:grpSpPr>
        <p:sp>
          <p:nvSpPr>
            <p:cNvPr id="10" name="Oval 9">
              <a:extLst>
                <a:ext uri="{FF2B5EF4-FFF2-40B4-BE49-F238E27FC236}">
                  <a16:creationId xmlns:a16="http://schemas.microsoft.com/office/drawing/2014/main" id="{7567CE8E-AD7A-BEDE-7D43-4F2561774537}"/>
                </a:ext>
              </a:extLst>
            </p:cNvPr>
            <p:cNvSpPr/>
            <p:nvPr/>
          </p:nvSpPr>
          <p:spPr>
            <a:xfrm>
              <a:off x="10112348" y="738519"/>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081CBB52-335F-8D52-200D-2D007D689042}"/>
                </a:ext>
              </a:extLst>
            </p:cNvPr>
            <p:cNvPicPr/>
            <p:nvPr/>
          </p:nvPicPr>
          <p:blipFill>
            <a:blip r:embed="rId2"/>
            <a:stretch>
              <a:fillRect/>
            </a:stretch>
          </p:blipFill>
          <p:spPr>
            <a:xfrm>
              <a:off x="10315766" y="945273"/>
              <a:ext cx="694944" cy="694944"/>
            </a:xfrm>
            <a:prstGeom prst="rect">
              <a:avLst/>
            </a:prstGeom>
          </p:spPr>
        </p:pic>
      </p:grpSp>
    </p:spTree>
    <p:extLst>
      <p:ext uri="{BB962C8B-B14F-4D97-AF65-F5344CB8AC3E}">
        <p14:creationId xmlns:p14="http://schemas.microsoft.com/office/powerpoint/2010/main" val="1262416091"/>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Pricing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nvGrpSpPr>
          <p:cNvPr id="4" name="Group 3">
            <a:extLst>
              <a:ext uri="{FF2B5EF4-FFF2-40B4-BE49-F238E27FC236}">
                <a16:creationId xmlns:a16="http://schemas.microsoft.com/office/drawing/2014/main" id="{EB724FB4-110F-14DB-C9A2-8DC893034C9B}"/>
              </a:ext>
              <a:ext uri="{C183D7F6-B498-43B3-948B-1728B52AA6E4}">
                <adec:decorative xmlns:adec="http://schemas.microsoft.com/office/drawing/2017/decorative" val="1"/>
              </a:ext>
            </a:extLst>
          </p:cNvPr>
          <p:cNvGrpSpPr/>
          <p:nvPr/>
        </p:nvGrpSpPr>
        <p:grpSpPr>
          <a:xfrm>
            <a:off x="7580954" y="670323"/>
            <a:ext cx="832950" cy="832950"/>
            <a:chOff x="1742946" y="2116300"/>
            <a:chExt cx="1110600" cy="1110600"/>
          </a:xfrm>
        </p:grpSpPr>
        <p:sp>
          <p:nvSpPr>
            <p:cNvPr id="6" name="Oval 5">
              <a:extLst>
                <a:ext uri="{FF2B5EF4-FFF2-40B4-BE49-F238E27FC236}">
                  <a16:creationId xmlns:a16="http://schemas.microsoft.com/office/drawing/2014/main" id="{CEC0BCC3-7EC5-6F81-B1AA-80A4894ABF0C}"/>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7" name="Picture 6">
              <a:extLst>
                <a:ext uri="{FF2B5EF4-FFF2-40B4-BE49-F238E27FC236}">
                  <a16:creationId xmlns:a16="http://schemas.microsoft.com/office/drawing/2014/main" id="{9D467AA4-32D7-985C-93B4-6A2CF9D380C2}"/>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1115606388"/>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2-column_Callout_with Image">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A0C1B43-5B0F-7090-B43D-4D154AC01AF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 name="Footer Placeholder 2">
            <a:extLst>
              <a:ext uri="{FF2B5EF4-FFF2-40B4-BE49-F238E27FC236}">
                <a16:creationId xmlns:a16="http://schemas.microsoft.com/office/drawing/2014/main" id="{2E22E512-824E-5687-C33B-5B41FE43E981}"/>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048000" y="969175"/>
            <a:ext cx="5651897" cy="245982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3048000" y="3622732"/>
            <a:ext cx="5651897"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3054797" y="3923735"/>
            <a:ext cx="5645100"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p:nvSpPr>
        <p:spPr bwMode="auto">
          <a:xfrm>
            <a:off x="-1" y="969174"/>
            <a:ext cx="2340770" cy="4174326"/>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441197" y="1657576"/>
            <a:ext cx="1584940"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2917097551"/>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p:nvSpPr>
        <p:spPr bwMode="auto">
          <a:xfrm>
            <a:off x="1416" y="0"/>
            <a:ext cx="5168674" cy="51435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a:spLocks/>
          </p:cNvSpPr>
          <p:nvPr/>
        </p:nvSpPr>
        <p:spPr bwMode="auto">
          <a:xfrm rot="16200000" flipH="1">
            <a:off x="5969001" y="1011299"/>
            <a:ext cx="2844802" cy="3530599"/>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01724" tIns="0" rIns="201724" bIns="67241" numCol="1" spcCol="0" rtlCol="0" fromWordArt="0" anchor="ctr"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1200" cap="none" spc="0" normalizeH="0" baseline="30000" noProof="0" dirty="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5594165" y="1319374"/>
            <a:ext cx="3553407" cy="290301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5793582" y="1531144"/>
            <a:ext cx="3350419" cy="2483643"/>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website screenshot here or click or tap icon below to insert</a:t>
            </a:r>
          </a:p>
          <a:p>
            <a:endParaRPr lang="en-US" dirty="0"/>
          </a:p>
          <a:p>
            <a:endParaRPr lang="en-US" dirty="0"/>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441198" y="438913"/>
            <a:ext cx="423915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438150" y="1195617"/>
            <a:ext cx="4240930"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439793" y="1564324"/>
            <a:ext cx="4239151"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2">
            <a:extLst>
              <a:ext uri="{FF2B5EF4-FFF2-40B4-BE49-F238E27FC236}">
                <a16:creationId xmlns:a16="http://schemas.microsoft.com/office/drawing/2014/main" id="{6F36D75B-95FF-2F0D-75F2-EF58B69B29D9}"/>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881864664"/>
      </p:ext>
    </p:extLst>
  </p:cSld>
  <p:clrMapOvr>
    <a:masterClrMapping/>
  </p:clrMapOvr>
  <p:transition>
    <p:fade/>
  </p:transition>
  <p:hf sldNum="0"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1727573830"/>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017491700"/>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2783497731"/>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328967"/>
            <a:ext cx="658408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697674"/>
            <a:ext cx="6581324"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246877834"/>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195614"/>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495594"/>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p:nvGrpSpPr>
        <p:grpSpPr>
          <a:xfrm>
            <a:off x="7580954" y="670323"/>
            <a:ext cx="832950" cy="83295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926306" y="3369324"/>
            <a:ext cx="6584087" cy="343171"/>
          </a:xfrm>
          <a:prstGeom prst="rect">
            <a:avLst/>
          </a:prstGeom>
        </p:spPr>
        <p:txBody>
          <a:bodyPr anchor="t"/>
          <a:lstStyle>
            <a:lvl1pPr marL="0" indent="0">
              <a:spcBef>
                <a:spcPts val="0"/>
              </a:spcBef>
              <a:buNone/>
              <a:defRPr sz="103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927949" y="3674066"/>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926306" y="2282018"/>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927949" y="2586760"/>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1844404502"/>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p:nvSpPr>
        <p:spPr>
          <a:xfrm>
            <a:off x="441197" y="969559"/>
            <a:ext cx="7556231" cy="3562478"/>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a:cs typeface="Segoe UI Semibold" panose="020B0502040204020203" pitchFamily="34" charset="0"/>
              </a:defRPr>
            </a:lvl1pPr>
          </a:lstStyle>
          <a:p>
            <a:pPr lvl="0"/>
            <a:r>
              <a:rPr lang="en-US"/>
              <a:t>Click to edit Master title style</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195614"/>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495594"/>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p:nvGrpSpPr>
        <p:grpSpPr>
          <a:xfrm>
            <a:off x="7580954" y="670323"/>
            <a:ext cx="832950" cy="83295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926306" y="3369324"/>
            <a:ext cx="6584087" cy="343171"/>
          </a:xfrm>
          <a:prstGeom prst="rect">
            <a:avLst/>
          </a:prstGeom>
        </p:spPr>
        <p:txBody>
          <a:bodyPr anchor="t"/>
          <a:lstStyle>
            <a:lvl1pPr marL="0" indent="0">
              <a:spcBef>
                <a:spcPts val="0"/>
              </a:spcBef>
              <a:buNone/>
              <a:defRPr sz="103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927949" y="3674066"/>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926306" y="2282018"/>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927949" y="2586760"/>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4212318750"/>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120885"/>
            <a:ext cx="9144001" cy="2276400"/>
          </a:xfrm>
          <a:prstGeom prst="rect">
            <a:avLst/>
          </a:prstGeom>
        </p:spPr>
      </p:pic>
    </p:spTree>
    <p:extLst>
      <p:ext uri="{BB962C8B-B14F-4D97-AF65-F5344CB8AC3E}">
        <p14:creationId xmlns:p14="http://schemas.microsoft.com/office/powerpoint/2010/main" val="460470317"/>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358495"/>
            <a:ext cx="9144001" cy="2276400"/>
          </a:xfrm>
          <a:prstGeom prst="rect">
            <a:avLst/>
          </a:prstGeom>
        </p:spPr>
      </p:pic>
    </p:spTree>
    <p:extLst>
      <p:ext uri="{BB962C8B-B14F-4D97-AF65-F5344CB8AC3E}">
        <p14:creationId xmlns:p14="http://schemas.microsoft.com/office/powerpoint/2010/main" val="3329299643"/>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1_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120885"/>
            <a:ext cx="9144001" cy="2276400"/>
          </a:xfrm>
          <a:prstGeom prst="rect">
            <a:avLst/>
          </a:prstGeom>
        </p:spPr>
      </p:pic>
      <p:sp>
        <p:nvSpPr>
          <p:cNvPr id="3" name="Rounded Rectangle 3_1">
            <a:extLst>
              <a:ext uri="{FF2B5EF4-FFF2-40B4-BE49-F238E27FC236}">
                <a16:creationId xmlns:a16="http://schemas.microsoft.com/office/drawing/2014/main" id="{EA6FD2A8-720D-4961-EE5A-DE1728EBB8A1}"/>
              </a:ext>
              <a:ext uri="{C183D7F6-B498-43B3-948B-1728B52AA6E4}">
                <adec:decorative xmlns:adec="http://schemas.microsoft.com/office/drawing/2017/decorative" val="1"/>
              </a:ext>
            </a:extLst>
          </p:cNvPr>
          <p:cNvSpPr/>
          <p:nvPr/>
        </p:nvSpPr>
        <p:spPr>
          <a:xfrm>
            <a:off x="435298" y="1340462"/>
            <a:ext cx="7974776" cy="2728687"/>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134483" rIns="134483" bIns="134483" numCol="1" spcCol="457200" rtlCol="0" anchor="t"/>
          <a:lstStyle/>
          <a:p>
            <a:pPr marL="0" marR="0" lvl="0" indent="0" algn="l" defTabSz="685938" rtl="0" eaLnBrk="1" fontAlgn="auto" latinLnBrk="0" hangingPunct="1">
              <a:lnSpc>
                <a:spcPct val="100000"/>
              </a:lnSpc>
              <a:spcBef>
                <a:spcPts val="882"/>
              </a:spcBef>
              <a:spcAft>
                <a:spcPts val="0"/>
              </a:spcAft>
              <a:buClrTx/>
              <a:buSzPct val="90000"/>
              <a:buFont typeface="Wingdings" panose="05000000000000000000" pitchFamily="2" charset="2"/>
              <a:buNone/>
              <a:tabLst/>
              <a:defRPr/>
            </a:pPr>
            <a:endParaRPr kumimoji="0" lang="en-US" sz="1177"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2358576331"/>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1_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358495"/>
            <a:ext cx="9144001" cy="2276400"/>
          </a:xfrm>
          <a:prstGeom prst="rect">
            <a:avLst/>
          </a:prstGeom>
        </p:spPr>
      </p:pic>
      <p:sp>
        <p:nvSpPr>
          <p:cNvPr id="3" name="Rounded Rectangle 3_1">
            <a:extLst>
              <a:ext uri="{FF2B5EF4-FFF2-40B4-BE49-F238E27FC236}">
                <a16:creationId xmlns:a16="http://schemas.microsoft.com/office/drawing/2014/main" id="{3C1E8CAF-6128-384E-E21D-0DE6DC548F23}"/>
              </a:ext>
              <a:ext uri="{C183D7F6-B498-43B3-948B-1728B52AA6E4}">
                <adec:decorative xmlns:adec="http://schemas.microsoft.com/office/drawing/2017/decorative" val="1"/>
              </a:ext>
            </a:extLst>
          </p:cNvPr>
          <p:cNvSpPr/>
          <p:nvPr/>
        </p:nvSpPr>
        <p:spPr>
          <a:xfrm>
            <a:off x="435298" y="1340462"/>
            <a:ext cx="7974776" cy="2728687"/>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134483" rIns="134483" bIns="134483" numCol="1" spcCol="457200" rtlCol="0" anchor="t"/>
          <a:lstStyle/>
          <a:p>
            <a:pPr marL="0" marR="0" lvl="0" indent="0" algn="l" defTabSz="685938" rtl="0" eaLnBrk="1" fontAlgn="auto" latinLnBrk="0" hangingPunct="1">
              <a:lnSpc>
                <a:spcPct val="100000"/>
              </a:lnSpc>
              <a:spcBef>
                <a:spcPts val="882"/>
              </a:spcBef>
              <a:spcAft>
                <a:spcPts val="0"/>
              </a:spcAft>
              <a:buClrTx/>
              <a:buSzPct val="90000"/>
              <a:buFont typeface="Wingdings" panose="05000000000000000000" pitchFamily="2" charset="2"/>
              <a:buNone/>
              <a:tabLst/>
              <a:defRPr/>
            </a:pPr>
            <a:endParaRPr kumimoji="0" lang="en-US" sz="1177"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3238546991"/>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1" y="0"/>
            <a:ext cx="3368999" cy="862672"/>
          </a:xfrm>
          <a:gradFill flip="none" rotWithShape="1">
            <a:gsLst>
              <a:gs pos="0">
                <a:srgbClr val="000000"/>
              </a:gs>
              <a:gs pos="92000">
                <a:srgbClr val="000000"/>
              </a:gs>
              <a:gs pos="92000">
                <a:schemeClr val="accent3"/>
              </a:gs>
            </a:gsLst>
            <a:lin ang="16200000" scaled="1"/>
            <a:tileRect/>
          </a:gradFill>
        </p:spPr>
        <p:txBody>
          <a:bodyPr vert="horz" wrap="square" lIns="585216" tIns="91440" rIns="585216" bIns="45720" rtlCol="0">
            <a:spAutoFit/>
          </a:bodyPr>
          <a:lstStyle>
            <a:lvl1pPr marL="0" indent="0">
              <a:buNone/>
              <a:defRPr kumimoji="0" lang="en-US" sz="2353" b="0" i="0" u="none" strike="noStrike" cap="none" normalizeH="0" dirty="0">
                <a:ln>
                  <a:noFill/>
                </a:ln>
                <a:solidFill>
                  <a:srgbClr val="FFFFFF"/>
                </a:solidFill>
                <a:effectLst/>
                <a:uLnTx/>
                <a:uFillTx/>
                <a:latin typeface="+mj-lt"/>
              </a:defRPr>
            </a:lvl1pPr>
          </a:lstStyle>
          <a:p>
            <a:pPr marL="168112" lvl="0" indent="-168112"/>
            <a:r>
              <a:rPr lang="en-US"/>
              <a:t>Click to enter title</a:t>
            </a:r>
          </a:p>
        </p:txBody>
      </p:sp>
      <p:sp>
        <p:nvSpPr>
          <p:cNvPr id="8" name="Text Placeholder 3">
            <a:extLst>
              <a:ext uri="{FF2B5EF4-FFF2-40B4-BE49-F238E27FC236}">
                <a16:creationId xmlns:a16="http://schemas.microsoft.com/office/drawing/2014/main" id="{642E0005-D466-9A2B-2F72-437D2E7450DA}"/>
              </a:ext>
            </a:extLst>
          </p:cNvPr>
          <p:cNvSpPr txBox="1">
            <a:spLocks/>
          </p:cNvSpPr>
          <p:nvPr/>
        </p:nvSpPr>
        <p:spPr>
          <a:xfrm>
            <a:off x="221457" y="577850"/>
            <a:ext cx="8703468" cy="4128691"/>
          </a:xfrm>
          <a:prstGeom prst="rect">
            <a:avLst/>
          </a:prstGeom>
          <a:solidFill>
            <a:srgbClr val="FFFFFF"/>
          </a:solidFill>
        </p:spPr>
        <p:txBody>
          <a:bodyPr vert="horz" lIns="201724" tIns="134483" rIns="134483" bIns="134483" rtlCol="0">
            <a:noAutofit/>
          </a:bodyPr>
          <a:lstStyle>
            <a:lvl1pPr marL="0" indent="0" algn="l" defTabSz="914132" rtl="0" eaLnBrk="1" latinLnBrk="0" hangingPunct="1">
              <a:lnSpc>
                <a:spcPct val="150000"/>
              </a:lnSpc>
              <a:spcBef>
                <a:spcPts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20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800" b="0" i="0" kern="1200" dirty="0" smtClean="0">
                <a:solidFill>
                  <a:schemeClr val="tx1"/>
                </a:solidFill>
                <a:effectLst/>
                <a:latin typeface="Segoe UI" charset="0"/>
                <a:ea typeface="Segoe UI" charset="0"/>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dirty="0">
                <a:solidFill>
                  <a:schemeClr val="tx1"/>
                </a:solidFill>
                <a:effectLst/>
                <a:latin typeface="Segoe UI" charset="0"/>
                <a:ea typeface="Segoe UI" charset="0"/>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672253" rtl="0" eaLnBrk="1" fontAlgn="auto" latinLnBrk="0" hangingPunct="1">
              <a:lnSpc>
                <a:spcPct val="150000"/>
              </a:lnSpc>
              <a:spcBef>
                <a:spcPts val="0"/>
              </a:spcBef>
              <a:spcAft>
                <a:spcPts val="441"/>
              </a:spcAft>
              <a:buClr>
                <a:srgbClr val="E9E9E9"/>
              </a:buClr>
              <a:buSzPct val="120000"/>
              <a:buFontTx/>
              <a:buNone/>
              <a:tabLst/>
              <a:defRPr/>
            </a:pPr>
            <a:endParaRPr kumimoji="0" lang="en-US" sz="1030" b="0" i="0" u="none" strike="noStrike" kern="1200" cap="none" spc="0" normalizeH="0" baseline="0" noProof="0" dirty="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434580" y="812800"/>
            <a:ext cx="8265319" cy="343171"/>
          </a:xfrm>
        </p:spPr>
        <p:txBody>
          <a:bodyPr/>
          <a:lstStyle>
            <a:lvl1pPr marL="0" indent="0">
              <a:buNone/>
              <a:tabLst/>
              <a:defRPr sz="1030">
                <a:solidFill>
                  <a:srgbClr val="2F2F2F"/>
                </a:solidFill>
                <a:latin typeface="Consolas" panose="020B0609020204030204" pitchFamily="49" charset="0"/>
                <a:cs typeface="Consolas" panose="020B0609020204030204" pitchFamily="49" charset="0"/>
              </a:defRPr>
            </a:lvl1pPr>
            <a:lvl2pPr marL="254779" indent="0">
              <a:buNone/>
              <a:defRPr sz="1764">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429791" indent="0">
              <a:buNone/>
              <a:defRPr sz="147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598850"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772672"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484119231"/>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3904488" y="0"/>
            <a:ext cx="5239512" cy="51435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441198" y="438912"/>
            <a:ext cx="3032071" cy="738664"/>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439793" y="1195617"/>
            <a:ext cx="3032071" cy="986617"/>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4350543" y="436960"/>
            <a:ext cx="4349354" cy="343171"/>
          </a:xfrm>
        </p:spPr>
        <p:txBody>
          <a:bodyPr/>
          <a:lstStyle>
            <a:lvl1pPr marL="0" indent="0">
              <a:buNone/>
              <a:tabLst/>
              <a:defRPr sz="1030">
                <a:solidFill>
                  <a:srgbClr val="2F2F2F"/>
                </a:solidFill>
                <a:latin typeface="Consolas" panose="020B0609020204030204" pitchFamily="49" charset="0"/>
                <a:cs typeface="Consolas" panose="020B0609020204030204" pitchFamily="49" charset="0"/>
              </a:defRPr>
            </a:lvl1pPr>
            <a:lvl2pPr marL="254779" indent="0">
              <a:buNone/>
              <a:defRPr sz="1764">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429791" indent="0">
              <a:buNone/>
              <a:defRPr sz="147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598850"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772672"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77338889"/>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439792" y="1193292"/>
            <a:ext cx="6144768" cy="715709"/>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439792" y="1561283"/>
            <a:ext cx="6144768" cy="1257524"/>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439792" y="2690344"/>
            <a:ext cx="6144768" cy="715709"/>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439792" y="3058334"/>
            <a:ext cx="6144768" cy="1257524"/>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272855953"/>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1_Text option_3 rows">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CB19F3EF-E352-4C65-98EB-C1D64E0A7284}"/>
              </a:ext>
            </a:extLst>
          </p:cNvPr>
          <p:cNvSpPr>
            <a:spLocks noGrp="1"/>
          </p:cNvSpPr>
          <p:nvPr>
            <p:ph type="body" sz="quarter" idx="11" hasCustomPrompt="1"/>
          </p:nvPr>
        </p:nvSpPr>
        <p:spPr>
          <a:xfrm>
            <a:off x="1042095" y="1092672"/>
            <a:ext cx="7657803" cy="582930"/>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0" name="Text Placeholder 4">
            <a:extLst>
              <a:ext uri="{FF2B5EF4-FFF2-40B4-BE49-F238E27FC236}">
                <a16:creationId xmlns:a16="http://schemas.microsoft.com/office/drawing/2014/main" id="{E93C46D7-E811-4904-971C-BDAE52869A61}"/>
              </a:ext>
            </a:extLst>
          </p:cNvPr>
          <p:cNvSpPr>
            <a:spLocks noGrp="1"/>
          </p:cNvSpPr>
          <p:nvPr>
            <p:ph type="body" sz="quarter" idx="15" hasCustomPrompt="1"/>
          </p:nvPr>
        </p:nvSpPr>
        <p:spPr>
          <a:xfrm>
            <a:off x="1042095" y="1874336"/>
            <a:ext cx="7657803" cy="58588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2" name="Text Placeholder 4">
            <a:extLst>
              <a:ext uri="{FF2B5EF4-FFF2-40B4-BE49-F238E27FC236}">
                <a16:creationId xmlns:a16="http://schemas.microsoft.com/office/drawing/2014/main" id="{C84EFDE3-C2B4-4663-8852-A0D2423EB125}"/>
              </a:ext>
            </a:extLst>
          </p:cNvPr>
          <p:cNvSpPr>
            <a:spLocks noGrp="1"/>
          </p:cNvSpPr>
          <p:nvPr>
            <p:ph type="body" sz="quarter" idx="17" hasCustomPrompt="1"/>
          </p:nvPr>
        </p:nvSpPr>
        <p:spPr>
          <a:xfrm>
            <a:off x="1042095" y="2658957"/>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5" name="Title 1">
            <a:extLst>
              <a:ext uri="{FF2B5EF4-FFF2-40B4-BE49-F238E27FC236}">
                <a16:creationId xmlns:a16="http://schemas.microsoft.com/office/drawing/2014/main" id="{AC67A521-F4FD-E8EE-E376-D23CEA345620}"/>
              </a:ext>
            </a:extLst>
          </p:cNvPr>
          <p:cNvSpPr>
            <a:spLocks noGrp="1"/>
          </p:cNvSpPr>
          <p:nvPr>
            <p:ph type="title"/>
          </p:nvPr>
        </p:nvSpPr>
        <p:spPr>
          <a:xfrm>
            <a:off x="441197" y="438913"/>
            <a:ext cx="6144768"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984A61D4-2EBC-3C89-B9B9-A7E3006349EC}"/>
              </a:ext>
              <a:ext uri="{C183D7F6-B498-43B3-948B-1728B52AA6E4}">
                <adec:decorative xmlns:adec="http://schemas.microsoft.com/office/drawing/2017/decorative" val="1"/>
              </a:ext>
            </a:extLst>
          </p:cNvPr>
          <p:cNvCxnSpPr>
            <a:cxnSpLocks/>
          </p:cNvCxnSpPr>
          <p:nvPr/>
        </p:nvCxnSpPr>
        <p:spPr>
          <a:xfrm>
            <a:off x="1042273" y="1774968"/>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15C7F07-21BA-232C-099C-2DFC70761A21}"/>
              </a:ext>
              <a:ext uri="{C183D7F6-B498-43B3-948B-1728B52AA6E4}">
                <adec:decorative xmlns:adec="http://schemas.microsoft.com/office/drawing/2017/decorative" val="1"/>
              </a:ext>
            </a:extLst>
          </p:cNvPr>
          <p:cNvCxnSpPr>
            <a:cxnSpLocks/>
          </p:cNvCxnSpPr>
          <p:nvPr/>
        </p:nvCxnSpPr>
        <p:spPr>
          <a:xfrm>
            <a:off x="1042273" y="255959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3446259"/>
      </p:ext>
    </p:extLst>
  </p:cSld>
  <p:clrMapOvr>
    <a:masterClrMapping/>
  </p:clrMapOvr>
  <p:transition>
    <p:fade/>
  </p:transition>
  <p:hf sldNum="0" hdr="0" ftr="0" dt="0"/>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1_Text option_4 rows">
    <p:spTree>
      <p:nvGrpSpPr>
        <p:cNvPr id="1" name=""/>
        <p:cNvGrpSpPr/>
        <p:nvPr/>
      </p:nvGrpSpPr>
      <p:grpSpPr>
        <a:xfrm>
          <a:off x="0" y="0"/>
          <a:ext cx="0" cy="0"/>
          <a:chOff x="0" y="0"/>
          <a:chExt cx="0" cy="0"/>
        </a:xfrm>
      </p:grpSpPr>
      <p:sp>
        <p:nvSpPr>
          <p:cNvPr id="12" name="Text Placeholder 4">
            <a:extLst>
              <a:ext uri="{FF2B5EF4-FFF2-40B4-BE49-F238E27FC236}">
                <a16:creationId xmlns:a16="http://schemas.microsoft.com/office/drawing/2014/main" id="{BDF9284C-6F78-4885-87E1-4AAD9E8090B1}"/>
              </a:ext>
            </a:extLst>
          </p:cNvPr>
          <p:cNvSpPr>
            <a:spLocks noGrp="1"/>
          </p:cNvSpPr>
          <p:nvPr>
            <p:ph type="body" sz="quarter" idx="11" hasCustomPrompt="1"/>
          </p:nvPr>
        </p:nvSpPr>
        <p:spPr>
          <a:xfrm>
            <a:off x="1042095" y="1092672"/>
            <a:ext cx="7657803" cy="582930"/>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0" name="Straight Connector 19">
            <a:extLst>
              <a:ext uri="{FF2B5EF4-FFF2-40B4-BE49-F238E27FC236}">
                <a16:creationId xmlns:a16="http://schemas.microsoft.com/office/drawing/2014/main" id="{4E9EA958-BE84-43C9-98F0-0C08E8EDD63F}"/>
              </a:ext>
              <a:ext uri="{C183D7F6-B498-43B3-948B-1728B52AA6E4}">
                <adec:decorative xmlns:adec="http://schemas.microsoft.com/office/drawing/2017/decorative" val="1"/>
              </a:ext>
            </a:extLst>
          </p:cNvPr>
          <p:cNvCxnSpPr>
            <a:cxnSpLocks/>
          </p:cNvCxnSpPr>
          <p:nvPr/>
        </p:nvCxnSpPr>
        <p:spPr>
          <a:xfrm>
            <a:off x="1042273" y="1774968"/>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D0E35C16-1FD5-43B8-8A48-E2CAEC4A6EA2}"/>
              </a:ext>
            </a:extLst>
          </p:cNvPr>
          <p:cNvSpPr>
            <a:spLocks noGrp="1"/>
          </p:cNvSpPr>
          <p:nvPr>
            <p:ph type="body" sz="quarter" idx="15" hasCustomPrompt="1"/>
          </p:nvPr>
        </p:nvSpPr>
        <p:spPr>
          <a:xfrm>
            <a:off x="1042095" y="1874336"/>
            <a:ext cx="7657803" cy="58588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1" name="Straight Connector 20">
            <a:extLst>
              <a:ext uri="{FF2B5EF4-FFF2-40B4-BE49-F238E27FC236}">
                <a16:creationId xmlns:a16="http://schemas.microsoft.com/office/drawing/2014/main" id="{FC78D634-25BA-4087-A772-1E555254B97D}"/>
              </a:ext>
              <a:ext uri="{C183D7F6-B498-43B3-948B-1728B52AA6E4}">
                <adec:decorative xmlns:adec="http://schemas.microsoft.com/office/drawing/2017/decorative" val="1"/>
              </a:ext>
            </a:extLst>
          </p:cNvPr>
          <p:cNvCxnSpPr>
            <a:cxnSpLocks/>
          </p:cNvCxnSpPr>
          <p:nvPr/>
        </p:nvCxnSpPr>
        <p:spPr>
          <a:xfrm>
            <a:off x="1042273" y="255959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7" name="Text Placeholder 4">
            <a:extLst>
              <a:ext uri="{FF2B5EF4-FFF2-40B4-BE49-F238E27FC236}">
                <a16:creationId xmlns:a16="http://schemas.microsoft.com/office/drawing/2014/main" id="{9F7B3EC7-70FC-4307-BB11-53CB4E14FFB9}"/>
              </a:ext>
            </a:extLst>
          </p:cNvPr>
          <p:cNvSpPr>
            <a:spLocks noGrp="1"/>
          </p:cNvSpPr>
          <p:nvPr>
            <p:ph type="body" sz="quarter" idx="17" hasCustomPrompt="1"/>
          </p:nvPr>
        </p:nvSpPr>
        <p:spPr>
          <a:xfrm>
            <a:off x="1042095" y="2658957"/>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2" name="Straight Connector 21">
            <a:extLst>
              <a:ext uri="{FF2B5EF4-FFF2-40B4-BE49-F238E27FC236}">
                <a16:creationId xmlns:a16="http://schemas.microsoft.com/office/drawing/2014/main" id="{71CE9993-705A-488D-910E-290FD0A522F4}"/>
              </a:ext>
              <a:ext uri="{C183D7F6-B498-43B3-948B-1728B52AA6E4}">
                <adec:decorative xmlns:adec="http://schemas.microsoft.com/office/drawing/2017/decorative" val="1"/>
              </a:ext>
            </a:extLst>
          </p:cNvPr>
          <p:cNvCxnSpPr>
            <a:cxnSpLocks/>
          </p:cNvCxnSpPr>
          <p:nvPr/>
        </p:nvCxnSpPr>
        <p:spPr>
          <a:xfrm>
            <a:off x="1042273" y="3344212"/>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DC5585A5-DAB7-4EFE-A980-497178E03B1A}"/>
              </a:ext>
            </a:extLst>
          </p:cNvPr>
          <p:cNvSpPr>
            <a:spLocks noGrp="1"/>
          </p:cNvSpPr>
          <p:nvPr>
            <p:ph type="body" sz="quarter" idx="19" hasCustomPrompt="1"/>
          </p:nvPr>
        </p:nvSpPr>
        <p:spPr>
          <a:xfrm>
            <a:off x="1042095" y="3443579"/>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9" name="Title 1">
            <a:extLst>
              <a:ext uri="{FF2B5EF4-FFF2-40B4-BE49-F238E27FC236}">
                <a16:creationId xmlns:a16="http://schemas.microsoft.com/office/drawing/2014/main" id="{75B21E8C-92C0-72B7-D04D-01894741A0D7}"/>
              </a:ext>
            </a:extLst>
          </p:cNvPr>
          <p:cNvSpPr>
            <a:spLocks noGrp="1"/>
          </p:cNvSpPr>
          <p:nvPr>
            <p:ph type="title"/>
          </p:nvPr>
        </p:nvSpPr>
        <p:spPr>
          <a:xfrm>
            <a:off x="441196" y="438913"/>
            <a:ext cx="8258702"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936048951"/>
      </p:ext>
    </p:extLst>
  </p:cSld>
  <p:clrMapOvr>
    <a:masterClrMapping/>
  </p:clrMapOvr>
  <p:transition>
    <p:fade/>
  </p:transition>
  <p:hf sldNum="0" hdr="0" ftr="0" dt="0"/>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1_Text option_5 rows">
    <p:spTree>
      <p:nvGrpSpPr>
        <p:cNvPr id="1" name=""/>
        <p:cNvGrpSpPr/>
        <p:nvPr/>
      </p:nvGrpSpPr>
      <p:grpSpPr>
        <a:xfrm>
          <a:off x="0" y="0"/>
          <a:ext cx="0" cy="0"/>
          <a:chOff x="0" y="0"/>
          <a:chExt cx="0" cy="0"/>
        </a:xfrm>
      </p:grpSpPr>
      <p:sp>
        <p:nvSpPr>
          <p:cNvPr id="5" name="Text Placeholder 4"/>
          <p:cNvSpPr>
            <a:spLocks noGrp="1"/>
          </p:cNvSpPr>
          <p:nvPr>
            <p:ph type="body" sz="quarter" idx="11" hasCustomPrompt="1"/>
          </p:nvPr>
        </p:nvSpPr>
        <p:spPr>
          <a:xfrm>
            <a:off x="1042095" y="1092672"/>
            <a:ext cx="7657803" cy="48421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F4A35CC4-D06B-40B4-91B1-CDA133426FEF}"/>
              </a:ext>
              <a:ext uri="{C183D7F6-B498-43B3-948B-1728B52AA6E4}">
                <adec:decorative xmlns:adec="http://schemas.microsoft.com/office/drawing/2017/decorative" val="1"/>
              </a:ext>
            </a:extLst>
          </p:cNvPr>
          <p:cNvCxnSpPr>
            <a:cxnSpLocks/>
          </p:cNvCxnSpPr>
          <p:nvPr/>
        </p:nvCxnSpPr>
        <p:spPr>
          <a:xfrm>
            <a:off x="1042273" y="165448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5" y="1732070"/>
            <a:ext cx="7657803" cy="486675"/>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569B8E47-3705-4496-95DB-2F04B39526B5}"/>
              </a:ext>
              <a:ext uri="{C183D7F6-B498-43B3-948B-1728B52AA6E4}">
                <adec:decorative xmlns:adec="http://schemas.microsoft.com/office/drawing/2017/decorative" val="1"/>
              </a:ext>
            </a:extLst>
          </p:cNvPr>
          <p:cNvCxnSpPr>
            <a:cxnSpLocks/>
          </p:cNvCxnSpPr>
          <p:nvPr/>
        </p:nvCxnSpPr>
        <p:spPr>
          <a:xfrm>
            <a:off x="1042273" y="2296334"/>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5" y="2373924"/>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9" name="Straight Connector 18">
            <a:extLst>
              <a:ext uri="{FF2B5EF4-FFF2-40B4-BE49-F238E27FC236}">
                <a16:creationId xmlns:a16="http://schemas.microsoft.com/office/drawing/2014/main" id="{971F4189-FC32-45CA-8DDD-889412FB1B93}"/>
              </a:ext>
              <a:ext uri="{C183D7F6-B498-43B3-948B-1728B52AA6E4}">
                <adec:decorative xmlns:adec="http://schemas.microsoft.com/office/drawing/2017/decorative" val="1"/>
              </a:ext>
            </a:extLst>
          </p:cNvPr>
          <p:cNvCxnSpPr>
            <a:cxnSpLocks/>
          </p:cNvCxnSpPr>
          <p:nvPr/>
        </p:nvCxnSpPr>
        <p:spPr>
          <a:xfrm>
            <a:off x="1042273" y="2938189"/>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5" y="3015778"/>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p:nvCxnSpPr>
        <p:spPr>
          <a:xfrm>
            <a:off x="1042273" y="3580043"/>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5" y="3657634"/>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sp>
        <p:nvSpPr>
          <p:cNvPr id="4" name="Title 1">
            <a:extLst>
              <a:ext uri="{FF2B5EF4-FFF2-40B4-BE49-F238E27FC236}">
                <a16:creationId xmlns:a16="http://schemas.microsoft.com/office/drawing/2014/main" id="{8F826457-AD96-78F4-E9DC-B4CC7DCCED84}"/>
              </a:ext>
            </a:extLst>
          </p:cNvPr>
          <p:cNvSpPr>
            <a:spLocks noGrp="1"/>
          </p:cNvSpPr>
          <p:nvPr>
            <p:ph type="title"/>
          </p:nvPr>
        </p:nvSpPr>
        <p:spPr>
          <a:xfrm>
            <a:off x="441197" y="438913"/>
            <a:ext cx="6144768"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759602188"/>
      </p:ext>
    </p:extLst>
  </p:cSld>
  <p:clrMapOvr>
    <a:masterClrMapping/>
  </p:clrMapOvr>
  <p:transition>
    <p:fade/>
  </p:transition>
  <p:hf sldNum="0" hdr="0" ftr="0" dt="0"/>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441197" y="-459432"/>
            <a:ext cx="6144768" cy="230833"/>
          </a:xfrm>
        </p:spPr>
        <p:txBody>
          <a:bodyPr/>
          <a:lstStyle>
            <a:lvl1pPr>
              <a:defRPr sz="1471" b="0" i="0">
                <a:solidFill>
                  <a:srgbClr val="001F2D"/>
                </a:solidFill>
                <a:latin typeface="+mj-lt"/>
                <a:cs typeface="Segoe UI Semibold" panose="020B0502040204020203" pitchFamily="34" charset="0"/>
              </a:defRPr>
            </a:lvl1pPr>
          </a:lstStyle>
          <a:p>
            <a:r>
              <a:rPr lang="en-US"/>
              <a:t>Final slide with logo</a:t>
            </a:r>
          </a:p>
        </p:txBody>
      </p:sp>
    </p:spTree>
    <p:extLst>
      <p:ext uri="{BB962C8B-B14F-4D97-AF65-F5344CB8AC3E}">
        <p14:creationId xmlns:p14="http://schemas.microsoft.com/office/powerpoint/2010/main" val="3417159305"/>
      </p:ext>
    </p:extLst>
  </p:cSld>
  <p:clrMapOvr>
    <a:overrideClrMapping bg1="lt1" tx1="dk1" bg2="lt2" tx2="dk2" accent1="accent1" accent2="accent2" accent3="accent3" accent4="accent4" accent5="accent5" accent6="accent6" hlink="hlink" folHlink="folHlink"/>
  </p:clrMapOvr>
  <p:transition>
    <p:fade/>
  </p:transition>
  <p:hf sldNum="0" hdr="0" ftr="0" dt="0"/>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441197" y="-462032"/>
            <a:ext cx="6144768" cy="230833"/>
          </a:xfrm>
        </p:spPr>
        <p:txBody>
          <a:bodyPr/>
          <a:lstStyle>
            <a:lvl1pPr>
              <a:defRPr sz="1471"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438913" y="1560171"/>
            <a:ext cx="2521457" cy="415499"/>
          </a:xfrm>
          <a:noFill/>
        </p:spPr>
        <p:txBody>
          <a:bodyPr wrap="square" lIns="0" tIns="0" rIns="0" bIns="0">
            <a:spAutoFit/>
          </a:bodyPr>
          <a:lstStyle>
            <a:lvl1pPr marL="0" indent="0" algn="l" defTabSz="336225" rtl="0" eaLnBrk="1" latinLnBrk="0" hangingPunct="1">
              <a:lnSpc>
                <a:spcPct val="100000"/>
              </a:lnSpc>
              <a:spcBef>
                <a:spcPct val="0"/>
              </a:spcBef>
              <a:spcAft>
                <a:spcPts val="0"/>
              </a:spcAft>
              <a:buFont typeface="Arial" panose="020B0604020202020204" pitchFamily="34" charset="0"/>
              <a:buNone/>
              <a:defRPr lang="en-US" sz="2647" b="0" kern="1200" cap="none" spc="-37" baseline="0" dirty="0">
                <a:ln w="3175">
                  <a:noFill/>
                </a:ln>
                <a:solidFill>
                  <a:schemeClr val="accent3"/>
                </a:solidFill>
                <a:effectLst/>
                <a:latin typeface="+mj-lt"/>
                <a:ea typeface="+mn-ea"/>
                <a:cs typeface="Segoe UI" panose="020B0502040204020203"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3364230" y="1707357"/>
            <a:ext cx="5335667" cy="411010"/>
          </a:xfrm>
        </p:spPr>
        <p:txBody>
          <a:bodyPr/>
          <a:lstStyle>
            <a:lvl1pPr marL="0" indent="0" algn="l" defTabSz="336225" rtl="0" eaLnBrk="1" latinLnBrk="0" hangingPunct="1">
              <a:lnSpc>
                <a:spcPct val="100000"/>
              </a:lnSpc>
              <a:spcBef>
                <a:spcPct val="0"/>
              </a:spcBef>
              <a:buNone/>
              <a:defRPr lang="en-US" sz="1471" b="0" kern="1200" cap="none" spc="-37" baseline="0" dirty="0" smtClean="0">
                <a:ln w="3175">
                  <a:noFill/>
                </a:ln>
                <a:solidFill>
                  <a:schemeClr val="tx1"/>
                </a:solidFill>
                <a:effectLst/>
                <a:latin typeface="+mn-lt"/>
                <a:ea typeface="+mn-ea"/>
                <a:cs typeface="Segoe UI" panose="020B0502040204020203" pitchFamily="34" charset="0"/>
              </a:defRPr>
            </a:lvl1pPr>
            <a:lvl2pPr marL="114316" indent="0">
              <a:buNone/>
              <a:defRPr lang="en-US" sz="1471" b="0" kern="1200" cap="none" spc="-37" baseline="0" dirty="0" smtClean="0">
                <a:ln w="3175">
                  <a:noFill/>
                </a:ln>
                <a:solidFill>
                  <a:schemeClr val="bg1"/>
                </a:solidFill>
                <a:effectLst/>
                <a:latin typeface="+mn-lt"/>
                <a:ea typeface="+mn-ea"/>
                <a:cs typeface="Segoe UI" panose="020B0502040204020203" pitchFamily="34" charset="0"/>
              </a:defRPr>
            </a:lvl2pPr>
            <a:lvl3pPr marL="195010" indent="0">
              <a:buNone/>
              <a:defRPr/>
            </a:lvl3pPr>
            <a:lvl4pPr marL="486826" indent="0">
              <a:buNone/>
              <a:defRPr/>
            </a:lvl4pPr>
            <a:lvl5pPr marL="629255" indent="0">
              <a:buNone/>
              <a:defRPr/>
            </a:lvl5pPr>
          </a:lstStyle>
          <a:p>
            <a:pPr lvl="0"/>
            <a:r>
              <a:rPr lang="en-US"/>
              <a:t>Click to edit Master text styles</a:t>
            </a:r>
          </a:p>
        </p:txBody>
      </p:sp>
    </p:spTree>
    <p:extLst>
      <p:ext uri="{BB962C8B-B14F-4D97-AF65-F5344CB8AC3E}">
        <p14:creationId xmlns:p14="http://schemas.microsoft.com/office/powerpoint/2010/main" val="2804140531"/>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1" orient="horz" pos="1592">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tx2"/>
                </a:solidFill>
              </a:defRPr>
            </a:lvl1pPr>
          </a:lstStyle>
          <a:p>
            <a:r>
              <a:rPr lang="en-US">
                <a:solidFill>
                  <a:schemeClr val="tx1"/>
                </a:solidFill>
              </a:rPr>
              <a:t>Microsoft Security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36583357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bg1"/>
                </a:solidFill>
              </a:defRPr>
            </a:lvl1pPr>
          </a:lstStyle>
          <a:p>
            <a:r>
              <a:rPr lang="en-US"/>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chemeClr val="bg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spTree>
    <p:extLst>
      <p:ext uri="{BB962C8B-B14F-4D97-AF65-F5344CB8AC3E}">
        <p14:creationId xmlns:p14="http://schemas.microsoft.com/office/powerpoint/2010/main" val="33555866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userDrawn="1"/>
        </p:nvSpPr>
        <p:spPr>
          <a:xfrm>
            <a:off x="3318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endParaRPr lang="en-US" sz="662" dirty="0"/>
          </a:p>
        </p:txBody>
      </p:sp>
      <p:pic>
        <p:nvPicPr>
          <p:cNvPr id="4" name="Picture 3">
            <a:extLst>
              <a:ext uri="{FF2B5EF4-FFF2-40B4-BE49-F238E27FC236}">
                <a16:creationId xmlns:a16="http://schemas.microsoft.com/office/drawing/2014/main" id="{C4B6689F-D3DF-4DE9-BFA0-0A8E724877B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213" y="0"/>
            <a:ext cx="4480343" cy="5143500"/>
          </a:xfrm>
          <a:prstGeom prst="rect">
            <a:avLst/>
          </a:prstGeom>
        </p:spPr>
      </p:pic>
    </p:spTree>
    <p:extLst>
      <p:ext uri="{BB962C8B-B14F-4D97-AF65-F5344CB8AC3E}">
        <p14:creationId xmlns:p14="http://schemas.microsoft.com/office/powerpoint/2010/main" val="877439065"/>
      </p:ext>
    </p:extLst>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userDrawn="1"/>
        </p:nvSpPr>
        <p:spPr bwMode="auto">
          <a:xfrm>
            <a:off x="4787353" y="442062"/>
            <a:ext cx="4253984" cy="4259376"/>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grpSp>
        <p:nvGrpSpPr>
          <p:cNvPr id="37" name="Group 36">
            <a:extLst>
              <a:ext uri="{FF2B5EF4-FFF2-40B4-BE49-F238E27FC236}">
                <a16:creationId xmlns:a16="http://schemas.microsoft.com/office/drawing/2014/main" id="{695F69F3-6C65-4C67-BE9F-99EE13ECA942}"/>
              </a:ext>
            </a:extLst>
          </p:cNvPr>
          <p:cNvGrpSpPr/>
          <p:nvPr userDrawn="1"/>
        </p:nvGrpSpPr>
        <p:grpSpPr>
          <a:xfrm>
            <a:off x="4950710" y="644833"/>
            <a:ext cx="3861441" cy="3853835"/>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1222670028"/>
      </p:ext>
    </p:extLst>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72" name="Rectangle 71">
            <a:extLst>
              <a:ext uri="{FF2B5EF4-FFF2-40B4-BE49-F238E27FC236}">
                <a16:creationId xmlns:a16="http://schemas.microsoft.com/office/drawing/2014/main" id="{5E3B1CB1-53A4-41B0-A2BE-8C0CF51F9838}"/>
              </a:ext>
            </a:extLst>
          </p:cNvPr>
          <p:cNvSpPr/>
          <p:nvPr userDrawn="1"/>
        </p:nvSpPr>
        <p:spPr bwMode="auto">
          <a:xfrm>
            <a:off x="4672381" y="0"/>
            <a:ext cx="4471619" cy="51435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4583927" y="0"/>
            <a:ext cx="4560074" cy="51435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userDrawn="1"/>
        </p:nvGrpSpPr>
        <p:grpSpPr>
          <a:xfrm>
            <a:off x="4950710" y="644833"/>
            <a:ext cx="3861441" cy="3853835"/>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Tree>
    <p:extLst>
      <p:ext uri="{BB962C8B-B14F-4D97-AF65-F5344CB8AC3E}">
        <p14:creationId xmlns:p14="http://schemas.microsoft.com/office/powerpoint/2010/main" val="3647547554"/>
      </p:ext>
    </p:extLst>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002729089"/>
      </p:ext>
    </p:extLst>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313982" y="330371"/>
            <a:ext cx="8505951" cy="48213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324067" y="812501"/>
            <a:ext cx="8505951" cy="318677"/>
          </a:xfrm>
        </p:spPr>
        <p:txBody>
          <a:bodyPr tIns="45720" rIns="0" bIns="45720"/>
          <a:lstStyle>
            <a:lvl1pPr>
              <a:defRPr sz="1471">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410391650"/>
      </p:ext>
    </p:extLst>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16621892"/>
      </p:ext>
    </p:extLst>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userDrawn="1"/>
        </p:nvSpPr>
        <p:spPr bwMode="auto">
          <a:xfrm>
            <a:off x="0" y="4252913"/>
            <a:ext cx="9144000" cy="56021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313982" y="4327516"/>
            <a:ext cx="8505951" cy="411010"/>
          </a:xfrm>
        </p:spPr>
        <p:txBody>
          <a:bodyPr anchor="ctr"/>
          <a:lstStyle>
            <a:lvl1pPr>
              <a:defRPr sz="1471"/>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604094295"/>
      </p:ext>
    </p:extLst>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4672012" y="1092672"/>
            <a:ext cx="4157663"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1EECB910-8937-4CC4-AEC5-2DD554C2D63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253031545"/>
      </p:ext>
    </p:extLst>
  </p:cSld>
  <p:clrMapOvr>
    <a:masterClrMapping/>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4566958" y="1208438"/>
            <a:ext cx="0" cy="169093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7516BD94-AE1C-455F-8D7D-7082BB27F029}"/>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865883823"/>
      </p:ext>
    </p:extLst>
  </p:cSld>
  <p:clrMapOvr>
    <a:masterClrMapping/>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4566957" y="1208438"/>
            <a:ext cx="0" cy="342241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87A06669-B2CF-43F2-99B5-001A005A3AA1}"/>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254200610"/>
      </p:ext>
    </p:extLst>
  </p:cSld>
  <p:clrMapOvr>
    <a:masterClrMapping/>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672013" y="1092672"/>
            <a:ext cx="4148683"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543726538"/>
      </p:ext>
    </p:extLst>
  </p:cSld>
  <p:clrMapOvr>
    <a:masterClrMapping/>
  </p:clrMapOvr>
  <p:transition>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3 rows</a:t>
            </a:r>
          </a:p>
        </p:txBody>
      </p:sp>
      <p:sp>
        <p:nvSpPr>
          <p:cNvPr id="5" name="Text Placeholder 4"/>
          <p:cNvSpPr>
            <a:spLocks noGrp="1"/>
          </p:cNvSpPr>
          <p:nvPr>
            <p:ph type="body" sz="quarter" idx="11" hasCustomPrompt="1"/>
          </p:nvPr>
        </p:nvSpPr>
        <p:spPr>
          <a:xfrm>
            <a:off x="3058716" y="1019176"/>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2112589"/>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3058716" y="3206001"/>
            <a:ext cx="5771303" cy="918325"/>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715838457"/>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3058716" y="739278"/>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754559"/>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276983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78511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565126122"/>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058716" y="518344"/>
            <a:ext cx="5771303" cy="616984"/>
          </a:xfrm>
        </p:spPr>
        <p:txBody>
          <a:bodyPr vert="horz" wrap="square" lIns="0" tIns="0" rIns="0" bIns="0" rtlCol="0" anchor="ctr">
            <a:noAutofit/>
          </a:bodyPr>
          <a:lstStyle>
            <a:lvl2pPr>
              <a:defRPr lang="en-US" sz="1324"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214950"/>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1911556"/>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3058716" y="2608162"/>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304768"/>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6" y="4001376"/>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187946141"/>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3058717" y="349761"/>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3058717" y="912198"/>
            <a:ext cx="5771302" cy="506917"/>
          </a:xfrm>
        </p:spPr>
        <p:txBody>
          <a:bodyPr vert="horz" wrap="square" lIns="0" tIns="0" rIns="0" bIns="0" rtlCol="0" anchor="ctr">
            <a:noAutofit/>
          </a:bodyPr>
          <a:lstStyle>
            <a:lvl2pPr>
              <a:defRPr lang="en-US" sz="1177"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3058717" y="1474635"/>
            <a:ext cx="5771302" cy="506917"/>
          </a:xfrm>
        </p:spPr>
        <p:txBody>
          <a:bodyPr vert="horz" wrap="square" lIns="0" tIns="0" rIns="0" bIns="0" rtlCol="0" anchor="ctr">
            <a:noAutofit/>
          </a:bodyPr>
          <a:lstStyle>
            <a:lvl2pPr>
              <a:defRPr lang="en-US" sz="1177"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3058717" y="2037072"/>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3058717" y="2599509"/>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7" y="3161946"/>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058717" y="372438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3058717" y="428682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717663792"/>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1" y="0"/>
            <a:ext cx="1783556"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rIns="0"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2714625" y="349761"/>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2714625" y="981459"/>
            <a:ext cx="2497931"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2714625" y="1613157"/>
            <a:ext cx="2497931"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2714625" y="2244855"/>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2714625" y="2876554"/>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2714625" y="3508251"/>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2714625" y="4139948"/>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6248401" y="349761"/>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6248401" y="981459"/>
            <a:ext cx="2581618"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6248401" y="1613157"/>
            <a:ext cx="2581618"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6248401" y="2244855"/>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6248401" y="2876554"/>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6248401" y="3508251"/>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6248401" y="4139948"/>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Tree>
    <p:extLst>
      <p:ext uri="{BB962C8B-B14F-4D97-AF65-F5344CB8AC3E}">
        <p14:creationId xmlns:p14="http://schemas.microsoft.com/office/powerpoint/2010/main" val="1830444922"/>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userDrawn="1"/>
        </p:nvSpPr>
        <p:spPr bwMode="auto">
          <a:xfrm>
            <a:off x="351100"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444570"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5" name="Text Placeholder 4"/>
          <p:cNvSpPr>
            <a:spLocks noGrp="1"/>
          </p:cNvSpPr>
          <p:nvPr>
            <p:ph type="body" sz="quarter" idx="11" hasCustomPrompt="1"/>
          </p:nvPr>
        </p:nvSpPr>
        <p:spPr>
          <a:xfrm>
            <a:off x="313984" y="3531162"/>
            <a:ext cx="2739698"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313984" y="3761122"/>
            <a:ext cx="2739698"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userDrawn="1"/>
        </p:nvSpPr>
        <p:spPr bwMode="auto">
          <a:xfrm>
            <a:off x="3231682"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3325152"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3220478"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3220478"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userDrawn="1"/>
        </p:nvSpPr>
        <p:spPr bwMode="auto">
          <a:xfrm>
            <a:off x="6119266"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6212737"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10" name="Text Placeholder 4"/>
          <p:cNvSpPr>
            <a:spLocks noGrp="1"/>
          </p:cNvSpPr>
          <p:nvPr>
            <p:ph type="body" sz="quarter" idx="13" hasCustomPrompt="1"/>
          </p:nvPr>
        </p:nvSpPr>
        <p:spPr>
          <a:xfrm>
            <a:off x="6108063"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6108063"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2078764817"/>
      </p:ext>
    </p:extLst>
  </p:cSld>
  <p:clrMapOvr>
    <a:masterClrMapping/>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userDrawn="1"/>
        </p:nvSpPr>
        <p:spPr bwMode="auto">
          <a:xfrm>
            <a:off x="1" y="1894985"/>
            <a:ext cx="7273265" cy="133803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313983" y="1894985"/>
            <a:ext cx="6892433" cy="1338036"/>
          </a:xfrm>
          <a:prstGeom prst="rect">
            <a:avLst/>
          </a:prstGeom>
          <a:noFill/>
        </p:spPr>
        <p:txBody>
          <a:bodyPr vert="horz" wrap="square" lIns="0" tIns="0" rIns="0" bIns="0" rtlCol="0" anchor="ctr" anchorCtr="0">
            <a:noAutofit/>
          </a:bodyPr>
          <a:lstStyle>
            <a:lvl1pPr>
              <a:defRPr lang="en-US" sz="2647" spc="-36" baseline="0" dirty="0">
                <a:solidFill>
                  <a:schemeClr val="bg1"/>
                </a:solidFill>
              </a:defRPr>
            </a:lvl1pPr>
          </a:lstStyle>
          <a:p>
            <a:pPr marL="0" lvl="0">
              <a:lnSpc>
                <a:spcPts val="4037"/>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userDrawn="1"/>
        </p:nvSpPr>
        <p:spPr bwMode="auto">
          <a:xfrm>
            <a:off x="7273266" y="1894985"/>
            <a:ext cx="1561952" cy="1338036"/>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userDrawn="1"/>
        </p:nvSpPr>
        <p:spPr bwMode="auto">
          <a:xfrm>
            <a:off x="8677112"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userDrawn="1"/>
        </p:nvSpPr>
        <p:spPr bwMode="auto">
          <a:xfrm flipH="1">
            <a:off x="7273264"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7573771" y="2083464"/>
            <a:ext cx="960941" cy="961077"/>
          </a:xfrm>
        </p:spPr>
        <p:txBody>
          <a:bodyPr anchor="ctr">
            <a:noAutofit/>
          </a:bodyPr>
          <a:lstStyle>
            <a:lvl1pPr algn="ctr">
              <a:defRPr/>
            </a:lvl1pPr>
          </a:lstStyle>
          <a:p>
            <a:r>
              <a:rPr lang="en-US"/>
              <a:t>Click icon to add picture</a:t>
            </a:r>
            <a:endParaRPr lang="en-US" dirty="0"/>
          </a:p>
        </p:txBody>
      </p:sp>
    </p:spTree>
    <p:extLst>
      <p:ext uri="{BB962C8B-B14F-4D97-AF65-F5344CB8AC3E}">
        <p14:creationId xmlns:p14="http://schemas.microsoft.com/office/powerpoint/2010/main" val="1437689397"/>
      </p:ext>
    </p:extLst>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3"/>
            <a:ext cx="4184483" cy="218008"/>
          </a:xfrm>
          <a:prstGeom prst="rect">
            <a:avLst/>
          </a:prstGeom>
        </p:spPr>
        <p:txBody>
          <a:bodyPr wrap="square" lIns="0" tIns="0" rIns="0" bIns="0">
            <a:spAutoFit/>
          </a:bodyPr>
          <a:lstStyle>
            <a:lvl1pPr marL="0" indent="0">
              <a:lnSpc>
                <a:spcPts val="1730"/>
              </a:lnSpc>
              <a:buNone/>
              <a:defRPr lang="en-US" sz="1471"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313984" y="1621222"/>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855576"/>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313984" y="2721659"/>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946759"/>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14287053"/>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2"/>
            <a:ext cx="4184483" cy="276999"/>
          </a:xfrm>
          <a:prstGeom prst="rect">
            <a:avLst/>
          </a:prstGeom>
        </p:spPr>
        <p:txBody>
          <a:bodyPr wrap="square" lIns="0" tIns="0" rIns="0" bIns="0" anchor="t">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701710"/>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313983" y="2301033"/>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46177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313983" y="306109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313983" y="3221842"/>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313983" y="3821165"/>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313983" y="398190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988251570"/>
      </p:ext>
    </p:extLst>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282120"/>
            <a:ext cx="4184483" cy="276999"/>
          </a:xfrm>
          <a:prstGeom prst="rect">
            <a:avLst/>
          </a:prstGeom>
        </p:spPr>
        <p:txBody>
          <a:bodyPr wrap="square" lIns="0" tIns="0" rIns="0" bIns="0" anchor="b">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066800" y="1700490"/>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1066800" y="2299812"/>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066800" y="246055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1066800" y="3059879"/>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066800" y="3220621"/>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1066800" y="3819945"/>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066800" y="398068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089426974"/>
      </p:ext>
    </p:extLst>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8516034"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userDrawn="1"/>
        </p:nvCxnSpPr>
        <p:spPr>
          <a:xfrm>
            <a:off x="313983" y="1995036"/>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userDrawn="1"/>
        </p:nvCxnSpPr>
        <p:spPr>
          <a:xfrm>
            <a:off x="313983" y="295284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userDrawn="1"/>
        </p:nvCxnSpPr>
        <p:spPr>
          <a:xfrm>
            <a:off x="313983" y="3910660"/>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865005"/>
      </p:ext>
    </p:extLst>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2" y="330371"/>
            <a:ext cx="8516036"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tIns="9144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4018651035"/>
      </p:ext>
    </p:extLst>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313982" y="330371"/>
            <a:ext cx="8505951" cy="546336"/>
          </a:xfrm>
        </p:spPr>
        <p:txBody>
          <a:bodyPr/>
          <a:lstStyle/>
          <a:p>
            <a:r>
              <a:rPr lang="en-US"/>
              <a:t>Click to edit Master title style</a:t>
            </a:r>
          </a:p>
        </p:txBody>
      </p:sp>
      <p:sp>
        <p:nvSpPr>
          <p:cNvPr id="4" name="Text Placeholder 3"/>
          <p:cNvSpPr>
            <a:spLocks noGrp="1"/>
          </p:cNvSpPr>
          <p:nvPr>
            <p:ph type="body" sz="quarter" idx="10" hasCustomPrompt="1"/>
          </p:nvPr>
        </p:nvSpPr>
        <p:spPr>
          <a:xfrm>
            <a:off x="313984" y="1092674"/>
            <a:ext cx="4056089" cy="436017"/>
          </a:xfrm>
          <a:prstGeom prst="rect">
            <a:avLst/>
          </a:prstGeom>
        </p:spPr>
        <p:txBody>
          <a:bodyPr wrap="square" lIns="0" tIns="0" rIns="0" bIns="0">
            <a:spAutoFit/>
          </a:bodyPr>
          <a:lstStyle>
            <a:lvl1pPr marL="0" indent="0">
              <a:lnSpc>
                <a:spcPts val="1730"/>
              </a:lnSpc>
              <a:buNone/>
              <a:defRPr sz="1765" b="0" i="0" spc="0">
                <a:solidFill>
                  <a:schemeClr val="tx1"/>
                </a:solidFill>
                <a:latin typeface="+mj-lt"/>
              </a:defRPr>
            </a:lvl1pPr>
            <a:lvl2pPr marL="164801" indent="0">
              <a:buNone/>
              <a:defRPr/>
            </a:lvl2pPr>
            <a:lvl3pPr marL="329601" indent="0">
              <a:buNone/>
              <a:defRPr/>
            </a:lvl3pPr>
            <a:lvl4pPr marL="494402" indent="0">
              <a:buNone/>
              <a:defRPr/>
            </a:lvl4pPr>
            <a:lvl5pPr marL="659202" indent="0">
              <a:buNone/>
              <a:defRPr/>
            </a:lvl5pPr>
          </a:lstStyle>
          <a:p>
            <a:pPr lvl="0"/>
            <a:r>
              <a:rPr lang="pt-BR" err="1"/>
              <a:t>Large</a:t>
            </a:r>
            <a:r>
              <a:rPr lang="pt-BR"/>
              <a:t> </a:t>
            </a:r>
            <a:r>
              <a:rPr lang="pt-BR" err="1"/>
              <a:t>subhead</a:t>
            </a:r>
            <a:r>
              <a:rPr lang="pt-BR"/>
              <a:t> Segoe UI </a:t>
            </a:r>
            <a:r>
              <a:rPr lang="pt-BR" err="1"/>
              <a:t>Semibold</a:t>
            </a:r>
            <a:r>
              <a:rPr lang="pt-BR"/>
              <a:t> Regular 20/24</a:t>
            </a:r>
            <a:endParaRPr lang="en-US"/>
          </a:p>
        </p:txBody>
      </p:sp>
      <p:sp>
        <p:nvSpPr>
          <p:cNvPr id="5" name="Text Placeholder 4"/>
          <p:cNvSpPr>
            <a:spLocks noGrp="1"/>
          </p:cNvSpPr>
          <p:nvPr>
            <p:ph type="body" sz="quarter" idx="11" hasCustomPrompt="1"/>
          </p:nvPr>
        </p:nvSpPr>
        <p:spPr>
          <a:xfrm>
            <a:off x="313982" y="1619165"/>
            <a:ext cx="4056089" cy="1754326"/>
          </a:xfrm>
          <a:prstGeom prst="rect">
            <a:avLst/>
          </a:prstGeom>
        </p:spPr>
        <p:txBody>
          <a:bodyPr lIns="0" tIns="45720" rIns="0" bIns="45720"/>
          <a:lstStyle>
            <a:lvl1pPr marL="0" indent="0">
              <a:lnSpc>
                <a:spcPct val="100000"/>
              </a:lnSpc>
              <a:spcBef>
                <a:spcPts val="0"/>
              </a:spcBef>
              <a:spcAft>
                <a:spcPts val="882"/>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2610"/>
          <a:stretch/>
        </p:blipFill>
        <p:spPr>
          <a:xfrm>
            <a:off x="3333582" y="111079"/>
            <a:ext cx="5810420" cy="4703810"/>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4768470" y="960460"/>
            <a:ext cx="4375531" cy="3239495"/>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102693494"/>
      </p:ext>
    </p:extLst>
  </p:cSld>
  <p:clrMapOvr>
    <a:masterClrMapping/>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1563"/>
          <a:stretch/>
        </p:blipFill>
        <p:spPr>
          <a:xfrm>
            <a:off x="250835" y="439923"/>
            <a:ext cx="8152448" cy="4703577"/>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1699472" y="1277120"/>
            <a:ext cx="5745057" cy="3233658"/>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686414169"/>
      </p:ext>
    </p:extLst>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341998" y="1463085"/>
            <a:ext cx="2713783"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4199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341995" y="4460535"/>
            <a:ext cx="2713786" cy="230833"/>
          </a:xfrm>
          <a:prstGeom prst="rect">
            <a:avLst/>
          </a:prstGeom>
        </p:spPr>
        <p:txBody>
          <a:bodyPr lIns="0" tIns="0" rIns="0" bIns="0"/>
          <a:lstStyle>
            <a:lvl1pPr marL="0" indent="0">
              <a:lnSpc>
                <a:spcPct val="100000"/>
              </a:lnSpc>
              <a:spcBef>
                <a:spcPts val="649"/>
              </a:spcBef>
              <a:buFont typeface="Arial" panose="020B0604020202020204" pitchFamily="34" charset="0"/>
              <a:buNone/>
              <a:defRPr sz="735"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3227365" y="1463085"/>
            <a:ext cx="2705615"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3553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3227365"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6104560" y="1463085"/>
            <a:ext cx="2717288"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04561"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1720730863"/>
      </p:ext>
    </p:extLst>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313983" y="2724922"/>
            <a:ext cx="8507865" cy="456279"/>
          </a:xfrm>
          <a:prstGeom prst="rect">
            <a:avLst/>
          </a:prstGeom>
        </p:spPr>
        <p:txBody>
          <a:bodyPr anchor="ctr" anchorCtr="0"/>
          <a:lstStyle>
            <a:lvl1pPr algn="ctr">
              <a:defRPr sz="1765"/>
            </a:lvl1pPr>
          </a:lstStyle>
          <a:p>
            <a:r>
              <a:rPr lang="en-US"/>
              <a:t>Click icon to add table</a:t>
            </a:r>
            <a:endParaRPr lang="en-US" dirty="0"/>
          </a:p>
        </p:txBody>
      </p:sp>
    </p:spTree>
    <p:extLst>
      <p:ext uri="{BB962C8B-B14F-4D97-AF65-F5344CB8AC3E}">
        <p14:creationId xmlns:p14="http://schemas.microsoft.com/office/powerpoint/2010/main" val="2389369364"/>
      </p:ext>
    </p:extLst>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324068" y="2235543"/>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753193"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001048045"/>
      </p:ext>
    </p:extLst>
  </p:cSld>
  <p:clrMapOvr>
    <a:masterClrMapping/>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817344561"/>
      </p:ext>
    </p:extLst>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32406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320815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6092251"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901507117"/>
      </p:ext>
    </p:extLst>
  </p:cSld>
  <p:clrMapOvr>
    <a:masterClrMapping/>
  </p:clrMapOvr>
  <p:transition>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200031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35543"/>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1774534355"/>
      </p:ext>
    </p:extLst>
  </p:cSld>
  <p:clrMapOvr>
    <a:masterClrMapping/>
  </p:clrMapOvr>
  <p:transition>
    <p:fade/>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1837731"/>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176558" y="265510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780792003"/>
      </p:ext>
    </p:extLst>
  </p:cSld>
  <p:clrMapOvr>
    <a:masterClrMapping/>
  </p:clrMapOvr>
  <p:transition>
    <p:fade/>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1869630"/>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1176558" y="3545156"/>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2282084682"/>
      </p:ext>
    </p:extLst>
  </p:cSld>
  <p:clrMapOvr>
    <a:masterClrMapping/>
  </p:clrMapOvr>
  <p:transition>
    <p:fade/>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userDrawn="1"/>
        </p:nvCxnSpPr>
        <p:spPr>
          <a:xfrm>
            <a:off x="1176558" y="1809718"/>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userDrawn="1"/>
        </p:nvCxnSpPr>
        <p:spPr>
          <a:xfrm>
            <a:off x="1176558" y="257106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userDrawn="1"/>
        </p:nvCxnSpPr>
        <p:spPr>
          <a:xfrm>
            <a:off x="1176558" y="3332422"/>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176558" y="409377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3070144622"/>
      </p:ext>
    </p:extLst>
  </p:cSld>
  <p:clrMapOvr>
    <a:masterClrMapping/>
  </p:clrMapOvr>
  <p:transition>
    <p:fade/>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042096" y="1092672"/>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052327" y="1683379"/>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6" y="1727497"/>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052327" y="2318112"/>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6" y="2362321"/>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052327" y="2952846"/>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6" y="2997146"/>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052327" y="3587580"/>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6" y="3631970"/>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052327" y="4222313"/>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042096" y="4266794"/>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2930857713"/>
      </p:ext>
    </p:extLst>
  </p:cSld>
  <p:clrMapOvr>
    <a:masterClrMapping/>
  </p:clrMapOvr>
  <p:transition>
    <p:fade/>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176558"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1765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1765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55349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55349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Tree>
    <p:extLst>
      <p:ext uri="{BB962C8B-B14F-4D97-AF65-F5344CB8AC3E}">
        <p14:creationId xmlns:p14="http://schemas.microsoft.com/office/powerpoint/2010/main" val="594693549"/>
      </p:ext>
    </p:extLst>
  </p:cSld>
  <p:clrMapOvr>
    <a:masterClrMapping/>
  </p:clrMapOvr>
  <p:transition>
    <p:fade/>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176558"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1765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1765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1765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1765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55349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55349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55349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5534956"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55349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5534956"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Tree>
    <p:extLst>
      <p:ext uri="{BB962C8B-B14F-4D97-AF65-F5344CB8AC3E}">
        <p14:creationId xmlns:p14="http://schemas.microsoft.com/office/powerpoint/2010/main" val="3050208460"/>
      </p:ext>
    </p:extLst>
  </p:cSld>
  <p:clrMapOvr>
    <a:masterClrMapping/>
  </p:clrMapOvr>
  <p:transition>
    <p:fade/>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3" y="1092992"/>
            <a:ext cx="4184200"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2" y="19711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4672014" y="1971147"/>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4646919" y="1092992"/>
            <a:ext cx="4179601"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2" y="27483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4672014" y="2748348"/>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2" y="3525549"/>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4672014" y="3525549"/>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313982" y="26495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313982" y="34267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4672012" y="26495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4672012" y="34267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3934006"/>
      </p:ext>
    </p:extLst>
  </p:cSld>
  <p:clrMapOvr>
    <a:masterClrMapping/>
  </p:clrMapOvr>
  <p:transition>
    <p:fade/>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2"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3" y="19711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27364"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3227365"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20904"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3" y="27483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3227365"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120904"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3" y="3525549"/>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3227365"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120904"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313984" y="26495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313984" y="34267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userDrawn="1"/>
        </p:nvCxnSpPr>
        <p:spPr>
          <a:xfrm>
            <a:off x="3227785"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userDrawn="1"/>
        </p:nvCxnSpPr>
        <p:spPr>
          <a:xfrm>
            <a:off x="3227785"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120903"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120903"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6834855"/>
      </p:ext>
    </p:extLst>
  </p:cSld>
  <p:clrMapOvr>
    <a:masterClrMapping/>
  </p:clrMapOvr>
  <p:transition>
    <p:fade/>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1"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3277255"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6240529"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Tree>
    <p:extLst>
      <p:ext uri="{BB962C8B-B14F-4D97-AF65-F5344CB8AC3E}">
        <p14:creationId xmlns:p14="http://schemas.microsoft.com/office/powerpoint/2010/main" val="1461841177"/>
      </p:ext>
    </p:extLst>
  </p:cSld>
  <p:clrMapOvr>
    <a:masterClrMapping/>
  </p:clrMapOvr>
  <p:transition>
    <p:fade/>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2"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04196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376994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5497924"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7225906"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986510902"/>
      </p:ext>
    </p:extLst>
  </p:cSld>
  <p:clrMapOvr>
    <a:masterClrMapping/>
  </p:clrMapOvr>
  <p:transition>
    <p:fade/>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rgbClr val="243A5E"/>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9350112"/>
      </p:ext>
    </p:extLst>
  </p:cSld>
  <p:clrMapOvr>
    <a:masterClrMapping/>
  </p:clrMapOvr>
  <p:transition>
    <p:fade/>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Section divider">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438913" y="2392032"/>
            <a:ext cx="6669456" cy="359436"/>
          </a:xfrm>
          <a:noFill/>
        </p:spPr>
        <p:txBody>
          <a:bodyPr wrap="square" lIns="0" tIns="0" rIns="0" bIns="0" anchor="ctr" anchorCtr="0">
            <a:spAutoFit/>
          </a:bodyPr>
          <a:lstStyle>
            <a:lvl1pPr algn="l" defTabSz="685807" rtl="0" eaLnBrk="1" latinLnBrk="0" hangingPunct="1">
              <a:lnSpc>
                <a:spcPct val="90000"/>
              </a:lnSpc>
              <a:spcBef>
                <a:spcPct val="0"/>
              </a:spcBef>
              <a:buNone/>
              <a:defRPr lang="en-US" sz="2595" b="0" kern="1200" cap="none" spc="-37" baseline="0" dirty="0">
                <a:ln w="3175">
                  <a:noFill/>
                </a:ln>
                <a:solidFill>
                  <a:schemeClr val="bg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438012755"/>
      </p:ext>
    </p:extLst>
  </p:cSld>
  <p:clrMapOvr>
    <a:masterClrMapping/>
  </p:clrMapOvr>
  <p:transition>
    <p:fade/>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p:cSld name="3_Titl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1996" y="2420867"/>
            <a:ext cx="1843040" cy="301769"/>
          </a:xfrm>
          <a:prstGeom prst="rect">
            <a:avLst/>
          </a:prstGeom>
        </p:spPr>
        <p:txBody>
          <a:bodyPr wrap="square" lIns="0" tIns="0" rIns="0" bIns="0" anchor="ctr">
            <a:spAutoFit/>
          </a:bodyPr>
          <a:lstStyle>
            <a:lvl1pPr>
              <a:lnSpc>
                <a:spcPts val="2307"/>
              </a:lnSpc>
              <a:defRPr sz="2019" strike="noStrike">
                <a:solidFill>
                  <a:schemeClr val="bg1"/>
                </a:solidFill>
              </a:defRPr>
            </a:lvl1pPr>
          </a:lstStyle>
          <a:p>
            <a:r>
              <a:rPr lang="en-US"/>
              <a:t>Title</a:t>
            </a:r>
          </a:p>
        </p:txBody>
      </p:sp>
      <p:sp>
        <p:nvSpPr>
          <p:cNvPr id="3" name="Footer Placeholder 1">
            <a:extLst>
              <a:ext uri="{FF2B5EF4-FFF2-40B4-BE49-F238E27FC236}">
                <a16:creationId xmlns:a16="http://schemas.microsoft.com/office/drawing/2014/main" id="{43F30B39-D760-4B18-A167-D47C32BD5B77}"/>
              </a:ext>
            </a:extLst>
          </p:cNvPr>
          <p:cNvSpPr txBox="1">
            <a:spLocks/>
          </p:cNvSpPr>
          <p:nvPr userDrawn="1"/>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3908461496"/>
      </p:ext>
    </p:extLst>
  </p:cSld>
  <p:clrMapOvr>
    <a:masterClrMapping/>
  </p:clrMapOvr>
  <p:transition>
    <p:fade/>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type="tx" preserve="1">
  <p:cSld name="1_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313982" y="1092674"/>
            <a:ext cx="8505951" cy="14757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6139215"/>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341996" y="706270"/>
            <a:ext cx="5590982" cy="2668643"/>
          </a:xfrm>
          <a:prstGeom prst="rect">
            <a:avLst/>
          </a:prstGeom>
          <a:noFill/>
        </p:spPr>
        <p:txBody>
          <a:bodyPr vert="horz" wrap="square" lIns="0" tIns="0" rIns="0" bIns="0" rtlCol="0" anchor="t" anchorCtr="0">
            <a:noAutofit/>
          </a:bodyPr>
          <a:lstStyle>
            <a:lvl1pPr>
              <a:defRPr lang="en-US" sz="3460" spc="-36" baseline="0" dirty="0">
                <a:solidFill>
                  <a:srgbClr val="FFFFFF"/>
                </a:solidFill>
              </a:defRPr>
            </a:lvl1pPr>
          </a:lstStyle>
          <a:p>
            <a:pPr marL="0" lvl="0">
              <a:lnSpc>
                <a:spcPts val="4037"/>
              </a:lnSpc>
            </a:pPr>
            <a:r>
              <a:rPr lang="en-US"/>
              <a:t>Section title</a:t>
            </a:r>
          </a:p>
        </p:txBody>
      </p:sp>
    </p:spTree>
    <p:extLst>
      <p:ext uri="{BB962C8B-B14F-4D97-AF65-F5344CB8AC3E}">
        <p14:creationId xmlns:p14="http://schemas.microsoft.com/office/powerpoint/2010/main" val="30613640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4654607"/>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103"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15.xml"/><Relationship Id="rId18" Type="http://schemas.openxmlformats.org/officeDocument/2006/relationships/slideLayout" Target="../slideLayouts/slideLayout120.xml"/><Relationship Id="rId26" Type="http://schemas.openxmlformats.org/officeDocument/2006/relationships/slideLayout" Target="../slideLayouts/slideLayout128.xml"/><Relationship Id="rId39" Type="http://schemas.openxmlformats.org/officeDocument/2006/relationships/slideLayout" Target="../slideLayouts/slideLayout141.xml"/><Relationship Id="rId21" Type="http://schemas.openxmlformats.org/officeDocument/2006/relationships/slideLayout" Target="../slideLayouts/slideLayout123.xml"/><Relationship Id="rId34" Type="http://schemas.openxmlformats.org/officeDocument/2006/relationships/slideLayout" Target="../slideLayouts/slideLayout136.xml"/><Relationship Id="rId42" Type="http://schemas.openxmlformats.org/officeDocument/2006/relationships/slideLayout" Target="../slideLayouts/slideLayout144.xml"/><Relationship Id="rId47" Type="http://schemas.openxmlformats.org/officeDocument/2006/relationships/slideLayout" Target="../slideLayouts/slideLayout149.xml"/><Relationship Id="rId50" Type="http://schemas.openxmlformats.org/officeDocument/2006/relationships/theme" Target="../theme/theme2.xml"/><Relationship Id="rId7" Type="http://schemas.openxmlformats.org/officeDocument/2006/relationships/slideLayout" Target="../slideLayouts/slideLayout109.xml"/><Relationship Id="rId2" Type="http://schemas.openxmlformats.org/officeDocument/2006/relationships/slideLayout" Target="../slideLayouts/slideLayout104.xml"/><Relationship Id="rId16" Type="http://schemas.openxmlformats.org/officeDocument/2006/relationships/slideLayout" Target="../slideLayouts/slideLayout118.xml"/><Relationship Id="rId29" Type="http://schemas.openxmlformats.org/officeDocument/2006/relationships/slideLayout" Target="../slideLayouts/slideLayout131.xml"/><Relationship Id="rId11" Type="http://schemas.openxmlformats.org/officeDocument/2006/relationships/slideLayout" Target="../slideLayouts/slideLayout113.xml"/><Relationship Id="rId24" Type="http://schemas.openxmlformats.org/officeDocument/2006/relationships/slideLayout" Target="../slideLayouts/slideLayout126.xml"/><Relationship Id="rId32" Type="http://schemas.openxmlformats.org/officeDocument/2006/relationships/slideLayout" Target="../slideLayouts/slideLayout134.xml"/><Relationship Id="rId37" Type="http://schemas.openxmlformats.org/officeDocument/2006/relationships/slideLayout" Target="../slideLayouts/slideLayout139.xml"/><Relationship Id="rId40" Type="http://schemas.openxmlformats.org/officeDocument/2006/relationships/slideLayout" Target="../slideLayouts/slideLayout142.xml"/><Relationship Id="rId45" Type="http://schemas.openxmlformats.org/officeDocument/2006/relationships/slideLayout" Target="../slideLayouts/slideLayout147.xml"/><Relationship Id="rId5" Type="http://schemas.openxmlformats.org/officeDocument/2006/relationships/slideLayout" Target="../slideLayouts/slideLayout107.xml"/><Relationship Id="rId15" Type="http://schemas.openxmlformats.org/officeDocument/2006/relationships/slideLayout" Target="../slideLayouts/slideLayout117.xml"/><Relationship Id="rId23" Type="http://schemas.openxmlformats.org/officeDocument/2006/relationships/slideLayout" Target="../slideLayouts/slideLayout125.xml"/><Relationship Id="rId28" Type="http://schemas.openxmlformats.org/officeDocument/2006/relationships/slideLayout" Target="../slideLayouts/slideLayout130.xml"/><Relationship Id="rId36" Type="http://schemas.openxmlformats.org/officeDocument/2006/relationships/slideLayout" Target="../slideLayouts/slideLayout138.xml"/><Relationship Id="rId49" Type="http://schemas.openxmlformats.org/officeDocument/2006/relationships/slideLayout" Target="../slideLayouts/slideLayout151.xml"/><Relationship Id="rId10" Type="http://schemas.openxmlformats.org/officeDocument/2006/relationships/slideLayout" Target="../slideLayouts/slideLayout112.xml"/><Relationship Id="rId19" Type="http://schemas.openxmlformats.org/officeDocument/2006/relationships/slideLayout" Target="../slideLayouts/slideLayout121.xml"/><Relationship Id="rId31" Type="http://schemas.openxmlformats.org/officeDocument/2006/relationships/slideLayout" Target="../slideLayouts/slideLayout133.xml"/><Relationship Id="rId44" Type="http://schemas.openxmlformats.org/officeDocument/2006/relationships/slideLayout" Target="../slideLayouts/slideLayout146.xml"/><Relationship Id="rId4" Type="http://schemas.openxmlformats.org/officeDocument/2006/relationships/slideLayout" Target="../slideLayouts/slideLayout106.xml"/><Relationship Id="rId9" Type="http://schemas.openxmlformats.org/officeDocument/2006/relationships/slideLayout" Target="../slideLayouts/slideLayout111.xml"/><Relationship Id="rId14" Type="http://schemas.openxmlformats.org/officeDocument/2006/relationships/slideLayout" Target="../slideLayouts/slideLayout116.xml"/><Relationship Id="rId22" Type="http://schemas.openxmlformats.org/officeDocument/2006/relationships/slideLayout" Target="../slideLayouts/slideLayout124.xml"/><Relationship Id="rId27" Type="http://schemas.openxmlformats.org/officeDocument/2006/relationships/slideLayout" Target="../slideLayouts/slideLayout129.xml"/><Relationship Id="rId30" Type="http://schemas.openxmlformats.org/officeDocument/2006/relationships/slideLayout" Target="../slideLayouts/slideLayout132.xml"/><Relationship Id="rId35" Type="http://schemas.openxmlformats.org/officeDocument/2006/relationships/slideLayout" Target="../slideLayouts/slideLayout137.xml"/><Relationship Id="rId43" Type="http://schemas.openxmlformats.org/officeDocument/2006/relationships/slideLayout" Target="../slideLayouts/slideLayout145.xml"/><Relationship Id="rId48" Type="http://schemas.openxmlformats.org/officeDocument/2006/relationships/slideLayout" Target="../slideLayouts/slideLayout150.xml"/><Relationship Id="rId8" Type="http://schemas.openxmlformats.org/officeDocument/2006/relationships/slideLayout" Target="../slideLayouts/slideLayout110.xml"/><Relationship Id="rId3" Type="http://schemas.openxmlformats.org/officeDocument/2006/relationships/slideLayout" Target="../slideLayouts/slideLayout105.xml"/><Relationship Id="rId12" Type="http://schemas.openxmlformats.org/officeDocument/2006/relationships/slideLayout" Target="../slideLayouts/slideLayout114.xml"/><Relationship Id="rId17" Type="http://schemas.openxmlformats.org/officeDocument/2006/relationships/slideLayout" Target="../slideLayouts/slideLayout119.xml"/><Relationship Id="rId25" Type="http://schemas.openxmlformats.org/officeDocument/2006/relationships/slideLayout" Target="../slideLayouts/slideLayout127.xml"/><Relationship Id="rId33" Type="http://schemas.openxmlformats.org/officeDocument/2006/relationships/slideLayout" Target="../slideLayouts/slideLayout135.xml"/><Relationship Id="rId38" Type="http://schemas.openxmlformats.org/officeDocument/2006/relationships/slideLayout" Target="../slideLayouts/slideLayout140.xml"/><Relationship Id="rId46" Type="http://schemas.openxmlformats.org/officeDocument/2006/relationships/slideLayout" Target="../slideLayouts/slideLayout148.xml"/><Relationship Id="rId20" Type="http://schemas.openxmlformats.org/officeDocument/2006/relationships/slideLayout" Target="../slideLayouts/slideLayout122.xml"/><Relationship Id="rId41" Type="http://schemas.openxmlformats.org/officeDocument/2006/relationships/slideLayout" Target="../slideLayouts/slideLayout143.xml"/><Relationship Id="rId1" Type="http://schemas.openxmlformats.org/officeDocument/2006/relationships/slideLayout" Target="../slideLayouts/slideLayout103.xml"/><Relationship Id="rId6" Type="http://schemas.openxmlformats.org/officeDocument/2006/relationships/slideLayout" Target="../slideLayouts/slideLayout10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3982" y="330371"/>
            <a:ext cx="8505951" cy="510147"/>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313982" y="1092674"/>
            <a:ext cx="8505951" cy="1869743"/>
          </a:xfrm>
          <a:prstGeom prst="rect">
            <a:avLst/>
          </a:prstGeom>
        </p:spPr>
        <p:txBody>
          <a:bodyPr vert="horz" wrap="square" lIns="0" tIns="91440" rIns="146304" bIns="91440" rtlCol="0">
            <a:spAutoFit/>
          </a:bodyPr>
          <a:lstStyle/>
          <a:p>
            <a:pPr lvl="1"/>
            <a:r>
              <a:rPr lang="en-US"/>
              <a:t>Large: subhead Segoe UI Regular 20/24</a:t>
            </a:r>
          </a:p>
          <a:p>
            <a:pPr lvl="2"/>
            <a:r>
              <a:rPr lang="en-US"/>
              <a:t>Medium: paragraph heading Segoe UI </a:t>
            </a:r>
            <a:r>
              <a:rPr lang="en-US" err="1"/>
              <a:t>Semibold</a:t>
            </a:r>
            <a:r>
              <a:rPr lang="en-US"/>
              <a:t> 14/18</a:t>
            </a:r>
          </a:p>
          <a:p>
            <a:pPr lvl="3"/>
            <a:r>
              <a:rPr lang="en-US"/>
              <a:t>Medium: paragraph body copy Segoe UI Regular 14/18</a:t>
            </a:r>
          </a:p>
          <a:p>
            <a:pPr lvl="4"/>
            <a:r>
              <a:rPr lang="en-US"/>
              <a:t>Small: caption heading Segoe UI Bold 10/12</a:t>
            </a:r>
          </a:p>
          <a:p>
            <a:pPr lvl="6"/>
            <a:r>
              <a:rPr lang="en-US"/>
              <a:t>Small: caption body copy Segoe UI Regular 10/12</a:t>
            </a:r>
          </a:p>
          <a:p>
            <a:pPr lvl="6"/>
            <a:endParaRPr lang="en-US"/>
          </a:p>
          <a:p>
            <a:pPr lvl="6"/>
            <a:endParaRPr lang="en-US"/>
          </a:p>
        </p:txBody>
      </p:sp>
    </p:spTree>
    <p:extLst>
      <p:ext uri="{BB962C8B-B14F-4D97-AF65-F5344CB8AC3E}">
        <p14:creationId xmlns:p14="http://schemas.microsoft.com/office/powerpoint/2010/main" val="1293658373"/>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8" r:id="rId12"/>
    <p:sldLayoutId id="2147483839" r:id="rId13"/>
    <p:sldLayoutId id="2147483840" r:id="rId14"/>
    <p:sldLayoutId id="2147483841" r:id="rId15"/>
    <p:sldLayoutId id="2147483842" r:id="rId16"/>
    <p:sldLayoutId id="2147483843" r:id="rId17"/>
    <p:sldLayoutId id="2147483844" r:id="rId18"/>
    <p:sldLayoutId id="2147483845" r:id="rId19"/>
    <p:sldLayoutId id="2147483846" r:id="rId20"/>
    <p:sldLayoutId id="2147483847" r:id="rId21"/>
    <p:sldLayoutId id="2147483848" r:id="rId22"/>
    <p:sldLayoutId id="2147483849" r:id="rId23"/>
    <p:sldLayoutId id="2147483850" r:id="rId24"/>
    <p:sldLayoutId id="2147483851" r:id="rId25"/>
    <p:sldLayoutId id="2147483852" r:id="rId26"/>
    <p:sldLayoutId id="2147483853" r:id="rId27"/>
    <p:sldLayoutId id="2147483854" r:id="rId28"/>
    <p:sldLayoutId id="2147483855" r:id="rId29"/>
    <p:sldLayoutId id="2147483856" r:id="rId30"/>
    <p:sldLayoutId id="2147483857" r:id="rId31"/>
    <p:sldLayoutId id="2147483858" r:id="rId32"/>
    <p:sldLayoutId id="2147483859" r:id="rId33"/>
    <p:sldLayoutId id="2147483860" r:id="rId34"/>
    <p:sldLayoutId id="2147483861" r:id="rId35"/>
    <p:sldLayoutId id="2147483862" r:id="rId36"/>
    <p:sldLayoutId id="2147483863" r:id="rId37"/>
    <p:sldLayoutId id="2147483864" r:id="rId38"/>
    <p:sldLayoutId id="2147483865" r:id="rId39"/>
    <p:sldLayoutId id="2147483866" r:id="rId40"/>
    <p:sldLayoutId id="2147483867" r:id="rId41"/>
    <p:sldLayoutId id="2147483868" r:id="rId42"/>
    <p:sldLayoutId id="2147483869" r:id="rId43"/>
    <p:sldLayoutId id="2147483870" r:id="rId44"/>
    <p:sldLayoutId id="2147483871" r:id="rId45"/>
    <p:sldLayoutId id="2147483872" r:id="rId46"/>
    <p:sldLayoutId id="2147483873" r:id="rId47"/>
    <p:sldLayoutId id="2147483874" r:id="rId48"/>
    <p:sldLayoutId id="2147483875" r:id="rId49"/>
    <p:sldLayoutId id="2147483876" r:id="rId50"/>
    <p:sldLayoutId id="2147483877" r:id="rId51"/>
    <p:sldLayoutId id="2147483878" r:id="rId52"/>
    <p:sldLayoutId id="2147483879" r:id="rId53"/>
    <p:sldLayoutId id="2147483880" r:id="rId54"/>
    <p:sldLayoutId id="2147483881" r:id="rId55"/>
    <p:sldLayoutId id="2147483882" r:id="rId56"/>
    <p:sldLayoutId id="2147483883" r:id="rId57"/>
    <p:sldLayoutId id="2147483884" r:id="rId58"/>
    <p:sldLayoutId id="2147483885" r:id="rId59"/>
    <p:sldLayoutId id="2147483886" r:id="rId60"/>
    <p:sldLayoutId id="2147483887" r:id="rId61"/>
    <p:sldLayoutId id="2147483888" r:id="rId62"/>
    <p:sldLayoutId id="2147483889" r:id="rId63"/>
    <p:sldLayoutId id="2147483890" r:id="rId64"/>
    <p:sldLayoutId id="2147483891" r:id="rId65"/>
    <p:sldLayoutId id="2147483892" r:id="rId66"/>
    <p:sldLayoutId id="2147483893" r:id="rId67"/>
    <p:sldLayoutId id="2147483894" r:id="rId68"/>
    <p:sldLayoutId id="2147483895" r:id="rId69"/>
    <p:sldLayoutId id="2147483896" r:id="rId70"/>
    <p:sldLayoutId id="2147483897" r:id="rId71"/>
    <p:sldLayoutId id="2147483898" r:id="rId72"/>
    <p:sldLayoutId id="2147483899" r:id="rId73"/>
    <p:sldLayoutId id="2147483900" r:id="rId74"/>
    <p:sldLayoutId id="2147483901" r:id="rId75"/>
    <p:sldLayoutId id="2147483902" r:id="rId76"/>
    <p:sldLayoutId id="2147483903" r:id="rId77"/>
    <p:sldLayoutId id="2147483904" r:id="rId78"/>
    <p:sldLayoutId id="2147483905" r:id="rId79"/>
    <p:sldLayoutId id="2147483906" r:id="rId80"/>
    <p:sldLayoutId id="2147483907" r:id="rId81"/>
    <p:sldLayoutId id="2147483908" r:id="rId82"/>
    <p:sldLayoutId id="2147483909" r:id="rId83"/>
    <p:sldLayoutId id="2147483910" r:id="rId84"/>
    <p:sldLayoutId id="2147483911" r:id="rId85"/>
    <p:sldLayoutId id="2147483912" r:id="rId86"/>
    <p:sldLayoutId id="2147483913" r:id="rId87"/>
    <p:sldLayoutId id="2147483914" r:id="rId88"/>
    <p:sldLayoutId id="2147483915" r:id="rId89"/>
    <p:sldLayoutId id="2147483916" r:id="rId90"/>
    <p:sldLayoutId id="2147483917" r:id="rId91"/>
    <p:sldLayoutId id="2147483918" r:id="rId92"/>
    <p:sldLayoutId id="2147483919" r:id="rId93"/>
    <p:sldLayoutId id="2147483920" r:id="rId94"/>
    <p:sldLayoutId id="2147483921" r:id="rId95"/>
    <p:sldLayoutId id="2147483922" r:id="rId96"/>
    <p:sldLayoutId id="2147483923" r:id="rId97"/>
    <p:sldLayoutId id="2147483924" r:id="rId98"/>
    <p:sldLayoutId id="2147483925" r:id="rId99"/>
    <p:sldLayoutId id="2147483926" r:id="rId100"/>
    <p:sldLayoutId id="2147483927" r:id="rId101"/>
    <p:sldLayoutId id="2147483928" r:id="rId102"/>
  </p:sldLayoutIdLst>
  <p:transition>
    <p:fade/>
  </p:transition>
  <p:hf sldNum="0" hdr="0" ftr="0" dt="0"/>
  <p:txStyles>
    <p:titleStyle>
      <a:lvl1pPr algn="l" defTabSz="672425" rtl="0" eaLnBrk="1" latinLnBrk="0" hangingPunct="1">
        <a:lnSpc>
          <a:spcPct val="90000"/>
        </a:lnSpc>
        <a:spcBef>
          <a:spcPct val="0"/>
        </a:spcBef>
        <a:buNone/>
        <a:defRPr lang="en-US" sz="2353" b="0" kern="1200" cap="none" spc="-36" baseline="0" dirty="0" smtClean="0">
          <a:ln w="3175">
            <a:noFill/>
          </a:ln>
          <a:solidFill>
            <a:srgbClr val="000000"/>
          </a:solidFill>
          <a:effectLst/>
          <a:latin typeface="+mj-lt"/>
          <a:ea typeface="+mn-ea"/>
          <a:cs typeface="Segoe UI" pitchFamily="34" charset="0"/>
        </a:defRPr>
      </a:lvl1pPr>
    </p:titleStyle>
    <p:bodyStyle>
      <a:lvl1pPr marL="0" marR="0" indent="0" algn="l" defTabSz="672425" rtl="0" eaLnBrk="1" fontAlgn="auto" latinLnBrk="0" hangingPunct="1">
        <a:lnSpc>
          <a:spcPct val="100000"/>
        </a:lnSpc>
        <a:spcBef>
          <a:spcPts val="0"/>
        </a:spcBef>
        <a:spcAft>
          <a:spcPts val="0"/>
        </a:spcAft>
        <a:buClrTx/>
        <a:buSzPct val="90000"/>
        <a:buFont typeface="Wingdings" panose="05000000000000000000" pitchFamily="2" charset="2"/>
        <a:buNone/>
        <a:tabLst/>
        <a:defRPr sz="1730" kern="1200" spc="-36" baseline="0">
          <a:solidFill>
            <a:srgbClr val="000000"/>
          </a:solidFill>
          <a:latin typeface="+mj-lt"/>
          <a:ea typeface="+mn-ea"/>
          <a:cs typeface="+mn-cs"/>
        </a:defRPr>
      </a:lvl1pPr>
      <a:lvl2pPr marL="0" marR="0" indent="0" algn="l" defTabSz="672425" rtl="0" eaLnBrk="1" fontAlgn="auto" latinLnBrk="0" hangingPunct="1">
        <a:lnSpc>
          <a:spcPct val="100000"/>
        </a:lnSpc>
        <a:spcBef>
          <a:spcPts val="288"/>
        </a:spcBef>
        <a:spcAft>
          <a:spcPts val="432"/>
        </a:spcAft>
        <a:buClrTx/>
        <a:buSzPct val="90000"/>
        <a:buFontTx/>
        <a:buNone/>
        <a:tabLst/>
        <a:defRPr sz="1471" kern="1200" spc="0" baseline="0">
          <a:solidFill>
            <a:schemeClr val="tx1"/>
          </a:solidFill>
          <a:latin typeface="+mn-lt"/>
          <a:ea typeface="+mn-ea"/>
          <a:cs typeface="+mn-cs"/>
        </a:defRPr>
      </a:lvl2pPr>
      <a:lvl3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j-lt"/>
          <a:ea typeface="+mn-ea"/>
          <a:cs typeface="+mn-cs"/>
        </a:defRPr>
      </a:lvl3pPr>
      <a:lvl4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n-lt"/>
          <a:ea typeface="+mn-ea"/>
          <a:cs typeface="+mn-cs"/>
        </a:defRPr>
      </a:lvl4pPr>
      <a:lvl5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882" b="1" kern="1200" spc="0" baseline="0">
          <a:solidFill>
            <a:schemeClr val="tx1"/>
          </a:solidFill>
          <a:latin typeface="+mn-lt"/>
          <a:ea typeface="+mn-ea"/>
          <a:cs typeface="+mn-cs"/>
        </a:defRPr>
      </a:lvl5pPr>
      <a:lvl6pPr marL="1681063" indent="0" algn="l" defTabSz="672425" rtl="0" eaLnBrk="1" latinLnBrk="0" hangingPunct="1">
        <a:spcBef>
          <a:spcPct val="20000"/>
        </a:spcBef>
        <a:buFont typeface="Arial" pitchFamily="34" charset="0"/>
        <a:buNone/>
        <a:defRPr sz="1442" kern="1200">
          <a:solidFill>
            <a:schemeClr val="tx1"/>
          </a:solidFill>
          <a:latin typeface="+mn-lt"/>
          <a:ea typeface="+mn-ea"/>
          <a:cs typeface="+mn-cs"/>
        </a:defRPr>
      </a:lvl6pPr>
      <a:lvl7pPr marL="0" indent="0" algn="l" defTabSz="672425" rtl="0" eaLnBrk="1" latinLnBrk="0" hangingPunct="1">
        <a:lnSpc>
          <a:spcPct val="100000"/>
        </a:lnSpc>
        <a:spcBef>
          <a:spcPts val="288"/>
        </a:spcBef>
        <a:spcAft>
          <a:spcPts val="432"/>
        </a:spcAft>
        <a:buFont typeface="Arial" pitchFamily="34" charset="0"/>
        <a:buNone/>
        <a:defRPr sz="882" kern="1200">
          <a:solidFill>
            <a:schemeClr val="tx1"/>
          </a:solidFill>
          <a:latin typeface="+mn-lt"/>
          <a:ea typeface="+mn-ea"/>
          <a:cs typeface="+mn-cs"/>
        </a:defRPr>
      </a:lvl7pPr>
      <a:lvl8pPr marL="2521596"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8pPr>
      <a:lvl9pPr marL="2857809"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9pPr>
    </p:bodyStyle>
    <p:otherStyle>
      <a:defPPr>
        <a:defRPr lang="en-US"/>
      </a:defPPr>
      <a:lvl1pPr marL="0" algn="l" defTabSz="672425" rtl="0" eaLnBrk="1" latinLnBrk="0" hangingPunct="1">
        <a:defRPr sz="1298" kern="1200">
          <a:solidFill>
            <a:schemeClr val="tx1"/>
          </a:solidFill>
          <a:latin typeface="+mn-lt"/>
          <a:ea typeface="+mn-ea"/>
          <a:cs typeface="+mn-cs"/>
        </a:defRPr>
      </a:lvl1pPr>
      <a:lvl2pPr marL="336212" algn="l" defTabSz="672425" rtl="0" eaLnBrk="1" latinLnBrk="0" hangingPunct="1">
        <a:defRPr sz="1298" kern="1200">
          <a:solidFill>
            <a:schemeClr val="tx1"/>
          </a:solidFill>
          <a:latin typeface="+mn-lt"/>
          <a:ea typeface="+mn-ea"/>
          <a:cs typeface="+mn-cs"/>
        </a:defRPr>
      </a:lvl2pPr>
      <a:lvl3pPr marL="672425" algn="l" defTabSz="672425" rtl="0" eaLnBrk="1" latinLnBrk="0" hangingPunct="1">
        <a:defRPr sz="1298" kern="1200">
          <a:solidFill>
            <a:schemeClr val="tx1"/>
          </a:solidFill>
          <a:latin typeface="+mn-lt"/>
          <a:ea typeface="+mn-ea"/>
          <a:cs typeface="+mn-cs"/>
        </a:defRPr>
      </a:lvl3pPr>
      <a:lvl4pPr marL="1008638" algn="l" defTabSz="672425" rtl="0" eaLnBrk="1" latinLnBrk="0" hangingPunct="1">
        <a:defRPr sz="1298" kern="1200">
          <a:solidFill>
            <a:schemeClr val="tx1"/>
          </a:solidFill>
          <a:latin typeface="+mn-lt"/>
          <a:ea typeface="+mn-ea"/>
          <a:cs typeface="+mn-cs"/>
        </a:defRPr>
      </a:lvl4pPr>
      <a:lvl5pPr marL="1344851" algn="l" defTabSz="672425" rtl="0" eaLnBrk="1" latinLnBrk="0" hangingPunct="1">
        <a:defRPr sz="1298" kern="1200">
          <a:solidFill>
            <a:schemeClr val="tx1"/>
          </a:solidFill>
          <a:latin typeface="+mn-lt"/>
          <a:ea typeface="+mn-ea"/>
          <a:cs typeface="+mn-cs"/>
        </a:defRPr>
      </a:lvl5pPr>
      <a:lvl6pPr marL="1681064" algn="l" defTabSz="672425" rtl="0" eaLnBrk="1" latinLnBrk="0" hangingPunct="1">
        <a:defRPr sz="1298" kern="1200">
          <a:solidFill>
            <a:schemeClr val="tx1"/>
          </a:solidFill>
          <a:latin typeface="+mn-lt"/>
          <a:ea typeface="+mn-ea"/>
          <a:cs typeface="+mn-cs"/>
        </a:defRPr>
      </a:lvl6pPr>
      <a:lvl7pPr marL="2017276" algn="l" defTabSz="672425" rtl="0" eaLnBrk="1" latinLnBrk="0" hangingPunct="1">
        <a:defRPr sz="1298" kern="1200">
          <a:solidFill>
            <a:schemeClr val="tx1"/>
          </a:solidFill>
          <a:latin typeface="+mn-lt"/>
          <a:ea typeface="+mn-ea"/>
          <a:cs typeface="+mn-cs"/>
        </a:defRPr>
      </a:lvl7pPr>
      <a:lvl8pPr marL="2353489" algn="l" defTabSz="672425" rtl="0" eaLnBrk="1" latinLnBrk="0" hangingPunct="1">
        <a:defRPr sz="1298" kern="1200">
          <a:solidFill>
            <a:schemeClr val="tx1"/>
          </a:solidFill>
          <a:latin typeface="+mn-lt"/>
          <a:ea typeface="+mn-ea"/>
          <a:cs typeface="+mn-cs"/>
        </a:defRPr>
      </a:lvl8pPr>
      <a:lvl9pPr marL="2689703" algn="l" defTabSz="672425" rtl="0" eaLnBrk="1" latinLnBrk="0" hangingPunct="1">
        <a:defRPr sz="1298"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3982" y="330371"/>
            <a:ext cx="8505951" cy="510147"/>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313982" y="1092674"/>
            <a:ext cx="8505951" cy="1869743"/>
          </a:xfrm>
          <a:prstGeom prst="rect">
            <a:avLst/>
          </a:prstGeom>
        </p:spPr>
        <p:txBody>
          <a:bodyPr vert="horz" wrap="square" lIns="0" tIns="91440" rIns="146304" bIns="91440" rtlCol="0">
            <a:spAutoFit/>
          </a:bodyPr>
          <a:lstStyle/>
          <a:p>
            <a:pPr lvl="1"/>
            <a:r>
              <a:rPr lang="en-US"/>
              <a:t>Large: subhead Segoe UI Regular 20/24</a:t>
            </a:r>
          </a:p>
          <a:p>
            <a:pPr lvl="2"/>
            <a:r>
              <a:rPr lang="en-US"/>
              <a:t>Medium: paragraph heading Segoe UI </a:t>
            </a:r>
            <a:r>
              <a:rPr lang="en-US" err="1"/>
              <a:t>Semibold</a:t>
            </a:r>
            <a:r>
              <a:rPr lang="en-US"/>
              <a:t> 14/18</a:t>
            </a:r>
          </a:p>
          <a:p>
            <a:pPr lvl="3"/>
            <a:r>
              <a:rPr lang="en-US"/>
              <a:t>Medium: paragraph body copy Segoe UI Regular 14/18</a:t>
            </a:r>
          </a:p>
          <a:p>
            <a:pPr lvl="4"/>
            <a:r>
              <a:rPr lang="en-US"/>
              <a:t>Small: caption heading Segoe UI Bold 10/12</a:t>
            </a:r>
          </a:p>
          <a:p>
            <a:pPr lvl="6"/>
            <a:r>
              <a:rPr lang="en-US"/>
              <a:t>Small: caption body copy Segoe UI Regular 10/12</a:t>
            </a:r>
          </a:p>
          <a:p>
            <a:pPr lvl="6"/>
            <a:endParaRPr lang="en-US"/>
          </a:p>
          <a:p>
            <a:pPr lvl="6"/>
            <a:endParaRPr lang="en-US"/>
          </a:p>
        </p:txBody>
      </p:sp>
    </p:spTree>
    <p:extLst>
      <p:ext uri="{BB962C8B-B14F-4D97-AF65-F5344CB8AC3E}">
        <p14:creationId xmlns:p14="http://schemas.microsoft.com/office/powerpoint/2010/main" val="2304912152"/>
      </p:ext>
    </p:extLst>
  </p:cSld>
  <p:clrMap bg1="lt1" tx1="dk1" bg2="lt2" tx2="dk2" accent1="accent1" accent2="accent2" accent3="accent3" accent4="accent4" accent5="accent5" accent6="accent6" hlink="hlink" folHlink="folHlink"/>
  <p:sldLayoutIdLst>
    <p:sldLayoutId id="2147483933" r:id="rId1"/>
    <p:sldLayoutId id="2147483934" r:id="rId2"/>
    <p:sldLayoutId id="2147483935" r:id="rId3"/>
    <p:sldLayoutId id="2147483936" r:id="rId4"/>
    <p:sldLayoutId id="2147483937" r:id="rId5"/>
    <p:sldLayoutId id="2147483938" r:id="rId6"/>
    <p:sldLayoutId id="2147483939" r:id="rId7"/>
    <p:sldLayoutId id="2147483940" r:id="rId8"/>
    <p:sldLayoutId id="2147483941" r:id="rId9"/>
    <p:sldLayoutId id="2147483942" r:id="rId10"/>
    <p:sldLayoutId id="2147483943" r:id="rId11"/>
    <p:sldLayoutId id="2147483944" r:id="rId12"/>
    <p:sldLayoutId id="2147483945" r:id="rId13"/>
    <p:sldLayoutId id="2147483946" r:id="rId14"/>
    <p:sldLayoutId id="2147483947" r:id="rId15"/>
    <p:sldLayoutId id="2147483948" r:id="rId16"/>
    <p:sldLayoutId id="2147483949" r:id="rId17"/>
    <p:sldLayoutId id="2147483950" r:id="rId18"/>
    <p:sldLayoutId id="2147483951" r:id="rId19"/>
    <p:sldLayoutId id="2147483952" r:id="rId20"/>
    <p:sldLayoutId id="2147483953" r:id="rId21"/>
    <p:sldLayoutId id="2147483954" r:id="rId22"/>
    <p:sldLayoutId id="2147483955" r:id="rId23"/>
    <p:sldLayoutId id="2147483956" r:id="rId24"/>
    <p:sldLayoutId id="2147483957" r:id="rId25"/>
    <p:sldLayoutId id="2147483958" r:id="rId26"/>
    <p:sldLayoutId id="2147483959" r:id="rId27"/>
    <p:sldLayoutId id="2147483960" r:id="rId28"/>
    <p:sldLayoutId id="2147483961" r:id="rId29"/>
    <p:sldLayoutId id="2147483962" r:id="rId30"/>
    <p:sldLayoutId id="2147483963" r:id="rId31"/>
    <p:sldLayoutId id="2147483964" r:id="rId32"/>
    <p:sldLayoutId id="2147483965" r:id="rId33"/>
    <p:sldLayoutId id="2147483966" r:id="rId34"/>
    <p:sldLayoutId id="2147483967" r:id="rId35"/>
    <p:sldLayoutId id="2147483968" r:id="rId36"/>
    <p:sldLayoutId id="2147483969" r:id="rId37"/>
    <p:sldLayoutId id="2147483970" r:id="rId38"/>
    <p:sldLayoutId id="2147483971" r:id="rId39"/>
    <p:sldLayoutId id="2147483972" r:id="rId40"/>
    <p:sldLayoutId id="2147483973" r:id="rId41"/>
    <p:sldLayoutId id="2147483974" r:id="rId42"/>
    <p:sldLayoutId id="2147483975" r:id="rId43"/>
    <p:sldLayoutId id="2147483976" r:id="rId44"/>
    <p:sldLayoutId id="2147483977" r:id="rId45"/>
    <p:sldLayoutId id="2147483978" r:id="rId46"/>
    <p:sldLayoutId id="2147483979" r:id="rId47"/>
    <p:sldLayoutId id="2147483980" r:id="rId48"/>
    <p:sldLayoutId id="2147483981" r:id="rId49"/>
  </p:sldLayoutIdLst>
  <p:transition>
    <p:fade/>
  </p:transition>
  <p:hf sldNum="0" hdr="0" dt="0"/>
  <p:txStyles>
    <p:titleStyle>
      <a:lvl1pPr algn="l" defTabSz="672425" rtl="0" eaLnBrk="1" latinLnBrk="0" hangingPunct="1">
        <a:lnSpc>
          <a:spcPct val="90000"/>
        </a:lnSpc>
        <a:spcBef>
          <a:spcPct val="0"/>
        </a:spcBef>
        <a:buNone/>
        <a:defRPr lang="en-US" sz="2353" b="0" kern="1200" cap="none" spc="-36" baseline="0" dirty="0" smtClean="0">
          <a:ln w="3175">
            <a:noFill/>
          </a:ln>
          <a:solidFill>
            <a:srgbClr val="000000"/>
          </a:solidFill>
          <a:effectLst/>
          <a:latin typeface="+mj-lt"/>
          <a:ea typeface="+mn-ea"/>
          <a:cs typeface="Segoe UI" pitchFamily="34" charset="0"/>
        </a:defRPr>
      </a:lvl1pPr>
    </p:titleStyle>
    <p:bodyStyle>
      <a:lvl1pPr marL="0" marR="0" indent="0" algn="l" defTabSz="672425" rtl="0" eaLnBrk="1" fontAlgn="auto" latinLnBrk="0" hangingPunct="1">
        <a:lnSpc>
          <a:spcPct val="100000"/>
        </a:lnSpc>
        <a:spcBef>
          <a:spcPts val="0"/>
        </a:spcBef>
        <a:spcAft>
          <a:spcPts val="0"/>
        </a:spcAft>
        <a:buClrTx/>
        <a:buSzPct val="90000"/>
        <a:buFont typeface="Wingdings" panose="05000000000000000000" pitchFamily="2" charset="2"/>
        <a:buNone/>
        <a:tabLst/>
        <a:defRPr sz="1730" kern="1200" spc="-36" baseline="0">
          <a:solidFill>
            <a:srgbClr val="000000"/>
          </a:solidFill>
          <a:latin typeface="+mj-lt"/>
          <a:ea typeface="+mn-ea"/>
          <a:cs typeface="+mn-cs"/>
        </a:defRPr>
      </a:lvl1pPr>
      <a:lvl2pPr marL="0" marR="0" indent="0" algn="l" defTabSz="672425" rtl="0" eaLnBrk="1" fontAlgn="auto" latinLnBrk="0" hangingPunct="1">
        <a:lnSpc>
          <a:spcPct val="100000"/>
        </a:lnSpc>
        <a:spcBef>
          <a:spcPts val="288"/>
        </a:spcBef>
        <a:spcAft>
          <a:spcPts val="432"/>
        </a:spcAft>
        <a:buClrTx/>
        <a:buSzPct val="90000"/>
        <a:buFontTx/>
        <a:buNone/>
        <a:tabLst/>
        <a:defRPr sz="1471" kern="1200" spc="0" baseline="0">
          <a:solidFill>
            <a:schemeClr val="tx1"/>
          </a:solidFill>
          <a:latin typeface="+mn-lt"/>
          <a:ea typeface="+mn-ea"/>
          <a:cs typeface="+mn-cs"/>
        </a:defRPr>
      </a:lvl2pPr>
      <a:lvl3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j-lt"/>
          <a:ea typeface="+mn-ea"/>
          <a:cs typeface="+mn-cs"/>
        </a:defRPr>
      </a:lvl3pPr>
      <a:lvl4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n-lt"/>
          <a:ea typeface="+mn-ea"/>
          <a:cs typeface="+mn-cs"/>
        </a:defRPr>
      </a:lvl4pPr>
      <a:lvl5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882" b="1" kern="1200" spc="0" baseline="0">
          <a:solidFill>
            <a:schemeClr val="tx1"/>
          </a:solidFill>
          <a:latin typeface="+mn-lt"/>
          <a:ea typeface="+mn-ea"/>
          <a:cs typeface="+mn-cs"/>
        </a:defRPr>
      </a:lvl5pPr>
      <a:lvl6pPr marL="1681063" indent="0" algn="l" defTabSz="672425" rtl="0" eaLnBrk="1" latinLnBrk="0" hangingPunct="1">
        <a:spcBef>
          <a:spcPct val="20000"/>
        </a:spcBef>
        <a:buFont typeface="Arial" pitchFamily="34" charset="0"/>
        <a:buNone/>
        <a:defRPr sz="1442" kern="1200">
          <a:solidFill>
            <a:schemeClr val="tx1"/>
          </a:solidFill>
          <a:latin typeface="+mn-lt"/>
          <a:ea typeface="+mn-ea"/>
          <a:cs typeface="+mn-cs"/>
        </a:defRPr>
      </a:lvl6pPr>
      <a:lvl7pPr marL="0" indent="0" algn="l" defTabSz="672425" rtl="0" eaLnBrk="1" latinLnBrk="0" hangingPunct="1">
        <a:lnSpc>
          <a:spcPct val="100000"/>
        </a:lnSpc>
        <a:spcBef>
          <a:spcPts val="288"/>
        </a:spcBef>
        <a:spcAft>
          <a:spcPts val="432"/>
        </a:spcAft>
        <a:buFont typeface="Arial" pitchFamily="34" charset="0"/>
        <a:buNone/>
        <a:defRPr sz="882" kern="1200">
          <a:solidFill>
            <a:schemeClr val="tx1"/>
          </a:solidFill>
          <a:latin typeface="+mn-lt"/>
          <a:ea typeface="+mn-ea"/>
          <a:cs typeface="+mn-cs"/>
        </a:defRPr>
      </a:lvl7pPr>
      <a:lvl8pPr marL="2521596"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8pPr>
      <a:lvl9pPr marL="2857809"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9pPr>
    </p:bodyStyle>
    <p:otherStyle>
      <a:defPPr>
        <a:defRPr lang="en-US"/>
      </a:defPPr>
      <a:lvl1pPr marL="0" algn="l" defTabSz="672425" rtl="0" eaLnBrk="1" latinLnBrk="0" hangingPunct="1">
        <a:defRPr sz="1298" kern="1200">
          <a:solidFill>
            <a:schemeClr val="tx1"/>
          </a:solidFill>
          <a:latin typeface="+mn-lt"/>
          <a:ea typeface="+mn-ea"/>
          <a:cs typeface="+mn-cs"/>
        </a:defRPr>
      </a:lvl1pPr>
      <a:lvl2pPr marL="336212" algn="l" defTabSz="672425" rtl="0" eaLnBrk="1" latinLnBrk="0" hangingPunct="1">
        <a:defRPr sz="1298" kern="1200">
          <a:solidFill>
            <a:schemeClr val="tx1"/>
          </a:solidFill>
          <a:latin typeface="+mn-lt"/>
          <a:ea typeface="+mn-ea"/>
          <a:cs typeface="+mn-cs"/>
        </a:defRPr>
      </a:lvl2pPr>
      <a:lvl3pPr marL="672425" algn="l" defTabSz="672425" rtl="0" eaLnBrk="1" latinLnBrk="0" hangingPunct="1">
        <a:defRPr sz="1298" kern="1200">
          <a:solidFill>
            <a:schemeClr val="tx1"/>
          </a:solidFill>
          <a:latin typeface="+mn-lt"/>
          <a:ea typeface="+mn-ea"/>
          <a:cs typeface="+mn-cs"/>
        </a:defRPr>
      </a:lvl3pPr>
      <a:lvl4pPr marL="1008638" algn="l" defTabSz="672425" rtl="0" eaLnBrk="1" latinLnBrk="0" hangingPunct="1">
        <a:defRPr sz="1298" kern="1200">
          <a:solidFill>
            <a:schemeClr val="tx1"/>
          </a:solidFill>
          <a:latin typeface="+mn-lt"/>
          <a:ea typeface="+mn-ea"/>
          <a:cs typeface="+mn-cs"/>
        </a:defRPr>
      </a:lvl4pPr>
      <a:lvl5pPr marL="1344851" algn="l" defTabSz="672425" rtl="0" eaLnBrk="1" latinLnBrk="0" hangingPunct="1">
        <a:defRPr sz="1298" kern="1200">
          <a:solidFill>
            <a:schemeClr val="tx1"/>
          </a:solidFill>
          <a:latin typeface="+mn-lt"/>
          <a:ea typeface="+mn-ea"/>
          <a:cs typeface="+mn-cs"/>
        </a:defRPr>
      </a:lvl5pPr>
      <a:lvl6pPr marL="1681064" algn="l" defTabSz="672425" rtl="0" eaLnBrk="1" latinLnBrk="0" hangingPunct="1">
        <a:defRPr sz="1298" kern="1200">
          <a:solidFill>
            <a:schemeClr val="tx1"/>
          </a:solidFill>
          <a:latin typeface="+mn-lt"/>
          <a:ea typeface="+mn-ea"/>
          <a:cs typeface="+mn-cs"/>
        </a:defRPr>
      </a:lvl6pPr>
      <a:lvl7pPr marL="2017276" algn="l" defTabSz="672425" rtl="0" eaLnBrk="1" latinLnBrk="0" hangingPunct="1">
        <a:defRPr sz="1298" kern="1200">
          <a:solidFill>
            <a:schemeClr val="tx1"/>
          </a:solidFill>
          <a:latin typeface="+mn-lt"/>
          <a:ea typeface="+mn-ea"/>
          <a:cs typeface="+mn-cs"/>
        </a:defRPr>
      </a:lvl7pPr>
      <a:lvl8pPr marL="2353489" algn="l" defTabSz="672425" rtl="0" eaLnBrk="1" latinLnBrk="0" hangingPunct="1">
        <a:defRPr sz="1298" kern="1200">
          <a:solidFill>
            <a:schemeClr val="tx1"/>
          </a:solidFill>
          <a:latin typeface="+mn-lt"/>
          <a:ea typeface="+mn-ea"/>
          <a:cs typeface="+mn-cs"/>
        </a:defRPr>
      </a:lvl8pPr>
      <a:lvl9pPr marL="2689703" algn="l" defTabSz="672425" rtl="0" eaLnBrk="1" latinLnBrk="0" hangingPunct="1">
        <a:defRPr sz="1298"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6.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9.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1.xml"/></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51.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96.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96.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8.xml"/></Relationships>
</file>

<file path=ppt/slides/_rels/slide1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51.xml"/></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51.xml"/></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5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8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F5386-4893-45E3-946D-8C303E320146}"/>
              </a:ext>
            </a:extLst>
          </p:cNvPr>
          <p:cNvSpPr>
            <a:spLocks noGrp="1"/>
          </p:cNvSpPr>
          <p:nvPr>
            <p:ph type="title"/>
          </p:nvPr>
        </p:nvSpPr>
        <p:spPr/>
        <p:txBody>
          <a:bodyPr/>
          <a:lstStyle/>
          <a:p>
            <a:r>
              <a:rPr lang="en-GB"/>
              <a:t>Chapter 16: Windows LAPS</a:t>
            </a:r>
          </a:p>
        </p:txBody>
      </p:sp>
      <p:sp>
        <p:nvSpPr>
          <p:cNvPr id="3" name="Text Placeholder 2">
            <a:extLst>
              <a:ext uri="{FF2B5EF4-FFF2-40B4-BE49-F238E27FC236}">
                <a16:creationId xmlns:a16="http://schemas.microsoft.com/office/drawing/2014/main" id="{05066278-CFC2-EF58-4935-3FD16CBD0FB7}"/>
              </a:ext>
            </a:extLst>
          </p:cNvPr>
          <p:cNvSpPr>
            <a:spLocks noGrp="1"/>
          </p:cNvSpPr>
          <p:nvPr>
            <p:ph type="body" sz="quarter" idx="15"/>
          </p:nvPr>
        </p:nvSpPr>
        <p:spPr>
          <a:xfrm>
            <a:off x="331851" y="3262586"/>
            <a:ext cx="7202114" cy="388440"/>
          </a:xfrm>
        </p:spPr>
        <p:txBody>
          <a:bodyPr/>
          <a:lstStyle/>
          <a:p>
            <a:r>
              <a:rPr lang="en-GB"/>
              <a:t>Local administrator password management and operational administration</a:t>
            </a:r>
          </a:p>
        </p:txBody>
      </p:sp>
    </p:spTree>
    <p:extLst>
      <p:ext uri="{BB962C8B-B14F-4D97-AF65-F5344CB8AC3E}">
        <p14:creationId xmlns:p14="http://schemas.microsoft.com/office/powerpoint/2010/main" val="1648140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C0385-2D9F-5C0C-E7FC-2F43B2B91426}"/>
              </a:ext>
            </a:extLst>
          </p:cNvPr>
          <p:cNvSpPr>
            <a:spLocks noGrp="1"/>
          </p:cNvSpPr>
          <p:nvPr>
            <p:ph type="title"/>
          </p:nvPr>
        </p:nvSpPr>
        <p:spPr/>
        <p:txBody>
          <a:bodyPr wrap="square">
            <a:noAutofit/>
          </a:bodyPr>
          <a:lstStyle/>
          <a:p>
            <a:r>
              <a:rPr lang="en-GB"/>
              <a:t>Chapter Summary</a:t>
            </a:r>
          </a:p>
        </p:txBody>
      </p:sp>
      <p:sp>
        <p:nvSpPr>
          <p:cNvPr id="3" name="Text Placeholder 2">
            <a:extLst>
              <a:ext uri="{FF2B5EF4-FFF2-40B4-BE49-F238E27FC236}">
                <a16:creationId xmlns:a16="http://schemas.microsoft.com/office/drawing/2014/main" id="{323941DE-347F-305E-4445-3121340FF643}"/>
              </a:ext>
            </a:extLst>
          </p:cNvPr>
          <p:cNvSpPr>
            <a:spLocks noGrp="1"/>
          </p:cNvSpPr>
          <p:nvPr>
            <p:ph type="body" sz="quarter" idx="11"/>
          </p:nvPr>
        </p:nvSpPr>
        <p:spPr/>
        <p:txBody>
          <a:bodyPr>
            <a:normAutofit/>
          </a:bodyPr>
          <a:lstStyle/>
          <a:p>
            <a:r>
              <a:rPr lang="en-GB">
                <a:solidFill>
                  <a:srgbClr val="0076D4"/>
                </a:solidFill>
                <a:latin typeface="Segoe UI Semibold" panose="020B0702040204020203" pitchFamily="34" charset="0"/>
              </a:rPr>
              <a:t>01</a:t>
            </a:r>
            <a:r>
              <a:rPr lang="en-GB">
                <a:latin typeface="Segoe UI" panose="020B0502040204020203" pitchFamily="34" charset="0"/>
              </a:rPr>
              <a:t>  Show why unmanaged local admin passwords are a security risk</a:t>
            </a:r>
          </a:p>
        </p:txBody>
      </p:sp>
      <p:sp>
        <p:nvSpPr>
          <p:cNvPr id="4" name="Text Placeholder 3">
            <a:extLst>
              <a:ext uri="{FF2B5EF4-FFF2-40B4-BE49-F238E27FC236}">
                <a16:creationId xmlns:a16="http://schemas.microsoft.com/office/drawing/2014/main" id="{90C11E47-250B-D3E1-6594-DEBC307E3DF0}"/>
              </a:ext>
            </a:extLst>
          </p:cNvPr>
          <p:cNvSpPr>
            <a:spLocks noGrp="1"/>
          </p:cNvSpPr>
          <p:nvPr>
            <p:ph type="body" sz="quarter" idx="15"/>
          </p:nvPr>
        </p:nvSpPr>
        <p:spPr/>
        <p:txBody>
          <a:bodyPr>
            <a:normAutofit/>
          </a:bodyPr>
          <a:lstStyle/>
          <a:p>
            <a:r>
              <a:rPr lang="en-GB">
                <a:solidFill>
                  <a:srgbClr val="0076D4"/>
                </a:solidFill>
                <a:latin typeface="Segoe UI Semibold" panose="020B0702040204020203" pitchFamily="34" charset="0"/>
              </a:rPr>
              <a:t>02</a:t>
            </a:r>
            <a:r>
              <a:rPr lang="en-GB">
                <a:latin typeface="Segoe UI" panose="020B0502040204020203" pitchFamily="34" charset="0"/>
              </a:rPr>
              <a:t>  Explain how LAPS stores, rotates, and secures local administrator credentials</a:t>
            </a:r>
          </a:p>
        </p:txBody>
      </p:sp>
      <p:sp>
        <p:nvSpPr>
          <p:cNvPr id="5" name="Text Placeholder 4">
            <a:extLst>
              <a:ext uri="{FF2B5EF4-FFF2-40B4-BE49-F238E27FC236}">
                <a16:creationId xmlns:a16="http://schemas.microsoft.com/office/drawing/2014/main" id="{D365EA12-744F-9AE7-C154-3717AC0FC45A}"/>
              </a:ext>
            </a:extLst>
          </p:cNvPr>
          <p:cNvSpPr>
            <a:spLocks noGrp="1"/>
          </p:cNvSpPr>
          <p:nvPr>
            <p:ph type="body" sz="quarter" idx="17"/>
          </p:nvPr>
        </p:nvSpPr>
        <p:spPr/>
        <p:txBody>
          <a:bodyPr>
            <a:normAutofit/>
          </a:bodyPr>
          <a:lstStyle/>
          <a:p>
            <a:r>
              <a:rPr lang="en-GB">
                <a:solidFill>
                  <a:srgbClr val="0076D4"/>
                </a:solidFill>
                <a:latin typeface="Segoe UI Semibold" panose="020B0702040204020203" pitchFamily="34" charset="0"/>
              </a:rPr>
              <a:t>03</a:t>
            </a:r>
            <a:r>
              <a:rPr lang="en-GB">
                <a:latin typeface="Segoe UI" panose="020B0502040204020203" pitchFamily="34" charset="0"/>
              </a:rPr>
              <a:t>  Keep the chapter grounded in administrative workflows and policy behavior</a:t>
            </a:r>
          </a:p>
        </p:txBody>
      </p:sp>
      <p:sp>
        <p:nvSpPr>
          <p:cNvPr id="6" name="Text Placeholder 5">
            <a:extLst>
              <a:ext uri="{FF2B5EF4-FFF2-40B4-BE49-F238E27FC236}">
                <a16:creationId xmlns:a16="http://schemas.microsoft.com/office/drawing/2014/main" id="{C82B335B-DFE3-93BE-5DC8-B43D4E3E4863}"/>
              </a:ext>
            </a:extLst>
          </p:cNvPr>
          <p:cNvSpPr>
            <a:spLocks noGrp="1"/>
          </p:cNvSpPr>
          <p:nvPr>
            <p:ph type="body" sz="quarter" idx="19"/>
          </p:nvPr>
        </p:nvSpPr>
        <p:spPr/>
        <p:txBody>
          <a:bodyPr>
            <a:normAutofit/>
          </a:bodyPr>
          <a:lstStyle/>
          <a:p>
            <a:r>
              <a:rPr lang="en-GB">
                <a:solidFill>
                  <a:srgbClr val="0076D4"/>
                </a:solidFill>
                <a:latin typeface="Segoe UI Semibold" panose="020B0702040204020203" pitchFamily="34" charset="0"/>
              </a:rPr>
              <a:t>04</a:t>
            </a:r>
            <a:r>
              <a:rPr lang="en-GB">
                <a:latin typeface="Segoe UI" panose="020B0502040204020203" pitchFamily="34" charset="0"/>
              </a:rPr>
              <a:t>  Reinforce repeatable administration, validation, and supportable design choices</a:t>
            </a:r>
          </a:p>
        </p:txBody>
      </p:sp>
      <p:sp>
        <p:nvSpPr>
          <p:cNvPr id="7" name="Course footer">
            <a:extLst>
              <a:ext uri="{FF2B5EF4-FFF2-40B4-BE49-F238E27FC236}">
                <a16:creationId xmlns:a16="http://schemas.microsoft.com/office/drawing/2014/main" id="{658CB762-C2D1-810F-6327-CCBE95F95F66}"/>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16 | Windows LAPS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8" name="TextBox 7">
            <a:extLst>
              <a:ext uri="{FF2B5EF4-FFF2-40B4-BE49-F238E27FC236}">
                <a16:creationId xmlns:a16="http://schemas.microsoft.com/office/drawing/2014/main" id="{300DFC8B-16B2-D2EB-69E2-93344CE835FC}"/>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02</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95920443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75297-6BDC-C72A-4570-1F972CBD3FEA}"/>
              </a:ext>
            </a:extLst>
          </p:cNvPr>
          <p:cNvSpPr>
            <a:spLocks noGrp="1"/>
          </p:cNvSpPr>
          <p:nvPr>
            <p:ph type="title" idx="4294967295"/>
          </p:nvPr>
        </p:nvSpPr>
        <p:spPr>
          <a:xfrm>
            <a:off x="0" y="438150"/>
            <a:ext cx="8258175" cy="369888"/>
          </a:xfrm>
        </p:spPr>
        <p:txBody>
          <a:bodyPr wrap="square">
            <a:noAutofit/>
          </a:bodyPr>
          <a:lstStyle/>
          <a:p>
            <a:r>
              <a:rPr lang="en-GB"/>
              <a:t>What is LAPS?</a:t>
            </a:r>
          </a:p>
        </p:txBody>
      </p:sp>
      <p:sp>
        <p:nvSpPr>
          <p:cNvPr id="7" name="Text Placeholder 2">
            <a:extLst>
              <a:ext uri="{FF2B5EF4-FFF2-40B4-BE49-F238E27FC236}">
                <a16:creationId xmlns:a16="http://schemas.microsoft.com/office/drawing/2014/main" id="{FA8CCB9D-FB9E-2546-E27B-BE73220F4D84}"/>
              </a:ext>
            </a:extLst>
          </p:cNvPr>
          <p:cNvSpPr txBox="1">
            <a:spLocks/>
          </p:cNvSpPr>
          <p:nvPr/>
        </p:nvSpPr>
        <p:spPr>
          <a:xfrm>
            <a:off x="444500" y="1076325"/>
            <a:ext cx="8258701" cy="3500000"/>
          </a:xfrm>
          <a:prstGeom prst="rect">
            <a:avLst/>
          </a:prstGeom>
        </p:spPr>
        <p:txBody>
          <a:bodyPr>
            <a:normAutofit/>
          </a:bodyPr>
          <a:lstStyle>
            <a:lvl1pPr marL="0" marR="0" indent="0" algn="l" defTabSz="672425" rtl="0" eaLnBrk="1" fontAlgn="auto" latinLnBrk="0" hangingPunct="1">
              <a:lnSpc>
                <a:spcPct val="100000"/>
              </a:lnSpc>
              <a:spcBef>
                <a:spcPts val="0"/>
              </a:spcBef>
              <a:spcAft>
                <a:spcPts val="0"/>
              </a:spcAft>
              <a:buClrTx/>
              <a:buSzPct val="90000"/>
              <a:buFont typeface="Wingdings" panose="05000000000000000000" pitchFamily="2" charset="2"/>
              <a:buNone/>
              <a:tabLst/>
              <a:defRPr sz="1730" kern="1200" spc="-36" baseline="0">
                <a:solidFill>
                  <a:srgbClr val="000000"/>
                </a:solidFill>
                <a:latin typeface="+mj-lt"/>
                <a:ea typeface="+mn-ea"/>
                <a:cs typeface="+mn-cs"/>
              </a:defRPr>
            </a:lvl1pPr>
            <a:lvl2pPr marL="0" marR="0" indent="0" algn="l" defTabSz="672425" rtl="0" eaLnBrk="1" fontAlgn="auto" latinLnBrk="0" hangingPunct="1">
              <a:lnSpc>
                <a:spcPct val="100000"/>
              </a:lnSpc>
              <a:spcBef>
                <a:spcPts val="288"/>
              </a:spcBef>
              <a:spcAft>
                <a:spcPts val="432"/>
              </a:spcAft>
              <a:buClrTx/>
              <a:buSzPct val="90000"/>
              <a:buFontTx/>
              <a:buNone/>
              <a:tabLst/>
              <a:defRPr sz="1471" kern="1200" spc="0" baseline="0">
                <a:solidFill>
                  <a:schemeClr val="tx1"/>
                </a:solidFill>
                <a:latin typeface="+mn-lt"/>
                <a:ea typeface="+mn-ea"/>
                <a:cs typeface="+mn-cs"/>
              </a:defRPr>
            </a:lvl2pPr>
            <a:lvl3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j-lt"/>
                <a:ea typeface="+mn-ea"/>
                <a:cs typeface="+mn-cs"/>
              </a:defRPr>
            </a:lvl3pPr>
            <a:lvl4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n-lt"/>
                <a:ea typeface="+mn-ea"/>
                <a:cs typeface="+mn-cs"/>
              </a:defRPr>
            </a:lvl4pPr>
            <a:lvl5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882" b="1" kern="1200" spc="0" baseline="0">
                <a:solidFill>
                  <a:schemeClr val="tx1"/>
                </a:solidFill>
                <a:latin typeface="+mn-lt"/>
                <a:ea typeface="+mn-ea"/>
                <a:cs typeface="+mn-cs"/>
              </a:defRPr>
            </a:lvl5pPr>
            <a:lvl6pPr marL="1681063" indent="0" algn="l" defTabSz="672425" rtl="0" eaLnBrk="1" latinLnBrk="0" hangingPunct="1">
              <a:spcBef>
                <a:spcPct val="20000"/>
              </a:spcBef>
              <a:buFont typeface="Arial" pitchFamily="34" charset="0"/>
              <a:buNone/>
              <a:defRPr sz="1442" kern="1200">
                <a:solidFill>
                  <a:schemeClr val="tx1"/>
                </a:solidFill>
                <a:latin typeface="+mn-lt"/>
                <a:ea typeface="+mn-ea"/>
                <a:cs typeface="+mn-cs"/>
              </a:defRPr>
            </a:lvl6pPr>
            <a:lvl7pPr marL="0" indent="0" algn="l" defTabSz="672425" rtl="0" eaLnBrk="1" latinLnBrk="0" hangingPunct="1">
              <a:lnSpc>
                <a:spcPct val="100000"/>
              </a:lnSpc>
              <a:spcBef>
                <a:spcPts val="288"/>
              </a:spcBef>
              <a:spcAft>
                <a:spcPts val="432"/>
              </a:spcAft>
              <a:buFont typeface="Arial" pitchFamily="34" charset="0"/>
              <a:buNone/>
              <a:defRPr sz="882" kern="1200">
                <a:solidFill>
                  <a:schemeClr val="tx1"/>
                </a:solidFill>
                <a:latin typeface="+mn-lt"/>
                <a:ea typeface="+mn-ea"/>
                <a:cs typeface="+mn-cs"/>
              </a:defRPr>
            </a:lvl7pPr>
            <a:lvl8pPr marL="2521596"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8pPr>
            <a:lvl9pPr marL="2857809"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9pPr>
          </a:lstStyle>
          <a:p>
            <a:r>
              <a:rPr lang="en-GB" dirty="0">
                <a:latin typeface="Segoe UI" panose="020B0502040204020203" pitchFamily="34" charset="0"/>
              </a:rPr>
              <a:t>Windows Local Administrator Password Solution (Windows LAPS) is a Windows feature that automatically manages and backs up the password of a local administrator account on your Microsoft Entra-joined or Windows Server Active Directory-joined devices. </a:t>
            </a:r>
          </a:p>
          <a:p>
            <a:endParaRPr lang="en-GB" dirty="0">
              <a:latin typeface="Segoe UI" panose="020B0502040204020203" pitchFamily="34" charset="0"/>
            </a:endParaRPr>
          </a:p>
          <a:p>
            <a:pPr marL="257175" indent="-257175">
              <a:buFont typeface="Arial" panose="020B0604020202020204" pitchFamily="34" charset="0"/>
              <a:buChar char="•"/>
            </a:pPr>
            <a:r>
              <a:rPr lang="en-GB" dirty="0">
                <a:latin typeface="Segoe UI" panose="020B0502040204020203" pitchFamily="34" charset="0"/>
              </a:rPr>
              <a:t>A Microsoft solution for managing local administrator passwords on domain-joined devices.</a:t>
            </a:r>
          </a:p>
          <a:p>
            <a:pPr marL="257175" indent="-257175">
              <a:buFont typeface="Arial" panose="020B0604020202020204" pitchFamily="34" charset="0"/>
              <a:buChar char="•"/>
            </a:pPr>
            <a:r>
              <a:rPr lang="en-GB" dirty="0">
                <a:latin typeface="Segoe UI" panose="020B0502040204020203" pitchFamily="34" charset="0"/>
              </a:rPr>
              <a:t>Ensures each machine has a unique, regularly rotated local admin password.</a:t>
            </a:r>
          </a:p>
          <a:p>
            <a:endParaRPr lang="en-GB" dirty="0">
              <a:latin typeface="Segoe UI" panose="020B0502040204020203" pitchFamily="34" charset="0"/>
            </a:endParaRPr>
          </a:p>
          <a:p>
            <a:endParaRPr lang="en-US" dirty="0">
              <a:latin typeface="Segoe UI" panose="020B0502040204020203" pitchFamily="34" charset="0"/>
            </a:endParaRPr>
          </a:p>
        </p:txBody>
      </p:sp>
      <p:sp>
        <p:nvSpPr>
          <p:cNvPr id="8" name="Course footer">
            <a:extLst>
              <a:ext uri="{FF2B5EF4-FFF2-40B4-BE49-F238E27FC236}">
                <a16:creationId xmlns:a16="http://schemas.microsoft.com/office/drawing/2014/main" id="{30319CBC-F60C-25D7-C712-19DE3685E39D}"/>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16 | Windows LAPS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9" name="TextBox 8">
            <a:extLst>
              <a:ext uri="{FF2B5EF4-FFF2-40B4-BE49-F238E27FC236}">
                <a16:creationId xmlns:a16="http://schemas.microsoft.com/office/drawing/2014/main" id="{8BE46785-F0F1-DBD1-AECA-9AC64916F1A4}"/>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03</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416251068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815E3-70E6-40C2-817D-CEB8FCCAE197}"/>
              </a:ext>
            </a:extLst>
          </p:cNvPr>
          <p:cNvSpPr>
            <a:spLocks noGrp="1"/>
          </p:cNvSpPr>
          <p:nvPr>
            <p:ph type="title"/>
          </p:nvPr>
        </p:nvSpPr>
        <p:spPr/>
        <p:txBody>
          <a:bodyPr wrap="square">
            <a:noAutofit/>
          </a:bodyPr>
          <a:lstStyle/>
          <a:p>
            <a:r>
              <a:rPr lang="en-GB"/>
              <a:t>Why LAPS matters</a:t>
            </a:r>
          </a:p>
        </p:txBody>
      </p:sp>
      <p:sp>
        <p:nvSpPr>
          <p:cNvPr id="3" name="Left Card">
            <a:extLst>
              <a:ext uri="{FF2B5EF4-FFF2-40B4-BE49-F238E27FC236}">
                <a16:creationId xmlns:a16="http://schemas.microsoft.com/office/drawing/2014/main" id="{7D73ABEA-FB80-6274-53EA-CB813BA2AF73}"/>
              </a:ext>
            </a:extLst>
          </p:cNvPr>
          <p:cNvSpPr/>
          <p:nvPr/>
        </p:nvSpPr>
        <p:spPr>
          <a:xfrm>
            <a:off x="444500" y="1076325"/>
            <a:ext cx="4000000" cy="3500000"/>
          </a:xfrm>
          <a:prstGeom prst="roundRect">
            <a:avLst>
              <a:gd name="adj" fmla="val 3000"/>
            </a:avLst>
          </a:prstGeom>
          <a:solidFill>
            <a:srgbClr val="FDEEEA"/>
          </a:solidFill>
          <a:ln w="12700">
            <a:solidFill>
              <a:schemeClr val="accent2"/>
            </a:solidFill>
          </a:ln>
        </p:spPr>
        <p:txBody>
          <a:bodyPr lIns="182880" tIns="182880" rIns="182880" bIns="91440" anchor="t">
            <a:normAutofit/>
          </a:bodyPr>
          <a:lstStyle/>
          <a:p>
            <a:pPr>
              <a:spcAft>
                <a:spcPts val="800"/>
              </a:spcAft>
            </a:pPr>
            <a:r>
              <a:rPr lang="en-GB" sz="1800" b="1">
                <a:solidFill>
                  <a:schemeClr val="accent2"/>
                </a:solidFill>
                <a:latin typeface="Segoe UI" panose="020B0502040204020203" pitchFamily="34" charset="0"/>
              </a:rPr>
              <a:t>Attack Vectors Without LAPS</a:t>
            </a:r>
          </a:p>
          <a:p>
            <a:pPr marL="228600" indent="-228600">
              <a:spcAft>
                <a:spcPts val="500"/>
              </a:spcAft>
              <a:buFont typeface="Arial" panose="020B0604020202020204" pitchFamily="34" charset="0"/>
              <a:buChar char="•"/>
            </a:pPr>
            <a:r>
              <a:rPr lang="en-GB" sz="1400">
                <a:solidFill>
                  <a:schemeClr val="tx1"/>
                </a:solidFill>
                <a:latin typeface="Segoe UI" panose="020B0502040204020203" pitchFamily="34" charset="0"/>
              </a:rPr>
              <a:t>Password reuse across machines.</a:t>
            </a:r>
          </a:p>
          <a:p>
            <a:pPr marL="228600" indent="-228600">
              <a:spcAft>
                <a:spcPts val="500"/>
              </a:spcAft>
              <a:buFont typeface="Arial" panose="020B0604020202020204" pitchFamily="34" charset="0"/>
              <a:buChar char="•"/>
            </a:pPr>
            <a:r>
              <a:rPr lang="en-GB" sz="1400">
                <a:solidFill>
                  <a:schemeClr val="tx1"/>
                </a:solidFill>
                <a:latin typeface="Segoe UI" panose="020B0502040204020203" pitchFamily="34" charset="0"/>
              </a:rPr>
              <a:t>Lateral movement in attacks (Pass-the-Hash).</a:t>
            </a:r>
          </a:p>
          <a:p>
            <a:pPr marL="228600" indent="-228600">
              <a:spcAft>
                <a:spcPts val="500"/>
              </a:spcAft>
              <a:buFont typeface="Arial" panose="020B0604020202020204" pitchFamily="34" charset="0"/>
              <a:buChar char="•"/>
            </a:pPr>
            <a:r>
              <a:rPr lang="en-GB" sz="1400">
                <a:solidFill>
                  <a:schemeClr val="tx1"/>
                </a:solidFill>
                <a:latin typeface="Segoe UI" panose="020B0502040204020203" pitchFamily="34" charset="0"/>
              </a:rPr>
              <a:t>Insider threats.</a:t>
            </a:r>
          </a:p>
        </p:txBody>
      </p:sp>
      <p:sp>
        <p:nvSpPr>
          <p:cNvPr id="4" name="Right Card">
            <a:extLst>
              <a:ext uri="{FF2B5EF4-FFF2-40B4-BE49-F238E27FC236}">
                <a16:creationId xmlns:a16="http://schemas.microsoft.com/office/drawing/2014/main" id="{AF4C89E5-386F-18E5-3E9E-C86C1A82FF84}"/>
              </a:ext>
            </a:extLst>
          </p:cNvPr>
          <p:cNvSpPr/>
          <p:nvPr/>
        </p:nvSpPr>
        <p:spPr>
          <a:xfrm>
            <a:off x="4703201" y="1076325"/>
            <a:ext cx="4000000" cy="3500000"/>
          </a:xfrm>
          <a:prstGeom prst="roundRect">
            <a:avLst>
              <a:gd name="adj" fmla="val 3000"/>
            </a:avLst>
          </a:prstGeom>
          <a:solidFill>
            <a:srgbClr val="E6F4E6"/>
          </a:solidFill>
          <a:ln w="12700">
            <a:solidFill>
              <a:schemeClr val="accent3"/>
            </a:solidFill>
          </a:ln>
        </p:spPr>
        <p:txBody>
          <a:bodyPr lIns="182880" tIns="182880" rIns="182880" bIns="91440" anchor="t">
            <a:normAutofit/>
          </a:bodyPr>
          <a:lstStyle/>
          <a:p>
            <a:pPr>
              <a:spcAft>
                <a:spcPts val="800"/>
              </a:spcAft>
            </a:pPr>
            <a:r>
              <a:rPr lang="en-GB" sz="1800" b="1">
                <a:solidFill>
                  <a:schemeClr val="accent3"/>
                </a:solidFill>
                <a:latin typeface="Segoe UI" panose="020B0502040204020203" pitchFamily="34" charset="0"/>
              </a:rPr>
              <a:t>Benefits of LAPS</a:t>
            </a:r>
          </a:p>
          <a:p>
            <a:pPr marL="228600" indent="-228600">
              <a:spcAft>
                <a:spcPts val="500"/>
              </a:spcAft>
              <a:buFont typeface="Arial" panose="020B0604020202020204" pitchFamily="34" charset="0"/>
              <a:buChar char="•"/>
            </a:pPr>
            <a:r>
              <a:rPr lang="en-GB" sz="1400">
                <a:solidFill>
                  <a:schemeClr val="tx1"/>
                </a:solidFill>
                <a:latin typeface="Segoe UI" panose="020B0502040204020203" pitchFamily="34" charset="0"/>
              </a:rPr>
              <a:t>Unique, randomised passwords.</a:t>
            </a:r>
          </a:p>
          <a:p>
            <a:pPr marL="228600" indent="-228600">
              <a:spcAft>
                <a:spcPts val="500"/>
              </a:spcAft>
              <a:buFont typeface="Arial" panose="020B0604020202020204" pitchFamily="34" charset="0"/>
              <a:buChar char="•"/>
            </a:pPr>
            <a:r>
              <a:rPr lang="en-GB" sz="1400">
                <a:solidFill>
                  <a:schemeClr val="tx1"/>
                </a:solidFill>
                <a:latin typeface="Segoe UI" panose="020B0502040204020203" pitchFamily="34" charset="0"/>
              </a:rPr>
              <a:t>Automatic password rotation.</a:t>
            </a:r>
          </a:p>
          <a:p>
            <a:pPr marL="228600" indent="-228600">
              <a:spcAft>
                <a:spcPts val="500"/>
              </a:spcAft>
              <a:buFont typeface="Arial" panose="020B0604020202020204" pitchFamily="34" charset="0"/>
              <a:buChar char="•"/>
            </a:pPr>
            <a:r>
              <a:rPr lang="en-GB" sz="1400">
                <a:solidFill>
                  <a:schemeClr val="tx1"/>
                </a:solidFill>
                <a:latin typeface="Segoe UI" panose="020B0502040204020203" pitchFamily="34" charset="0"/>
              </a:rPr>
              <a:t>Secure password storage in Active Directory or Entra ID.</a:t>
            </a:r>
          </a:p>
        </p:txBody>
      </p:sp>
      <p:sp>
        <p:nvSpPr>
          <p:cNvPr id="5" name="Course footer">
            <a:extLst>
              <a:ext uri="{FF2B5EF4-FFF2-40B4-BE49-F238E27FC236}">
                <a16:creationId xmlns:a16="http://schemas.microsoft.com/office/drawing/2014/main" id="{534BD104-8A03-3D3D-825D-8CD0286AB69D}"/>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16 | Windows LAPS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6" name="TextBox 5">
            <a:extLst>
              <a:ext uri="{FF2B5EF4-FFF2-40B4-BE49-F238E27FC236}">
                <a16:creationId xmlns:a16="http://schemas.microsoft.com/office/drawing/2014/main" id="{AE005066-C63F-E3F0-60F5-4030A2CFD321}"/>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04</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75123696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FE910-E2D7-C93C-B427-BE8B7CF8D964}"/>
              </a:ext>
            </a:extLst>
          </p:cNvPr>
          <p:cNvSpPr>
            <a:spLocks noGrp="1"/>
          </p:cNvSpPr>
          <p:nvPr>
            <p:ph type="title"/>
          </p:nvPr>
        </p:nvSpPr>
        <p:spPr/>
        <p:txBody>
          <a:bodyPr wrap="square">
            <a:noAutofit/>
          </a:bodyPr>
          <a:lstStyle/>
          <a:p>
            <a:r>
              <a:rPr lang="en-GB"/>
              <a:t>LAPS evolution</a:t>
            </a:r>
          </a:p>
        </p:txBody>
      </p:sp>
      <p:sp>
        <p:nvSpPr>
          <p:cNvPr id="3" name="Text Placeholder 2">
            <a:extLst>
              <a:ext uri="{FF2B5EF4-FFF2-40B4-BE49-F238E27FC236}">
                <a16:creationId xmlns:a16="http://schemas.microsoft.com/office/drawing/2014/main" id="{9FFA224A-1A67-FBB8-B4CA-BE8B6BA87705}"/>
              </a:ext>
            </a:extLst>
          </p:cNvPr>
          <p:cNvSpPr txBox="1">
            <a:spLocks/>
          </p:cNvSpPr>
          <p:nvPr/>
        </p:nvSpPr>
        <p:spPr>
          <a:xfrm>
            <a:off x="444500" y="1076325"/>
            <a:ext cx="8258701" cy="3500000"/>
          </a:xfrm>
          <a:prstGeom prst="rect">
            <a:avLst/>
          </a:prstGeom>
        </p:spPr>
        <p:txBody>
          <a:bodyPr>
            <a:normAutofit/>
          </a:bodyPr>
          <a:lstStyle>
            <a:lvl1pPr marL="0" marR="0" indent="0" algn="l" defTabSz="672425" rtl="0" eaLnBrk="1" fontAlgn="auto" latinLnBrk="0" hangingPunct="1">
              <a:lnSpc>
                <a:spcPct val="100000"/>
              </a:lnSpc>
              <a:spcBef>
                <a:spcPts val="0"/>
              </a:spcBef>
              <a:spcAft>
                <a:spcPts val="0"/>
              </a:spcAft>
              <a:buClrTx/>
              <a:buSzPct val="90000"/>
              <a:buFont typeface="Wingdings" panose="05000000000000000000" pitchFamily="2" charset="2"/>
              <a:buNone/>
              <a:tabLst/>
              <a:defRPr sz="1730" kern="1200" spc="-36" baseline="0">
                <a:solidFill>
                  <a:srgbClr val="000000"/>
                </a:solidFill>
                <a:latin typeface="+mj-lt"/>
                <a:ea typeface="+mn-ea"/>
                <a:cs typeface="+mn-cs"/>
              </a:defRPr>
            </a:lvl1pPr>
            <a:lvl2pPr marL="0" marR="0" indent="0" algn="l" defTabSz="672425" rtl="0" eaLnBrk="1" fontAlgn="auto" latinLnBrk="0" hangingPunct="1">
              <a:lnSpc>
                <a:spcPct val="100000"/>
              </a:lnSpc>
              <a:spcBef>
                <a:spcPts val="288"/>
              </a:spcBef>
              <a:spcAft>
                <a:spcPts val="432"/>
              </a:spcAft>
              <a:buClrTx/>
              <a:buSzPct val="90000"/>
              <a:buFontTx/>
              <a:buNone/>
              <a:tabLst/>
              <a:defRPr sz="1471" kern="1200" spc="0" baseline="0">
                <a:solidFill>
                  <a:schemeClr val="tx1"/>
                </a:solidFill>
                <a:latin typeface="+mn-lt"/>
                <a:ea typeface="+mn-ea"/>
                <a:cs typeface="+mn-cs"/>
              </a:defRPr>
            </a:lvl2pPr>
            <a:lvl3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j-lt"/>
                <a:ea typeface="+mn-ea"/>
                <a:cs typeface="+mn-cs"/>
              </a:defRPr>
            </a:lvl3pPr>
            <a:lvl4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n-lt"/>
                <a:ea typeface="+mn-ea"/>
                <a:cs typeface="+mn-cs"/>
              </a:defRPr>
            </a:lvl4pPr>
            <a:lvl5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882" b="1" kern="1200" spc="0" baseline="0">
                <a:solidFill>
                  <a:schemeClr val="tx1"/>
                </a:solidFill>
                <a:latin typeface="+mn-lt"/>
                <a:ea typeface="+mn-ea"/>
                <a:cs typeface="+mn-cs"/>
              </a:defRPr>
            </a:lvl5pPr>
            <a:lvl6pPr marL="1681063" indent="0" algn="l" defTabSz="672425" rtl="0" eaLnBrk="1" latinLnBrk="0" hangingPunct="1">
              <a:spcBef>
                <a:spcPct val="20000"/>
              </a:spcBef>
              <a:buFont typeface="Arial" pitchFamily="34" charset="0"/>
              <a:buNone/>
              <a:defRPr sz="1442" kern="1200">
                <a:solidFill>
                  <a:schemeClr val="tx1"/>
                </a:solidFill>
                <a:latin typeface="+mn-lt"/>
                <a:ea typeface="+mn-ea"/>
                <a:cs typeface="+mn-cs"/>
              </a:defRPr>
            </a:lvl6pPr>
            <a:lvl7pPr marL="0" indent="0" algn="l" defTabSz="672425" rtl="0" eaLnBrk="1" latinLnBrk="0" hangingPunct="1">
              <a:lnSpc>
                <a:spcPct val="100000"/>
              </a:lnSpc>
              <a:spcBef>
                <a:spcPts val="288"/>
              </a:spcBef>
              <a:spcAft>
                <a:spcPts val="432"/>
              </a:spcAft>
              <a:buFont typeface="Arial" pitchFamily="34" charset="0"/>
              <a:buNone/>
              <a:defRPr sz="882" kern="1200">
                <a:solidFill>
                  <a:schemeClr val="tx1"/>
                </a:solidFill>
                <a:latin typeface="+mn-lt"/>
                <a:ea typeface="+mn-ea"/>
                <a:cs typeface="+mn-cs"/>
              </a:defRPr>
            </a:lvl7pPr>
            <a:lvl8pPr marL="2521596"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8pPr>
            <a:lvl9pPr marL="2857809"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9pPr>
          </a:lstStyle>
          <a:p>
            <a:pPr marL="257175" indent="-257175">
              <a:buFont typeface="Arial" panose="020B0604020202020204" pitchFamily="34" charset="0"/>
              <a:buChar char="•"/>
            </a:pPr>
            <a:r>
              <a:rPr lang="en-GB" b="1">
                <a:latin typeface="Segoe UI" panose="020B0502040204020203" pitchFamily="34" charset="0"/>
              </a:rPr>
              <a:t>Legacy LAPS</a:t>
            </a:r>
            <a:r>
              <a:rPr lang="en-GB">
                <a:latin typeface="Segoe UI" panose="020B0502040204020203" pitchFamily="34" charset="0"/>
              </a:rPr>
              <a:t>: Stored in Active Directory, required MSI package.</a:t>
            </a:r>
          </a:p>
          <a:p>
            <a:pPr marL="257175" indent="-257175">
              <a:buFont typeface="Arial" panose="020B0604020202020204" pitchFamily="34" charset="0"/>
              <a:buChar char="•"/>
            </a:pPr>
            <a:r>
              <a:rPr lang="en-GB" b="1">
                <a:latin typeface="Segoe UI" panose="020B0502040204020203" pitchFamily="34" charset="0"/>
              </a:rPr>
              <a:t>Windows LAPS (2023+)</a:t>
            </a:r>
            <a:r>
              <a:rPr lang="en-GB">
                <a:latin typeface="Segoe UI" panose="020B0502040204020203" pitchFamily="34" charset="0"/>
              </a:rPr>
              <a:t>: Built into Windows 11, Windows Server 2022+, with Azure AD (Entra ID) integration.</a:t>
            </a:r>
          </a:p>
          <a:p>
            <a:pPr marL="257175" indent="-257175">
              <a:buFont typeface="Arial" panose="020B0604020202020204" pitchFamily="34" charset="0"/>
              <a:buChar char="•"/>
            </a:pPr>
            <a:r>
              <a:rPr lang="en-GB">
                <a:latin typeface="Segoe UI" panose="020B0502040204020203" pitchFamily="34" charset="0"/>
              </a:rPr>
              <a:t>Support for cloud-joined and hybrid devices.</a:t>
            </a:r>
          </a:p>
          <a:p>
            <a:endParaRPr lang="en-US" dirty="0">
              <a:latin typeface="Segoe UI" panose="020B0502040204020203" pitchFamily="34" charset="0"/>
            </a:endParaRPr>
          </a:p>
        </p:txBody>
      </p:sp>
      <p:sp>
        <p:nvSpPr>
          <p:cNvPr id="4" name="Course footer">
            <a:extLst>
              <a:ext uri="{FF2B5EF4-FFF2-40B4-BE49-F238E27FC236}">
                <a16:creationId xmlns:a16="http://schemas.microsoft.com/office/drawing/2014/main" id="{37C02BE9-1E21-B68E-906A-A540BDB1618C}"/>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16 | Windows LAPS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5" name="TextBox 4">
            <a:extLst>
              <a:ext uri="{FF2B5EF4-FFF2-40B4-BE49-F238E27FC236}">
                <a16:creationId xmlns:a16="http://schemas.microsoft.com/office/drawing/2014/main" id="{040963E2-932B-454E-E4EF-5E9A29C02C8A}"/>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05</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4187830855"/>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BCA91-98E9-E27B-4F1A-F9A2F0D067C5}"/>
              </a:ext>
            </a:extLst>
          </p:cNvPr>
          <p:cNvSpPr>
            <a:spLocks noGrp="1"/>
          </p:cNvSpPr>
          <p:nvPr>
            <p:ph type="title"/>
          </p:nvPr>
        </p:nvSpPr>
        <p:spPr/>
        <p:txBody>
          <a:bodyPr wrap="square">
            <a:noAutofit/>
          </a:bodyPr>
          <a:lstStyle/>
          <a:p>
            <a:r>
              <a:rPr lang="en-GB"/>
              <a:t>Two LAPS Solutions</a:t>
            </a:r>
          </a:p>
        </p:txBody>
      </p:sp>
      <p:sp>
        <p:nvSpPr>
          <p:cNvPr id="5" name="Left Card">
            <a:extLst>
              <a:ext uri="{FF2B5EF4-FFF2-40B4-BE49-F238E27FC236}">
                <a16:creationId xmlns:a16="http://schemas.microsoft.com/office/drawing/2014/main" id="{46EFF8A0-A1DB-18F1-4AF7-6A6C73E7D076}"/>
              </a:ext>
            </a:extLst>
          </p:cNvPr>
          <p:cNvSpPr/>
          <p:nvPr/>
        </p:nvSpPr>
        <p:spPr>
          <a:xfrm>
            <a:off x="444500" y="1076325"/>
            <a:ext cx="4000000" cy="3500000"/>
          </a:xfrm>
          <a:prstGeom prst="roundRect">
            <a:avLst>
              <a:gd name="adj" fmla="val 3000"/>
            </a:avLst>
          </a:prstGeom>
          <a:solidFill>
            <a:schemeClr val="lt2"/>
          </a:solidFill>
          <a:ln w="12700">
            <a:solidFill>
              <a:schemeClr val="accent1"/>
            </a:solidFill>
          </a:ln>
        </p:spPr>
        <p:txBody>
          <a:bodyPr lIns="182880" tIns="182880" rIns="182880" bIns="91440" anchor="t">
            <a:normAutofit/>
          </a:bodyPr>
          <a:lstStyle/>
          <a:p>
            <a:pPr>
              <a:spcAft>
                <a:spcPts val="400"/>
              </a:spcAft>
            </a:pPr>
            <a:r>
              <a:rPr lang="en-GB" sz="1800" b="1">
                <a:solidFill>
                  <a:schemeClr val="accent1"/>
                </a:solidFill>
                <a:latin typeface="Segoe UI" panose="020B0502040204020203" pitchFamily="34" charset="0"/>
              </a:rPr>
              <a:t>Legacy Microsoft LAPS</a:t>
            </a:r>
          </a:p>
          <a:p>
            <a:pPr>
              <a:spcAft>
                <a:spcPts val="600"/>
              </a:spcAft>
            </a:pPr>
            <a:r>
              <a:rPr lang="en-GB" sz="1200" i="1">
                <a:solidFill>
                  <a:schemeClr val="tx1">
                    <a:alpha val="70000"/>
                  </a:schemeClr>
                </a:solidFill>
                <a:latin typeface="Segoe UI" panose="020B0502040204020203" pitchFamily="34" charset="0"/>
              </a:rPr>
              <a:t>AD LAPS – MSI-based, AD only</a:t>
            </a:r>
          </a:p>
          <a:p>
            <a:pPr marL="228600" indent="-228600">
              <a:spcAft>
                <a:spcPts val="400"/>
              </a:spcAft>
              <a:buFont typeface="Arial" panose="020B0604020202020204" pitchFamily="34" charset="0"/>
              <a:buChar char="•"/>
            </a:pPr>
            <a:r>
              <a:rPr lang="en-GB" sz="1400">
                <a:solidFill>
                  <a:schemeClr val="tx1"/>
                </a:solidFill>
                <a:latin typeface="Segoe UI" panose="020B0502040204020203" pitchFamily="34" charset="0"/>
              </a:rPr>
              <a:t>Active Directory only</a:t>
            </a:r>
          </a:p>
          <a:p>
            <a:pPr marL="228600" indent="-228600">
              <a:spcAft>
                <a:spcPts val="400"/>
              </a:spcAft>
              <a:buFont typeface="Arial" panose="020B0604020202020204" pitchFamily="34" charset="0"/>
              <a:buChar char="•"/>
            </a:pPr>
            <a:r>
              <a:rPr lang="en-GB" sz="1400">
                <a:solidFill>
                  <a:schemeClr val="tx1"/>
                </a:solidFill>
                <a:latin typeface="Segoe UI" panose="020B0502040204020203" pitchFamily="34" charset="0"/>
              </a:rPr>
              <a:t>Requires schema extension</a:t>
            </a:r>
          </a:p>
          <a:p>
            <a:pPr marL="228600" indent="-228600">
              <a:spcAft>
                <a:spcPts val="400"/>
              </a:spcAft>
              <a:buFont typeface="Arial" panose="020B0604020202020204" pitchFamily="34" charset="0"/>
              <a:buChar char="•"/>
            </a:pPr>
            <a:r>
              <a:rPr lang="en-GB" sz="1400">
                <a:solidFill>
                  <a:schemeClr val="tx1"/>
                </a:solidFill>
                <a:latin typeface="Segoe UI" panose="020B0502040204020203" pitchFamily="34" charset="0"/>
              </a:rPr>
              <a:t>Separate MSI agent installed on devices</a:t>
            </a:r>
          </a:p>
          <a:p>
            <a:pPr marL="228600" indent="-228600">
              <a:spcAft>
                <a:spcPts val="400"/>
              </a:spcAft>
              <a:buFont typeface="Arial" panose="020B0604020202020204" pitchFamily="34" charset="0"/>
              <a:buChar char="•"/>
            </a:pPr>
            <a:r>
              <a:rPr lang="en-GB" sz="1400">
                <a:solidFill>
                  <a:schemeClr val="tx1"/>
                </a:solidFill>
                <a:latin typeface="Segoe UI" panose="020B0502040204020203" pitchFamily="34" charset="0"/>
              </a:rPr>
              <a:t>Managed via Group Policy</a:t>
            </a:r>
          </a:p>
          <a:p>
            <a:pPr marL="228600" indent="-228600">
              <a:spcAft>
                <a:spcPts val="400"/>
              </a:spcAft>
              <a:buFont typeface="Arial" panose="020B0604020202020204" pitchFamily="34" charset="0"/>
              <a:buChar char="•"/>
            </a:pPr>
            <a:r>
              <a:rPr lang="en-GB" sz="1400">
                <a:solidFill>
                  <a:schemeClr val="tx1"/>
                </a:solidFill>
                <a:latin typeface="Segoe UI" panose="020B0502040204020203" pitchFamily="34" charset="0"/>
              </a:rPr>
              <a:t>Retrieve passwords with LAPS UI or PowerShell</a:t>
            </a:r>
          </a:p>
        </p:txBody>
      </p:sp>
      <p:sp>
        <p:nvSpPr>
          <p:cNvPr id="6" name="Right Card">
            <a:extLst>
              <a:ext uri="{FF2B5EF4-FFF2-40B4-BE49-F238E27FC236}">
                <a16:creationId xmlns:a16="http://schemas.microsoft.com/office/drawing/2014/main" id="{8C1D8142-8D7B-F91C-EC61-87437BB75290}"/>
              </a:ext>
            </a:extLst>
          </p:cNvPr>
          <p:cNvSpPr/>
          <p:nvPr/>
        </p:nvSpPr>
        <p:spPr>
          <a:xfrm>
            <a:off x="4703201" y="1076325"/>
            <a:ext cx="4000000" cy="3500000"/>
          </a:xfrm>
          <a:prstGeom prst="roundRect">
            <a:avLst>
              <a:gd name="adj" fmla="val 3000"/>
            </a:avLst>
          </a:prstGeom>
          <a:solidFill>
            <a:schemeClr val="lt2"/>
          </a:solidFill>
          <a:ln w="12700">
            <a:solidFill>
              <a:schemeClr val="accent4"/>
            </a:solidFill>
          </a:ln>
        </p:spPr>
        <p:txBody>
          <a:bodyPr lIns="182880" tIns="182880" rIns="182880" bIns="91440" anchor="t">
            <a:normAutofit/>
          </a:bodyPr>
          <a:lstStyle/>
          <a:p>
            <a:pPr>
              <a:spcAft>
                <a:spcPts val="400"/>
              </a:spcAft>
            </a:pPr>
            <a:r>
              <a:rPr lang="en-GB" sz="1800" b="1">
                <a:solidFill>
                  <a:schemeClr val="accent4"/>
                </a:solidFill>
                <a:latin typeface="Segoe UI" panose="020B0502040204020203" pitchFamily="34" charset="0"/>
              </a:rPr>
              <a:t>Windows LAPS (2023+)</a:t>
            </a:r>
          </a:p>
          <a:p>
            <a:pPr>
              <a:spcAft>
                <a:spcPts val="600"/>
              </a:spcAft>
            </a:pPr>
            <a:r>
              <a:rPr lang="en-GB" sz="1200" i="1">
                <a:solidFill>
                  <a:schemeClr val="tx1">
                    <a:alpha val="70000"/>
                  </a:schemeClr>
                </a:solidFill>
                <a:latin typeface="Segoe UI" panose="020B0502040204020203" pitchFamily="34" charset="0"/>
              </a:rPr>
              <a:t>Built into Windows, supports AD and Entra ID</a:t>
            </a:r>
          </a:p>
          <a:p>
            <a:pPr marL="228600" indent="-228600">
              <a:spcAft>
                <a:spcPts val="400"/>
              </a:spcAft>
              <a:buFont typeface="Arial" panose="020B0604020202020204" pitchFamily="34" charset="0"/>
              <a:buChar char="•"/>
            </a:pPr>
            <a:r>
              <a:rPr lang="en-GB" sz="1400">
                <a:solidFill>
                  <a:schemeClr val="tx1"/>
                </a:solidFill>
                <a:latin typeface="Segoe UI" panose="020B0502040204020203" pitchFamily="34" charset="0"/>
              </a:rPr>
              <a:t>Built into Windows 11 / Server 2022+</a:t>
            </a:r>
          </a:p>
          <a:p>
            <a:pPr marL="228600" indent="-228600">
              <a:spcAft>
                <a:spcPts val="400"/>
              </a:spcAft>
              <a:buFont typeface="Arial" panose="020B0604020202020204" pitchFamily="34" charset="0"/>
              <a:buChar char="•"/>
            </a:pPr>
            <a:r>
              <a:rPr lang="en-GB" sz="1400">
                <a:solidFill>
                  <a:schemeClr val="tx1"/>
                </a:solidFill>
                <a:latin typeface="Segoe UI" panose="020B0502040204020203" pitchFamily="34" charset="0"/>
              </a:rPr>
              <a:t>Supports Active Directory and Entra ID</a:t>
            </a:r>
          </a:p>
          <a:p>
            <a:pPr marL="228600" indent="-228600">
              <a:spcAft>
                <a:spcPts val="400"/>
              </a:spcAft>
              <a:buFont typeface="Arial" panose="020B0604020202020204" pitchFamily="34" charset="0"/>
              <a:buChar char="•"/>
            </a:pPr>
            <a:r>
              <a:rPr lang="en-GB" sz="1400">
                <a:solidFill>
                  <a:schemeClr val="tx1"/>
                </a:solidFill>
                <a:latin typeface="Segoe UI" panose="020B0502040204020203" pitchFamily="34" charset="0"/>
              </a:rPr>
              <a:t>Managed via Intune or Group Policy</a:t>
            </a:r>
          </a:p>
          <a:p>
            <a:pPr marL="228600" indent="-228600">
              <a:spcAft>
                <a:spcPts val="400"/>
              </a:spcAft>
              <a:buFont typeface="Arial" panose="020B0604020202020204" pitchFamily="34" charset="0"/>
              <a:buChar char="•"/>
            </a:pPr>
            <a:r>
              <a:rPr lang="en-GB" sz="1400">
                <a:solidFill>
                  <a:schemeClr val="tx1"/>
                </a:solidFill>
                <a:latin typeface="Segoe UI" panose="020B0502040204020203" pitchFamily="34" charset="0"/>
              </a:rPr>
              <a:t>Retrieve via Entra ID / Intune portal</a:t>
            </a:r>
          </a:p>
          <a:p>
            <a:pPr marL="228600" indent="-228600">
              <a:spcAft>
                <a:spcPts val="400"/>
              </a:spcAft>
              <a:buFont typeface="Arial" panose="020B0604020202020204" pitchFamily="34" charset="0"/>
              <a:buChar char="•"/>
            </a:pPr>
            <a:r>
              <a:rPr lang="en-GB" sz="1400">
                <a:solidFill>
                  <a:schemeClr val="tx1"/>
                </a:solidFill>
                <a:latin typeface="Segoe UI" panose="020B0502040204020203" pitchFamily="34" charset="0"/>
              </a:rPr>
              <a:t>PowerShell cmdlets available</a:t>
            </a:r>
          </a:p>
        </p:txBody>
      </p:sp>
      <p:sp>
        <p:nvSpPr>
          <p:cNvPr id="7" name="Course footer">
            <a:extLst>
              <a:ext uri="{FF2B5EF4-FFF2-40B4-BE49-F238E27FC236}">
                <a16:creationId xmlns:a16="http://schemas.microsoft.com/office/drawing/2014/main" id="{9C1BB6C8-65EF-A0AF-8A45-5700F5D66CEE}"/>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16 | Windows LAPS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8" name="TextBox 7">
            <a:extLst>
              <a:ext uri="{FF2B5EF4-FFF2-40B4-BE49-F238E27FC236}">
                <a16:creationId xmlns:a16="http://schemas.microsoft.com/office/drawing/2014/main" id="{3797A012-8E01-9939-14F7-C41A6B9B3EAB}"/>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06</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412301421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7F0A7-E839-B8D2-3595-DFA6576CF17A}"/>
              </a:ext>
            </a:extLst>
          </p:cNvPr>
          <p:cNvSpPr>
            <a:spLocks noGrp="1"/>
          </p:cNvSpPr>
          <p:nvPr>
            <p:ph type="title"/>
          </p:nvPr>
        </p:nvSpPr>
        <p:spPr/>
        <p:txBody>
          <a:bodyPr wrap="square">
            <a:noAutofit/>
          </a:bodyPr>
          <a:lstStyle/>
          <a:p>
            <a:r>
              <a:rPr lang="en-GB"/>
              <a:t>Legacy Microsoft LAPS</a:t>
            </a:r>
          </a:p>
        </p:txBody>
      </p:sp>
      <p:sp>
        <p:nvSpPr>
          <p:cNvPr id="3" name="Content Placeholder 2">
            <a:extLst>
              <a:ext uri="{FF2B5EF4-FFF2-40B4-BE49-F238E27FC236}">
                <a16:creationId xmlns:a16="http://schemas.microsoft.com/office/drawing/2014/main" id="{222DA131-0818-A53A-F4AA-F9D5555FE546}"/>
              </a:ext>
            </a:extLst>
          </p:cNvPr>
          <p:cNvSpPr txBox="1">
            <a:spLocks/>
          </p:cNvSpPr>
          <p:nvPr/>
        </p:nvSpPr>
        <p:spPr>
          <a:xfrm>
            <a:off x="885299" y="1643500"/>
            <a:ext cx="8258701" cy="3500000"/>
          </a:xfrm>
          <a:prstGeom prst="rect">
            <a:avLst/>
          </a:prstGeom>
        </p:spPr>
        <p:txBody>
          <a:bodyPr>
            <a:normAutofit/>
          </a:bodyPr>
          <a:lstStyle>
            <a:lvl1pPr marL="0" marR="0" indent="0" algn="l" defTabSz="672425" rtl="0" eaLnBrk="1" fontAlgn="auto" latinLnBrk="0" hangingPunct="1">
              <a:lnSpc>
                <a:spcPct val="100000"/>
              </a:lnSpc>
              <a:spcBef>
                <a:spcPts val="0"/>
              </a:spcBef>
              <a:spcAft>
                <a:spcPts val="0"/>
              </a:spcAft>
              <a:buClrTx/>
              <a:buSzPct val="90000"/>
              <a:buFont typeface="Wingdings" panose="05000000000000000000" pitchFamily="2" charset="2"/>
              <a:buNone/>
              <a:tabLst/>
              <a:defRPr sz="1730" kern="1200" spc="-36" baseline="0">
                <a:solidFill>
                  <a:srgbClr val="000000"/>
                </a:solidFill>
                <a:latin typeface="+mj-lt"/>
                <a:ea typeface="+mn-ea"/>
                <a:cs typeface="+mn-cs"/>
              </a:defRPr>
            </a:lvl1pPr>
            <a:lvl2pPr marL="0" marR="0" indent="0" algn="l" defTabSz="672425" rtl="0" eaLnBrk="1" fontAlgn="auto" latinLnBrk="0" hangingPunct="1">
              <a:lnSpc>
                <a:spcPct val="100000"/>
              </a:lnSpc>
              <a:spcBef>
                <a:spcPts val="288"/>
              </a:spcBef>
              <a:spcAft>
                <a:spcPts val="432"/>
              </a:spcAft>
              <a:buClrTx/>
              <a:buSzPct val="90000"/>
              <a:buFontTx/>
              <a:buNone/>
              <a:tabLst/>
              <a:defRPr sz="1471" kern="1200" spc="0" baseline="0">
                <a:solidFill>
                  <a:schemeClr val="tx1"/>
                </a:solidFill>
                <a:latin typeface="+mn-lt"/>
                <a:ea typeface="+mn-ea"/>
                <a:cs typeface="+mn-cs"/>
              </a:defRPr>
            </a:lvl2pPr>
            <a:lvl3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j-lt"/>
                <a:ea typeface="+mn-ea"/>
                <a:cs typeface="+mn-cs"/>
              </a:defRPr>
            </a:lvl3pPr>
            <a:lvl4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n-lt"/>
                <a:ea typeface="+mn-ea"/>
                <a:cs typeface="+mn-cs"/>
              </a:defRPr>
            </a:lvl4pPr>
            <a:lvl5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882" b="1" kern="1200" spc="0" baseline="0">
                <a:solidFill>
                  <a:schemeClr val="tx1"/>
                </a:solidFill>
                <a:latin typeface="+mn-lt"/>
                <a:ea typeface="+mn-ea"/>
                <a:cs typeface="+mn-cs"/>
              </a:defRPr>
            </a:lvl5pPr>
            <a:lvl6pPr marL="1681063" indent="0" algn="l" defTabSz="672425" rtl="0" eaLnBrk="1" latinLnBrk="0" hangingPunct="1">
              <a:spcBef>
                <a:spcPct val="20000"/>
              </a:spcBef>
              <a:buFont typeface="Arial" pitchFamily="34" charset="0"/>
              <a:buNone/>
              <a:defRPr sz="1442" kern="1200">
                <a:solidFill>
                  <a:schemeClr val="tx1"/>
                </a:solidFill>
                <a:latin typeface="+mn-lt"/>
                <a:ea typeface="+mn-ea"/>
                <a:cs typeface="+mn-cs"/>
              </a:defRPr>
            </a:lvl6pPr>
            <a:lvl7pPr marL="0" indent="0" algn="l" defTabSz="672425" rtl="0" eaLnBrk="1" latinLnBrk="0" hangingPunct="1">
              <a:lnSpc>
                <a:spcPct val="100000"/>
              </a:lnSpc>
              <a:spcBef>
                <a:spcPts val="288"/>
              </a:spcBef>
              <a:spcAft>
                <a:spcPts val="432"/>
              </a:spcAft>
              <a:buFont typeface="Arial" pitchFamily="34" charset="0"/>
              <a:buNone/>
              <a:defRPr sz="882" kern="1200">
                <a:solidFill>
                  <a:schemeClr val="tx1"/>
                </a:solidFill>
                <a:latin typeface="+mn-lt"/>
                <a:ea typeface="+mn-ea"/>
                <a:cs typeface="+mn-cs"/>
              </a:defRPr>
            </a:lvl7pPr>
            <a:lvl8pPr marL="2521596"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8pPr>
            <a:lvl9pPr marL="2857809"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9pPr>
          </a:lstStyle>
          <a:p>
            <a:endParaRPr lang="en-GB" dirty="0">
              <a:latin typeface="Segoe UI" panose="020B0502040204020203" pitchFamily="34" charset="0"/>
            </a:endParaRPr>
          </a:p>
          <a:p>
            <a:r>
              <a:rPr lang="en-GB" dirty="0">
                <a:latin typeface="Segoe UI" panose="020B0502040204020203" pitchFamily="34" charset="0"/>
              </a:rPr>
              <a:t>Active Directory only</a:t>
            </a:r>
          </a:p>
          <a:p>
            <a:r>
              <a:rPr lang="en-GB" dirty="0">
                <a:latin typeface="Segoe UI" panose="020B0502040204020203" pitchFamily="34" charset="0"/>
              </a:rPr>
              <a:t>Requires schema extension</a:t>
            </a:r>
          </a:p>
          <a:p>
            <a:r>
              <a:rPr lang="en-GB" dirty="0">
                <a:latin typeface="Segoe UI" panose="020B0502040204020203" pitchFamily="34" charset="0"/>
              </a:rPr>
              <a:t>MSI agent installed on devices</a:t>
            </a:r>
          </a:p>
          <a:p>
            <a:r>
              <a:rPr lang="en-GB" dirty="0">
                <a:latin typeface="Segoe UI" panose="020B0502040204020203" pitchFamily="34" charset="0"/>
              </a:rPr>
              <a:t>Managed via Group Policy</a:t>
            </a:r>
          </a:p>
          <a:p>
            <a:r>
              <a:rPr lang="en-GB" dirty="0">
                <a:latin typeface="Segoe UI" panose="020B0502040204020203" pitchFamily="34" charset="0"/>
              </a:rPr>
              <a:t>Admins retrieve passwords with LAPS UI or PowerShell</a:t>
            </a:r>
          </a:p>
        </p:txBody>
      </p:sp>
      <p:sp>
        <p:nvSpPr>
          <p:cNvPr id="4" name="Course footer">
            <a:extLst>
              <a:ext uri="{FF2B5EF4-FFF2-40B4-BE49-F238E27FC236}">
                <a16:creationId xmlns:a16="http://schemas.microsoft.com/office/drawing/2014/main" id="{A3839BDE-9CF9-4D00-A2ED-0015EB436880}"/>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16 | Windows LAPS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5" name="TextBox 4">
            <a:extLst>
              <a:ext uri="{FF2B5EF4-FFF2-40B4-BE49-F238E27FC236}">
                <a16:creationId xmlns:a16="http://schemas.microsoft.com/office/drawing/2014/main" id="{FEEBFA97-DE20-87D0-0565-2A8D8626F84C}"/>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07</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426734438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91CDD-7A43-401D-7B05-0D2E3FFA0BEB}"/>
              </a:ext>
            </a:extLst>
          </p:cNvPr>
          <p:cNvSpPr>
            <a:spLocks noGrp="1"/>
          </p:cNvSpPr>
          <p:nvPr>
            <p:ph type="title"/>
          </p:nvPr>
        </p:nvSpPr>
        <p:spPr/>
        <p:txBody>
          <a:bodyPr wrap="square">
            <a:noAutofit/>
          </a:bodyPr>
          <a:lstStyle/>
          <a:p>
            <a:r>
              <a:rPr lang="en-GB"/>
              <a:t>Windows LAPS (New)</a:t>
            </a:r>
          </a:p>
        </p:txBody>
      </p:sp>
      <p:sp>
        <p:nvSpPr>
          <p:cNvPr id="3" name="Content Placeholder 2">
            <a:extLst>
              <a:ext uri="{FF2B5EF4-FFF2-40B4-BE49-F238E27FC236}">
                <a16:creationId xmlns:a16="http://schemas.microsoft.com/office/drawing/2014/main" id="{4BB6087F-005F-771B-A31E-DC3BF47F1029}"/>
              </a:ext>
            </a:extLst>
          </p:cNvPr>
          <p:cNvSpPr txBox="1">
            <a:spLocks/>
          </p:cNvSpPr>
          <p:nvPr/>
        </p:nvSpPr>
        <p:spPr>
          <a:xfrm>
            <a:off x="687387" y="1612544"/>
            <a:ext cx="8258701" cy="3500000"/>
          </a:xfrm>
          <a:prstGeom prst="rect">
            <a:avLst/>
          </a:prstGeom>
        </p:spPr>
        <p:txBody>
          <a:bodyPr>
            <a:normAutofit/>
          </a:bodyPr>
          <a:lstStyle>
            <a:lvl1pPr marL="0" marR="0" indent="0" algn="l" defTabSz="672425" rtl="0" eaLnBrk="1" fontAlgn="auto" latinLnBrk="0" hangingPunct="1">
              <a:lnSpc>
                <a:spcPct val="100000"/>
              </a:lnSpc>
              <a:spcBef>
                <a:spcPts val="0"/>
              </a:spcBef>
              <a:spcAft>
                <a:spcPts val="0"/>
              </a:spcAft>
              <a:buClrTx/>
              <a:buSzPct val="90000"/>
              <a:buFont typeface="Wingdings" panose="05000000000000000000" pitchFamily="2" charset="2"/>
              <a:buNone/>
              <a:tabLst/>
              <a:defRPr sz="1730" kern="1200" spc="-36" baseline="0">
                <a:solidFill>
                  <a:srgbClr val="000000"/>
                </a:solidFill>
                <a:latin typeface="+mj-lt"/>
                <a:ea typeface="+mn-ea"/>
                <a:cs typeface="+mn-cs"/>
              </a:defRPr>
            </a:lvl1pPr>
            <a:lvl2pPr marL="0" marR="0" indent="0" algn="l" defTabSz="672425" rtl="0" eaLnBrk="1" fontAlgn="auto" latinLnBrk="0" hangingPunct="1">
              <a:lnSpc>
                <a:spcPct val="100000"/>
              </a:lnSpc>
              <a:spcBef>
                <a:spcPts val="288"/>
              </a:spcBef>
              <a:spcAft>
                <a:spcPts val="432"/>
              </a:spcAft>
              <a:buClrTx/>
              <a:buSzPct val="90000"/>
              <a:buFontTx/>
              <a:buNone/>
              <a:tabLst/>
              <a:defRPr sz="1471" kern="1200" spc="0" baseline="0">
                <a:solidFill>
                  <a:schemeClr val="tx1"/>
                </a:solidFill>
                <a:latin typeface="+mn-lt"/>
                <a:ea typeface="+mn-ea"/>
                <a:cs typeface="+mn-cs"/>
              </a:defRPr>
            </a:lvl2pPr>
            <a:lvl3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j-lt"/>
                <a:ea typeface="+mn-ea"/>
                <a:cs typeface="+mn-cs"/>
              </a:defRPr>
            </a:lvl3pPr>
            <a:lvl4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n-lt"/>
                <a:ea typeface="+mn-ea"/>
                <a:cs typeface="+mn-cs"/>
              </a:defRPr>
            </a:lvl4pPr>
            <a:lvl5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882" b="1" kern="1200" spc="0" baseline="0">
                <a:solidFill>
                  <a:schemeClr val="tx1"/>
                </a:solidFill>
                <a:latin typeface="+mn-lt"/>
                <a:ea typeface="+mn-ea"/>
                <a:cs typeface="+mn-cs"/>
              </a:defRPr>
            </a:lvl5pPr>
            <a:lvl6pPr marL="1681063" indent="0" algn="l" defTabSz="672425" rtl="0" eaLnBrk="1" latinLnBrk="0" hangingPunct="1">
              <a:spcBef>
                <a:spcPct val="20000"/>
              </a:spcBef>
              <a:buFont typeface="Arial" pitchFamily="34" charset="0"/>
              <a:buNone/>
              <a:defRPr sz="1442" kern="1200">
                <a:solidFill>
                  <a:schemeClr val="tx1"/>
                </a:solidFill>
                <a:latin typeface="+mn-lt"/>
                <a:ea typeface="+mn-ea"/>
                <a:cs typeface="+mn-cs"/>
              </a:defRPr>
            </a:lvl6pPr>
            <a:lvl7pPr marL="0" indent="0" algn="l" defTabSz="672425" rtl="0" eaLnBrk="1" latinLnBrk="0" hangingPunct="1">
              <a:lnSpc>
                <a:spcPct val="100000"/>
              </a:lnSpc>
              <a:spcBef>
                <a:spcPts val="288"/>
              </a:spcBef>
              <a:spcAft>
                <a:spcPts val="432"/>
              </a:spcAft>
              <a:buFont typeface="Arial" pitchFamily="34" charset="0"/>
              <a:buNone/>
              <a:defRPr sz="882" kern="1200">
                <a:solidFill>
                  <a:schemeClr val="tx1"/>
                </a:solidFill>
                <a:latin typeface="+mn-lt"/>
                <a:ea typeface="+mn-ea"/>
                <a:cs typeface="+mn-cs"/>
              </a:defRPr>
            </a:lvl7pPr>
            <a:lvl8pPr marL="2521596"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8pPr>
            <a:lvl9pPr marL="2857809"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9pPr>
          </a:lstStyle>
          <a:p>
            <a:endParaRPr lang="en-GB" dirty="0">
              <a:latin typeface="Segoe UI" panose="020B0502040204020203" pitchFamily="34" charset="0"/>
            </a:endParaRPr>
          </a:p>
          <a:p>
            <a:r>
              <a:rPr lang="en-GB" dirty="0">
                <a:latin typeface="Segoe UI" panose="020B0502040204020203" pitchFamily="34" charset="0"/>
              </a:rPr>
              <a:t>Built into Windows 11 / Server 2022+ (and updated Win10/Server 2019)</a:t>
            </a:r>
          </a:p>
          <a:p>
            <a:r>
              <a:rPr lang="en-GB" dirty="0">
                <a:latin typeface="Segoe UI" panose="020B0502040204020203" pitchFamily="34" charset="0"/>
              </a:rPr>
              <a:t>Supports Active Directory and Entra ID</a:t>
            </a:r>
          </a:p>
          <a:p>
            <a:r>
              <a:rPr lang="en-GB" dirty="0">
                <a:latin typeface="Segoe UI" panose="020B0502040204020203" pitchFamily="34" charset="0"/>
              </a:rPr>
              <a:t>Managed via Intune or Group Policy</a:t>
            </a:r>
          </a:p>
          <a:p>
            <a:r>
              <a:rPr lang="en-GB" dirty="0">
                <a:latin typeface="Segoe UI" panose="020B0502040204020203" pitchFamily="34" charset="0"/>
              </a:rPr>
              <a:t>Password retrieval via Entra ID / Intune portal</a:t>
            </a:r>
          </a:p>
          <a:p>
            <a:r>
              <a:rPr lang="en-GB" dirty="0">
                <a:latin typeface="Segoe UI" panose="020B0502040204020203" pitchFamily="34" charset="0"/>
              </a:rPr>
              <a:t>PowerShell cmdlets available</a:t>
            </a:r>
          </a:p>
        </p:txBody>
      </p:sp>
      <p:sp>
        <p:nvSpPr>
          <p:cNvPr id="4" name="Course footer">
            <a:extLst>
              <a:ext uri="{FF2B5EF4-FFF2-40B4-BE49-F238E27FC236}">
                <a16:creationId xmlns:a16="http://schemas.microsoft.com/office/drawing/2014/main" id="{2815A01F-57A0-371A-E784-A9D91D345176}"/>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16 | Windows LAPS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5" name="TextBox 4">
            <a:extLst>
              <a:ext uri="{FF2B5EF4-FFF2-40B4-BE49-F238E27FC236}">
                <a16:creationId xmlns:a16="http://schemas.microsoft.com/office/drawing/2014/main" id="{67397B75-A74C-022B-0F05-DD5C96AE426D}"/>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08</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166345426"/>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5833A-904F-9294-F99D-14903AF87F4D}"/>
              </a:ext>
            </a:extLst>
          </p:cNvPr>
          <p:cNvSpPr>
            <a:spLocks noGrp="1"/>
          </p:cNvSpPr>
          <p:nvPr>
            <p:ph type="title" idx="4294967295"/>
          </p:nvPr>
        </p:nvSpPr>
        <p:spPr>
          <a:xfrm>
            <a:off x="438912" y="481534"/>
            <a:ext cx="8258175" cy="327025"/>
          </a:xfrm>
        </p:spPr>
        <p:txBody>
          <a:bodyPr wrap="square">
            <a:noAutofit/>
          </a:bodyPr>
          <a:lstStyle/>
          <a:p>
            <a:r>
              <a:rPr lang="en-GB"/>
              <a:t>Key Differences</a:t>
            </a:r>
          </a:p>
        </p:txBody>
      </p:sp>
      <p:graphicFrame>
        <p:nvGraphicFramePr>
          <p:cNvPr id="3" name="Table 2">
            <a:extLst>
              <a:ext uri="{FF2B5EF4-FFF2-40B4-BE49-F238E27FC236}">
                <a16:creationId xmlns:a16="http://schemas.microsoft.com/office/drawing/2014/main" id="{822700D1-4D42-302A-8CF4-439BD9FD17CD}"/>
              </a:ext>
            </a:extLst>
          </p:cNvPr>
          <p:cNvGraphicFramePr>
            <a:graphicFrameLocks noGrp="1"/>
          </p:cNvGraphicFramePr>
          <p:nvPr>
            <p:extLst>
              <p:ext uri="{D42A27DB-BD31-4B8C-83A1-F6EECF244321}">
                <p14:modId xmlns:p14="http://schemas.microsoft.com/office/powerpoint/2010/main" val="636441698"/>
              </p:ext>
            </p:extLst>
          </p:nvPr>
        </p:nvGraphicFramePr>
        <p:xfrm>
          <a:off x="444500" y="1158875"/>
          <a:ext cx="8258701" cy="3339578"/>
        </p:xfrm>
        <a:graphic>
          <a:graphicData uri="http://schemas.openxmlformats.org/drawingml/2006/table">
            <a:tbl>
              <a:tblPr>
                <a:tableStyleId>{2D5ABB26-0587-4C30-8999-92F81FD0307C}</a:tableStyleId>
              </a:tblPr>
              <a:tblGrid>
                <a:gridCol w="2752900">
                  <a:extLst>
                    <a:ext uri="{9D8B030D-6E8A-4147-A177-3AD203B41FA5}">
                      <a16:colId xmlns:a16="http://schemas.microsoft.com/office/drawing/2014/main" val="3764579224"/>
                    </a:ext>
                  </a:extLst>
                </a:gridCol>
                <a:gridCol w="2752900">
                  <a:extLst>
                    <a:ext uri="{9D8B030D-6E8A-4147-A177-3AD203B41FA5}">
                      <a16:colId xmlns:a16="http://schemas.microsoft.com/office/drawing/2014/main" val="4210960174"/>
                    </a:ext>
                  </a:extLst>
                </a:gridCol>
                <a:gridCol w="2752901">
                  <a:extLst>
                    <a:ext uri="{9D8B030D-6E8A-4147-A177-3AD203B41FA5}">
                      <a16:colId xmlns:a16="http://schemas.microsoft.com/office/drawing/2014/main" val="1095687525"/>
                    </a:ext>
                  </a:extLst>
                </a:gridCol>
              </a:tblGrid>
              <a:tr h="478202">
                <a:tc>
                  <a:txBody>
                    <a:bodyPr/>
                    <a:lstStyle/>
                    <a:p>
                      <a:pPr algn="ctr">
                        <a:buNone/>
                      </a:pPr>
                      <a:r>
                        <a:rPr lang="en-GB" sz="1200" b="1" dirty="0"/>
                        <a:t>Feature</a:t>
                      </a:r>
                      <a:endParaRPr lang="en-GB" sz="1200" dirty="0"/>
                    </a:p>
                  </a:txBody>
                  <a:tcPr marL="19475" marR="19475" marT="9737" marB="9737"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solidFill>
                  </a:tcPr>
                </a:tc>
                <a:tc>
                  <a:txBody>
                    <a:bodyPr/>
                    <a:lstStyle/>
                    <a:p>
                      <a:pPr algn="ctr">
                        <a:buNone/>
                      </a:pPr>
                      <a:r>
                        <a:rPr lang="en-GB" sz="1200" b="1" dirty="0"/>
                        <a:t>Legacy LAPS</a:t>
                      </a:r>
                      <a:endParaRPr lang="en-GB" sz="1200" dirty="0"/>
                    </a:p>
                  </a:txBody>
                  <a:tcPr marL="19475" marR="19475" marT="9737" marB="9737"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solidFill>
                  </a:tcPr>
                </a:tc>
                <a:tc>
                  <a:txBody>
                    <a:bodyPr/>
                    <a:lstStyle/>
                    <a:p>
                      <a:pPr algn="ctr">
                        <a:buNone/>
                      </a:pPr>
                      <a:r>
                        <a:rPr lang="en-GB" sz="1200" b="1" dirty="0"/>
                        <a:t>Windows LAPS</a:t>
                      </a:r>
                      <a:endParaRPr lang="en-GB" sz="1200" dirty="0"/>
                    </a:p>
                  </a:txBody>
                  <a:tcPr marL="19475" marR="19475" marT="9737" marB="9737"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solidFill>
                  </a:tcPr>
                </a:tc>
                <a:extLst>
                  <a:ext uri="{0D108BD9-81ED-4DB2-BD59-A6C34878D82A}">
                    <a16:rowId xmlns:a16="http://schemas.microsoft.com/office/drawing/2014/main" val="2152589902"/>
                  </a:ext>
                </a:extLst>
              </a:tr>
              <a:tr h="478202">
                <a:tc>
                  <a:txBody>
                    <a:bodyPr/>
                    <a:lstStyle/>
                    <a:p>
                      <a:pPr algn="ctr">
                        <a:buNone/>
                      </a:pPr>
                      <a:r>
                        <a:rPr lang="en-GB" sz="1200"/>
                        <a:t>Agent</a:t>
                      </a:r>
                    </a:p>
                  </a:txBody>
                  <a:tcPr marL="19475" marR="19475" marT="9737" marB="9737"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buNone/>
                      </a:pPr>
                      <a:r>
                        <a:rPr lang="en-GB" sz="1200"/>
                        <a:t>Separate MSI</a:t>
                      </a:r>
                    </a:p>
                  </a:txBody>
                  <a:tcPr marL="19475" marR="19475" marT="9737" marB="9737"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buNone/>
                      </a:pPr>
                      <a:r>
                        <a:rPr lang="en-GB" sz="1200"/>
                        <a:t>Built into Windows</a:t>
                      </a:r>
                    </a:p>
                  </a:txBody>
                  <a:tcPr marL="19475" marR="19475" marT="9737" marB="9737"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31181476"/>
                  </a:ext>
                </a:extLst>
              </a:tr>
              <a:tr h="470366">
                <a:tc>
                  <a:txBody>
                    <a:bodyPr/>
                    <a:lstStyle/>
                    <a:p>
                      <a:pPr algn="ctr">
                        <a:buNone/>
                      </a:pPr>
                      <a:r>
                        <a:rPr lang="en-GB" sz="1200" dirty="0"/>
                        <a:t>Directory Support</a:t>
                      </a:r>
                    </a:p>
                  </a:txBody>
                  <a:tcPr marL="19475" marR="19475" marT="9737" marB="9737"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buNone/>
                      </a:pPr>
                      <a:r>
                        <a:rPr lang="en-GB" sz="1200" dirty="0"/>
                        <a:t>AD only</a:t>
                      </a:r>
                    </a:p>
                  </a:txBody>
                  <a:tcPr marL="19475" marR="19475" marT="9737" marB="9737"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buNone/>
                      </a:pPr>
                      <a:r>
                        <a:rPr lang="en-GB" sz="1200"/>
                        <a:t>AD &amp; Entra ID</a:t>
                      </a:r>
                    </a:p>
                  </a:txBody>
                  <a:tcPr marL="19475" marR="19475" marT="9737" marB="9737"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1042497"/>
                  </a:ext>
                </a:extLst>
              </a:tr>
              <a:tr h="478202">
                <a:tc>
                  <a:txBody>
                    <a:bodyPr/>
                    <a:lstStyle/>
                    <a:p>
                      <a:pPr algn="ctr">
                        <a:buNone/>
                      </a:pPr>
                      <a:r>
                        <a:rPr lang="en-GB" sz="1200"/>
                        <a:t>Management</a:t>
                      </a:r>
                    </a:p>
                  </a:txBody>
                  <a:tcPr marL="19475" marR="19475" marT="9737" marB="9737"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buNone/>
                      </a:pPr>
                      <a:r>
                        <a:rPr lang="en-GB" sz="1200" dirty="0"/>
                        <a:t>Group Policy</a:t>
                      </a:r>
                    </a:p>
                  </a:txBody>
                  <a:tcPr marL="19475" marR="19475" marT="9737" marB="9737"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buNone/>
                      </a:pPr>
                      <a:r>
                        <a:rPr lang="en-GB" sz="1200"/>
                        <a:t>Intune / Group Policy</a:t>
                      </a:r>
                    </a:p>
                  </a:txBody>
                  <a:tcPr marL="19475" marR="19475" marT="9737" marB="9737"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1365584"/>
                  </a:ext>
                </a:extLst>
              </a:tr>
              <a:tr h="478202">
                <a:tc>
                  <a:txBody>
                    <a:bodyPr/>
                    <a:lstStyle/>
                    <a:p>
                      <a:pPr algn="ctr">
                        <a:buNone/>
                      </a:pPr>
                      <a:r>
                        <a:rPr lang="en-GB" sz="1200"/>
                        <a:t>Retrieval</a:t>
                      </a:r>
                    </a:p>
                  </a:txBody>
                  <a:tcPr marL="19475" marR="19475" marT="9737" marB="9737"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buNone/>
                      </a:pPr>
                      <a:r>
                        <a:rPr lang="en-GB" sz="1200"/>
                        <a:t>UI / PowerShell</a:t>
                      </a:r>
                    </a:p>
                  </a:txBody>
                  <a:tcPr marL="19475" marR="19475" marT="9737" marB="9737"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buNone/>
                      </a:pPr>
                      <a:r>
                        <a:rPr lang="en-GB" sz="1200"/>
                        <a:t>Intune, Entra ID, PowerShell</a:t>
                      </a:r>
                    </a:p>
                  </a:txBody>
                  <a:tcPr marL="19475" marR="19475" marT="9737" marB="9737"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1020494"/>
                  </a:ext>
                </a:extLst>
              </a:tr>
              <a:tr h="478202">
                <a:tc>
                  <a:txBody>
                    <a:bodyPr/>
                    <a:lstStyle/>
                    <a:p>
                      <a:pPr algn="ctr">
                        <a:buNone/>
                      </a:pPr>
                      <a:r>
                        <a:rPr lang="en-GB" sz="1200"/>
                        <a:t>Schema Extension</a:t>
                      </a:r>
                    </a:p>
                  </a:txBody>
                  <a:tcPr marL="19475" marR="19475" marT="9737" marB="9737"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buNone/>
                      </a:pPr>
                      <a:r>
                        <a:rPr lang="en-GB" sz="1200"/>
                        <a:t>Required</a:t>
                      </a:r>
                    </a:p>
                  </a:txBody>
                  <a:tcPr marL="19475" marR="19475" marT="9737" marB="9737"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buNone/>
                      </a:pPr>
                      <a:r>
                        <a:rPr lang="en-GB" sz="1200"/>
                        <a:t>AD only</a:t>
                      </a:r>
                    </a:p>
                  </a:txBody>
                  <a:tcPr marL="19475" marR="19475" marT="9737" marB="9737"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2764923"/>
                  </a:ext>
                </a:extLst>
              </a:tr>
              <a:tr h="478202">
                <a:tc>
                  <a:txBody>
                    <a:bodyPr/>
                    <a:lstStyle/>
                    <a:p>
                      <a:pPr algn="ctr">
                        <a:buNone/>
                      </a:pPr>
                      <a:r>
                        <a:rPr lang="en-GB" sz="1200" dirty="0"/>
                        <a:t>Cloud Support</a:t>
                      </a:r>
                    </a:p>
                  </a:txBody>
                  <a:tcPr marL="19475" marR="19475" marT="9737" marB="9737"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buNone/>
                      </a:pPr>
                      <a:r>
                        <a:rPr lang="en-GB" sz="1200"/>
                        <a:t>No</a:t>
                      </a:r>
                    </a:p>
                  </a:txBody>
                  <a:tcPr marL="19475" marR="19475" marT="9737" marB="9737"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buNone/>
                      </a:pPr>
                      <a:r>
                        <a:rPr lang="en-GB" sz="1200" dirty="0"/>
                        <a:t>Yes</a:t>
                      </a:r>
                    </a:p>
                  </a:txBody>
                  <a:tcPr marL="19475" marR="19475" marT="9737" marB="9737"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5164640"/>
                  </a:ext>
                </a:extLst>
              </a:tr>
            </a:tbl>
          </a:graphicData>
        </a:graphic>
      </p:graphicFrame>
      <p:sp>
        <p:nvSpPr>
          <p:cNvPr id="4" name="Course footer">
            <a:extLst>
              <a:ext uri="{FF2B5EF4-FFF2-40B4-BE49-F238E27FC236}">
                <a16:creationId xmlns:a16="http://schemas.microsoft.com/office/drawing/2014/main" id="{94C55EDD-C57E-BAEC-E02E-B120831C1FB6}"/>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16 | Windows LAPS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5" name="TextBox 4">
            <a:extLst>
              <a:ext uri="{FF2B5EF4-FFF2-40B4-BE49-F238E27FC236}">
                <a16:creationId xmlns:a16="http://schemas.microsoft.com/office/drawing/2014/main" id="{0A0AF2F6-F22A-87D3-2838-E291577B28D3}"/>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09</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26479200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2652A-8B50-68C8-3B20-FC1FDD6DB21D}"/>
              </a:ext>
            </a:extLst>
          </p:cNvPr>
          <p:cNvSpPr>
            <a:spLocks noGrp="1"/>
          </p:cNvSpPr>
          <p:nvPr>
            <p:ph type="title"/>
          </p:nvPr>
        </p:nvSpPr>
        <p:spPr/>
        <p:txBody>
          <a:bodyPr wrap="square">
            <a:noAutofit/>
          </a:bodyPr>
          <a:lstStyle/>
          <a:p>
            <a:r>
              <a:rPr lang="en-GB"/>
              <a:t>Enable LAPS in Entra Admin center</a:t>
            </a:r>
          </a:p>
        </p:txBody>
      </p:sp>
      <p:pic>
        <p:nvPicPr>
          <p:cNvPr id="5" name="Picture 2" descr="How to Enable Windows LAPS in Entra ID">
            <a:extLst>
              <a:ext uri="{FF2B5EF4-FFF2-40B4-BE49-F238E27FC236}">
                <a16:creationId xmlns:a16="http://schemas.microsoft.com/office/drawing/2014/main" id="{0CE589F6-F3CD-356D-74BD-F466991BD6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0474" y="1050925"/>
            <a:ext cx="6320518" cy="3783902"/>
          </a:xfrm>
          <a:prstGeom prst="rect">
            <a:avLst/>
          </a:prstGeom>
          <a:noFill/>
          <a:extLst>
            <a:ext uri="{909E8E84-426E-40DD-AFC4-6F175D3DCCD1}">
              <a14:hiddenFill xmlns:a14="http://schemas.microsoft.com/office/drawing/2010/main">
                <a:solidFill>
                  <a:srgbClr val="FFFFFF"/>
                </a:solidFill>
              </a14:hiddenFill>
            </a:ext>
          </a:extLst>
        </p:spPr>
      </p:pic>
      <p:sp>
        <p:nvSpPr>
          <p:cNvPr id="6" name="Course footer">
            <a:extLst>
              <a:ext uri="{FF2B5EF4-FFF2-40B4-BE49-F238E27FC236}">
                <a16:creationId xmlns:a16="http://schemas.microsoft.com/office/drawing/2014/main" id="{864CA66F-0247-6311-14C1-89A3E9E1D0BB}"/>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16 | Windows LAPS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7" name="TextBox 6">
            <a:extLst>
              <a:ext uri="{FF2B5EF4-FFF2-40B4-BE49-F238E27FC236}">
                <a16:creationId xmlns:a16="http://schemas.microsoft.com/office/drawing/2014/main" id="{F36B633F-4F5E-3612-0BB1-F0569C9CA522}"/>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10</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447595964"/>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FE3BD-C6DC-C34C-929C-57C209D3E497}"/>
              </a:ext>
            </a:extLst>
          </p:cNvPr>
          <p:cNvSpPr>
            <a:spLocks noGrp="1"/>
          </p:cNvSpPr>
          <p:nvPr>
            <p:ph type="title" idx="4294967295"/>
          </p:nvPr>
        </p:nvSpPr>
        <p:spPr>
          <a:xfrm>
            <a:off x="657225" y="461962"/>
            <a:ext cx="8258175" cy="369888"/>
          </a:xfrm>
        </p:spPr>
        <p:txBody>
          <a:bodyPr wrap="square">
            <a:noAutofit/>
          </a:bodyPr>
          <a:lstStyle/>
          <a:p>
            <a:r>
              <a:rPr lang="en-GB" dirty="0"/>
              <a:t>Creating a policy in Intune</a:t>
            </a:r>
          </a:p>
        </p:txBody>
      </p:sp>
      <p:pic>
        <p:nvPicPr>
          <p:cNvPr id="7" name="Picture 4">
            <a:extLst>
              <a:ext uri="{FF2B5EF4-FFF2-40B4-BE49-F238E27FC236}">
                <a16:creationId xmlns:a16="http://schemas.microsoft.com/office/drawing/2014/main" id="{3EE0107F-1BFB-1B0F-307E-670A94F061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4594" y="1027112"/>
            <a:ext cx="6171063" cy="3856915"/>
          </a:xfrm>
          <a:prstGeom prst="rect">
            <a:avLst/>
          </a:prstGeom>
          <a:noFill/>
          <a:extLst>
            <a:ext uri="{909E8E84-426E-40DD-AFC4-6F175D3DCCD1}">
              <a14:hiddenFill xmlns:a14="http://schemas.microsoft.com/office/drawing/2010/main">
                <a:solidFill>
                  <a:srgbClr val="FFFFFF"/>
                </a:solidFill>
              </a14:hiddenFill>
            </a:ext>
          </a:extLst>
        </p:spPr>
      </p:pic>
      <p:sp>
        <p:nvSpPr>
          <p:cNvPr id="8" name="Course footer">
            <a:extLst>
              <a:ext uri="{FF2B5EF4-FFF2-40B4-BE49-F238E27FC236}">
                <a16:creationId xmlns:a16="http://schemas.microsoft.com/office/drawing/2014/main" id="{014C864D-49F5-56E6-5B3A-4795C60A8489}"/>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16 | Windows LAPS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9" name="TextBox 8">
            <a:extLst>
              <a:ext uri="{FF2B5EF4-FFF2-40B4-BE49-F238E27FC236}">
                <a16:creationId xmlns:a16="http://schemas.microsoft.com/office/drawing/2014/main" id="{28AA9A97-E9E9-2782-7A3D-71C5BE86BCAE}"/>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11</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10381973"/>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6BEF4-98D0-357F-1E40-445CC221D94E}"/>
              </a:ext>
            </a:extLst>
          </p:cNvPr>
          <p:cNvSpPr>
            <a:spLocks noGrp="1"/>
          </p:cNvSpPr>
          <p:nvPr>
            <p:ph type="title"/>
          </p:nvPr>
        </p:nvSpPr>
        <p:spPr>
          <a:xfrm>
            <a:off x="205453" y="366643"/>
            <a:ext cx="3533017" cy="738664"/>
          </a:xfrm>
        </p:spPr>
        <p:txBody>
          <a:bodyPr wrap="square">
            <a:noAutofit/>
          </a:bodyPr>
          <a:lstStyle/>
          <a:p>
            <a:r>
              <a:rPr lang="en-GB" dirty="0"/>
              <a:t>LAPS Intune profile settings</a:t>
            </a:r>
          </a:p>
        </p:txBody>
      </p:sp>
      <p:pic>
        <p:nvPicPr>
          <p:cNvPr id="6" name="Picture 2">
            <a:extLst>
              <a:ext uri="{FF2B5EF4-FFF2-40B4-BE49-F238E27FC236}">
                <a16:creationId xmlns:a16="http://schemas.microsoft.com/office/drawing/2014/main" id="{441124FA-D37F-670E-321C-A050A29D39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82146" y="316637"/>
            <a:ext cx="4299854" cy="4410213"/>
          </a:xfrm>
          <a:prstGeom prst="rect">
            <a:avLst/>
          </a:prstGeom>
          <a:noFill/>
          <a:extLst>
            <a:ext uri="{909E8E84-426E-40DD-AFC4-6F175D3DCCD1}">
              <a14:hiddenFill xmlns:a14="http://schemas.microsoft.com/office/drawing/2010/main">
                <a:solidFill>
                  <a:srgbClr val="FFFFFF"/>
                </a:solidFill>
              </a14:hiddenFill>
            </a:ext>
          </a:extLst>
        </p:spPr>
      </p:pic>
      <p:sp>
        <p:nvSpPr>
          <p:cNvPr id="7" name="Course footer">
            <a:extLst>
              <a:ext uri="{FF2B5EF4-FFF2-40B4-BE49-F238E27FC236}">
                <a16:creationId xmlns:a16="http://schemas.microsoft.com/office/drawing/2014/main" id="{01700046-53A2-75A1-E637-6926AEBC5098}"/>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16 | Windows LAPS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8" name="TextBox 7">
            <a:extLst>
              <a:ext uri="{FF2B5EF4-FFF2-40B4-BE49-F238E27FC236}">
                <a16:creationId xmlns:a16="http://schemas.microsoft.com/office/drawing/2014/main" id="{5A4EAF65-3577-D1F8-0612-D58093A75FC6}"/>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12</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498968013"/>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84B77-0F0C-4913-774D-6C01167AB379}"/>
              </a:ext>
            </a:extLst>
          </p:cNvPr>
          <p:cNvSpPr>
            <a:spLocks noGrp="1"/>
          </p:cNvSpPr>
          <p:nvPr>
            <p:ph type="title" idx="4294967295"/>
          </p:nvPr>
        </p:nvSpPr>
        <p:spPr>
          <a:xfrm>
            <a:off x="171450" y="230981"/>
            <a:ext cx="7222331" cy="739775"/>
          </a:xfrm>
        </p:spPr>
        <p:txBody>
          <a:bodyPr wrap="square">
            <a:noAutofit/>
          </a:bodyPr>
          <a:lstStyle/>
          <a:p>
            <a:r>
              <a:rPr lang="en-GB" dirty="0"/>
              <a:t>Retrieving a local admin password for a device</a:t>
            </a:r>
          </a:p>
        </p:txBody>
      </p:sp>
      <p:pic>
        <p:nvPicPr>
          <p:cNvPr id="5" name="Picture 2">
            <a:extLst>
              <a:ext uri="{FF2B5EF4-FFF2-40B4-BE49-F238E27FC236}">
                <a16:creationId xmlns:a16="http://schemas.microsoft.com/office/drawing/2014/main" id="{33BAFD5C-9CD9-FC58-200A-22A5EA654F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440" y="808244"/>
            <a:ext cx="6721263" cy="4003426"/>
          </a:xfrm>
          <a:prstGeom prst="rect">
            <a:avLst/>
          </a:prstGeom>
          <a:noFill/>
          <a:extLst>
            <a:ext uri="{909E8E84-426E-40DD-AFC4-6F175D3DCCD1}">
              <a14:hiddenFill xmlns:a14="http://schemas.microsoft.com/office/drawing/2010/main">
                <a:solidFill>
                  <a:srgbClr val="FFFFFF"/>
                </a:solidFill>
              </a14:hiddenFill>
            </a:ext>
          </a:extLst>
        </p:spPr>
      </p:pic>
      <p:sp>
        <p:nvSpPr>
          <p:cNvPr id="6" name="Course footer">
            <a:extLst>
              <a:ext uri="{FF2B5EF4-FFF2-40B4-BE49-F238E27FC236}">
                <a16:creationId xmlns:a16="http://schemas.microsoft.com/office/drawing/2014/main" id="{ABA11BAA-5281-B701-FE08-C96B0D529E59}"/>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16 | Windows LAPS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7" name="TextBox 6">
            <a:extLst>
              <a:ext uri="{FF2B5EF4-FFF2-40B4-BE49-F238E27FC236}">
                <a16:creationId xmlns:a16="http://schemas.microsoft.com/office/drawing/2014/main" id="{3C279E9F-6A67-EDE5-C466-83435AFE3443}"/>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13</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4080678244"/>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E264D-C004-C7F3-F605-8666160AD486}"/>
              </a:ext>
            </a:extLst>
          </p:cNvPr>
          <p:cNvSpPr>
            <a:spLocks noGrp="1"/>
          </p:cNvSpPr>
          <p:nvPr>
            <p:ph type="title"/>
          </p:nvPr>
        </p:nvSpPr>
        <p:spPr>
          <a:xfrm>
            <a:off x="131731" y="237616"/>
            <a:ext cx="8045577" cy="738664"/>
          </a:xfrm>
        </p:spPr>
        <p:txBody>
          <a:bodyPr wrap="square">
            <a:noAutofit/>
          </a:bodyPr>
          <a:lstStyle/>
          <a:p>
            <a:r>
              <a:rPr lang="en-GB" dirty="0"/>
              <a:t>Rotating an admin password</a:t>
            </a:r>
          </a:p>
        </p:txBody>
      </p:sp>
      <p:pic>
        <p:nvPicPr>
          <p:cNvPr id="5" name="Picture 2">
            <a:extLst>
              <a:ext uri="{FF2B5EF4-FFF2-40B4-BE49-F238E27FC236}">
                <a16:creationId xmlns:a16="http://schemas.microsoft.com/office/drawing/2014/main" id="{97727329-516F-2348-FEA0-3A2B68E9E7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6516" y="900334"/>
            <a:ext cx="6575684" cy="3800000"/>
          </a:xfrm>
          <a:prstGeom prst="rect">
            <a:avLst/>
          </a:prstGeom>
          <a:noFill/>
          <a:extLst>
            <a:ext uri="{909E8E84-426E-40DD-AFC4-6F175D3DCCD1}">
              <a14:hiddenFill xmlns:a14="http://schemas.microsoft.com/office/drawing/2010/main">
                <a:solidFill>
                  <a:srgbClr val="FFFFFF"/>
                </a:solidFill>
              </a14:hiddenFill>
            </a:ext>
          </a:extLst>
        </p:spPr>
      </p:pic>
      <p:sp>
        <p:nvSpPr>
          <p:cNvPr id="6" name="Course footer">
            <a:extLst>
              <a:ext uri="{FF2B5EF4-FFF2-40B4-BE49-F238E27FC236}">
                <a16:creationId xmlns:a16="http://schemas.microsoft.com/office/drawing/2014/main" id="{D22FA71D-0491-EC2E-9F53-AF9CB2C619BF}"/>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16 | Windows LAPS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7" name="TextBox 6">
            <a:extLst>
              <a:ext uri="{FF2B5EF4-FFF2-40B4-BE49-F238E27FC236}">
                <a16:creationId xmlns:a16="http://schemas.microsoft.com/office/drawing/2014/main" id="{03174A1C-F8E7-07E0-8712-FD70F465BCE4}"/>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14</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955678705"/>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2B7C9-0ECD-92C3-BFFE-231897D82097}"/>
              </a:ext>
            </a:extLst>
          </p:cNvPr>
          <p:cNvSpPr>
            <a:spLocks noGrp="1"/>
          </p:cNvSpPr>
          <p:nvPr>
            <p:ph type="title"/>
          </p:nvPr>
        </p:nvSpPr>
        <p:spPr/>
        <p:txBody>
          <a:bodyPr wrap="square">
            <a:noAutofit/>
          </a:bodyPr>
          <a:lstStyle/>
          <a:p>
            <a:r>
              <a:rPr lang="en-GB"/>
              <a:t>Windows LAPS PowerShell Administration</a:t>
            </a:r>
          </a:p>
        </p:txBody>
      </p:sp>
      <p:pic>
        <p:nvPicPr>
          <p:cNvPr id="5" name="Picture 2" descr="PowerShell Is Source of Over 1/3 of Critical Security Threats">
            <a:extLst>
              <a:ext uri="{FF2B5EF4-FFF2-40B4-BE49-F238E27FC236}">
                <a16:creationId xmlns:a16="http://schemas.microsoft.com/office/drawing/2014/main" id="{7BDA48E9-D21E-40C4-8C01-55A1D68FD0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006" y="2024138"/>
            <a:ext cx="4036325" cy="161453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MS Graph API Part 1: Connect to MS Graph API">
            <a:extLst>
              <a:ext uri="{FF2B5EF4-FFF2-40B4-BE49-F238E27FC236}">
                <a16:creationId xmlns:a16="http://schemas.microsoft.com/office/drawing/2014/main" id="{EE90E39D-BEC3-7684-3E54-9C23A5608B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66876" y="1908175"/>
            <a:ext cx="4036325" cy="1846457"/>
          </a:xfrm>
          <a:prstGeom prst="rect">
            <a:avLst/>
          </a:prstGeom>
          <a:noFill/>
          <a:extLst>
            <a:ext uri="{909E8E84-426E-40DD-AFC4-6F175D3DCCD1}">
              <a14:hiddenFill xmlns:a14="http://schemas.microsoft.com/office/drawing/2010/main">
                <a:solidFill>
                  <a:srgbClr val="FFFFFF"/>
                </a:solidFill>
              </a14:hiddenFill>
            </a:ext>
          </a:extLst>
        </p:spPr>
      </p:pic>
      <p:sp>
        <p:nvSpPr>
          <p:cNvPr id="7" name="Course footer">
            <a:extLst>
              <a:ext uri="{FF2B5EF4-FFF2-40B4-BE49-F238E27FC236}">
                <a16:creationId xmlns:a16="http://schemas.microsoft.com/office/drawing/2014/main" id="{23FFFC49-27AC-D7DE-307E-552771999395}"/>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16 | Windows LAPS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8" name="TextBox 7">
            <a:extLst>
              <a:ext uri="{FF2B5EF4-FFF2-40B4-BE49-F238E27FC236}">
                <a16:creationId xmlns:a16="http://schemas.microsoft.com/office/drawing/2014/main" id="{D03F2158-EC67-AAF8-B055-615E2AA00AE5}"/>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15</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599199532"/>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4131D-4E16-EFEF-498D-765C107104C1}"/>
              </a:ext>
            </a:extLst>
          </p:cNvPr>
          <p:cNvSpPr>
            <a:spLocks noGrp="1"/>
          </p:cNvSpPr>
          <p:nvPr>
            <p:ph type="title"/>
          </p:nvPr>
        </p:nvSpPr>
        <p:spPr>
          <a:xfrm>
            <a:off x="615951" y="438913"/>
            <a:ext cx="8258700" cy="369332"/>
          </a:xfrm>
        </p:spPr>
        <p:txBody>
          <a:bodyPr wrap="square">
            <a:noAutofit/>
          </a:bodyPr>
          <a:lstStyle/>
          <a:p>
            <a:r>
              <a:rPr lang="en-GB" dirty="0"/>
              <a:t>Connect to MS Graph</a:t>
            </a:r>
          </a:p>
        </p:txBody>
      </p:sp>
      <p:sp>
        <p:nvSpPr>
          <p:cNvPr id="5" name="Text Placeholder 2">
            <a:extLst>
              <a:ext uri="{FF2B5EF4-FFF2-40B4-BE49-F238E27FC236}">
                <a16:creationId xmlns:a16="http://schemas.microsoft.com/office/drawing/2014/main" id="{F8689542-7E0A-0448-EA21-7CD7C3E0359F}"/>
              </a:ext>
            </a:extLst>
          </p:cNvPr>
          <p:cNvSpPr>
            <a:spLocks noGrp="1"/>
          </p:cNvSpPr>
          <p:nvPr>
            <p:ph type="body" sz="quarter" idx="17"/>
          </p:nvPr>
        </p:nvSpPr>
        <p:spPr>
          <a:xfrm>
            <a:off x="615950" y="1044417"/>
            <a:ext cx="8258701" cy="1015663"/>
          </a:xfrm>
        </p:spPr>
        <p:txBody>
          <a:bodyPr>
            <a:normAutofit/>
          </a:bodyPr>
          <a:lstStyle/>
          <a:p>
            <a:r>
              <a:rPr lang="en-US" dirty="0">
                <a:latin typeface="Segoe UI" panose="020B0502040204020203" pitchFamily="34" charset="0"/>
              </a:rPr>
              <a:t>Full documentation </a:t>
            </a:r>
          </a:p>
          <a:p>
            <a:endParaRPr lang="en-US" dirty="0">
              <a:latin typeface="Segoe UI" panose="020B0502040204020203" pitchFamily="34" charset="0"/>
            </a:endParaRPr>
          </a:p>
          <a:p>
            <a:r>
              <a:rPr lang="en-US" dirty="0">
                <a:latin typeface="Segoe UI" panose="020B0502040204020203" pitchFamily="34" charset="0"/>
              </a:rPr>
              <a:t>https://</a:t>
            </a:r>
            <a:r>
              <a:rPr lang="en-US" dirty="0" err="1">
                <a:latin typeface="Segoe UI" panose="020B0502040204020203" pitchFamily="34" charset="0"/>
              </a:rPr>
              <a:t>learn.microsoft.com</a:t>
            </a:r>
            <a:r>
              <a:rPr lang="en-US" dirty="0">
                <a:latin typeface="Segoe UI" panose="020B0502040204020203" pitchFamily="34" charset="0"/>
              </a:rPr>
              <a:t>/</a:t>
            </a:r>
            <a:r>
              <a:rPr lang="en-US" dirty="0" err="1">
                <a:latin typeface="Segoe UI" panose="020B0502040204020203" pitchFamily="34" charset="0"/>
              </a:rPr>
              <a:t>en</a:t>
            </a:r>
            <a:r>
              <a:rPr lang="en-US" dirty="0">
                <a:latin typeface="Segoe UI" panose="020B0502040204020203" pitchFamily="34" charset="0"/>
              </a:rPr>
              <a:t>-us/windows-server/identity/laps/laps-scenarios-azure-active-directory</a:t>
            </a:r>
          </a:p>
        </p:txBody>
      </p:sp>
      <p:pic>
        <p:nvPicPr>
          <p:cNvPr id="6" name="Picture 5">
            <a:extLst>
              <a:ext uri="{FF2B5EF4-FFF2-40B4-BE49-F238E27FC236}">
                <a16:creationId xmlns:a16="http://schemas.microsoft.com/office/drawing/2014/main" id="{8C8B181A-0490-D335-5A35-ACFEE66EFBE8}"/>
              </a:ext>
            </a:extLst>
          </p:cNvPr>
          <p:cNvPicPr>
            <a:picLocks noChangeAspect="1"/>
          </p:cNvPicPr>
          <p:nvPr/>
        </p:nvPicPr>
        <p:blipFill>
          <a:blip r:embed="rId2"/>
          <a:stretch>
            <a:fillRect/>
          </a:stretch>
        </p:blipFill>
        <p:spPr>
          <a:xfrm>
            <a:off x="615951" y="1833421"/>
            <a:ext cx="5829300" cy="2500000"/>
          </a:xfrm>
          <a:prstGeom prst="rect">
            <a:avLst/>
          </a:prstGeom>
        </p:spPr>
      </p:pic>
      <p:sp>
        <p:nvSpPr>
          <p:cNvPr id="7" name="Course footer">
            <a:extLst>
              <a:ext uri="{FF2B5EF4-FFF2-40B4-BE49-F238E27FC236}">
                <a16:creationId xmlns:a16="http://schemas.microsoft.com/office/drawing/2014/main" id="{61E60A1D-8DE0-5787-4BB9-FAFD201BD9EB}"/>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16 | Windows LAPS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8" name="TextBox 7">
            <a:extLst>
              <a:ext uri="{FF2B5EF4-FFF2-40B4-BE49-F238E27FC236}">
                <a16:creationId xmlns:a16="http://schemas.microsoft.com/office/drawing/2014/main" id="{29401B7E-215E-59FC-6137-F91C30655308}"/>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16</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203880541"/>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FD237-602A-50B4-4FA1-78F92E1AB7D3}"/>
              </a:ext>
            </a:extLst>
          </p:cNvPr>
          <p:cNvSpPr>
            <a:spLocks noGrp="1"/>
          </p:cNvSpPr>
          <p:nvPr>
            <p:ph type="title" idx="4294967295"/>
          </p:nvPr>
        </p:nvSpPr>
        <p:spPr>
          <a:xfrm>
            <a:off x="454025" y="438150"/>
            <a:ext cx="8258175" cy="369888"/>
          </a:xfrm>
        </p:spPr>
        <p:txBody>
          <a:bodyPr wrap="square">
            <a:noAutofit/>
          </a:bodyPr>
          <a:lstStyle/>
          <a:p>
            <a:r>
              <a:rPr lang="en-GB" dirty="0"/>
              <a:t>List a device</a:t>
            </a:r>
          </a:p>
        </p:txBody>
      </p:sp>
      <p:pic>
        <p:nvPicPr>
          <p:cNvPr id="7" name="Picture 6">
            <a:extLst>
              <a:ext uri="{FF2B5EF4-FFF2-40B4-BE49-F238E27FC236}">
                <a16:creationId xmlns:a16="http://schemas.microsoft.com/office/drawing/2014/main" id="{7B2CFFC5-9A9F-1B67-78AA-1BF9A080BCC7}"/>
              </a:ext>
            </a:extLst>
          </p:cNvPr>
          <p:cNvPicPr>
            <a:picLocks noChangeAspect="1"/>
          </p:cNvPicPr>
          <p:nvPr/>
        </p:nvPicPr>
        <p:blipFill>
          <a:blip r:embed="rId2"/>
          <a:stretch>
            <a:fillRect/>
          </a:stretch>
        </p:blipFill>
        <p:spPr>
          <a:xfrm>
            <a:off x="444500" y="1076325"/>
            <a:ext cx="8258701" cy="3500000"/>
          </a:xfrm>
          <a:prstGeom prst="rect">
            <a:avLst/>
          </a:prstGeom>
        </p:spPr>
      </p:pic>
      <p:sp>
        <p:nvSpPr>
          <p:cNvPr id="8" name="Course footer">
            <a:extLst>
              <a:ext uri="{FF2B5EF4-FFF2-40B4-BE49-F238E27FC236}">
                <a16:creationId xmlns:a16="http://schemas.microsoft.com/office/drawing/2014/main" id="{89629DD8-5C34-3385-D1F8-93B85C60DC0A}"/>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16 | Windows LAPS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9" name="TextBox 8">
            <a:extLst>
              <a:ext uri="{FF2B5EF4-FFF2-40B4-BE49-F238E27FC236}">
                <a16:creationId xmlns:a16="http://schemas.microsoft.com/office/drawing/2014/main" id="{7091F227-9B36-85A0-B77E-178F30D36E70}"/>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17</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132176241"/>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E681D-9E1D-0A74-C481-7B32D96CEBC4}"/>
              </a:ext>
            </a:extLst>
          </p:cNvPr>
          <p:cNvSpPr>
            <a:spLocks noGrp="1"/>
          </p:cNvSpPr>
          <p:nvPr>
            <p:ph type="title" idx="4294967295"/>
          </p:nvPr>
        </p:nvSpPr>
        <p:spPr>
          <a:xfrm>
            <a:off x="444500" y="336550"/>
            <a:ext cx="5520531" cy="739775"/>
          </a:xfrm>
        </p:spPr>
        <p:txBody>
          <a:bodyPr wrap="square">
            <a:noAutofit/>
          </a:bodyPr>
          <a:lstStyle/>
          <a:p>
            <a:r>
              <a:rPr lang="en-GB" dirty="0"/>
              <a:t>Retrieve the LAPS password</a:t>
            </a:r>
          </a:p>
        </p:txBody>
      </p:sp>
      <p:pic>
        <p:nvPicPr>
          <p:cNvPr id="5" name="Picture 4">
            <a:extLst>
              <a:ext uri="{FF2B5EF4-FFF2-40B4-BE49-F238E27FC236}">
                <a16:creationId xmlns:a16="http://schemas.microsoft.com/office/drawing/2014/main" id="{0D2776A2-6820-03EB-A904-AE07377FCCDC}"/>
              </a:ext>
            </a:extLst>
          </p:cNvPr>
          <p:cNvPicPr>
            <a:picLocks noChangeAspect="1"/>
          </p:cNvPicPr>
          <p:nvPr/>
        </p:nvPicPr>
        <p:blipFill>
          <a:blip r:embed="rId2"/>
          <a:stretch>
            <a:fillRect/>
          </a:stretch>
        </p:blipFill>
        <p:spPr>
          <a:xfrm>
            <a:off x="444500" y="1076325"/>
            <a:ext cx="8258701" cy="3500000"/>
          </a:xfrm>
          <a:prstGeom prst="rect">
            <a:avLst/>
          </a:prstGeom>
        </p:spPr>
      </p:pic>
      <p:sp>
        <p:nvSpPr>
          <p:cNvPr id="6" name="Course footer">
            <a:extLst>
              <a:ext uri="{FF2B5EF4-FFF2-40B4-BE49-F238E27FC236}">
                <a16:creationId xmlns:a16="http://schemas.microsoft.com/office/drawing/2014/main" id="{EAF75980-A18E-920A-26E0-06DCCB55C1A9}"/>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16 | Windows LAPS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7" name="TextBox 6">
            <a:extLst>
              <a:ext uri="{FF2B5EF4-FFF2-40B4-BE49-F238E27FC236}">
                <a16:creationId xmlns:a16="http://schemas.microsoft.com/office/drawing/2014/main" id="{546ED835-0F50-AE98-4ECD-01E5A3639EC3}"/>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18</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743707305"/>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E722D-0C0C-1A3D-CDA3-6A0F35C6846B}"/>
              </a:ext>
            </a:extLst>
          </p:cNvPr>
          <p:cNvSpPr>
            <a:spLocks noGrp="1"/>
          </p:cNvSpPr>
          <p:nvPr>
            <p:ph type="title" idx="4294967295"/>
          </p:nvPr>
        </p:nvSpPr>
        <p:spPr>
          <a:xfrm>
            <a:off x="438912" y="374650"/>
            <a:ext cx="3032125" cy="739775"/>
          </a:xfrm>
        </p:spPr>
        <p:txBody>
          <a:bodyPr wrap="square">
            <a:noAutofit/>
          </a:bodyPr>
          <a:lstStyle/>
          <a:p>
            <a:r>
              <a:rPr lang="en-GB"/>
              <a:t>Rotate a Password</a:t>
            </a:r>
          </a:p>
        </p:txBody>
      </p:sp>
      <p:pic>
        <p:nvPicPr>
          <p:cNvPr id="5" name="Picture 4">
            <a:extLst>
              <a:ext uri="{FF2B5EF4-FFF2-40B4-BE49-F238E27FC236}">
                <a16:creationId xmlns:a16="http://schemas.microsoft.com/office/drawing/2014/main" id="{DF14B4A7-8E74-32FA-2DB2-421F9D5FD82B}"/>
              </a:ext>
            </a:extLst>
          </p:cNvPr>
          <p:cNvPicPr>
            <a:picLocks noChangeAspect="1"/>
          </p:cNvPicPr>
          <p:nvPr/>
        </p:nvPicPr>
        <p:blipFill>
          <a:blip r:embed="rId2"/>
          <a:stretch>
            <a:fillRect/>
          </a:stretch>
        </p:blipFill>
        <p:spPr>
          <a:xfrm>
            <a:off x="444500" y="1076325"/>
            <a:ext cx="8258701" cy="3500000"/>
          </a:xfrm>
          <a:prstGeom prst="rect">
            <a:avLst/>
          </a:prstGeom>
        </p:spPr>
      </p:pic>
      <p:sp>
        <p:nvSpPr>
          <p:cNvPr id="6" name="Course footer">
            <a:extLst>
              <a:ext uri="{FF2B5EF4-FFF2-40B4-BE49-F238E27FC236}">
                <a16:creationId xmlns:a16="http://schemas.microsoft.com/office/drawing/2014/main" id="{FA939613-0100-B0A1-32DA-714B6B24D81E}"/>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16 | Windows LAPS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7" name="TextBox 6">
            <a:extLst>
              <a:ext uri="{FF2B5EF4-FFF2-40B4-BE49-F238E27FC236}">
                <a16:creationId xmlns:a16="http://schemas.microsoft.com/office/drawing/2014/main" id="{4FE6121C-1B36-147B-F995-0BFEBFEABA97}"/>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19</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621351255"/>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57ECB-8946-F924-D919-77D55432E767}"/>
              </a:ext>
            </a:extLst>
          </p:cNvPr>
          <p:cNvSpPr>
            <a:spLocks noGrp="1"/>
          </p:cNvSpPr>
          <p:nvPr>
            <p:ph type="title" idx="4294967295"/>
          </p:nvPr>
        </p:nvSpPr>
        <p:spPr>
          <a:xfrm>
            <a:off x="448201" y="444793"/>
            <a:ext cx="8258175" cy="327025"/>
          </a:xfrm>
        </p:spPr>
        <p:txBody>
          <a:bodyPr wrap="square">
            <a:noAutofit/>
          </a:bodyPr>
          <a:lstStyle/>
          <a:p>
            <a:r>
              <a:rPr lang="en-GB" dirty="0"/>
              <a:t>How LAPS works</a:t>
            </a:r>
          </a:p>
        </p:txBody>
      </p:sp>
      <p:sp>
        <p:nvSpPr>
          <p:cNvPr id="3" name="Subtitle">
            <a:extLst>
              <a:ext uri="{FF2B5EF4-FFF2-40B4-BE49-F238E27FC236}">
                <a16:creationId xmlns:a16="http://schemas.microsoft.com/office/drawing/2014/main" id="{54AFD471-3179-5677-9C21-632E7B18E2AF}"/>
              </a:ext>
            </a:extLst>
          </p:cNvPr>
          <p:cNvSpPr/>
          <p:nvPr/>
        </p:nvSpPr>
        <p:spPr>
          <a:xfrm>
            <a:off x="444500" y="1075690"/>
            <a:ext cx="8258701" cy="350000"/>
          </a:xfrm>
          <a:prstGeom prst="rect">
            <a:avLst/>
          </a:prstGeom>
          <a:noFill/>
        </p:spPr>
        <p:txBody>
          <a:bodyPr lIns="0" tIns="0" rIns="0" bIns="0" anchor="t">
            <a:normAutofit/>
          </a:bodyPr>
          <a:lstStyle/>
          <a:p>
            <a:r>
              <a:rPr lang="en-GB" sz="1600">
                <a:solidFill>
                  <a:schemeClr val="tx1">
                    <a:alpha val="70000"/>
                  </a:schemeClr>
                </a:solidFill>
                <a:latin typeface="Segoe UI" panose="020B0502040204020203" pitchFamily="34" charset="0"/>
              </a:rPr>
              <a:t>Password lifecycle:</a:t>
            </a:r>
          </a:p>
        </p:txBody>
      </p:sp>
      <p:sp>
        <p:nvSpPr>
          <p:cNvPr id="4" name="Step 1">
            <a:extLst>
              <a:ext uri="{FF2B5EF4-FFF2-40B4-BE49-F238E27FC236}">
                <a16:creationId xmlns:a16="http://schemas.microsoft.com/office/drawing/2014/main" id="{1A47039E-7C01-E46B-9E7A-8CECC91FB7A2}"/>
              </a:ext>
            </a:extLst>
          </p:cNvPr>
          <p:cNvSpPr/>
          <p:nvPr/>
        </p:nvSpPr>
        <p:spPr>
          <a:xfrm>
            <a:off x="444500" y="1585616"/>
            <a:ext cx="1950000" cy="2900000"/>
          </a:xfrm>
          <a:prstGeom prst="roundRect">
            <a:avLst>
              <a:gd name="adj" fmla="val 4000"/>
            </a:avLst>
          </a:prstGeom>
          <a:solidFill>
            <a:schemeClr val="accent1"/>
          </a:solidFill>
          <a:ln w="0">
            <a:noFill/>
          </a:ln>
        </p:spPr>
        <p:txBody>
          <a:bodyPr lIns="137160" tIns="137160" rIns="137160" bIns="91440" anchor="t">
            <a:normAutofit/>
          </a:bodyPr>
          <a:lstStyle/>
          <a:p>
            <a:pPr>
              <a:spcAft>
                <a:spcPts val="200"/>
              </a:spcAft>
            </a:pPr>
            <a:r>
              <a:rPr lang="en-GB" sz="2400" b="1" dirty="0">
                <a:solidFill>
                  <a:srgbClr val="FFFFFF">
                    <a:alpha val="40000"/>
                  </a:srgbClr>
                </a:solidFill>
                <a:latin typeface="Segoe UI" panose="020B0502040204020203" pitchFamily="34" charset="0"/>
              </a:rPr>
              <a:t>1</a:t>
            </a:r>
          </a:p>
          <a:p>
            <a:pPr>
              <a:spcAft>
                <a:spcPts val="400"/>
              </a:spcAft>
            </a:pPr>
            <a:r>
              <a:rPr lang="en-GB" sz="1400" b="1" dirty="0">
                <a:solidFill>
                  <a:srgbClr val="FFFFFF"/>
                </a:solidFill>
                <a:latin typeface="Segoe UI" panose="020B0502040204020203" pitchFamily="34" charset="0"/>
              </a:rPr>
              <a:t>Generate</a:t>
            </a:r>
          </a:p>
          <a:p>
            <a:r>
              <a:rPr lang="en-GB" sz="1200" dirty="0">
                <a:solidFill>
                  <a:srgbClr val="FFFFFF">
                    <a:alpha val="85000"/>
                  </a:srgbClr>
                </a:solidFill>
                <a:latin typeface="Segoe UI" panose="020B0502040204020203" pitchFamily="34" charset="0"/>
              </a:rPr>
              <a:t>LAPS client generates random password.</a:t>
            </a:r>
          </a:p>
        </p:txBody>
      </p:sp>
      <p:sp>
        <p:nvSpPr>
          <p:cNvPr id="5" name="Step 2">
            <a:extLst>
              <a:ext uri="{FF2B5EF4-FFF2-40B4-BE49-F238E27FC236}">
                <a16:creationId xmlns:a16="http://schemas.microsoft.com/office/drawing/2014/main" id="{A6B65BDA-3517-0889-1962-279960A54832}"/>
              </a:ext>
            </a:extLst>
          </p:cNvPr>
          <p:cNvSpPr/>
          <p:nvPr/>
        </p:nvSpPr>
        <p:spPr>
          <a:xfrm>
            <a:off x="2546350" y="1585616"/>
            <a:ext cx="1950000" cy="2900000"/>
          </a:xfrm>
          <a:prstGeom prst="roundRect">
            <a:avLst>
              <a:gd name="adj" fmla="val 4000"/>
            </a:avLst>
          </a:prstGeom>
          <a:solidFill>
            <a:schemeClr val="accent4"/>
          </a:solidFill>
          <a:ln w="0">
            <a:noFill/>
          </a:ln>
        </p:spPr>
        <p:txBody>
          <a:bodyPr lIns="137160" tIns="137160" rIns="137160" bIns="91440" anchor="t">
            <a:normAutofit/>
          </a:bodyPr>
          <a:lstStyle/>
          <a:p>
            <a:pPr>
              <a:spcAft>
                <a:spcPts val="200"/>
              </a:spcAft>
            </a:pPr>
            <a:r>
              <a:rPr lang="en-GB" sz="2400" b="1">
                <a:solidFill>
                  <a:srgbClr val="FFFFFF">
                    <a:alpha val="40000"/>
                  </a:srgbClr>
                </a:solidFill>
                <a:latin typeface="Segoe UI" panose="020B0502040204020203" pitchFamily="34" charset="0"/>
              </a:rPr>
              <a:t>2</a:t>
            </a:r>
          </a:p>
          <a:p>
            <a:pPr>
              <a:spcAft>
                <a:spcPts val="400"/>
              </a:spcAft>
            </a:pPr>
            <a:r>
              <a:rPr lang="en-GB" sz="1400" b="1">
                <a:solidFill>
                  <a:srgbClr val="FFFFFF"/>
                </a:solidFill>
                <a:latin typeface="Segoe UI" panose="020B0502040204020203" pitchFamily="34" charset="0"/>
              </a:rPr>
              <a:t>Store</a:t>
            </a:r>
          </a:p>
          <a:p>
            <a:r>
              <a:rPr lang="en-GB" sz="1200">
                <a:solidFill>
                  <a:srgbClr val="FFFFFF">
                    <a:alpha val="85000"/>
                  </a:srgbClr>
                </a:solidFill>
                <a:latin typeface="Segoe UI" panose="020B0502040204020203" pitchFamily="34" charset="0"/>
              </a:rPr>
              <a:t>Password stored securely in directory.</a:t>
            </a:r>
          </a:p>
        </p:txBody>
      </p:sp>
      <p:sp>
        <p:nvSpPr>
          <p:cNvPr id="6" name="Step 3">
            <a:extLst>
              <a:ext uri="{FF2B5EF4-FFF2-40B4-BE49-F238E27FC236}">
                <a16:creationId xmlns:a16="http://schemas.microsoft.com/office/drawing/2014/main" id="{2501CF37-BD02-05F1-E004-CBA24C47BFD0}"/>
              </a:ext>
            </a:extLst>
          </p:cNvPr>
          <p:cNvSpPr/>
          <p:nvPr/>
        </p:nvSpPr>
        <p:spPr>
          <a:xfrm>
            <a:off x="4648200" y="1585616"/>
            <a:ext cx="1950000" cy="2900000"/>
          </a:xfrm>
          <a:prstGeom prst="roundRect">
            <a:avLst>
              <a:gd name="adj" fmla="val 4000"/>
            </a:avLst>
          </a:prstGeom>
          <a:solidFill>
            <a:schemeClr val="accent3"/>
          </a:solidFill>
          <a:ln w="0">
            <a:noFill/>
          </a:ln>
        </p:spPr>
        <p:txBody>
          <a:bodyPr lIns="137160" tIns="137160" rIns="137160" bIns="91440" anchor="t">
            <a:normAutofit/>
          </a:bodyPr>
          <a:lstStyle/>
          <a:p>
            <a:pPr>
              <a:spcAft>
                <a:spcPts val="200"/>
              </a:spcAft>
            </a:pPr>
            <a:r>
              <a:rPr lang="en-GB" sz="2400" b="1">
                <a:solidFill>
                  <a:srgbClr val="FFFFFF">
                    <a:alpha val="40000"/>
                  </a:srgbClr>
                </a:solidFill>
                <a:latin typeface="Segoe UI" panose="020B0502040204020203" pitchFamily="34" charset="0"/>
              </a:rPr>
              <a:t>3</a:t>
            </a:r>
          </a:p>
          <a:p>
            <a:pPr>
              <a:spcAft>
                <a:spcPts val="400"/>
              </a:spcAft>
            </a:pPr>
            <a:r>
              <a:rPr lang="en-GB" sz="1400" b="1">
                <a:solidFill>
                  <a:srgbClr val="FFFFFF"/>
                </a:solidFill>
                <a:latin typeface="Segoe UI" panose="020B0502040204020203" pitchFamily="34" charset="0"/>
              </a:rPr>
              <a:t>Rotate</a:t>
            </a:r>
          </a:p>
          <a:p>
            <a:r>
              <a:rPr lang="en-GB" sz="1200">
                <a:solidFill>
                  <a:srgbClr val="FFFFFF">
                    <a:alpha val="85000"/>
                  </a:srgbClr>
                </a:solidFill>
                <a:latin typeface="Segoe UI" panose="020B0502040204020203" pitchFamily="34" charset="0"/>
              </a:rPr>
              <a:t>Password rotated on schedule (policy).</a:t>
            </a:r>
          </a:p>
        </p:txBody>
      </p:sp>
      <p:sp>
        <p:nvSpPr>
          <p:cNvPr id="7" name="Step 4">
            <a:extLst>
              <a:ext uri="{FF2B5EF4-FFF2-40B4-BE49-F238E27FC236}">
                <a16:creationId xmlns:a16="http://schemas.microsoft.com/office/drawing/2014/main" id="{14047568-62B1-1BE9-B20F-E2687DE6A94E}"/>
              </a:ext>
            </a:extLst>
          </p:cNvPr>
          <p:cNvSpPr/>
          <p:nvPr/>
        </p:nvSpPr>
        <p:spPr>
          <a:xfrm>
            <a:off x="6750050" y="1585616"/>
            <a:ext cx="1950000" cy="2900000"/>
          </a:xfrm>
          <a:prstGeom prst="roundRect">
            <a:avLst>
              <a:gd name="adj" fmla="val 4000"/>
            </a:avLst>
          </a:prstGeom>
          <a:solidFill>
            <a:schemeClr val="accent2"/>
          </a:solidFill>
          <a:ln w="0">
            <a:noFill/>
          </a:ln>
        </p:spPr>
        <p:txBody>
          <a:bodyPr lIns="137160" tIns="137160" rIns="137160" bIns="91440" anchor="t">
            <a:normAutofit/>
          </a:bodyPr>
          <a:lstStyle/>
          <a:p>
            <a:pPr>
              <a:spcAft>
                <a:spcPts val="200"/>
              </a:spcAft>
            </a:pPr>
            <a:r>
              <a:rPr lang="en-GB" sz="2400" b="1">
                <a:solidFill>
                  <a:srgbClr val="FFFFFF">
                    <a:alpha val="40000"/>
                  </a:srgbClr>
                </a:solidFill>
                <a:latin typeface="Segoe UI" panose="020B0502040204020203" pitchFamily="34" charset="0"/>
              </a:rPr>
              <a:t>4</a:t>
            </a:r>
          </a:p>
          <a:p>
            <a:pPr>
              <a:spcAft>
                <a:spcPts val="400"/>
              </a:spcAft>
            </a:pPr>
            <a:r>
              <a:rPr lang="en-GB" sz="1400" b="1">
                <a:solidFill>
                  <a:srgbClr val="FFFFFF"/>
                </a:solidFill>
                <a:latin typeface="Segoe UI" panose="020B0502040204020203" pitchFamily="34" charset="0"/>
              </a:rPr>
              <a:t>Retrieve</a:t>
            </a:r>
          </a:p>
          <a:p>
            <a:r>
              <a:rPr lang="en-GB" sz="1200">
                <a:solidFill>
                  <a:srgbClr val="FFFFFF">
                    <a:alpha val="85000"/>
                  </a:srgbClr>
                </a:solidFill>
                <a:latin typeface="Segoe UI" panose="020B0502040204020203" pitchFamily="34" charset="0"/>
              </a:rPr>
              <a:t>Admin retrieves password when required.</a:t>
            </a:r>
          </a:p>
        </p:txBody>
      </p:sp>
      <p:sp>
        <p:nvSpPr>
          <p:cNvPr id="8" name="Course footer">
            <a:extLst>
              <a:ext uri="{FF2B5EF4-FFF2-40B4-BE49-F238E27FC236}">
                <a16:creationId xmlns:a16="http://schemas.microsoft.com/office/drawing/2014/main" id="{7F949A79-54CE-360C-6B90-73D2172715D4}"/>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16 | Windows LAPS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9" name="TextBox 8">
            <a:extLst>
              <a:ext uri="{FF2B5EF4-FFF2-40B4-BE49-F238E27FC236}">
                <a16:creationId xmlns:a16="http://schemas.microsoft.com/office/drawing/2014/main" id="{6526DB82-2218-6C14-39B0-C80DDD2287C6}"/>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20</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563796095"/>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00021-BD1A-4B26-64A8-1D177263C47E}"/>
              </a:ext>
            </a:extLst>
          </p:cNvPr>
          <p:cNvSpPr>
            <a:spLocks noGrp="1"/>
          </p:cNvSpPr>
          <p:nvPr>
            <p:ph type="title"/>
          </p:nvPr>
        </p:nvSpPr>
        <p:spPr/>
        <p:txBody>
          <a:bodyPr wrap="square">
            <a:noAutofit/>
          </a:bodyPr>
          <a:lstStyle/>
          <a:p>
            <a:r>
              <a:rPr lang="en-GB"/>
              <a:t>LAPS Policy Processing</a:t>
            </a:r>
          </a:p>
        </p:txBody>
      </p:sp>
      <p:pic>
        <p:nvPicPr>
          <p:cNvPr id="5" name="Picture 4">
            <a:extLst>
              <a:ext uri="{FF2B5EF4-FFF2-40B4-BE49-F238E27FC236}">
                <a16:creationId xmlns:a16="http://schemas.microsoft.com/office/drawing/2014/main" id="{99DE8C23-6A9A-F50C-87B5-5E0D1AE937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2520315"/>
            <a:ext cx="0" cy="0"/>
          </a:xfrm>
          <a:prstGeom prst="rect">
            <a:avLst/>
          </a:prstGeom>
          <a:noFill/>
          <a:extLst>
            <a:ext uri="{909E8E84-426E-40DD-AFC4-6F175D3DCCD1}">
              <a14:hiddenFill xmlns:a14="http://schemas.microsoft.com/office/drawing/2010/main">
                <a:solidFill>
                  <a:srgbClr val="FFFFFF"/>
                </a:solidFill>
              </a14:hiddenFill>
            </a:ext>
          </a:extLst>
        </p:spPr>
      </p:pic>
      <p:sp>
        <p:nvSpPr>
          <p:cNvPr id="6" name="Course footer">
            <a:extLst>
              <a:ext uri="{FF2B5EF4-FFF2-40B4-BE49-F238E27FC236}">
                <a16:creationId xmlns:a16="http://schemas.microsoft.com/office/drawing/2014/main" id="{397AC3E1-59F5-8DC1-E646-ADC22F3315B0}"/>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16 | Windows LAPS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7" name="TextBox 6">
            <a:extLst>
              <a:ext uri="{FF2B5EF4-FFF2-40B4-BE49-F238E27FC236}">
                <a16:creationId xmlns:a16="http://schemas.microsoft.com/office/drawing/2014/main" id="{BFF55B70-1C4E-6628-A737-5908D4663784}"/>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21</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927097009"/>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D6791-CD15-57FD-11C8-0F22471AF774}"/>
              </a:ext>
            </a:extLst>
          </p:cNvPr>
          <p:cNvSpPr>
            <a:spLocks noGrp="1"/>
          </p:cNvSpPr>
          <p:nvPr>
            <p:ph type="title"/>
          </p:nvPr>
        </p:nvSpPr>
        <p:spPr/>
        <p:txBody>
          <a:bodyPr wrap="square">
            <a:noAutofit/>
          </a:bodyPr>
          <a:lstStyle/>
          <a:p>
            <a:r>
              <a:rPr lang="en-GB"/>
              <a:t>Background policy processing cycle</a:t>
            </a:r>
          </a:p>
        </p:txBody>
      </p:sp>
      <p:sp>
        <p:nvSpPr>
          <p:cNvPr id="3" name="Text Placeholder 2">
            <a:extLst>
              <a:ext uri="{FF2B5EF4-FFF2-40B4-BE49-F238E27FC236}">
                <a16:creationId xmlns:a16="http://schemas.microsoft.com/office/drawing/2014/main" id="{440A369C-DB87-79DF-6874-8C022F11D033}"/>
              </a:ext>
            </a:extLst>
          </p:cNvPr>
          <p:cNvSpPr txBox="1">
            <a:spLocks/>
          </p:cNvSpPr>
          <p:nvPr/>
        </p:nvSpPr>
        <p:spPr>
          <a:xfrm>
            <a:off x="757238" y="1750219"/>
            <a:ext cx="7074426" cy="2681802"/>
          </a:xfrm>
          <a:prstGeom prst="rect">
            <a:avLst/>
          </a:prstGeom>
        </p:spPr>
        <p:txBody>
          <a:bodyPr>
            <a:normAutofit/>
          </a:bodyPr>
          <a:lstStyle>
            <a:lvl1pPr marL="0" marR="0" indent="0" algn="l" defTabSz="672425" rtl="0" eaLnBrk="1" fontAlgn="auto" latinLnBrk="0" hangingPunct="1">
              <a:lnSpc>
                <a:spcPct val="100000"/>
              </a:lnSpc>
              <a:spcBef>
                <a:spcPts val="0"/>
              </a:spcBef>
              <a:spcAft>
                <a:spcPts val="0"/>
              </a:spcAft>
              <a:buClrTx/>
              <a:buSzPct val="90000"/>
              <a:buFont typeface="Wingdings" panose="05000000000000000000" pitchFamily="2" charset="2"/>
              <a:buNone/>
              <a:tabLst/>
              <a:defRPr sz="1730" kern="1200" spc="-36" baseline="0">
                <a:solidFill>
                  <a:srgbClr val="000000"/>
                </a:solidFill>
                <a:latin typeface="+mj-lt"/>
                <a:ea typeface="+mn-ea"/>
                <a:cs typeface="+mn-cs"/>
              </a:defRPr>
            </a:lvl1pPr>
            <a:lvl2pPr marL="0" marR="0" indent="0" algn="l" defTabSz="672425" rtl="0" eaLnBrk="1" fontAlgn="auto" latinLnBrk="0" hangingPunct="1">
              <a:lnSpc>
                <a:spcPct val="100000"/>
              </a:lnSpc>
              <a:spcBef>
                <a:spcPts val="288"/>
              </a:spcBef>
              <a:spcAft>
                <a:spcPts val="432"/>
              </a:spcAft>
              <a:buClrTx/>
              <a:buSzPct val="90000"/>
              <a:buFontTx/>
              <a:buNone/>
              <a:tabLst/>
              <a:defRPr sz="1471" kern="1200" spc="0" baseline="0">
                <a:solidFill>
                  <a:schemeClr val="tx1"/>
                </a:solidFill>
                <a:latin typeface="+mn-lt"/>
                <a:ea typeface="+mn-ea"/>
                <a:cs typeface="+mn-cs"/>
              </a:defRPr>
            </a:lvl2pPr>
            <a:lvl3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j-lt"/>
                <a:ea typeface="+mn-ea"/>
                <a:cs typeface="+mn-cs"/>
              </a:defRPr>
            </a:lvl3pPr>
            <a:lvl4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n-lt"/>
                <a:ea typeface="+mn-ea"/>
                <a:cs typeface="+mn-cs"/>
              </a:defRPr>
            </a:lvl4pPr>
            <a:lvl5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882" b="1" kern="1200" spc="0" baseline="0">
                <a:solidFill>
                  <a:schemeClr val="tx1"/>
                </a:solidFill>
                <a:latin typeface="+mn-lt"/>
                <a:ea typeface="+mn-ea"/>
                <a:cs typeface="+mn-cs"/>
              </a:defRPr>
            </a:lvl5pPr>
            <a:lvl6pPr marL="1681063" indent="0" algn="l" defTabSz="672425" rtl="0" eaLnBrk="1" latinLnBrk="0" hangingPunct="1">
              <a:spcBef>
                <a:spcPct val="20000"/>
              </a:spcBef>
              <a:buFont typeface="Arial" pitchFamily="34" charset="0"/>
              <a:buNone/>
              <a:defRPr sz="1442" kern="1200">
                <a:solidFill>
                  <a:schemeClr val="tx1"/>
                </a:solidFill>
                <a:latin typeface="+mn-lt"/>
                <a:ea typeface="+mn-ea"/>
                <a:cs typeface="+mn-cs"/>
              </a:defRPr>
            </a:lvl6pPr>
            <a:lvl7pPr marL="0" indent="0" algn="l" defTabSz="672425" rtl="0" eaLnBrk="1" latinLnBrk="0" hangingPunct="1">
              <a:lnSpc>
                <a:spcPct val="100000"/>
              </a:lnSpc>
              <a:spcBef>
                <a:spcPts val="288"/>
              </a:spcBef>
              <a:spcAft>
                <a:spcPts val="432"/>
              </a:spcAft>
              <a:buFont typeface="Arial" pitchFamily="34" charset="0"/>
              <a:buNone/>
              <a:defRPr sz="882" kern="1200">
                <a:solidFill>
                  <a:schemeClr val="tx1"/>
                </a:solidFill>
                <a:latin typeface="+mn-lt"/>
                <a:ea typeface="+mn-ea"/>
                <a:cs typeface="+mn-cs"/>
              </a:defRPr>
            </a:lvl7pPr>
            <a:lvl8pPr marL="2521596"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8pPr>
            <a:lvl9pPr marL="2857809"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9pPr>
          </a:lstStyle>
          <a:p>
            <a:r>
              <a:rPr lang="en-US" dirty="0">
                <a:latin typeface="Segoe UI" panose="020B0502040204020203" pitchFamily="34" charset="0"/>
              </a:rPr>
              <a:t>https://learn.microsoft.com/en-us/windows-server/identity/laps/laps-concepts-overview</a:t>
            </a:r>
          </a:p>
          <a:p>
            <a:endParaRPr lang="en-US" dirty="0">
              <a:latin typeface="Segoe UI" panose="020B0502040204020203" pitchFamily="34" charset="0"/>
            </a:endParaRPr>
          </a:p>
          <a:p>
            <a:r>
              <a:rPr lang="en-GB" dirty="0">
                <a:latin typeface="Segoe UI" panose="020B0502040204020203" pitchFamily="34" charset="0"/>
              </a:rPr>
              <a:t>Windows LAPS uses a background task that wakes up every hour to process the currently active policy. This task isn't implemented with a Windows Task Scheduler task and isn't configurable.</a:t>
            </a:r>
            <a:endParaRPr lang="en-US" dirty="0">
              <a:latin typeface="Segoe UI" panose="020B0502040204020203" pitchFamily="34" charset="0"/>
            </a:endParaRPr>
          </a:p>
          <a:p>
            <a:endParaRPr lang="en-US" dirty="0">
              <a:latin typeface="Segoe UI" panose="020B0502040204020203" pitchFamily="34" charset="0"/>
            </a:endParaRPr>
          </a:p>
        </p:txBody>
      </p:sp>
      <p:sp>
        <p:nvSpPr>
          <p:cNvPr id="4" name="Course footer">
            <a:extLst>
              <a:ext uri="{FF2B5EF4-FFF2-40B4-BE49-F238E27FC236}">
                <a16:creationId xmlns:a16="http://schemas.microsoft.com/office/drawing/2014/main" id="{F43D844F-F9DA-5382-E9A4-E6711A239E43}"/>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16 | Windows LAPS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5" name="TextBox 4">
            <a:extLst>
              <a:ext uri="{FF2B5EF4-FFF2-40B4-BE49-F238E27FC236}">
                <a16:creationId xmlns:a16="http://schemas.microsoft.com/office/drawing/2014/main" id="{F3B637A1-1290-E26E-3C8A-3D6B63FDE5E4}"/>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22</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526827779"/>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E1298-6264-1351-26AC-C0B9EBA1239A}"/>
              </a:ext>
            </a:extLst>
          </p:cNvPr>
          <p:cNvSpPr>
            <a:spLocks noGrp="1"/>
          </p:cNvSpPr>
          <p:nvPr>
            <p:ph type="title"/>
          </p:nvPr>
        </p:nvSpPr>
        <p:spPr/>
        <p:txBody>
          <a:bodyPr wrap="square">
            <a:noAutofit/>
          </a:bodyPr>
          <a:lstStyle/>
          <a:p>
            <a:r>
              <a:rPr lang="en-GB"/>
              <a:t>Manually start the policy processing cycle</a:t>
            </a:r>
          </a:p>
        </p:txBody>
      </p:sp>
      <p:sp>
        <p:nvSpPr>
          <p:cNvPr id="3" name="Text Placeholder 2">
            <a:extLst>
              <a:ext uri="{FF2B5EF4-FFF2-40B4-BE49-F238E27FC236}">
                <a16:creationId xmlns:a16="http://schemas.microsoft.com/office/drawing/2014/main" id="{FEEB36A3-46F6-B90C-ECC7-BB21869824FF}"/>
              </a:ext>
            </a:extLst>
          </p:cNvPr>
          <p:cNvSpPr txBox="1">
            <a:spLocks/>
          </p:cNvSpPr>
          <p:nvPr/>
        </p:nvSpPr>
        <p:spPr>
          <a:xfrm>
            <a:off x="573089" y="1556875"/>
            <a:ext cx="7808912" cy="3500000"/>
          </a:xfrm>
          <a:prstGeom prst="rect">
            <a:avLst/>
          </a:prstGeom>
        </p:spPr>
        <p:txBody>
          <a:bodyPr>
            <a:normAutofit/>
          </a:bodyPr>
          <a:lstStyle>
            <a:lvl1pPr marL="0" marR="0" indent="0" algn="l" defTabSz="672425" rtl="0" eaLnBrk="1" fontAlgn="auto" latinLnBrk="0" hangingPunct="1">
              <a:lnSpc>
                <a:spcPct val="100000"/>
              </a:lnSpc>
              <a:spcBef>
                <a:spcPts val="0"/>
              </a:spcBef>
              <a:spcAft>
                <a:spcPts val="0"/>
              </a:spcAft>
              <a:buClrTx/>
              <a:buSzPct val="90000"/>
              <a:buFont typeface="Wingdings" panose="05000000000000000000" pitchFamily="2" charset="2"/>
              <a:buNone/>
              <a:tabLst/>
              <a:defRPr sz="1730" kern="1200" spc="-36" baseline="0">
                <a:solidFill>
                  <a:srgbClr val="000000"/>
                </a:solidFill>
                <a:latin typeface="+mj-lt"/>
                <a:ea typeface="+mn-ea"/>
                <a:cs typeface="+mn-cs"/>
              </a:defRPr>
            </a:lvl1pPr>
            <a:lvl2pPr marL="0" marR="0" indent="0" algn="l" defTabSz="672425" rtl="0" eaLnBrk="1" fontAlgn="auto" latinLnBrk="0" hangingPunct="1">
              <a:lnSpc>
                <a:spcPct val="100000"/>
              </a:lnSpc>
              <a:spcBef>
                <a:spcPts val="288"/>
              </a:spcBef>
              <a:spcAft>
                <a:spcPts val="432"/>
              </a:spcAft>
              <a:buClrTx/>
              <a:buSzPct val="90000"/>
              <a:buFontTx/>
              <a:buNone/>
              <a:tabLst/>
              <a:defRPr sz="1471" kern="1200" spc="0" baseline="0">
                <a:solidFill>
                  <a:schemeClr val="tx1"/>
                </a:solidFill>
                <a:latin typeface="+mn-lt"/>
                <a:ea typeface="+mn-ea"/>
                <a:cs typeface="+mn-cs"/>
              </a:defRPr>
            </a:lvl2pPr>
            <a:lvl3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j-lt"/>
                <a:ea typeface="+mn-ea"/>
                <a:cs typeface="+mn-cs"/>
              </a:defRPr>
            </a:lvl3pPr>
            <a:lvl4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n-lt"/>
                <a:ea typeface="+mn-ea"/>
                <a:cs typeface="+mn-cs"/>
              </a:defRPr>
            </a:lvl4pPr>
            <a:lvl5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882" b="1" kern="1200" spc="0" baseline="0">
                <a:solidFill>
                  <a:schemeClr val="tx1"/>
                </a:solidFill>
                <a:latin typeface="+mn-lt"/>
                <a:ea typeface="+mn-ea"/>
                <a:cs typeface="+mn-cs"/>
              </a:defRPr>
            </a:lvl5pPr>
            <a:lvl6pPr marL="1681063" indent="0" algn="l" defTabSz="672425" rtl="0" eaLnBrk="1" latinLnBrk="0" hangingPunct="1">
              <a:spcBef>
                <a:spcPct val="20000"/>
              </a:spcBef>
              <a:buFont typeface="Arial" pitchFamily="34" charset="0"/>
              <a:buNone/>
              <a:defRPr sz="1442" kern="1200">
                <a:solidFill>
                  <a:schemeClr val="tx1"/>
                </a:solidFill>
                <a:latin typeface="+mn-lt"/>
                <a:ea typeface="+mn-ea"/>
                <a:cs typeface="+mn-cs"/>
              </a:defRPr>
            </a:lvl6pPr>
            <a:lvl7pPr marL="0" indent="0" algn="l" defTabSz="672425" rtl="0" eaLnBrk="1" latinLnBrk="0" hangingPunct="1">
              <a:lnSpc>
                <a:spcPct val="100000"/>
              </a:lnSpc>
              <a:spcBef>
                <a:spcPts val="288"/>
              </a:spcBef>
              <a:spcAft>
                <a:spcPts val="432"/>
              </a:spcAft>
              <a:buFont typeface="Arial" pitchFamily="34" charset="0"/>
              <a:buNone/>
              <a:defRPr sz="882" kern="1200">
                <a:solidFill>
                  <a:schemeClr val="tx1"/>
                </a:solidFill>
                <a:latin typeface="+mn-lt"/>
                <a:ea typeface="+mn-ea"/>
                <a:cs typeface="+mn-cs"/>
              </a:defRPr>
            </a:lvl7pPr>
            <a:lvl8pPr marL="2521596"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8pPr>
            <a:lvl9pPr marL="2857809"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9pPr>
          </a:lstStyle>
          <a:p>
            <a:r>
              <a:rPr lang="en-GB" dirty="0">
                <a:latin typeface="Segoe UI" panose="020B0502040204020203" pitchFamily="34" charset="0"/>
              </a:rPr>
              <a:t>Windows LAPS does respond to Group Policy change notifications. You can manually start the policy processing cycle in two ways:</a:t>
            </a:r>
          </a:p>
          <a:p>
            <a:endParaRPr lang="en-GB" dirty="0">
              <a:latin typeface="Segoe UI" panose="020B0502040204020203" pitchFamily="34" charset="0"/>
            </a:endParaRPr>
          </a:p>
          <a:p>
            <a:r>
              <a:rPr lang="en-GB" dirty="0">
                <a:latin typeface="Segoe UI" panose="020B0502040204020203" pitchFamily="34" charset="0"/>
              </a:rPr>
              <a:t>gpupdate.exe /</a:t>
            </a:r>
            <a:r>
              <a:rPr lang="en-GB" dirty="0" err="1">
                <a:latin typeface="Segoe UI" panose="020B0502040204020203" pitchFamily="34" charset="0"/>
              </a:rPr>
              <a:t>target:computer</a:t>
            </a:r>
            <a:r>
              <a:rPr lang="en-GB" dirty="0">
                <a:latin typeface="Segoe UI" panose="020B0502040204020203" pitchFamily="34" charset="0"/>
              </a:rPr>
              <a:t> /force</a:t>
            </a:r>
          </a:p>
          <a:p>
            <a:endParaRPr lang="en-US" dirty="0">
              <a:latin typeface="Segoe UI" panose="020B0502040204020203" pitchFamily="34" charset="0"/>
            </a:endParaRPr>
          </a:p>
          <a:p>
            <a:r>
              <a:rPr lang="en-GB" dirty="0">
                <a:latin typeface="Segoe UI" panose="020B0502040204020203" pitchFamily="34" charset="0"/>
              </a:rPr>
              <a:t>Invoke-</a:t>
            </a:r>
            <a:r>
              <a:rPr lang="en-GB" dirty="0" err="1">
                <a:latin typeface="Segoe UI" panose="020B0502040204020203" pitchFamily="34" charset="0"/>
              </a:rPr>
              <a:t>LapsPolicyProcessing</a:t>
            </a:r>
            <a:endParaRPr lang="en-US" dirty="0">
              <a:latin typeface="Segoe UI" panose="020B0502040204020203" pitchFamily="34" charset="0"/>
            </a:endParaRPr>
          </a:p>
        </p:txBody>
      </p:sp>
      <p:sp>
        <p:nvSpPr>
          <p:cNvPr id="4" name="Course footer">
            <a:extLst>
              <a:ext uri="{FF2B5EF4-FFF2-40B4-BE49-F238E27FC236}">
                <a16:creationId xmlns:a16="http://schemas.microsoft.com/office/drawing/2014/main" id="{3038F1F1-A015-874D-F5F5-9F16C24D2329}"/>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16 | Windows LAPS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5" name="TextBox 4">
            <a:extLst>
              <a:ext uri="{FF2B5EF4-FFF2-40B4-BE49-F238E27FC236}">
                <a16:creationId xmlns:a16="http://schemas.microsoft.com/office/drawing/2014/main" id="{C05BEA32-07A4-7845-E7B0-1A7E7C3CFB8D}"/>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23</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4131049708"/>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0FA25-ECDE-16A3-C4DE-90F03F446418}"/>
              </a:ext>
            </a:extLst>
          </p:cNvPr>
          <p:cNvSpPr>
            <a:spLocks noGrp="1"/>
          </p:cNvSpPr>
          <p:nvPr>
            <p:ph type="title"/>
          </p:nvPr>
        </p:nvSpPr>
        <p:spPr/>
        <p:txBody>
          <a:bodyPr wrap="square">
            <a:noAutofit/>
          </a:bodyPr>
          <a:lstStyle/>
          <a:p>
            <a:r>
              <a:rPr lang="en-GB"/>
              <a:t>Knowledge Check</a:t>
            </a:r>
          </a:p>
        </p:txBody>
      </p:sp>
      <p:sp>
        <p:nvSpPr>
          <p:cNvPr id="9" name="Shape 6">
            <a:extLst>
              <a:ext uri="{FF2B5EF4-FFF2-40B4-BE49-F238E27FC236}">
                <a16:creationId xmlns:a16="http://schemas.microsoft.com/office/drawing/2014/main" id="{46FE1497-FBC6-1415-8021-F5EB3631228D}"/>
              </a:ext>
            </a:extLst>
          </p:cNvPr>
          <p:cNvSpPr/>
          <p:nvPr/>
        </p:nvSpPr>
        <p:spPr>
          <a:xfrm>
            <a:off x="254000" y="962660"/>
            <a:ext cx="402336" cy="402336"/>
          </a:xfrm>
          <a:prstGeom prst="ellipse">
            <a:avLst/>
          </a:prstGeom>
          <a:solidFill>
            <a:srgbClr val="FFF3CD"/>
          </a:solidFill>
          <a:ln w="19050">
            <a:solidFill>
              <a:srgbClr val="0076D4"/>
            </a:solidFill>
            <a:prstDash val="solid"/>
          </a:ln>
        </p:spPr>
        <p:txBody>
          <a:bodyPr/>
          <a:lstStyle/>
          <a:p>
            <a:endParaRPr lang="en-US"/>
          </a:p>
        </p:txBody>
      </p:sp>
      <p:sp>
        <p:nvSpPr>
          <p:cNvPr id="10" name="Text 7">
            <a:extLst>
              <a:ext uri="{FF2B5EF4-FFF2-40B4-BE49-F238E27FC236}">
                <a16:creationId xmlns:a16="http://schemas.microsoft.com/office/drawing/2014/main" id="{80A18E0E-AC94-8477-26F1-F24271B3775E}"/>
              </a:ext>
            </a:extLst>
          </p:cNvPr>
          <p:cNvSpPr/>
          <p:nvPr/>
        </p:nvSpPr>
        <p:spPr>
          <a:xfrm>
            <a:off x="254000" y="962660"/>
            <a:ext cx="402336" cy="402336"/>
          </a:xfrm>
          <a:prstGeom prst="rect">
            <a:avLst/>
          </a:prstGeom>
          <a:noFill/>
          <a:ln/>
        </p:spPr>
        <p:txBody>
          <a:bodyPr wrap="square" lIns="0" tIns="0" rIns="0" bIns="0" rtlCol="0" anchor="ctr">
            <a:normAutofit/>
          </a:bodyPr>
          <a:lstStyle/>
          <a:p>
            <a:pPr marL="0" indent="0" algn="ctr">
              <a:buNone/>
            </a:pPr>
            <a:r>
              <a:rPr lang="en-US" sz="1500" b="1" dirty="0">
                <a:solidFill>
                  <a:srgbClr val="023047"/>
                </a:solidFill>
                <a:latin typeface="Segoe UI" panose="020B0502040204020203" pitchFamily="34" charset="0"/>
                <a:ea typeface="Calibri" pitchFamily="34" charset="-122"/>
                <a:cs typeface="Calibri" pitchFamily="34" charset="-120"/>
              </a:rPr>
              <a:t>1</a:t>
            </a:r>
            <a:endParaRPr lang="en-US" sz="1500" dirty="0">
              <a:latin typeface="Segoe UI" panose="020B0502040204020203" pitchFamily="34" charset="0"/>
            </a:endParaRPr>
          </a:p>
        </p:txBody>
      </p:sp>
      <p:sp>
        <p:nvSpPr>
          <p:cNvPr id="11" name="Text 8">
            <a:extLst>
              <a:ext uri="{FF2B5EF4-FFF2-40B4-BE49-F238E27FC236}">
                <a16:creationId xmlns:a16="http://schemas.microsoft.com/office/drawing/2014/main" id="{0BC048CD-A621-8CE8-ACF8-DDF1B6145B2F}"/>
              </a:ext>
            </a:extLst>
          </p:cNvPr>
          <p:cNvSpPr/>
          <p:nvPr/>
        </p:nvSpPr>
        <p:spPr>
          <a:xfrm>
            <a:off x="775208" y="871220"/>
            <a:ext cx="8092440" cy="720090"/>
          </a:xfrm>
          <a:prstGeom prst="rect">
            <a:avLst/>
          </a:prstGeom>
          <a:noFill/>
          <a:ln/>
        </p:spPr>
        <p:txBody>
          <a:bodyPr wrap="square" lIns="0" tIns="0" rIns="0" bIns="0" rtlCol="0" anchor="ctr">
            <a:normAutofit/>
          </a:bodyPr>
          <a:lstStyle/>
          <a:p>
            <a:pPr marL="0" indent="0" algn="l">
              <a:buNone/>
            </a:pPr>
            <a:r>
              <a:rPr lang="en-US" sz="1500" dirty="0">
                <a:solidFill>
                  <a:srgbClr val="023047"/>
                </a:solidFill>
                <a:latin typeface="Segoe UI" panose="020B0502040204020203" pitchFamily="34" charset="0"/>
                <a:ea typeface="Calibri" pitchFamily="34" charset="-122"/>
                <a:cs typeface="Calibri" pitchFamily="34" charset="-120"/>
              </a:rPr>
              <a:t>What is the main administrative purpose of Introduction to Windows LAPS?</a:t>
            </a:r>
            <a:endParaRPr lang="en-US" sz="1500" dirty="0">
              <a:latin typeface="Segoe UI" panose="020B0502040204020203" pitchFamily="34" charset="0"/>
            </a:endParaRPr>
          </a:p>
        </p:txBody>
      </p:sp>
      <p:sp>
        <p:nvSpPr>
          <p:cNvPr id="12" name="Shape 9">
            <a:extLst>
              <a:ext uri="{FF2B5EF4-FFF2-40B4-BE49-F238E27FC236}">
                <a16:creationId xmlns:a16="http://schemas.microsoft.com/office/drawing/2014/main" id="{A99F929C-761C-AB39-7D7B-262BEBBA2577}"/>
              </a:ext>
            </a:extLst>
          </p:cNvPr>
          <p:cNvSpPr/>
          <p:nvPr/>
        </p:nvSpPr>
        <p:spPr>
          <a:xfrm>
            <a:off x="254000" y="1591310"/>
            <a:ext cx="8631936" cy="0"/>
          </a:xfrm>
          <a:prstGeom prst="line">
            <a:avLst/>
          </a:prstGeom>
          <a:noFill/>
          <a:ln w="6350">
            <a:solidFill>
              <a:srgbClr val="BFD9E6"/>
            </a:solidFill>
            <a:prstDash val="solid"/>
          </a:ln>
        </p:spPr>
        <p:txBody>
          <a:bodyPr/>
          <a:lstStyle/>
          <a:p>
            <a:endParaRPr lang="en-US"/>
          </a:p>
        </p:txBody>
      </p:sp>
      <p:sp>
        <p:nvSpPr>
          <p:cNvPr id="13" name="Shape 10">
            <a:extLst>
              <a:ext uri="{FF2B5EF4-FFF2-40B4-BE49-F238E27FC236}">
                <a16:creationId xmlns:a16="http://schemas.microsoft.com/office/drawing/2014/main" id="{2B0FD3F7-D879-CB83-907D-1BF032BBDF65}"/>
              </a:ext>
            </a:extLst>
          </p:cNvPr>
          <p:cNvSpPr/>
          <p:nvPr/>
        </p:nvSpPr>
        <p:spPr>
          <a:xfrm>
            <a:off x="254000" y="1922780"/>
            <a:ext cx="402336" cy="402336"/>
          </a:xfrm>
          <a:prstGeom prst="ellipse">
            <a:avLst/>
          </a:prstGeom>
          <a:solidFill>
            <a:srgbClr val="FFF3CD"/>
          </a:solidFill>
          <a:ln w="19050">
            <a:solidFill>
              <a:srgbClr val="0076D4"/>
            </a:solidFill>
            <a:prstDash val="solid"/>
          </a:ln>
        </p:spPr>
        <p:txBody>
          <a:bodyPr/>
          <a:lstStyle/>
          <a:p>
            <a:endParaRPr lang="en-US"/>
          </a:p>
        </p:txBody>
      </p:sp>
      <p:sp>
        <p:nvSpPr>
          <p:cNvPr id="14" name="Text 11">
            <a:extLst>
              <a:ext uri="{FF2B5EF4-FFF2-40B4-BE49-F238E27FC236}">
                <a16:creationId xmlns:a16="http://schemas.microsoft.com/office/drawing/2014/main" id="{2D71DA58-B6EB-A24E-2282-D8EFA2ECC04D}"/>
              </a:ext>
            </a:extLst>
          </p:cNvPr>
          <p:cNvSpPr/>
          <p:nvPr/>
        </p:nvSpPr>
        <p:spPr>
          <a:xfrm>
            <a:off x="254000" y="1922780"/>
            <a:ext cx="402336" cy="402336"/>
          </a:xfrm>
          <a:prstGeom prst="rect">
            <a:avLst/>
          </a:prstGeom>
          <a:noFill/>
          <a:ln/>
        </p:spPr>
        <p:txBody>
          <a:bodyPr wrap="square" lIns="0" tIns="0" rIns="0" bIns="0" rtlCol="0" anchor="ctr">
            <a:normAutofit/>
          </a:bodyPr>
          <a:lstStyle/>
          <a:p>
            <a:pPr marL="0" indent="0" algn="ctr">
              <a:buNone/>
            </a:pPr>
            <a:r>
              <a:rPr lang="en-US" sz="1500" b="1" dirty="0">
                <a:solidFill>
                  <a:srgbClr val="023047"/>
                </a:solidFill>
                <a:latin typeface="Segoe UI" panose="020B0502040204020203" pitchFamily="34" charset="0"/>
                <a:ea typeface="Calibri" pitchFamily="34" charset="-122"/>
                <a:cs typeface="Calibri" pitchFamily="34" charset="-120"/>
              </a:rPr>
              <a:t>2</a:t>
            </a:r>
            <a:endParaRPr lang="en-US" sz="1500" dirty="0">
              <a:latin typeface="Segoe UI" panose="020B0502040204020203" pitchFamily="34" charset="0"/>
            </a:endParaRPr>
          </a:p>
        </p:txBody>
      </p:sp>
      <p:sp>
        <p:nvSpPr>
          <p:cNvPr id="15" name="Text 12">
            <a:extLst>
              <a:ext uri="{FF2B5EF4-FFF2-40B4-BE49-F238E27FC236}">
                <a16:creationId xmlns:a16="http://schemas.microsoft.com/office/drawing/2014/main" id="{E60BEA2B-4044-FB07-F6D2-DBB9ED42C54F}"/>
              </a:ext>
            </a:extLst>
          </p:cNvPr>
          <p:cNvSpPr/>
          <p:nvPr/>
        </p:nvSpPr>
        <p:spPr>
          <a:xfrm>
            <a:off x="775208" y="1831340"/>
            <a:ext cx="8092440" cy="720090"/>
          </a:xfrm>
          <a:prstGeom prst="rect">
            <a:avLst/>
          </a:prstGeom>
          <a:noFill/>
          <a:ln/>
        </p:spPr>
        <p:txBody>
          <a:bodyPr wrap="square" lIns="0" tIns="0" rIns="0" bIns="0" rtlCol="0" anchor="ctr">
            <a:normAutofit/>
          </a:bodyPr>
          <a:lstStyle/>
          <a:p>
            <a:pPr marL="0" indent="0" algn="l">
              <a:buNone/>
            </a:pPr>
            <a:r>
              <a:rPr lang="en-US" sz="1500" dirty="0">
                <a:solidFill>
                  <a:srgbClr val="023047"/>
                </a:solidFill>
                <a:latin typeface="Segoe UI" panose="020B0502040204020203" pitchFamily="34" charset="0"/>
                <a:ea typeface="Calibri" pitchFamily="34" charset="-122"/>
                <a:cs typeface="Calibri" pitchFamily="34" charset="-120"/>
              </a:rPr>
              <a:t>What is the main administrative purpose of Managing local administrator passwords securely?</a:t>
            </a:r>
            <a:endParaRPr lang="en-US" sz="1500" dirty="0">
              <a:latin typeface="Segoe UI" panose="020B0502040204020203" pitchFamily="34" charset="0"/>
            </a:endParaRPr>
          </a:p>
        </p:txBody>
      </p:sp>
      <p:sp>
        <p:nvSpPr>
          <p:cNvPr id="16" name="Shape 13">
            <a:extLst>
              <a:ext uri="{FF2B5EF4-FFF2-40B4-BE49-F238E27FC236}">
                <a16:creationId xmlns:a16="http://schemas.microsoft.com/office/drawing/2014/main" id="{C0905AF6-A1AB-28BC-2D7C-4D8371FCEE9C}"/>
              </a:ext>
            </a:extLst>
          </p:cNvPr>
          <p:cNvSpPr/>
          <p:nvPr/>
        </p:nvSpPr>
        <p:spPr>
          <a:xfrm>
            <a:off x="254000" y="2551430"/>
            <a:ext cx="8631936" cy="0"/>
          </a:xfrm>
          <a:prstGeom prst="line">
            <a:avLst/>
          </a:prstGeom>
          <a:noFill/>
          <a:ln w="6350">
            <a:solidFill>
              <a:srgbClr val="BFD9E6"/>
            </a:solidFill>
            <a:prstDash val="solid"/>
          </a:ln>
        </p:spPr>
        <p:txBody>
          <a:bodyPr/>
          <a:lstStyle/>
          <a:p>
            <a:endParaRPr lang="en-US"/>
          </a:p>
        </p:txBody>
      </p:sp>
      <p:sp>
        <p:nvSpPr>
          <p:cNvPr id="17" name="Shape 14">
            <a:extLst>
              <a:ext uri="{FF2B5EF4-FFF2-40B4-BE49-F238E27FC236}">
                <a16:creationId xmlns:a16="http://schemas.microsoft.com/office/drawing/2014/main" id="{8738CAA4-E9B4-407E-1474-489A717A1F7A}"/>
              </a:ext>
            </a:extLst>
          </p:cNvPr>
          <p:cNvSpPr/>
          <p:nvPr/>
        </p:nvSpPr>
        <p:spPr>
          <a:xfrm>
            <a:off x="254000" y="2882900"/>
            <a:ext cx="402336" cy="402336"/>
          </a:xfrm>
          <a:prstGeom prst="ellipse">
            <a:avLst/>
          </a:prstGeom>
          <a:solidFill>
            <a:srgbClr val="FFF3CD"/>
          </a:solidFill>
          <a:ln w="19050">
            <a:solidFill>
              <a:srgbClr val="0076D4"/>
            </a:solidFill>
            <a:prstDash val="solid"/>
          </a:ln>
        </p:spPr>
        <p:txBody>
          <a:bodyPr/>
          <a:lstStyle/>
          <a:p>
            <a:endParaRPr lang="en-US"/>
          </a:p>
        </p:txBody>
      </p:sp>
      <p:sp>
        <p:nvSpPr>
          <p:cNvPr id="18" name="Text 15">
            <a:extLst>
              <a:ext uri="{FF2B5EF4-FFF2-40B4-BE49-F238E27FC236}">
                <a16:creationId xmlns:a16="http://schemas.microsoft.com/office/drawing/2014/main" id="{3C5976F5-4719-4428-331C-165EFAC3EDB2}"/>
              </a:ext>
            </a:extLst>
          </p:cNvPr>
          <p:cNvSpPr/>
          <p:nvPr/>
        </p:nvSpPr>
        <p:spPr>
          <a:xfrm>
            <a:off x="254000" y="2882900"/>
            <a:ext cx="402336" cy="402336"/>
          </a:xfrm>
          <a:prstGeom prst="rect">
            <a:avLst/>
          </a:prstGeom>
          <a:noFill/>
          <a:ln/>
        </p:spPr>
        <p:txBody>
          <a:bodyPr wrap="square" lIns="0" tIns="0" rIns="0" bIns="0" rtlCol="0" anchor="ctr">
            <a:normAutofit/>
          </a:bodyPr>
          <a:lstStyle/>
          <a:p>
            <a:pPr marL="0" indent="0" algn="ctr">
              <a:buNone/>
            </a:pPr>
            <a:r>
              <a:rPr lang="en-US" sz="1500" b="1" dirty="0">
                <a:solidFill>
                  <a:srgbClr val="023047"/>
                </a:solidFill>
                <a:latin typeface="Segoe UI" panose="020B0502040204020203" pitchFamily="34" charset="0"/>
                <a:ea typeface="Calibri" pitchFamily="34" charset="-122"/>
                <a:cs typeface="Calibri" pitchFamily="34" charset="-120"/>
              </a:rPr>
              <a:t>3</a:t>
            </a:r>
            <a:endParaRPr lang="en-US" sz="1500" dirty="0">
              <a:latin typeface="Segoe UI" panose="020B0502040204020203" pitchFamily="34" charset="0"/>
            </a:endParaRPr>
          </a:p>
        </p:txBody>
      </p:sp>
      <p:sp>
        <p:nvSpPr>
          <p:cNvPr id="19" name="Text 16">
            <a:extLst>
              <a:ext uri="{FF2B5EF4-FFF2-40B4-BE49-F238E27FC236}">
                <a16:creationId xmlns:a16="http://schemas.microsoft.com/office/drawing/2014/main" id="{E6C3C14D-2B33-9F64-3B8E-01A328A5A77A}"/>
              </a:ext>
            </a:extLst>
          </p:cNvPr>
          <p:cNvSpPr/>
          <p:nvPr/>
        </p:nvSpPr>
        <p:spPr>
          <a:xfrm>
            <a:off x="775208" y="2791460"/>
            <a:ext cx="8092440" cy="720090"/>
          </a:xfrm>
          <a:prstGeom prst="rect">
            <a:avLst/>
          </a:prstGeom>
          <a:noFill/>
          <a:ln/>
        </p:spPr>
        <p:txBody>
          <a:bodyPr wrap="square" lIns="0" tIns="0" rIns="0" bIns="0" rtlCol="0" anchor="ctr">
            <a:normAutofit/>
          </a:bodyPr>
          <a:lstStyle/>
          <a:p>
            <a:pPr marL="0" indent="0" algn="l">
              <a:buNone/>
            </a:pPr>
            <a:r>
              <a:rPr lang="en-US" sz="1500" dirty="0">
                <a:solidFill>
                  <a:srgbClr val="023047"/>
                </a:solidFill>
                <a:latin typeface="Segoe UI" panose="020B0502040204020203" pitchFamily="34" charset="0"/>
                <a:ea typeface="Calibri" pitchFamily="34" charset="-122"/>
                <a:cs typeface="Calibri" pitchFamily="34" charset="-120"/>
              </a:rPr>
              <a:t>What is the main administrative purpose of Configuring LAPS policies?</a:t>
            </a:r>
            <a:endParaRPr lang="en-US" sz="1500" dirty="0">
              <a:latin typeface="Segoe UI" panose="020B0502040204020203" pitchFamily="34" charset="0"/>
            </a:endParaRPr>
          </a:p>
        </p:txBody>
      </p:sp>
      <p:sp>
        <p:nvSpPr>
          <p:cNvPr id="20" name="Shape 17">
            <a:extLst>
              <a:ext uri="{FF2B5EF4-FFF2-40B4-BE49-F238E27FC236}">
                <a16:creationId xmlns:a16="http://schemas.microsoft.com/office/drawing/2014/main" id="{13723647-27E9-42D6-0BD1-CA29543AAABD}"/>
              </a:ext>
            </a:extLst>
          </p:cNvPr>
          <p:cNvSpPr/>
          <p:nvPr/>
        </p:nvSpPr>
        <p:spPr>
          <a:xfrm>
            <a:off x="254000" y="3511550"/>
            <a:ext cx="8631936" cy="0"/>
          </a:xfrm>
          <a:prstGeom prst="line">
            <a:avLst/>
          </a:prstGeom>
          <a:noFill/>
          <a:ln w="6350">
            <a:solidFill>
              <a:srgbClr val="BFD9E6"/>
            </a:solidFill>
            <a:prstDash val="solid"/>
          </a:ln>
        </p:spPr>
        <p:txBody>
          <a:bodyPr/>
          <a:lstStyle/>
          <a:p>
            <a:endParaRPr lang="en-US"/>
          </a:p>
        </p:txBody>
      </p:sp>
      <p:sp>
        <p:nvSpPr>
          <p:cNvPr id="21" name="Shape 18">
            <a:extLst>
              <a:ext uri="{FF2B5EF4-FFF2-40B4-BE49-F238E27FC236}">
                <a16:creationId xmlns:a16="http://schemas.microsoft.com/office/drawing/2014/main" id="{26D16651-0F1F-300A-D931-6D64724EA2EE}"/>
              </a:ext>
            </a:extLst>
          </p:cNvPr>
          <p:cNvSpPr/>
          <p:nvPr/>
        </p:nvSpPr>
        <p:spPr>
          <a:xfrm>
            <a:off x="254000" y="3843020"/>
            <a:ext cx="402336" cy="402336"/>
          </a:xfrm>
          <a:prstGeom prst="ellipse">
            <a:avLst/>
          </a:prstGeom>
          <a:solidFill>
            <a:srgbClr val="FFF3CD"/>
          </a:solidFill>
          <a:ln w="19050">
            <a:solidFill>
              <a:srgbClr val="0076D4"/>
            </a:solidFill>
            <a:prstDash val="solid"/>
          </a:ln>
        </p:spPr>
        <p:txBody>
          <a:bodyPr/>
          <a:lstStyle/>
          <a:p>
            <a:endParaRPr lang="en-US"/>
          </a:p>
        </p:txBody>
      </p:sp>
      <p:sp>
        <p:nvSpPr>
          <p:cNvPr id="22" name="Text 19">
            <a:extLst>
              <a:ext uri="{FF2B5EF4-FFF2-40B4-BE49-F238E27FC236}">
                <a16:creationId xmlns:a16="http://schemas.microsoft.com/office/drawing/2014/main" id="{9AC8FC8A-5261-2FA9-508B-122074CB6CEE}"/>
              </a:ext>
            </a:extLst>
          </p:cNvPr>
          <p:cNvSpPr/>
          <p:nvPr/>
        </p:nvSpPr>
        <p:spPr>
          <a:xfrm>
            <a:off x="254000" y="3843020"/>
            <a:ext cx="402336" cy="402336"/>
          </a:xfrm>
          <a:prstGeom prst="rect">
            <a:avLst/>
          </a:prstGeom>
          <a:noFill/>
          <a:ln/>
        </p:spPr>
        <p:txBody>
          <a:bodyPr wrap="square" lIns="0" tIns="0" rIns="0" bIns="0" rtlCol="0" anchor="ctr">
            <a:normAutofit/>
          </a:bodyPr>
          <a:lstStyle/>
          <a:p>
            <a:pPr marL="0" indent="0" algn="ctr">
              <a:buNone/>
            </a:pPr>
            <a:r>
              <a:rPr lang="en-US" sz="1500" b="1" dirty="0">
                <a:solidFill>
                  <a:srgbClr val="023047"/>
                </a:solidFill>
                <a:latin typeface="Segoe UI" panose="020B0502040204020203" pitchFamily="34" charset="0"/>
                <a:ea typeface="Calibri" pitchFamily="34" charset="-122"/>
                <a:cs typeface="Calibri" pitchFamily="34" charset="-120"/>
              </a:rPr>
              <a:t>4</a:t>
            </a:r>
            <a:endParaRPr lang="en-US" sz="1500" dirty="0">
              <a:latin typeface="Segoe UI" panose="020B0502040204020203" pitchFamily="34" charset="0"/>
            </a:endParaRPr>
          </a:p>
        </p:txBody>
      </p:sp>
      <p:sp>
        <p:nvSpPr>
          <p:cNvPr id="23" name="Text 20">
            <a:extLst>
              <a:ext uri="{FF2B5EF4-FFF2-40B4-BE49-F238E27FC236}">
                <a16:creationId xmlns:a16="http://schemas.microsoft.com/office/drawing/2014/main" id="{4BE576F0-30AD-4E0D-C751-6DE4129FC3B5}"/>
              </a:ext>
            </a:extLst>
          </p:cNvPr>
          <p:cNvSpPr/>
          <p:nvPr/>
        </p:nvSpPr>
        <p:spPr>
          <a:xfrm>
            <a:off x="775208" y="3751580"/>
            <a:ext cx="8092440" cy="720090"/>
          </a:xfrm>
          <a:prstGeom prst="rect">
            <a:avLst/>
          </a:prstGeom>
          <a:noFill/>
          <a:ln/>
        </p:spPr>
        <p:txBody>
          <a:bodyPr wrap="square" lIns="0" tIns="0" rIns="0" bIns="0" rtlCol="0" anchor="ctr">
            <a:normAutofit/>
          </a:bodyPr>
          <a:lstStyle/>
          <a:p>
            <a:pPr marL="0" indent="0" algn="l">
              <a:buNone/>
            </a:pPr>
            <a:r>
              <a:rPr lang="en-US" sz="1500" dirty="0">
                <a:solidFill>
                  <a:srgbClr val="023047"/>
                </a:solidFill>
                <a:latin typeface="Segoe UI" panose="020B0502040204020203" pitchFamily="34" charset="0"/>
                <a:ea typeface="Calibri" pitchFamily="34" charset="-122"/>
                <a:cs typeface="Calibri" pitchFamily="34" charset="-120"/>
              </a:rPr>
              <a:t>What is the main administrative purpose of Password rotation and retrieval?</a:t>
            </a:r>
            <a:endParaRPr lang="en-US" sz="1500" dirty="0">
              <a:latin typeface="Segoe UI" panose="020B0502040204020203" pitchFamily="34" charset="0"/>
            </a:endParaRPr>
          </a:p>
        </p:txBody>
      </p:sp>
      <p:sp>
        <p:nvSpPr>
          <p:cNvPr id="24" name="Course footer">
            <a:extLst>
              <a:ext uri="{FF2B5EF4-FFF2-40B4-BE49-F238E27FC236}">
                <a16:creationId xmlns:a16="http://schemas.microsoft.com/office/drawing/2014/main" id="{96538E0E-49BA-E3FF-9AA9-360083A2F158}"/>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16 | Windows LAPS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25" name="TextBox 24">
            <a:extLst>
              <a:ext uri="{FF2B5EF4-FFF2-40B4-BE49-F238E27FC236}">
                <a16:creationId xmlns:a16="http://schemas.microsoft.com/office/drawing/2014/main" id="{4D6B6B64-7BFE-4420-CB91-D1202C372C81}"/>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24</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135544497"/>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A59C1-4AF1-457B-8A9F-E6FE7B9A07A3}"/>
              </a:ext>
            </a:extLst>
          </p:cNvPr>
          <p:cNvSpPr>
            <a:spLocks noGrp="1"/>
          </p:cNvSpPr>
          <p:nvPr>
            <p:ph type="title"/>
          </p:nvPr>
        </p:nvSpPr>
        <p:spPr/>
        <p:txBody>
          <a:bodyPr wrap="square">
            <a:noAutofit/>
          </a:bodyPr>
          <a:lstStyle/>
          <a:p>
            <a:r>
              <a:rPr lang="en-GB"/>
              <a:t>PRACTICE LAB</a:t>
            </a:r>
          </a:p>
        </p:txBody>
      </p:sp>
      <p:sp>
        <p:nvSpPr>
          <p:cNvPr id="3" name="Shape 0">
            <a:extLst>
              <a:ext uri="{FF2B5EF4-FFF2-40B4-BE49-F238E27FC236}">
                <a16:creationId xmlns:a16="http://schemas.microsoft.com/office/drawing/2014/main" id="{52AAA8C0-6371-8BC6-3ABC-2EE757B4EDED}"/>
              </a:ext>
            </a:extLst>
          </p:cNvPr>
          <p:cNvSpPr/>
          <p:nvPr/>
        </p:nvSpPr>
        <p:spPr>
          <a:xfrm>
            <a:off x="139700" y="0"/>
            <a:ext cx="164592" cy="5143500"/>
          </a:xfrm>
          <a:prstGeom prst="rect">
            <a:avLst/>
          </a:prstGeom>
          <a:solidFill>
            <a:srgbClr val="0076D4"/>
          </a:solidFill>
          <a:ln w="12700">
            <a:solidFill>
              <a:srgbClr val="0076D4"/>
            </a:solidFill>
            <a:prstDash val="solid"/>
          </a:ln>
        </p:spPr>
        <p:txBody>
          <a:bodyPr/>
          <a:lstStyle/>
          <a:p>
            <a:endParaRPr lang="en-US"/>
          </a:p>
        </p:txBody>
      </p:sp>
      <p:sp>
        <p:nvSpPr>
          <p:cNvPr id="5" name="Text 4">
            <a:extLst>
              <a:ext uri="{FF2B5EF4-FFF2-40B4-BE49-F238E27FC236}">
                <a16:creationId xmlns:a16="http://schemas.microsoft.com/office/drawing/2014/main" id="{53ECF82E-C1F0-5FAD-9373-D938C66C016F}"/>
              </a:ext>
            </a:extLst>
          </p:cNvPr>
          <p:cNvSpPr/>
          <p:nvPr/>
        </p:nvSpPr>
        <p:spPr>
          <a:xfrm>
            <a:off x="551180" y="1193292"/>
            <a:ext cx="7772400" cy="594360"/>
          </a:xfrm>
          <a:prstGeom prst="rect">
            <a:avLst/>
          </a:prstGeom>
          <a:noFill/>
          <a:ln/>
        </p:spPr>
        <p:txBody>
          <a:bodyPr wrap="square" lIns="0" tIns="0" rIns="0" bIns="0" rtlCol="0" anchor="ctr">
            <a:normAutofit/>
          </a:bodyPr>
          <a:lstStyle/>
          <a:p>
            <a:pPr marL="0" indent="0" algn="l">
              <a:buNone/>
            </a:pPr>
            <a:r>
              <a:rPr lang="en-US" sz="3000" b="1" dirty="0">
                <a:solidFill>
                  <a:srgbClr val="000000"/>
                </a:solidFill>
                <a:latin typeface="Segoe UI" panose="020B0502040204020203" pitchFamily="34" charset="0"/>
                <a:ea typeface="Calibri" pitchFamily="34" charset="-122"/>
                <a:cs typeface="Calibri" pitchFamily="34" charset="-120"/>
              </a:rPr>
              <a:t>Lab 1601</a:t>
            </a:r>
            <a:endParaRPr lang="en-US" sz="3000" dirty="0">
              <a:solidFill>
                <a:srgbClr val="000000"/>
              </a:solidFill>
              <a:latin typeface="Segoe UI" panose="020B0502040204020203" pitchFamily="34" charset="0"/>
            </a:endParaRPr>
          </a:p>
        </p:txBody>
      </p:sp>
      <p:sp>
        <p:nvSpPr>
          <p:cNvPr id="6" name="Text 5">
            <a:extLst>
              <a:ext uri="{FF2B5EF4-FFF2-40B4-BE49-F238E27FC236}">
                <a16:creationId xmlns:a16="http://schemas.microsoft.com/office/drawing/2014/main" id="{F136F375-63D9-3E5E-6187-E8B8D716FE7F}"/>
              </a:ext>
            </a:extLst>
          </p:cNvPr>
          <p:cNvSpPr/>
          <p:nvPr/>
        </p:nvSpPr>
        <p:spPr>
          <a:xfrm>
            <a:off x="551180" y="1897380"/>
            <a:ext cx="7498080" cy="685800"/>
          </a:xfrm>
          <a:prstGeom prst="rect">
            <a:avLst/>
          </a:prstGeom>
          <a:noFill/>
          <a:ln/>
        </p:spPr>
        <p:txBody>
          <a:bodyPr wrap="square" lIns="0" tIns="0" rIns="0" bIns="0" rtlCol="0" anchor="ctr">
            <a:normAutofit/>
          </a:bodyPr>
          <a:lstStyle/>
          <a:p>
            <a:pPr marL="0" indent="0" algn="l">
              <a:buNone/>
            </a:pPr>
            <a:r>
              <a:rPr lang="en-US" sz="2200" b="1" dirty="0">
                <a:solidFill>
                  <a:srgbClr val="000000"/>
                </a:solidFill>
                <a:latin typeface="Segoe UI" panose="020B0502040204020203" pitchFamily="34" charset="0"/>
                <a:ea typeface="Calibri" pitchFamily="34" charset="-122"/>
                <a:cs typeface="Calibri" pitchFamily="34" charset="-120"/>
              </a:rPr>
              <a:t>Configuring Local Administrator Password Solution</a:t>
            </a:r>
            <a:endParaRPr lang="en-US" sz="2200" dirty="0">
              <a:solidFill>
                <a:srgbClr val="000000"/>
              </a:solidFill>
              <a:latin typeface="Segoe UI" panose="020B0502040204020203" pitchFamily="34" charset="0"/>
            </a:endParaRPr>
          </a:p>
        </p:txBody>
      </p:sp>
      <p:sp>
        <p:nvSpPr>
          <p:cNvPr id="7" name="Shape 6">
            <a:extLst>
              <a:ext uri="{FF2B5EF4-FFF2-40B4-BE49-F238E27FC236}">
                <a16:creationId xmlns:a16="http://schemas.microsoft.com/office/drawing/2014/main" id="{D948FA5B-1A2C-683A-45A5-7DD47BDFFF9D}"/>
              </a:ext>
            </a:extLst>
          </p:cNvPr>
          <p:cNvSpPr/>
          <p:nvPr/>
        </p:nvSpPr>
        <p:spPr>
          <a:xfrm>
            <a:off x="551180" y="2610612"/>
            <a:ext cx="4114800" cy="36576"/>
          </a:xfrm>
          <a:prstGeom prst="rect">
            <a:avLst/>
          </a:prstGeom>
          <a:solidFill>
            <a:srgbClr val="FB8500"/>
          </a:solidFill>
          <a:ln w="12700">
            <a:solidFill>
              <a:srgbClr val="FB8500"/>
            </a:solidFill>
            <a:prstDash val="solid"/>
          </a:ln>
        </p:spPr>
        <p:txBody>
          <a:bodyPr/>
          <a:lstStyle/>
          <a:p>
            <a:endParaRPr lang="en-US"/>
          </a:p>
        </p:txBody>
      </p:sp>
      <p:sp>
        <p:nvSpPr>
          <p:cNvPr id="8" name="Text 7">
            <a:extLst>
              <a:ext uri="{FF2B5EF4-FFF2-40B4-BE49-F238E27FC236}">
                <a16:creationId xmlns:a16="http://schemas.microsoft.com/office/drawing/2014/main" id="{5288301C-A8B0-5A77-D68F-1430BA0829E1}"/>
              </a:ext>
            </a:extLst>
          </p:cNvPr>
          <p:cNvSpPr/>
          <p:nvPr/>
        </p:nvSpPr>
        <p:spPr>
          <a:xfrm>
            <a:off x="551180" y="2720340"/>
            <a:ext cx="7589520" cy="2103120"/>
          </a:xfrm>
          <a:prstGeom prst="rect">
            <a:avLst/>
          </a:prstGeom>
          <a:noFill/>
          <a:ln/>
        </p:spPr>
        <p:txBody>
          <a:bodyPr wrap="square" lIns="0" tIns="0" rIns="0" bIns="0" rtlCol="0" anchor="t">
            <a:normAutofit/>
          </a:bodyPr>
          <a:lstStyle/>
          <a:p>
            <a:pPr marL="0" indent="0" algn="l">
              <a:buNone/>
            </a:pPr>
            <a:r>
              <a:rPr lang="en-US" sz="1400" dirty="0">
                <a:solidFill>
                  <a:srgbClr val="000000"/>
                </a:solidFill>
                <a:latin typeface="Segoe UI" panose="020B0502040204020203" pitchFamily="34" charset="0"/>
                <a:ea typeface="Calibri" pitchFamily="34" charset="-122"/>
                <a:cs typeface="Calibri" pitchFamily="34" charset="-120"/>
              </a:rPr>
              <a:t>In this lab, you will configure Windows LAPS (Local Administrator Password Solution) to securely manage local administrator passwords across your domain. LAPS automatically manages local admin passwords and stores them in Active Directory for audited retrieval.</a:t>
            </a:r>
            <a:endParaRPr lang="en-US" sz="1400" dirty="0">
              <a:solidFill>
                <a:srgbClr val="000000"/>
              </a:solidFill>
              <a:latin typeface="Segoe UI" panose="020B0502040204020203" pitchFamily="34" charset="0"/>
            </a:endParaRPr>
          </a:p>
        </p:txBody>
      </p:sp>
      <p:sp>
        <p:nvSpPr>
          <p:cNvPr id="10" name="Course footer">
            <a:extLst>
              <a:ext uri="{FF2B5EF4-FFF2-40B4-BE49-F238E27FC236}">
                <a16:creationId xmlns:a16="http://schemas.microsoft.com/office/drawing/2014/main" id="{CF50A154-375B-1DAB-996F-3F8FDB2DF5BD}"/>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16 | Windows LAPS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1" name="TextBox 10">
            <a:extLst>
              <a:ext uri="{FF2B5EF4-FFF2-40B4-BE49-F238E27FC236}">
                <a16:creationId xmlns:a16="http://schemas.microsoft.com/office/drawing/2014/main" id="{D5ADC59F-7BDD-9CE2-F637-D5613D3A0764}"/>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25</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138699906"/>
      </p:ext>
    </p:extLst>
  </p:cSld>
  <p:clrMapOvr>
    <a:masterClrMapping/>
  </p:clrMapOvr>
  <p:transition>
    <p:fade/>
  </p:transition>
</p:sld>
</file>

<file path=ppt/theme/theme1.xml><?xml version="1.0" encoding="utf-8"?>
<a:theme xmlns:a="http://schemas.openxmlformats.org/drawingml/2006/main" name="Microsoft Power Platform Templat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2.xml><?xml version="1.0" encoding="utf-8"?>
<a:theme xmlns:a="http://schemas.openxmlformats.org/drawingml/2006/main" name="1_Microsoft Power Platform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5">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8F00513-F697-4E1E-BAF6-6C6B741D76DA}">
  <we:reference id="wa200010001" version="1.0.0.1" store="en-US" storeType="OMEX"/>
  <we:alternateReferences>
    <we:reference id="WA200010001" version="1.0.0.1" store="" storeType="OMEX"/>
  </we:alternateReferences>
  <we:properties>
    <we:property name="claude.fileId" value="&quot;8061edeb-8c34-4ddd-8513-d49ad02ce6f4&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MasterTemplateDeck</Template>
  <TotalTime>22</TotalTime>
  <Words>952</Words>
  <Application>Microsoft Office PowerPoint</Application>
  <PresentationFormat>On-screen Show (16:9)</PresentationFormat>
  <Paragraphs>175</Paragraphs>
  <Slides>25</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25</vt:i4>
      </vt:variant>
    </vt:vector>
  </HeadingPairs>
  <TitlesOfParts>
    <vt:vector size="33" baseType="lpstr">
      <vt:lpstr>Aptos</vt:lpstr>
      <vt:lpstr>Arial</vt:lpstr>
      <vt:lpstr>Consolas</vt:lpstr>
      <vt:lpstr>Segoe UI</vt:lpstr>
      <vt:lpstr>Segoe UI Semibold</vt:lpstr>
      <vt:lpstr>Wingdings</vt:lpstr>
      <vt:lpstr>Microsoft Power Platform Template</vt:lpstr>
      <vt:lpstr>1_Microsoft Power Platform Template</vt:lpstr>
      <vt:lpstr>Chapter 16: Windows LAPS</vt:lpstr>
      <vt:lpstr>Chapter Summary</vt:lpstr>
      <vt:lpstr>What is LAPS?</vt:lpstr>
      <vt:lpstr>Why LAPS matters</vt:lpstr>
      <vt:lpstr>LAPS evolution</vt:lpstr>
      <vt:lpstr>Two LAPS Solutions</vt:lpstr>
      <vt:lpstr>Legacy Microsoft LAPS</vt:lpstr>
      <vt:lpstr>Windows LAPS (New)</vt:lpstr>
      <vt:lpstr>Key Differences</vt:lpstr>
      <vt:lpstr>Enable LAPS in Entra Admin center</vt:lpstr>
      <vt:lpstr>Creating a policy in Intune</vt:lpstr>
      <vt:lpstr>LAPS Intune profile settings</vt:lpstr>
      <vt:lpstr>Retrieving a local admin password for a device</vt:lpstr>
      <vt:lpstr>Rotating an admin password</vt:lpstr>
      <vt:lpstr>Windows LAPS PowerShell Administration</vt:lpstr>
      <vt:lpstr>Connect to MS Graph</vt:lpstr>
      <vt:lpstr>List a device</vt:lpstr>
      <vt:lpstr>Retrieve the LAPS password</vt:lpstr>
      <vt:lpstr>Rotate a Password</vt:lpstr>
      <vt:lpstr>How LAPS works</vt:lpstr>
      <vt:lpstr>LAPS Policy Processing</vt:lpstr>
      <vt:lpstr>Background policy processing cycle</vt:lpstr>
      <vt:lpstr>Manually start the policy processing cycle</vt:lpstr>
      <vt:lpstr>Knowledge Check</vt:lpstr>
      <vt:lpstr>PRACTICE LAB</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Michael Whitehouse</cp:lastModifiedBy>
  <cp:revision>1</cp:revision>
  <dcterms:created xsi:type="dcterms:W3CDTF">2026-04-07T14:56:59Z</dcterms:created>
  <dcterms:modified xsi:type="dcterms:W3CDTF">2026-06-11T12:40:41Z</dcterms:modified>
</cp:coreProperties>
</file>