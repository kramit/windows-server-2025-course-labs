
<file path=[Content_Types].xml><?xml version="1.0" encoding="utf-8"?>
<Types xmlns="http://schemas.openxmlformats.org/package/2006/content-types">
  <Default Extension="emf" ContentType="image/x-emf"/>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slideLayouts/slideLayout60.xml" ContentType="application/vnd.openxmlformats-officedocument.presentationml.slideLayout+xml"/>
  <Override PartName="/ppt/slideLayouts/slideLayout61.xml" ContentType="application/vnd.openxmlformats-officedocument.presentationml.slideLayout+xml"/>
  <Override PartName="/ppt/slideLayouts/slideLayout62.xml" ContentType="application/vnd.openxmlformats-officedocument.presentationml.slideLayout+xml"/>
  <Override PartName="/ppt/slideLayouts/slideLayout63.xml" ContentType="application/vnd.openxmlformats-officedocument.presentationml.slideLayout+xml"/>
  <Override PartName="/ppt/slideLayouts/slideLayout64.xml" ContentType="application/vnd.openxmlformats-officedocument.presentationml.slideLayout+xml"/>
  <Override PartName="/ppt/slideLayouts/slideLayout65.xml" ContentType="application/vnd.openxmlformats-officedocument.presentationml.slideLayout+xml"/>
  <Override PartName="/ppt/slideLayouts/slideLayout66.xml" ContentType="application/vnd.openxmlformats-officedocument.presentationml.slideLayout+xml"/>
  <Override PartName="/ppt/slideLayouts/slideLayout67.xml" ContentType="application/vnd.openxmlformats-officedocument.presentationml.slideLayout+xml"/>
  <Override PartName="/ppt/slideLayouts/slideLayout68.xml" ContentType="application/vnd.openxmlformats-officedocument.presentationml.slideLayout+xml"/>
  <Override PartName="/ppt/slideLayouts/slideLayout69.xml" ContentType="application/vnd.openxmlformats-officedocument.presentationml.slideLayout+xml"/>
  <Override PartName="/ppt/slideLayouts/slideLayout70.xml" ContentType="application/vnd.openxmlformats-officedocument.presentationml.slideLayout+xml"/>
  <Override PartName="/ppt/slideLayouts/slideLayout71.xml" ContentType="application/vnd.openxmlformats-officedocument.presentationml.slideLayout+xml"/>
  <Override PartName="/ppt/slideLayouts/slideLayout72.xml" ContentType="application/vnd.openxmlformats-officedocument.presentationml.slideLayout+xml"/>
  <Override PartName="/ppt/slideLayouts/slideLayout73.xml" ContentType="application/vnd.openxmlformats-officedocument.presentationml.slideLayout+xml"/>
  <Override PartName="/ppt/slideLayouts/slideLayout74.xml" ContentType="application/vnd.openxmlformats-officedocument.presentationml.slideLayout+xml"/>
  <Override PartName="/ppt/slideLayouts/slideLayout75.xml" ContentType="application/vnd.openxmlformats-officedocument.presentationml.slideLayout+xml"/>
  <Override PartName="/ppt/slideLayouts/slideLayout76.xml" ContentType="application/vnd.openxmlformats-officedocument.presentationml.slideLayout+xml"/>
  <Override PartName="/ppt/slideLayouts/slideLayout77.xml" ContentType="application/vnd.openxmlformats-officedocument.presentationml.slideLayout+xml"/>
  <Override PartName="/ppt/slideLayouts/slideLayout78.xml" ContentType="application/vnd.openxmlformats-officedocument.presentationml.slideLayout+xml"/>
  <Override PartName="/ppt/slideLayouts/slideLayout79.xml" ContentType="application/vnd.openxmlformats-officedocument.presentationml.slideLayout+xml"/>
  <Override PartName="/ppt/slideLayouts/slideLayout80.xml" ContentType="application/vnd.openxmlformats-officedocument.presentationml.slideLayout+xml"/>
  <Override PartName="/ppt/slideLayouts/slideLayout81.xml" ContentType="application/vnd.openxmlformats-officedocument.presentationml.slideLayout+xml"/>
  <Override PartName="/ppt/slideLayouts/slideLayout82.xml" ContentType="application/vnd.openxmlformats-officedocument.presentationml.slideLayout+xml"/>
  <Override PartName="/ppt/slideLayouts/slideLayout83.xml" ContentType="application/vnd.openxmlformats-officedocument.presentationml.slideLayout+xml"/>
  <Override PartName="/ppt/slideLayouts/slideLayout84.xml" ContentType="application/vnd.openxmlformats-officedocument.presentationml.slideLayout+xml"/>
  <Override PartName="/ppt/slideLayouts/slideLayout85.xml" ContentType="application/vnd.openxmlformats-officedocument.presentationml.slideLayout+xml"/>
  <Override PartName="/ppt/slideLayouts/slideLayout86.xml" ContentType="application/vnd.openxmlformats-officedocument.presentationml.slideLayout+xml"/>
  <Override PartName="/ppt/slideLayouts/slideLayout87.xml" ContentType="application/vnd.openxmlformats-officedocument.presentationml.slideLayout+xml"/>
  <Override PartName="/ppt/slideLayouts/slideLayout88.xml" ContentType="application/vnd.openxmlformats-officedocument.presentationml.slideLayout+xml"/>
  <Override PartName="/ppt/slideLayouts/slideLayout89.xml" ContentType="application/vnd.openxmlformats-officedocument.presentationml.slideLayout+xml"/>
  <Override PartName="/ppt/slideLayouts/slideLayout90.xml" ContentType="application/vnd.openxmlformats-officedocument.presentationml.slideLayout+xml"/>
  <Override PartName="/ppt/slideLayouts/slideLayout91.xml" ContentType="application/vnd.openxmlformats-officedocument.presentationml.slideLayout+xml"/>
  <Override PartName="/ppt/slideLayouts/slideLayout92.xml" ContentType="application/vnd.openxmlformats-officedocument.presentationml.slideLayout+xml"/>
  <Override PartName="/ppt/slideLayouts/slideLayout93.xml" ContentType="application/vnd.openxmlformats-officedocument.presentationml.slideLayout+xml"/>
  <Override PartName="/ppt/slideLayouts/slideLayout94.xml" ContentType="application/vnd.openxmlformats-officedocument.presentationml.slideLayout+xml"/>
  <Override PartName="/ppt/slideLayouts/slideLayout95.xml" ContentType="application/vnd.openxmlformats-officedocument.presentationml.slideLayout+xml"/>
  <Override PartName="/ppt/slideLayouts/slideLayout96.xml" ContentType="application/vnd.openxmlformats-officedocument.presentationml.slideLayout+xml"/>
  <Override PartName="/ppt/slideLayouts/slideLayout97.xml" ContentType="application/vnd.openxmlformats-officedocument.presentationml.slideLayout+xml"/>
  <Override PartName="/ppt/slideLayouts/slideLayout98.xml" ContentType="application/vnd.openxmlformats-officedocument.presentationml.slideLayout+xml"/>
  <Override PartName="/ppt/slideLayouts/slideLayout99.xml" ContentType="application/vnd.openxmlformats-officedocument.presentationml.slideLayout+xml"/>
  <Override PartName="/ppt/slideLayouts/slideLayout100.xml" ContentType="application/vnd.openxmlformats-officedocument.presentationml.slideLayout+xml"/>
  <Override PartName="/ppt/slideLayouts/slideLayout101.xml" ContentType="application/vnd.openxmlformats-officedocument.presentationml.slideLayout+xml"/>
  <Override PartName="/ppt/slideLayouts/slideLayout102.xml" ContentType="application/vnd.openxmlformats-officedocument.presentationml.slideLayout+xml"/>
  <Override PartName="/ppt/slideLayouts/slideLayout103.xml" ContentType="application/vnd.openxmlformats-officedocument.presentationml.slideLayout+xml"/>
  <Override PartName="/ppt/slideLayouts/slideLayout104.xml" ContentType="application/vnd.openxmlformats-officedocument.presentationml.slideLayout+xml"/>
  <Override PartName="/ppt/slideLayouts/slideLayout105.xml" ContentType="application/vnd.openxmlformats-officedocument.presentationml.slideLayout+xml"/>
  <Override PartName="/ppt/slideLayouts/slideLayout106.xml" ContentType="application/vnd.openxmlformats-officedocument.presentationml.slideLayout+xml"/>
  <Override PartName="/ppt/slideLayouts/slideLayout107.xml" ContentType="application/vnd.openxmlformats-officedocument.presentationml.slideLayout+xml"/>
  <Override PartName="/ppt/slideLayouts/slideLayout108.xml" ContentType="application/vnd.openxmlformats-officedocument.presentationml.slideLayout+xml"/>
  <Override PartName="/ppt/slideLayouts/slideLayout109.xml" ContentType="application/vnd.openxmlformats-officedocument.presentationml.slideLayout+xml"/>
  <Override PartName="/ppt/slideLayouts/slideLayout110.xml" ContentType="application/vnd.openxmlformats-officedocument.presentationml.slideLayout+xml"/>
  <Override PartName="/ppt/slideLayouts/slideLayout111.xml" ContentType="application/vnd.openxmlformats-officedocument.presentationml.slideLayout+xml"/>
  <Override PartName="/ppt/slideLayouts/slideLayout112.xml" ContentType="application/vnd.openxmlformats-officedocument.presentationml.slideLayout+xml"/>
  <Override PartName="/ppt/slideLayouts/slideLayout113.xml" ContentType="application/vnd.openxmlformats-officedocument.presentationml.slideLayout+xml"/>
  <Override PartName="/ppt/slideLayouts/slideLayout114.xml" ContentType="application/vnd.openxmlformats-officedocument.presentationml.slideLayout+xml"/>
  <Override PartName="/ppt/slideLayouts/slideLayout115.xml" ContentType="application/vnd.openxmlformats-officedocument.presentationml.slideLayout+xml"/>
  <Override PartName="/ppt/slideLayouts/slideLayout116.xml" ContentType="application/vnd.openxmlformats-officedocument.presentationml.slideLayout+xml"/>
  <Override PartName="/ppt/slideLayouts/slideLayout117.xml" ContentType="application/vnd.openxmlformats-officedocument.presentationml.slideLayout+xml"/>
  <Override PartName="/ppt/slideLayouts/slideLayout118.xml" ContentType="application/vnd.openxmlformats-officedocument.presentationml.slideLayout+xml"/>
  <Override PartName="/ppt/slideLayouts/slideLayout119.xml" ContentType="application/vnd.openxmlformats-officedocument.presentationml.slideLayout+xml"/>
  <Override PartName="/ppt/slideLayouts/slideLayout120.xml" ContentType="application/vnd.openxmlformats-officedocument.presentationml.slideLayout+xml"/>
  <Override PartName="/ppt/slideLayouts/slideLayout121.xml" ContentType="application/vnd.openxmlformats-officedocument.presentationml.slideLayout+xml"/>
  <Override PartName="/ppt/slideLayouts/slideLayout122.xml" ContentType="application/vnd.openxmlformats-officedocument.presentationml.slideLayout+xml"/>
  <Override PartName="/ppt/slideLayouts/slideLayout123.xml" ContentType="application/vnd.openxmlformats-officedocument.presentationml.slideLayout+xml"/>
  <Override PartName="/ppt/slideLayouts/slideLayout124.xml" ContentType="application/vnd.openxmlformats-officedocument.presentationml.slideLayout+xml"/>
  <Override PartName="/ppt/slideLayouts/slideLayout125.xml" ContentType="application/vnd.openxmlformats-officedocument.presentationml.slideLayout+xml"/>
  <Override PartName="/ppt/slideLayouts/slideLayout126.xml" ContentType="application/vnd.openxmlformats-officedocument.presentationml.slideLayout+xml"/>
  <Override PartName="/ppt/slideLayouts/slideLayout127.xml" ContentType="application/vnd.openxmlformats-officedocument.presentationml.slideLayout+xml"/>
  <Override PartName="/ppt/slideLayouts/slideLayout128.xml" ContentType="application/vnd.openxmlformats-officedocument.presentationml.slideLayout+xml"/>
  <Override PartName="/ppt/slideLayouts/slideLayout129.xml" ContentType="application/vnd.openxmlformats-officedocument.presentationml.slideLayout+xml"/>
  <Override PartName="/ppt/slideLayouts/slideLayout130.xml" ContentType="application/vnd.openxmlformats-officedocument.presentationml.slideLayout+xml"/>
  <Override PartName="/ppt/slideLayouts/slideLayout131.xml" ContentType="application/vnd.openxmlformats-officedocument.presentationml.slideLayout+xml"/>
  <Override PartName="/ppt/slideLayouts/slideLayout132.xml" ContentType="application/vnd.openxmlformats-officedocument.presentationml.slideLayout+xml"/>
  <Override PartName="/ppt/slideLayouts/slideLayout133.xml" ContentType="application/vnd.openxmlformats-officedocument.presentationml.slideLayout+xml"/>
  <Override PartName="/ppt/slideLayouts/slideLayout134.xml" ContentType="application/vnd.openxmlformats-officedocument.presentationml.slideLayout+xml"/>
  <Override PartName="/ppt/slideLayouts/slideLayout135.xml" ContentType="application/vnd.openxmlformats-officedocument.presentationml.slideLayout+xml"/>
  <Override PartName="/ppt/slideLayouts/slideLayout136.xml" ContentType="application/vnd.openxmlformats-officedocument.presentationml.slideLayout+xml"/>
  <Override PartName="/ppt/slideLayouts/slideLayout137.xml" ContentType="application/vnd.openxmlformats-officedocument.presentationml.slideLayout+xml"/>
  <Override PartName="/ppt/slideLayouts/slideLayout138.xml" ContentType="application/vnd.openxmlformats-officedocument.presentationml.slideLayout+xml"/>
  <Override PartName="/ppt/slideLayouts/slideLayout139.xml" ContentType="application/vnd.openxmlformats-officedocument.presentationml.slideLayout+xml"/>
  <Override PartName="/ppt/slideLayouts/slideLayout140.xml" ContentType="application/vnd.openxmlformats-officedocument.presentationml.slideLayout+xml"/>
  <Override PartName="/ppt/slideLayouts/slideLayout141.xml" ContentType="application/vnd.openxmlformats-officedocument.presentationml.slideLayout+xml"/>
  <Override PartName="/ppt/slideLayouts/slideLayout142.xml" ContentType="application/vnd.openxmlformats-officedocument.presentationml.slideLayout+xml"/>
  <Override PartName="/ppt/slideLayouts/slideLayout143.xml" ContentType="application/vnd.openxmlformats-officedocument.presentationml.slideLayout+xml"/>
  <Override PartName="/ppt/slideLayouts/slideLayout144.xml" ContentType="application/vnd.openxmlformats-officedocument.presentationml.slideLayout+xml"/>
  <Override PartName="/ppt/slideLayouts/slideLayout145.xml" ContentType="application/vnd.openxmlformats-officedocument.presentationml.slideLayout+xml"/>
  <Override PartName="/ppt/slideLayouts/slideLayout146.xml" ContentType="application/vnd.openxmlformats-officedocument.presentationml.slideLayout+xml"/>
  <Override PartName="/ppt/slideLayouts/slideLayout147.xml" ContentType="application/vnd.openxmlformats-officedocument.presentationml.slideLayout+xml"/>
  <Override PartName="/ppt/slideLayouts/slideLayout148.xml" ContentType="application/vnd.openxmlformats-officedocument.presentationml.slideLayout+xml"/>
  <Override PartName="/ppt/slideLayouts/slideLayout149.xml" ContentType="application/vnd.openxmlformats-officedocument.presentationml.slideLayout+xml"/>
  <Override PartName="/ppt/slideLayouts/slideLayout150.xml" ContentType="application/vnd.openxmlformats-officedocument.presentationml.slideLayout+xml"/>
  <Override PartName="/ppt/slideLayouts/slideLayout15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50" r:id="rId1"/>
    <p:sldMasterId id="2147483754" r:id="rId2"/>
  </p:sldMasterIdLst>
  <p:notesMasterIdLst>
    <p:notesMasterId r:id="rId20"/>
  </p:notesMasterIdLst>
  <p:handoutMasterIdLst>
    <p:handoutMasterId r:id="rId21"/>
  </p:handoutMasterIdLst>
  <p:sldIdLst>
    <p:sldId id="267" r:id="rId3"/>
    <p:sldId id="268" r:id="rId4"/>
    <p:sldId id="269" r:id="rId5"/>
    <p:sldId id="270" r:id="rId6"/>
    <p:sldId id="279" r:id="rId7"/>
    <p:sldId id="271" r:id="rId8"/>
    <p:sldId id="278" r:id="rId9"/>
    <p:sldId id="272" r:id="rId10"/>
    <p:sldId id="283" r:id="rId11"/>
    <p:sldId id="284" r:id="rId12"/>
    <p:sldId id="280" r:id="rId13"/>
    <p:sldId id="273" r:id="rId14"/>
    <p:sldId id="281" r:id="rId15"/>
    <p:sldId id="282" r:id="rId16"/>
    <p:sldId id="275" r:id="rId17"/>
    <p:sldId id="276" r:id="rId18"/>
    <p:sldId id="277" r:id="rId19"/>
  </p:sldIdLst>
  <p:sldSz cx="9144000" cy="5143500" type="screen16x9"/>
  <p:notesSz cx="5143500" cy="9144000"/>
  <p:defaultTextStyle>
    <a:defPPr>
      <a:defRPr lang="en-US"/>
    </a:defPPr>
    <a:lvl1pPr marL="0" algn="l" defTabSz="932742" rtl="0" eaLnBrk="1" latinLnBrk="0" hangingPunct="1">
      <a:defRPr sz="1800" kern="1200">
        <a:solidFill>
          <a:schemeClr val="tx1"/>
        </a:solidFill>
        <a:latin typeface="+mn-lt"/>
        <a:ea typeface="+mn-ea"/>
        <a:cs typeface="+mn-cs"/>
      </a:defRPr>
    </a:lvl1pPr>
    <a:lvl2pPr marL="466371" algn="l" defTabSz="932742" rtl="0" eaLnBrk="1" latinLnBrk="0" hangingPunct="1">
      <a:defRPr sz="1800" kern="1200">
        <a:solidFill>
          <a:schemeClr val="tx1"/>
        </a:solidFill>
        <a:latin typeface="+mn-lt"/>
        <a:ea typeface="+mn-ea"/>
        <a:cs typeface="+mn-cs"/>
      </a:defRPr>
    </a:lvl2pPr>
    <a:lvl3pPr marL="932742" algn="l" defTabSz="932742" rtl="0" eaLnBrk="1" latinLnBrk="0" hangingPunct="1">
      <a:defRPr sz="1800" kern="1200">
        <a:solidFill>
          <a:schemeClr val="tx1"/>
        </a:solidFill>
        <a:latin typeface="+mn-lt"/>
        <a:ea typeface="+mn-ea"/>
        <a:cs typeface="+mn-cs"/>
      </a:defRPr>
    </a:lvl3pPr>
    <a:lvl4pPr marL="1399113" algn="l" defTabSz="932742" rtl="0" eaLnBrk="1" latinLnBrk="0" hangingPunct="1">
      <a:defRPr sz="1800" kern="1200">
        <a:solidFill>
          <a:schemeClr val="tx1"/>
        </a:solidFill>
        <a:latin typeface="+mn-lt"/>
        <a:ea typeface="+mn-ea"/>
        <a:cs typeface="+mn-cs"/>
      </a:defRPr>
    </a:lvl4pPr>
    <a:lvl5pPr marL="1865484" algn="l" defTabSz="932742" rtl="0" eaLnBrk="1" latinLnBrk="0" hangingPunct="1">
      <a:defRPr sz="1800" kern="1200">
        <a:solidFill>
          <a:schemeClr val="tx1"/>
        </a:solidFill>
        <a:latin typeface="+mn-lt"/>
        <a:ea typeface="+mn-ea"/>
        <a:cs typeface="+mn-cs"/>
      </a:defRPr>
    </a:lvl5pPr>
    <a:lvl6pPr marL="2331856" algn="l" defTabSz="932742" rtl="0" eaLnBrk="1" latinLnBrk="0" hangingPunct="1">
      <a:defRPr sz="1800" kern="1200">
        <a:solidFill>
          <a:schemeClr val="tx1"/>
        </a:solidFill>
        <a:latin typeface="+mn-lt"/>
        <a:ea typeface="+mn-ea"/>
        <a:cs typeface="+mn-cs"/>
      </a:defRPr>
    </a:lvl6pPr>
    <a:lvl7pPr marL="2798226" algn="l" defTabSz="932742" rtl="0" eaLnBrk="1" latinLnBrk="0" hangingPunct="1">
      <a:defRPr sz="1800" kern="1200">
        <a:solidFill>
          <a:schemeClr val="tx1"/>
        </a:solidFill>
        <a:latin typeface="+mn-lt"/>
        <a:ea typeface="+mn-ea"/>
        <a:cs typeface="+mn-cs"/>
      </a:defRPr>
    </a:lvl7pPr>
    <a:lvl8pPr marL="3264597" algn="l" defTabSz="932742" rtl="0" eaLnBrk="1" latinLnBrk="0" hangingPunct="1">
      <a:defRPr sz="1800" kern="1200">
        <a:solidFill>
          <a:schemeClr val="tx1"/>
        </a:solidFill>
        <a:latin typeface="+mn-lt"/>
        <a:ea typeface="+mn-ea"/>
        <a:cs typeface="+mn-cs"/>
      </a:defRPr>
    </a:lvl8pPr>
    <a:lvl9pPr marL="3730969" algn="l" defTabSz="932742"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F9C3FAC3-452A-4FA0-9134-29259FEAB733}" v="17" dt="2026-06-14T13:21:58.722"/>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MasterView">
  <p:normalViewPr horzBarState="maximized">
    <p:restoredLeft sz="15611"/>
    <p:restoredTop sz="94610"/>
  </p:normalViewPr>
  <p:slideViewPr>
    <p:cSldViewPr snapToGrid="0" snapToObjects="1">
      <p:cViewPr varScale="1">
        <p:scale>
          <a:sx n="129" d="100"/>
          <a:sy n="129" d="100"/>
        </p:scale>
        <p:origin x="115" y="307"/>
      </p:cViewPr>
      <p:guideLst/>
    </p:cSldViewPr>
  </p:slideViewPr>
  <p:notesTextViewPr>
    <p:cViewPr>
      <p:scale>
        <a:sx n="1" d="1"/>
        <a:sy n="1" d="1"/>
      </p:scale>
      <p:origin x="0" y="0"/>
    </p:cViewPr>
  </p:notesTextViewPr>
  <p:notesViewPr>
    <p:cSldViewPr snapToGrid="0" snapToObjects="1">
      <p:cViewPr varScale="1">
        <p:scale>
          <a:sx n="81" d="100"/>
          <a:sy n="81" d="100"/>
        </p:scale>
        <p:origin x="3230" y="53"/>
      </p:cViewPr>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6.xml"/><Relationship Id="rId13" Type="http://schemas.openxmlformats.org/officeDocument/2006/relationships/slide" Target="slides/slide11.xml"/><Relationship Id="rId18" Type="http://schemas.openxmlformats.org/officeDocument/2006/relationships/slide" Target="slides/slide16.xml"/><Relationship Id="rId26" Type="http://schemas.microsoft.com/office/2016/11/relationships/changesInfo" Target="changesInfos/changesInfo1.xml"/><Relationship Id="rId3" Type="http://schemas.openxmlformats.org/officeDocument/2006/relationships/slide" Target="slides/slide1.xml"/><Relationship Id="rId21" Type="http://schemas.openxmlformats.org/officeDocument/2006/relationships/handoutMaster" Target="handoutMasters/handoutMaster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tableStyles" Target="tableStyle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theme" Target="theme/theme1.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viewProps" Target="viewProps.xml"/><Relationship Id="rId10" Type="http://schemas.openxmlformats.org/officeDocument/2006/relationships/slide" Target="slides/slide8.xml"/><Relationship Id="rId19" Type="http://schemas.openxmlformats.org/officeDocument/2006/relationships/slide" Target="slides/slide17.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presProps" Target="presProps.xml"/><Relationship Id="rId27" Type="http://schemas.microsoft.com/office/2015/10/relationships/revisionInfo" Target="revisionInfo.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Michael Whitehouse" userId="0ecba9273f6ad366" providerId="LiveId" clId="{F36E82C0-65ED-4BE7-8730-0F102FB388DD}"/>
    <pc:docChg chg="custSel addSld delSld modSld sldOrd modMainMaster">
      <pc:chgData name="Michael Whitehouse" userId="0ecba9273f6ad366" providerId="LiveId" clId="{F36E82C0-65ED-4BE7-8730-0F102FB388DD}" dt="2026-06-11T11:32:52.948" v="1079" actId="113"/>
      <pc:docMkLst>
        <pc:docMk/>
      </pc:docMkLst>
      <pc:sldChg chg="modSp add mod">
        <pc:chgData name="Michael Whitehouse" userId="0ecba9273f6ad366" providerId="LiveId" clId="{F36E82C0-65ED-4BE7-8730-0F102FB388DD}" dt="2026-06-09T17:32:11.997" v="6" actId="20577"/>
        <pc:sldMkLst>
          <pc:docMk/>
          <pc:sldMk cId="2933474765" sldId="267"/>
        </pc:sldMkLst>
        <pc:spChg chg="mod">
          <ac:chgData name="Michael Whitehouse" userId="0ecba9273f6ad366" providerId="LiveId" clId="{F36E82C0-65ED-4BE7-8730-0F102FB388DD}" dt="2026-06-09T17:32:11.995" v="5" actId="20577"/>
          <ac:spMkLst>
            <pc:docMk/>
            <pc:sldMk cId="2933474765" sldId="267"/>
            <ac:spMk id="2" creationId="{E9237B3F-AC13-9E2A-8210-3919E8A09C6E}"/>
          </ac:spMkLst>
        </pc:spChg>
        <pc:spChg chg="mod">
          <ac:chgData name="Michael Whitehouse" userId="0ecba9273f6ad366" providerId="LiveId" clId="{F36E82C0-65ED-4BE7-8730-0F102FB388DD}" dt="2026-06-09T17:32:11.997" v="6" actId="20577"/>
          <ac:spMkLst>
            <pc:docMk/>
            <pc:sldMk cId="2933474765" sldId="267"/>
            <ac:spMk id="3" creationId="{8C52EE02-467C-5837-254D-DDC20392EDB6}"/>
          </ac:spMkLst>
        </pc:spChg>
      </pc:sldChg>
      <pc:sldChg chg="addSp modSp add mod modClrScheme chgLayout">
        <pc:chgData name="Michael Whitehouse" userId="0ecba9273f6ad366" providerId="LiveId" clId="{F36E82C0-65ED-4BE7-8730-0F102FB388DD}" dt="2026-06-11T11:10:53.151" v="826" actId="700"/>
        <pc:sldMkLst>
          <pc:docMk/>
          <pc:sldMk cId="4079015376" sldId="268"/>
        </pc:sldMkLst>
        <pc:spChg chg="mod ord">
          <ac:chgData name="Michael Whitehouse" userId="0ecba9273f6ad366" providerId="LiveId" clId="{F36E82C0-65ED-4BE7-8730-0F102FB388DD}" dt="2026-06-11T11:10:53.151" v="826" actId="700"/>
          <ac:spMkLst>
            <pc:docMk/>
            <pc:sldMk cId="4079015376" sldId="268"/>
            <ac:spMk id="2" creationId="{A208AB9B-FB75-DC64-B41E-9AF58DA0AE12}"/>
          </ac:spMkLst>
        </pc:spChg>
        <pc:spChg chg="mod ord">
          <ac:chgData name="Michael Whitehouse" userId="0ecba9273f6ad366" providerId="LiveId" clId="{F36E82C0-65ED-4BE7-8730-0F102FB388DD}" dt="2026-06-11T11:10:53.151" v="826" actId="700"/>
          <ac:spMkLst>
            <pc:docMk/>
            <pc:sldMk cId="4079015376" sldId="268"/>
            <ac:spMk id="3" creationId="{599C7330-5BD6-01F2-5399-08C939AA5A78}"/>
          </ac:spMkLst>
        </pc:spChg>
        <pc:spChg chg="mod ord">
          <ac:chgData name="Michael Whitehouse" userId="0ecba9273f6ad366" providerId="LiveId" clId="{F36E82C0-65ED-4BE7-8730-0F102FB388DD}" dt="2026-06-11T11:10:53.151" v="826" actId="700"/>
          <ac:spMkLst>
            <pc:docMk/>
            <pc:sldMk cId="4079015376" sldId="268"/>
            <ac:spMk id="4" creationId="{AB116EE0-7152-348C-14F5-BE7BA40FE39B}"/>
          </ac:spMkLst>
        </pc:spChg>
        <pc:spChg chg="mod ord">
          <ac:chgData name="Michael Whitehouse" userId="0ecba9273f6ad366" providerId="LiveId" clId="{F36E82C0-65ED-4BE7-8730-0F102FB388DD}" dt="2026-06-11T11:10:53.151" v="826" actId="700"/>
          <ac:spMkLst>
            <pc:docMk/>
            <pc:sldMk cId="4079015376" sldId="268"/>
            <ac:spMk id="5" creationId="{1BD04F78-87A9-CBAF-482D-E8D03B07EA04}"/>
          </ac:spMkLst>
        </pc:spChg>
        <pc:spChg chg="mod ord">
          <ac:chgData name="Michael Whitehouse" userId="0ecba9273f6ad366" providerId="LiveId" clId="{F36E82C0-65ED-4BE7-8730-0F102FB388DD}" dt="2026-06-11T11:10:53.151" v="826" actId="700"/>
          <ac:spMkLst>
            <pc:docMk/>
            <pc:sldMk cId="4079015376" sldId="268"/>
            <ac:spMk id="6" creationId="{82A4107B-5528-104C-E700-5403BFAFAC5D}"/>
          </ac:spMkLst>
        </pc:spChg>
        <pc:spChg chg="add mod">
          <ac:chgData name="Michael Whitehouse" userId="0ecba9273f6ad366" providerId="LiveId" clId="{F36E82C0-65ED-4BE7-8730-0F102FB388DD}" dt="2026-06-09T17:32:12.146" v="40" actId="207"/>
          <ac:spMkLst>
            <pc:docMk/>
            <pc:sldMk cId="4079015376" sldId="268"/>
            <ac:spMk id="7" creationId="{B6F6F64D-5498-402C-A400-9DD8C8877392}"/>
          </ac:spMkLst>
        </pc:spChg>
        <pc:spChg chg="add mod">
          <ac:chgData name="Michael Whitehouse" userId="0ecba9273f6ad366" providerId="LiveId" clId="{F36E82C0-65ED-4BE7-8730-0F102FB388DD}" dt="2026-06-09T17:32:12.161" v="50" actId="207"/>
          <ac:spMkLst>
            <pc:docMk/>
            <pc:sldMk cId="4079015376" sldId="268"/>
            <ac:spMk id="8" creationId="{3E039CB9-6932-D8F8-0277-26386F1D8FD7}"/>
          </ac:spMkLst>
        </pc:spChg>
      </pc:sldChg>
      <pc:sldChg chg="addSp modSp add mod modClrScheme chgLayout">
        <pc:chgData name="Michael Whitehouse" userId="0ecba9273f6ad366" providerId="LiveId" clId="{F36E82C0-65ED-4BE7-8730-0F102FB388DD}" dt="2026-06-11T11:10:53.151" v="826" actId="700"/>
        <pc:sldMkLst>
          <pc:docMk/>
          <pc:sldMk cId="2197696450" sldId="269"/>
        </pc:sldMkLst>
        <pc:spChg chg="mod ord">
          <ac:chgData name="Michael Whitehouse" userId="0ecba9273f6ad366" providerId="LiveId" clId="{F36E82C0-65ED-4BE7-8730-0F102FB388DD}" dt="2026-06-11T11:10:53.151" v="826" actId="700"/>
          <ac:spMkLst>
            <pc:docMk/>
            <pc:sldMk cId="2197696450" sldId="269"/>
            <ac:spMk id="2" creationId="{F7BEDFEA-9110-6D52-592B-B46EBC59F680}"/>
          </ac:spMkLst>
        </pc:spChg>
        <pc:spChg chg="mod ord">
          <ac:chgData name="Michael Whitehouse" userId="0ecba9273f6ad366" providerId="LiveId" clId="{F36E82C0-65ED-4BE7-8730-0F102FB388DD}" dt="2026-06-11T11:10:53.151" v="826" actId="700"/>
          <ac:spMkLst>
            <pc:docMk/>
            <pc:sldMk cId="2197696450" sldId="269"/>
            <ac:spMk id="3" creationId="{638CE977-5A31-4358-8F84-8A8C97D0A4B7}"/>
          </ac:spMkLst>
        </pc:spChg>
        <pc:spChg chg="mod ord">
          <ac:chgData name="Michael Whitehouse" userId="0ecba9273f6ad366" providerId="LiveId" clId="{F36E82C0-65ED-4BE7-8730-0F102FB388DD}" dt="2026-06-11T11:10:53.151" v="826" actId="700"/>
          <ac:spMkLst>
            <pc:docMk/>
            <pc:sldMk cId="2197696450" sldId="269"/>
            <ac:spMk id="4" creationId="{10114FA2-0303-A8D0-866B-0BF18AEC8564}"/>
          </ac:spMkLst>
        </pc:spChg>
        <pc:spChg chg="mod ord">
          <ac:chgData name="Michael Whitehouse" userId="0ecba9273f6ad366" providerId="LiveId" clId="{F36E82C0-65ED-4BE7-8730-0F102FB388DD}" dt="2026-06-11T11:10:53.151" v="826" actId="700"/>
          <ac:spMkLst>
            <pc:docMk/>
            <pc:sldMk cId="2197696450" sldId="269"/>
            <ac:spMk id="5" creationId="{DA6705FA-0571-92E7-C746-8D7096DB7A36}"/>
          </ac:spMkLst>
        </pc:spChg>
        <pc:spChg chg="mod ord">
          <ac:chgData name="Michael Whitehouse" userId="0ecba9273f6ad366" providerId="LiveId" clId="{F36E82C0-65ED-4BE7-8730-0F102FB388DD}" dt="2026-06-11T11:10:53.151" v="826" actId="700"/>
          <ac:spMkLst>
            <pc:docMk/>
            <pc:sldMk cId="2197696450" sldId="269"/>
            <ac:spMk id="6" creationId="{A1FD8612-896A-FA5B-5FEF-8364CB85CE4D}"/>
          </ac:spMkLst>
        </pc:spChg>
        <pc:spChg chg="add mod">
          <ac:chgData name="Michael Whitehouse" userId="0ecba9273f6ad366" providerId="LiveId" clId="{F36E82C0-65ED-4BE7-8730-0F102FB388DD}" dt="2026-06-09T17:32:12.306" v="84" actId="207"/>
          <ac:spMkLst>
            <pc:docMk/>
            <pc:sldMk cId="2197696450" sldId="269"/>
            <ac:spMk id="7" creationId="{54483C8A-E2DB-D27F-5088-1774BFF6624A}"/>
          </ac:spMkLst>
        </pc:spChg>
        <pc:spChg chg="add mod">
          <ac:chgData name="Michael Whitehouse" userId="0ecba9273f6ad366" providerId="LiveId" clId="{F36E82C0-65ED-4BE7-8730-0F102FB388DD}" dt="2026-06-09T17:32:12.323" v="94" actId="207"/>
          <ac:spMkLst>
            <pc:docMk/>
            <pc:sldMk cId="2197696450" sldId="269"/>
            <ac:spMk id="8" creationId="{546A0E09-FDC0-9191-F4EA-229AA50029DB}"/>
          </ac:spMkLst>
        </pc:spChg>
      </pc:sldChg>
      <pc:sldChg chg="addSp delSp modSp add mod chgLayout">
        <pc:chgData name="Michael Whitehouse" userId="0ecba9273f6ad366" providerId="LiveId" clId="{F36E82C0-65ED-4BE7-8730-0F102FB388DD}" dt="2026-06-11T11:20:42.302" v="840" actId="1076"/>
        <pc:sldMkLst>
          <pc:docMk/>
          <pc:sldMk cId="3003378315" sldId="270"/>
        </pc:sldMkLst>
        <pc:spChg chg="mod ord">
          <ac:chgData name="Michael Whitehouse" userId="0ecba9273f6ad366" providerId="LiveId" clId="{F36E82C0-65ED-4BE7-8730-0F102FB388DD}" dt="2026-06-11T11:10:57.628" v="827" actId="700"/>
          <ac:spMkLst>
            <pc:docMk/>
            <pc:sldMk cId="3003378315" sldId="270"/>
            <ac:spMk id="2" creationId="{E8A3FD35-837E-9E88-E094-E02857CD2DB1}"/>
          </ac:spMkLst>
        </pc:spChg>
        <pc:spChg chg="add mod">
          <ac:chgData name="Michael Whitehouse" userId="0ecba9273f6ad366" providerId="LiveId" clId="{F36E82C0-65ED-4BE7-8730-0F102FB388DD}" dt="2026-06-11T11:20:42.302" v="840" actId="1076"/>
          <ac:spMkLst>
            <pc:docMk/>
            <pc:sldMk cId="3003378315" sldId="270"/>
            <ac:spMk id="6" creationId="{0856861F-63E4-7B09-6334-355FD6AFFCAB}"/>
          </ac:spMkLst>
        </pc:spChg>
        <pc:spChg chg="add mod">
          <ac:chgData name="Michael Whitehouse" userId="0ecba9273f6ad366" providerId="LiveId" clId="{F36E82C0-65ED-4BE7-8730-0F102FB388DD}" dt="2026-06-09T17:32:13.518" v="187" actId="207"/>
          <ac:spMkLst>
            <pc:docMk/>
            <pc:sldMk cId="3003378315" sldId="270"/>
            <ac:spMk id="13" creationId="{60CD703C-B2BC-E3B8-71A9-87BC44FE5FFA}"/>
          </ac:spMkLst>
        </pc:spChg>
        <pc:spChg chg="add mod">
          <ac:chgData name="Michael Whitehouse" userId="0ecba9273f6ad366" providerId="LiveId" clId="{F36E82C0-65ED-4BE7-8730-0F102FB388DD}" dt="2026-06-09T17:32:13.535" v="197" actId="207"/>
          <ac:spMkLst>
            <pc:docMk/>
            <pc:sldMk cId="3003378315" sldId="270"/>
            <ac:spMk id="14" creationId="{889219F2-10AF-F93D-ACF7-A1733CD37BE3}"/>
          </ac:spMkLst>
        </pc:spChg>
      </pc:sldChg>
      <pc:sldChg chg="addSp delSp modSp add mod chgLayout">
        <pc:chgData name="Michael Whitehouse" userId="0ecba9273f6ad366" providerId="LiveId" clId="{F36E82C0-65ED-4BE7-8730-0F102FB388DD}" dt="2026-06-11T11:20:48.801" v="843" actId="1076"/>
        <pc:sldMkLst>
          <pc:docMk/>
          <pc:sldMk cId="117142219" sldId="271"/>
        </pc:sldMkLst>
        <pc:spChg chg="mod ord">
          <ac:chgData name="Michael Whitehouse" userId="0ecba9273f6ad366" providerId="LiveId" clId="{F36E82C0-65ED-4BE7-8730-0F102FB388DD}" dt="2026-06-11T11:10:57.628" v="827" actId="700"/>
          <ac:spMkLst>
            <pc:docMk/>
            <pc:sldMk cId="117142219" sldId="271"/>
            <ac:spMk id="2" creationId="{460A51B9-7748-1B48-A4EB-4932B97F6544}"/>
          </ac:spMkLst>
        </pc:spChg>
        <pc:spChg chg="add mod">
          <ac:chgData name="Michael Whitehouse" userId="0ecba9273f6ad366" providerId="LiveId" clId="{F36E82C0-65ED-4BE7-8730-0F102FB388DD}" dt="2026-06-11T11:20:48.801" v="843" actId="1076"/>
          <ac:spMkLst>
            <pc:docMk/>
            <pc:sldMk cId="117142219" sldId="271"/>
            <ac:spMk id="7" creationId="{EE24F8F1-EBBA-00F9-7034-96B1E8ECF9BB}"/>
          </ac:spMkLst>
        </pc:spChg>
        <pc:spChg chg="add mod">
          <ac:chgData name="Michael Whitehouse" userId="0ecba9273f6ad366" providerId="LiveId" clId="{F36E82C0-65ED-4BE7-8730-0F102FB388DD}" dt="2026-06-09T17:32:14.750" v="292" actId="207"/>
          <ac:spMkLst>
            <pc:docMk/>
            <pc:sldMk cId="117142219" sldId="271"/>
            <ac:spMk id="14" creationId="{E42469D3-FFD6-0CEA-8513-4027B7D44374}"/>
          </ac:spMkLst>
        </pc:spChg>
        <pc:spChg chg="add mod">
          <ac:chgData name="Michael Whitehouse" userId="0ecba9273f6ad366" providerId="LiveId" clId="{F36E82C0-65ED-4BE7-8730-0F102FB388DD}" dt="2026-06-09T17:32:14.767" v="302" actId="207"/>
          <ac:spMkLst>
            <pc:docMk/>
            <pc:sldMk cId="117142219" sldId="271"/>
            <ac:spMk id="15" creationId="{96276066-6E3B-047F-6FFD-99940A612B2D}"/>
          </ac:spMkLst>
        </pc:spChg>
      </pc:sldChg>
      <pc:sldChg chg="addSp delSp modSp add mod chgLayout">
        <pc:chgData name="Michael Whitehouse" userId="0ecba9273f6ad366" providerId="LiveId" clId="{F36E82C0-65ED-4BE7-8730-0F102FB388DD}" dt="2026-06-11T11:20:56.312" v="847" actId="1076"/>
        <pc:sldMkLst>
          <pc:docMk/>
          <pc:sldMk cId="3658259449" sldId="272"/>
        </pc:sldMkLst>
        <pc:spChg chg="mod ord">
          <ac:chgData name="Michael Whitehouse" userId="0ecba9273f6ad366" providerId="LiveId" clId="{F36E82C0-65ED-4BE7-8730-0F102FB388DD}" dt="2026-06-11T11:10:57.628" v="827" actId="700"/>
          <ac:spMkLst>
            <pc:docMk/>
            <pc:sldMk cId="3658259449" sldId="272"/>
            <ac:spMk id="2" creationId="{429650C8-C3E5-40CB-764A-3C736E52D561}"/>
          </ac:spMkLst>
        </pc:spChg>
        <pc:spChg chg="add mod">
          <ac:chgData name="Michael Whitehouse" userId="0ecba9273f6ad366" providerId="LiveId" clId="{F36E82C0-65ED-4BE7-8730-0F102FB388DD}" dt="2026-06-11T11:20:56.312" v="847" actId="1076"/>
          <ac:spMkLst>
            <pc:docMk/>
            <pc:sldMk cId="3658259449" sldId="272"/>
            <ac:spMk id="6" creationId="{6ADBB2AB-CD23-C94B-F861-C66A668AD31D}"/>
          </ac:spMkLst>
        </pc:spChg>
        <pc:spChg chg="add mod">
          <ac:chgData name="Michael Whitehouse" userId="0ecba9273f6ad366" providerId="LiveId" clId="{F36E82C0-65ED-4BE7-8730-0F102FB388DD}" dt="2026-06-09T17:32:15.942" v="395" actId="207"/>
          <ac:spMkLst>
            <pc:docMk/>
            <pc:sldMk cId="3658259449" sldId="272"/>
            <ac:spMk id="13" creationId="{BB20B3B7-1E36-DBFD-3531-42EEB49A81F9}"/>
          </ac:spMkLst>
        </pc:spChg>
        <pc:spChg chg="add mod">
          <ac:chgData name="Michael Whitehouse" userId="0ecba9273f6ad366" providerId="LiveId" clId="{F36E82C0-65ED-4BE7-8730-0F102FB388DD}" dt="2026-06-09T17:32:15.956" v="405" actId="207"/>
          <ac:spMkLst>
            <pc:docMk/>
            <pc:sldMk cId="3658259449" sldId="272"/>
            <ac:spMk id="14" creationId="{9EF04D01-3DAF-82B1-DDD2-5CB9D825F715}"/>
          </ac:spMkLst>
        </pc:spChg>
      </pc:sldChg>
      <pc:sldChg chg="addSp modSp add mod modClrScheme chgLayout">
        <pc:chgData name="Michael Whitehouse" userId="0ecba9273f6ad366" providerId="LiveId" clId="{F36E82C0-65ED-4BE7-8730-0F102FB388DD}" dt="2026-06-11T11:24:38.901" v="959" actId="1076"/>
        <pc:sldMkLst>
          <pc:docMk/>
          <pc:sldMk cId="4019699389" sldId="273"/>
        </pc:sldMkLst>
        <pc:spChg chg="mod ord">
          <ac:chgData name="Michael Whitehouse" userId="0ecba9273f6ad366" providerId="LiveId" clId="{F36E82C0-65ED-4BE7-8730-0F102FB388DD}" dt="2026-06-11T11:24:38.901" v="959" actId="1076"/>
          <ac:spMkLst>
            <pc:docMk/>
            <pc:sldMk cId="4019699389" sldId="273"/>
            <ac:spMk id="2" creationId="{699D1339-CB05-8035-84DA-F7D4C2ADC3E2}"/>
          </ac:spMkLst>
        </pc:spChg>
        <pc:spChg chg="add mod">
          <ac:chgData name="Michael Whitehouse" userId="0ecba9273f6ad366" providerId="LiveId" clId="{F36E82C0-65ED-4BE7-8730-0F102FB388DD}" dt="2026-06-11T11:24:35.809" v="958" actId="1076"/>
          <ac:spMkLst>
            <pc:docMk/>
            <pc:sldMk cId="4019699389" sldId="273"/>
            <ac:spMk id="3" creationId="{83069576-6DDB-8943-47FB-DC64F42F6395}"/>
          </ac:spMkLst>
        </pc:spChg>
        <pc:spChg chg="add mod">
          <ac:chgData name="Michael Whitehouse" userId="0ecba9273f6ad366" providerId="LiveId" clId="{F36E82C0-65ED-4BE7-8730-0F102FB388DD}" dt="2026-06-09T17:32:16.164" v="430" actId="207"/>
          <ac:spMkLst>
            <pc:docMk/>
            <pc:sldMk cId="4019699389" sldId="273"/>
            <ac:spMk id="4" creationId="{07FB66DE-C69D-B271-BEC9-4B8E8D4410E7}"/>
          </ac:spMkLst>
        </pc:spChg>
        <pc:spChg chg="add mod">
          <ac:chgData name="Michael Whitehouse" userId="0ecba9273f6ad366" providerId="LiveId" clId="{F36E82C0-65ED-4BE7-8730-0F102FB388DD}" dt="2026-06-09T17:32:16.179" v="440" actId="207"/>
          <ac:spMkLst>
            <pc:docMk/>
            <pc:sldMk cId="4019699389" sldId="273"/>
            <ac:spMk id="5" creationId="{1A1DAAD3-93C7-0773-DA37-343C9920B1FC}"/>
          </ac:spMkLst>
        </pc:spChg>
      </pc:sldChg>
      <pc:sldChg chg="addSp modSp add mod modClrScheme chgLayout">
        <pc:chgData name="Michael Whitehouse" userId="0ecba9273f6ad366" providerId="LiveId" clId="{F36E82C0-65ED-4BE7-8730-0F102FB388DD}" dt="2026-06-11T11:11:28.877" v="833" actId="27636"/>
        <pc:sldMkLst>
          <pc:docMk/>
          <pc:sldMk cId="2251290496" sldId="275"/>
        </pc:sldMkLst>
        <pc:spChg chg="mod ord">
          <ac:chgData name="Michael Whitehouse" userId="0ecba9273f6ad366" providerId="LiveId" clId="{F36E82C0-65ED-4BE7-8730-0F102FB388DD}" dt="2026-06-11T11:11:28.850" v="831" actId="700"/>
          <ac:spMkLst>
            <pc:docMk/>
            <pc:sldMk cId="2251290496" sldId="275"/>
            <ac:spMk id="2" creationId="{524706D3-5529-56DA-8D1B-60EABA9D2A1C}"/>
          </ac:spMkLst>
        </pc:spChg>
        <pc:spChg chg="mod ord">
          <ac:chgData name="Michael Whitehouse" userId="0ecba9273f6ad366" providerId="LiveId" clId="{F36E82C0-65ED-4BE7-8730-0F102FB388DD}" dt="2026-06-11T11:11:28.850" v="831" actId="700"/>
          <ac:spMkLst>
            <pc:docMk/>
            <pc:sldMk cId="2251290496" sldId="275"/>
            <ac:spMk id="3" creationId="{703FD449-3758-4295-D683-335A8862D5DB}"/>
          </ac:spMkLst>
        </pc:spChg>
        <pc:spChg chg="mod ord">
          <ac:chgData name="Michael Whitehouse" userId="0ecba9273f6ad366" providerId="LiveId" clId="{F36E82C0-65ED-4BE7-8730-0F102FB388DD}" dt="2026-06-11T11:11:28.876" v="832" actId="27636"/>
          <ac:spMkLst>
            <pc:docMk/>
            <pc:sldMk cId="2251290496" sldId="275"/>
            <ac:spMk id="4" creationId="{7A3398FD-32A1-70A7-5F5D-931E55EAF437}"/>
          </ac:spMkLst>
        </pc:spChg>
        <pc:spChg chg="mod ord">
          <ac:chgData name="Michael Whitehouse" userId="0ecba9273f6ad366" providerId="LiveId" clId="{F36E82C0-65ED-4BE7-8730-0F102FB388DD}" dt="2026-06-11T11:11:28.850" v="831" actId="700"/>
          <ac:spMkLst>
            <pc:docMk/>
            <pc:sldMk cId="2251290496" sldId="275"/>
            <ac:spMk id="5" creationId="{AAFCF9D6-D096-5A2F-B509-E65E8E4286A5}"/>
          </ac:spMkLst>
        </pc:spChg>
        <pc:spChg chg="mod ord">
          <ac:chgData name="Michael Whitehouse" userId="0ecba9273f6ad366" providerId="LiveId" clId="{F36E82C0-65ED-4BE7-8730-0F102FB388DD}" dt="2026-06-11T11:11:28.877" v="833" actId="27636"/>
          <ac:spMkLst>
            <pc:docMk/>
            <pc:sldMk cId="2251290496" sldId="275"/>
            <ac:spMk id="6" creationId="{27EB3BF5-3138-D2AB-EEF0-51F0D8BDA225}"/>
          </ac:spMkLst>
        </pc:spChg>
        <pc:spChg chg="add mod">
          <ac:chgData name="Michael Whitehouse" userId="0ecba9273f6ad366" providerId="LiveId" clId="{F36E82C0-65ED-4BE7-8730-0F102FB388DD}" dt="2026-06-09T17:32:16.551" v="513" actId="207"/>
          <ac:spMkLst>
            <pc:docMk/>
            <pc:sldMk cId="2251290496" sldId="275"/>
            <ac:spMk id="7" creationId="{22E8FA28-7724-83AA-27A3-9F3585D5A961}"/>
          </ac:spMkLst>
        </pc:spChg>
        <pc:spChg chg="add mod">
          <ac:chgData name="Michael Whitehouse" userId="0ecba9273f6ad366" providerId="LiveId" clId="{F36E82C0-65ED-4BE7-8730-0F102FB388DD}" dt="2026-06-09T17:32:16.566" v="523" actId="207"/>
          <ac:spMkLst>
            <pc:docMk/>
            <pc:sldMk cId="2251290496" sldId="275"/>
            <ac:spMk id="8" creationId="{C1D80ED1-1D90-3979-028C-6FFC08DCFA28}"/>
          </ac:spMkLst>
        </pc:spChg>
      </pc:sldChg>
      <pc:sldChg chg="addSp delSp modSp add mod modClrScheme chgLayout">
        <pc:chgData name="Michael Whitehouse" userId="0ecba9273f6ad366" providerId="LiveId" clId="{F36E82C0-65ED-4BE7-8730-0F102FB388DD}" dt="2026-06-11T11:11:24.884" v="830" actId="700"/>
        <pc:sldMkLst>
          <pc:docMk/>
          <pc:sldMk cId="290620374" sldId="276"/>
        </pc:sldMkLst>
        <pc:spChg chg="mod ord">
          <ac:chgData name="Michael Whitehouse" userId="0ecba9273f6ad366" providerId="LiveId" clId="{F36E82C0-65ED-4BE7-8730-0F102FB388DD}" dt="2026-06-11T11:11:24.884" v="830" actId="700"/>
          <ac:spMkLst>
            <pc:docMk/>
            <pc:sldMk cId="290620374" sldId="276"/>
            <ac:spMk id="2" creationId="{DF9DF815-9545-6108-2A48-D1F409C96038}"/>
          </ac:spMkLst>
        </pc:spChg>
        <pc:spChg chg="add mod">
          <ac:chgData name="Michael Whitehouse" userId="0ecba9273f6ad366" providerId="LiveId" clId="{F36E82C0-65ED-4BE7-8730-0F102FB388DD}" dt="2026-06-09T17:32:17.313" v="549" actId="208"/>
          <ac:spMkLst>
            <pc:docMk/>
            <pc:sldMk cId="290620374" sldId="276"/>
            <ac:spMk id="9" creationId="{58EEEF79-C63D-6867-FBC2-8223D5482002}"/>
          </ac:spMkLst>
        </pc:spChg>
        <pc:spChg chg="add mod">
          <ac:chgData name="Michael Whitehouse" userId="0ecba9273f6ad366" providerId="LiveId" clId="{F36E82C0-65ED-4BE7-8730-0F102FB388DD}" dt="2026-06-09T17:32:17.438" v="560" actId="139"/>
          <ac:spMkLst>
            <pc:docMk/>
            <pc:sldMk cId="290620374" sldId="276"/>
            <ac:spMk id="10" creationId="{91BB6E5C-98DC-060A-2EE0-16E69F0F5CCB}"/>
          </ac:spMkLst>
        </pc:spChg>
        <pc:spChg chg="add mod">
          <ac:chgData name="Michael Whitehouse" userId="0ecba9273f6ad366" providerId="LiveId" clId="{F36E82C0-65ED-4BE7-8730-0F102FB388DD}" dt="2026-06-09T17:32:17.565" v="571" actId="139"/>
          <ac:spMkLst>
            <pc:docMk/>
            <pc:sldMk cId="290620374" sldId="276"/>
            <ac:spMk id="11" creationId="{7A779FCD-DF3B-0A5E-101B-66DE19029E23}"/>
          </ac:spMkLst>
        </pc:spChg>
        <pc:spChg chg="add mod">
          <ac:chgData name="Michael Whitehouse" userId="0ecba9273f6ad366" providerId="LiveId" clId="{F36E82C0-65ED-4BE7-8730-0F102FB388DD}" dt="2026-06-09T17:32:17.688" v="580"/>
          <ac:spMkLst>
            <pc:docMk/>
            <pc:sldMk cId="290620374" sldId="276"/>
            <ac:spMk id="12" creationId="{D50C9AE8-F6D9-0D7A-C029-8808648545E4}"/>
          </ac:spMkLst>
        </pc:spChg>
        <pc:spChg chg="add mod">
          <ac:chgData name="Michael Whitehouse" userId="0ecba9273f6ad366" providerId="LiveId" clId="{F36E82C0-65ED-4BE7-8730-0F102FB388DD}" dt="2026-06-09T17:32:17.819" v="590" actId="208"/>
          <ac:spMkLst>
            <pc:docMk/>
            <pc:sldMk cId="290620374" sldId="276"/>
            <ac:spMk id="13" creationId="{5DDAB2C6-A714-FF3A-F6FB-98A93C4ACAFB}"/>
          </ac:spMkLst>
        </pc:spChg>
        <pc:spChg chg="add mod">
          <ac:chgData name="Michael Whitehouse" userId="0ecba9273f6ad366" providerId="LiveId" clId="{F36E82C0-65ED-4BE7-8730-0F102FB388DD}" dt="2026-06-09T17:32:17.942" v="601" actId="139"/>
          <ac:spMkLst>
            <pc:docMk/>
            <pc:sldMk cId="290620374" sldId="276"/>
            <ac:spMk id="14" creationId="{4439AFCE-D570-BE4B-D0CB-7F13BB7B7D69}"/>
          </ac:spMkLst>
        </pc:spChg>
        <pc:spChg chg="add mod">
          <ac:chgData name="Michael Whitehouse" userId="0ecba9273f6ad366" providerId="LiveId" clId="{F36E82C0-65ED-4BE7-8730-0F102FB388DD}" dt="2026-06-09T17:32:18.054" v="612" actId="139"/>
          <ac:spMkLst>
            <pc:docMk/>
            <pc:sldMk cId="290620374" sldId="276"/>
            <ac:spMk id="15" creationId="{DF6C6A29-5253-C964-EA1E-8A1F150B8AA0}"/>
          </ac:spMkLst>
        </pc:spChg>
        <pc:spChg chg="add mod">
          <ac:chgData name="Michael Whitehouse" userId="0ecba9273f6ad366" providerId="LiveId" clId="{F36E82C0-65ED-4BE7-8730-0F102FB388DD}" dt="2026-06-09T17:32:18.173" v="621"/>
          <ac:spMkLst>
            <pc:docMk/>
            <pc:sldMk cId="290620374" sldId="276"/>
            <ac:spMk id="16" creationId="{98843C39-BAB1-7803-5EAD-6DD852F3153F}"/>
          </ac:spMkLst>
        </pc:spChg>
        <pc:spChg chg="add mod">
          <ac:chgData name="Michael Whitehouse" userId="0ecba9273f6ad366" providerId="LiveId" clId="{F36E82C0-65ED-4BE7-8730-0F102FB388DD}" dt="2026-06-09T17:32:18.298" v="631" actId="208"/>
          <ac:spMkLst>
            <pc:docMk/>
            <pc:sldMk cId="290620374" sldId="276"/>
            <ac:spMk id="17" creationId="{14929E92-FE8C-AA0E-C61A-378C78DDDDE7}"/>
          </ac:spMkLst>
        </pc:spChg>
        <pc:spChg chg="add mod">
          <ac:chgData name="Michael Whitehouse" userId="0ecba9273f6ad366" providerId="LiveId" clId="{F36E82C0-65ED-4BE7-8730-0F102FB388DD}" dt="2026-06-09T17:32:18.429" v="642" actId="139"/>
          <ac:spMkLst>
            <pc:docMk/>
            <pc:sldMk cId="290620374" sldId="276"/>
            <ac:spMk id="18" creationId="{1DD5B6E8-9758-06D1-70E0-47112E52F8F1}"/>
          </ac:spMkLst>
        </pc:spChg>
        <pc:spChg chg="add mod">
          <ac:chgData name="Michael Whitehouse" userId="0ecba9273f6ad366" providerId="LiveId" clId="{F36E82C0-65ED-4BE7-8730-0F102FB388DD}" dt="2026-06-09T17:32:18.550" v="653" actId="139"/>
          <ac:spMkLst>
            <pc:docMk/>
            <pc:sldMk cId="290620374" sldId="276"/>
            <ac:spMk id="19" creationId="{ABB6BD79-2AB0-FA06-4AEB-23C508BA5AA6}"/>
          </ac:spMkLst>
        </pc:spChg>
        <pc:spChg chg="add mod">
          <ac:chgData name="Michael Whitehouse" userId="0ecba9273f6ad366" providerId="LiveId" clId="{F36E82C0-65ED-4BE7-8730-0F102FB388DD}" dt="2026-06-09T17:32:18.670" v="662"/>
          <ac:spMkLst>
            <pc:docMk/>
            <pc:sldMk cId="290620374" sldId="276"/>
            <ac:spMk id="20" creationId="{A56417DF-2B04-87A0-DA2B-1C4FAE99FF89}"/>
          </ac:spMkLst>
        </pc:spChg>
        <pc:spChg chg="add mod">
          <ac:chgData name="Michael Whitehouse" userId="0ecba9273f6ad366" providerId="LiveId" clId="{F36E82C0-65ED-4BE7-8730-0F102FB388DD}" dt="2026-06-09T17:32:18.799" v="672" actId="208"/>
          <ac:spMkLst>
            <pc:docMk/>
            <pc:sldMk cId="290620374" sldId="276"/>
            <ac:spMk id="21" creationId="{1CF0CECC-8A59-4AEE-4AA5-0985073C6B02}"/>
          </ac:spMkLst>
        </pc:spChg>
        <pc:spChg chg="add mod">
          <ac:chgData name="Michael Whitehouse" userId="0ecba9273f6ad366" providerId="LiveId" clId="{F36E82C0-65ED-4BE7-8730-0F102FB388DD}" dt="2026-06-09T17:32:18.928" v="683" actId="139"/>
          <ac:spMkLst>
            <pc:docMk/>
            <pc:sldMk cId="290620374" sldId="276"/>
            <ac:spMk id="22" creationId="{ECDE4008-C1C5-D3B4-B14D-B9B6781DD3F1}"/>
          </ac:spMkLst>
        </pc:spChg>
        <pc:spChg chg="add mod">
          <ac:chgData name="Michael Whitehouse" userId="0ecba9273f6ad366" providerId="LiveId" clId="{F36E82C0-65ED-4BE7-8730-0F102FB388DD}" dt="2026-06-09T17:32:19.050" v="694" actId="139"/>
          <ac:spMkLst>
            <pc:docMk/>
            <pc:sldMk cId="290620374" sldId="276"/>
            <ac:spMk id="23" creationId="{ECC4D3F5-220B-DAB3-C07F-CE150C9DD4F5}"/>
          </ac:spMkLst>
        </pc:spChg>
        <pc:spChg chg="add mod">
          <ac:chgData name="Michael Whitehouse" userId="0ecba9273f6ad366" providerId="LiveId" clId="{F36E82C0-65ED-4BE7-8730-0F102FB388DD}" dt="2026-06-09T17:32:19.065" v="704" actId="207"/>
          <ac:spMkLst>
            <pc:docMk/>
            <pc:sldMk cId="290620374" sldId="276"/>
            <ac:spMk id="24" creationId="{BB7FCAD4-8A6C-3148-E524-B1574ED847B0}"/>
          </ac:spMkLst>
        </pc:spChg>
        <pc:spChg chg="add mod">
          <ac:chgData name="Michael Whitehouse" userId="0ecba9273f6ad366" providerId="LiveId" clId="{F36E82C0-65ED-4BE7-8730-0F102FB388DD}" dt="2026-06-09T17:32:19.079" v="714" actId="207"/>
          <ac:spMkLst>
            <pc:docMk/>
            <pc:sldMk cId="290620374" sldId="276"/>
            <ac:spMk id="25" creationId="{4C13045E-259B-35B3-E7C7-34CCC8DDF84C}"/>
          </ac:spMkLst>
        </pc:spChg>
      </pc:sldChg>
      <pc:sldChg chg="addSp delSp modSp add mod">
        <pc:chgData name="Michael Whitehouse" userId="0ecba9273f6ad366" providerId="LiveId" clId="{F36E82C0-65ED-4BE7-8730-0F102FB388DD}" dt="2026-06-11T11:11:33.848" v="836" actId="1076"/>
        <pc:sldMkLst>
          <pc:docMk/>
          <pc:sldMk cId="2232567602" sldId="277"/>
        </pc:sldMkLst>
        <pc:spChg chg="mod">
          <ac:chgData name="Michael Whitehouse" userId="0ecba9273f6ad366" providerId="LiveId" clId="{F36E82C0-65ED-4BE7-8730-0F102FB388DD}" dt="2026-06-09T17:32:19.086" v="718" actId="139"/>
          <ac:spMkLst>
            <pc:docMk/>
            <pc:sldMk cId="2232567602" sldId="277"/>
            <ac:spMk id="2" creationId="{88E4DDD3-053F-2775-18ED-BD9146855A75}"/>
          </ac:spMkLst>
        </pc:spChg>
        <pc:spChg chg="add mod">
          <ac:chgData name="Michael Whitehouse" userId="0ecba9273f6ad366" providerId="LiveId" clId="{F36E82C0-65ED-4BE7-8730-0F102FB388DD}" dt="2026-06-11T11:11:33.848" v="836" actId="1076"/>
          <ac:spMkLst>
            <pc:docMk/>
            <pc:sldMk cId="2232567602" sldId="277"/>
            <ac:spMk id="3" creationId="{6DEA5BA1-76AD-76BE-4D0A-6BEB22144EBB}"/>
          </ac:spMkLst>
        </pc:spChg>
        <pc:spChg chg="add mod">
          <ac:chgData name="Michael Whitehouse" userId="0ecba9273f6ad366" providerId="LiveId" clId="{F36E82C0-65ED-4BE7-8730-0F102FB388DD}" dt="2026-06-09T17:32:19.758" v="752" actId="207"/>
          <ac:spMkLst>
            <pc:docMk/>
            <pc:sldMk cId="2232567602" sldId="277"/>
            <ac:spMk id="5" creationId="{565FABAC-79DA-8600-A850-3B943C72C8EA}"/>
          </ac:spMkLst>
        </pc:spChg>
        <pc:spChg chg="add mod">
          <ac:chgData name="Michael Whitehouse" userId="0ecba9273f6ad366" providerId="LiveId" clId="{F36E82C0-65ED-4BE7-8730-0F102FB388DD}" dt="2026-06-09T17:32:19.882" v="764" actId="207"/>
          <ac:spMkLst>
            <pc:docMk/>
            <pc:sldMk cId="2232567602" sldId="277"/>
            <ac:spMk id="6" creationId="{C3938620-698A-3C29-2FFF-180CEE0674ED}"/>
          </ac:spMkLst>
        </pc:spChg>
        <pc:spChg chg="add mod">
          <ac:chgData name="Michael Whitehouse" userId="0ecba9273f6ad366" providerId="LiveId" clId="{F36E82C0-65ED-4BE7-8730-0F102FB388DD}" dt="2026-06-09T17:32:20.001" v="773"/>
          <ac:spMkLst>
            <pc:docMk/>
            <pc:sldMk cId="2232567602" sldId="277"/>
            <ac:spMk id="7" creationId="{3799158F-EE9B-D622-06D0-00F25864A767}"/>
          </ac:spMkLst>
        </pc:spChg>
        <pc:spChg chg="add mod">
          <ac:chgData name="Michael Whitehouse" userId="0ecba9273f6ad366" providerId="LiveId" clId="{F36E82C0-65ED-4BE7-8730-0F102FB388DD}" dt="2026-06-09T17:32:20.134" v="785" actId="207"/>
          <ac:spMkLst>
            <pc:docMk/>
            <pc:sldMk cId="2232567602" sldId="277"/>
            <ac:spMk id="8" creationId="{C2B114A9-ABD9-7FD7-DC89-79F9F5E137C0}"/>
          </ac:spMkLst>
        </pc:spChg>
        <pc:spChg chg="add mod">
          <ac:chgData name="Michael Whitehouse" userId="0ecba9273f6ad366" providerId="LiveId" clId="{F36E82C0-65ED-4BE7-8730-0F102FB388DD}" dt="2026-06-09T17:32:20.266" v="804" actId="207"/>
          <ac:spMkLst>
            <pc:docMk/>
            <pc:sldMk cId="2232567602" sldId="277"/>
            <ac:spMk id="10" creationId="{908E5E62-0837-503B-1D1F-2A029722611D}"/>
          </ac:spMkLst>
        </pc:spChg>
        <pc:spChg chg="add mod">
          <ac:chgData name="Michael Whitehouse" userId="0ecba9273f6ad366" providerId="LiveId" clId="{F36E82C0-65ED-4BE7-8730-0F102FB388DD}" dt="2026-06-09T17:32:20.279" v="814" actId="207"/>
          <ac:spMkLst>
            <pc:docMk/>
            <pc:sldMk cId="2232567602" sldId="277"/>
            <ac:spMk id="11" creationId="{3B0FE87A-F771-9FC4-F785-B100711D415F}"/>
          </ac:spMkLst>
        </pc:spChg>
      </pc:sldChg>
      <pc:sldChg chg="addSp delSp modSp new mod modClrScheme chgLayout">
        <pc:chgData name="Michael Whitehouse" userId="0ecba9273f6ad366" providerId="LiveId" clId="{F36E82C0-65ED-4BE7-8730-0F102FB388DD}" dt="2026-06-11T11:22:25.051" v="892" actId="1076"/>
        <pc:sldMkLst>
          <pc:docMk/>
          <pc:sldMk cId="2379165939" sldId="278"/>
        </pc:sldMkLst>
        <pc:spChg chg="add mod ord">
          <ac:chgData name="Michael Whitehouse" userId="0ecba9273f6ad366" providerId="LiveId" clId="{F36E82C0-65ED-4BE7-8730-0F102FB388DD}" dt="2026-06-11T11:22:17.449" v="889" actId="20577"/>
          <ac:spMkLst>
            <pc:docMk/>
            <pc:sldMk cId="2379165939" sldId="278"/>
            <ac:spMk id="3" creationId="{E6EBC8F6-FF1C-BD90-AE95-465B6DBBE470}"/>
          </ac:spMkLst>
        </pc:spChg>
        <pc:picChg chg="add mod">
          <ac:chgData name="Michael Whitehouse" userId="0ecba9273f6ad366" providerId="LiveId" clId="{F36E82C0-65ED-4BE7-8730-0F102FB388DD}" dt="2026-06-11T11:22:25.051" v="892" actId="1076"/>
          <ac:picMkLst>
            <pc:docMk/>
            <pc:sldMk cId="2379165939" sldId="278"/>
            <ac:picMk id="5" creationId="{192D1951-6B4E-AB9F-82FF-D906D2459EBD}"/>
          </ac:picMkLst>
        </pc:picChg>
      </pc:sldChg>
      <pc:sldChg chg="addSp delSp modSp new mod modClrScheme chgLayout">
        <pc:chgData name="Michael Whitehouse" userId="0ecba9273f6ad366" providerId="LiveId" clId="{F36E82C0-65ED-4BE7-8730-0F102FB388DD}" dt="2026-06-11T11:23:26.765" v="917" actId="1076"/>
        <pc:sldMkLst>
          <pc:docMk/>
          <pc:sldMk cId="3624898103" sldId="279"/>
        </pc:sldMkLst>
        <pc:spChg chg="add mod ord">
          <ac:chgData name="Michael Whitehouse" userId="0ecba9273f6ad366" providerId="LiveId" clId="{F36E82C0-65ED-4BE7-8730-0F102FB388DD}" dt="2026-06-11T11:23:19.464" v="914" actId="20577"/>
          <ac:spMkLst>
            <pc:docMk/>
            <pc:sldMk cId="3624898103" sldId="279"/>
            <ac:spMk id="3" creationId="{CFE4B9D5-0A91-6665-1338-02CECFC68C3E}"/>
          </ac:spMkLst>
        </pc:spChg>
        <pc:picChg chg="add mod">
          <ac:chgData name="Michael Whitehouse" userId="0ecba9273f6ad366" providerId="LiveId" clId="{F36E82C0-65ED-4BE7-8730-0F102FB388DD}" dt="2026-06-11T11:23:26.765" v="917" actId="1076"/>
          <ac:picMkLst>
            <pc:docMk/>
            <pc:sldMk cId="3624898103" sldId="279"/>
            <ac:picMk id="5" creationId="{6F5F3C65-D3A1-F8E3-1D8D-4E7DD8813441}"/>
          </ac:picMkLst>
        </pc:picChg>
      </pc:sldChg>
      <pc:sldChg chg="addSp delSp modSp new mod modClrScheme chgLayout">
        <pc:chgData name="Michael Whitehouse" userId="0ecba9273f6ad366" providerId="LiveId" clId="{F36E82C0-65ED-4BE7-8730-0F102FB388DD}" dt="2026-06-11T11:24:28.501" v="956" actId="1076"/>
        <pc:sldMkLst>
          <pc:docMk/>
          <pc:sldMk cId="2815996084" sldId="280"/>
        </pc:sldMkLst>
        <pc:spChg chg="add mod ord">
          <ac:chgData name="Michael Whitehouse" userId="0ecba9273f6ad366" providerId="LiveId" clId="{F36E82C0-65ED-4BE7-8730-0F102FB388DD}" dt="2026-06-11T11:23:56.257" v="953" actId="20577"/>
          <ac:spMkLst>
            <pc:docMk/>
            <pc:sldMk cId="2815996084" sldId="280"/>
            <ac:spMk id="3" creationId="{C208F647-349A-8D13-E4BC-9BF724C9FBE6}"/>
          </ac:spMkLst>
        </pc:spChg>
        <pc:picChg chg="add mod">
          <ac:chgData name="Michael Whitehouse" userId="0ecba9273f6ad366" providerId="LiveId" clId="{F36E82C0-65ED-4BE7-8730-0F102FB388DD}" dt="2026-06-11T11:24:28.501" v="956" actId="1076"/>
          <ac:picMkLst>
            <pc:docMk/>
            <pc:sldMk cId="2815996084" sldId="280"/>
            <ac:picMk id="5" creationId="{1A447B03-A795-3DA0-0411-80E61E8F7EF3}"/>
          </ac:picMkLst>
        </pc:picChg>
      </pc:sldChg>
      <pc:sldChg chg="addSp modSp new mod modClrScheme chgLayout">
        <pc:chgData name="Michael Whitehouse" userId="0ecba9273f6ad366" providerId="LiveId" clId="{F36E82C0-65ED-4BE7-8730-0F102FB388DD}" dt="2026-06-11T11:26:02.536" v="1010" actId="20577"/>
        <pc:sldMkLst>
          <pc:docMk/>
          <pc:sldMk cId="1390555703" sldId="281"/>
        </pc:sldMkLst>
        <pc:spChg chg="add mod ord">
          <ac:chgData name="Michael Whitehouse" userId="0ecba9273f6ad366" providerId="LiveId" clId="{F36E82C0-65ED-4BE7-8730-0F102FB388DD}" dt="2026-06-11T11:26:02.536" v="1010" actId="20577"/>
          <ac:spMkLst>
            <pc:docMk/>
            <pc:sldMk cId="1390555703" sldId="281"/>
            <ac:spMk id="2" creationId="{7711CED4-437D-15FA-488C-CCCB5655F05E}"/>
          </ac:spMkLst>
        </pc:spChg>
        <pc:picChg chg="add mod">
          <ac:chgData name="Michael Whitehouse" userId="0ecba9273f6ad366" providerId="LiveId" clId="{F36E82C0-65ED-4BE7-8730-0F102FB388DD}" dt="2026-06-11T11:26:01.069" v="1009" actId="1076"/>
          <ac:picMkLst>
            <pc:docMk/>
            <pc:sldMk cId="1390555703" sldId="281"/>
            <ac:picMk id="1026" creationId="{DCBE1FD6-50E9-3F22-FB1B-C541BFC052B0}"/>
          </ac:picMkLst>
        </pc:picChg>
      </pc:sldChg>
      <pc:sldChg chg="addSp modSp new mod modClrScheme chgLayout">
        <pc:chgData name="Michael Whitehouse" userId="0ecba9273f6ad366" providerId="LiveId" clId="{F36E82C0-65ED-4BE7-8730-0F102FB388DD}" dt="2026-06-11T11:25:58.403" v="1008" actId="1076"/>
        <pc:sldMkLst>
          <pc:docMk/>
          <pc:sldMk cId="2709396569" sldId="282"/>
        </pc:sldMkLst>
        <pc:spChg chg="add mod ord">
          <ac:chgData name="Michael Whitehouse" userId="0ecba9273f6ad366" providerId="LiveId" clId="{F36E82C0-65ED-4BE7-8730-0F102FB388DD}" dt="2026-06-11T11:25:54.554" v="1006" actId="20577"/>
          <ac:spMkLst>
            <pc:docMk/>
            <pc:sldMk cId="2709396569" sldId="282"/>
            <ac:spMk id="2" creationId="{38D10272-8ADB-6F0A-676F-73E9439D801E}"/>
          </ac:spMkLst>
        </pc:spChg>
        <pc:picChg chg="add mod">
          <ac:chgData name="Michael Whitehouse" userId="0ecba9273f6ad366" providerId="LiveId" clId="{F36E82C0-65ED-4BE7-8730-0F102FB388DD}" dt="2026-06-11T11:25:58.403" v="1008" actId="1076"/>
          <ac:picMkLst>
            <pc:docMk/>
            <pc:sldMk cId="2709396569" sldId="282"/>
            <ac:picMk id="2050" creationId="{E9B99E81-409D-AA46-7348-B997CCF171FF}"/>
          </ac:picMkLst>
        </pc:picChg>
      </pc:sldChg>
      <pc:sldChg chg="addSp modSp new mod ord">
        <pc:chgData name="Michael Whitehouse" userId="0ecba9273f6ad366" providerId="LiveId" clId="{F36E82C0-65ED-4BE7-8730-0F102FB388DD}" dt="2026-06-11T11:32:52.948" v="1079" actId="113"/>
        <pc:sldMkLst>
          <pc:docMk/>
          <pc:sldMk cId="3427113224" sldId="283"/>
        </pc:sldMkLst>
        <pc:spChg chg="add mod">
          <ac:chgData name="Michael Whitehouse" userId="0ecba9273f6ad366" providerId="LiveId" clId="{F36E82C0-65ED-4BE7-8730-0F102FB388DD}" dt="2026-06-11T11:26:32.553" v="1015" actId="1076"/>
          <ac:spMkLst>
            <pc:docMk/>
            <pc:sldMk cId="3427113224" sldId="283"/>
            <ac:spMk id="3" creationId="{CFB9A6DF-988E-3733-C9AA-921460112D44}"/>
          </ac:spMkLst>
        </pc:spChg>
        <pc:spChg chg="add mod">
          <ac:chgData name="Michael Whitehouse" userId="0ecba9273f6ad366" providerId="LiveId" clId="{F36E82C0-65ED-4BE7-8730-0F102FB388DD}" dt="2026-06-11T11:26:46.521" v="1021" actId="1076"/>
          <ac:spMkLst>
            <pc:docMk/>
            <pc:sldMk cId="3427113224" sldId="283"/>
            <ac:spMk id="5" creationId="{67C33FA3-4FBF-6B08-C360-D81E923C1B76}"/>
          </ac:spMkLst>
        </pc:spChg>
        <pc:spChg chg="add mod">
          <ac:chgData name="Michael Whitehouse" userId="0ecba9273f6ad366" providerId="LiveId" clId="{F36E82C0-65ED-4BE7-8730-0F102FB388DD}" dt="2026-06-11T11:32:52.948" v="1079" actId="113"/>
          <ac:spMkLst>
            <pc:docMk/>
            <pc:sldMk cId="3427113224" sldId="283"/>
            <ac:spMk id="7" creationId="{3D187C53-B46D-00A4-0FA6-CD66D04D7348}"/>
          </ac:spMkLst>
        </pc:spChg>
        <pc:picChg chg="add mod">
          <ac:chgData name="Michael Whitehouse" userId="0ecba9273f6ad366" providerId="LiveId" clId="{F36E82C0-65ED-4BE7-8730-0F102FB388DD}" dt="2026-06-11T11:26:25.645" v="1013" actId="1076"/>
          <ac:picMkLst>
            <pc:docMk/>
            <pc:sldMk cId="3427113224" sldId="283"/>
            <ac:picMk id="3074" creationId="{FE73AD7D-C3E0-B476-8A1C-CE99BD26BB3B}"/>
          </ac:picMkLst>
        </pc:picChg>
      </pc:sldChg>
      <pc:sldChg chg="addSp delSp modSp new mod modClrScheme chgLayout">
        <pc:chgData name="Michael Whitehouse" userId="0ecba9273f6ad366" providerId="LiveId" clId="{F36E82C0-65ED-4BE7-8730-0F102FB388DD}" dt="2026-06-11T11:31:39.966" v="1074" actId="26606"/>
        <pc:sldMkLst>
          <pc:docMk/>
          <pc:sldMk cId="58530049" sldId="284"/>
        </pc:sldMkLst>
        <pc:spChg chg="add mod">
          <ac:chgData name="Michael Whitehouse" userId="0ecba9273f6ad366" providerId="LiveId" clId="{F36E82C0-65ED-4BE7-8730-0F102FB388DD}" dt="2026-06-11T11:27:59.863" v="1066" actId="20577"/>
          <ac:spMkLst>
            <pc:docMk/>
            <pc:sldMk cId="58530049" sldId="284"/>
            <ac:spMk id="2" creationId="{CACB2BF7-7611-8402-5BC2-32B905E597EB}"/>
          </ac:spMkLst>
        </pc:spChg>
        <pc:spChg chg="add mod">
          <ac:chgData name="Michael Whitehouse" userId="0ecba9273f6ad366" providerId="LiveId" clId="{F36E82C0-65ED-4BE7-8730-0F102FB388DD}" dt="2026-06-11T11:31:39.966" v="1074" actId="26606"/>
          <ac:spMkLst>
            <pc:docMk/>
            <pc:sldMk cId="58530049" sldId="284"/>
            <ac:spMk id="7" creationId="{57424D69-6653-B3AB-C018-A4C0A99D7A95}"/>
          </ac:spMkLst>
        </pc:spChg>
      </pc:sldChg>
      <pc:sldMasterChg chg="delSp mod">
        <pc:chgData name="Michael Whitehouse" userId="0ecba9273f6ad366" providerId="LiveId" clId="{F36E82C0-65ED-4BE7-8730-0F102FB388DD}" dt="2026-06-09T17:32:11.926" v="1"/>
        <pc:sldMasterMkLst>
          <pc:docMk/>
          <pc:sldMasterMk cId="1346028740" sldId="2147483650"/>
        </pc:sldMasterMkLst>
      </pc:sldMasterChg>
      <pc:sldMasterChg chg="delSp mod">
        <pc:chgData name="Michael Whitehouse" userId="0ecba9273f6ad366" providerId="LiveId" clId="{F36E82C0-65ED-4BE7-8730-0F102FB388DD}" dt="2026-06-09T17:32:11.934" v="3"/>
        <pc:sldMasterMkLst>
          <pc:docMk/>
          <pc:sldMasterMk cId="113857276" sldId="2147483754"/>
        </pc:sldMasterMkLst>
      </pc:sldMasterChg>
    </pc:docChg>
  </pc:docChgLst>
</pc:chgInfo>
</file>

<file path=ppt/handoutMasters/_rels/handoutMaster1.xml.rels><?xml version="1.0" encoding="UTF-8" standalone="yes"?>
<Relationships xmlns="http://schemas.openxmlformats.org/package/2006/relationships"><Relationship Id="rId1" Type="http://schemas.openxmlformats.org/officeDocument/2006/relationships/theme" Target="../theme/theme4.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7A5B031E-05D2-138B-3B18-606AC45D74F7}"/>
              </a:ext>
            </a:extLst>
          </p:cNvPr>
          <p:cNvSpPr>
            <a:spLocks noGrp="1"/>
          </p:cNvSpPr>
          <p:nvPr>
            <p:ph type="hdr" sz="quarter"/>
          </p:nvPr>
        </p:nvSpPr>
        <p:spPr>
          <a:xfrm>
            <a:off x="0" y="0"/>
            <a:ext cx="2228850" cy="458788"/>
          </a:xfrm>
          <a:prstGeom prst="rect">
            <a:avLst/>
          </a:prstGeom>
        </p:spPr>
        <p:txBody>
          <a:bodyPr vert="horz" lIns="91440" tIns="45720" rIns="91440" bIns="45720" rtlCol="0"/>
          <a:lstStyle>
            <a:lvl1pPr algn="l">
              <a:defRPr sz="1200"/>
            </a:lvl1pPr>
          </a:lstStyle>
          <a:p>
            <a:endParaRPr lang="en-GB"/>
          </a:p>
        </p:txBody>
      </p:sp>
      <p:sp>
        <p:nvSpPr>
          <p:cNvPr id="3" name="Date Placeholder 2">
            <a:extLst>
              <a:ext uri="{FF2B5EF4-FFF2-40B4-BE49-F238E27FC236}">
                <a16:creationId xmlns:a16="http://schemas.microsoft.com/office/drawing/2014/main" id="{86298D0E-9BDF-878F-30E2-49E19C8AF8E4}"/>
              </a:ext>
            </a:extLst>
          </p:cNvPr>
          <p:cNvSpPr>
            <a:spLocks noGrp="1"/>
          </p:cNvSpPr>
          <p:nvPr>
            <p:ph type="dt" sz="quarter" idx="1"/>
          </p:nvPr>
        </p:nvSpPr>
        <p:spPr>
          <a:xfrm>
            <a:off x="2913063" y="0"/>
            <a:ext cx="2228850" cy="458788"/>
          </a:xfrm>
          <a:prstGeom prst="rect">
            <a:avLst/>
          </a:prstGeom>
        </p:spPr>
        <p:txBody>
          <a:bodyPr vert="horz" lIns="91440" tIns="45720" rIns="91440" bIns="45720" rtlCol="0"/>
          <a:lstStyle>
            <a:lvl1pPr algn="r">
              <a:defRPr sz="1200"/>
            </a:lvl1pPr>
          </a:lstStyle>
          <a:p>
            <a:fld id="{5F7E5DBF-4345-4F59-A67F-8149DBE00469}" type="datetimeFigureOut">
              <a:rPr lang="en-GB" smtClean="0"/>
              <a:t>14/06/2026</a:t>
            </a:fld>
            <a:endParaRPr lang="en-GB"/>
          </a:p>
        </p:txBody>
      </p:sp>
      <p:sp>
        <p:nvSpPr>
          <p:cNvPr id="4" name="Footer Placeholder 3">
            <a:extLst>
              <a:ext uri="{FF2B5EF4-FFF2-40B4-BE49-F238E27FC236}">
                <a16:creationId xmlns:a16="http://schemas.microsoft.com/office/drawing/2014/main" id="{E87592BB-D579-1B70-1C19-E22BC296CE28}"/>
              </a:ext>
            </a:extLst>
          </p:cNvPr>
          <p:cNvSpPr>
            <a:spLocks noGrp="1"/>
          </p:cNvSpPr>
          <p:nvPr>
            <p:ph type="ftr" sz="quarter" idx="2"/>
          </p:nvPr>
        </p:nvSpPr>
        <p:spPr>
          <a:xfrm>
            <a:off x="0" y="8685213"/>
            <a:ext cx="2228850" cy="458787"/>
          </a:xfrm>
          <a:prstGeom prst="rect">
            <a:avLst/>
          </a:prstGeom>
        </p:spPr>
        <p:txBody>
          <a:bodyPr vert="horz" lIns="91440" tIns="45720" rIns="91440" bIns="45720" rtlCol="0" anchor="b"/>
          <a:lstStyle>
            <a:lvl1pPr algn="l">
              <a:defRPr sz="1200"/>
            </a:lvl1pPr>
          </a:lstStyle>
          <a:p>
            <a:endParaRPr lang="en-GB"/>
          </a:p>
        </p:txBody>
      </p:sp>
      <p:sp>
        <p:nvSpPr>
          <p:cNvPr id="5" name="Slide Number Placeholder 4">
            <a:extLst>
              <a:ext uri="{FF2B5EF4-FFF2-40B4-BE49-F238E27FC236}">
                <a16:creationId xmlns:a16="http://schemas.microsoft.com/office/drawing/2014/main" id="{177129EC-4147-D5EF-96A1-BC1A0AA9CCFF}"/>
              </a:ext>
            </a:extLst>
          </p:cNvPr>
          <p:cNvSpPr>
            <a:spLocks noGrp="1"/>
          </p:cNvSpPr>
          <p:nvPr>
            <p:ph type="sldNum" sz="quarter" idx="3"/>
          </p:nvPr>
        </p:nvSpPr>
        <p:spPr>
          <a:xfrm>
            <a:off x="2913063" y="8685213"/>
            <a:ext cx="2228850" cy="458787"/>
          </a:xfrm>
          <a:prstGeom prst="rect">
            <a:avLst/>
          </a:prstGeom>
        </p:spPr>
        <p:txBody>
          <a:bodyPr vert="horz" lIns="91440" tIns="45720" rIns="91440" bIns="45720" rtlCol="0" anchor="b"/>
          <a:lstStyle>
            <a:lvl1pPr algn="r">
              <a:defRPr sz="1200"/>
            </a:lvl1pPr>
          </a:lstStyle>
          <a:p>
            <a:fld id="{4694AD2E-A4F8-4FC3-B671-6FC31B80A33A}" type="slidenum">
              <a:rPr lang="en-GB" smtClean="0"/>
              <a:t>‹#›</a:t>
            </a:fld>
            <a:endParaRPr lang="en-GB"/>
          </a:p>
        </p:txBody>
      </p:sp>
    </p:spTree>
    <p:extLst>
      <p:ext uri="{BB962C8B-B14F-4D97-AF65-F5344CB8AC3E}">
        <p14:creationId xmlns:p14="http://schemas.microsoft.com/office/powerpoint/2010/main" val="362720021"/>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31109"/>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4.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Master" Target="../slideMasters/slideMaster1.xml"/></Relationships>
</file>

<file path=ppt/slideLayouts/_rels/slideLayout45.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1.xml"/></Relationships>
</file>

<file path=ppt/slideLayouts/_rels/slideLayout46.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1.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0.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4.xml.rels><?xml version="1.0" encoding="UTF-8" standalone="yes"?>
<Relationships xmlns="http://schemas.openxmlformats.org/package/2006/relationships"><Relationship Id="rId2" Type="http://schemas.openxmlformats.org/officeDocument/2006/relationships/image" Target="../media/image11.jpeg"/><Relationship Id="rId1" Type="http://schemas.openxmlformats.org/officeDocument/2006/relationships/slideMaster" Target="../slideMasters/slideMaster1.xml"/></Relationships>
</file>

<file path=ppt/slideLayouts/_rels/slideLayout55.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Master" Target="../slideMasters/slideMaster1.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6.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Master" Target="../slideMasters/slideMaster1.xml"/></Relationships>
</file>

<file path=ppt/slideLayouts/_rels/slideLayout77.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78.xml.rels><?xml version="1.0" encoding="UTF-8" standalone="yes"?>
<Relationships xmlns="http://schemas.openxmlformats.org/package/2006/relationships"><Relationship Id="rId2" Type="http://schemas.openxmlformats.org/officeDocument/2006/relationships/image" Target="../media/image15.svg"/><Relationship Id="rId1" Type="http://schemas.openxmlformats.org/officeDocument/2006/relationships/slideMaster" Target="../slideMasters/slideMaster1.xml"/></Relationships>
</file>

<file path=ppt/slideLayouts/_rels/slideLayout79.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0.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1.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Master" Target="../slideMasters/slideMaster1.xml"/></Relationships>
</file>

<file path=ppt/slideLayouts/_rels/slideLayout82.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Master" Target="../slideMasters/slideMaster1.xml"/></Relationships>
</file>

<file path=ppt/slideLayouts/_rels/slideLayout8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4.xml.rels><?xml version="1.0" encoding="UTF-8" standalone="yes"?>
<Relationships xmlns="http://schemas.openxmlformats.org/package/2006/relationships"><Relationship Id="rId2" Type="http://schemas.openxmlformats.org/officeDocument/2006/relationships/image" Target="../media/image18.png"/><Relationship Id="rId1" Type="http://schemas.openxmlformats.org/officeDocument/2006/relationships/slideMaster" Target="../slideMasters/slideMaster1.xml"/></Relationships>
</file>

<file path=ppt/slideLayouts/_rels/slideLayout8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9.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Master" Target="../slideMasters/slideMaster1.xml"/></Relationships>
</file>

<file path=ppt/slideLayouts/_rels/slideLayout91.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2.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3.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4.xml.rels><?xml version="1.0" encoding="UTF-8" standalone="yes"?>
<Relationships xmlns="http://schemas.openxmlformats.org/package/2006/relationships"><Relationship Id="rId2" Type="http://schemas.openxmlformats.org/officeDocument/2006/relationships/image" Target="../media/image19.svg"/><Relationship Id="rId1" Type="http://schemas.openxmlformats.org/officeDocument/2006/relationships/slideMaster" Target="../slideMasters/slideMaster1.xml"/></Relationships>
</file>

<file path=ppt/slideLayouts/_rels/slideLayout9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1.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2.xml.rels><?xml version="1.0" encoding="UTF-8" standalone="yes"?>
<Relationships xmlns="http://schemas.openxmlformats.org/package/2006/relationships"><Relationship Id="rId2" Type="http://schemas.openxmlformats.org/officeDocument/2006/relationships/image" Target="../media/image10.emf"/><Relationship Id="rId1" Type="http://schemas.openxmlformats.org/officeDocument/2006/relationships/slideMaster" Target="../slideMasters/slideMaster1.xml"/></Relationships>
</file>

<file path=ppt/slideLayouts/_rels/slideLayout10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5.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2.xml"/></Relationships>
</file>

<file path=ppt/slideLayouts/_rels/slideLayout10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2.xml"/></Relationships>
</file>

<file path=ppt/slideLayouts/_rels/slideLayout10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0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1.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2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4.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5.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2.xml"/></Relationships>
</file>

<file path=ppt/slideLayouts/_rels/slideLayout126.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7.xml.rels><?xml version="1.0" encoding="UTF-8" standalone="yes"?>
<Relationships xmlns="http://schemas.openxmlformats.org/package/2006/relationships"><Relationship Id="rId2" Type="http://schemas.openxmlformats.org/officeDocument/2006/relationships/image" Target="../media/image3.jpeg"/><Relationship Id="rId1" Type="http://schemas.openxmlformats.org/officeDocument/2006/relationships/slideMaster" Target="../slideMasters/slideMaster2.xml"/></Relationships>
</file>

<file path=ppt/slideLayouts/_rels/slideLayout1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2.xml"/></Relationships>
</file>

<file path=ppt/slideLayouts/_rels/slideLayout129.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Master" Target="../slideMasters/slideMaster2.xml"/></Relationships>
</file>

<file path=ppt/slideLayouts/_rels/slideLayout1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3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7.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Master" Target="../slideMasters/slideMaster2.xml"/></Relationships>
</file>

<file path=ppt/slideLayouts/_rels/slideLayout148.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Master" Target="../slideMasters/slideMaster2.xml"/></Relationships>
</file>

<file path=ppt/slideLayouts/_rels/slideLayout14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5504288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52443053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sldLayout>
</file>

<file path=ppt/slideLayouts/slideLayout3.xml><?xml version="1.0" encoding="utf-8"?>
<p:sldLayout xmlns:a="http://schemas.openxmlformats.org/drawingml/2006/main" xmlns:r="http://schemas.openxmlformats.org/officeDocument/2006/relationships" xmlns:p="http://schemas.openxmlformats.org/presentationml/2006/main" showMasterSp="0" preserve="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2271991416"/>
      </p:ext>
    </p:extLst>
  </p:cSld>
  <p:clrMapOvr>
    <a:masterClrMapping/>
  </p:clrMapOvr>
  <p:transition>
    <p:fade/>
  </p:transition>
  <p:hf sldNum="0" hdr="0" ftr="0" dt="0"/>
</p:sldLayout>
</file>

<file path=ppt/slideLayouts/slideLayout4.xml><?xml version="1.0" encoding="utf-8"?>
<p:sldLayout xmlns:a="http://schemas.openxmlformats.org/drawingml/2006/main" xmlns:r="http://schemas.openxmlformats.org/officeDocument/2006/relationships" xmlns:p="http://schemas.openxmlformats.org/presentationml/2006/main" showMasterSp="0" preserve="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4257960235"/>
      </p:ext>
    </p:extLst>
  </p:cSld>
  <p:clrMapOvr>
    <a:masterClrMapping/>
  </p:clrMapOvr>
  <p:transition>
    <p:fade/>
  </p:transition>
  <p:hf sldNum="0" hdr="0" ftr="0" dt="0"/>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1136088888"/>
      </p:ext>
    </p:extLst>
  </p:cSld>
  <p:clrMapOvr>
    <a:masterClrMapping/>
  </p:clrMapOvr>
  <p:transition>
    <p:fade/>
  </p:transition>
  <p:hf sldNum="0" hdr="0" ftr="0" dt="0"/>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73389999"/>
      </p:ext>
    </p:extLst>
  </p:cSld>
  <p:clrMapOvr>
    <a:masterClrMapping/>
  </p:clrMapOvr>
  <p:transition>
    <p:fade/>
  </p:transition>
  <p:hf sldNum="0" hdr="0" ftr="0" dt="0"/>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213100289"/>
      </p:ext>
    </p:extLst>
  </p:cSld>
  <p:clrMapOvr>
    <a:masterClrMapping/>
  </p:clrMapOvr>
  <p:transition>
    <p:fade/>
  </p:transition>
  <p:hf sldNum="0" hdr="0" ftr="0" dt="0"/>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444481174"/>
      </p:ext>
    </p:extLst>
  </p:cSld>
  <p:clrMapOvr>
    <a:masterClrMapping/>
  </p:clrMapOvr>
  <p:transition>
    <p:fade/>
  </p:transition>
  <p:hf sldNum="0" hdr="0" ftr="0" dt="0"/>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88109478"/>
      </p:ext>
    </p:extLst>
  </p:cSld>
  <p:clrMapOvr>
    <a:masterClrMapping/>
  </p:clrMapOvr>
  <p:transition>
    <p:fade/>
  </p:transition>
  <p:hf sldNum="0" hdr="0" ftr="0" dt="0"/>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58089560"/>
      </p:ext>
    </p:extLst>
  </p:cSld>
  <p:clrMapOvr>
    <a:masterClrMapping/>
  </p:clrMapOvr>
  <p:transition>
    <p:fade/>
  </p:transition>
  <p:hf sldNum="0" hdr="0" ftr="0" dt="0"/>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20052701"/>
      </p:ext>
    </p:extLst>
  </p:cSld>
  <p:clrMapOvr>
    <a:masterClrMapping/>
  </p:clrMapOvr>
  <p:transition>
    <p:fade/>
  </p:transition>
  <p:hf sldNum="0" hdr="0" ftr="0" dt="0"/>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901057875"/>
      </p:ext>
    </p:extLst>
  </p:cSld>
  <p:clrMapOvr>
    <a:masterClrMapping/>
  </p:clrMapOvr>
  <p:transition>
    <p:fade/>
  </p:transition>
  <p:hf sldNum="0" hdr="0" ftr="0" dt="0"/>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20083140"/>
      </p:ext>
    </p:extLst>
  </p:cSld>
  <p:clrMapOvr>
    <a:masterClrMapping/>
  </p:clrMapOvr>
  <p:transition>
    <p:fade/>
  </p:transition>
  <p:hf sldNum="0" hdr="0" ftr="0" dt="0"/>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08651210"/>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45992823"/>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853925311"/>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88234778"/>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4" name="Footer Placeholder 1">
            <a:extLst>
              <a:ext uri="{FF2B5EF4-FFF2-40B4-BE49-F238E27FC236}">
                <a16:creationId xmlns:a16="http://schemas.microsoft.com/office/drawing/2014/main" id="{9F52899F-4DD5-4919-A5F9-0A5E692D453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7734659"/>
      </p:ext>
    </p:extLst>
  </p:cSld>
  <p:clrMapOvr>
    <a:masterClrMapping/>
  </p:clrMapOvr>
  <p:transition>
    <p:fade/>
  </p:transition>
  <p:hf sldNum="0" hdr="0" ftr="0" dt="0"/>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D26B0962-7685-4EBF-B99E-792210E7163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137271711"/>
      </p:ext>
    </p:extLst>
  </p:cSld>
  <p:clrMapOvr>
    <a:masterClrMapping/>
  </p:clrMapOvr>
  <p:transition>
    <p:fade/>
  </p:transition>
  <p:hf sldNum="0" hdr="0" ftr="0" dt="0"/>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
        <p:nvSpPr>
          <p:cNvPr id="3" name="Footer Placeholder 1">
            <a:extLst>
              <a:ext uri="{FF2B5EF4-FFF2-40B4-BE49-F238E27FC236}">
                <a16:creationId xmlns:a16="http://schemas.microsoft.com/office/drawing/2014/main" id="{C6B75234-9944-48A2-8A21-99500C7BBB40}"/>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66770186"/>
      </p:ext>
    </p:extLst>
  </p:cSld>
  <p:clrMapOvr>
    <a:masterClrMapping/>
  </p:clrMapOvr>
  <p:transition>
    <p:fade/>
  </p:transition>
  <p:hf sldNum="0" hdr="0" ftr="0" dt="0"/>
</p:sldLayout>
</file>

<file path=ppt/slideLayouts/slideLayout21.xml><?xml version="1.0" encoding="utf-8"?>
<p:sldLayout xmlns:a="http://schemas.openxmlformats.org/drawingml/2006/main" xmlns:r="http://schemas.openxmlformats.org/officeDocument/2006/relationships" xmlns:p="http://schemas.openxmlformats.org/presentationml/2006/main" showMasterSp="0" preserve="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C3405CC5-9896-4E3A-9373-436306F5BF12}"/>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1905242037"/>
      </p:ext>
    </p:extLst>
  </p:cSld>
  <p:clrMapOvr>
    <a:masterClrMapping/>
  </p:clrMapOvr>
  <p:transition>
    <p:fade/>
  </p:transition>
  <p:hf sldNum="0" hdr="0" ftr="0" dt="0"/>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3" name="Footer Placeholder 1">
            <a:extLst>
              <a:ext uri="{FF2B5EF4-FFF2-40B4-BE49-F238E27FC236}">
                <a16:creationId xmlns:a16="http://schemas.microsoft.com/office/drawing/2014/main" id="{B3B62F3E-D0DF-4A13-A005-3CCFDD6DFC1A}"/>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07999529"/>
      </p:ext>
    </p:extLst>
  </p:cSld>
  <p:clrMapOvr>
    <a:masterClrMapping/>
  </p:clrMapOvr>
  <p:transition>
    <p:fade/>
  </p:transition>
  <p:hf sldNum="0" hdr="0" ftr="0" dt="0"/>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5F6EB83D-C2A5-4189-B12B-1320B6ADB9B8}"/>
              </a:ext>
            </a:extLst>
          </p:cNvPr>
          <p:cNvSpPr txBox="1">
            <a:spLocks/>
          </p:cNvSpPr>
          <p:nvPr/>
        </p:nvSpPr>
        <p:spPr>
          <a:xfrm>
            <a:off x="313983"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l"/>
            <a:endParaRPr lang="en-US" sz="662" dirty="0"/>
          </a:p>
        </p:txBody>
      </p:sp>
    </p:spTree>
    <p:extLst>
      <p:ext uri="{BB962C8B-B14F-4D97-AF65-F5344CB8AC3E}">
        <p14:creationId xmlns:p14="http://schemas.microsoft.com/office/powerpoint/2010/main" val="3324265602"/>
      </p:ext>
    </p:extLst>
  </p:cSld>
  <p:clrMapOvr>
    <a:masterClrMapping/>
  </p:clrMapOvr>
  <p:transition>
    <p:fade/>
  </p:transition>
  <p:hf sldNum="0" hdr="0" ftr="0" dt="0"/>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 name="Footer Placeholder 1">
            <a:extLst>
              <a:ext uri="{FF2B5EF4-FFF2-40B4-BE49-F238E27FC236}">
                <a16:creationId xmlns:a16="http://schemas.microsoft.com/office/drawing/2014/main" id="{B394CE8A-C8F7-40DD-84CF-FE592D7BC2D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575279457"/>
      </p:ext>
    </p:extLst>
  </p:cSld>
  <p:clrMapOvr>
    <a:masterClrMapping/>
  </p:clrMapOvr>
  <p:transition>
    <p:fade/>
  </p:transition>
  <p:hf sldNum="0" hdr="0" ftr="0" dt="0"/>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
        <p:nvSpPr>
          <p:cNvPr id="2" name="Footer Placeholder 1">
            <a:extLst>
              <a:ext uri="{FF2B5EF4-FFF2-40B4-BE49-F238E27FC236}">
                <a16:creationId xmlns:a16="http://schemas.microsoft.com/office/drawing/2014/main" id="{BDD9959D-3459-4484-BDE0-9F4EABE5443B}"/>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86536324"/>
      </p:ext>
    </p:extLst>
  </p:cSld>
  <p:clrMapOvr>
    <a:masterClrMapping/>
  </p:clrMapOvr>
  <p:transition>
    <p:fade/>
  </p:transition>
  <p:hf sldNum="0" hdr="0" ftr="0" dt="0"/>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910721929"/>
      </p:ext>
    </p:extLst>
  </p:cSld>
  <p:clrMapOvr>
    <a:masterClrMapping/>
  </p:clrMapOvr>
  <p:transition>
    <p:fade/>
  </p:transition>
  <p:hf sldNum="0" hdr="0" ftr="0" dt="0"/>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295314736"/>
      </p:ext>
    </p:extLst>
  </p:cSld>
  <p:clrMapOvr>
    <a:masterClrMapping/>
  </p:clrMapOvr>
  <p:transition>
    <p:fade/>
  </p:transition>
  <p:hf sldNum="0" hdr="0" ftr="0" dt="0"/>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3" name="Footer Placeholder 1">
            <a:extLst>
              <a:ext uri="{FF2B5EF4-FFF2-40B4-BE49-F238E27FC236}">
                <a16:creationId xmlns:a16="http://schemas.microsoft.com/office/drawing/2014/main" id="{FA5328AC-6A58-453B-9802-C4F04C29295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313921037"/>
      </p:ext>
    </p:extLst>
  </p:cSld>
  <p:clrMapOvr>
    <a:masterClrMapping/>
  </p:clrMapOvr>
  <p:transition>
    <p:fade/>
  </p:transition>
  <p:hf sldNum="0" hdr="0" ftr="0" dt="0"/>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
        <p:nvSpPr>
          <p:cNvPr id="2" name="Footer Placeholder 1">
            <a:extLst>
              <a:ext uri="{FF2B5EF4-FFF2-40B4-BE49-F238E27FC236}">
                <a16:creationId xmlns:a16="http://schemas.microsoft.com/office/drawing/2014/main" id="{71E5784C-2CDD-4699-AC34-0D913D75C715}"/>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462466303"/>
      </p:ext>
    </p:extLst>
  </p:cSld>
  <p:clrMapOvr>
    <a:masterClrMapping/>
  </p:clrMapOvr>
  <p:transition>
    <p:fade/>
  </p:transition>
  <p:hf sldNum="0" hdr="0" ftr="0" dt="0"/>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6E88CC05-5984-4661-94A2-4BD7378D4A33}"/>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330696873"/>
      </p:ext>
    </p:extLst>
  </p:cSld>
  <p:clrMapOvr>
    <a:masterClrMapping/>
  </p:clrMapOvr>
  <p:transition>
    <p:fade/>
  </p:transition>
  <p:hf sldNum="0" hdr="0" ftr="0" dt="0"/>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7A1D06E4-7443-4456-ADAE-C55531420538}"/>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700566966"/>
      </p:ext>
    </p:extLst>
  </p:cSld>
  <p:clrMapOvr>
    <a:masterClrMapping/>
  </p:clrMapOvr>
  <p:transition>
    <p:fade/>
  </p:transition>
  <p:hf sldNum="0" hdr="0" ftr="0" dt="0"/>
</p:sldLayout>
</file>

<file path=ppt/slideLayouts/slideLayout32.xml><?xml version="1.0" encoding="utf-8"?>
<p:sldLayout xmlns:a="http://schemas.openxmlformats.org/drawingml/2006/main" xmlns:r="http://schemas.openxmlformats.org/officeDocument/2006/relationships" xmlns:p="http://schemas.openxmlformats.org/presentationml/2006/main" preserve="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2" name="Footer Placeholder 1">
            <a:extLst>
              <a:ext uri="{FF2B5EF4-FFF2-40B4-BE49-F238E27FC236}">
                <a16:creationId xmlns:a16="http://schemas.microsoft.com/office/drawing/2014/main" id="{B097EA0F-56BD-4B59-86D1-C17851D8F2F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41338052"/>
      </p:ext>
    </p:extLst>
  </p:cSld>
  <p:clrMapOvr>
    <a:masterClrMapping/>
  </p:clrMapOvr>
  <p:transition>
    <p:fade/>
  </p:transition>
  <p:hf sldNum="0" hdr="0" ftr="0" dt="0"/>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3F2E7435-DA42-4296-B846-4E91740D178D}"/>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46247946"/>
      </p:ext>
    </p:extLst>
  </p:cSld>
  <p:clrMapOvr>
    <a:masterClrMapping/>
  </p:clrMapOvr>
  <p:transition>
    <p:fade/>
  </p:transition>
  <p:hf sldNum="0" hdr="0" ftr="0" dt="0"/>
</p:sldLayout>
</file>

<file path=ppt/slideLayouts/slideLayout34.xml><?xml version="1.0" encoding="utf-8"?>
<p:sldLayout xmlns:a="http://schemas.openxmlformats.org/drawingml/2006/main" xmlns:r="http://schemas.openxmlformats.org/officeDocument/2006/relationships" xmlns:p="http://schemas.openxmlformats.org/presentationml/2006/main" preserve="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7A2B48ED-C92C-41E9-BE87-4EFFC145567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539168936"/>
      </p:ext>
    </p:extLst>
  </p:cSld>
  <p:clrMapOvr>
    <a:masterClrMapping/>
  </p:clrMapOvr>
  <p:transition>
    <p:fade/>
  </p:transition>
  <p:hf sldNum="0" hdr="0" ftr="0" dt="0"/>
</p:sldLayout>
</file>

<file path=ppt/slideLayouts/slideLayout35.xml><?xml version="1.0" encoding="utf-8"?>
<p:sldLayout xmlns:a="http://schemas.openxmlformats.org/drawingml/2006/main" xmlns:r="http://schemas.openxmlformats.org/officeDocument/2006/relationships" xmlns:p="http://schemas.openxmlformats.org/presentationml/2006/main" preserve="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84CDC89F-49F0-4D24-9E6F-B7B972EB3B8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52390943"/>
      </p:ext>
    </p:extLst>
  </p:cSld>
  <p:clrMapOvr>
    <a:masterClrMapping/>
  </p:clrMapOvr>
  <p:transition>
    <p:fade/>
  </p:transition>
  <p:hf sldNum="0" hdr="0" ftr="0" dt="0"/>
</p:sldLayout>
</file>

<file path=ppt/slideLayouts/slideLayout36.xml><?xml version="1.0" encoding="utf-8"?>
<p:sldLayout xmlns:a="http://schemas.openxmlformats.org/drawingml/2006/main" xmlns:r="http://schemas.openxmlformats.org/officeDocument/2006/relationships" xmlns:p="http://schemas.openxmlformats.org/presentationml/2006/main" preserve="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4ED2AB97-27A5-4C49-966A-5D75D13B8CC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70336964"/>
      </p:ext>
    </p:extLst>
  </p:cSld>
  <p:clrMapOvr>
    <a:masterClrMapping/>
  </p:clrMapOvr>
  <p:transition>
    <p:fade/>
  </p:transition>
  <p:hf sldNum="0" hdr="0" ftr="0" dt="0"/>
</p:sldLayout>
</file>

<file path=ppt/slideLayouts/slideLayout37.xml><?xml version="1.0" encoding="utf-8"?>
<p:sldLayout xmlns:a="http://schemas.openxmlformats.org/drawingml/2006/main" xmlns:r="http://schemas.openxmlformats.org/officeDocument/2006/relationships" xmlns:p="http://schemas.openxmlformats.org/presentationml/2006/main" preserve="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2" name="Footer Placeholder 1">
            <a:extLst>
              <a:ext uri="{FF2B5EF4-FFF2-40B4-BE49-F238E27FC236}">
                <a16:creationId xmlns:a16="http://schemas.microsoft.com/office/drawing/2014/main" id="{EA2F36BF-4C66-4F60-9687-8A7789E05AB2}"/>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14103833"/>
      </p:ext>
    </p:extLst>
  </p:cSld>
  <p:clrMapOvr>
    <a:masterClrMapping/>
  </p:clrMapOvr>
  <p:transition>
    <p:fade/>
  </p:transition>
  <p:hf sldNum="0" hdr="0" ftr="0" dt="0"/>
</p:sldLayout>
</file>

<file path=ppt/slideLayouts/slideLayout38.xml><?xml version="1.0" encoding="utf-8"?>
<p:sldLayout xmlns:a="http://schemas.openxmlformats.org/drawingml/2006/main" xmlns:r="http://schemas.openxmlformats.org/officeDocument/2006/relationships" xmlns:p="http://schemas.openxmlformats.org/presentationml/2006/main" preserve="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AFC478E9-3BC1-400C-AA34-1E1599FAEDDC}"/>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03467556"/>
      </p:ext>
    </p:extLst>
  </p:cSld>
  <p:clrMapOvr>
    <a:masterClrMapping/>
  </p:clrMapOvr>
  <p:transition>
    <p:fade/>
  </p:transition>
  <p:hf sldNum="0" hdr="0" ftr="0" dt="0"/>
</p:sldLayout>
</file>

<file path=ppt/slideLayouts/slideLayout39.xml><?xml version="1.0" encoding="utf-8"?>
<p:sldLayout xmlns:a="http://schemas.openxmlformats.org/drawingml/2006/main" xmlns:r="http://schemas.openxmlformats.org/officeDocument/2006/relationships" xmlns:p="http://schemas.openxmlformats.org/presentationml/2006/main" preserve="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 name="Footer Placeholder 1">
            <a:extLst>
              <a:ext uri="{FF2B5EF4-FFF2-40B4-BE49-F238E27FC236}">
                <a16:creationId xmlns:a16="http://schemas.microsoft.com/office/drawing/2014/main" id="{C7FD0CAD-A9AA-414D-8022-E74A70833154}"/>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234762381"/>
      </p:ext>
    </p:extLst>
  </p:cSld>
  <p:clrMapOvr>
    <a:masterClrMapping/>
  </p:clrMapOvr>
  <p:transition>
    <p:fade/>
  </p:transition>
  <p:hf sldNum="0" hdr="0" ftr="0" dt="0"/>
</p:sldLayout>
</file>

<file path=ppt/slideLayouts/slideLayout40.xml><?xml version="1.0" encoding="utf-8"?>
<p:sldLayout xmlns:a="http://schemas.openxmlformats.org/drawingml/2006/main" xmlns:r="http://schemas.openxmlformats.org/officeDocument/2006/relationships" xmlns:p="http://schemas.openxmlformats.org/presentationml/2006/main" preserve="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96EF592D-EEA7-47F4-9146-7AA8A3F44C47}"/>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26110470"/>
      </p:ext>
    </p:extLst>
  </p:cSld>
  <p:clrMapOvr>
    <a:masterClrMapping/>
  </p:clrMapOvr>
  <p:transition>
    <p:fade/>
  </p:transition>
  <p:hf sldNum="0" hdr="0" ftr="0" dt="0"/>
</p:sldLayout>
</file>

<file path=ppt/slideLayouts/slideLayout41.xml><?xml version="1.0" encoding="utf-8"?>
<p:sldLayout xmlns:a="http://schemas.openxmlformats.org/drawingml/2006/main" xmlns:r="http://schemas.openxmlformats.org/officeDocument/2006/relationships" xmlns:p="http://schemas.openxmlformats.org/presentationml/2006/main" preserve="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 name="Footer Placeholder 1">
            <a:extLst>
              <a:ext uri="{FF2B5EF4-FFF2-40B4-BE49-F238E27FC236}">
                <a16:creationId xmlns:a16="http://schemas.microsoft.com/office/drawing/2014/main" id="{B30B5A80-F666-460D-9090-8493217C8FD1}"/>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988374259"/>
      </p:ext>
    </p:extLst>
  </p:cSld>
  <p:clrMapOvr>
    <a:masterClrMapping/>
  </p:clrMapOvr>
  <p:transition>
    <p:fade/>
  </p:transition>
  <p:hf sldNum="0" hdr="0" ftr="0" dt="0"/>
</p:sldLayout>
</file>

<file path=ppt/slideLayouts/slideLayout42.xml><?xml version="1.0" encoding="utf-8"?>
<p:sldLayout xmlns:a="http://schemas.openxmlformats.org/drawingml/2006/main" xmlns:r="http://schemas.openxmlformats.org/officeDocument/2006/relationships" xmlns:p="http://schemas.openxmlformats.org/presentationml/2006/main" preserve="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2" name="Footer Placeholder 1">
            <a:extLst>
              <a:ext uri="{FF2B5EF4-FFF2-40B4-BE49-F238E27FC236}">
                <a16:creationId xmlns:a16="http://schemas.microsoft.com/office/drawing/2014/main" id="{538B82E4-7444-4181-B6FE-B79D11D3EA6F}"/>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610971673"/>
      </p:ext>
    </p:extLst>
  </p:cSld>
  <p:clrMapOvr>
    <a:masterClrMapping/>
  </p:clrMapOvr>
  <p:transition>
    <p:fade/>
  </p:transition>
  <p:hf sldNum="0" hdr="0" ftr="0" dt="0"/>
</p:sldLayout>
</file>

<file path=ppt/slideLayouts/slideLayout43.xml><?xml version="1.0" encoding="utf-8"?>
<p:sldLayout xmlns:a="http://schemas.openxmlformats.org/drawingml/2006/main" xmlns:r="http://schemas.openxmlformats.org/officeDocument/2006/relationships" xmlns:p="http://schemas.openxmlformats.org/presentationml/2006/main" preserve="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2" name="Footer Placeholder 1">
            <a:extLst>
              <a:ext uri="{FF2B5EF4-FFF2-40B4-BE49-F238E27FC236}">
                <a16:creationId xmlns:a16="http://schemas.microsoft.com/office/drawing/2014/main" id="{136AABF9-4169-453B-83D4-823782CAB5B6}"/>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319885495"/>
      </p:ext>
    </p:extLst>
  </p:cSld>
  <p:clrMapOvr>
    <a:masterClrMapping/>
  </p:clrMapOvr>
  <p:transition>
    <p:fade/>
  </p:transition>
  <p:hf sldNum="0" hdr="0" ftr="0" dt="0"/>
</p:sldLayout>
</file>

<file path=ppt/slideLayouts/slideLayout44.xml><?xml version="1.0" encoding="utf-8"?>
<p:sldLayout xmlns:a="http://schemas.openxmlformats.org/drawingml/2006/main" xmlns:r="http://schemas.openxmlformats.org/officeDocument/2006/relationships" xmlns:p="http://schemas.openxmlformats.org/presentationml/2006/main" showMasterSp="0" preserve="1">
  <p:cSld name="Closing slide">
    <p:bg>
      <p:bgPr>
        <a:solidFill>
          <a:srgbClr val="243A5E"/>
        </a:solidFill>
        <a:effectLst/>
      </p:bgPr>
    </p:bg>
    <p:spTree>
      <p:nvGrpSpPr>
        <p:cNvPr id="1" name=""/>
        <p:cNvGrpSpPr/>
        <p:nvPr/>
      </p:nvGrpSpPr>
      <p:grpSpPr>
        <a:xfrm>
          <a:off x="0" y="0"/>
          <a:ext cx="0" cy="0"/>
          <a:chOff x="0" y="0"/>
          <a:chExt cx="0" cy="0"/>
        </a:xfrm>
      </p:grpSpPr>
      <p:sp>
        <p:nvSpPr>
          <p:cNvPr id="2" name="Footer Placeholder 1">
            <a:extLst>
              <a:ext uri="{FF2B5EF4-FFF2-40B4-BE49-F238E27FC236}">
                <a16:creationId xmlns:a16="http://schemas.microsoft.com/office/drawing/2014/main" id="{48830E1E-F06E-469F-9154-F8DEA4B068FE}"/>
              </a:ext>
            </a:extLst>
          </p:cNvPr>
          <p:cNvSpPr txBox="1">
            <a:spLocks/>
          </p:cNvSpPr>
          <p:nvPr/>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pic>
        <p:nvPicPr>
          <p:cNvPr id="3" name="Picture 2" descr="A picture containing drawing&#10;&#10;Description automatically generated">
            <a:extLst>
              <a:ext uri="{FF2B5EF4-FFF2-40B4-BE49-F238E27FC236}">
                <a16:creationId xmlns:a16="http://schemas.microsoft.com/office/drawing/2014/main" id="{61A92AD1-6689-41DB-9434-AC98B39D968F}"/>
              </a:ext>
            </a:extLst>
          </p:cNvPr>
          <p:cNvPicPr>
            <a:picLocks noChangeAspect="1"/>
          </p:cNvPicPr>
          <p:nvPr/>
        </p:nvPicPr>
        <p:blipFill>
          <a:blip r:embed="rId2"/>
          <a:stretch>
            <a:fillRect/>
          </a:stretch>
        </p:blipFill>
        <p:spPr>
          <a:xfrm>
            <a:off x="102665" y="119770"/>
            <a:ext cx="1976435" cy="653814"/>
          </a:xfrm>
          <a:prstGeom prst="rect">
            <a:avLst/>
          </a:prstGeom>
        </p:spPr>
      </p:pic>
    </p:spTree>
    <p:extLst>
      <p:ext uri="{BB962C8B-B14F-4D97-AF65-F5344CB8AC3E}">
        <p14:creationId xmlns:p14="http://schemas.microsoft.com/office/powerpoint/2010/main" val="1065594841"/>
      </p:ext>
    </p:extLst>
  </p:cSld>
  <p:clrMapOvr>
    <a:masterClrMapping/>
  </p:clrMapOvr>
  <p:transition>
    <p:fade/>
  </p:transition>
  <p:hf sldNum="0" hdr="0" ftr="0" dt="0"/>
</p:sldLayout>
</file>

<file path=ppt/slideLayouts/slideLayout45.xml><?xml version="1.0" encoding="utf-8"?>
<p:sldLayout xmlns:a="http://schemas.openxmlformats.org/drawingml/2006/main" xmlns:r="http://schemas.openxmlformats.org/officeDocument/2006/relationships" xmlns:p="http://schemas.openxmlformats.org/presentationml/2006/main" showMasterSp="0">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
        <p:nvSpPr>
          <p:cNvPr id="3" name="Footer Placeholder 1">
            <a:extLst>
              <a:ext uri="{FF2B5EF4-FFF2-40B4-BE49-F238E27FC236}">
                <a16:creationId xmlns:a16="http://schemas.microsoft.com/office/drawing/2014/main" id="{1DFB148E-6FF9-4D4C-B7D0-28ACD9A6EB3A}"/>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3432325674"/>
      </p:ext>
    </p:extLst>
  </p:cSld>
  <p:clrMapOvr>
    <a:masterClrMapping/>
  </p:clrMapOvr>
  <p:transition>
    <p:fade/>
  </p:transition>
  <p:hf sldNum="0" hdr="0" ftr="0" dt="0"/>
</p:sldLayout>
</file>

<file path=ppt/slideLayouts/slideLayout46.xml><?xml version="1.0" encoding="utf-8"?>
<p:sldLayout xmlns:a="http://schemas.openxmlformats.org/drawingml/2006/main" xmlns:r="http://schemas.openxmlformats.org/officeDocument/2006/relationships" xmlns:p="http://schemas.openxmlformats.org/presentationml/2006/main" showMasterSp="0">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363906728"/>
      </p:ext>
    </p:extLst>
  </p:cSld>
  <p:clrMapOvr>
    <a:masterClrMapping/>
  </p:clrMapOvr>
  <p:transition>
    <p:fade/>
  </p:transition>
  <p:hf sldNum="0" hdr="0" ftr="0" dt="0"/>
</p:sldLayout>
</file>

<file path=ppt/slideLayouts/slideLayout47.xml><?xml version="1.0" encoding="utf-8"?>
<p:sldLayout xmlns:a="http://schemas.openxmlformats.org/drawingml/2006/main" xmlns:r="http://schemas.openxmlformats.org/officeDocument/2006/relationships" xmlns:p="http://schemas.openxmlformats.org/presentationml/2006/main" type="tx">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4131910218"/>
      </p:ext>
    </p:extLst>
  </p:cSld>
  <p:clrMapOvr>
    <a:masterClrMapping/>
  </p:clrMapOvr>
  <p:hf sldNum="0" hdr="0" ftr="0" dt="0"/>
</p:sldLayout>
</file>

<file path=ppt/slideLayouts/slideLayout48.xml><?xml version="1.0" encoding="utf-8"?>
<p:sldLayout xmlns:a="http://schemas.openxmlformats.org/drawingml/2006/main" xmlns:r="http://schemas.openxmlformats.org/officeDocument/2006/relationships" xmlns:p="http://schemas.openxmlformats.org/presentationml/2006/main">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1587106615"/>
      </p:ext>
    </p:extLst>
  </p:cSld>
  <p:clrMapOvr>
    <a:overrideClrMapping bg1="dk1" tx1="lt1" bg2="dk2" tx2="lt2" accent1="accent1" accent2="accent2" accent3="accent3" accent4="accent4" accent5="accent5" accent6="accent6" hlink="hlink" folHlink="folHlink"/>
  </p:clrMapOvr>
  <p:transition>
    <p:fade/>
  </p:transition>
  <p:hf sldNum="0" hdr="0" ftr="0" dt="0"/>
</p:sldLayout>
</file>

<file path=ppt/slideLayouts/slideLayout49.xml><?xml version="1.0" encoding="utf-8"?>
<p:sldLayout xmlns:a="http://schemas.openxmlformats.org/drawingml/2006/main" xmlns:r="http://schemas.openxmlformats.org/officeDocument/2006/relationships" xmlns:p="http://schemas.openxmlformats.org/presentationml/2006/main">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49624177"/>
      </p:ext>
    </p:extLst>
  </p:cSld>
  <p:clrMapOvr>
    <a:masterClrMapping/>
  </p:clrMapOvr>
  <p:transition>
    <p:fade/>
  </p:transition>
  <p:hf sldNum="0" hdr="0" ftr="0" dt="0"/>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Layouts/slideLayout50.xml><?xml version="1.0" encoding="utf-8"?>
<p:sldLayout xmlns:a="http://schemas.openxmlformats.org/drawingml/2006/main" xmlns:r="http://schemas.openxmlformats.org/officeDocument/2006/relationships" xmlns:p="http://schemas.openxmlformats.org/presentationml/2006/main">
  <p:cSld name="1_Title Slide">
    <p:bg>
      <p:bgPr>
        <a:solidFill>
          <a:srgbClr val="E8E6DF"/>
        </a:solidFill>
        <a:effectLst/>
      </p:bgPr>
    </p:bg>
    <p:spTree>
      <p:nvGrpSpPr>
        <p:cNvPr id="1" name=""/>
        <p:cNvGrpSpPr/>
        <p:nvPr/>
      </p:nvGrpSpPr>
      <p:grpSpPr>
        <a:xfrm>
          <a:off x="0" y="0"/>
          <a:ext cx="0" cy="0"/>
          <a:chOff x="0" y="0"/>
          <a:chExt cx="0" cy="0"/>
        </a:xfrm>
      </p:grpSpPr>
      <p:pic>
        <p:nvPicPr>
          <p:cNvPr id="7" name="MS logo gray - EMF" descr="Microsoft logo, gray text version">
            <a:extLst>
              <a:ext uri="{FF2B5EF4-FFF2-40B4-BE49-F238E27FC236}">
                <a16:creationId xmlns:a16="http://schemas.microsoft.com/office/drawing/2014/main" id="{7B930E7F-5B91-31B0-B67D-DB8C41E881CF}"/>
              </a:ext>
            </a:extLst>
          </p:cNvPr>
          <p:cNvPicPr>
            <a:picLocks noChangeAspect="1"/>
          </p:cNvPicPr>
          <p:nvPr/>
        </p:nvPicPr>
        <p:blipFill>
          <a:blip r:embed="rId2"/>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3E21C31D-925C-53B5-2E40-C54FF245B41E}"/>
              </a:ext>
            </a:extLst>
          </p:cNvPr>
          <p:cNvSpPr>
            <a:spLocks noGrp="1"/>
          </p:cNvSpPr>
          <p:nvPr>
            <p:ph type="title" hasCustomPrompt="1"/>
          </p:nvPr>
        </p:nvSpPr>
        <p:spPr>
          <a:xfrm>
            <a:off x="427435" y="2680113"/>
            <a:ext cx="4265216" cy="814967"/>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Event name or </a:t>
            </a:r>
            <a:br>
              <a:rPr lang="en-US"/>
            </a:br>
            <a:r>
              <a:rPr lang="en-US"/>
              <a:t>presentation title </a:t>
            </a:r>
          </a:p>
        </p:txBody>
      </p:sp>
      <p:sp>
        <p:nvSpPr>
          <p:cNvPr id="6" name="Text Placeholder 4">
            <a:extLst>
              <a:ext uri="{FF2B5EF4-FFF2-40B4-BE49-F238E27FC236}">
                <a16:creationId xmlns:a16="http://schemas.microsoft.com/office/drawing/2014/main" id="{1DDA2A08-4E66-0E3E-D138-C376487FF5F2}"/>
              </a:ext>
            </a:extLst>
          </p:cNvPr>
          <p:cNvSpPr>
            <a:spLocks noGrp="1"/>
          </p:cNvSpPr>
          <p:nvPr>
            <p:ph type="body" sz="quarter" idx="13" hasCustomPrompt="1"/>
          </p:nvPr>
        </p:nvSpPr>
        <p:spPr>
          <a:xfrm>
            <a:off x="3567113" y="4834890"/>
            <a:ext cx="1234440" cy="115416"/>
          </a:xfrm>
          <a:prstGeom prst="rect">
            <a:avLst/>
          </a:prstGeom>
          <a:noFill/>
        </p:spPr>
        <p:txBody>
          <a:bodyPr wrap="square" lIns="0" tIns="0" rIns="0" bIns="0">
            <a:spAutoFit/>
          </a:bodyPr>
          <a:lstStyle>
            <a:lvl1pPr marL="0" indent="0">
              <a:spcBef>
                <a:spcPts val="0"/>
              </a:spcBef>
              <a:buNone/>
              <a:defRPr sz="735" spc="0" baseline="0">
                <a:solidFill>
                  <a:schemeClr val="tx1"/>
                </a:solidFill>
                <a:latin typeface="+mn-lt"/>
                <a:cs typeface="Segoe UI" panose="020B0502040204020203" pitchFamily="34" charset="0"/>
              </a:defRPr>
            </a:lvl1pPr>
          </a:lstStyle>
          <a:p>
            <a:pPr lvl="0"/>
            <a:r>
              <a:rPr lang="en-US"/>
              <a:t>Date</a:t>
            </a:r>
          </a:p>
        </p:txBody>
      </p:sp>
      <p:sp>
        <p:nvSpPr>
          <p:cNvPr id="2" name="Footer Placeholder 2">
            <a:extLst>
              <a:ext uri="{FF2B5EF4-FFF2-40B4-BE49-F238E27FC236}">
                <a16:creationId xmlns:a16="http://schemas.microsoft.com/office/drawing/2014/main" id="{85BED6C2-A7E0-FF4A-9938-5E97C08B8C9F}"/>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1915566615"/>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2" orient="horz" pos="2496">
          <p15:clr>
            <a:srgbClr val="5ACBF0"/>
          </p15:clr>
        </p15:guide>
        <p15:guide id="3" pos="3360">
          <p15:clr>
            <a:srgbClr val="5ACBF0"/>
          </p15:clr>
        </p15:guide>
        <p15:guide id="5" orient="horz" pos="2160">
          <p15:clr>
            <a:srgbClr val="FBAE40"/>
          </p15:clr>
        </p15:guide>
        <p15:guide id="6" orient="horz" pos="2229">
          <p15:clr>
            <a:srgbClr val="5ACBF0"/>
          </p15:clr>
        </p15:guide>
        <p15:guide id="7" pos="2996">
          <p15:clr>
            <a:srgbClr val="5ACBF0"/>
          </p15:clr>
        </p15:guide>
      </p15:sldGuideLst>
    </p:ext>
  </p:extLst>
</p:sldLayout>
</file>

<file path=ppt/slideLayouts/slideLayout51.xml><?xml version="1.0" encoding="utf-8"?>
<p:sldLayout xmlns:a="http://schemas.openxmlformats.org/drawingml/2006/main" xmlns:r="http://schemas.openxmlformats.org/officeDocument/2006/relationships" xmlns:p="http://schemas.openxmlformats.org/presentationml/2006/main" preserve="1">
  <p:cSld name="1_Section slide">
    <p:bg>
      <p:bgPr>
        <a:solidFill>
          <a:srgbClr val="E8E6DF"/>
        </a:solidFill>
        <a:effectLst/>
      </p:bgPr>
    </p:bg>
    <p:spTree>
      <p:nvGrpSpPr>
        <p:cNvPr id="1" name=""/>
        <p:cNvGrpSpPr/>
        <p:nvPr/>
      </p:nvGrpSpPr>
      <p:grpSpPr>
        <a:xfrm>
          <a:off x="0" y="0"/>
          <a:ext cx="0" cy="0"/>
          <a:chOff x="0" y="0"/>
          <a:chExt cx="0" cy="0"/>
        </a:xfrm>
      </p:grpSpPr>
      <p:sp>
        <p:nvSpPr>
          <p:cNvPr id="3" name="Title 1">
            <a:extLst>
              <a:ext uri="{FF2B5EF4-FFF2-40B4-BE49-F238E27FC236}">
                <a16:creationId xmlns:a16="http://schemas.microsoft.com/office/drawing/2014/main" id="{12D19AFB-6939-2FBA-48C9-66A2961406A7}"/>
              </a:ext>
            </a:extLst>
          </p:cNvPr>
          <p:cNvSpPr>
            <a:spLocks noGrp="1"/>
          </p:cNvSpPr>
          <p:nvPr>
            <p:ph type="title" hasCustomPrompt="1"/>
          </p:nvPr>
        </p:nvSpPr>
        <p:spPr>
          <a:xfrm>
            <a:off x="427435" y="2592639"/>
            <a:ext cx="4758929" cy="407484"/>
          </a:xfrm>
          <a:noFill/>
        </p:spPr>
        <p:txBody>
          <a:bodyPr wrap="square" lIns="0" tIns="0" rIns="0" bIns="0" anchor="b" anchorCtr="0">
            <a:spAutoFit/>
          </a:bodyPr>
          <a:lstStyle>
            <a:lvl1pPr>
              <a:defRPr sz="2942" b="0" i="0" spc="-37" baseline="0">
                <a:solidFill>
                  <a:schemeClr val="tx1"/>
                </a:solidFill>
                <a:latin typeface="+mn-lt"/>
                <a:cs typeface="Segoe UI" panose="020B0502040204020203" pitchFamily="34" charset="0"/>
              </a:defRPr>
            </a:lvl1pPr>
          </a:lstStyle>
          <a:p>
            <a:r>
              <a:rPr lang="en-US"/>
              <a:t>Section divider title</a:t>
            </a:r>
          </a:p>
        </p:txBody>
      </p:sp>
    </p:spTree>
    <p:extLst>
      <p:ext uri="{BB962C8B-B14F-4D97-AF65-F5344CB8AC3E}">
        <p14:creationId xmlns:p14="http://schemas.microsoft.com/office/powerpoint/2010/main" val="2025584268"/>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hf sldNum="0" hdr="0" ftr="0" dt="0"/>
  <p:extLst>
    <p:ext uri="{DCECCB84-F9BA-43D5-87BE-67443E8EF086}">
      <p15:sldGuideLst xmlns:p15="http://schemas.microsoft.com/office/powerpoint/2012/main">
        <p15:guide id="1" orient="horz" pos="2450">
          <p15:clr>
            <a:srgbClr val="FBAE40"/>
          </p15:clr>
        </p15:guide>
        <p15:guide id="2" orient="horz" pos="2647">
          <p15:clr>
            <a:srgbClr val="FBAE40"/>
          </p15:clr>
        </p15:guide>
      </p15:sldGuideLst>
    </p:ext>
  </p:extLst>
</p:sldLayout>
</file>

<file path=ppt/slideLayouts/slideLayout52.xml><?xml version="1.0" encoding="utf-8"?>
<p:sldLayout xmlns:a="http://schemas.openxmlformats.org/drawingml/2006/main" xmlns:r="http://schemas.openxmlformats.org/officeDocument/2006/relationships" xmlns:p="http://schemas.openxmlformats.org/presentationml/2006/main" preserve="1">
  <p:cSld name="Agenda_1-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sp>
        <p:nvSpPr>
          <p:cNvPr id="3" name="Text Placeholder 3">
            <a:extLst>
              <a:ext uri="{FF2B5EF4-FFF2-40B4-BE49-F238E27FC236}">
                <a16:creationId xmlns:a16="http://schemas.microsoft.com/office/drawing/2014/main" id="{CAC2502E-5D9F-F851-3464-EDB3AAD612FA}"/>
              </a:ext>
            </a:extLst>
          </p:cNvPr>
          <p:cNvSpPr>
            <a:spLocks noGrp="1"/>
          </p:cNvSpPr>
          <p:nvPr>
            <p:ph type="body" sz="quarter" idx="15"/>
          </p:nvPr>
        </p:nvSpPr>
        <p:spPr>
          <a:xfrm>
            <a:off x="439793" y="1363633"/>
            <a:ext cx="3775021" cy="433645"/>
          </a:xfrm>
          <a:prstGeom prst="rect">
            <a:avLst/>
          </a:prstGeom>
        </p:spPr>
        <p:txBody>
          <a:bodyPr wrap="square">
            <a:spAutoFit/>
          </a:bodyPr>
          <a:lstStyle>
            <a:lvl1pPr marL="158773" indent="-158773">
              <a:lnSpc>
                <a:spcPct val="100000"/>
              </a:lnSpc>
              <a:spcBef>
                <a:spcPts val="0"/>
              </a:spcBef>
              <a:spcAft>
                <a:spcPts val="882"/>
              </a:spcAft>
              <a:buFont typeface="Arial" panose="020B0604020202020204" pitchFamily="34" charset="0"/>
              <a:buChar char="•"/>
              <a:defRPr sz="1618">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364313535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guide id="40" pos="3840">
          <p15:clr>
            <a:srgbClr val="FBAE40"/>
          </p15:clr>
        </p15:guide>
      </p15:sldGuideLst>
    </p:ext>
  </p:extLst>
</p:sldLayout>
</file>

<file path=ppt/slideLayouts/slideLayout53.xml><?xml version="1.0" encoding="utf-8"?>
<p:sldLayout xmlns:a="http://schemas.openxmlformats.org/drawingml/2006/main" xmlns:r="http://schemas.openxmlformats.org/officeDocument/2006/relationships" xmlns:p="http://schemas.openxmlformats.org/presentationml/2006/main" preserve="1">
  <p:cSld name="3_Agenda_2-column">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hasCustomPrompt="1"/>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Agenda</a:t>
            </a:r>
          </a:p>
        </p:txBody>
      </p:sp>
      <p:cxnSp>
        <p:nvCxnSpPr>
          <p:cNvPr id="4" name="Straight Connector 3">
            <a:extLst>
              <a:ext uri="{FF2B5EF4-FFF2-40B4-BE49-F238E27FC236}">
                <a16:creationId xmlns:a16="http://schemas.microsoft.com/office/drawing/2014/main" id="{F340DCC4-9FA9-09C4-BB96-6B9979AA256C}"/>
              </a:ext>
              <a:ext uri="{C183D7F6-B498-43B3-948B-1728B52AA6E4}">
                <adec:decorative xmlns:adec="http://schemas.microsoft.com/office/drawing/2017/decorative" val="1"/>
              </a:ext>
            </a:extLst>
          </p:cNvPr>
          <p:cNvCxnSpPr>
            <a:cxnSpLocks/>
          </p:cNvCxnSpPr>
          <p:nvPr/>
        </p:nvCxnSpPr>
        <p:spPr>
          <a:xfrm>
            <a:off x="438912" y="966788"/>
            <a:ext cx="2386584" cy="0"/>
          </a:xfrm>
          <a:prstGeom prst="line">
            <a:avLst/>
          </a:prstGeom>
          <a:ln w="76200" cap="rnd">
            <a:gradFill>
              <a:gsLst>
                <a:gs pos="0">
                  <a:schemeClr val="accent3"/>
                </a:gs>
                <a:gs pos="97531">
                  <a:srgbClr val="8DC8E8"/>
                </a:gs>
                <a:gs pos="48000">
                  <a:schemeClr val="accent2"/>
                </a:gs>
                <a:gs pos="22000">
                  <a:srgbClr val="F4364C"/>
                </a:gs>
              </a:gsLst>
              <a:lin ang="3900000" scaled="0"/>
            </a:gradFill>
            <a:headEnd type="none" w="lg" len="med"/>
            <a:tailEnd type="none" w="lg" len="med"/>
          </a:ln>
        </p:spPr>
        <p:style>
          <a:lnRef idx="1">
            <a:schemeClr val="accent1"/>
          </a:lnRef>
          <a:fillRef idx="0">
            <a:schemeClr val="accent1"/>
          </a:fillRef>
          <a:effectRef idx="0">
            <a:schemeClr val="accent1"/>
          </a:effectRef>
          <a:fontRef idx="minor">
            <a:schemeClr val="tx1"/>
          </a:fontRef>
        </p:style>
      </p:cxnSp>
      <p:sp>
        <p:nvSpPr>
          <p:cNvPr id="3" name="Text Placeholder 3">
            <a:extLst>
              <a:ext uri="{FF2B5EF4-FFF2-40B4-BE49-F238E27FC236}">
                <a16:creationId xmlns:a16="http://schemas.microsoft.com/office/drawing/2014/main" id="{4D82F77F-F413-CFB2-A490-42936771DAD7}"/>
              </a:ext>
            </a:extLst>
          </p:cNvPr>
          <p:cNvSpPr>
            <a:spLocks noGrp="1"/>
          </p:cNvSpPr>
          <p:nvPr>
            <p:ph type="body" sz="quarter" idx="17"/>
          </p:nvPr>
        </p:nvSpPr>
        <p:spPr>
          <a:xfrm>
            <a:off x="439793"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
        <p:nvSpPr>
          <p:cNvPr id="6" name="Text Placeholder 3">
            <a:extLst>
              <a:ext uri="{FF2B5EF4-FFF2-40B4-BE49-F238E27FC236}">
                <a16:creationId xmlns:a16="http://schemas.microsoft.com/office/drawing/2014/main" id="{6F9FBD2C-38D6-C1BF-620A-300B1F4C5CF2}"/>
              </a:ext>
            </a:extLst>
          </p:cNvPr>
          <p:cNvSpPr>
            <a:spLocks noGrp="1"/>
          </p:cNvSpPr>
          <p:nvPr>
            <p:ph type="body" sz="quarter" idx="18"/>
          </p:nvPr>
        </p:nvSpPr>
        <p:spPr>
          <a:xfrm>
            <a:off x="5168505" y="1363633"/>
            <a:ext cx="3539771" cy="248979"/>
          </a:xfrm>
          <a:prstGeom prst="rect">
            <a:avLst/>
          </a:prstGeom>
        </p:spPr>
        <p:txBody>
          <a:bodyPr vert="horz" wrap="square" lIns="0" tIns="0" rIns="0" bIns="0" rtlCol="0">
            <a:spAutoFit/>
          </a:bodyPr>
          <a:lstStyle>
            <a:lvl1pPr>
              <a:defRPr lang="en-US" sz="1618"/>
            </a:lvl1pPr>
          </a:lstStyle>
          <a:p>
            <a:pPr marL="158773" lvl="0" indent="-158773">
              <a:spcBef>
                <a:spcPts val="0"/>
              </a:spcBef>
              <a:spcAft>
                <a:spcPts val="882"/>
              </a:spcAft>
            </a:pPr>
            <a:r>
              <a:rPr lang="en-US"/>
              <a:t>Click to edit Master text styles</a:t>
            </a:r>
          </a:p>
        </p:txBody>
      </p:sp>
    </p:spTree>
    <p:extLst>
      <p:ext uri="{BB962C8B-B14F-4D97-AF65-F5344CB8AC3E}">
        <p14:creationId xmlns:p14="http://schemas.microsoft.com/office/powerpoint/2010/main" val="12692420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12">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2">
          <p15:clr>
            <a:srgbClr val="954F72"/>
          </p15:clr>
        </p15:guide>
      </p15:sldGuideLst>
    </p:ext>
  </p:extLst>
</p:sldLayout>
</file>

<file path=ppt/slideLayouts/slideLayout54.xml><?xml version="1.0" encoding="utf-8"?>
<p:sldLayout xmlns:a="http://schemas.openxmlformats.org/drawingml/2006/main" xmlns:r="http://schemas.openxmlformats.org/officeDocument/2006/relationships" xmlns:p="http://schemas.openxmlformats.org/presentationml/2006/main" preserve="1">
  <p:cSld name="Presenter-BIo">
    <p:bg>
      <p:bgPr>
        <a:solidFill>
          <a:srgbClr val="E8E6DF"/>
        </a:solidFill>
        <a:effectLst/>
      </p:bgPr>
    </p:bg>
    <p:spTree>
      <p:nvGrpSpPr>
        <p:cNvPr id="1" name=""/>
        <p:cNvGrpSpPr/>
        <p:nvPr/>
      </p:nvGrpSpPr>
      <p:grpSpPr>
        <a:xfrm>
          <a:off x="0" y="0"/>
          <a:ext cx="0" cy="0"/>
          <a:chOff x="0" y="0"/>
          <a:chExt cx="0" cy="0"/>
        </a:xfrm>
      </p:grpSpPr>
      <p:sp>
        <p:nvSpPr>
          <p:cNvPr id="19" name="Rectangle 18">
            <a:extLst>
              <a:ext uri="{FF2B5EF4-FFF2-40B4-BE49-F238E27FC236}">
                <a16:creationId xmlns:a16="http://schemas.microsoft.com/office/drawing/2014/main" id="{8AA94852-62BE-D975-5820-B3227B110B53}"/>
              </a:ext>
            </a:extLst>
          </p:cNvPr>
          <p:cNvSpPr/>
          <p:nvPr/>
        </p:nvSpPr>
        <p:spPr bwMode="auto">
          <a:xfrm>
            <a:off x="1" y="0"/>
            <a:ext cx="5277050" cy="5143500"/>
          </a:xfrm>
          <a:prstGeom prst="rect">
            <a:avLst/>
          </a:prstGeom>
          <a:solidFill>
            <a:srgbClr val="F4F3F5"/>
          </a:solidFill>
          <a:ln w="9525" cap="flat" cmpd="sng" algn="ctr">
            <a:noFill/>
            <a:prstDash val="solid"/>
            <a:headEnd type="none" w="med" len="med"/>
            <a:tailEnd type="none" w="med" len="med"/>
          </a:ln>
          <a:effectLst/>
        </p:spPr>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4311779"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D63B5AFD-1A0C-9C6A-B579-7F4B7918234D}"/>
              </a:ext>
            </a:extLst>
          </p:cNvPr>
          <p:cNvSpPr>
            <a:spLocks noGrp="1"/>
          </p:cNvSpPr>
          <p:nvPr>
            <p:ph type="pic" sz="quarter" idx="19"/>
          </p:nvPr>
        </p:nvSpPr>
        <p:spPr bwMode="ltGray">
          <a:xfrm>
            <a:off x="5665943"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5" name="Picture Placeholder" descr="This photo is a 'placeholder' only. Drag or drop your photo here, or click and tap the center to insert a photo.">
            <a:extLst>
              <a:ext uri="{FF2B5EF4-FFF2-40B4-BE49-F238E27FC236}">
                <a16:creationId xmlns:a16="http://schemas.microsoft.com/office/drawing/2014/main" id="{78B296A1-E2FF-6AD0-056E-6FFA0EA08B6A}"/>
              </a:ext>
            </a:extLst>
          </p:cNvPr>
          <p:cNvSpPr>
            <a:spLocks noGrp="1"/>
          </p:cNvSpPr>
          <p:nvPr>
            <p:ph type="pic" sz="quarter" idx="30"/>
          </p:nvPr>
        </p:nvSpPr>
        <p:spPr bwMode="ltGray">
          <a:xfrm>
            <a:off x="7926546"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D58F4ACC-A223-94FA-AF57-8B62501B059F}"/>
              </a:ext>
            </a:extLst>
          </p:cNvPr>
          <p:cNvSpPr>
            <a:spLocks noGrp="1"/>
          </p:cNvSpPr>
          <p:nvPr>
            <p:ph type="pic" sz="quarter" idx="31"/>
          </p:nvPr>
        </p:nvSpPr>
        <p:spPr bwMode="ltGray">
          <a:xfrm>
            <a:off x="6796244" y="2875301"/>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88133D48-744E-F029-079E-2E16C2809895}"/>
              </a:ext>
            </a:extLst>
          </p:cNvPr>
          <p:cNvSpPr>
            <a:spLocks noGrp="1"/>
          </p:cNvSpPr>
          <p:nvPr>
            <p:ph type="pic" sz="quarter" idx="32"/>
          </p:nvPr>
        </p:nvSpPr>
        <p:spPr bwMode="ltGray">
          <a:xfrm>
            <a:off x="5665943"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709D3DDE-EAFB-B57D-9147-8827F7743E1A}"/>
              </a:ext>
            </a:extLst>
          </p:cNvPr>
          <p:cNvSpPr>
            <a:spLocks noGrp="1"/>
          </p:cNvSpPr>
          <p:nvPr>
            <p:ph type="pic" sz="quarter" idx="33"/>
          </p:nvPr>
        </p:nvSpPr>
        <p:spPr bwMode="ltGray">
          <a:xfrm>
            <a:off x="7926546"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Picture Placeholder" descr="This photo is a 'placeholder' only. Drag or drop your photo here, or click and tap the center to insert a photo.">
            <a:extLst>
              <a:ext uri="{FF2B5EF4-FFF2-40B4-BE49-F238E27FC236}">
                <a16:creationId xmlns:a16="http://schemas.microsoft.com/office/drawing/2014/main" id="{DFDB12BE-8B16-4DC3-C014-945C54E8CD7D}"/>
              </a:ext>
            </a:extLst>
          </p:cNvPr>
          <p:cNvSpPr>
            <a:spLocks noGrp="1"/>
          </p:cNvSpPr>
          <p:nvPr>
            <p:ph type="pic" sz="quarter" idx="34"/>
          </p:nvPr>
        </p:nvSpPr>
        <p:spPr bwMode="ltGray">
          <a:xfrm>
            <a:off x="6796244" y="3899392"/>
            <a:ext cx="802386" cy="802386"/>
          </a:xfrm>
          <a:prstGeom prst="rect">
            <a:avLst/>
          </a:prstGeom>
          <a:solidFill>
            <a:srgbClr val="F4F4F7"/>
          </a:solidFill>
        </p:spPr>
        <p:txBody>
          <a:bodyPr lIns="0" tIns="0" rIns="0" bIns="0" anchor="ctr" anchorCtr="0">
            <a:noAutofit/>
          </a:bodyPr>
          <a:lstStyle>
            <a:lvl1pPr marL="0" indent="0" algn="ctr">
              <a:lnSpc>
                <a:spcPct val="100000"/>
              </a:lnSpc>
              <a:buNone/>
              <a:defRPr sz="662"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50375802-7BB3-7A20-1210-E5FEEE1A56F8}"/>
              </a:ext>
            </a:extLst>
          </p:cNvPr>
          <p:cNvSpPr>
            <a:spLocks noGrp="1"/>
          </p:cNvSpPr>
          <p:nvPr>
            <p:ph type="pic" sz="quarter" idx="14" hasCustomPrompt="1"/>
          </p:nvPr>
        </p:nvSpPr>
        <p:spPr bwMode="ltGray">
          <a:xfrm>
            <a:off x="6123925" y="342900"/>
            <a:ext cx="2136776" cy="2155659"/>
          </a:xfrm>
          <a:prstGeom prst="roundRect">
            <a:avLst>
              <a:gd name="adj" fmla="val 21738"/>
            </a:avLst>
          </a:prstGeom>
          <a:blipFill>
            <a:blip r:embed="rId2"/>
            <a:stretch>
              <a:fillRect/>
            </a:stretch>
          </a:blipFill>
          <a:effectLst>
            <a:outerShdw blurRad="314198" dist="111760" dir="8040000" algn="ctr" rotWithShape="0">
              <a:schemeClr val="tx1">
                <a:alpha val="22000"/>
              </a:schemeClr>
            </a:outerShdw>
          </a:effectLst>
        </p:spPr>
        <p:txBody>
          <a:bodyPr lIns="0" tIns="0" rIns="0" bIns="1005840" anchor="ctr" anchorCtr="0">
            <a:noAutofit/>
          </a:bodyPr>
          <a:lstStyle>
            <a:lvl1pPr marL="0" indent="0" algn="ctr">
              <a:lnSpc>
                <a:spcPct val="100000"/>
              </a:lnSpc>
              <a:buNone/>
              <a:defRPr sz="471" b="1">
                <a:solidFill>
                  <a:srgbClr val="000000"/>
                </a:solidFill>
                <a:latin typeface="+mn-lt"/>
                <a:cs typeface="Segoe UI" panose="020B0502040204020203" pitchFamily="34" charset="0"/>
              </a:defRPr>
            </a:lvl1pPr>
          </a:lstStyle>
          <a:p>
            <a:r>
              <a:rPr lang="en-US" dirty="0"/>
              <a:t>Click icon to </a:t>
            </a:r>
            <a:br>
              <a:rPr lang="en-US" dirty="0"/>
            </a:br>
            <a:r>
              <a:rPr lang="en-US" dirty="0"/>
              <a:t>add your picture here</a:t>
            </a:r>
          </a:p>
        </p:txBody>
      </p:sp>
      <p:sp>
        <p:nvSpPr>
          <p:cNvPr id="7" name="Footer Placeholder 2">
            <a:extLst>
              <a:ext uri="{FF2B5EF4-FFF2-40B4-BE49-F238E27FC236}">
                <a16:creationId xmlns:a16="http://schemas.microsoft.com/office/drawing/2014/main" id="{FEE9CA35-7E2C-1B90-FD18-D2DBFD0DA24A}"/>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109370511"/>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5.xml><?xml version="1.0" encoding="utf-8"?>
<p:sldLayout xmlns:a="http://schemas.openxmlformats.org/drawingml/2006/main" xmlns:r="http://schemas.openxmlformats.org/officeDocument/2006/relationships" xmlns:p="http://schemas.openxmlformats.org/presentationml/2006/main" preserve="1">
  <p:cSld name="Summary page_Big headline_Learn">
    <p:bg>
      <p:bgPr>
        <a:solidFill>
          <a:srgbClr val="E8E6DF"/>
        </a:solidFill>
        <a:effectLst/>
      </p:bgPr>
    </p:bg>
    <p:spTree>
      <p:nvGrpSpPr>
        <p:cNvPr id="1" name=""/>
        <p:cNvGrpSpPr/>
        <p:nvPr/>
      </p:nvGrpSpPr>
      <p:grpSpPr>
        <a:xfrm>
          <a:off x="0" y="0"/>
          <a:ext cx="0" cy="0"/>
          <a:chOff x="0" y="0"/>
          <a:chExt cx="0" cy="0"/>
        </a:xfrm>
      </p:grpSpPr>
      <p:pic>
        <p:nvPicPr>
          <p:cNvPr id="3" name="Picture 2">
            <a:extLst>
              <a:ext uri="{FF2B5EF4-FFF2-40B4-BE49-F238E27FC236}">
                <a16:creationId xmlns:a16="http://schemas.microsoft.com/office/drawing/2014/main" id="{A1361096-DA6C-ED52-FA05-5031C6CAB2FE}"/>
              </a:ext>
            </a:extLst>
          </p:cNvPr>
          <p:cNvPicPr>
            <a:picLocks noChangeAspect="1"/>
          </p:cNvPicPr>
          <p:nvPr/>
        </p:nvPicPr>
        <p:blipFill>
          <a:blip r:embed="rId2">
            <a:extLst>
              <a:ext uri="{28A0092B-C50C-407E-A947-70E740481C1C}">
                <a14:useLocalDpi xmlns:a14="http://schemas.microsoft.com/office/drawing/2010/main" val="0"/>
              </a:ext>
            </a:extLst>
          </a:blip>
          <a:srcRect/>
          <a:stretch/>
        </p:blipFill>
        <p:spPr>
          <a:xfrm>
            <a:off x="0" y="0"/>
            <a:ext cx="9144000" cy="5143500"/>
          </a:xfrm>
          <a:prstGeom prst="rect">
            <a:avLst/>
          </a:prstGeom>
        </p:spPr>
      </p:pic>
      <p:sp>
        <p:nvSpPr>
          <p:cNvPr id="5" name="Title 4">
            <a:extLst>
              <a:ext uri="{FF2B5EF4-FFF2-40B4-BE49-F238E27FC236}">
                <a16:creationId xmlns:a16="http://schemas.microsoft.com/office/drawing/2014/main" id="{22E59AFC-909D-1098-D672-A384B97467B1}"/>
              </a:ext>
            </a:extLst>
          </p:cNvPr>
          <p:cNvSpPr>
            <a:spLocks noGrp="1"/>
          </p:cNvSpPr>
          <p:nvPr>
            <p:ph type="title" hasCustomPrompt="1"/>
          </p:nvPr>
        </p:nvSpPr>
        <p:spPr>
          <a:xfrm>
            <a:off x="393812" y="1836047"/>
            <a:ext cx="7822693" cy="761747"/>
          </a:xfrm>
        </p:spPr>
        <p:txBody>
          <a:bodyPr anchor="b" anchorCtr="0"/>
          <a:lstStyle>
            <a:lvl1pPr>
              <a:defRPr sz="4854" spc="-74" baseline="0">
                <a:latin typeface="+mn-lt"/>
              </a:defRPr>
            </a:lvl1pPr>
          </a:lstStyle>
          <a:p>
            <a:r>
              <a:rPr lang="en-US"/>
              <a:t>Big headline</a:t>
            </a:r>
          </a:p>
        </p:txBody>
      </p:sp>
      <p:sp>
        <p:nvSpPr>
          <p:cNvPr id="9" name="Text Placeholder 3">
            <a:extLst>
              <a:ext uri="{FF2B5EF4-FFF2-40B4-BE49-F238E27FC236}">
                <a16:creationId xmlns:a16="http://schemas.microsoft.com/office/drawing/2014/main" id="{EAE3F76B-93DD-2A11-C7C5-3051EECE9777}"/>
              </a:ext>
            </a:extLst>
          </p:cNvPr>
          <p:cNvSpPr>
            <a:spLocks noGrp="1"/>
          </p:cNvSpPr>
          <p:nvPr>
            <p:ph type="body" sz="quarter" idx="15"/>
          </p:nvPr>
        </p:nvSpPr>
        <p:spPr>
          <a:xfrm>
            <a:off x="439792" y="3208736"/>
            <a:ext cx="3534515"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7477A8E4-EDF0-DDB3-8098-28D44E2342D6}"/>
              </a:ext>
            </a:extLst>
          </p:cNvPr>
          <p:cNvSpPr>
            <a:spLocks noGrp="1"/>
          </p:cNvSpPr>
          <p:nvPr>
            <p:ph type="body" sz="quarter" idx="16"/>
          </p:nvPr>
        </p:nvSpPr>
        <p:spPr>
          <a:xfrm>
            <a:off x="4684807" y="3208736"/>
            <a:ext cx="2824466"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Footer Placeholder 2">
            <a:extLst>
              <a:ext uri="{FF2B5EF4-FFF2-40B4-BE49-F238E27FC236}">
                <a16:creationId xmlns:a16="http://schemas.microsoft.com/office/drawing/2014/main" id="{89CAA6EA-34FD-6A61-2DD4-EAAB33642A7B}"/>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12107285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68">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36">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6.xml><?xml version="1.0" encoding="utf-8"?>
<p:sldLayout xmlns:a="http://schemas.openxmlformats.org/drawingml/2006/main" xmlns:r="http://schemas.openxmlformats.org/officeDocument/2006/relationships" xmlns:p="http://schemas.openxmlformats.org/presentationml/2006/main" preserve="1">
  <p:cSld name="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60106"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8260106"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92221192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7.xml><?xml version="1.0" encoding="utf-8"?>
<p:sldLayout xmlns:a="http://schemas.openxmlformats.org/drawingml/2006/main" xmlns:r="http://schemas.openxmlformats.org/officeDocument/2006/relationships" xmlns:p="http://schemas.openxmlformats.org/presentationml/2006/main" preserve="1">
  <p:cSld name="1_Title and subheadin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11">
            <a:extLst>
              <a:ext uri="{FF2B5EF4-FFF2-40B4-BE49-F238E27FC236}">
                <a16:creationId xmlns:a16="http://schemas.microsoft.com/office/drawing/2014/main" id="{CA4E92E8-A50E-5AB4-8891-983AC58DB6A9}"/>
              </a:ext>
            </a:extLst>
          </p:cNvPr>
          <p:cNvSpPr>
            <a:spLocks noGrp="1"/>
          </p:cNvSpPr>
          <p:nvPr>
            <p:ph type="body" sz="quarter" idx="17"/>
          </p:nvPr>
        </p:nvSpPr>
        <p:spPr>
          <a:xfrm>
            <a:off x="438150" y="1040074"/>
            <a:ext cx="8258701"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2382746608"/>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8.xml><?xml version="1.0" encoding="utf-8"?>
<p:sldLayout xmlns:a="http://schemas.openxmlformats.org/drawingml/2006/main" xmlns:r="http://schemas.openxmlformats.org/officeDocument/2006/relationships" xmlns:p="http://schemas.openxmlformats.org/presentationml/2006/main" preserve="1">
  <p:cSld name="1_1-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5" name="Text Placeholder 11">
            <a:extLst>
              <a:ext uri="{FF2B5EF4-FFF2-40B4-BE49-F238E27FC236}">
                <a16:creationId xmlns:a16="http://schemas.microsoft.com/office/drawing/2014/main" id="{A790AA64-2857-089A-38D7-2F214254E968}"/>
              </a:ext>
            </a:extLst>
          </p:cNvPr>
          <p:cNvSpPr>
            <a:spLocks noGrp="1"/>
          </p:cNvSpPr>
          <p:nvPr>
            <p:ph type="body" sz="quarter" idx="17"/>
          </p:nvPr>
        </p:nvSpPr>
        <p:spPr>
          <a:xfrm>
            <a:off x="438150" y="1195616"/>
            <a:ext cx="4023168"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55AAAF14-6312-27D6-344A-FC49DD3F1116}"/>
              </a:ext>
            </a:extLst>
          </p:cNvPr>
          <p:cNvSpPr>
            <a:spLocks noGrp="1"/>
          </p:cNvSpPr>
          <p:nvPr>
            <p:ph type="body" sz="quarter" idx="15"/>
          </p:nvPr>
        </p:nvSpPr>
        <p:spPr>
          <a:xfrm>
            <a:off x="439793" y="1564324"/>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51404848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59.xml><?xml version="1.0" encoding="utf-8"?>
<p:sldLayout xmlns:a="http://schemas.openxmlformats.org/drawingml/2006/main" xmlns:r="http://schemas.openxmlformats.org/officeDocument/2006/relationships" xmlns:p="http://schemas.openxmlformats.org/presentationml/2006/main" preserve="1">
  <p:cSld name="2-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2" name="Text Placeholder 3">
            <a:extLst>
              <a:ext uri="{FF2B5EF4-FFF2-40B4-BE49-F238E27FC236}">
                <a16:creationId xmlns:a16="http://schemas.microsoft.com/office/drawing/2014/main" id="{53CBC165-170D-08C9-3B02-A3330AE9A5C6}"/>
              </a:ext>
            </a:extLst>
          </p:cNvPr>
          <p:cNvSpPr>
            <a:spLocks noGrp="1"/>
          </p:cNvSpPr>
          <p:nvPr>
            <p:ph type="body" sz="quarter" idx="15"/>
          </p:nvPr>
        </p:nvSpPr>
        <p:spPr>
          <a:xfrm>
            <a:off x="439792" y="1193292"/>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3">
            <a:extLst>
              <a:ext uri="{FF2B5EF4-FFF2-40B4-BE49-F238E27FC236}">
                <a16:creationId xmlns:a16="http://schemas.microsoft.com/office/drawing/2014/main" id="{7382E19E-C6C9-5DF7-1994-AFE741475188}"/>
              </a:ext>
            </a:extLst>
          </p:cNvPr>
          <p:cNvSpPr>
            <a:spLocks noGrp="1"/>
          </p:cNvSpPr>
          <p:nvPr>
            <p:ph type="body" sz="quarter" idx="20"/>
          </p:nvPr>
        </p:nvSpPr>
        <p:spPr>
          <a:xfrm>
            <a:off x="4690248" y="1193292"/>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84384815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88">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0.xml><?xml version="1.0" encoding="utf-8"?>
<p:sldLayout xmlns:a="http://schemas.openxmlformats.org/drawingml/2006/main" xmlns:r="http://schemas.openxmlformats.org/officeDocument/2006/relationships" xmlns:p="http://schemas.openxmlformats.org/presentationml/2006/main" preserve="1">
  <p:cSld name="2-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Text Placeholder 11">
            <a:extLst>
              <a:ext uri="{FF2B5EF4-FFF2-40B4-BE49-F238E27FC236}">
                <a16:creationId xmlns:a16="http://schemas.microsoft.com/office/drawing/2014/main" id="{B99DE518-C598-A940-A59E-AD0A05432BA4}"/>
              </a:ext>
            </a:extLst>
          </p:cNvPr>
          <p:cNvSpPr>
            <a:spLocks noGrp="1"/>
          </p:cNvSpPr>
          <p:nvPr>
            <p:ph type="body" sz="quarter" idx="16"/>
          </p:nvPr>
        </p:nvSpPr>
        <p:spPr>
          <a:xfrm>
            <a:off x="438150"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24E25ABE-71E1-BA48-6C8C-383755934901}"/>
              </a:ext>
            </a:extLst>
          </p:cNvPr>
          <p:cNvSpPr>
            <a:spLocks noGrp="1"/>
          </p:cNvSpPr>
          <p:nvPr>
            <p:ph type="body" sz="quarter" idx="15"/>
          </p:nvPr>
        </p:nvSpPr>
        <p:spPr>
          <a:xfrm>
            <a:off x="439792" y="1564324"/>
            <a:ext cx="3913133"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11">
            <a:extLst>
              <a:ext uri="{FF2B5EF4-FFF2-40B4-BE49-F238E27FC236}">
                <a16:creationId xmlns:a16="http://schemas.microsoft.com/office/drawing/2014/main" id="{1B7E7F6E-4D9D-5F8C-A5F0-526CA973BE99}"/>
              </a:ext>
            </a:extLst>
          </p:cNvPr>
          <p:cNvSpPr>
            <a:spLocks noGrp="1"/>
          </p:cNvSpPr>
          <p:nvPr>
            <p:ph type="body" sz="quarter" idx="19"/>
          </p:nvPr>
        </p:nvSpPr>
        <p:spPr>
          <a:xfrm>
            <a:off x="4683165" y="1195616"/>
            <a:ext cx="3914775" cy="433645"/>
          </a:xfrm>
          <a:prstGeom prst="rect">
            <a:avLst/>
          </a:prstGeom>
        </p:spPr>
        <p:txBody>
          <a:bodyPr anchor="t"/>
          <a:lstStyle>
            <a:lvl1pPr marL="0" indent="0">
              <a:spcBef>
                <a:spcPts val="0"/>
              </a:spcBef>
              <a:buNone/>
              <a:defRPr sz="1618">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37DAE155-2008-5357-51E8-E6B1FA7558C2}"/>
              </a:ext>
            </a:extLst>
          </p:cNvPr>
          <p:cNvSpPr>
            <a:spLocks noGrp="1"/>
          </p:cNvSpPr>
          <p:nvPr>
            <p:ph type="body" sz="quarter" idx="20"/>
          </p:nvPr>
        </p:nvSpPr>
        <p:spPr>
          <a:xfrm>
            <a:off x="4690248" y="1564324"/>
            <a:ext cx="389033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41280800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8">
          <p15:clr>
            <a:srgbClr val="954F72"/>
          </p15:clr>
        </p15:guide>
        <p15:guide id="9" pos="2150">
          <p15:clr>
            <a:srgbClr val="954F72"/>
          </p15:clr>
        </p15:guide>
        <p15:guide id="10" pos="2544">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1.xml><?xml version="1.0" encoding="utf-8"?>
<p:sldLayout xmlns:a="http://schemas.openxmlformats.org/drawingml/2006/main" xmlns:r="http://schemas.openxmlformats.org/officeDocument/2006/relationships" xmlns:p="http://schemas.openxmlformats.org/presentationml/2006/main" preserve="1">
  <p:cSld name="3-column_Text">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F940B0D9-7832-B819-D230-4F210761A29F}"/>
              </a:ext>
            </a:extLst>
          </p:cNvPr>
          <p:cNvSpPr>
            <a:spLocks noGrp="1"/>
          </p:cNvSpPr>
          <p:nvPr>
            <p:ph type="body" sz="quarter" idx="15"/>
          </p:nvPr>
        </p:nvSpPr>
        <p:spPr>
          <a:xfrm>
            <a:off x="43979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Text Placeholder 3">
            <a:extLst>
              <a:ext uri="{FF2B5EF4-FFF2-40B4-BE49-F238E27FC236}">
                <a16:creationId xmlns:a16="http://schemas.microsoft.com/office/drawing/2014/main" id="{C0D492BA-29A5-F31A-7F93-39ADE3E5EDA1}"/>
              </a:ext>
            </a:extLst>
          </p:cNvPr>
          <p:cNvSpPr>
            <a:spLocks noGrp="1"/>
          </p:cNvSpPr>
          <p:nvPr>
            <p:ph type="body" sz="quarter" idx="16"/>
          </p:nvPr>
        </p:nvSpPr>
        <p:spPr>
          <a:xfrm>
            <a:off x="3272146"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0" name="Text Placeholder 3">
            <a:extLst>
              <a:ext uri="{FF2B5EF4-FFF2-40B4-BE49-F238E27FC236}">
                <a16:creationId xmlns:a16="http://schemas.microsoft.com/office/drawing/2014/main" id="{36EDCFC9-DB25-88C3-92DA-E2554C14A27E}"/>
              </a:ext>
            </a:extLst>
          </p:cNvPr>
          <p:cNvSpPr>
            <a:spLocks noGrp="1"/>
          </p:cNvSpPr>
          <p:nvPr>
            <p:ph type="body" sz="quarter" idx="17"/>
          </p:nvPr>
        </p:nvSpPr>
        <p:spPr>
          <a:xfrm>
            <a:off x="6097642" y="1193483"/>
            <a:ext cx="2609399"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03580041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2.xml><?xml version="1.0" encoding="utf-8"?>
<p:sldLayout xmlns:a="http://schemas.openxmlformats.org/drawingml/2006/main" xmlns:r="http://schemas.openxmlformats.org/officeDocument/2006/relationships" xmlns:p="http://schemas.openxmlformats.org/presentationml/2006/main" preserve="1">
  <p:cSld name="3-column_Text_with Subhead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195616"/>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1714501"/>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64659025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3.xml><?xml version="1.0" encoding="utf-8"?>
<p:sldLayout xmlns:a="http://schemas.openxmlformats.org/drawingml/2006/main" xmlns:r="http://schemas.openxmlformats.org/officeDocument/2006/relationships" xmlns:p="http://schemas.openxmlformats.org/presentationml/2006/main" preserve="1">
  <p:cSld name="3-column_Text_with Subheads-Ic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1805885"/>
            <a:ext cx="2609303" cy="411010"/>
          </a:xfrm>
          <a:prstGeom prst="rect">
            <a:avLst/>
          </a:prstGeom>
        </p:spPr>
        <p:txBody>
          <a:bodyPr anchor="t"/>
          <a:lstStyle>
            <a:lvl1pPr marL="0" indent="0">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324769"/>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1143821180"/>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2988">
          <p15:clr>
            <a:srgbClr val="FBAE40"/>
          </p15:clr>
        </p15:guide>
        <p15:guide id="42" pos="5352">
          <p15:clr>
            <a:srgbClr val="FBAE40"/>
          </p15:clr>
        </p15:guide>
        <p15:guide id="43" orient="horz" pos="1085">
          <p15:clr>
            <a:srgbClr val="FBAE40"/>
          </p15:clr>
        </p15:guide>
      </p15:sldGuideLst>
    </p:ext>
  </p:extLst>
</p:sldLayout>
</file>

<file path=ppt/slideLayouts/slideLayout64.xml><?xml version="1.0" encoding="utf-8"?>
<p:sldLayout xmlns:a="http://schemas.openxmlformats.org/drawingml/2006/main" xmlns:r="http://schemas.openxmlformats.org/officeDocument/2006/relationships" xmlns:p="http://schemas.openxmlformats.org/presentationml/2006/main" preserve="1">
  <p:cSld name="2_3-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7" y="1531616"/>
            <a:ext cx="9131789"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2"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4" name="Text Placeholder 3">
            <a:extLst>
              <a:ext uri="{FF2B5EF4-FFF2-40B4-BE49-F238E27FC236}">
                <a16:creationId xmlns:a16="http://schemas.microsoft.com/office/drawing/2014/main" id="{CDA52B45-289B-E4AF-9D79-083305995111}"/>
              </a:ext>
            </a:extLst>
          </p:cNvPr>
          <p:cNvSpPr>
            <a:spLocks noGrp="1"/>
          </p:cNvSpPr>
          <p:nvPr>
            <p:ph type="body" sz="quarter" idx="25"/>
          </p:nvPr>
        </p:nvSpPr>
        <p:spPr>
          <a:xfrm>
            <a:off x="6099814" y="2712373"/>
            <a:ext cx="2608208"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308684655"/>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60">
          <p15:clr>
            <a:srgbClr val="FBAE40"/>
          </p15:clr>
        </p15:guide>
      </p15:sldGuideLst>
    </p:ext>
  </p:extLst>
</p:sldLayout>
</file>

<file path=ppt/slideLayouts/slideLayout65.xml><?xml version="1.0" encoding="utf-8"?>
<p:sldLayout xmlns:a="http://schemas.openxmlformats.org/drawingml/2006/main" xmlns:r="http://schemas.openxmlformats.org/officeDocument/2006/relationships" xmlns:p="http://schemas.openxmlformats.org/presentationml/2006/main" preserve="1">
  <p:cSld name="4_4-column_Text_with Subheads-Icons">
    <p:bg>
      <p:bgRef idx="1001">
        <a:schemeClr val="bg1"/>
      </p:bgRef>
    </p:bg>
    <p:spTree>
      <p:nvGrpSpPr>
        <p:cNvPr id="1" name=""/>
        <p:cNvGrpSpPr/>
        <p:nvPr/>
      </p:nvGrpSpPr>
      <p:grpSpPr>
        <a:xfrm>
          <a:off x="0" y="0"/>
          <a:ext cx="0" cy="0"/>
          <a:chOff x="0" y="0"/>
          <a:chExt cx="0" cy="0"/>
        </a:xfrm>
      </p:grpSpPr>
      <p:cxnSp>
        <p:nvCxnSpPr>
          <p:cNvPr id="5" name="Straight Connector 4" descr="Microsoft Certification renewal process flow">
            <a:extLst>
              <a:ext uri="{FF2B5EF4-FFF2-40B4-BE49-F238E27FC236}">
                <a16:creationId xmlns:a16="http://schemas.microsoft.com/office/drawing/2014/main" id="{ED4FC5EF-0434-AB45-07F5-AAD2BF06D8B8}"/>
              </a:ext>
              <a:ext uri="{C183D7F6-B498-43B3-948B-1728B52AA6E4}">
                <adec:decorative xmlns:adec="http://schemas.microsoft.com/office/drawing/2017/decorative" val="0"/>
              </a:ext>
            </a:extLst>
          </p:cNvPr>
          <p:cNvCxnSpPr>
            <a:cxnSpLocks/>
          </p:cNvCxnSpPr>
          <p:nvPr/>
        </p:nvCxnSpPr>
        <p:spPr>
          <a:xfrm>
            <a:off x="1325" y="1531616"/>
            <a:ext cx="9141714" cy="0"/>
          </a:xfrm>
          <a:prstGeom prst="line">
            <a:avLst/>
          </a:prstGeom>
          <a:noFill/>
          <a:ln w="76200" cap="flat">
            <a:gradFill>
              <a:gsLst>
                <a:gs pos="0">
                  <a:srgbClr val="FF5C39"/>
                </a:gs>
                <a:gs pos="54796">
                  <a:srgbClr val="C73ECC"/>
                </a:gs>
                <a:gs pos="100000">
                  <a:srgbClr val="8DC8E8"/>
                </a:gs>
              </a:gsLst>
              <a:lin ang="21399750" scaled="1"/>
            </a:gradFill>
            <a:prstDash val="solid"/>
            <a:miter/>
          </a:ln>
        </p:spPr>
      </p:cxn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3" name="Text Placeholder 11">
            <a:extLst>
              <a:ext uri="{FF2B5EF4-FFF2-40B4-BE49-F238E27FC236}">
                <a16:creationId xmlns:a16="http://schemas.microsoft.com/office/drawing/2014/main" id="{4759A57E-BDDC-1596-6959-BA7696DE9B08}"/>
              </a:ext>
            </a:extLst>
          </p:cNvPr>
          <p:cNvSpPr>
            <a:spLocks noGrp="1"/>
          </p:cNvSpPr>
          <p:nvPr>
            <p:ph type="body" sz="quarter" idx="24"/>
          </p:nvPr>
        </p:nvSpPr>
        <p:spPr>
          <a:xfrm>
            <a:off x="6098171" y="2246463"/>
            <a:ext cx="2609303" cy="411010"/>
          </a:xfrm>
          <a:prstGeom prst="rect">
            <a:avLst/>
          </a:prstGeom>
        </p:spPr>
        <p:txBody>
          <a:bodyPr anchor="t"/>
          <a:lstStyle>
            <a:lvl1pPr marL="0" indent="0" algn="ctr">
              <a:spcBef>
                <a:spcPts val="0"/>
              </a:spcBef>
              <a:buNone/>
              <a:defRPr sz="1471">
                <a:solidFill>
                  <a:schemeClr val="tx1"/>
                </a:solidFill>
                <a:latin typeface="+mj-lt"/>
              </a:defRPr>
            </a:lvl1pPr>
          </a:lstStyle>
          <a:p>
            <a:pPr lvl="0"/>
            <a:r>
              <a:rPr lang="en-US"/>
              <a:t>Click to edit Master text styles</a:t>
            </a:r>
          </a:p>
        </p:txBody>
      </p:sp>
      <p:sp>
        <p:nvSpPr>
          <p:cNvPr id="10" name="Text Placeholder 3">
            <a:extLst>
              <a:ext uri="{FF2B5EF4-FFF2-40B4-BE49-F238E27FC236}">
                <a16:creationId xmlns:a16="http://schemas.microsoft.com/office/drawing/2014/main" id="{244C1821-6346-D755-83F0-EC5D04C1AFA5}"/>
              </a:ext>
            </a:extLst>
          </p:cNvPr>
          <p:cNvSpPr>
            <a:spLocks noGrp="1"/>
          </p:cNvSpPr>
          <p:nvPr>
            <p:ph type="body" sz="quarter" idx="15"/>
          </p:nvPr>
        </p:nvSpPr>
        <p:spPr>
          <a:xfrm>
            <a:off x="43815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5" name="Text Placeholder 3">
            <a:extLst>
              <a:ext uri="{FF2B5EF4-FFF2-40B4-BE49-F238E27FC236}">
                <a16:creationId xmlns:a16="http://schemas.microsoft.com/office/drawing/2014/main" id="{AE8BC1E6-3311-A73F-871A-923C49C012F0}"/>
              </a:ext>
            </a:extLst>
          </p:cNvPr>
          <p:cNvSpPr>
            <a:spLocks noGrp="1"/>
          </p:cNvSpPr>
          <p:nvPr>
            <p:ph type="body" sz="quarter" idx="23"/>
          </p:nvPr>
        </p:nvSpPr>
        <p:spPr>
          <a:xfrm>
            <a:off x="326816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6" name="Text Placeholder 3">
            <a:extLst>
              <a:ext uri="{FF2B5EF4-FFF2-40B4-BE49-F238E27FC236}">
                <a16:creationId xmlns:a16="http://schemas.microsoft.com/office/drawing/2014/main" id="{888C01D0-23FB-7438-A9BF-8E99080C98BE}"/>
              </a:ext>
            </a:extLst>
          </p:cNvPr>
          <p:cNvSpPr>
            <a:spLocks noGrp="1"/>
          </p:cNvSpPr>
          <p:nvPr>
            <p:ph type="body" sz="quarter" idx="25"/>
          </p:nvPr>
        </p:nvSpPr>
        <p:spPr>
          <a:xfrm>
            <a:off x="6098171" y="2712373"/>
            <a:ext cx="2609303" cy="717119"/>
          </a:xfrm>
          <a:prstGeom prst="rect">
            <a:avLst/>
          </a:prstGeom>
        </p:spPr>
        <p:txBody>
          <a:bodyPr wrap="square">
            <a:spAutoFit/>
          </a:bodyPr>
          <a:lstStyle>
            <a:lvl1pPr marL="0" indent="0" algn="ctr">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8" name="Oval 7">
            <a:extLst>
              <a:ext uri="{FF2B5EF4-FFF2-40B4-BE49-F238E27FC236}">
                <a16:creationId xmlns:a16="http://schemas.microsoft.com/office/drawing/2014/main" id="{6E673AD2-B8AF-CC3C-D898-30292FC1719F}"/>
              </a:ext>
              <a:ext uri="{C183D7F6-B498-43B3-948B-1728B52AA6E4}">
                <adec:decorative xmlns:adec="http://schemas.microsoft.com/office/drawing/2017/decorative" val="1"/>
              </a:ext>
            </a:extLst>
          </p:cNvPr>
          <p:cNvSpPr/>
          <p:nvPr/>
        </p:nvSpPr>
        <p:spPr bwMode="auto">
          <a:xfrm>
            <a:off x="138240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9" name="Oval 8">
            <a:extLst>
              <a:ext uri="{FF2B5EF4-FFF2-40B4-BE49-F238E27FC236}">
                <a16:creationId xmlns:a16="http://schemas.microsoft.com/office/drawing/2014/main" id="{56859B90-45D2-D990-09AA-8F85B79F1077}"/>
              </a:ext>
              <a:ext uri="{C183D7F6-B498-43B3-948B-1728B52AA6E4}">
                <adec:decorative xmlns:adec="http://schemas.microsoft.com/office/drawing/2017/decorative" val="1"/>
              </a:ext>
            </a:extLst>
          </p:cNvPr>
          <p:cNvSpPr/>
          <p:nvPr/>
        </p:nvSpPr>
        <p:spPr bwMode="auto">
          <a:xfrm>
            <a:off x="4203401"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
        <p:nvSpPr>
          <p:cNvPr id="12" name="Oval 11">
            <a:extLst>
              <a:ext uri="{FF2B5EF4-FFF2-40B4-BE49-F238E27FC236}">
                <a16:creationId xmlns:a16="http://schemas.microsoft.com/office/drawing/2014/main" id="{287FE1B2-0C16-29CA-99C4-4C44A8047A50}"/>
              </a:ext>
              <a:ext uri="{C183D7F6-B498-43B3-948B-1728B52AA6E4}">
                <adec:decorative xmlns:adec="http://schemas.microsoft.com/office/drawing/2017/decorative" val="1"/>
              </a:ext>
            </a:extLst>
          </p:cNvPr>
          <p:cNvSpPr/>
          <p:nvPr/>
        </p:nvSpPr>
        <p:spPr bwMode="auto">
          <a:xfrm>
            <a:off x="7024397" y="1157233"/>
            <a:ext cx="737196" cy="737196"/>
          </a:xfrm>
          <a:prstGeom prst="ellipse">
            <a:avLst/>
          </a:prstGeom>
          <a:solidFill>
            <a:srgbClr val="FFFFFF"/>
          </a:solidFill>
          <a:ln w="12700" cap="flat">
            <a:solidFill>
              <a:schemeClr val="bg1">
                <a:lumMod val="85000"/>
              </a:schemeClr>
            </a:solidFill>
            <a:miter lim="400000"/>
          </a:ln>
          <a:effectLst/>
          <a:sp3d/>
        </p:spPr>
        <p:txBody>
          <a:bodyPr rot="0" spcFirstLastPara="1" vertOverflow="overflow" horzOverflow="overflow" vert="horz" wrap="square" lIns="37356" tIns="37356" rIns="37356" bIns="37356" numCol="1" spcCol="38100" rtlCol="0" anchor="ctr">
            <a:noAutofit/>
          </a:bodyPr>
          <a:lstStyle/>
          <a:p>
            <a:pPr marL="3362" marR="0" lvl="0" indent="0" algn="l" defTabSz="303475" rtl="0" eaLnBrk="1" fontAlgn="auto" latinLnBrk="0" hangingPunct="1">
              <a:lnSpc>
                <a:spcPct val="100000"/>
              </a:lnSpc>
              <a:spcBef>
                <a:spcPts val="0"/>
              </a:spcBef>
              <a:spcAft>
                <a:spcPts val="0"/>
              </a:spcAft>
              <a:buClrTx/>
              <a:buSzTx/>
              <a:buFontTx/>
              <a:buNone/>
              <a:tabLst/>
              <a:defRPr/>
            </a:pPr>
            <a:endParaRPr kumimoji="0" lang="en-IN" sz="1177" b="0" i="0" u="none" strike="noStrike" kern="0" cap="none" spc="0" normalizeH="0" baseline="0" noProof="0" dirty="0">
              <a:ln>
                <a:noFill/>
              </a:ln>
              <a:solidFill>
                <a:srgbClr val="2F2F2F"/>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1269455342"/>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92">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1464">
          <p15:clr>
            <a:srgbClr val="954F72"/>
          </p15:clr>
        </p15:guide>
        <p15:guide id="16" pos="4344">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32">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guide id="40" pos="609">
          <p15:clr>
            <a:srgbClr val="FBAE40"/>
          </p15:clr>
        </p15:guide>
        <p15:guide id="41" pos="3840">
          <p15:clr>
            <a:srgbClr val="FBAE40"/>
          </p15:clr>
        </p15:guide>
        <p15:guide id="42" pos="6216">
          <p15:clr>
            <a:srgbClr val="FBAE40"/>
          </p15:clr>
        </p15:guide>
        <p15:guide id="43" orient="horz" pos="1284">
          <p15:clr>
            <a:srgbClr val="FBAE40"/>
          </p15:clr>
        </p15:guide>
        <p15:guide id="44" pos="3940">
          <p15:clr>
            <a:srgbClr val="FBAE40"/>
          </p15:clr>
        </p15:guide>
        <p15:guide id="45" orient="horz" pos="2136">
          <p15:clr>
            <a:srgbClr val="FBAE40"/>
          </p15:clr>
        </p15:guide>
      </p15:sldGuideLst>
    </p:ext>
  </p:extLst>
</p:sldLayout>
</file>

<file path=ppt/slideLayouts/slideLayout66.xml><?xml version="1.0" encoding="utf-8"?>
<p:sldLayout xmlns:a="http://schemas.openxmlformats.org/drawingml/2006/main" xmlns:r="http://schemas.openxmlformats.org/officeDocument/2006/relationships" xmlns:p="http://schemas.openxmlformats.org/presentationml/2006/main" preserve="1">
  <p:cSld name="1-column_Callou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6" y="438913"/>
            <a:ext cx="8283704"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1185863"/>
            <a:ext cx="5651897" cy="332304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6" name="Text Placeholder 11">
            <a:extLst>
              <a:ext uri="{FF2B5EF4-FFF2-40B4-BE49-F238E27FC236}">
                <a16:creationId xmlns:a16="http://schemas.microsoft.com/office/drawing/2014/main" id="{BA3E60F0-F025-04E8-0E46-71699A62E435}"/>
              </a:ext>
            </a:extLst>
          </p:cNvPr>
          <p:cNvSpPr>
            <a:spLocks noGrp="1"/>
          </p:cNvSpPr>
          <p:nvPr>
            <p:ph type="body" sz="quarter" idx="16"/>
          </p:nvPr>
        </p:nvSpPr>
        <p:spPr>
          <a:xfrm>
            <a:off x="438151" y="1195617"/>
            <a:ext cx="238060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4D105096-7BC3-1383-8EE1-744002B706B2}"/>
              </a:ext>
            </a:extLst>
          </p:cNvPr>
          <p:cNvSpPr>
            <a:spLocks noGrp="1"/>
          </p:cNvSpPr>
          <p:nvPr>
            <p:ph type="body" sz="quarter" idx="15"/>
          </p:nvPr>
        </p:nvSpPr>
        <p:spPr>
          <a:xfrm>
            <a:off x="439793" y="1564324"/>
            <a:ext cx="2379608" cy="1201547"/>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63844186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67.xml><?xml version="1.0" encoding="utf-8"?>
<p:sldLayout xmlns:a="http://schemas.openxmlformats.org/drawingml/2006/main" xmlns:r="http://schemas.openxmlformats.org/officeDocument/2006/relationships" xmlns:p="http://schemas.openxmlformats.org/presentationml/2006/main" preserve="1">
  <p:cSld name="Top horizontal photo and title">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1" name="Picture Placeholder" descr="This photo is a 'placeholder' only. Drag or drop your photo here, or click and tap the center to insert a photo.">
            <a:extLst>
              <a:ext uri="{FF2B5EF4-FFF2-40B4-BE49-F238E27FC236}">
                <a16:creationId xmlns:a16="http://schemas.microsoft.com/office/drawing/2014/main" id="{D54F7E24-0716-000F-A23E-D45713ECDD7E}"/>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 name="Title 1">
            <a:extLst>
              <a:ext uri="{FF2B5EF4-FFF2-40B4-BE49-F238E27FC236}">
                <a16:creationId xmlns:a16="http://schemas.microsoft.com/office/drawing/2014/main" id="{64830DA7-1CDF-18F6-E151-AAB776959AA8}"/>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50742618"/>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8.xml><?xml version="1.0" encoding="utf-8"?>
<p:sldLayout xmlns:a="http://schemas.openxmlformats.org/drawingml/2006/main" xmlns:r="http://schemas.openxmlformats.org/officeDocument/2006/relationships" xmlns:p="http://schemas.openxmlformats.org/presentationml/2006/main" preserve="1">
  <p:cSld name="Top horizontal photo">
    <p:spTree>
      <p:nvGrpSpPr>
        <p:cNvPr id="1" name=""/>
        <p:cNvGrpSpPr/>
        <p:nvPr/>
      </p:nvGrpSpPr>
      <p:grpSpPr>
        <a:xfrm>
          <a:off x="0" y="0"/>
          <a:ext cx="0" cy="0"/>
          <a:chOff x="0" y="0"/>
          <a:chExt cx="0" cy="0"/>
        </a:xfrm>
      </p:grpSpPr>
      <p:sp>
        <p:nvSpPr>
          <p:cNvPr id="7" name="Text Placeholder 3">
            <a:extLst>
              <a:ext uri="{FF2B5EF4-FFF2-40B4-BE49-F238E27FC236}">
                <a16:creationId xmlns:a16="http://schemas.microsoft.com/office/drawing/2014/main" id="{367F0464-FA9D-1DC7-827A-17DF799B90E9}"/>
              </a:ext>
            </a:extLst>
          </p:cNvPr>
          <p:cNvSpPr>
            <a:spLocks noGrp="1"/>
          </p:cNvSpPr>
          <p:nvPr>
            <p:ph type="body" sz="quarter" idx="15"/>
          </p:nvPr>
        </p:nvSpPr>
        <p:spPr>
          <a:xfrm>
            <a:off x="439792" y="3734161"/>
            <a:ext cx="3913133"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8" name="Text Placeholder 3">
            <a:extLst>
              <a:ext uri="{FF2B5EF4-FFF2-40B4-BE49-F238E27FC236}">
                <a16:creationId xmlns:a16="http://schemas.microsoft.com/office/drawing/2014/main" id="{51FB34ED-A66E-89F2-95F6-C0038B49554C}"/>
              </a:ext>
            </a:extLst>
          </p:cNvPr>
          <p:cNvSpPr>
            <a:spLocks noGrp="1"/>
          </p:cNvSpPr>
          <p:nvPr>
            <p:ph type="body" sz="quarter" idx="20"/>
          </p:nvPr>
        </p:nvSpPr>
        <p:spPr>
          <a:xfrm>
            <a:off x="4690248" y="3734161"/>
            <a:ext cx="3890330"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201735" indent="-100867">
              <a:spcAft>
                <a:spcPts val="0"/>
              </a:spcAft>
              <a:buFont typeface="Arial" panose="020B0604020202020204" pitchFamily="34" charset="0"/>
              <a:buChar char="•"/>
              <a:defRPr>
                <a:solidFill>
                  <a:schemeClr val="tx1"/>
                </a:solidFill>
              </a:defRPr>
            </a:lvl2pPr>
            <a:lvl3pPr marL="302602" indent="-100867">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2" name="Picture Placeholder" descr="This photo is a 'placeholder' only. Drag or drop your photo here, or click and tap the center to insert a photo.">
            <a:extLst>
              <a:ext uri="{FF2B5EF4-FFF2-40B4-BE49-F238E27FC236}">
                <a16:creationId xmlns:a16="http://schemas.microsoft.com/office/drawing/2014/main" id="{E6FC6DD5-F717-45AB-C65A-E483E17C4FEC}"/>
              </a:ext>
            </a:extLst>
          </p:cNvPr>
          <p:cNvSpPr>
            <a:spLocks noGrp="1"/>
          </p:cNvSpPr>
          <p:nvPr>
            <p:ph type="pic" sz="quarter" idx="21" hasCustomPrompt="1"/>
          </p:nvPr>
        </p:nvSpPr>
        <p:spPr bwMode="ltGray">
          <a:xfrm>
            <a:off x="0" y="0"/>
            <a:ext cx="9144000" cy="344805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3890367479"/>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69.xml><?xml version="1.0" encoding="utf-8"?>
<p:sldLayout xmlns:a="http://schemas.openxmlformats.org/drawingml/2006/main" xmlns:r="http://schemas.openxmlformats.org/officeDocument/2006/relationships" xmlns:p="http://schemas.openxmlformats.org/presentationml/2006/main" preserve="1">
  <p:cSld name="Top horizontal photo, subheads, and title">
    <p:spTree>
      <p:nvGrpSpPr>
        <p:cNvPr id="1" name=""/>
        <p:cNvGrpSpPr/>
        <p:nvPr/>
      </p:nvGrpSpPr>
      <p:grpSpPr>
        <a:xfrm>
          <a:off x="0" y="0"/>
          <a:ext cx="0" cy="0"/>
          <a:chOff x="0" y="0"/>
          <a:chExt cx="0" cy="0"/>
        </a:xfrm>
      </p:grpSpPr>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Title 1">
            <a:extLst>
              <a:ext uri="{FF2B5EF4-FFF2-40B4-BE49-F238E27FC236}">
                <a16:creationId xmlns:a16="http://schemas.microsoft.com/office/drawing/2014/main" id="{A1F55E03-DF85-0E93-780C-71A8898D2AD4}"/>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7" name="Picture Placeholder" descr="This photo is a 'placeholder' only. Drag or drop your photo here, or click and tap the center to insert a photo.">
            <a:extLst>
              <a:ext uri="{FF2B5EF4-FFF2-40B4-BE49-F238E27FC236}">
                <a16:creationId xmlns:a16="http://schemas.microsoft.com/office/drawing/2014/main" id="{6624839F-BBCE-45B6-246E-E8C737903DF8}"/>
              </a:ext>
            </a:extLst>
          </p:cNvPr>
          <p:cNvSpPr>
            <a:spLocks noGrp="1"/>
          </p:cNvSpPr>
          <p:nvPr>
            <p:ph type="pic" sz="quarter" idx="21" hasCustomPrompt="1"/>
          </p:nvPr>
        </p:nvSpPr>
        <p:spPr bwMode="ltGray">
          <a:xfrm>
            <a:off x="0" y="864574"/>
            <a:ext cx="9144000" cy="258347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21618026"/>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0.xml><?xml version="1.0" encoding="utf-8"?>
<p:sldLayout xmlns:a="http://schemas.openxmlformats.org/drawingml/2006/main" xmlns:r="http://schemas.openxmlformats.org/officeDocument/2006/relationships" xmlns:p="http://schemas.openxmlformats.org/presentationml/2006/main" preserve="1">
  <p:cSld name="Top horizontal photo and subheads">
    <p:spTree>
      <p:nvGrpSpPr>
        <p:cNvPr id="1" name=""/>
        <p:cNvGrpSpPr/>
        <p:nvPr/>
      </p:nvGrpSpPr>
      <p:grpSpPr>
        <a:xfrm>
          <a:off x="0" y="0"/>
          <a:ext cx="0" cy="0"/>
          <a:chOff x="0" y="0"/>
          <a:chExt cx="0" cy="0"/>
        </a:xfrm>
      </p:grpSpPr>
      <p:sp>
        <p:nvSpPr>
          <p:cNvPr id="11" name="Rectangle 10">
            <a:extLst>
              <a:ext uri="{FF2B5EF4-FFF2-40B4-BE49-F238E27FC236}">
                <a16:creationId xmlns:a16="http://schemas.microsoft.com/office/drawing/2014/main" id="{339E0A83-7ED9-6F5C-AEC4-5B98F5388F70}"/>
              </a:ext>
            </a:extLst>
          </p:cNvPr>
          <p:cNvSpPr/>
          <p:nvPr/>
        </p:nvSpPr>
        <p:spPr bwMode="auto">
          <a:xfrm>
            <a:off x="0" y="0"/>
            <a:ext cx="9144000" cy="3429000"/>
          </a:xfrm>
          <a:prstGeom prst="rect">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ext Placeholder 11">
            <a:extLst>
              <a:ext uri="{FF2B5EF4-FFF2-40B4-BE49-F238E27FC236}">
                <a16:creationId xmlns:a16="http://schemas.microsoft.com/office/drawing/2014/main" id="{6F456F5C-E654-C0BD-30BA-55CC632F074D}"/>
              </a:ext>
            </a:extLst>
          </p:cNvPr>
          <p:cNvSpPr>
            <a:spLocks noGrp="1"/>
          </p:cNvSpPr>
          <p:nvPr>
            <p:ph type="body" sz="quarter" idx="16"/>
          </p:nvPr>
        </p:nvSpPr>
        <p:spPr>
          <a:xfrm>
            <a:off x="438150" y="3717078"/>
            <a:ext cx="4023322"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3" name="Text Placeholder 3">
            <a:extLst>
              <a:ext uri="{FF2B5EF4-FFF2-40B4-BE49-F238E27FC236}">
                <a16:creationId xmlns:a16="http://schemas.microsoft.com/office/drawing/2014/main" id="{AAE74A98-D9A9-7258-AB00-FA281DFC7D2F}"/>
              </a:ext>
            </a:extLst>
          </p:cNvPr>
          <p:cNvSpPr>
            <a:spLocks noGrp="1"/>
          </p:cNvSpPr>
          <p:nvPr>
            <p:ph type="body" sz="quarter" idx="15"/>
          </p:nvPr>
        </p:nvSpPr>
        <p:spPr>
          <a:xfrm>
            <a:off x="439792" y="4018083"/>
            <a:ext cx="4021634"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Text Placeholder 11">
            <a:extLst>
              <a:ext uri="{FF2B5EF4-FFF2-40B4-BE49-F238E27FC236}">
                <a16:creationId xmlns:a16="http://schemas.microsoft.com/office/drawing/2014/main" id="{6A2D886A-4337-E9FA-7DBB-9D84D80A3A67}"/>
              </a:ext>
            </a:extLst>
          </p:cNvPr>
          <p:cNvSpPr>
            <a:spLocks noGrp="1"/>
          </p:cNvSpPr>
          <p:nvPr>
            <p:ph type="body" sz="quarter" idx="22"/>
          </p:nvPr>
        </p:nvSpPr>
        <p:spPr>
          <a:xfrm>
            <a:off x="4682529" y="3717078"/>
            <a:ext cx="4017368"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41A1665-88FA-58ED-F1C0-48840A180ACD}"/>
              </a:ext>
            </a:extLst>
          </p:cNvPr>
          <p:cNvSpPr>
            <a:spLocks noGrp="1"/>
          </p:cNvSpPr>
          <p:nvPr>
            <p:ph type="body" sz="quarter" idx="33"/>
          </p:nvPr>
        </p:nvSpPr>
        <p:spPr>
          <a:xfrm>
            <a:off x="4689326" y="4018082"/>
            <a:ext cx="4018199"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2" name="Picture Placeholder" descr="This photo is a 'placeholder' only. Drag or drop your photo here, or click and tap the center to insert a photo.">
            <a:extLst>
              <a:ext uri="{FF2B5EF4-FFF2-40B4-BE49-F238E27FC236}">
                <a16:creationId xmlns:a16="http://schemas.microsoft.com/office/drawing/2014/main" id="{E7ADEB9F-DC30-5B40-6D59-13194450FB08}"/>
              </a:ext>
            </a:extLst>
          </p:cNvPr>
          <p:cNvSpPr>
            <a:spLocks noGrp="1"/>
          </p:cNvSpPr>
          <p:nvPr>
            <p:ph type="pic" sz="quarter" idx="21" hasCustomPrompt="1"/>
          </p:nvPr>
        </p:nvSpPr>
        <p:spPr bwMode="ltGray">
          <a:xfrm>
            <a:off x="0" y="0"/>
            <a:ext cx="9144000" cy="3429000"/>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Tree>
    <p:extLst>
      <p:ext uri="{BB962C8B-B14F-4D97-AF65-F5344CB8AC3E}">
        <p14:creationId xmlns:p14="http://schemas.microsoft.com/office/powerpoint/2010/main" val="739059554"/>
      </p:ext>
    </p:extLst>
  </p:cSld>
  <p:clrMapOvr>
    <a:masterClrMapping/>
  </p:clrMapOvr>
  <p:transition>
    <p:fade/>
  </p:transition>
  <p:hf sldNum="0" hdr="0" ftr="0" dt="0"/>
  <p:extLst>
    <p:ext uri="{DCECCB84-F9BA-43D5-87BE-67443E8EF086}">
      <p15:sldGuideLst xmlns:p15="http://schemas.microsoft.com/office/powerpoint/2012/main">
        <p15:guide id="5" orient="horz" pos="2880">
          <p15:clr>
            <a:srgbClr val="5ACBF0"/>
          </p15:clr>
        </p15:guide>
        <p15:guide id="6" orient="horz" pos="3600">
          <p15:clr>
            <a:srgbClr val="5ACBF0"/>
          </p15:clr>
        </p15:guide>
      </p15:sldGuideLst>
    </p:ext>
  </p:extLst>
</p:sldLayout>
</file>

<file path=ppt/slideLayouts/slideLayout71.xml><?xml version="1.0" encoding="utf-8"?>
<p:sldLayout xmlns:a="http://schemas.openxmlformats.org/drawingml/2006/main" xmlns:r="http://schemas.openxmlformats.org/officeDocument/2006/relationships" xmlns:p="http://schemas.openxmlformats.org/presentationml/2006/main" preserve="1">
  <p:cSld name="1-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2"/>
            <a:ext cx="3533017"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8" name="Text Placeholder 11">
            <a:extLst>
              <a:ext uri="{FF2B5EF4-FFF2-40B4-BE49-F238E27FC236}">
                <a16:creationId xmlns:a16="http://schemas.microsoft.com/office/drawing/2014/main" id="{4ACB92EB-B163-EB38-0156-C028F872F1C8}"/>
              </a:ext>
            </a:extLst>
          </p:cNvPr>
          <p:cNvSpPr>
            <a:spLocks noGrp="1"/>
          </p:cNvSpPr>
          <p:nvPr>
            <p:ph type="body" sz="quarter" idx="16"/>
          </p:nvPr>
        </p:nvSpPr>
        <p:spPr>
          <a:xfrm>
            <a:off x="438151" y="1195617"/>
            <a:ext cx="353599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9" name="Text Placeholder 3">
            <a:extLst>
              <a:ext uri="{FF2B5EF4-FFF2-40B4-BE49-F238E27FC236}">
                <a16:creationId xmlns:a16="http://schemas.microsoft.com/office/drawing/2014/main" id="{20190326-CB8A-9A65-714A-07CD312C349A}"/>
              </a:ext>
            </a:extLst>
          </p:cNvPr>
          <p:cNvSpPr>
            <a:spLocks noGrp="1"/>
          </p:cNvSpPr>
          <p:nvPr>
            <p:ph type="body" sz="quarter" idx="15"/>
          </p:nvPr>
        </p:nvSpPr>
        <p:spPr>
          <a:xfrm>
            <a:off x="439793" y="1564324"/>
            <a:ext cx="3534514" cy="935321"/>
          </a:xfrm>
          <a:prstGeom prst="rect">
            <a:avLst/>
          </a:prstGeom>
        </p:spPr>
        <p:txBody>
          <a:bodyPr wrap="square">
            <a:spAutoFit/>
          </a:bodyPr>
          <a:lstStyle>
            <a:lvl1pPr marL="100867" indent="-100867">
              <a:spcAft>
                <a:spcPts val="0"/>
              </a:spcAft>
              <a:buFont typeface="Arial" panose="020B0604020202020204" pitchFamily="34" charset="0"/>
              <a:buChar char="•"/>
              <a:defRPr>
                <a:solidFill>
                  <a:schemeClr val="tx1"/>
                </a:solidFill>
              </a:defRPr>
            </a:lvl1pPr>
            <a:lvl2pPr marL="195010" indent="-94143">
              <a:spcAft>
                <a:spcPts val="0"/>
              </a:spcAft>
              <a:buFont typeface="Arial" panose="020B0604020202020204" pitchFamily="34" charset="0"/>
              <a:buChar char="•"/>
              <a:defRPr>
                <a:solidFill>
                  <a:schemeClr val="tx1"/>
                </a:solidFill>
              </a:defRPr>
            </a:lvl2pPr>
            <a:lvl3pPr marL="282429" indent="-87418">
              <a:spcAft>
                <a:spcPts val="0"/>
              </a:spcAft>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7E90DBB6-E167-EFBB-7028-79615839561D}"/>
              </a:ext>
            </a:extLst>
          </p:cNvPr>
          <p:cNvSpPr>
            <a:spLocks noGrp="1"/>
          </p:cNvSpPr>
          <p:nvPr>
            <p:ph type="pic" sz="quarter" idx="19" hasCustomPrompt="1"/>
          </p:nvPr>
        </p:nvSpPr>
        <p:spPr bwMode="ltGray">
          <a:xfrm>
            <a:off x="4572000" y="0"/>
            <a:ext cx="4572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571993551"/>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6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68">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2.xml><?xml version="1.0" encoding="utf-8"?>
<p:sldLayout xmlns:a="http://schemas.openxmlformats.org/drawingml/2006/main" xmlns:r="http://schemas.openxmlformats.org/officeDocument/2006/relationships" xmlns:p="http://schemas.openxmlformats.org/presentationml/2006/main" preserve="1">
  <p:cSld name="2-column_Text_with Image">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5436267" cy="369332"/>
          </a:xfrm>
        </p:spPr>
        <p:txBody>
          <a:bodyPr/>
          <a:lstStyle>
            <a:lvl1pPr>
              <a:defRPr sz="2353" b="0" i="0">
                <a:solidFill>
                  <a:srgbClr val="001F2D"/>
                </a:solidFill>
                <a:latin typeface="+mj-lt"/>
                <a:cs typeface="Segoe UI Semibold" panose="020B0502040204020203" pitchFamily="34" charset="0"/>
              </a:defRPr>
            </a:lvl1pPr>
          </a:lstStyle>
          <a:p>
            <a:r>
              <a:rPr lang="en-US"/>
              <a:t>Click to edit Master title style</a:t>
            </a:r>
          </a:p>
        </p:txBody>
      </p:sp>
      <p:sp>
        <p:nvSpPr>
          <p:cNvPr id="11" name="Text Placeholder 11">
            <a:extLst>
              <a:ext uri="{FF2B5EF4-FFF2-40B4-BE49-F238E27FC236}">
                <a16:creationId xmlns:a16="http://schemas.microsoft.com/office/drawing/2014/main" id="{3C284B3A-DEE1-29EB-8131-8DF975DF34DC}"/>
              </a:ext>
            </a:extLst>
          </p:cNvPr>
          <p:cNvSpPr>
            <a:spLocks noGrp="1"/>
          </p:cNvSpPr>
          <p:nvPr>
            <p:ph type="body" sz="quarter" idx="16"/>
          </p:nvPr>
        </p:nvSpPr>
        <p:spPr>
          <a:xfrm>
            <a:off x="43815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2" name="Text Placeholder 3">
            <a:extLst>
              <a:ext uri="{FF2B5EF4-FFF2-40B4-BE49-F238E27FC236}">
                <a16:creationId xmlns:a16="http://schemas.microsoft.com/office/drawing/2014/main" id="{CF3D4312-BF2B-32E8-5504-BD03D020A7F6}"/>
              </a:ext>
            </a:extLst>
          </p:cNvPr>
          <p:cNvSpPr>
            <a:spLocks noGrp="1"/>
          </p:cNvSpPr>
          <p:nvPr>
            <p:ph type="body" sz="quarter" idx="15"/>
          </p:nvPr>
        </p:nvSpPr>
        <p:spPr>
          <a:xfrm>
            <a:off x="43979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3" name="Text Placeholder 11">
            <a:extLst>
              <a:ext uri="{FF2B5EF4-FFF2-40B4-BE49-F238E27FC236}">
                <a16:creationId xmlns:a16="http://schemas.microsoft.com/office/drawing/2014/main" id="{17AB9DF2-C697-A678-389D-BE5F6AF6F25B}"/>
              </a:ext>
            </a:extLst>
          </p:cNvPr>
          <p:cNvSpPr>
            <a:spLocks noGrp="1"/>
          </p:cNvSpPr>
          <p:nvPr>
            <p:ph type="body" sz="quarter" idx="22"/>
          </p:nvPr>
        </p:nvSpPr>
        <p:spPr>
          <a:xfrm>
            <a:off x="3268161" y="1195617"/>
            <a:ext cx="2609303"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4" name="Text Placeholder 3">
            <a:extLst>
              <a:ext uri="{FF2B5EF4-FFF2-40B4-BE49-F238E27FC236}">
                <a16:creationId xmlns:a16="http://schemas.microsoft.com/office/drawing/2014/main" id="{C8ADB951-618D-18AA-AF3F-A625B8916844}"/>
              </a:ext>
            </a:extLst>
          </p:cNvPr>
          <p:cNvSpPr>
            <a:spLocks noGrp="1"/>
          </p:cNvSpPr>
          <p:nvPr>
            <p:ph type="body" sz="quarter" idx="23"/>
          </p:nvPr>
        </p:nvSpPr>
        <p:spPr>
          <a:xfrm>
            <a:off x="3269804" y="1564324"/>
            <a:ext cx="2608208" cy="1252843"/>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9" name="Picture Placeholder" descr="This photo is a 'placeholder' only. Drag or drop your photo here, or click and tap the center to insert a photo.">
            <a:extLst>
              <a:ext uri="{FF2B5EF4-FFF2-40B4-BE49-F238E27FC236}">
                <a16:creationId xmlns:a16="http://schemas.microsoft.com/office/drawing/2014/main" id="{59B1DE51-5CDE-B96B-62FD-3A69CF692881}"/>
              </a:ext>
            </a:extLst>
          </p:cNvPr>
          <p:cNvSpPr>
            <a:spLocks noGrp="1"/>
          </p:cNvSpPr>
          <p:nvPr>
            <p:ph type="pic" sz="quarter" idx="19" hasCustomPrompt="1"/>
          </p:nvPr>
        </p:nvSpPr>
        <p:spPr bwMode="ltGray">
          <a:xfrm>
            <a:off x="6096000" y="0"/>
            <a:ext cx="3048000" cy="5143500"/>
          </a:xfrm>
          <a:prstGeom prst="rect">
            <a:avLst/>
          </a:prstGeom>
          <a:solidFill>
            <a:srgbClr val="F4F4F7"/>
          </a:solidFill>
        </p:spPr>
        <p:txBody>
          <a:bodyPr lIns="0" tIns="0" rIns="0" bIns="731520" anchor="ctr" anchorCtr="0">
            <a:noAutofit/>
          </a:bodyPr>
          <a:lstStyle>
            <a:lvl1pPr marL="0" indent="0" algn="ctr">
              <a:lnSpc>
                <a:spcPct val="100000"/>
              </a:lnSpc>
              <a:buNone/>
              <a:defRPr sz="882" b="1">
                <a:solidFill>
                  <a:srgbClr val="000000"/>
                </a:solidFill>
                <a:latin typeface="+mn-lt"/>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a:p>
            <a:endParaRPr lang="en-US" dirty="0"/>
          </a:p>
          <a:p>
            <a:endParaRPr lang="en-US" dirty="0"/>
          </a:p>
        </p:txBody>
      </p:sp>
    </p:spTree>
    <p:extLst>
      <p:ext uri="{BB962C8B-B14F-4D97-AF65-F5344CB8AC3E}">
        <p14:creationId xmlns:p14="http://schemas.microsoft.com/office/powerpoint/2010/main" val="2615225899"/>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3.xml><?xml version="1.0" encoding="utf-8"?>
<p:sldLayout xmlns:a="http://schemas.openxmlformats.org/drawingml/2006/main" xmlns:r="http://schemas.openxmlformats.org/officeDocument/2006/relationships" xmlns:p="http://schemas.openxmlformats.org/presentationml/2006/main" preserve="1">
  <p:cSld name="1_Two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4024314"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4023322"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4021634"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4681538" y="1193483"/>
            <a:ext cx="4018360"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4682529" y="3431329"/>
            <a:ext cx="40173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4689326" y="3732332"/>
            <a:ext cx="4018199" cy="343171"/>
          </a:xfrm>
          <a:prstGeom prst="rect">
            <a:avLst/>
          </a:prstGeom>
        </p:spPr>
        <p:txBody>
          <a:bodyPr wrap="square">
            <a:spAutoFit/>
          </a:bodyPr>
          <a:lstStyle>
            <a:lvl1pPr marL="0" indent="0">
              <a:buFont typeface="Arial" panose="020B0604020202020204" pitchFamily="34" charset="0"/>
              <a:buNone/>
              <a:defRPr sz="1030">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286673919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4.xml><?xml version="1.0" encoding="utf-8"?>
<p:sldLayout xmlns:a="http://schemas.openxmlformats.org/drawingml/2006/main" xmlns:r="http://schemas.openxmlformats.org/officeDocument/2006/relationships" xmlns:p="http://schemas.openxmlformats.org/presentationml/2006/main" preserve="1">
  <p:cSld name="1_Three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Picture Placeholder" descr="This photo is a 'placeholder' only. Drag or drop your photo here, or click and tap the center to insert a photo.">
            <a:extLst>
              <a:ext uri="{FF2B5EF4-FFF2-40B4-BE49-F238E27FC236}">
                <a16:creationId xmlns:a16="http://schemas.microsoft.com/office/drawing/2014/main" id="{716CBF8D-4C8A-D667-58CE-C8A22C93DED8}"/>
              </a:ext>
            </a:extLst>
          </p:cNvPr>
          <p:cNvSpPr>
            <a:spLocks noGrp="1"/>
          </p:cNvSpPr>
          <p:nvPr>
            <p:ph type="pic" sz="quarter" idx="19" hasCustomPrompt="1"/>
          </p:nvPr>
        </p:nvSpPr>
        <p:spPr bwMode="ltGray">
          <a:xfrm>
            <a:off x="43815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18" name="Text Placeholder 11">
            <a:extLst>
              <a:ext uri="{FF2B5EF4-FFF2-40B4-BE49-F238E27FC236}">
                <a16:creationId xmlns:a16="http://schemas.microsoft.com/office/drawing/2014/main" id="{FF2BCABA-7928-0037-D0EF-38F1FAAC5362}"/>
              </a:ext>
            </a:extLst>
          </p:cNvPr>
          <p:cNvSpPr>
            <a:spLocks noGrp="1"/>
          </p:cNvSpPr>
          <p:nvPr>
            <p:ph type="body" sz="quarter" idx="16"/>
          </p:nvPr>
        </p:nvSpPr>
        <p:spPr>
          <a:xfrm>
            <a:off x="438150" y="3431329"/>
            <a:ext cx="2609303"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19" name="Text Placeholder 3">
            <a:extLst>
              <a:ext uri="{FF2B5EF4-FFF2-40B4-BE49-F238E27FC236}">
                <a16:creationId xmlns:a16="http://schemas.microsoft.com/office/drawing/2014/main" id="{1056B6E8-083F-87EA-AD66-DF2D022A2515}"/>
              </a:ext>
            </a:extLst>
          </p:cNvPr>
          <p:cNvSpPr>
            <a:spLocks noGrp="1"/>
          </p:cNvSpPr>
          <p:nvPr>
            <p:ph type="body" sz="quarter" idx="15"/>
          </p:nvPr>
        </p:nvSpPr>
        <p:spPr>
          <a:xfrm>
            <a:off x="439792" y="3732333"/>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265170" y="1193483"/>
            <a:ext cx="2611041" cy="2015252"/>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281095" y="3431329"/>
            <a:ext cx="260766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287891" y="3732332"/>
            <a:ext cx="2608208"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
        <p:nvSpPr>
          <p:cNvPr id="8" name="Picture Placeholder" descr="This photo is a 'placeholder' only. Drag or drop your photo here, or click and tap the center to insert a photo.">
            <a:extLst>
              <a:ext uri="{FF2B5EF4-FFF2-40B4-BE49-F238E27FC236}">
                <a16:creationId xmlns:a16="http://schemas.microsoft.com/office/drawing/2014/main" id="{BAAE6802-21C6-E5BE-3A2D-31CF010C9EFB}"/>
              </a:ext>
            </a:extLst>
          </p:cNvPr>
          <p:cNvSpPr>
            <a:spLocks noGrp="1"/>
          </p:cNvSpPr>
          <p:nvPr>
            <p:ph type="pic" sz="quarter" idx="21" hasCustomPrompt="1"/>
          </p:nvPr>
        </p:nvSpPr>
        <p:spPr bwMode="ltGray">
          <a:xfrm>
            <a:off x="6096000" y="1193482"/>
            <a:ext cx="2614569" cy="2013120"/>
          </a:xfrm>
          <a:prstGeom prst="rect">
            <a:avLst/>
          </a:prstGeom>
          <a:solidFill>
            <a:srgbClr val="F4F4F7"/>
          </a:solidFill>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1" name="Text Placeholder 11">
            <a:extLst>
              <a:ext uri="{FF2B5EF4-FFF2-40B4-BE49-F238E27FC236}">
                <a16:creationId xmlns:a16="http://schemas.microsoft.com/office/drawing/2014/main" id="{F80D639A-857F-73A5-343B-28EC4082B8E5}"/>
              </a:ext>
            </a:extLst>
          </p:cNvPr>
          <p:cNvSpPr>
            <a:spLocks noGrp="1"/>
          </p:cNvSpPr>
          <p:nvPr>
            <p:ph type="body" sz="quarter" idx="24"/>
          </p:nvPr>
        </p:nvSpPr>
        <p:spPr>
          <a:xfrm>
            <a:off x="6100221" y="3428935"/>
            <a:ext cx="2614028" cy="532453"/>
          </a:xfrm>
          <a:prstGeom prst="rect">
            <a:avLst/>
          </a:prstGeom>
        </p:spPr>
        <p:txBody>
          <a:bodyPr vert="horz" wrap="square" lIns="0" tIns="0" rIns="0" bIns="0" rtlCol="0" anchor="t">
            <a:spAutoFit/>
          </a:bodyPr>
          <a:lstStyle>
            <a:lvl1pPr>
              <a:defRPr lang="en-US">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5712E1C1-EE18-EA11-6D06-673117B00DCD}"/>
              </a:ext>
            </a:extLst>
          </p:cNvPr>
          <p:cNvSpPr>
            <a:spLocks noGrp="1"/>
          </p:cNvSpPr>
          <p:nvPr>
            <p:ph type="body" sz="quarter" idx="34"/>
          </p:nvPr>
        </p:nvSpPr>
        <p:spPr>
          <a:xfrm>
            <a:off x="6096000" y="3730338"/>
            <a:ext cx="2614569" cy="158505"/>
          </a:xfrm>
          <a:prstGeom prst="rect">
            <a:avLst/>
          </a:prstGeom>
        </p:spPr>
        <p:txBody>
          <a:bodyPr vert="horz" wrap="square" lIns="0" tIns="0" rIns="0" bIns="0" rtlCol="0">
            <a:spAutoFit/>
          </a:bodyPr>
          <a:lstStyle>
            <a:lvl1pPr>
              <a:defRPr lang="en-US" sz="1030"/>
            </a:lvl1pPr>
          </a:lstStyle>
          <a:p>
            <a:pPr marL="0" lvl="0" indent="0">
              <a:buNone/>
            </a:pPr>
            <a:r>
              <a:rPr lang="en-US"/>
              <a:t>Click to edit Master text styles</a:t>
            </a:r>
          </a:p>
        </p:txBody>
      </p:sp>
    </p:spTree>
    <p:extLst>
      <p:ext uri="{BB962C8B-B14F-4D97-AF65-F5344CB8AC3E}">
        <p14:creationId xmlns:p14="http://schemas.microsoft.com/office/powerpoint/2010/main" val="389326185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5.xml><?xml version="1.0" encoding="utf-8"?>
<p:sldLayout xmlns:a="http://schemas.openxmlformats.org/drawingml/2006/main" xmlns:r="http://schemas.openxmlformats.org/officeDocument/2006/relationships" xmlns:p="http://schemas.openxmlformats.org/presentationml/2006/main" preserve="1">
  <p:cSld name="1_Four photos_with Captions">
    <p:bg>
      <p:bgRef idx="1001">
        <a:schemeClr val="bg1"/>
      </p:bgRef>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6144768"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Picture Placeholder" descr="This photo is a 'placeholder' only. Drag or drop your photo here, or click and tap the center to insert a photo.">
            <a:extLst>
              <a:ext uri="{FF2B5EF4-FFF2-40B4-BE49-F238E27FC236}">
                <a16:creationId xmlns:a16="http://schemas.microsoft.com/office/drawing/2014/main" id="{4C58661F-95C1-B4E4-0A23-B8DF22E7890D}"/>
              </a:ext>
            </a:extLst>
          </p:cNvPr>
          <p:cNvSpPr>
            <a:spLocks noGrp="1"/>
          </p:cNvSpPr>
          <p:nvPr>
            <p:ph type="pic" sz="quarter" idx="19"/>
          </p:nvPr>
        </p:nvSpPr>
        <p:spPr bwMode="ltGray">
          <a:xfrm>
            <a:off x="4381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8" name="Text Placeholder 11">
            <a:extLst>
              <a:ext uri="{FF2B5EF4-FFF2-40B4-BE49-F238E27FC236}">
                <a16:creationId xmlns:a16="http://schemas.microsoft.com/office/drawing/2014/main" id="{10B31DB7-7E61-84AD-6FD2-E7035923C566}"/>
              </a:ext>
            </a:extLst>
          </p:cNvPr>
          <p:cNvSpPr>
            <a:spLocks noGrp="1"/>
          </p:cNvSpPr>
          <p:nvPr>
            <p:ph type="body" sz="quarter" idx="16"/>
          </p:nvPr>
        </p:nvSpPr>
        <p:spPr>
          <a:xfrm>
            <a:off x="438151" y="3431328"/>
            <a:ext cx="1901774"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10" name="Text Placeholder 3">
            <a:extLst>
              <a:ext uri="{FF2B5EF4-FFF2-40B4-BE49-F238E27FC236}">
                <a16:creationId xmlns:a16="http://schemas.microsoft.com/office/drawing/2014/main" id="{EC05A197-25AD-0D46-72B3-478F9182C5B6}"/>
              </a:ext>
            </a:extLst>
          </p:cNvPr>
          <p:cNvSpPr>
            <a:spLocks noGrp="1"/>
          </p:cNvSpPr>
          <p:nvPr>
            <p:ph type="body" sz="quarter" idx="15"/>
          </p:nvPr>
        </p:nvSpPr>
        <p:spPr>
          <a:xfrm>
            <a:off x="439794"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5" name="Picture Placeholder" descr="This photo is a 'placeholder' only. Drag or drop your photo here, or click and tap the center to insert a photo.">
            <a:extLst>
              <a:ext uri="{FF2B5EF4-FFF2-40B4-BE49-F238E27FC236}">
                <a16:creationId xmlns:a16="http://schemas.microsoft.com/office/drawing/2014/main" id="{FDC00AC3-107E-A09F-8DF5-09CDA496E0EE}"/>
              </a:ext>
            </a:extLst>
          </p:cNvPr>
          <p:cNvSpPr>
            <a:spLocks noGrp="1"/>
          </p:cNvSpPr>
          <p:nvPr>
            <p:ph type="pic" sz="quarter" idx="29"/>
          </p:nvPr>
        </p:nvSpPr>
        <p:spPr bwMode="ltGray">
          <a:xfrm>
            <a:off x="25717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1" name="Text Placeholder 11">
            <a:extLst>
              <a:ext uri="{FF2B5EF4-FFF2-40B4-BE49-F238E27FC236}">
                <a16:creationId xmlns:a16="http://schemas.microsoft.com/office/drawing/2014/main" id="{5E8CE4D2-B387-0A2B-B7D1-7F14B8920487}"/>
              </a:ext>
            </a:extLst>
          </p:cNvPr>
          <p:cNvSpPr>
            <a:spLocks noGrp="1"/>
          </p:cNvSpPr>
          <p:nvPr>
            <p:ph type="body" sz="quarter" idx="22"/>
          </p:nvPr>
        </p:nvSpPr>
        <p:spPr>
          <a:xfrm>
            <a:off x="2559845"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2" name="Text Placeholder 3">
            <a:extLst>
              <a:ext uri="{FF2B5EF4-FFF2-40B4-BE49-F238E27FC236}">
                <a16:creationId xmlns:a16="http://schemas.microsoft.com/office/drawing/2014/main" id="{A6618941-6CC1-7AAC-4FE2-94D7D46F7971}"/>
              </a:ext>
            </a:extLst>
          </p:cNvPr>
          <p:cNvSpPr>
            <a:spLocks noGrp="1"/>
          </p:cNvSpPr>
          <p:nvPr>
            <p:ph type="body" sz="quarter" idx="33"/>
          </p:nvPr>
        </p:nvSpPr>
        <p:spPr>
          <a:xfrm>
            <a:off x="2566642"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6" name="Picture Placeholder" descr="This photo is a 'placeholder' only. Drag or drop your photo here, or click and tap the center to insert a photo.">
            <a:extLst>
              <a:ext uri="{FF2B5EF4-FFF2-40B4-BE49-F238E27FC236}">
                <a16:creationId xmlns:a16="http://schemas.microsoft.com/office/drawing/2014/main" id="{DA62A022-68CB-A937-A489-4F6F1B7467B9}"/>
              </a:ext>
            </a:extLst>
          </p:cNvPr>
          <p:cNvSpPr>
            <a:spLocks noGrp="1"/>
          </p:cNvSpPr>
          <p:nvPr>
            <p:ph type="pic" sz="quarter" idx="30"/>
          </p:nvPr>
        </p:nvSpPr>
        <p:spPr bwMode="ltGray">
          <a:xfrm>
            <a:off x="468630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18" name="Text Placeholder 11">
            <a:extLst>
              <a:ext uri="{FF2B5EF4-FFF2-40B4-BE49-F238E27FC236}">
                <a16:creationId xmlns:a16="http://schemas.microsoft.com/office/drawing/2014/main" id="{F7F06D45-B145-3780-49F6-BE617DDBDE41}"/>
              </a:ext>
            </a:extLst>
          </p:cNvPr>
          <p:cNvSpPr>
            <a:spLocks noGrp="1"/>
          </p:cNvSpPr>
          <p:nvPr>
            <p:ph type="body" sz="quarter" idx="24"/>
          </p:nvPr>
        </p:nvSpPr>
        <p:spPr>
          <a:xfrm>
            <a:off x="4680348"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3" name="Text Placeholder 3">
            <a:extLst>
              <a:ext uri="{FF2B5EF4-FFF2-40B4-BE49-F238E27FC236}">
                <a16:creationId xmlns:a16="http://schemas.microsoft.com/office/drawing/2014/main" id="{8B0B40D6-1117-8B24-4089-BB3CEF4DAF3E}"/>
              </a:ext>
            </a:extLst>
          </p:cNvPr>
          <p:cNvSpPr>
            <a:spLocks noGrp="1"/>
          </p:cNvSpPr>
          <p:nvPr>
            <p:ph type="body" sz="quarter" idx="34"/>
          </p:nvPr>
        </p:nvSpPr>
        <p:spPr>
          <a:xfrm>
            <a:off x="4676128"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
        <p:nvSpPr>
          <p:cNvPr id="17" name="Picture Placeholder" descr="This photo is a 'placeholder' only. Drag or drop your photo here, or click and tap the center to insert a photo.">
            <a:extLst>
              <a:ext uri="{FF2B5EF4-FFF2-40B4-BE49-F238E27FC236}">
                <a16:creationId xmlns:a16="http://schemas.microsoft.com/office/drawing/2014/main" id="{341013BA-5459-4F89-B59D-0ADC194876D5}"/>
              </a:ext>
            </a:extLst>
          </p:cNvPr>
          <p:cNvSpPr>
            <a:spLocks noGrp="1"/>
          </p:cNvSpPr>
          <p:nvPr>
            <p:ph type="pic" sz="quarter" idx="31"/>
          </p:nvPr>
        </p:nvSpPr>
        <p:spPr bwMode="ltGray">
          <a:xfrm>
            <a:off x="6800851" y="1713309"/>
            <a:ext cx="1903810" cy="1497807"/>
          </a:xfrm>
          <a:prstGeom prst="rect">
            <a:avLst/>
          </a:prstGeom>
          <a:solidFill>
            <a:srgbClr val="F4F4F7"/>
          </a:solidFill>
        </p:spPr>
        <p:txBody>
          <a:bodyPr lIns="0" tIns="0" rIns="0" bIns="731520" anchor="ctr" anchorCtr="0">
            <a:noAutofit/>
          </a:bodyPr>
          <a:lstStyle>
            <a:lvl1pPr marL="0" indent="0" algn="ctr">
              <a:lnSpc>
                <a:spcPct val="100000"/>
              </a:lnSpc>
              <a:buNone/>
              <a:defRPr sz="735" b="1">
                <a:solidFill>
                  <a:srgbClr val="000000"/>
                </a:solidFill>
                <a:latin typeface="+mn-lt"/>
                <a:cs typeface="Segoe UI" panose="020B0502040204020203" pitchFamily="34" charset="0"/>
              </a:defRPr>
            </a:lvl1pPr>
          </a:lstStyle>
          <a:p>
            <a:r>
              <a:rPr lang="en-US"/>
              <a:t>Click icon to add picture</a:t>
            </a:r>
            <a:endParaRPr lang="en-US" dirty="0"/>
          </a:p>
        </p:txBody>
      </p:sp>
      <p:sp>
        <p:nvSpPr>
          <p:cNvPr id="20" name="Text Placeholder 11">
            <a:extLst>
              <a:ext uri="{FF2B5EF4-FFF2-40B4-BE49-F238E27FC236}">
                <a16:creationId xmlns:a16="http://schemas.microsoft.com/office/drawing/2014/main" id="{9C586E8F-D3A3-C215-76A4-E3A03A5104EB}"/>
              </a:ext>
            </a:extLst>
          </p:cNvPr>
          <p:cNvSpPr>
            <a:spLocks noGrp="1"/>
          </p:cNvSpPr>
          <p:nvPr>
            <p:ph type="body" sz="quarter" idx="26"/>
          </p:nvPr>
        </p:nvSpPr>
        <p:spPr>
          <a:xfrm>
            <a:off x="6807196" y="3431328"/>
            <a:ext cx="1900583" cy="158505"/>
          </a:xfrm>
          <a:prstGeom prst="rect">
            <a:avLst/>
          </a:prstGeom>
        </p:spPr>
        <p:txBody>
          <a:bodyPr vert="horz" wrap="square" lIns="0" tIns="0" rIns="0" bIns="0" rtlCol="0" anchor="t">
            <a:spAutoFit/>
          </a:bodyPr>
          <a:lstStyle>
            <a:lvl1pPr>
              <a:defRPr lang="en-US" sz="1030">
                <a:latin typeface="+mj-lt"/>
              </a:defRPr>
            </a:lvl1pPr>
          </a:lstStyle>
          <a:p>
            <a:pPr marL="0" lvl="0" indent="0">
              <a:spcBef>
                <a:spcPts val="0"/>
              </a:spcBef>
              <a:buNone/>
            </a:pPr>
            <a:r>
              <a:rPr lang="en-US"/>
              <a:t>Click to edit Master text styles</a:t>
            </a:r>
          </a:p>
        </p:txBody>
      </p:sp>
      <p:sp>
        <p:nvSpPr>
          <p:cNvPr id="24" name="Text Placeholder 3">
            <a:extLst>
              <a:ext uri="{FF2B5EF4-FFF2-40B4-BE49-F238E27FC236}">
                <a16:creationId xmlns:a16="http://schemas.microsoft.com/office/drawing/2014/main" id="{311900E2-1D2D-6D0A-7E29-8FAEA637B2C7}"/>
              </a:ext>
            </a:extLst>
          </p:cNvPr>
          <p:cNvSpPr>
            <a:spLocks noGrp="1"/>
          </p:cNvSpPr>
          <p:nvPr>
            <p:ph type="body" sz="quarter" idx="35"/>
          </p:nvPr>
        </p:nvSpPr>
        <p:spPr>
          <a:xfrm>
            <a:off x="6811657" y="3732333"/>
            <a:ext cx="1900976" cy="135743"/>
          </a:xfrm>
          <a:prstGeom prst="rect">
            <a:avLst/>
          </a:prstGeom>
        </p:spPr>
        <p:txBody>
          <a:bodyPr vert="horz" wrap="square" lIns="0" tIns="0" rIns="0" bIns="0" rtlCol="0">
            <a:spAutoFit/>
          </a:bodyPr>
          <a:lstStyle>
            <a:lvl1pPr>
              <a:defRPr lang="en-US" sz="882"/>
            </a:lvl1pPr>
          </a:lstStyle>
          <a:p>
            <a:pPr marL="0" lvl="0" indent="0">
              <a:buNone/>
            </a:pPr>
            <a:r>
              <a:rPr lang="en-US"/>
              <a:t>Click to edit Master text styles</a:t>
            </a:r>
          </a:p>
        </p:txBody>
      </p:sp>
    </p:spTree>
    <p:extLst>
      <p:ext uri="{BB962C8B-B14F-4D97-AF65-F5344CB8AC3E}">
        <p14:creationId xmlns:p14="http://schemas.microsoft.com/office/powerpoint/2010/main" val="115180697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6.xml><?xml version="1.0" encoding="utf-8"?>
<p:sldLayout xmlns:a="http://schemas.openxmlformats.org/drawingml/2006/main" xmlns:r="http://schemas.openxmlformats.org/officeDocument/2006/relationships" xmlns:p="http://schemas.openxmlformats.org/presentationml/2006/main" preserve="1">
  <p:cSld name="Summary">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80D2B25-7521-D486-405F-9309E22E85E1}"/>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01434F67-B3AA-41BB-E81D-4AD05F409F6D}"/>
                </a:ext>
              </a:extLst>
            </p:cNvPr>
            <p:cNvSpPr/>
            <p:nvPr/>
          </p:nvSpPr>
          <p:spPr>
            <a:xfrm>
              <a:off x="5540700"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a:extLst>
                <a:ext uri="{FF2B5EF4-FFF2-40B4-BE49-F238E27FC236}">
                  <a16:creationId xmlns:a16="http://schemas.microsoft.com/office/drawing/2014/main" id="{6D011E5C-69E1-0316-E865-3BCC8E8B2EBB}"/>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117033119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7.xml><?xml version="1.0" encoding="utf-8"?>
<p:sldLayout xmlns:a="http://schemas.openxmlformats.org/drawingml/2006/main" xmlns:r="http://schemas.openxmlformats.org/officeDocument/2006/relationships" xmlns:p="http://schemas.openxmlformats.org/presentationml/2006/main" preserve="1">
  <p:cSld name="Knowledge">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BA3DF09A-F855-F868-80F5-0BE1A95EAC15}"/>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2" name="Oval 11">
              <a:extLst>
                <a:ext uri="{FF2B5EF4-FFF2-40B4-BE49-F238E27FC236}">
                  <a16:creationId xmlns:a16="http://schemas.microsoft.com/office/drawing/2014/main" id="{E02F3D99-76D3-5383-A61D-215BC38D43E1}"/>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136F99C5-D16E-7540-C83D-3442D1FCD55D}"/>
                </a:ext>
              </a:extLst>
            </p:cNvPr>
            <p:cNvPicPr/>
            <p:nvPr/>
          </p:nvPicPr>
          <p:blipFill>
            <a:blip r:embed="rId2"/>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363133551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8.xml><?xml version="1.0" encoding="utf-8"?>
<p:sldLayout xmlns:a="http://schemas.openxmlformats.org/drawingml/2006/main" xmlns:r="http://schemas.openxmlformats.org/officeDocument/2006/relationships" xmlns:p="http://schemas.openxmlformats.org/presentationml/2006/main" preserve="1">
  <p:cSld name="Lab">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76EA3CFB-9697-C0F0-7B4C-7E3873DE53FB}"/>
              </a:ext>
              <a:ext uri="{C183D7F6-B498-43B3-948B-1728B52AA6E4}">
                <adec:decorative xmlns:adec="http://schemas.microsoft.com/office/drawing/2017/decorative" val="1"/>
              </a:ext>
            </a:extLst>
          </p:cNvPr>
          <p:cNvGrpSpPr/>
          <p:nvPr/>
        </p:nvGrpSpPr>
        <p:grpSpPr>
          <a:xfrm>
            <a:off x="1922684" y="1189435"/>
            <a:ext cx="832950" cy="832950"/>
            <a:chOff x="5540700" y="2116300"/>
            <a:chExt cx="1110600" cy="1110600"/>
          </a:xfrm>
        </p:grpSpPr>
        <p:sp>
          <p:nvSpPr>
            <p:cNvPr id="10" name="Oval 9">
              <a:extLst>
                <a:ext uri="{FF2B5EF4-FFF2-40B4-BE49-F238E27FC236}">
                  <a16:creationId xmlns:a16="http://schemas.microsoft.com/office/drawing/2014/main" id="{746C21DA-1493-FA44-3F9C-34E05FF08B74}"/>
                </a:ext>
              </a:extLst>
            </p:cNvPr>
            <p:cNvSpPr/>
            <p:nvPr/>
          </p:nvSpPr>
          <p:spPr>
            <a:xfrm>
              <a:off x="5540700" y="2116300"/>
              <a:ext cx="1110600" cy="1110600"/>
            </a:xfrm>
            <a:prstGeom prst="ellipse">
              <a:avLst/>
            </a:prstGeom>
            <a:solidFill>
              <a:srgbClr val="8DC8E8"/>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33">
              <a:extLst>
                <a:ext uri="{FF2B5EF4-FFF2-40B4-BE49-F238E27FC236}">
                  <a16:creationId xmlns:a16="http://schemas.microsoft.com/office/drawing/2014/main" id="{645CE35C-3A93-7951-31D3-E08248B1C9C4}"/>
                </a:ext>
              </a:extLst>
            </p:cNvPr>
            <p:cNvPicPr/>
            <p:nvPr/>
          </p:nvPicPr>
          <p:blipFill>
            <a:blip>
              <a:extLst>
                <a:ext uri="{96DAC541-7B7A-43D3-8B79-37D633B846F1}">
                  <asvg:svgBlip xmlns:asvg="http://schemas.microsoft.com/office/drawing/2016/SVG/main" r:embed="rId2"/>
                </a:ext>
              </a:extLst>
            </a:blip>
            <a:srcRect/>
            <a:stretch/>
          </p:blipFill>
          <p:spPr>
            <a:xfrm>
              <a:off x="5749602" y="2325202"/>
              <a:ext cx="692796" cy="692796"/>
            </a:xfrm>
            <a:prstGeom prst="rect">
              <a:avLst/>
            </a:prstGeom>
            <a:noFill/>
          </p:spPr>
        </p:pic>
      </p:grpSp>
    </p:spTree>
    <p:extLst>
      <p:ext uri="{BB962C8B-B14F-4D97-AF65-F5344CB8AC3E}">
        <p14:creationId xmlns:p14="http://schemas.microsoft.com/office/powerpoint/2010/main" val="418453676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79.xml><?xml version="1.0" encoding="utf-8"?>
<p:sldLayout xmlns:a="http://schemas.openxmlformats.org/drawingml/2006/main" xmlns:r="http://schemas.openxmlformats.org/officeDocument/2006/relationships" xmlns:p="http://schemas.openxmlformats.org/presentationml/2006/main" preserve="1">
  <p:cSld name="Prepare for labs">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9" name="Group 8">
            <a:extLst>
              <a:ext uri="{FF2B5EF4-FFF2-40B4-BE49-F238E27FC236}">
                <a16:creationId xmlns:a16="http://schemas.microsoft.com/office/drawing/2014/main" id="{F260BCEF-BA8C-42B9-D1E6-EED60C93E5F0}"/>
              </a:ext>
            </a:extLst>
          </p:cNvPr>
          <p:cNvGrpSpPr/>
          <p:nvPr/>
        </p:nvGrpSpPr>
        <p:grpSpPr>
          <a:xfrm>
            <a:off x="1922684" y="1189435"/>
            <a:ext cx="832950" cy="832950"/>
            <a:chOff x="2563579" y="1272115"/>
            <a:chExt cx="1110600" cy="1110600"/>
          </a:xfrm>
        </p:grpSpPr>
        <p:sp>
          <p:nvSpPr>
            <p:cNvPr id="10" name="Oval 9">
              <a:extLst>
                <a:ext uri="{FF2B5EF4-FFF2-40B4-BE49-F238E27FC236}">
                  <a16:creationId xmlns:a16="http://schemas.microsoft.com/office/drawing/2014/main" id="{34F743EF-1C3F-2BB6-EC5C-14389E448E71}"/>
                </a:ext>
              </a:extLst>
            </p:cNvPr>
            <p:cNvSpPr/>
            <p:nvPr/>
          </p:nvSpPr>
          <p:spPr>
            <a:xfrm>
              <a:off x="2563579" y="1272115"/>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22B6CEF7-CC05-CD93-EBB0-70FB66F30432}"/>
                </a:ext>
              </a:extLst>
            </p:cNvPr>
            <p:cNvPicPr/>
            <p:nvPr/>
          </p:nvPicPr>
          <p:blipFill>
            <a:blip r:embed="rId2"/>
            <a:stretch>
              <a:fillRect/>
            </a:stretch>
          </p:blipFill>
          <p:spPr>
            <a:xfrm>
              <a:off x="2766997" y="1476753"/>
              <a:ext cx="694944" cy="694944"/>
            </a:xfrm>
            <a:prstGeom prst="rect">
              <a:avLst/>
            </a:prstGeom>
          </p:spPr>
        </p:pic>
      </p:grpSp>
    </p:spTree>
    <p:extLst>
      <p:ext uri="{BB962C8B-B14F-4D97-AF65-F5344CB8AC3E}">
        <p14:creationId xmlns:p14="http://schemas.microsoft.com/office/powerpoint/2010/main" val="79419542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0.xml><?xml version="1.0" encoding="utf-8"?>
<p:sldLayout xmlns:a="http://schemas.openxmlformats.org/drawingml/2006/main" xmlns:r="http://schemas.openxmlformats.org/officeDocument/2006/relationships" xmlns:p="http://schemas.openxmlformats.org/presentationml/2006/main" preserve="1">
  <p:cSld name="Pricing">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0DB9FF9B-5C03-12AD-C2BC-F2A5193A8A2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Rectangle: Single Corner Rounded 5">
            <a:extLst>
              <a:ext uri="{FF2B5EF4-FFF2-40B4-BE49-F238E27FC236}">
                <a16:creationId xmlns:a16="http://schemas.microsoft.com/office/drawing/2014/main" id="{A02CAEB8-26C8-4DCC-A205-1958858BB2CA}"/>
              </a:ext>
              <a:ext uri="{C183D7F6-B498-43B3-948B-1728B52AA6E4}">
                <adec:decorative xmlns:adec="http://schemas.microsoft.com/office/drawing/2017/decorative" val="1"/>
              </a:ext>
            </a:extLst>
          </p:cNvPr>
          <p:cNvSpPr/>
          <p:nvPr/>
        </p:nvSpPr>
        <p:spPr bwMode="auto">
          <a:xfrm>
            <a:off x="-1" y="1435100"/>
            <a:ext cx="2340770" cy="3708400"/>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7" name="Text Placeholder 11">
            <a:extLst>
              <a:ext uri="{FF2B5EF4-FFF2-40B4-BE49-F238E27FC236}">
                <a16:creationId xmlns:a16="http://schemas.microsoft.com/office/drawing/2014/main" id="{5B1C1BF3-6AA8-9E3D-6C13-9D294A95EC9E}"/>
              </a:ext>
            </a:extLst>
          </p:cNvPr>
          <p:cNvSpPr>
            <a:spLocks noGrp="1"/>
          </p:cNvSpPr>
          <p:nvPr>
            <p:ph type="body" sz="quarter" idx="17"/>
          </p:nvPr>
        </p:nvSpPr>
        <p:spPr>
          <a:xfrm>
            <a:off x="3267029" y="1444854"/>
            <a:ext cx="4023168"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8" name="Text Placeholder 3">
            <a:extLst>
              <a:ext uri="{FF2B5EF4-FFF2-40B4-BE49-F238E27FC236}">
                <a16:creationId xmlns:a16="http://schemas.microsoft.com/office/drawing/2014/main" id="{CB36A2A5-3D3D-6672-23D6-32211E5333A2}"/>
              </a:ext>
            </a:extLst>
          </p:cNvPr>
          <p:cNvSpPr>
            <a:spLocks noGrp="1"/>
          </p:cNvSpPr>
          <p:nvPr>
            <p:ph type="body" sz="quarter" idx="35"/>
          </p:nvPr>
        </p:nvSpPr>
        <p:spPr>
          <a:xfrm>
            <a:off x="3268673" y="1933576"/>
            <a:ext cx="4021480"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14" name="Text Placeholder 11">
            <a:extLst>
              <a:ext uri="{FF2B5EF4-FFF2-40B4-BE49-F238E27FC236}">
                <a16:creationId xmlns:a16="http://schemas.microsoft.com/office/drawing/2014/main" id="{C4A355BE-EC00-02A7-CF83-86D8F4D79CE5}"/>
              </a:ext>
            </a:extLst>
          </p:cNvPr>
          <p:cNvSpPr>
            <a:spLocks noGrp="1"/>
          </p:cNvSpPr>
          <p:nvPr>
            <p:ph type="body" sz="quarter" idx="34"/>
          </p:nvPr>
        </p:nvSpPr>
        <p:spPr>
          <a:xfrm>
            <a:off x="441197" y="1906589"/>
            <a:ext cx="1520954"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3" name="Footer Placeholder 2">
            <a:extLst>
              <a:ext uri="{FF2B5EF4-FFF2-40B4-BE49-F238E27FC236}">
                <a16:creationId xmlns:a16="http://schemas.microsoft.com/office/drawing/2014/main" id="{5D868818-0DFC-9169-4160-89B32CDF5130}"/>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grpSp>
        <p:nvGrpSpPr>
          <p:cNvPr id="5" name="Group 4">
            <a:extLst>
              <a:ext uri="{FF2B5EF4-FFF2-40B4-BE49-F238E27FC236}">
                <a16:creationId xmlns:a16="http://schemas.microsoft.com/office/drawing/2014/main" id="{F5C0986E-B689-6782-2E7B-724249108539}"/>
              </a:ext>
              <a:ext uri="{C183D7F6-B498-43B3-948B-1728B52AA6E4}">
                <adec:decorative xmlns:adec="http://schemas.microsoft.com/office/drawing/2017/decorative" val="1"/>
              </a:ext>
            </a:extLst>
          </p:cNvPr>
          <p:cNvGrpSpPr>
            <a:grpSpLocks/>
          </p:cNvGrpSpPr>
          <p:nvPr/>
        </p:nvGrpSpPr>
        <p:grpSpPr>
          <a:xfrm>
            <a:off x="1922684" y="1189435"/>
            <a:ext cx="832950" cy="832950"/>
            <a:chOff x="1742946" y="2116300"/>
            <a:chExt cx="1110600" cy="1110600"/>
          </a:xfrm>
        </p:grpSpPr>
        <p:sp>
          <p:nvSpPr>
            <p:cNvPr id="12" name="Oval 11">
              <a:extLst>
                <a:ext uri="{FF2B5EF4-FFF2-40B4-BE49-F238E27FC236}">
                  <a16:creationId xmlns:a16="http://schemas.microsoft.com/office/drawing/2014/main" id="{6CAA49E0-DE74-4741-67A0-EFF39DD2D638}"/>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3" name="Picture 12">
              <a:extLst>
                <a:ext uri="{FF2B5EF4-FFF2-40B4-BE49-F238E27FC236}">
                  <a16:creationId xmlns:a16="http://schemas.microsoft.com/office/drawing/2014/main" id="{B35AFCD5-9997-32A3-C847-E02AC6233D3B}"/>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67036948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1.xml><?xml version="1.0" encoding="utf-8"?>
<p:sldLayout xmlns:a="http://schemas.openxmlformats.org/drawingml/2006/main" xmlns:r="http://schemas.openxmlformats.org/officeDocument/2006/relationships" xmlns:p="http://schemas.openxmlformats.org/presentationml/2006/main" preserve="1">
  <p:cSld name="UI Lab">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5" name="Group 4">
            <a:extLst>
              <a:ext uri="{FF2B5EF4-FFF2-40B4-BE49-F238E27FC236}">
                <a16:creationId xmlns:a16="http://schemas.microsoft.com/office/drawing/2014/main" id="{6E20E92D-9C4E-2BF7-F5C3-1126C809696B}"/>
              </a:ext>
            </a:extLst>
          </p:cNvPr>
          <p:cNvGrpSpPr/>
          <p:nvPr/>
        </p:nvGrpSpPr>
        <p:grpSpPr>
          <a:xfrm>
            <a:off x="7584261" y="670323"/>
            <a:ext cx="832950" cy="832950"/>
            <a:chOff x="10112348" y="738519"/>
            <a:chExt cx="1110600" cy="1110600"/>
          </a:xfrm>
        </p:grpSpPr>
        <p:sp>
          <p:nvSpPr>
            <p:cNvPr id="10" name="Oval 9">
              <a:extLst>
                <a:ext uri="{FF2B5EF4-FFF2-40B4-BE49-F238E27FC236}">
                  <a16:creationId xmlns:a16="http://schemas.microsoft.com/office/drawing/2014/main" id="{7567CE8E-AD7A-BEDE-7D43-4F2561774537}"/>
                </a:ext>
              </a:extLst>
            </p:cNvPr>
            <p:cNvSpPr/>
            <p:nvPr/>
          </p:nvSpPr>
          <p:spPr>
            <a:xfrm>
              <a:off x="10112348" y="738519"/>
              <a:ext cx="1110600" cy="1110600"/>
            </a:xfrm>
            <a:prstGeom prst="ellipse">
              <a:avLst/>
            </a:prstGeom>
            <a:solidFill>
              <a:srgbClr val="C5B4E3"/>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11" name="Picture 10" descr="A wrench and screwdriver on a black background&#10;&#10;Description automatically generated with medium confidence">
              <a:extLst>
                <a:ext uri="{FF2B5EF4-FFF2-40B4-BE49-F238E27FC236}">
                  <a16:creationId xmlns:a16="http://schemas.microsoft.com/office/drawing/2014/main" id="{081CBB52-335F-8D52-200D-2D007D689042}"/>
                </a:ext>
              </a:extLst>
            </p:cNvPr>
            <p:cNvPicPr/>
            <p:nvPr/>
          </p:nvPicPr>
          <p:blipFill>
            <a:blip r:embed="rId2"/>
            <a:stretch>
              <a:fillRect/>
            </a:stretch>
          </p:blipFill>
          <p:spPr>
            <a:xfrm>
              <a:off x="10315766" y="945273"/>
              <a:ext cx="694944" cy="694944"/>
            </a:xfrm>
            <a:prstGeom prst="rect">
              <a:avLst/>
            </a:prstGeom>
          </p:spPr>
        </p:pic>
      </p:grpSp>
    </p:spTree>
    <p:extLst>
      <p:ext uri="{BB962C8B-B14F-4D97-AF65-F5344CB8AC3E}">
        <p14:creationId xmlns:p14="http://schemas.microsoft.com/office/powerpoint/2010/main" val="46524365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2.xml><?xml version="1.0" encoding="utf-8"?>
<p:sldLayout xmlns:a="http://schemas.openxmlformats.org/drawingml/2006/main" xmlns:r="http://schemas.openxmlformats.org/officeDocument/2006/relationships" xmlns:p="http://schemas.openxmlformats.org/presentationml/2006/main" preserve="1">
  <p:cSld name="Pricing 2">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grpSp>
        <p:nvGrpSpPr>
          <p:cNvPr id="4" name="Group 3">
            <a:extLst>
              <a:ext uri="{FF2B5EF4-FFF2-40B4-BE49-F238E27FC236}">
                <a16:creationId xmlns:a16="http://schemas.microsoft.com/office/drawing/2014/main" id="{EB724FB4-110F-14DB-C9A2-8DC893034C9B}"/>
              </a:ext>
              <a:ext uri="{C183D7F6-B498-43B3-948B-1728B52AA6E4}">
                <adec:decorative xmlns:adec="http://schemas.microsoft.com/office/drawing/2017/decorative" val="1"/>
              </a:ext>
            </a:extLst>
          </p:cNvPr>
          <p:cNvGrpSpPr/>
          <p:nvPr/>
        </p:nvGrpSpPr>
        <p:grpSpPr>
          <a:xfrm>
            <a:off x="7580954" y="670323"/>
            <a:ext cx="832950" cy="832950"/>
            <a:chOff x="1742946" y="2116300"/>
            <a:chExt cx="1110600" cy="1110600"/>
          </a:xfrm>
        </p:grpSpPr>
        <p:sp>
          <p:nvSpPr>
            <p:cNvPr id="6" name="Oval 5">
              <a:extLst>
                <a:ext uri="{FF2B5EF4-FFF2-40B4-BE49-F238E27FC236}">
                  <a16:creationId xmlns:a16="http://schemas.microsoft.com/office/drawing/2014/main" id="{CEC0BCC3-7EC5-6F81-B1AA-80A4894ABF0C}"/>
                </a:ext>
              </a:extLst>
            </p:cNvPr>
            <p:cNvSpPr/>
            <p:nvPr/>
          </p:nvSpPr>
          <p:spPr>
            <a:xfrm>
              <a:off x="1742946" y="2116300"/>
              <a:ext cx="1110600" cy="1110600"/>
            </a:xfrm>
            <a:prstGeom prst="ellipse">
              <a:avLst/>
            </a:prstGeom>
            <a:solidFill>
              <a:srgbClr val="FFA38B"/>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7" name="Picture 6">
              <a:extLst>
                <a:ext uri="{FF2B5EF4-FFF2-40B4-BE49-F238E27FC236}">
                  <a16:creationId xmlns:a16="http://schemas.microsoft.com/office/drawing/2014/main" id="{9D467AA4-32D7-985C-93B4-6A2CF9D380C2}"/>
                </a:ext>
              </a:extLst>
            </p:cNvPr>
            <p:cNvPicPr/>
            <p:nvPr/>
          </p:nvPicPr>
          <p:blipFill>
            <a:blip r:embed="rId2" cstate="print">
              <a:extLst>
                <a:ext uri="{28A0092B-C50C-407E-A947-70E740481C1C}">
                  <a14:useLocalDpi xmlns:a14="http://schemas.microsoft.com/office/drawing/2010/main" val="0"/>
                </a:ext>
              </a:extLst>
            </a:blip>
            <a:stretch>
              <a:fillRect/>
            </a:stretch>
          </p:blipFill>
          <p:spPr>
            <a:xfrm>
              <a:off x="2006529" y="2335581"/>
              <a:ext cx="613466" cy="613466"/>
            </a:xfrm>
            <a:prstGeom prst="rect">
              <a:avLst/>
            </a:prstGeom>
          </p:spPr>
        </p:pic>
      </p:grpSp>
    </p:spTree>
    <p:extLst>
      <p:ext uri="{BB962C8B-B14F-4D97-AF65-F5344CB8AC3E}">
        <p14:creationId xmlns:p14="http://schemas.microsoft.com/office/powerpoint/2010/main" val="2837184003"/>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3.xml><?xml version="1.0" encoding="utf-8"?>
<p:sldLayout xmlns:a="http://schemas.openxmlformats.org/drawingml/2006/main" xmlns:r="http://schemas.openxmlformats.org/officeDocument/2006/relationships" xmlns:p="http://schemas.openxmlformats.org/presentationml/2006/main" preserve="1">
  <p:cSld name="2-column_Callout_with Image">
    <p:bg>
      <p:bgRef idx="1001">
        <a:schemeClr val="bg1"/>
      </p:bgRef>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AA0C1B43-5B0F-7090-B43D-4D154AC01AF9}"/>
              </a:ext>
              <a:ext uri="{C183D7F6-B498-43B3-948B-1728B52AA6E4}">
                <adec:decorative xmlns:adec="http://schemas.microsoft.com/office/drawing/2017/decorative" val="1"/>
              </a:ext>
            </a:extLst>
          </p:cNvPr>
          <p:cNvSpPr/>
          <p:nvPr/>
        </p:nvSpPr>
        <p:spPr bwMode="auto">
          <a:xfrm>
            <a:off x="803649" y="4752975"/>
            <a:ext cx="2000250" cy="219075"/>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6" name="Footer Placeholder 2">
            <a:extLst>
              <a:ext uri="{FF2B5EF4-FFF2-40B4-BE49-F238E27FC236}">
                <a16:creationId xmlns:a16="http://schemas.microsoft.com/office/drawing/2014/main" id="{2E22E512-824E-5687-C33B-5B41FE43E981}"/>
              </a:ext>
            </a:extLst>
          </p:cNvPr>
          <p:cNvSpPr txBox="1">
            <a:spLocks/>
          </p:cNvSpPr>
          <p:nvPr/>
        </p:nvSpPr>
        <p:spPr>
          <a:xfrm>
            <a:off x="3267075"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4" name="Picture Placeholder" descr="This photo is a 'placeholder' only. Drag or drop your photo here, or click and tap the center to insert a photo.">
            <a:extLst>
              <a:ext uri="{FF2B5EF4-FFF2-40B4-BE49-F238E27FC236}">
                <a16:creationId xmlns:a16="http://schemas.microsoft.com/office/drawing/2014/main" id="{FA07B0D1-31C1-C209-CE85-DD1D42B62A74}"/>
              </a:ext>
            </a:extLst>
          </p:cNvPr>
          <p:cNvSpPr>
            <a:spLocks noGrp="1"/>
          </p:cNvSpPr>
          <p:nvPr>
            <p:ph type="pic" sz="quarter" idx="20" hasCustomPrompt="1"/>
          </p:nvPr>
        </p:nvSpPr>
        <p:spPr bwMode="ltGray">
          <a:xfrm>
            <a:off x="3048000" y="969175"/>
            <a:ext cx="5651897" cy="2459826"/>
          </a:xfrm>
          <a:prstGeom prst="rect">
            <a:avLst/>
          </a:prstGeom>
          <a:solidFill>
            <a:srgbClr val="F4F4F7"/>
          </a:solidFill>
          <a:ln>
            <a:noFill/>
          </a:ln>
        </p:spPr>
        <p:txBody>
          <a:bodyPr lIns="0" tIns="0" rIns="0" bIns="73152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photo</a:t>
            </a:r>
          </a:p>
          <a:p>
            <a:r>
              <a:rPr lang="en-US" dirty="0"/>
              <a:t>here or click or tap </a:t>
            </a:r>
          </a:p>
          <a:p>
            <a:r>
              <a:rPr lang="en-US" dirty="0"/>
              <a:t>icon below to insert</a:t>
            </a:r>
          </a:p>
          <a:p>
            <a:endParaRPr lang="en-US" dirty="0"/>
          </a:p>
          <a:p>
            <a:endParaRPr lang="en-US" dirty="0"/>
          </a:p>
        </p:txBody>
      </p:sp>
      <p:sp>
        <p:nvSpPr>
          <p:cNvPr id="20" name="Text Placeholder 11">
            <a:extLst>
              <a:ext uri="{FF2B5EF4-FFF2-40B4-BE49-F238E27FC236}">
                <a16:creationId xmlns:a16="http://schemas.microsoft.com/office/drawing/2014/main" id="{B0CE4749-2B49-FDC6-1E4B-4745903086DB}"/>
              </a:ext>
            </a:extLst>
          </p:cNvPr>
          <p:cNvSpPr>
            <a:spLocks noGrp="1"/>
          </p:cNvSpPr>
          <p:nvPr>
            <p:ph type="body" sz="quarter" idx="22"/>
          </p:nvPr>
        </p:nvSpPr>
        <p:spPr>
          <a:xfrm>
            <a:off x="3048000" y="3622732"/>
            <a:ext cx="5651897" cy="320409"/>
          </a:xfrm>
          <a:prstGeom prst="rect">
            <a:avLst/>
          </a:prstGeom>
        </p:spPr>
        <p:txBody>
          <a:bodyPr anchor="t"/>
          <a:lstStyle>
            <a:lvl1pPr marL="0" indent="0">
              <a:spcBef>
                <a:spcPts val="0"/>
              </a:spcBef>
              <a:buNone/>
              <a:defRPr sz="882">
                <a:solidFill>
                  <a:schemeClr val="tx1"/>
                </a:solidFill>
                <a:latin typeface="+mj-lt"/>
              </a:defRPr>
            </a:lvl1pPr>
          </a:lstStyle>
          <a:p>
            <a:pPr lvl="0"/>
            <a:r>
              <a:rPr lang="en-US"/>
              <a:t>Click to edit Master text styles</a:t>
            </a:r>
          </a:p>
        </p:txBody>
      </p:sp>
      <p:sp>
        <p:nvSpPr>
          <p:cNvPr id="23" name="Text Placeholder 3">
            <a:extLst>
              <a:ext uri="{FF2B5EF4-FFF2-40B4-BE49-F238E27FC236}">
                <a16:creationId xmlns:a16="http://schemas.microsoft.com/office/drawing/2014/main" id="{FEC9D9DE-CE99-5608-0152-4E27F1BE0034}"/>
              </a:ext>
            </a:extLst>
          </p:cNvPr>
          <p:cNvSpPr>
            <a:spLocks noGrp="1"/>
          </p:cNvSpPr>
          <p:nvPr>
            <p:ph type="body" sz="quarter" idx="33"/>
          </p:nvPr>
        </p:nvSpPr>
        <p:spPr>
          <a:xfrm>
            <a:off x="3054797" y="3923735"/>
            <a:ext cx="5645100" cy="297774"/>
          </a:xfrm>
          <a:prstGeom prst="rect">
            <a:avLst/>
          </a:prstGeom>
        </p:spPr>
        <p:txBody>
          <a:bodyPr wrap="square">
            <a:spAutoFit/>
          </a:bodyPr>
          <a:lstStyle>
            <a:lvl1pPr marL="0" indent="0">
              <a:buFont typeface="Arial" panose="020B0604020202020204" pitchFamily="34" charset="0"/>
              <a:buNone/>
              <a:defRPr sz="735">
                <a:solidFill>
                  <a:schemeClr val="tx1"/>
                </a:solidFill>
              </a:defRPr>
            </a:lvl1pPr>
            <a:lvl2pPr marL="100867" indent="0">
              <a:buFont typeface="Arial" panose="020B0604020202020204" pitchFamily="34" charset="0"/>
              <a:buNone/>
              <a:defRPr>
                <a:solidFill>
                  <a:schemeClr val="tx1"/>
                </a:solidFill>
              </a:defRPr>
            </a:lvl2pPr>
            <a:lvl3pPr marL="302602" indent="-100867">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5" name="Rectangle: Single Corner Rounded 4">
            <a:extLst>
              <a:ext uri="{FF2B5EF4-FFF2-40B4-BE49-F238E27FC236}">
                <a16:creationId xmlns:a16="http://schemas.microsoft.com/office/drawing/2014/main" id="{F30B2090-3FEF-BD7A-3D1A-F15263CED050}"/>
              </a:ext>
              <a:ext uri="{C183D7F6-B498-43B3-948B-1728B52AA6E4}">
                <adec:decorative xmlns:adec="http://schemas.microsoft.com/office/drawing/2017/decorative" val="1"/>
              </a:ext>
            </a:extLst>
          </p:cNvPr>
          <p:cNvSpPr/>
          <p:nvPr/>
        </p:nvSpPr>
        <p:spPr bwMode="auto">
          <a:xfrm>
            <a:off x="-1" y="969174"/>
            <a:ext cx="2340770" cy="4174326"/>
          </a:xfrm>
          <a:prstGeom prst="round1Rect">
            <a:avLst>
              <a:gd name="adj" fmla="val 6737"/>
            </a:avLst>
          </a:prstGeom>
          <a:solidFill>
            <a:srgbClr val="F4F3F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9" name="Text Placeholder 11">
            <a:extLst>
              <a:ext uri="{FF2B5EF4-FFF2-40B4-BE49-F238E27FC236}">
                <a16:creationId xmlns:a16="http://schemas.microsoft.com/office/drawing/2014/main" id="{69AA33E8-65E2-5482-066C-B301F74B3FCC}"/>
              </a:ext>
            </a:extLst>
          </p:cNvPr>
          <p:cNvSpPr>
            <a:spLocks noGrp="1"/>
          </p:cNvSpPr>
          <p:nvPr>
            <p:ph type="body" sz="quarter" idx="34"/>
          </p:nvPr>
        </p:nvSpPr>
        <p:spPr>
          <a:xfrm>
            <a:off x="441197" y="1657576"/>
            <a:ext cx="1584940" cy="546945"/>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Tree>
    <p:extLst>
      <p:ext uri="{BB962C8B-B14F-4D97-AF65-F5344CB8AC3E}">
        <p14:creationId xmlns:p14="http://schemas.microsoft.com/office/powerpoint/2010/main" val="728033218"/>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0">
          <p15:clr>
            <a:srgbClr val="954F72"/>
          </p15:clr>
        </p15:guide>
        <p15:guide id="6" pos="1372">
          <p15:clr>
            <a:srgbClr val="954F72"/>
          </p15:clr>
        </p15:guide>
        <p15:guide id="7" pos="1560">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20">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4.xml><?xml version="1.0" encoding="utf-8"?>
<p:sldLayout xmlns:a="http://schemas.openxmlformats.org/drawingml/2006/main" xmlns:r="http://schemas.openxmlformats.org/officeDocument/2006/relationships" xmlns:p="http://schemas.openxmlformats.org/presentationml/2006/main" preserve="1">
  <p:cSld name="Learn Clickdown">
    <p:bg>
      <p:bgPr>
        <a:solidFill>
          <a:srgbClr val="E8E6DF"/>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BE890A9B-98DE-E407-1677-225E1CB27E04}"/>
              </a:ext>
              <a:ext uri="{C183D7F6-B498-43B3-948B-1728B52AA6E4}">
                <adec:decorative xmlns:adec="http://schemas.microsoft.com/office/drawing/2017/decorative" val="1"/>
              </a:ext>
            </a:extLst>
          </p:cNvPr>
          <p:cNvSpPr/>
          <p:nvPr/>
        </p:nvSpPr>
        <p:spPr bwMode="auto">
          <a:xfrm>
            <a:off x="1416" y="0"/>
            <a:ext cx="5168674" cy="5143500"/>
          </a:xfrm>
          <a:prstGeom prst="rect">
            <a:avLst/>
          </a:prstGeom>
          <a:solidFill>
            <a:schemeClr val="bg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765" b="0" i="0" u="none" strike="noStrike" kern="1200" cap="none" spc="0" normalizeH="0" baseline="0" noProof="0" dirty="0">
              <a:ln>
                <a:noFill/>
              </a:ln>
              <a:gradFill>
                <a:gsLst>
                  <a:gs pos="0">
                    <a:srgbClr val="FFFFFF"/>
                  </a:gs>
                  <a:gs pos="100000">
                    <a:srgbClr val="FFFFFF"/>
                  </a:gs>
                </a:gsLst>
                <a:lin ang="5400000" scaled="0"/>
              </a:gradFill>
              <a:effectLst/>
              <a:uLnTx/>
              <a:uFillTx/>
              <a:latin typeface="Segoe UI"/>
              <a:ea typeface="Segoe UI" pitchFamily="34" charset="0"/>
              <a:cs typeface="Segoe UI" pitchFamily="34" charset="0"/>
            </a:endParaRPr>
          </a:p>
        </p:txBody>
      </p:sp>
      <p:sp>
        <p:nvSpPr>
          <p:cNvPr id="2" name="Rectangle: Top Corners Rounded 1">
            <a:extLst>
              <a:ext uri="{FF2B5EF4-FFF2-40B4-BE49-F238E27FC236}">
                <a16:creationId xmlns:a16="http://schemas.microsoft.com/office/drawing/2014/main" id="{960FA2C5-0F45-1F96-1312-4AD604060381}"/>
              </a:ext>
              <a:ext uri="{C183D7F6-B498-43B3-948B-1728B52AA6E4}">
                <adec:decorative xmlns:adec="http://schemas.microsoft.com/office/drawing/2017/decorative" val="1"/>
              </a:ext>
            </a:extLst>
          </p:cNvPr>
          <p:cNvSpPr>
            <a:spLocks/>
          </p:cNvSpPr>
          <p:nvPr/>
        </p:nvSpPr>
        <p:spPr bwMode="auto">
          <a:xfrm rot="16200000" flipH="1">
            <a:off x="5969001" y="1011299"/>
            <a:ext cx="2844802" cy="3530599"/>
          </a:xfrm>
          <a:prstGeom prst="round2SameRect">
            <a:avLst>
              <a:gd name="adj1" fmla="val 2163"/>
              <a:gd name="adj2" fmla="val 0"/>
            </a:avLst>
          </a:prstGeom>
          <a:solidFill>
            <a:srgbClr val="E8E6DF"/>
          </a:solidFill>
          <a:ln w="6350">
            <a:noFill/>
          </a:ln>
          <a:effectLst>
            <a:outerShdw blurRad="127000" dist="76200" dir="9600000" algn="r" rotWithShape="0">
              <a:prstClr val="black">
                <a:alpha val="20000"/>
              </a:prstClr>
            </a:outerShdw>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vert270" wrap="none" lIns="201724" tIns="0" rIns="201724" bIns="67241" numCol="1" spcCol="0" rtlCol="0" fromWordArt="0" anchor="ctr"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30000" noProof="0" dirty="0">
              <a:ln>
                <a:noFill/>
              </a:ln>
              <a:solidFill>
                <a:srgbClr val="FFFFFF"/>
              </a:solidFill>
              <a:effectLst/>
              <a:uLnTx/>
              <a:uFillTx/>
              <a:latin typeface="Segoe UI"/>
              <a:ea typeface="+mn-ea"/>
              <a:cs typeface="+mn-cs"/>
            </a:endParaRPr>
          </a:p>
        </p:txBody>
      </p:sp>
      <p:pic>
        <p:nvPicPr>
          <p:cNvPr id="3" name="Picture 2">
            <a:extLst>
              <a:ext uri="{FF2B5EF4-FFF2-40B4-BE49-F238E27FC236}">
                <a16:creationId xmlns:a16="http://schemas.microsoft.com/office/drawing/2014/main" id="{C7858406-DE31-8249-0E02-6D12B1500EBC}"/>
              </a:ext>
              <a:ext uri="{C183D7F6-B498-43B3-948B-1728B52AA6E4}">
                <adec:decorative xmlns:adec="http://schemas.microsoft.com/office/drawing/2017/decorative" val="1"/>
              </a:ext>
            </a:extLst>
          </p:cNvPr>
          <p:cNvPicPr>
            <a:picLocks noChangeAspect="1"/>
          </p:cNvPicPr>
          <p:nvPr/>
        </p:nvPicPr>
        <p:blipFill rotWithShape="1">
          <a:blip r:embed="rId2" cstate="print">
            <a:extLst>
              <a:ext uri="{28A0092B-C50C-407E-A947-70E740481C1C}">
                <a14:useLocalDpi xmlns:a14="http://schemas.microsoft.com/office/drawing/2010/main" val="0"/>
              </a:ext>
            </a:extLst>
          </a:blip>
          <a:srcRect/>
          <a:stretch/>
        </p:blipFill>
        <p:spPr>
          <a:xfrm>
            <a:off x="5594165" y="1319374"/>
            <a:ext cx="3553407" cy="2903010"/>
          </a:xfrm>
          <a:prstGeom prst="rect">
            <a:avLst/>
          </a:prstGeom>
          <a:noFill/>
          <a:ln w="38100">
            <a:noFill/>
          </a:ln>
          <a:effectLst/>
        </p:spPr>
      </p:pic>
      <p:sp>
        <p:nvSpPr>
          <p:cNvPr id="4" name="Picture Placeholder" descr="This photo is a 'placeholder' only. Drag or drop your photo here, or click and tap the center to insert a photo.">
            <a:extLst>
              <a:ext uri="{FF2B5EF4-FFF2-40B4-BE49-F238E27FC236}">
                <a16:creationId xmlns:a16="http://schemas.microsoft.com/office/drawing/2014/main" id="{D5402C46-D31C-FDEF-C231-716FBE6417FF}"/>
              </a:ext>
            </a:extLst>
          </p:cNvPr>
          <p:cNvSpPr>
            <a:spLocks noGrp="1"/>
          </p:cNvSpPr>
          <p:nvPr>
            <p:ph type="pic" sz="quarter" idx="20" hasCustomPrompt="1"/>
          </p:nvPr>
        </p:nvSpPr>
        <p:spPr bwMode="ltGray">
          <a:xfrm>
            <a:off x="5793582" y="1531144"/>
            <a:ext cx="3350419" cy="2483643"/>
          </a:xfrm>
          <a:prstGeom prst="rect">
            <a:avLst/>
          </a:prstGeom>
          <a:solidFill>
            <a:srgbClr val="F4F4F7"/>
          </a:solidFill>
          <a:ln>
            <a:noFill/>
          </a:ln>
        </p:spPr>
        <p:txBody>
          <a:bodyPr lIns="914400" tIns="0" rIns="914400" bIns="1463040" anchor="ctr" anchorCtr="0">
            <a:noAutofit/>
          </a:bodyPr>
          <a:lstStyle>
            <a:lvl1pPr marL="0" indent="0" algn="ctr">
              <a:lnSpc>
                <a:spcPct val="100000"/>
              </a:lnSpc>
              <a:buNone/>
              <a:defRPr sz="772" b="1">
                <a:solidFill>
                  <a:srgbClr val="000000"/>
                </a:solidFill>
                <a:latin typeface="+mn-lt"/>
                <a:cs typeface="Segoe UI" panose="020B0502040204020203" pitchFamily="34" charset="0"/>
              </a:defRPr>
            </a:lvl1pPr>
          </a:lstStyle>
          <a:p>
            <a:r>
              <a:rPr lang="en-US" dirty="0"/>
              <a:t>Drag &amp; drop your website screenshot here or click or tap icon below to insert</a:t>
            </a:r>
          </a:p>
          <a:p>
            <a:endParaRPr lang="en-US" dirty="0"/>
          </a:p>
          <a:p>
            <a:endParaRPr lang="en-US" dirty="0"/>
          </a:p>
        </p:txBody>
      </p:sp>
      <p:sp>
        <p:nvSpPr>
          <p:cNvPr id="5" name="Title 1">
            <a:extLst>
              <a:ext uri="{FF2B5EF4-FFF2-40B4-BE49-F238E27FC236}">
                <a16:creationId xmlns:a16="http://schemas.microsoft.com/office/drawing/2014/main" id="{7B5F9DFC-8F86-66C5-68A6-019BCDEDB8C2}"/>
              </a:ext>
            </a:extLst>
          </p:cNvPr>
          <p:cNvSpPr>
            <a:spLocks noGrp="1"/>
          </p:cNvSpPr>
          <p:nvPr>
            <p:ph type="title"/>
          </p:nvPr>
        </p:nvSpPr>
        <p:spPr>
          <a:xfrm>
            <a:off x="441198" y="438913"/>
            <a:ext cx="4239151"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10" name="Text Placeholder 11">
            <a:extLst>
              <a:ext uri="{FF2B5EF4-FFF2-40B4-BE49-F238E27FC236}">
                <a16:creationId xmlns:a16="http://schemas.microsoft.com/office/drawing/2014/main" id="{5FD7D075-9E51-3CE8-5505-AE5C8CAB0439}"/>
              </a:ext>
            </a:extLst>
          </p:cNvPr>
          <p:cNvSpPr>
            <a:spLocks noGrp="1"/>
          </p:cNvSpPr>
          <p:nvPr>
            <p:ph type="body" sz="quarter" idx="16"/>
          </p:nvPr>
        </p:nvSpPr>
        <p:spPr>
          <a:xfrm>
            <a:off x="438150" y="1195617"/>
            <a:ext cx="4240930"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11" name="Text Placeholder 3">
            <a:extLst>
              <a:ext uri="{FF2B5EF4-FFF2-40B4-BE49-F238E27FC236}">
                <a16:creationId xmlns:a16="http://schemas.microsoft.com/office/drawing/2014/main" id="{F4BA9016-5747-B1D1-36DE-145A4E94C4B2}"/>
              </a:ext>
            </a:extLst>
          </p:cNvPr>
          <p:cNvSpPr>
            <a:spLocks noGrp="1"/>
          </p:cNvSpPr>
          <p:nvPr>
            <p:ph type="body" sz="quarter" idx="15"/>
          </p:nvPr>
        </p:nvSpPr>
        <p:spPr>
          <a:xfrm>
            <a:off x="439793" y="1564324"/>
            <a:ext cx="4239151"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Footer Placeholder 2">
            <a:extLst>
              <a:ext uri="{FF2B5EF4-FFF2-40B4-BE49-F238E27FC236}">
                <a16:creationId xmlns:a16="http://schemas.microsoft.com/office/drawing/2014/main" id="{6F36D75B-95FF-2F0D-75F2-EF58B69B29D9}"/>
              </a:ext>
            </a:extLst>
          </p:cNvPr>
          <p:cNvSpPr txBox="1">
            <a:spLocks/>
          </p:cNvSpPr>
          <p:nvPr/>
        </p:nvSpPr>
        <p:spPr>
          <a:xfrm>
            <a:off x="434579" y="4815812"/>
            <a:ext cx="3113484" cy="148482"/>
          </a:xfrm>
          <a:prstGeom prst="rect">
            <a:avLst/>
          </a:prstGeom>
        </p:spPr>
        <p:txBody>
          <a:bodyPr vert="horz" lIns="0" tIns="0" rIns="0" bIns="0" rtlCol="0" anchor="ctr"/>
          <a:lstStyle>
            <a:defPPr>
              <a:defRPr lang="en-US"/>
            </a:defPPr>
            <a:lvl1pPr marL="0" algn="l" defTabSz="914367" rtl="0" eaLnBrk="1" latinLnBrk="0" hangingPunct="1">
              <a:defRPr lang="en-US" sz="1000" kern="1200" smtClean="0">
                <a:solidFill>
                  <a:srgbClr val="000000"/>
                </a:solidFill>
                <a:latin typeface="+mn-lt"/>
                <a:ea typeface="+mn-ea"/>
                <a:cs typeface="+mn-cs"/>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marL="0" marR="0" lvl="0" indent="0" algn="l" defTabSz="672425" rtl="0" eaLnBrk="1" fontAlgn="auto" latinLnBrk="0" hangingPunct="1">
              <a:lnSpc>
                <a:spcPct val="100000"/>
              </a:lnSpc>
              <a:spcBef>
                <a:spcPts val="0"/>
              </a:spcBef>
              <a:spcAft>
                <a:spcPts val="0"/>
              </a:spcAft>
              <a:buClrTx/>
              <a:buSzTx/>
              <a:buFontTx/>
              <a:buNone/>
              <a:tabLst/>
              <a:defRPr/>
            </a:pPr>
            <a:endParaRPr kumimoji="0" lang="en-US" sz="735" b="0" i="0" u="none" strike="noStrike" kern="1200" cap="none" spc="0" normalizeH="0" baseline="0" noProof="0" dirty="0">
              <a:ln>
                <a:noFill/>
              </a:ln>
              <a:solidFill>
                <a:srgbClr val="000000"/>
              </a:solidFill>
              <a:effectLst/>
              <a:uLnTx/>
              <a:uFillTx/>
              <a:latin typeface="Segoe UI"/>
              <a:ea typeface="+mn-ea"/>
              <a:cs typeface="+mn-cs"/>
            </a:endParaRPr>
          </a:p>
        </p:txBody>
      </p:sp>
    </p:spTree>
    <p:extLst>
      <p:ext uri="{BB962C8B-B14F-4D97-AF65-F5344CB8AC3E}">
        <p14:creationId xmlns:p14="http://schemas.microsoft.com/office/powerpoint/2010/main" val="3054863527"/>
      </p:ext>
    </p:extLst>
  </p:cSld>
  <p:clrMapOvr>
    <a:masterClrMapping/>
  </p:clrMapOvr>
  <p:transition>
    <p:fade/>
  </p:transition>
  <p:hf sldNum="0" hdr="0" ftr="0" dt="0"/>
  <p:extLst>
    <p:ext uri="{DCECCB84-F9BA-43D5-87BE-67443E8EF086}">
      <p15:sldGuideLst xmlns:p15="http://schemas.microsoft.com/office/powerpoint/2012/main">
        <p15:guide id="6" pos="779">
          <p15:clr>
            <a:srgbClr val="A4A3A4"/>
          </p15:clr>
        </p15:guide>
        <p15:guide id="7" pos="962">
          <p15:clr>
            <a:srgbClr val="A4A3A4"/>
          </p15:clr>
        </p15:guide>
        <p15:guide id="8" pos="1373">
          <p15:clr>
            <a:srgbClr val="A4A3A4"/>
          </p15:clr>
        </p15:guide>
        <p15:guide id="9" pos="1556">
          <p15:clr>
            <a:srgbClr val="A4A3A4"/>
          </p15:clr>
        </p15:guide>
        <p15:guide id="10" pos="1967">
          <p15:clr>
            <a:srgbClr val="A4A3A4"/>
          </p15:clr>
        </p15:guide>
        <p15:guide id="11" pos="2150">
          <p15:clr>
            <a:srgbClr val="A4A3A4"/>
          </p15:clr>
        </p15:guide>
        <p15:guide id="12" pos="2561">
          <p15:clr>
            <a:srgbClr val="A4A3A4"/>
          </p15:clr>
        </p15:guide>
        <p15:guide id="13" pos="2744">
          <p15:clr>
            <a:srgbClr val="A4A3A4"/>
          </p15:clr>
        </p15:guide>
        <p15:guide id="14" pos="3161">
          <p15:clr>
            <a:srgbClr val="A4A3A4"/>
          </p15:clr>
        </p15:guide>
        <p15:guide id="15" pos="3348">
          <p15:clr>
            <a:srgbClr val="A4A3A4"/>
          </p15:clr>
        </p15:guide>
        <p15:guide id="16" pos="3754">
          <p15:clr>
            <a:srgbClr val="A4A3A4"/>
          </p15:clr>
        </p15:guide>
        <p15:guide id="17" pos="3931">
          <p15:clr>
            <a:srgbClr val="A4A3A4"/>
          </p15:clr>
        </p15:guide>
        <p15:guide id="18" pos="4342">
          <p15:clr>
            <a:srgbClr val="A4A3A4"/>
          </p15:clr>
        </p15:guide>
        <p15:guide id="19" pos="4531">
          <p15:clr>
            <a:srgbClr val="A4A3A4"/>
          </p15:clr>
        </p15:guide>
        <p15:guide id="20" pos="4937">
          <p15:clr>
            <a:srgbClr val="A4A3A4"/>
          </p15:clr>
        </p15:guide>
        <p15:guide id="21" pos="5120">
          <p15:clr>
            <a:srgbClr val="A4A3A4"/>
          </p15:clr>
        </p15:guide>
        <p15:guide id="22" pos="5529">
          <p15:clr>
            <a:srgbClr val="A4A3A4"/>
          </p15:clr>
        </p15:guide>
        <p15:guide id="23" pos="5714">
          <p15:clr>
            <a:srgbClr val="A4A3A4"/>
          </p15:clr>
        </p15:guide>
        <p15:guide id="24" pos="6123">
          <p15:clr>
            <a:srgbClr val="A4A3A4"/>
          </p15:clr>
        </p15:guide>
        <p15:guide id="25" pos="6308">
          <p15:clr>
            <a:srgbClr val="A4A3A4"/>
          </p15:clr>
        </p15:guide>
        <p15:guide id="26" pos="6717">
          <p15:clr>
            <a:srgbClr val="A4A3A4"/>
          </p15:clr>
        </p15:guide>
        <p15:guide id="27" pos="6900">
          <p15:clr>
            <a:srgbClr val="A4A3A4"/>
          </p15:clr>
        </p15:guide>
        <p15:guide id="28" orient="horz" pos="912">
          <p15:clr>
            <a:srgbClr val="5ACBF0"/>
          </p15:clr>
        </p15:guide>
        <p15:guide id="29" orient="horz" pos="1272">
          <p15:clr>
            <a:srgbClr val="5ACBF0"/>
          </p15:clr>
        </p15:guide>
        <p15:guide id="30" orient="horz" pos="288">
          <p15:clr>
            <a:srgbClr val="5ACBF0"/>
          </p15:clr>
        </p15:guide>
        <p15:guide id="31" orient="horz" pos="3600">
          <p15:clr>
            <a:srgbClr val="FBAE40"/>
          </p15:clr>
        </p15:guide>
        <p15:guide id="32" orient="horz" pos="3408">
          <p15:clr>
            <a:srgbClr val="FBAE40"/>
          </p15:clr>
        </p15:guide>
        <p15:guide id="33" pos="1080">
          <p15:clr>
            <a:srgbClr val="FBAE40"/>
          </p15:clr>
        </p15:guide>
      </p15:sldGuideLst>
    </p:ext>
  </p:extLst>
</p:sldLayout>
</file>

<file path=ppt/slideLayouts/slideLayout85.xml><?xml version="1.0" encoding="utf-8"?>
<p:sldLayout xmlns:a="http://schemas.openxmlformats.org/drawingml/2006/main" xmlns:r="http://schemas.openxmlformats.org/officeDocument/2006/relationships" xmlns:p="http://schemas.openxmlformats.org/presentationml/2006/main" preserve="1">
  <p:cSld name="Blank_with Hea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241000303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6.xml><?xml version="1.0" encoding="utf-8"?>
<p:sldLayout xmlns:a="http://schemas.openxmlformats.org/drawingml/2006/main" xmlns:r="http://schemas.openxmlformats.org/officeDocument/2006/relationships" xmlns:p="http://schemas.openxmlformats.org/presentationml/2006/main" preserve="1">
  <p:cSld name="Blank_with Head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220149644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7.xml><?xml version="1.0" encoding="utf-8"?>
<p:sldLayout xmlns:a="http://schemas.openxmlformats.org/drawingml/2006/main" xmlns:r="http://schemas.openxmlformats.org/officeDocument/2006/relationships" xmlns:p="http://schemas.openxmlformats.org/presentationml/2006/main" preserve="1">
  <p:cSld name="Blank_with Head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spTree>
    <p:extLst>
      <p:ext uri="{BB962C8B-B14F-4D97-AF65-F5344CB8AC3E}">
        <p14:creationId xmlns:p14="http://schemas.microsoft.com/office/powerpoint/2010/main" val="61531443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8.xml><?xml version="1.0" encoding="utf-8"?>
<p:sldLayout xmlns:a="http://schemas.openxmlformats.org/drawingml/2006/main" xmlns:r="http://schemas.openxmlformats.org/officeDocument/2006/relationships" xmlns:p="http://schemas.openxmlformats.org/presentationml/2006/main" preserve="1">
  <p:cSld name="1-column contain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328967"/>
            <a:ext cx="6584087" cy="365806"/>
          </a:xfrm>
          <a:prstGeom prst="rect">
            <a:avLst/>
          </a:prstGeom>
        </p:spPr>
        <p:txBody>
          <a:bodyPr anchor="t"/>
          <a:lstStyle>
            <a:lvl1pPr marL="0" indent="0">
              <a:spcBef>
                <a:spcPts val="0"/>
              </a:spcBef>
              <a:buNone/>
              <a:defRPr sz="1177">
                <a:solidFill>
                  <a:schemeClr val="tx1"/>
                </a:solidFill>
                <a:latin typeface="+mj-lt"/>
              </a:defRPr>
            </a:lvl1pPr>
          </a:lstStyle>
          <a:p>
            <a:pPr lvl="0"/>
            <a:r>
              <a:rPr lang="en-US"/>
              <a:t>Click to edit Master text styles</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697674"/>
            <a:ext cx="6581324" cy="986617"/>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Tree>
    <p:extLst>
      <p:ext uri="{BB962C8B-B14F-4D97-AF65-F5344CB8AC3E}">
        <p14:creationId xmlns:p14="http://schemas.microsoft.com/office/powerpoint/2010/main" val="3270488114"/>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89.xml><?xml version="1.0" encoding="utf-8"?>
<p:sldLayout xmlns:a="http://schemas.openxmlformats.org/drawingml/2006/main" xmlns:r="http://schemas.openxmlformats.org/officeDocument/2006/relationships" xmlns:p="http://schemas.openxmlformats.org/presentationml/2006/main" preserve="1">
  <p:cSld name="Knowledge Check">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Rounded Rectangle 3_1">
            <a:extLst>
              <a:ext uri="{FF2B5EF4-FFF2-40B4-BE49-F238E27FC236}">
                <a16:creationId xmlns:a16="http://schemas.microsoft.com/office/drawing/2014/main" id="{E9B8C20E-B8A8-8B4B-E6D5-102814292B16}"/>
              </a:ext>
            </a:extLst>
          </p:cNvPr>
          <p:cNvSpPr/>
          <p:nvPr/>
        </p:nvSpPr>
        <p:spPr>
          <a:xfrm>
            <a:off x="441197" y="969559"/>
            <a:ext cx="7556231" cy="3562478"/>
          </a:xfrm>
          <a:prstGeom prst="roundRect">
            <a:avLst>
              <a:gd name="adj" fmla="val 6113"/>
            </a:avLst>
          </a:prstGeom>
          <a:solidFill>
            <a:schemeClr val="bg1"/>
          </a:solidFill>
          <a:ln>
            <a:noFill/>
          </a:ln>
          <a:effectLst>
            <a:outerShdw blurRad="190500" dist="38100" dir="8100000" sx="101000" sy="101000" algn="tr" rotWithShape="0">
              <a:srgbClr val="CAC5B8">
                <a:alpha val="25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252080314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0.xml><?xml version="1.0" encoding="utf-8"?>
<p:sldLayout xmlns:a="http://schemas.openxmlformats.org/drawingml/2006/main" xmlns:r="http://schemas.openxmlformats.org/officeDocument/2006/relationships" xmlns:p="http://schemas.openxmlformats.org/presentationml/2006/main" preserve="1">
  <p:cSld name="1_Knowledge Check">
    <p:spTree>
      <p:nvGrpSpPr>
        <p:cNvPr id="1" name=""/>
        <p:cNvGrpSpPr/>
        <p:nvPr/>
      </p:nvGrpSpPr>
      <p:grpSpPr>
        <a:xfrm>
          <a:off x="0" y="0"/>
          <a:ext cx="0" cy="0"/>
          <a:chOff x="0" y="0"/>
          <a:chExt cx="0" cy="0"/>
        </a:xfrm>
      </p:grpSpPr>
      <p:sp>
        <p:nvSpPr>
          <p:cNvPr id="3" name="Rounded Rectangle 3_1">
            <a:extLst>
              <a:ext uri="{FF2B5EF4-FFF2-40B4-BE49-F238E27FC236}">
                <a16:creationId xmlns:a16="http://schemas.microsoft.com/office/drawing/2014/main" id="{4CCBFB5E-1851-2876-A431-5DF81265739D}"/>
              </a:ext>
            </a:extLst>
          </p:cNvPr>
          <p:cNvSpPr/>
          <p:nvPr/>
        </p:nvSpPr>
        <p:spPr>
          <a:xfrm>
            <a:off x="441197" y="969559"/>
            <a:ext cx="7556231" cy="3562478"/>
          </a:xfrm>
          <a:prstGeom prst="roundRect">
            <a:avLst>
              <a:gd name="adj" fmla="val 6113"/>
            </a:avLst>
          </a:prstGeom>
          <a:solidFill>
            <a:schemeClr val="bg1">
              <a:lumMod val="95000"/>
            </a:schemeClr>
          </a:solidFill>
          <a:ln>
            <a:noFill/>
          </a:ln>
          <a:effectLst/>
        </p:spPr>
        <p:style>
          <a:lnRef idx="2">
            <a:schemeClr val="accent1">
              <a:shade val="50000"/>
            </a:schemeClr>
          </a:lnRef>
          <a:fillRef idx="1">
            <a:schemeClr val="accent1"/>
          </a:fillRef>
          <a:effectRef idx="0">
            <a:schemeClr val="accent1"/>
          </a:effectRef>
          <a:fontRef idx="minor">
            <a:schemeClr val="lt1"/>
          </a:fontRef>
        </p:style>
        <p:txBody>
          <a:bodyPr lIns="134483" tIns="201724" rIns="201724" bIns="134483" rtlCol="0" anchor="t"/>
          <a:lstStyle/>
          <a:p>
            <a:pPr marL="0" marR="0" lvl="0" indent="0" algn="l" defTabSz="685938" rtl="0" eaLnBrk="1" fontAlgn="auto" latinLnBrk="0" hangingPunct="1">
              <a:lnSpc>
                <a:spcPct val="100000"/>
              </a:lnSpc>
              <a:spcBef>
                <a:spcPct val="20000"/>
              </a:spcBef>
              <a:spcAft>
                <a:spcPts val="0"/>
              </a:spcAft>
              <a:buClrTx/>
              <a:buSzPct val="90000"/>
              <a:buFontTx/>
              <a:buNone/>
              <a:tabLst/>
              <a:defRPr/>
            </a:pPr>
            <a:endParaRPr kumimoji="0" lang="en-US" sz="1324"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a:cs typeface="Segoe UI Semibold" panose="020B0502040204020203" pitchFamily="34" charset="0"/>
              </a:defRPr>
            </a:lvl1pPr>
          </a:lstStyle>
          <a:p>
            <a:pPr lvl="0"/>
            <a:r>
              <a:rPr lang="en-US"/>
              <a:t>Click to edit Master title style</a:t>
            </a:r>
          </a:p>
        </p:txBody>
      </p:sp>
      <p:sp>
        <p:nvSpPr>
          <p:cNvPr id="4" name="Text Placeholder 11">
            <a:extLst>
              <a:ext uri="{FF2B5EF4-FFF2-40B4-BE49-F238E27FC236}">
                <a16:creationId xmlns:a16="http://schemas.microsoft.com/office/drawing/2014/main" id="{E5A14A0B-79D6-45AE-7A4C-9DC7D8DBDE0E}"/>
              </a:ext>
            </a:extLst>
          </p:cNvPr>
          <p:cNvSpPr>
            <a:spLocks noGrp="1"/>
          </p:cNvSpPr>
          <p:nvPr>
            <p:ph type="body" sz="quarter" idx="17"/>
          </p:nvPr>
        </p:nvSpPr>
        <p:spPr>
          <a:xfrm>
            <a:off x="926306" y="1195614"/>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6" name="Text Placeholder 3">
            <a:extLst>
              <a:ext uri="{FF2B5EF4-FFF2-40B4-BE49-F238E27FC236}">
                <a16:creationId xmlns:a16="http://schemas.microsoft.com/office/drawing/2014/main" id="{E26E60A9-6B1B-0504-9AD9-98C3212D1BE2}"/>
              </a:ext>
            </a:extLst>
          </p:cNvPr>
          <p:cNvSpPr>
            <a:spLocks noGrp="1"/>
          </p:cNvSpPr>
          <p:nvPr>
            <p:ph type="body" sz="quarter" idx="15"/>
          </p:nvPr>
        </p:nvSpPr>
        <p:spPr>
          <a:xfrm>
            <a:off x="927949" y="1495594"/>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grpSp>
        <p:nvGrpSpPr>
          <p:cNvPr id="7" name="Group 6">
            <a:extLst>
              <a:ext uri="{FF2B5EF4-FFF2-40B4-BE49-F238E27FC236}">
                <a16:creationId xmlns:a16="http://schemas.microsoft.com/office/drawing/2014/main" id="{4AAEF9DE-7B32-1B2A-6337-669A0D5B5567}"/>
              </a:ext>
              <a:ext uri="{C183D7F6-B498-43B3-948B-1728B52AA6E4}">
                <adec:decorative xmlns:adec="http://schemas.microsoft.com/office/drawing/2017/decorative" val="1"/>
              </a:ext>
            </a:extLst>
          </p:cNvPr>
          <p:cNvGrpSpPr/>
          <p:nvPr/>
        </p:nvGrpSpPr>
        <p:grpSpPr>
          <a:xfrm>
            <a:off x="7580954" y="670323"/>
            <a:ext cx="832950" cy="832950"/>
            <a:chOff x="5540700" y="2116300"/>
            <a:chExt cx="1110600" cy="1110600"/>
          </a:xfrm>
        </p:grpSpPr>
        <p:sp>
          <p:nvSpPr>
            <p:cNvPr id="8" name="Oval 7">
              <a:extLst>
                <a:ext uri="{FF2B5EF4-FFF2-40B4-BE49-F238E27FC236}">
                  <a16:creationId xmlns:a16="http://schemas.microsoft.com/office/drawing/2014/main" id="{BF3C713F-0819-4E66-4E37-3D4AEBB16C45}"/>
                </a:ext>
              </a:extLst>
            </p:cNvPr>
            <p:cNvSpPr/>
            <p:nvPr/>
          </p:nvSpPr>
          <p:spPr>
            <a:xfrm>
              <a:off x="5540700" y="2116300"/>
              <a:ext cx="1110600" cy="1110600"/>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72450" rtl="0" eaLnBrk="1" fontAlgn="auto" latinLnBrk="0" hangingPunct="1">
                <a:lnSpc>
                  <a:spcPct val="100000"/>
                </a:lnSpc>
                <a:spcBef>
                  <a:spcPts val="0"/>
                </a:spcBef>
                <a:spcAft>
                  <a:spcPts val="0"/>
                </a:spcAft>
                <a:buClrTx/>
                <a:buSzTx/>
                <a:buFontTx/>
                <a:buNone/>
                <a:tabLst/>
                <a:defRPr/>
              </a:pPr>
              <a:endParaRPr kumimoji="0" lang="en-US" sz="1324" b="0" i="0" u="none" strike="noStrike" kern="1200" cap="none" spc="0" normalizeH="0" baseline="0" noProof="0" dirty="0">
                <a:ln>
                  <a:noFill/>
                </a:ln>
                <a:solidFill>
                  <a:srgbClr val="FFFFFF"/>
                </a:solidFill>
                <a:effectLst/>
                <a:uLnTx/>
                <a:uFillTx/>
                <a:latin typeface="Segoe UI"/>
                <a:ea typeface="+mn-ea"/>
                <a:cs typeface="+mn-cs"/>
              </a:endParaRPr>
            </a:p>
          </p:txBody>
        </p:sp>
        <p:pic>
          <p:nvPicPr>
            <p:cNvPr id="9" name="Picture 8">
              <a:extLst>
                <a:ext uri="{FF2B5EF4-FFF2-40B4-BE49-F238E27FC236}">
                  <a16:creationId xmlns:a16="http://schemas.microsoft.com/office/drawing/2014/main" id="{66B6D0E4-ABDA-CFF0-8DBA-13CB318211E8}"/>
                </a:ext>
              </a:extLst>
            </p:cNvPr>
            <p:cNvPicPr/>
            <p:nvPr/>
          </p:nvPicPr>
          <p:blipFill>
            <a:blip r:embed="rId2"/>
            <a:srcRect/>
            <a:stretch/>
          </p:blipFill>
          <p:spPr>
            <a:xfrm>
              <a:off x="5749602" y="2325202"/>
              <a:ext cx="692796" cy="692796"/>
            </a:xfrm>
            <a:prstGeom prst="rect">
              <a:avLst/>
            </a:prstGeom>
            <a:noFill/>
          </p:spPr>
        </p:pic>
      </p:grpSp>
      <p:sp>
        <p:nvSpPr>
          <p:cNvPr id="12" name="Text Placeholder 11">
            <a:extLst>
              <a:ext uri="{FF2B5EF4-FFF2-40B4-BE49-F238E27FC236}">
                <a16:creationId xmlns:a16="http://schemas.microsoft.com/office/drawing/2014/main" id="{EA7BF95A-A491-AA6A-78B7-D238998E4354}"/>
              </a:ext>
            </a:extLst>
          </p:cNvPr>
          <p:cNvSpPr>
            <a:spLocks noGrp="1"/>
          </p:cNvSpPr>
          <p:nvPr>
            <p:ph type="body" sz="quarter" idx="20"/>
          </p:nvPr>
        </p:nvSpPr>
        <p:spPr>
          <a:xfrm>
            <a:off x="926306" y="3369324"/>
            <a:ext cx="6584087" cy="343171"/>
          </a:xfrm>
          <a:prstGeom prst="rect">
            <a:avLst/>
          </a:prstGeom>
        </p:spPr>
        <p:txBody>
          <a:bodyPr anchor="t"/>
          <a:lstStyle>
            <a:lvl1pPr marL="0" indent="0">
              <a:spcBef>
                <a:spcPts val="0"/>
              </a:spcBef>
              <a:buNone/>
              <a:defRPr sz="1030">
                <a:solidFill>
                  <a:schemeClr val="tx1"/>
                </a:solidFill>
                <a:latin typeface="+mj-lt"/>
              </a:defRPr>
            </a:lvl1pPr>
          </a:lstStyle>
          <a:p>
            <a:pPr lvl="0"/>
            <a:r>
              <a:rPr lang="en-US"/>
              <a:t>Click to edit Master text styles</a:t>
            </a:r>
          </a:p>
        </p:txBody>
      </p:sp>
      <p:sp>
        <p:nvSpPr>
          <p:cNvPr id="13" name="Text Placeholder 3">
            <a:extLst>
              <a:ext uri="{FF2B5EF4-FFF2-40B4-BE49-F238E27FC236}">
                <a16:creationId xmlns:a16="http://schemas.microsoft.com/office/drawing/2014/main" id="{FC885C31-00F8-2C8C-ACC7-B0A21820E6E2}"/>
              </a:ext>
            </a:extLst>
          </p:cNvPr>
          <p:cNvSpPr>
            <a:spLocks noGrp="1"/>
          </p:cNvSpPr>
          <p:nvPr>
            <p:ph type="body" sz="quarter" idx="21"/>
          </p:nvPr>
        </p:nvSpPr>
        <p:spPr>
          <a:xfrm>
            <a:off x="927949" y="3674066"/>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
        <p:nvSpPr>
          <p:cNvPr id="18" name="Text Placeholder 11">
            <a:extLst>
              <a:ext uri="{FF2B5EF4-FFF2-40B4-BE49-F238E27FC236}">
                <a16:creationId xmlns:a16="http://schemas.microsoft.com/office/drawing/2014/main" id="{C801E9AC-93F9-F06B-9038-5F1AAD2E0D8A}"/>
              </a:ext>
            </a:extLst>
          </p:cNvPr>
          <p:cNvSpPr>
            <a:spLocks noGrp="1"/>
          </p:cNvSpPr>
          <p:nvPr>
            <p:ph type="body" sz="quarter" idx="22"/>
          </p:nvPr>
        </p:nvSpPr>
        <p:spPr>
          <a:xfrm>
            <a:off x="926306" y="2282018"/>
            <a:ext cx="6584087" cy="607987"/>
          </a:xfrm>
          <a:prstGeom prst="rect">
            <a:avLst/>
          </a:prstGeom>
        </p:spPr>
        <p:txBody>
          <a:bodyPr anchor="t"/>
          <a:lstStyle>
            <a:lvl1pPr marL="0" indent="0">
              <a:spcBef>
                <a:spcPts val="0"/>
              </a:spcBef>
              <a:buNone/>
              <a:defRPr lang="en-US" sz="1030" kern="1200" spc="0" baseline="0" dirty="0" smtClean="0">
                <a:solidFill>
                  <a:schemeClr val="tx1"/>
                </a:solidFill>
                <a:latin typeface="+mj-lt"/>
                <a:ea typeface="+mn-ea"/>
                <a:cs typeface="Segoe UI" panose="020B0502040204020203" pitchFamily="34" charset="0"/>
              </a:defRPr>
            </a:lvl1pPr>
          </a:lstStyle>
          <a:p>
            <a:pPr lvl="0"/>
            <a:r>
              <a:rPr lang="en-US"/>
              <a:t>Click to edit Master text styles</a:t>
            </a:r>
          </a:p>
          <a:p>
            <a:pPr lvl="1"/>
            <a:r>
              <a:rPr lang="en-US"/>
              <a:t>Second level</a:t>
            </a:r>
          </a:p>
        </p:txBody>
      </p:sp>
      <p:sp>
        <p:nvSpPr>
          <p:cNvPr id="19" name="Text Placeholder 3">
            <a:extLst>
              <a:ext uri="{FF2B5EF4-FFF2-40B4-BE49-F238E27FC236}">
                <a16:creationId xmlns:a16="http://schemas.microsoft.com/office/drawing/2014/main" id="{3EC43E23-35AD-52A6-0DE8-366F8CC32F9A}"/>
              </a:ext>
            </a:extLst>
          </p:cNvPr>
          <p:cNvSpPr>
            <a:spLocks noGrp="1"/>
          </p:cNvSpPr>
          <p:nvPr>
            <p:ph type="body" sz="quarter" idx="23"/>
          </p:nvPr>
        </p:nvSpPr>
        <p:spPr>
          <a:xfrm>
            <a:off x="927949" y="2586760"/>
            <a:ext cx="6581324" cy="343171"/>
          </a:xfrm>
          <a:prstGeom prst="rect">
            <a:avLst/>
          </a:prstGeom>
        </p:spPr>
        <p:txBody>
          <a:bodyPr wrap="square" lIns="91440">
            <a:spAutoFit/>
          </a:bodyPr>
          <a:lstStyle>
            <a:lvl1pPr marL="100867" indent="-100867">
              <a:buFont typeface="Segoe UI" panose="020B0502040204020203" pitchFamily="34" charset="0"/>
              <a:buChar char="⃣"/>
              <a:defRPr sz="1030">
                <a:solidFill>
                  <a:schemeClr val="tx1"/>
                </a:solidFill>
              </a:defRPr>
            </a:lvl1pPr>
            <a:lvl2pPr marL="195010" indent="-94143">
              <a:buFont typeface="Segoe UI" panose="020B0502040204020203" pitchFamily="34" charset="0"/>
              <a:buChar char="⃣"/>
              <a:defRPr>
                <a:solidFill>
                  <a:schemeClr val="tx1"/>
                </a:solidFill>
              </a:defRPr>
            </a:lvl2pPr>
            <a:lvl3pPr marL="282429" indent="-87418">
              <a:buFont typeface="Segoe UI" panose="020B0502040204020203"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p:txBody>
      </p:sp>
    </p:spTree>
    <p:extLst>
      <p:ext uri="{BB962C8B-B14F-4D97-AF65-F5344CB8AC3E}">
        <p14:creationId xmlns:p14="http://schemas.microsoft.com/office/powerpoint/2010/main" val="18896018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8">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2">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1.xml><?xml version="1.0" encoding="utf-8"?>
<p:sldLayout xmlns:a="http://schemas.openxmlformats.org/drawingml/2006/main" xmlns:r="http://schemas.openxmlformats.org/officeDocument/2006/relationships" xmlns:p="http://schemas.openxmlformats.org/presentationml/2006/main" preserve="1">
  <p:cSld name="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Tree>
    <p:extLst>
      <p:ext uri="{BB962C8B-B14F-4D97-AF65-F5344CB8AC3E}">
        <p14:creationId xmlns:p14="http://schemas.microsoft.com/office/powerpoint/2010/main" val="3652835762"/>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2.xml><?xml version="1.0" encoding="utf-8"?>
<p:sldLayout xmlns:a="http://schemas.openxmlformats.org/drawingml/2006/main" xmlns:r="http://schemas.openxmlformats.org/officeDocument/2006/relationships" xmlns:p="http://schemas.openxmlformats.org/presentationml/2006/main" preserve="1">
  <p:cSld name="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Tree>
    <p:extLst>
      <p:ext uri="{BB962C8B-B14F-4D97-AF65-F5344CB8AC3E}">
        <p14:creationId xmlns:p14="http://schemas.microsoft.com/office/powerpoint/2010/main" val="891830129"/>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3.xml><?xml version="1.0" encoding="utf-8"?>
<p:sldLayout xmlns:a="http://schemas.openxmlformats.org/drawingml/2006/main" xmlns:r="http://schemas.openxmlformats.org/officeDocument/2006/relationships" xmlns:p="http://schemas.openxmlformats.org/presentationml/2006/main" preserve="1">
  <p:cSld name="1_LearningPath1_WmGray">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6" name="Graphic 5">
            <a:extLst>
              <a:ext uri="{FF2B5EF4-FFF2-40B4-BE49-F238E27FC236}">
                <a16:creationId xmlns:a16="http://schemas.microsoft.com/office/drawing/2014/main" id="{DF318326-19BB-DD5B-81E3-D6586A45E476}"/>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120885"/>
            <a:ext cx="9144001" cy="2276400"/>
          </a:xfrm>
          <a:prstGeom prst="rect">
            <a:avLst/>
          </a:prstGeom>
        </p:spPr>
      </p:pic>
      <p:sp>
        <p:nvSpPr>
          <p:cNvPr id="3" name="Rounded Rectangle 3_1">
            <a:extLst>
              <a:ext uri="{FF2B5EF4-FFF2-40B4-BE49-F238E27FC236}">
                <a16:creationId xmlns:a16="http://schemas.microsoft.com/office/drawing/2014/main" id="{EA6FD2A8-720D-4961-EE5A-DE1728EBB8A1}"/>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4060448890"/>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4.xml><?xml version="1.0" encoding="utf-8"?>
<p:sldLayout xmlns:a="http://schemas.openxmlformats.org/drawingml/2006/main" xmlns:r="http://schemas.openxmlformats.org/officeDocument/2006/relationships" xmlns:p="http://schemas.openxmlformats.org/presentationml/2006/main" preserve="1">
  <p:cSld name="1_LearningPath3_OffWhite">
    <p:bg>
      <p:bgPr>
        <a:solidFill>
          <a:srgbClr val="F4F3F5"/>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25858"/>
          </a:xfrm>
        </p:spPr>
        <p:txBody>
          <a:bodyPr vert="horz" wrap="square" lIns="0" tIns="0" rIns="0" bIns="0" rtlCol="0" anchor="t">
            <a:spAutoFit/>
          </a:bodyPr>
          <a:lstStyle>
            <a:lvl1pPr>
              <a:defRPr lang="en-US" i="0" dirty="0">
                <a:cs typeface="Segoe UI Semibold" panose="020B0502040204020203" pitchFamily="34" charset="0"/>
              </a:defRPr>
            </a:lvl1pPr>
          </a:lstStyle>
          <a:p>
            <a:pPr lvl="0"/>
            <a:r>
              <a:rPr lang="en-US"/>
              <a:t>Click to edit Master title style</a:t>
            </a:r>
          </a:p>
        </p:txBody>
      </p:sp>
      <p:pic>
        <p:nvPicPr>
          <p:cNvPr id="5" name="Graphic 4">
            <a:extLst>
              <a:ext uri="{FF2B5EF4-FFF2-40B4-BE49-F238E27FC236}">
                <a16:creationId xmlns:a16="http://schemas.microsoft.com/office/drawing/2014/main" id="{6C16E9B7-4924-90AE-8E65-159052FB571B}"/>
              </a:ext>
              <a:ext uri="{C183D7F6-B498-43B3-948B-1728B52AA6E4}">
                <adec:decorative xmlns:adec="http://schemas.microsoft.com/office/drawing/2017/decorative" val="1"/>
              </a:ext>
            </a:extLst>
          </p:cNvPr>
          <p:cNvPicPr>
            <a:picLocks noChangeAspect="1"/>
          </p:cNvPicPr>
          <p:nvPr/>
        </p:nvPicPr>
        <p:blipFill>
          <a:blip>
            <a:extLst>
              <a:ext uri="{96DAC541-7B7A-43D3-8B79-37D633B846F1}">
                <asvg:svgBlip xmlns:asvg="http://schemas.microsoft.com/office/drawing/2016/SVG/main" r:embed="rId2"/>
              </a:ext>
            </a:extLst>
          </a:blip>
          <a:stretch>
            <a:fillRect/>
          </a:stretch>
        </p:blipFill>
        <p:spPr>
          <a:xfrm>
            <a:off x="-1" y="2358495"/>
            <a:ext cx="9144001" cy="2276400"/>
          </a:xfrm>
          <a:prstGeom prst="rect">
            <a:avLst/>
          </a:prstGeom>
        </p:spPr>
      </p:pic>
      <p:sp>
        <p:nvSpPr>
          <p:cNvPr id="3" name="Rounded Rectangle 3_1">
            <a:extLst>
              <a:ext uri="{FF2B5EF4-FFF2-40B4-BE49-F238E27FC236}">
                <a16:creationId xmlns:a16="http://schemas.microsoft.com/office/drawing/2014/main" id="{3C1E8CAF-6128-384E-E21D-0DE6DC548F23}"/>
              </a:ext>
              <a:ext uri="{C183D7F6-B498-43B3-948B-1728B52AA6E4}">
                <adec:decorative xmlns:adec="http://schemas.microsoft.com/office/drawing/2017/decorative" val="1"/>
              </a:ext>
            </a:extLst>
          </p:cNvPr>
          <p:cNvSpPr/>
          <p:nvPr/>
        </p:nvSpPr>
        <p:spPr>
          <a:xfrm>
            <a:off x="435298" y="1340462"/>
            <a:ext cx="7974776" cy="2728687"/>
          </a:xfrm>
          <a:prstGeom prst="roundRect">
            <a:avLst>
              <a:gd name="adj" fmla="val 11300"/>
            </a:avLst>
          </a:prstGeom>
          <a:solidFill>
            <a:schemeClr val="bg1"/>
          </a:solidFill>
          <a:ln>
            <a:noFill/>
          </a:ln>
          <a:effectLst>
            <a:outerShdw blurRad="127000" dist="38100" dir="8100000" sx="101000" sy="101000" algn="tr" rotWithShape="0">
              <a:srgbClr val="CAC5B8">
                <a:alpha val="60000"/>
              </a:srgbClr>
            </a:outerShdw>
          </a:effectLst>
        </p:spPr>
        <p:style>
          <a:lnRef idx="2">
            <a:schemeClr val="accent1">
              <a:shade val="50000"/>
            </a:schemeClr>
          </a:lnRef>
          <a:fillRef idx="1">
            <a:schemeClr val="accent1"/>
          </a:fillRef>
          <a:effectRef idx="0">
            <a:schemeClr val="accent1"/>
          </a:effectRef>
          <a:fontRef idx="minor">
            <a:schemeClr val="lt1"/>
          </a:fontRef>
        </p:style>
        <p:txBody>
          <a:bodyPr lIns="134483" tIns="134483" rIns="134483" bIns="134483" numCol="1" spcCol="457200" rtlCol="0" anchor="t"/>
          <a:lstStyle/>
          <a:p>
            <a:pPr marL="0" marR="0" lvl="0" indent="0" algn="l" defTabSz="685938" rtl="0" eaLnBrk="1" fontAlgn="auto" latinLnBrk="0" hangingPunct="1">
              <a:lnSpc>
                <a:spcPct val="100000"/>
              </a:lnSpc>
              <a:spcBef>
                <a:spcPts val="882"/>
              </a:spcBef>
              <a:spcAft>
                <a:spcPts val="0"/>
              </a:spcAft>
              <a:buClrTx/>
              <a:buSzPct val="90000"/>
              <a:buFont typeface="Wingdings" panose="05000000000000000000" pitchFamily="2" charset="2"/>
              <a:buNone/>
              <a:tabLst/>
              <a:defRPr/>
            </a:pPr>
            <a:endParaRPr kumimoji="0" lang="en-US" sz="1177" b="0" i="0" u="none" strike="noStrike" kern="1200" cap="none" spc="0" normalizeH="0" baseline="0" noProof="0" dirty="0">
              <a:ln>
                <a:noFill/>
              </a:ln>
              <a:solidFill>
                <a:srgbClr val="000000"/>
              </a:solidFill>
              <a:effectLst/>
              <a:uLnTx/>
              <a:uFillTx/>
              <a:latin typeface="Segoe UI"/>
              <a:ea typeface="+mn-ea"/>
              <a:cs typeface="Segoe UI" panose="020B0502040204020203" pitchFamily="34" charset="0"/>
            </a:endParaRPr>
          </a:p>
        </p:txBody>
      </p:sp>
    </p:spTree>
    <p:extLst>
      <p:ext uri="{BB962C8B-B14F-4D97-AF65-F5344CB8AC3E}">
        <p14:creationId xmlns:p14="http://schemas.microsoft.com/office/powerpoint/2010/main" val="3508702057"/>
      </p:ext>
    </p:extLst>
  </p:cSld>
  <p:clrMapOvr>
    <a:masterClrMapping/>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5.xml><?xml version="1.0" encoding="utf-8"?>
<p:sldLayout xmlns:a="http://schemas.openxmlformats.org/drawingml/2006/main" xmlns:r="http://schemas.openxmlformats.org/officeDocument/2006/relationships" xmlns:p="http://schemas.openxmlformats.org/presentationml/2006/main" preserve="1">
  <p:cSld name="Developer code full page">
    <p:bg>
      <p:bgPr>
        <a:solidFill>
          <a:srgbClr val="E8E6DF"/>
        </a:solidFill>
        <a:effectLst/>
      </p:bgPr>
    </p:bg>
    <p:spTree>
      <p:nvGrpSpPr>
        <p:cNvPr id="1" name=""/>
        <p:cNvGrpSpPr/>
        <p:nvPr/>
      </p:nvGrpSpPr>
      <p:grpSpPr>
        <a:xfrm>
          <a:off x="0" y="0"/>
          <a:ext cx="0" cy="0"/>
          <a:chOff x="0" y="0"/>
          <a:chExt cx="0" cy="0"/>
        </a:xfrm>
      </p:grpSpPr>
      <p:sp>
        <p:nvSpPr>
          <p:cNvPr id="7" name="Text Placeholder 14">
            <a:extLst>
              <a:ext uri="{FF2B5EF4-FFF2-40B4-BE49-F238E27FC236}">
                <a16:creationId xmlns:a16="http://schemas.microsoft.com/office/drawing/2014/main" id="{A2F35014-FB65-ACD9-730E-E1D616E56103}"/>
              </a:ext>
            </a:extLst>
          </p:cNvPr>
          <p:cNvSpPr>
            <a:spLocks noGrp="1"/>
          </p:cNvSpPr>
          <p:nvPr>
            <p:ph type="body" sz="quarter" idx="13" hasCustomPrompt="1"/>
          </p:nvPr>
        </p:nvSpPr>
        <p:spPr>
          <a:xfrm>
            <a:off x="1" y="0"/>
            <a:ext cx="3368999" cy="862672"/>
          </a:xfrm>
          <a:gradFill flip="none" rotWithShape="1">
            <a:gsLst>
              <a:gs pos="0">
                <a:srgbClr val="000000"/>
              </a:gs>
              <a:gs pos="92000">
                <a:srgbClr val="000000"/>
              </a:gs>
              <a:gs pos="92000">
                <a:schemeClr val="accent3"/>
              </a:gs>
            </a:gsLst>
            <a:lin ang="16200000" scaled="1"/>
            <a:tileRect/>
          </a:gradFill>
        </p:spPr>
        <p:txBody>
          <a:bodyPr vert="horz" wrap="square" lIns="585216" tIns="91440" rIns="585216" bIns="45720" rtlCol="0">
            <a:spAutoFit/>
          </a:bodyPr>
          <a:lstStyle>
            <a:lvl1pPr marL="0" indent="0">
              <a:buNone/>
              <a:defRPr kumimoji="0" lang="en-US" sz="2353" b="0" i="0" u="none" strike="noStrike" cap="none" normalizeH="0" dirty="0">
                <a:ln>
                  <a:noFill/>
                </a:ln>
                <a:solidFill>
                  <a:srgbClr val="FFFFFF"/>
                </a:solidFill>
                <a:effectLst/>
                <a:uLnTx/>
                <a:uFillTx/>
                <a:latin typeface="+mj-lt"/>
              </a:defRPr>
            </a:lvl1pPr>
          </a:lstStyle>
          <a:p>
            <a:pPr marL="168112" lvl="0" indent="-168112"/>
            <a:r>
              <a:rPr lang="en-US"/>
              <a:t>Click to enter title</a:t>
            </a:r>
          </a:p>
        </p:txBody>
      </p:sp>
      <p:sp>
        <p:nvSpPr>
          <p:cNvPr id="8" name="Text Placeholder 3">
            <a:extLst>
              <a:ext uri="{FF2B5EF4-FFF2-40B4-BE49-F238E27FC236}">
                <a16:creationId xmlns:a16="http://schemas.microsoft.com/office/drawing/2014/main" id="{642E0005-D466-9A2B-2F72-437D2E7450DA}"/>
              </a:ext>
            </a:extLst>
          </p:cNvPr>
          <p:cNvSpPr txBox="1">
            <a:spLocks/>
          </p:cNvSpPr>
          <p:nvPr/>
        </p:nvSpPr>
        <p:spPr>
          <a:xfrm>
            <a:off x="221457" y="577850"/>
            <a:ext cx="8703468" cy="4128691"/>
          </a:xfrm>
          <a:prstGeom prst="rect">
            <a:avLst/>
          </a:prstGeom>
          <a:solidFill>
            <a:srgbClr val="FFFFFF"/>
          </a:solidFill>
        </p:spPr>
        <p:txBody>
          <a:bodyPr vert="horz" lIns="201724" tIns="134483" rIns="134483" bIns="134483" rtlCol="0">
            <a:noAutofit/>
          </a:bodyPr>
          <a:lstStyle>
            <a:lvl1pPr marL="0" indent="0" algn="l" defTabSz="914132" rtl="0" eaLnBrk="1" latinLnBrk="0" hangingPunct="1">
              <a:lnSpc>
                <a:spcPct val="150000"/>
              </a:lnSpc>
              <a:spcBef>
                <a:spcPts val="0"/>
              </a:spcBef>
              <a:spcAft>
                <a:spcPts val="600"/>
              </a:spcAft>
              <a:buClr>
                <a:schemeClr val="bg1"/>
              </a:buClr>
              <a:buSzPct val="120000"/>
              <a:buFontTx/>
              <a:buNone/>
              <a:defRPr lang="en-US" sz="1400" b="0" i="0" kern="1200">
                <a:solidFill>
                  <a:schemeClr val="tx1"/>
                </a:solidFill>
                <a:effectLst/>
                <a:latin typeface="Consolas" panose="020B0609020204030204" pitchFamily="49" charset="0"/>
                <a:ea typeface="Segoe UI Semibold" charset="0"/>
                <a:cs typeface="Segoe UI Semibold" charset="0"/>
              </a:defRPr>
            </a:lvl1pPr>
            <a:lvl2pPr marL="0" indent="0" algn="l" defTabSz="914132" rtl="0" eaLnBrk="1" latinLnBrk="0" hangingPunct="1">
              <a:lnSpc>
                <a:spcPct val="110000"/>
              </a:lnSpc>
              <a:spcBef>
                <a:spcPts val="0"/>
              </a:spcBef>
              <a:spcAft>
                <a:spcPts val="600"/>
              </a:spcAft>
              <a:buClrTx/>
              <a:buSzPct val="110000"/>
              <a:buFont typeface="Arial" charset="0"/>
              <a:buNone/>
              <a:defRPr lang="en-US" sz="2000" b="0" i="0" kern="1200" dirty="0" smtClean="0">
                <a:solidFill>
                  <a:schemeClr val="tx1"/>
                </a:solidFill>
                <a:effectLst/>
                <a:latin typeface="Segoe UI" charset="0"/>
                <a:ea typeface="Segoe UI" charset="0"/>
                <a:cs typeface="Segoe UI" charset="0"/>
              </a:defRPr>
            </a:lvl2pPr>
            <a:lvl3pPr marL="288925" indent="-222250" algn="l" defTabSz="914132" rtl="0" eaLnBrk="1" latinLnBrk="0" hangingPunct="1">
              <a:lnSpc>
                <a:spcPct val="110000"/>
              </a:lnSpc>
              <a:spcBef>
                <a:spcPts val="0"/>
              </a:spcBef>
              <a:spcAft>
                <a:spcPts val="600"/>
              </a:spcAft>
              <a:buClrTx/>
              <a:buSzPct val="120000"/>
              <a:buFont typeface="Arial" charset="0"/>
              <a:buChar char="•"/>
              <a:defRPr lang="en-US" sz="2000" b="0" i="0" kern="1200" dirty="0" smtClean="0">
                <a:solidFill>
                  <a:schemeClr val="tx1"/>
                </a:solidFill>
                <a:effectLst/>
                <a:latin typeface="Segoe UI" charset="0"/>
                <a:ea typeface="Segoe UI" charset="0"/>
                <a:cs typeface="Segoe UI" charset="0"/>
              </a:defRPr>
            </a:lvl3pPr>
            <a:lvl4pPr marL="631825" indent="-182880" algn="l" defTabSz="914132" rtl="0" eaLnBrk="1" latinLnBrk="0" hangingPunct="1">
              <a:lnSpc>
                <a:spcPct val="110000"/>
              </a:lnSpc>
              <a:spcBef>
                <a:spcPts val="0"/>
              </a:spcBef>
              <a:spcAft>
                <a:spcPts val="600"/>
              </a:spcAft>
              <a:buClrTx/>
              <a:buFont typeface="Arial" charset="0"/>
              <a:buChar char="•"/>
              <a:tabLst/>
              <a:defRPr lang="en-US" sz="1800" b="0" i="0" kern="1200" dirty="0" smtClean="0">
                <a:solidFill>
                  <a:schemeClr val="tx1"/>
                </a:solidFill>
                <a:effectLst/>
                <a:latin typeface="Segoe UI" charset="0"/>
                <a:ea typeface="Segoe UI" charset="0"/>
                <a:cs typeface="Segoe UI" charset="0"/>
              </a:defRPr>
            </a:lvl4pPr>
            <a:lvl5pPr marL="1162685" indent="-194310" algn="l" defTabSz="914132" rtl="0" eaLnBrk="1" latinLnBrk="0" hangingPunct="1">
              <a:lnSpc>
                <a:spcPct val="110000"/>
              </a:lnSpc>
              <a:spcBef>
                <a:spcPts val="500"/>
              </a:spcBef>
              <a:buClr>
                <a:schemeClr val="tx1"/>
              </a:buClr>
              <a:buFont typeface="Arial"/>
              <a:buChar char="•"/>
              <a:defRPr lang="en-US" sz="1600" b="0" i="0" kern="1200" dirty="0">
                <a:solidFill>
                  <a:schemeClr val="tx1"/>
                </a:solidFill>
                <a:effectLst/>
                <a:latin typeface="Segoe UI" charset="0"/>
                <a:ea typeface="Segoe UI" charset="0"/>
                <a:cs typeface="Segoe UI" charset="0"/>
              </a:defRPr>
            </a:lvl5pPr>
            <a:lvl6pPr marL="1873781" indent="-228533" algn="l" defTabSz="914132" rtl="0" eaLnBrk="1" latinLnBrk="0" hangingPunct="1">
              <a:lnSpc>
                <a:spcPct val="110000"/>
              </a:lnSpc>
              <a:spcBef>
                <a:spcPts val="500"/>
              </a:spcBef>
              <a:buFont typeface="Arial" panose="020B0604020202020204" pitchFamily="34" charset="0"/>
              <a:buChar char="•"/>
              <a:defRPr sz="1400" kern="1200">
                <a:solidFill>
                  <a:schemeClr val="tx1"/>
                </a:solidFill>
                <a:latin typeface="+mn-lt"/>
                <a:ea typeface="+mn-ea"/>
                <a:cs typeface="+mn-cs"/>
              </a:defRPr>
            </a:lvl6pPr>
            <a:lvl7pPr marL="2970926"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7pPr>
            <a:lvl8pPr marL="3427992"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8pPr>
            <a:lvl9pPr marL="3885057" indent="-228533" algn="l" defTabSz="914132" rtl="0" eaLnBrk="1" latinLnBrk="0" hangingPunct="1">
              <a:lnSpc>
                <a:spcPct val="90000"/>
              </a:lnSpc>
              <a:spcBef>
                <a:spcPts val="500"/>
              </a:spcBef>
              <a:buFont typeface="Arial" panose="020B0604020202020204" pitchFamily="34" charset="0"/>
              <a:buChar char="•"/>
              <a:defRPr sz="1900" kern="1200">
                <a:solidFill>
                  <a:schemeClr val="tx1"/>
                </a:solidFill>
                <a:latin typeface="+mn-lt"/>
                <a:ea typeface="+mn-ea"/>
                <a:cs typeface="+mn-cs"/>
              </a:defRPr>
            </a:lvl9pPr>
          </a:lstStyle>
          <a:p>
            <a:pPr marL="0" marR="0" lvl="0" indent="0" algn="l" defTabSz="672253" rtl="0" eaLnBrk="1" fontAlgn="auto" latinLnBrk="0" hangingPunct="1">
              <a:lnSpc>
                <a:spcPct val="150000"/>
              </a:lnSpc>
              <a:spcBef>
                <a:spcPts val="0"/>
              </a:spcBef>
              <a:spcAft>
                <a:spcPts val="441"/>
              </a:spcAft>
              <a:buClr>
                <a:srgbClr val="E9E9E9"/>
              </a:buClr>
              <a:buSzPct val="120000"/>
              <a:buFontTx/>
              <a:buNone/>
              <a:tabLst/>
              <a:defRPr/>
            </a:pPr>
            <a:endParaRPr kumimoji="0" lang="en-US" sz="1030" b="0" i="0" u="none" strike="noStrike" kern="1200" cap="none" spc="0" normalizeH="0" baseline="0" noProof="0" dirty="0">
              <a:ln>
                <a:noFill/>
              </a:ln>
              <a:solidFill>
                <a:srgbClr val="000000"/>
              </a:solidFill>
              <a:effectLst/>
              <a:uLnTx/>
              <a:uFillTx/>
              <a:latin typeface="Consolas" panose="020B0609020204030204" pitchFamily="49" charset="0"/>
              <a:cs typeface="Segoe UI Semibold" charset="0"/>
            </a:endParaRPr>
          </a:p>
        </p:txBody>
      </p:sp>
      <p:sp>
        <p:nvSpPr>
          <p:cNvPr id="9" name="Text Placeholder 4" descr="This layout should only be used for developer code. The font used is a monospace font which is ideal for showing code.">
            <a:extLst>
              <a:ext uri="{FF2B5EF4-FFF2-40B4-BE49-F238E27FC236}">
                <a16:creationId xmlns:a16="http://schemas.microsoft.com/office/drawing/2014/main" id="{3EC8DAD9-3274-7DD3-8458-A6CF6E36618D}"/>
              </a:ext>
            </a:extLst>
          </p:cNvPr>
          <p:cNvSpPr>
            <a:spLocks noGrp="1"/>
          </p:cNvSpPr>
          <p:nvPr>
            <p:ph type="body" sz="quarter" idx="11" hasCustomPrompt="1"/>
          </p:nvPr>
        </p:nvSpPr>
        <p:spPr>
          <a:xfrm>
            <a:off x="434580" y="812800"/>
            <a:ext cx="8265319"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80799628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2" orient="horz" pos="438">
          <p15:clr>
            <a:srgbClr val="5ACBF0"/>
          </p15:clr>
        </p15:guide>
        <p15:guide id="3" orient="horz" pos="288">
          <p15:clr>
            <a:srgbClr val="5ACBF0"/>
          </p15:clr>
        </p15:guide>
      </p15:sldGuideLst>
    </p:ext>
  </p:extLst>
</p:sldLayout>
</file>

<file path=ppt/slideLayouts/slideLayout96.xml><?xml version="1.0" encoding="utf-8"?>
<p:sldLayout xmlns:a="http://schemas.openxmlformats.org/drawingml/2006/main" xmlns:r="http://schemas.openxmlformats.org/officeDocument/2006/relationships" xmlns:p="http://schemas.openxmlformats.org/presentationml/2006/main" preserve="1">
  <p:cSld name="Developer code right">
    <p:bg>
      <p:bgPr>
        <a:solidFill>
          <a:srgbClr val="E8E6DF"/>
        </a:solidFill>
        <a:effectLst/>
      </p:bgPr>
    </p:bg>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2316165A-5926-4F59-B348-996936FBB574}"/>
              </a:ext>
              <a:ext uri="{C183D7F6-B498-43B3-948B-1728B52AA6E4}">
                <adec:decorative xmlns:adec="http://schemas.microsoft.com/office/drawing/2017/decorative" val="1"/>
              </a:ext>
            </a:extLst>
          </p:cNvPr>
          <p:cNvSpPr/>
          <p:nvPr/>
        </p:nvSpPr>
        <p:spPr bwMode="auto">
          <a:xfrm>
            <a:off x="3904488" y="0"/>
            <a:ext cx="5239512" cy="5143500"/>
          </a:xfrm>
          <a:prstGeom prst="rect">
            <a:avLst/>
          </a:prstGeom>
          <a:solidFill>
            <a:srgbClr val="FFFFFF"/>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marL="0" marR="0" lvl="0" indent="0" algn="l" defTabSz="685740" rtl="0" eaLnBrk="1" fontAlgn="base" latinLnBrk="0" hangingPunct="1">
              <a:lnSpc>
                <a:spcPct val="100000"/>
              </a:lnSpc>
              <a:spcBef>
                <a:spcPct val="0"/>
              </a:spcBef>
              <a:spcAft>
                <a:spcPct val="0"/>
              </a:spcAft>
              <a:buClrTx/>
              <a:buSzTx/>
              <a:buFontTx/>
              <a:buNone/>
              <a:tabLst/>
              <a:defRPr/>
            </a:pPr>
            <a:endParaRPr kumimoji="0" lang="en-US" sz="1471" b="0" i="0" u="none" strike="noStrike" kern="1200" cap="none" spc="0" normalizeH="0" baseline="0" noProof="0" dirty="0">
              <a:ln>
                <a:noFill/>
              </a:ln>
              <a:solidFill>
                <a:srgbClr val="FFFFFF"/>
              </a:solidFill>
              <a:effectLst/>
              <a:uLnTx/>
              <a:uFillTx/>
              <a:latin typeface="Segoe UI"/>
              <a:ea typeface="Segoe UI" pitchFamily="34" charset="0"/>
              <a:cs typeface="Segoe UI" pitchFamily="34" charset="0"/>
            </a:endParaRPr>
          </a:p>
        </p:txBody>
      </p:sp>
      <p:sp>
        <p:nvSpPr>
          <p:cNvPr id="4" name="Title 1">
            <a:extLst>
              <a:ext uri="{FF2B5EF4-FFF2-40B4-BE49-F238E27FC236}">
                <a16:creationId xmlns:a16="http://schemas.microsoft.com/office/drawing/2014/main" id="{DFD107E2-140D-CB86-9FA1-B9481E49E6FE}"/>
              </a:ext>
            </a:extLst>
          </p:cNvPr>
          <p:cNvSpPr>
            <a:spLocks noGrp="1"/>
          </p:cNvSpPr>
          <p:nvPr>
            <p:ph type="title"/>
          </p:nvPr>
        </p:nvSpPr>
        <p:spPr>
          <a:xfrm>
            <a:off x="441198" y="438912"/>
            <a:ext cx="3032071" cy="738664"/>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6" name="Text Placeholder 3">
            <a:extLst>
              <a:ext uri="{FF2B5EF4-FFF2-40B4-BE49-F238E27FC236}">
                <a16:creationId xmlns:a16="http://schemas.microsoft.com/office/drawing/2014/main" id="{277F5E94-C055-4558-A211-EF7933FCA82F}"/>
              </a:ext>
            </a:extLst>
          </p:cNvPr>
          <p:cNvSpPr>
            <a:spLocks noGrp="1"/>
          </p:cNvSpPr>
          <p:nvPr>
            <p:ph type="body" sz="quarter" idx="15"/>
          </p:nvPr>
        </p:nvSpPr>
        <p:spPr>
          <a:xfrm>
            <a:off x="439793" y="1195617"/>
            <a:ext cx="3032071" cy="986617"/>
          </a:xfrm>
          <a:prstGeom prst="rect">
            <a:avLst/>
          </a:prstGeom>
        </p:spPr>
        <p:txBody>
          <a:bodyPr wrap="square">
            <a:spAutoFit/>
          </a:bodyPr>
          <a:lstStyle>
            <a:lvl1pPr marL="0" indent="0">
              <a:buFont typeface="Arial" panose="020B0604020202020204" pitchFamily="34" charset="0"/>
              <a:buNone/>
              <a:defRPr>
                <a:solidFill>
                  <a:schemeClr val="tx1"/>
                </a:solidFill>
              </a:defRPr>
            </a:lvl1pPr>
            <a:lvl2pPr marL="100867" indent="0">
              <a:buFont typeface="Arial" panose="020B0604020202020204" pitchFamily="34" charset="0"/>
              <a:buNone/>
              <a:defRPr>
                <a:solidFill>
                  <a:schemeClr val="tx1"/>
                </a:solidFill>
              </a:defRPr>
            </a:lvl2pPr>
            <a:lvl3pPr marL="195010" indent="0">
              <a:buFont typeface="Arial" panose="020B0604020202020204" pitchFamily="34" charset="0"/>
              <a:buNone/>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p:txBody>
      </p:sp>
      <p:sp>
        <p:nvSpPr>
          <p:cNvPr id="7" name="Text Placeholder 4" descr="This layout should only be used for developer code. The font used is a monospace font which is ideal for showing code.">
            <a:extLst>
              <a:ext uri="{FF2B5EF4-FFF2-40B4-BE49-F238E27FC236}">
                <a16:creationId xmlns:a16="http://schemas.microsoft.com/office/drawing/2014/main" id="{A89B3FAE-417F-41EF-9D05-0D6CAF8EC76C}"/>
              </a:ext>
            </a:extLst>
          </p:cNvPr>
          <p:cNvSpPr>
            <a:spLocks noGrp="1"/>
          </p:cNvSpPr>
          <p:nvPr>
            <p:ph type="body" sz="quarter" idx="11" hasCustomPrompt="1"/>
          </p:nvPr>
        </p:nvSpPr>
        <p:spPr>
          <a:xfrm>
            <a:off x="4350543" y="436960"/>
            <a:ext cx="4349354" cy="343171"/>
          </a:xfrm>
        </p:spPr>
        <p:txBody>
          <a:bodyPr/>
          <a:lstStyle>
            <a:lvl1pPr marL="0" indent="0">
              <a:buNone/>
              <a:tabLst/>
              <a:defRPr sz="1030">
                <a:solidFill>
                  <a:srgbClr val="2F2F2F"/>
                </a:solidFill>
                <a:latin typeface="Consolas" panose="020B0609020204030204" pitchFamily="49" charset="0"/>
                <a:cs typeface="Consolas" panose="020B0609020204030204" pitchFamily="49" charset="0"/>
              </a:defRPr>
            </a:lvl1pPr>
            <a:lvl2pPr marL="254779" indent="0">
              <a:buNone/>
              <a:defRPr sz="1764">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2pPr>
            <a:lvl3pPr marL="429791" indent="0">
              <a:buNone/>
              <a:defRPr sz="1470">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3pPr>
            <a:lvl4pPr marL="598850"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4pPr>
            <a:lvl5pPr marL="772672" indent="0">
              <a:buNone/>
              <a:defRPr sz="1323">
                <a:gradFill>
                  <a:gsLst>
                    <a:gs pos="61049">
                      <a:schemeClr val="tx1"/>
                    </a:gs>
                    <a:gs pos="43000">
                      <a:schemeClr val="tx1"/>
                    </a:gs>
                  </a:gsLst>
                  <a:lin ang="5400000" scaled="0"/>
                </a:gradFill>
                <a:latin typeface="Consolas" panose="020B0609020204030204" pitchFamily="49" charset="0"/>
                <a:cs typeface="Consolas" panose="020B0609020204030204" pitchFamily="49" charset="0"/>
              </a:defRPr>
            </a:lvl5pPr>
          </a:lstStyle>
          <a:p>
            <a:pPr lvl="0"/>
            <a:r>
              <a:rPr lang="en-US"/>
              <a:t>Click to edit or paste code</a:t>
            </a:r>
          </a:p>
        </p:txBody>
      </p:sp>
    </p:spTree>
    <p:extLst>
      <p:ext uri="{BB962C8B-B14F-4D97-AF65-F5344CB8AC3E}">
        <p14:creationId xmlns:p14="http://schemas.microsoft.com/office/powerpoint/2010/main" val="2901283926"/>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288">
          <p15:clr>
            <a:srgbClr val="5ACBF0"/>
          </p15:clr>
        </p15:guide>
        <p15:guide id="2" orient="horz" pos="445">
          <p15:clr>
            <a:srgbClr val="5ACBF0"/>
          </p15:clr>
        </p15:guide>
        <p15:guide id="4" orient="horz" pos="843">
          <p15:clr>
            <a:srgbClr val="5ACBF0"/>
          </p15:clr>
        </p15:guide>
        <p15:guide id="7" pos="3283">
          <p15:clr>
            <a:srgbClr val="5ACBF0"/>
          </p15:clr>
        </p15:guide>
        <p15:guide id="8" pos="3654">
          <p15:clr>
            <a:srgbClr val="5ACBF0"/>
          </p15:clr>
        </p15:guide>
        <p15:guide id="9" pos="2916">
          <p15:clr>
            <a:srgbClr val="5ACBF0"/>
          </p15:clr>
        </p15:guide>
      </p15:sldGuideLst>
    </p:ext>
  </p:extLst>
</p:sldLayout>
</file>

<file path=ppt/slideLayouts/slideLayout97.xml><?xml version="1.0" encoding="utf-8"?>
<p:sldLayout xmlns:a="http://schemas.openxmlformats.org/drawingml/2006/main" xmlns:r="http://schemas.openxmlformats.org/officeDocument/2006/relationships" xmlns:p="http://schemas.openxmlformats.org/presentationml/2006/main" preserve="1">
  <p:cSld name="Resources">
    <p:bg>
      <p:bgPr>
        <a:solidFill>
          <a:srgbClr val="E8E6DF"/>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E35D3C-86EE-875E-D2A6-669DF7E1C19A}"/>
              </a:ext>
            </a:extLst>
          </p:cNvPr>
          <p:cNvSpPr>
            <a:spLocks noGrp="1"/>
          </p:cNvSpPr>
          <p:nvPr>
            <p:ph type="title"/>
          </p:nvPr>
        </p:nvSpPr>
        <p:spPr>
          <a:xfrm>
            <a:off x="441197" y="438913"/>
            <a:ext cx="8258700" cy="369332"/>
          </a:xfrm>
        </p:spPr>
        <p:txBody>
          <a:bodyPr/>
          <a:lstStyle>
            <a:lvl1pPr>
              <a:defRPr sz="2353" b="0" i="0">
                <a:solidFill>
                  <a:schemeClr val="tx1"/>
                </a:solidFill>
                <a:latin typeface="+mj-lt"/>
                <a:cs typeface="Segoe UI Semibold" panose="020B0502040204020203" pitchFamily="34" charset="0"/>
              </a:defRPr>
            </a:lvl1pPr>
          </a:lstStyle>
          <a:p>
            <a:r>
              <a:rPr lang="en-US"/>
              <a:t>Click to edit Master title style</a:t>
            </a:r>
          </a:p>
        </p:txBody>
      </p:sp>
      <p:sp>
        <p:nvSpPr>
          <p:cNvPr id="3" name="Text Placeholder 3">
            <a:extLst>
              <a:ext uri="{FF2B5EF4-FFF2-40B4-BE49-F238E27FC236}">
                <a16:creationId xmlns:a16="http://schemas.microsoft.com/office/drawing/2014/main" id="{05B49E74-D3F8-9BC9-0A3F-F524E6C5A414}"/>
              </a:ext>
            </a:extLst>
          </p:cNvPr>
          <p:cNvSpPr>
            <a:spLocks noGrp="1"/>
          </p:cNvSpPr>
          <p:nvPr>
            <p:ph type="body" sz="quarter" idx="15"/>
          </p:nvPr>
        </p:nvSpPr>
        <p:spPr>
          <a:xfrm>
            <a:off x="439792" y="1193292"/>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5F055FC1-EF87-C5EC-9545-B346C73ACDA3}"/>
              </a:ext>
            </a:extLst>
          </p:cNvPr>
          <p:cNvSpPr>
            <a:spLocks noGrp="1"/>
          </p:cNvSpPr>
          <p:nvPr>
            <p:ph type="body" sz="quarter" idx="19"/>
          </p:nvPr>
        </p:nvSpPr>
        <p:spPr>
          <a:xfrm>
            <a:off x="439792" y="1561283"/>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9" name="Text Placeholder 3">
            <a:extLst>
              <a:ext uri="{FF2B5EF4-FFF2-40B4-BE49-F238E27FC236}">
                <a16:creationId xmlns:a16="http://schemas.microsoft.com/office/drawing/2014/main" id="{5EBA1527-2F4C-29A6-6A08-4FBA5CAE4E7E}"/>
              </a:ext>
            </a:extLst>
          </p:cNvPr>
          <p:cNvSpPr>
            <a:spLocks noGrp="1"/>
          </p:cNvSpPr>
          <p:nvPr>
            <p:ph type="body" sz="quarter" idx="20"/>
          </p:nvPr>
        </p:nvSpPr>
        <p:spPr>
          <a:xfrm>
            <a:off x="439792" y="2690344"/>
            <a:ext cx="6144768" cy="715709"/>
          </a:xfrm>
          <a:prstGeom prst="rect">
            <a:avLst/>
          </a:prstGeom>
        </p:spPr>
        <p:txBody>
          <a:bodyPr wrap="square">
            <a:spAutoFit/>
          </a:bodyPr>
          <a:lstStyle>
            <a:lvl1pPr marL="0" indent="0">
              <a:buFont typeface="Arial" panose="020B0604020202020204" pitchFamily="34" charset="0"/>
              <a:buNone/>
              <a:defRPr>
                <a:solidFill>
                  <a:schemeClr val="tx1"/>
                </a:solidFill>
                <a:latin typeface="+mj-lt"/>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3B81DC28-90DC-14C9-6ED7-101D16E58FA0}"/>
              </a:ext>
            </a:extLst>
          </p:cNvPr>
          <p:cNvSpPr>
            <a:spLocks noGrp="1"/>
          </p:cNvSpPr>
          <p:nvPr>
            <p:ph type="body" sz="quarter" idx="21"/>
          </p:nvPr>
        </p:nvSpPr>
        <p:spPr>
          <a:xfrm>
            <a:off x="439792" y="3058334"/>
            <a:ext cx="6144768" cy="1257524"/>
          </a:xfrm>
          <a:prstGeom prst="rect">
            <a:avLst/>
          </a:prstGeom>
        </p:spPr>
        <p:txBody>
          <a:bodyPr wrap="square">
            <a:spAutoFit/>
          </a:bodyPr>
          <a:lstStyle>
            <a:lvl1pPr marL="100867" indent="-100867">
              <a:buFont typeface="Arial" panose="020B0604020202020204" pitchFamily="34" charset="0"/>
              <a:buChar char="•"/>
              <a:defRPr>
                <a:solidFill>
                  <a:schemeClr val="tx1"/>
                </a:solidFill>
              </a:defRPr>
            </a:lvl1pPr>
            <a:lvl2pPr marL="195010" indent="-94143">
              <a:buFont typeface="Arial" panose="020B0604020202020204" pitchFamily="34" charset="0"/>
              <a:buChar char="•"/>
              <a:defRPr>
                <a:solidFill>
                  <a:schemeClr val="tx1"/>
                </a:solidFill>
              </a:defRPr>
            </a:lvl2pPr>
            <a:lvl3pPr marL="282429" indent="-87418">
              <a:buFont typeface="Arial" panose="020B0604020202020204" pitchFamily="34" charset="0"/>
              <a:buChar char="•"/>
              <a:defRPr>
                <a:solidFill>
                  <a:schemeClr val="tx1"/>
                </a:solidFill>
              </a:defRPr>
            </a:lvl3pPr>
            <a:lvl4pPr marL="504337" indent="0">
              <a:buNone/>
              <a:defRPr/>
            </a:lvl4pPr>
            <a:lvl5pPr marL="672450" indent="0">
              <a:buNone/>
              <a:defRPr/>
            </a:lvl5pPr>
          </a:lstStyle>
          <a:p>
            <a:pPr lvl="0"/>
            <a:r>
              <a:rPr lang="en-US"/>
              <a:t>Click to edit Master text styles</a:t>
            </a:r>
          </a:p>
          <a:p>
            <a:pPr lvl="1"/>
            <a:r>
              <a:rPr lang="en-US"/>
              <a:t>Second level</a:t>
            </a:r>
          </a:p>
          <a:p>
            <a:pPr lvl="2"/>
            <a:r>
              <a:rPr lang="en-US"/>
              <a:t>Third level</a:t>
            </a:r>
          </a:p>
          <a:p>
            <a:pPr lvl="3"/>
            <a:r>
              <a:rPr lang="en-US"/>
              <a:t>Fourth level</a:t>
            </a:r>
          </a:p>
        </p:txBody>
      </p:sp>
    </p:spTree>
    <p:extLst>
      <p:ext uri="{BB962C8B-B14F-4D97-AF65-F5344CB8AC3E}">
        <p14:creationId xmlns:p14="http://schemas.microsoft.com/office/powerpoint/2010/main" val="4267485624"/>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4" pos="778">
          <p15:clr>
            <a:srgbClr val="954F72"/>
          </p15:clr>
        </p15:guide>
        <p15:guide id="5" pos="962">
          <p15:clr>
            <a:srgbClr val="954F72"/>
          </p15:clr>
        </p15:guide>
        <p15:guide id="6" pos="1372">
          <p15:clr>
            <a:srgbClr val="954F72"/>
          </p15:clr>
        </p15:guide>
        <p15:guide id="7" pos="1556">
          <p15:clr>
            <a:srgbClr val="954F72"/>
          </p15:clr>
        </p15:guide>
        <p15:guide id="8" pos="1966">
          <p15:clr>
            <a:srgbClr val="954F72"/>
          </p15:clr>
        </p15:guide>
        <p15:guide id="9" pos="2150">
          <p15:clr>
            <a:srgbClr val="954F72"/>
          </p15:clr>
        </p15:guide>
        <p15:guide id="10" pos="2560">
          <p15:clr>
            <a:srgbClr val="954F72"/>
          </p15:clr>
        </p15:guide>
        <p15:guide id="11" pos="2744">
          <p15:clr>
            <a:srgbClr val="954F72"/>
          </p15:clr>
        </p15:guide>
        <p15:guide id="12" pos="3153">
          <p15:clr>
            <a:srgbClr val="954F72"/>
          </p15:clr>
        </p15:guide>
        <p15:guide id="13" pos="3338">
          <p15:clr>
            <a:srgbClr val="954F72"/>
          </p15:clr>
        </p15:guide>
        <p15:guide id="14" pos="3747">
          <p15:clr>
            <a:srgbClr val="954F72"/>
          </p15:clr>
        </p15:guide>
        <p15:guide id="15" pos="3932">
          <p15:clr>
            <a:srgbClr val="954F72"/>
          </p15:clr>
        </p15:guide>
        <p15:guide id="16" pos="4341">
          <p15:clr>
            <a:srgbClr val="954F72"/>
          </p15:clr>
        </p15:guide>
        <p15:guide id="17" pos="4526">
          <p15:clr>
            <a:srgbClr val="954F72"/>
          </p15:clr>
        </p15:guide>
        <p15:guide id="18" pos="4935">
          <p15:clr>
            <a:srgbClr val="954F72"/>
          </p15:clr>
        </p15:guide>
        <p15:guide id="19" pos="5120">
          <p15:clr>
            <a:srgbClr val="954F72"/>
          </p15:clr>
        </p15:guide>
        <p15:guide id="20" pos="5529">
          <p15:clr>
            <a:srgbClr val="954F72"/>
          </p15:clr>
        </p15:guide>
        <p15:guide id="21" pos="5713">
          <p15:clr>
            <a:srgbClr val="954F72"/>
          </p15:clr>
        </p15:guide>
        <p15:guide id="22" pos="6123">
          <p15:clr>
            <a:srgbClr val="954F72"/>
          </p15:clr>
        </p15:guide>
        <p15:guide id="23" pos="6307">
          <p15:clr>
            <a:srgbClr val="954F72"/>
          </p15:clr>
        </p15:guide>
        <p15:guide id="24" pos="6717">
          <p15:clr>
            <a:srgbClr val="954F72"/>
          </p15:clr>
        </p15:guide>
        <p15:guide id="25" pos="6901">
          <p15:clr>
            <a:srgbClr val="954F72"/>
          </p15:clr>
        </p15:guide>
        <p15:guide id="28" orient="horz" pos="4320">
          <p15:clr>
            <a:srgbClr val="954F72"/>
          </p15:clr>
        </p15:guide>
        <p15:guide id="30" orient="horz" pos="812">
          <p15:clr>
            <a:srgbClr val="954F72"/>
          </p15:clr>
        </p15:guide>
        <p15:guide id="31" orient="horz" pos="996">
          <p15:clr>
            <a:srgbClr val="954F72"/>
          </p15:clr>
        </p15:guide>
        <p15:guide id="32" orient="horz" pos="1440">
          <p15:clr>
            <a:srgbClr val="954F72"/>
          </p15:clr>
        </p15:guide>
        <p15:guide id="33" orient="horz" pos="1624">
          <p15:clr>
            <a:srgbClr val="954F72"/>
          </p15:clr>
        </p15:guide>
        <p15:guide id="34" orient="horz" pos="2067">
          <p15:clr>
            <a:srgbClr val="954F72"/>
          </p15:clr>
        </p15:guide>
        <p15:guide id="35" orient="horz" pos="2252">
          <p15:clr>
            <a:srgbClr val="954F72"/>
          </p15:clr>
        </p15:guide>
        <p15:guide id="36" orient="horz" pos="2695">
          <p15:clr>
            <a:srgbClr val="954F72"/>
          </p15:clr>
        </p15:guide>
        <p15:guide id="37" orient="horz" pos="2880">
          <p15:clr>
            <a:srgbClr val="954F72"/>
          </p15:clr>
        </p15:guide>
        <p15:guide id="38" orient="horz" pos="3323">
          <p15:clr>
            <a:srgbClr val="954F72"/>
          </p15:clr>
        </p15:guide>
        <p15:guide id="39" orient="horz" pos="3507">
          <p15:clr>
            <a:srgbClr val="954F72"/>
          </p15:clr>
        </p15:guide>
      </p15:sldGuideLst>
    </p:ext>
  </p:extLst>
</p:sldLayout>
</file>

<file path=ppt/slideLayouts/slideLayout98.xml><?xml version="1.0" encoding="utf-8"?>
<p:sldLayout xmlns:a="http://schemas.openxmlformats.org/drawingml/2006/main" xmlns:r="http://schemas.openxmlformats.org/officeDocument/2006/relationships" xmlns:p="http://schemas.openxmlformats.org/presentationml/2006/main" preserve="1">
  <p:cSld name="1_Text option_3 rows">
    <p:spTree>
      <p:nvGrpSpPr>
        <p:cNvPr id="1" name=""/>
        <p:cNvGrpSpPr/>
        <p:nvPr/>
      </p:nvGrpSpPr>
      <p:grpSpPr>
        <a:xfrm>
          <a:off x="0" y="0"/>
          <a:ext cx="0" cy="0"/>
          <a:chOff x="0" y="0"/>
          <a:chExt cx="0" cy="0"/>
        </a:xfrm>
      </p:grpSpPr>
      <p:sp>
        <p:nvSpPr>
          <p:cNvPr id="9" name="Text Placeholder 4">
            <a:extLst>
              <a:ext uri="{FF2B5EF4-FFF2-40B4-BE49-F238E27FC236}">
                <a16:creationId xmlns:a16="http://schemas.microsoft.com/office/drawing/2014/main" id="{CB19F3EF-E352-4C65-98EB-C1D64E0A7284}"/>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0" name="Text Placeholder 4">
            <a:extLst>
              <a:ext uri="{FF2B5EF4-FFF2-40B4-BE49-F238E27FC236}">
                <a16:creationId xmlns:a16="http://schemas.microsoft.com/office/drawing/2014/main" id="{E93C46D7-E811-4904-971C-BDAE52869A61}"/>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2" name="Text Placeholder 4">
            <a:extLst>
              <a:ext uri="{FF2B5EF4-FFF2-40B4-BE49-F238E27FC236}">
                <a16:creationId xmlns:a16="http://schemas.microsoft.com/office/drawing/2014/main" id="{C84EFDE3-C2B4-4663-8852-A0D2423EB125}"/>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5" name="Title 1">
            <a:extLst>
              <a:ext uri="{FF2B5EF4-FFF2-40B4-BE49-F238E27FC236}">
                <a16:creationId xmlns:a16="http://schemas.microsoft.com/office/drawing/2014/main" id="{AC67A521-F4FD-E8EE-E376-D23CEA345620}"/>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cxnSp>
        <p:nvCxnSpPr>
          <p:cNvPr id="7" name="Straight Connector 6">
            <a:extLst>
              <a:ext uri="{FF2B5EF4-FFF2-40B4-BE49-F238E27FC236}">
                <a16:creationId xmlns:a16="http://schemas.microsoft.com/office/drawing/2014/main" id="{984A61D4-2EBC-3C89-B9B9-A7E3006349EC}"/>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cxnSp>
        <p:nvCxnSpPr>
          <p:cNvPr id="8" name="Straight Connector 7">
            <a:extLst>
              <a:ext uri="{FF2B5EF4-FFF2-40B4-BE49-F238E27FC236}">
                <a16:creationId xmlns:a16="http://schemas.microsoft.com/office/drawing/2014/main" id="{315C7F07-21BA-232C-099C-2DFC70761A21}"/>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1178605"/>
      </p:ext>
    </p:extLst>
  </p:cSld>
  <p:clrMapOvr>
    <a:masterClrMapping/>
  </p:clrMapOvr>
  <p:transition>
    <p:fade/>
  </p:transition>
  <p:hf sldNum="0" hdr="0" ftr="0" dt="0"/>
</p:sldLayout>
</file>

<file path=ppt/slideLayouts/slideLayout99.xml><?xml version="1.0" encoding="utf-8"?>
<p:sldLayout xmlns:a="http://schemas.openxmlformats.org/drawingml/2006/main" xmlns:r="http://schemas.openxmlformats.org/officeDocument/2006/relationships" xmlns:p="http://schemas.openxmlformats.org/presentationml/2006/main" preserve="1">
  <p:cSld name="1_Text option_4 rows">
    <p:spTree>
      <p:nvGrpSpPr>
        <p:cNvPr id="1" name=""/>
        <p:cNvGrpSpPr/>
        <p:nvPr/>
      </p:nvGrpSpPr>
      <p:grpSpPr>
        <a:xfrm>
          <a:off x="0" y="0"/>
          <a:ext cx="0" cy="0"/>
          <a:chOff x="0" y="0"/>
          <a:chExt cx="0" cy="0"/>
        </a:xfrm>
      </p:grpSpPr>
      <p:sp>
        <p:nvSpPr>
          <p:cNvPr id="12" name="Text Placeholder 4">
            <a:extLst>
              <a:ext uri="{FF2B5EF4-FFF2-40B4-BE49-F238E27FC236}">
                <a16:creationId xmlns:a16="http://schemas.microsoft.com/office/drawing/2014/main" id="{BDF9284C-6F78-4885-87E1-4AAD9E8090B1}"/>
              </a:ext>
            </a:extLst>
          </p:cNvPr>
          <p:cNvSpPr>
            <a:spLocks noGrp="1"/>
          </p:cNvSpPr>
          <p:nvPr>
            <p:ph type="body" sz="quarter" idx="11" hasCustomPrompt="1"/>
          </p:nvPr>
        </p:nvSpPr>
        <p:spPr>
          <a:xfrm>
            <a:off x="1042095" y="1092672"/>
            <a:ext cx="7657803" cy="582930"/>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0" name="Straight Connector 19">
            <a:extLst>
              <a:ext uri="{FF2B5EF4-FFF2-40B4-BE49-F238E27FC236}">
                <a16:creationId xmlns:a16="http://schemas.microsoft.com/office/drawing/2014/main" id="{4E9EA958-BE84-43C9-98F0-0C08E8EDD63F}"/>
              </a:ext>
              <a:ext uri="{C183D7F6-B498-43B3-948B-1728B52AA6E4}">
                <adec:decorative xmlns:adec="http://schemas.microsoft.com/office/drawing/2017/decorative" val="1"/>
              </a:ext>
            </a:extLst>
          </p:cNvPr>
          <p:cNvCxnSpPr>
            <a:cxnSpLocks/>
          </p:cNvCxnSpPr>
          <p:nvPr/>
        </p:nvCxnSpPr>
        <p:spPr>
          <a:xfrm>
            <a:off x="1042273" y="1774968"/>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D0E35C16-1FD5-43B8-8A48-E2CAEC4A6EA2}"/>
              </a:ext>
            </a:extLst>
          </p:cNvPr>
          <p:cNvSpPr>
            <a:spLocks noGrp="1"/>
          </p:cNvSpPr>
          <p:nvPr>
            <p:ph type="body" sz="quarter" idx="15" hasCustomPrompt="1"/>
          </p:nvPr>
        </p:nvSpPr>
        <p:spPr>
          <a:xfrm>
            <a:off x="1042095" y="1874336"/>
            <a:ext cx="7657803" cy="58588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1" name="Straight Connector 20">
            <a:extLst>
              <a:ext uri="{FF2B5EF4-FFF2-40B4-BE49-F238E27FC236}">
                <a16:creationId xmlns:a16="http://schemas.microsoft.com/office/drawing/2014/main" id="{FC78D634-25BA-4087-A772-1E555254B97D}"/>
              </a:ext>
              <a:ext uri="{C183D7F6-B498-43B3-948B-1728B52AA6E4}">
                <adec:decorative xmlns:adec="http://schemas.microsoft.com/office/drawing/2017/decorative" val="1"/>
              </a:ext>
            </a:extLst>
          </p:cNvPr>
          <p:cNvCxnSpPr>
            <a:cxnSpLocks/>
          </p:cNvCxnSpPr>
          <p:nvPr/>
        </p:nvCxnSpPr>
        <p:spPr>
          <a:xfrm>
            <a:off x="1042273" y="255959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7" name="Text Placeholder 4">
            <a:extLst>
              <a:ext uri="{FF2B5EF4-FFF2-40B4-BE49-F238E27FC236}">
                <a16:creationId xmlns:a16="http://schemas.microsoft.com/office/drawing/2014/main" id="{9F7B3EC7-70FC-4307-BB11-53CB4E14FFB9}"/>
              </a:ext>
            </a:extLst>
          </p:cNvPr>
          <p:cNvSpPr>
            <a:spLocks noGrp="1"/>
          </p:cNvSpPr>
          <p:nvPr>
            <p:ph type="body" sz="quarter" idx="17" hasCustomPrompt="1"/>
          </p:nvPr>
        </p:nvSpPr>
        <p:spPr>
          <a:xfrm>
            <a:off x="1042095" y="2658957"/>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22" name="Straight Connector 21">
            <a:extLst>
              <a:ext uri="{FF2B5EF4-FFF2-40B4-BE49-F238E27FC236}">
                <a16:creationId xmlns:a16="http://schemas.microsoft.com/office/drawing/2014/main" id="{71CE9993-705A-488D-910E-290FD0A522F4}"/>
              </a:ext>
              <a:ext uri="{C183D7F6-B498-43B3-948B-1728B52AA6E4}">
                <adec:decorative xmlns:adec="http://schemas.microsoft.com/office/drawing/2017/decorative" val="1"/>
              </a:ext>
            </a:extLst>
          </p:cNvPr>
          <p:cNvCxnSpPr>
            <a:cxnSpLocks/>
          </p:cNvCxnSpPr>
          <p:nvPr/>
        </p:nvCxnSpPr>
        <p:spPr>
          <a:xfrm>
            <a:off x="1042273" y="3344212"/>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9" name="Text Placeholder 4">
            <a:extLst>
              <a:ext uri="{FF2B5EF4-FFF2-40B4-BE49-F238E27FC236}">
                <a16:creationId xmlns:a16="http://schemas.microsoft.com/office/drawing/2014/main" id="{DC5585A5-DAB7-4EFE-A980-497178E03B1A}"/>
              </a:ext>
            </a:extLst>
          </p:cNvPr>
          <p:cNvSpPr>
            <a:spLocks noGrp="1"/>
          </p:cNvSpPr>
          <p:nvPr>
            <p:ph type="body" sz="quarter" idx="19" hasCustomPrompt="1"/>
          </p:nvPr>
        </p:nvSpPr>
        <p:spPr>
          <a:xfrm>
            <a:off x="1042095" y="3443579"/>
            <a:ext cx="7657803" cy="585888"/>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9" name="Title 1">
            <a:extLst>
              <a:ext uri="{FF2B5EF4-FFF2-40B4-BE49-F238E27FC236}">
                <a16:creationId xmlns:a16="http://schemas.microsoft.com/office/drawing/2014/main" id="{75B21E8C-92C0-72B7-D04D-01894741A0D7}"/>
              </a:ext>
            </a:extLst>
          </p:cNvPr>
          <p:cNvSpPr>
            <a:spLocks noGrp="1"/>
          </p:cNvSpPr>
          <p:nvPr>
            <p:ph type="title"/>
          </p:nvPr>
        </p:nvSpPr>
        <p:spPr>
          <a:xfrm>
            <a:off x="441196" y="438913"/>
            <a:ext cx="8258702"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790649524"/>
      </p:ext>
    </p:extLst>
  </p:cSld>
  <p:clrMapOvr>
    <a:masterClrMapping/>
  </p:clrMapOvr>
  <p:transition>
    <p:fade/>
  </p:transition>
  <p:hf sldNum="0" hdr="0" ftr="0" dt="0"/>
</p:sldLayout>
</file>

<file path=ppt/slideLayouts/slideLayout100.xml><?xml version="1.0" encoding="utf-8"?>
<p:sldLayout xmlns:a="http://schemas.openxmlformats.org/drawingml/2006/main" xmlns:r="http://schemas.openxmlformats.org/officeDocument/2006/relationships" xmlns:p="http://schemas.openxmlformats.org/presentationml/2006/main" preserve="1">
  <p:cSld name="1_Text option_5 rows">
    <p:spTree>
      <p:nvGrpSpPr>
        <p:cNvPr id="1" name=""/>
        <p:cNvGrpSpPr/>
        <p:nvPr/>
      </p:nvGrpSpPr>
      <p:grpSpPr>
        <a:xfrm>
          <a:off x="0" y="0"/>
          <a:ext cx="0" cy="0"/>
          <a:chOff x="0" y="0"/>
          <a:chExt cx="0" cy="0"/>
        </a:xfrm>
      </p:grpSpPr>
      <p:sp>
        <p:nvSpPr>
          <p:cNvPr id="5" name="Text Placeholder 4"/>
          <p:cNvSpPr>
            <a:spLocks noGrp="1"/>
          </p:cNvSpPr>
          <p:nvPr>
            <p:ph type="body" sz="quarter" idx="11" hasCustomPrompt="1"/>
          </p:nvPr>
        </p:nvSpPr>
        <p:spPr>
          <a:xfrm>
            <a:off x="1042095" y="1092672"/>
            <a:ext cx="7657803" cy="484218"/>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F4A35CC4-D06B-40B4-91B1-CDA133426FEF}"/>
              </a:ext>
              <a:ext uri="{C183D7F6-B498-43B3-948B-1728B52AA6E4}">
                <adec:decorative xmlns:adec="http://schemas.microsoft.com/office/drawing/2017/decorative" val="1"/>
              </a:ext>
            </a:extLst>
          </p:cNvPr>
          <p:cNvCxnSpPr>
            <a:cxnSpLocks/>
          </p:cNvCxnSpPr>
          <p:nvPr/>
        </p:nvCxnSpPr>
        <p:spPr>
          <a:xfrm>
            <a:off x="1042273" y="1654480"/>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5" y="1732070"/>
            <a:ext cx="7657803" cy="486675"/>
          </a:xfrm>
          <a:prstGeom prst="rect">
            <a:avLst/>
          </a:prstGeo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7" name="Straight Connector 16">
            <a:extLst>
              <a:ext uri="{FF2B5EF4-FFF2-40B4-BE49-F238E27FC236}">
                <a16:creationId xmlns:a16="http://schemas.microsoft.com/office/drawing/2014/main" id="{569B8E47-3705-4496-95DB-2F04B39526B5}"/>
              </a:ext>
              <a:ext uri="{C183D7F6-B498-43B3-948B-1728B52AA6E4}">
                <adec:decorative xmlns:adec="http://schemas.microsoft.com/office/drawing/2017/decorative" val="1"/>
              </a:ext>
            </a:extLst>
          </p:cNvPr>
          <p:cNvCxnSpPr>
            <a:cxnSpLocks/>
          </p:cNvCxnSpPr>
          <p:nvPr/>
        </p:nvCxnSpPr>
        <p:spPr>
          <a:xfrm>
            <a:off x="1042273" y="2296334"/>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5" y="237392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9" name="Straight Connector 18">
            <a:extLst>
              <a:ext uri="{FF2B5EF4-FFF2-40B4-BE49-F238E27FC236}">
                <a16:creationId xmlns:a16="http://schemas.microsoft.com/office/drawing/2014/main" id="{971F4189-FC32-45CA-8DDD-889412FB1B93}"/>
              </a:ext>
              <a:ext uri="{C183D7F6-B498-43B3-948B-1728B52AA6E4}">
                <adec:decorative xmlns:adec="http://schemas.microsoft.com/office/drawing/2017/decorative" val="1"/>
              </a:ext>
            </a:extLst>
          </p:cNvPr>
          <p:cNvCxnSpPr>
            <a:cxnSpLocks/>
          </p:cNvCxnSpPr>
          <p:nvPr/>
        </p:nvCxnSpPr>
        <p:spPr>
          <a:xfrm>
            <a:off x="1042273" y="2938189"/>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5" y="3015778"/>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p:nvCxnSpPr>
        <p:spPr>
          <a:xfrm>
            <a:off x="1042273" y="3580043"/>
            <a:ext cx="7647713" cy="0"/>
          </a:xfrm>
          <a:prstGeom prst="line">
            <a:avLst/>
          </a:prstGeom>
          <a:ln w="12700">
            <a:solidFill>
              <a:schemeClr val="bg1">
                <a:lumMod val="85000"/>
              </a:schemeClr>
            </a:solidFill>
            <a:prstDash val="solid"/>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5" y="3657634"/>
            <a:ext cx="7657803" cy="486675"/>
          </a:xfrm>
          <a:prstGeom prst="rect">
            <a:avLst/>
          </a:prstGeo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The quick brown fox jumps over the lazy dog. The quick brown fox jumps over the lazy dog. The quick brown fox jumps over the lazy dog.</a:t>
            </a:r>
          </a:p>
        </p:txBody>
      </p:sp>
      <p:sp>
        <p:nvSpPr>
          <p:cNvPr id="4" name="Title 1">
            <a:extLst>
              <a:ext uri="{FF2B5EF4-FFF2-40B4-BE49-F238E27FC236}">
                <a16:creationId xmlns:a16="http://schemas.microsoft.com/office/drawing/2014/main" id="{8F826457-AD96-78F4-E9DC-B4CC7DCCED84}"/>
              </a:ext>
            </a:extLst>
          </p:cNvPr>
          <p:cNvSpPr>
            <a:spLocks noGrp="1"/>
          </p:cNvSpPr>
          <p:nvPr>
            <p:ph type="title"/>
          </p:nvPr>
        </p:nvSpPr>
        <p:spPr>
          <a:xfrm>
            <a:off x="441197" y="438913"/>
            <a:ext cx="6144768" cy="369332"/>
          </a:xfrm>
        </p:spPr>
        <p:txBody>
          <a:bodyPr/>
          <a:lstStyle>
            <a:lvl1pPr algn="l" defTabSz="685938" rtl="0" eaLnBrk="1" latinLnBrk="0" hangingPunct="1">
              <a:lnSpc>
                <a:spcPct val="100000"/>
              </a:lnSpc>
              <a:spcBef>
                <a:spcPct val="0"/>
              </a:spcBef>
              <a:buNone/>
              <a:defRPr lang="en-US" sz="2353" b="0" i="0" kern="1200" cap="none" spc="0" baseline="0" dirty="0">
                <a:ln w="3175">
                  <a:noFill/>
                </a:ln>
                <a:solidFill>
                  <a:schemeClr val="tx1"/>
                </a:solidFill>
                <a:effectLst/>
                <a:latin typeface="+mj-lt"/>
                <a:ea typeface="+mn-ea"/>
                <a:cs typeface="Segoe UI Semibold" panose="020B0502040204020203" pitchFamily="34" charset="0"/>
              </a:defRPr>
            </a:lvl1pPr>
          </a:lstStyle>
          <a:p>
            <a:r>
              <a:rPr lang="en-US"/>
              <a:t>Click to edit Master title style</a:t>
            </a:r>
          </a:p>
        </p:txBody>
      </p:sp>
    </p:spTree>
    <p:extLst>
      <p:ext uri="{BB962C8B-B14F-4D97-AF65-F5344CB8AC3E}">
        <p14:creationId xmlns:p14="http://schemas.microsoft.com/office/powerpoint/2010/main" val="3400053633"/>
      </p:ext>
    </p:extLst>
  </p:cSld>
  <p:clrMapOvr>
    <a:masterClrMapping/>
  </p:clrMapOvr>
  <p:transition>
    <p:fade/>
  </p:transition>
  <p:hf sldNum="0" hdr="0" ftr="0" dt="0"/>
</p:sldLayout>
</file>

<file path=ppt/slideLayouts/slideLayout101.xml><?xml version="1.0" encoding="utf-8"?>
<p:sldLayout xmlns:a="http://schemas.openxmlformats.org/drawingml/2006/main" xmlns:r="http://schemas.openxmlformats.org/officeDocument/2006/relationships" xmlns:p="http://schemas.openxmlformats.org/presentationml/2006/main" preserve="1">
  <p:cSld name="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594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Tree>
    <p:extLst>
      <p:ext uri="{BB962C8B-B14F-4D97-AF65-F5344CB8AC3E}">
        <p14:creationId xmlns:p14="http://schemas.microsoft.com/office/powerpoint/2010/main" val="801685887"/>
      </p:ext>
    </p:extLst>
  </p:cSld>
  <p:clrMapOvr>
    <a:overrideClrMapping bg1="lt1" tx1="dk1" bg2="lt2" tx2="dk2" accent1="accent1" accent2="accent2" accent3="accent3" accent4="accent4" accent5="accent5" accent6="accent6" hlink="hlink" folHlink="folHlink"/>
  </p:clrMapOvr>
  <p:transition>
    <p:fade/>
  </p:transition>
  <p:hf sldNum="0" hdr="0" ftr="0" dt="0"/>
</p:sldLayout>
</file>

<file path=ppt/slideLayouts/slideLayout102.xml><?xml version="1.0" encoding="utf-8"?>
<p:sldLayout xmlns:a="http://schemas.openxmlformats.org/drawingml/2006/main" xmlns:r="http://schemas.openxmlformats.org/officeDocument/2006/relationships" xmlns:p="http://schemas.openxmlformats.org/presentationml/2006/main" preserve="1">
  <p:cSld name="2_Closing slide_with Logo">
    <p:bg>
      <p:bgPr>
        <a:solidFill>
          <a:srgbClr val="E8E6DF"/>
        </a:solidFill>
        <a:effectLst/>
      </p:bgPr>
    </p:bg>
    <p:spTree>
      <p:nvGrpSpPr>
        <p:cNvPr id="1" name=""/>
        <p:cNvGrpSpPr/>
        <p:nvPr/>
      </p:nvGrpSpPr>
      <p:grpSpPr>
        <a:xfrm>
          <a:off x="0" y="0"/>
          <a:ext cx="0" cy="0"/>
          <a:chOff x="0" y="0"/>
          <a:chExt cx="0" cy="0"/>
        </a:xfrm>
      </p:grpSpPr>
      <p:pic>
        <p:nvPicPr>
          <p:cNvPr id="2" name="MS logo gray - EMF">
            <a:extLst>
              <a:ext uri="{FF2B5EF4-FFF2-40B4-BE49-F238E27FC236}">
                <a16:creationId xmlns:a16="http://schemas.microsoft.com/office/drawing/2014/main" id="{34855668-1A0A-E5EE-1D0F-97B30351BA0B}"/>
              </a:ext>
            </a:extLst>
          </p:cNvPr>
          <p:cNvPicPr>
            <a:picLocks noChangeAspect="1"/>
          </p:cNvPicPr>
          <p:nvPr/>
        </p:nvPicPr>
        <p:blipFill>
          <a:blip r:embed="rId2" cstate="screen">
            <a:extLst>
              <a:ext uri="{28A0092B-C50C-407E-A947-70E740481C1C}">
                <a14:useLocalDpi xmlns:a14="http://schemas.microsoft.com/office/drawing/2010/main"/>
              </a:ext>
            </a:extLst>
          </a:blip>
          <a:stretch>
            <a:fillRect/>
          </a:stretch>
        </p:blipFill>
        <p:spPr bwMode="black">
          <a:xfrm>
            <a:off x="438150" y="439342"/>
            <a:ext cx="1024830" cy="219456"/>
          </a:xfrm>
          <a:prstGeom prst="rect">
            <a:avLst/>
          </a:prstGeom>
        </p:spPr>
      </p:pic>
      <p:sp>
        <p:nvSpPr>
          <p:cNvPr id="3" name="Title 1">
            <a:extLst>
              <a:ext uri="{FF2B5EF4-FFF2-40B4-BE49-F238E27FC236}">
                <a16:creationId xmlns:a16="http://schemas.microsoft.com/office/drawing/2014/main" id="{5072CE3E-C99E-C188-A13F-A0815FF096D2}"/>
              </a:ext>
            </a:extLst>
          </p:cNvPr>
          <p:cNvSpPr>
            <a:spLocks noGrp="1"/>
          </p:cNvSpPr>
          <p:nvPr>
            <p:ph type="title" hasCustomPrompt="1"/>
          </p:nvPr>
        </p:nvSpPr>
        <p:spPr>
          <a:xfrm>
            <a:off x="441197" y="-462032"/>
            <a:ext cx="6144768" cy="230833"/>
          </a:xfrm>
        </p:spPr>
        <p:txBody>
          <a:bodyPr/>
          <a:lstStyle>
            <a:lvl1pPr>
              <a:defRPr sz="1471" b="0" i="0">
                <a:solidFill>
                  <a:srgbClr val="001F2D"/>
                </a:solidFill>
                <a:latin typeface="+mj-lt"/>
                <a:cs typeface="Segoe UI Semibold" panose="020B0502040204020203" pitchFamily="34" charset="0"/>
              </a:defRPr>
            </a:lvl1pPr>
          </a:lstStyle>
          <a:p>
            <a:r>
              <a:rPr lang="en-US"/>
              <a:t>Final slide with logo</a:t>
            </a:r>
          </a:p>
        </p:txBody>
      </p:sp>
      <p:sp>
        <p:nvSpPr>
          <p:cNvPr id="6" name="Text Placeholder 4">
            <a:extLst>
              <a:ext uri="{FF2B5EF4-FFF2-40B4-BE49-F238E27FC236}">
                <a16:creationId xmlns:a16="http://schemas.microsoft.com/office/drawing/2014/main" id="{BD9E8228-6949-BCF9-F825-22D65A43DBCD}"/>
              </a:ext>
            </a:extLst>
          </p:cNvPr>
          <p:cNvSpPr>
            <a:spLocks noGrp="1"/>
          </p:cNvSpPr>
          <p:nvPr>
            <p:ph type="body" sz="quarter" idx="12" hasCustomPrompt="1"/>
          </p:nvPr>
        </p:nvSpPr>
        <p:spPr>
          <a:xfrm>
            <a:off x="438913" y="1560171"/>
            <a:ext cx="2521457" cy="415499"/>
          </a:xfrm>
          <a:noFill/>
        </p:spPr>
        <p:txBody>
          <a:bodyPr wrap="square" lIns="0" tIns="0" rIns="0" bIns="0">
            <a:spAutoFit/>
          </a:bodyPr>
          <a:lstStyle>
            <a:lvl1pPr marL="0" indent="0" algn="l" defTabSz="336225" rtl="0" eaLnBrk="1" latinLnBrk="0" hangingPunct="1">
              <a:lnSpc>
                <a:spcPct val="100000"/>
              </a:lnSpc>
              <a:spcBef>
                <a:spcPct val="0"/>
              </a:spcBef>
              <a:spcAft>
                <a:spcPts val="0"/>
              </a:spcAft>
              <a:buFont typeface="Arial" panose="020B0604020202020204" pitchFamily="34" charset="0"/>
              <a:buNone/>
              <a:defRPr lang="en-US" sz="2647" b="0" kern="1200" cap="none" spc="-37" baseline="0" dirty="0">
                <a:ln w="3175">
                  <a:noFill/>
                </a:ln>
                <a:solidFill>
                  <a:schemeClr val="accent3"/>
                </a:solidFill>
                <a:effectLst/>
                <a:latin typeface="+mj-lt"/>
                <a:ea typeface="+mn-ea"/>
                <a:cs typeface="Segoe UI" panose="020B0502040204020203" pitchFamily="34" charset="0"/>
              </a:defRPr>
            </a:lvl1pPr>
          </a:lstStyle>
          <a:p>
            <a:pPr lvl="0"/>
            <a:r>
              <a:rPr lang="en-US"/>
              <a:t>Thank you.</a:t>
            </a:r>
          </a:p>
        </p:txBody>
      </p:sp>
      <p:sp>
        <p:nvSpPr>
          <p:cNvPr id="9" name="Text Placeholder 8">
            <a:extLst>
              <a:ext uri="{FF2B5EF4-FFF2-40B4-BE49-F238E27FC236}">
                <a16:creationId xmlns:a16="http://schemas.microsoft.com/office/drawing/2014/main" id="{FCDD9B65-7B9C-E803-654B-692D90202D54}"/>
              </a:ext>
            </a:extLst>
          </p:cNvPr>
          <p:cNvSpPr>
            <a:spLocks noGrp="1"/>
          </p:cNvSpPr>
          <p:nvPr>
            <p:ph type="body" sz="quarter" idx="13"/>
          </p:nvPr>
        </p:nvSpPr>
        <p:spPr>
          <a:xfrm>
            <a:off x="3364230" y="1707357"/>
            <a:ext cx="5335667" cy="411010"/>
          </a:xfrm>
        </p:spPr>
        <p:txBody>
          <a:bodyPr/>
          <a:lstStyle>
            <a:lvl1pPr marL="0" indent="0" algn="l" defTabSz="336225" rtl="0" eaLnBrk="1" latinLnBrk="0" hangingPunct="1">
              <a:lnSpc>
                <a:spcPct val="100000"/>
              </a:lnSpc>
              <a:spcBef>
                <a:spcPct val="0"/>
              </a:spcBef>
              <a:buNone/>
              <a:defRPr lang="en-US" sz="1471" b="0" kern="1200" cap="none" spc="-37" baseline="0" dirty="0" smtClean="0">
                <a:ln w="3175">
                  <a:noFill/>
                </a:ln>
                <a:solidFill>
                  <a:schemeClr val="tx1"/>
                </a:solidFill>
                <a:effectLst/>
                <a:latin typeface="+mn-lt"/>
                <a:ea typeface="+mn-ea"/>
                <a:cs typeface="Segoe UI" panose="020B0502040204020203" pitchFamily="34" charset="0"/>
              </a:defRPr>
            </a:lvl1pPr>
            <a:lvl2pPr marL="114316" indent="0">
              <a:buNone/>
              <a:defRPr lang="en-US" sz="1471" b="0" kern="1200" cap="none" spc="-37" baseline="0" dirty="0" smtClean="0">
                <a:ln w="3175">
                  <a:noFill/>
                </a:ln>
                <a:solidFill>
                  <a:schemeClr val="bg1"/>
                </a:solidFill>
                <a:effectLst/>
                <a:latin typeface="+mn-lt"/>
                <a:ea typeface="+mn-ea"/>
                <a:cs typeface="Segoe UI" panose="020B0502040204020203" pitchFamily="34" charset="0"/>
              </a:defRPr>
            </a:lvl2pPr>
            <a:lvl3pPr marL="195010" indent="0">
              <a:buNone/>
              <a:defRPr/>
            </a:lvl3pPr>
            <a:lvl4pPr marL="486826" indent="0">
              <a:buNone/>
              <a:defRPr/>
            </a:lvl4pPr>
            <a:lvl5pPr marL="629255" indent="0">
              <a:buNone/>
              <a:defRPr/>
            </a:lvl5pPr>
          </a:lstStyle>
          <a:p>
            <a:pPr lvl="0"/>
            <a:r>
              <a:rPr lang="en-US"/>
              <a:t>Click to edit Master text styles</a:t>
            </a:r>
          </a:p>
        </p:txBody>
      </p:sp>
    </p:spTree>
    <p:extLst>
      <p:ext uri="{BB962C8B-B14F-4D97-AF65-F5344CB8AC3E}">
        <p14:creationId xmlns:p14="http://schemas.microsoft.com/office/powerpoint/2010/main" val="4180036577"/>
      </p:ext>
    </p:extLst>
  </p:cSld>
  <p:clrMapOvr>
    <a:overrideClrMapping bg1="lt1" tx1="dk1" bg2="lt2" tx2="dk2" accent1="accent1" accent2="accent2" accent3="accent3" accent4="accent4" accent5="accent5" accent6="accent6" hlink="hlink" folHlink="folHlink"/>
  </p:clrMapOvr>
  <p:transition>
    <p:fade/>
  </p:transition>
  <p:hf sldNum="0" hdr="0" ftr="0" dt="0"/>
  <p:extLst>
    <p:ext uri="{DCECCB84-F9BA-43D5-87BE-67443E8EF086}">
      <p15:sldGuideLst xmlns:p15="http://schemas.microsoft.com/office/powerpoint/2012/main">
        <p15:guide id="1" orient="horz" pos="1592">
          <p15:clr>
            <a:srgbClr val="FBAE40"/>
          </p15:clr>
        </p15:guide>
      </p15:sldGuideLst>
    </p:ext>
  </p:extLst>
</p:sldLayout>
</file>

<file path=ppt/slideLayouts/slideLayout103.xml><?xml version="1.0" encoding="utf-8"?>
<p:sldLayout xmlns:a="http://schemas.openxmlformats.org/drawingml/2006/main" xmlns:r="http://schemas.openxmlformats.org/officeDocument/2006/relationships" xmlns:p="http://schemas.openxmlformats.org/presentationml/2006/main" preserve="1" userDrawn="1">
  <p:cSld name="Title Slide">
    <p:bg>
      <p:bgPr>
        <a:solidFill>
          <a:schemeClr val="bg1"/>
        </a:solidFill>
        <a:effectLst/>
      </p:bgPr>
    </p:bg>
    <p:spTree>
      <p:nvGrpSpPr>
        <p:cNvPr id="1" name=""/>
        <p:cNvGrpSpPr/>
        <p:nvPr/>
      </p:nvGrpSpPr>
      <p:grpSpPr>
        <a:xfrm>
          <a:off x="0" y="0"/>
          <a:ext cx="0" cy="0"/>
          <a:chOff x="0" y="0"/>
          <a:chExt cx="0" cy="0"/>
        </a:xfrm>
      </p:grpSpPr>
      <p:sp>
        <p:nvSpPr>
          <p:cNvPr id="13" name="Title 1">
            <a:extLst>
              <a:ext uri="{FF2B5EF4-FFF2-40B4-BE49-F238E27FC236}">
                <a16:creationId xmlns:a16="http://schemas.microsoft.com/office/drawing/2014/main" id="{4A36DC34-EED6-8F49-8473-3802F6C2A3D1}"/>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tx2"/>
                </a:solidFill>
              </a:defRPr>
            </a:lvl1pPr>
          </a:lstStyle>
          <a:p>
            <a:r>
              <a:rPr lang="en-US">
                <a:solidFill>
                  <a:schemeClr val="tx1"/>
                </a:solidFill>
              </a:rPr>
              <a:t>Microsoft Security title</a:t>
            </a:r>
            <a:endParaRPr lang="en-US"/>
          </a:p>
        </p:txBody>
      </p:sp>
      <p:sp>
        <p:nvSpPr>
          <p:cNvPr id="14" name="Text Placeholder 10">
            <a:extLst>
              <a:ext uri="{FF2B5EF4-FFF2-40B4-BE49-F238E27FC236}">
                <a16:creationId xmlns:a16="http://schemas.microsoft.com/office/drawing/2014/main" id="{2E500E80-DD0C-EF4F-BB7D-03960A098E1F}"/>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82FAE6D0-0992-4139-9359-5135BCE47E1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104109272"/>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4.xml><?xml version="1.0" encoding="utf-8"?>
<p:sldLayout xmlns:a="http://schemas.openxmlformats.org/drawingml/2006/main" xmlns:r="http://schemas.openxmlformats.org/officeDocument/2006/relationships" xmlns:p="http://schemas.openxmlformats.org/presentationml/2006/main" preserve="1" userDrawn="1">
  <p:cSld name="Title Slide with blue background">
    <p:bg>
      <p:bgPr>
        <a:solidFill>
          <a:schemeClr val="tx2"/>
        </a:solidFill>
        <a:effectLst/>
      </p:bgPr>
    </p:bg>
    <p:spTree>
      <p:nvGrpSpPr>
        <p:cNvPr id="1" name=""/>
        <p:cNvGrpSpPr/>
        <p:nvPr/>
      </p:nvGrpSpPr>
      <p:grpSpPr>
        <a:xfrm>
          <a:off x="0" y="0"/>
          <a:ext cx="0" cy="0"/>
          <a:chOff x="0" y="0"/>
          <a:chExt cx="0" cy="0"/>
        </a:xfrm>
      </p:grpSpPr>
      <p:sp>
        <p:nvSpPr>
          <p:cNvPr id="15" name="Title 1">
            <a:extLst>
              <a:ext uri="{FF2B5EF4-FFF2-40B4-BE49-F238E27FC236}">
                <a16:creationId xmlns:a16="http://schemas.microsoft.com/office/drawing/2014/main" id="{FDD3BB94-DC99-244C-91E3-A9764AF2671E}"/>
              </a:ext>
            </a:extLst>
          </p:cNvPr>
          <p:cNvSpPr>
            <a:spLocks noGrp="1"/>
          </p:cNvSpPr>
          <p:nvPr>
            <p:ph type="title" hasCustomPrompt="1"/>
          </p:nvPr>
        </p:nvSpPr>
        <p:spPr>
          <a:xfrm>
            <a:off x="321512" y="1899336"/>
            <a:ext cx="7222792" cy="1344828"/>
          </a:xfrm>
          <a:prstGeom prst="rect">
            <a:avLst/>
          </a:prstGeom>
          <a:noFill/>
        </p:spPr>
        <p:txBody>
          <a:bodyPr lIns="0" tIns="0" rIns="0" bIns="182880" anchor="b" anchorCtr="0"/>
          <a:lstStyle>
            <a:lvl1pPr>
              <a:defRPr sz="3530" strike="noStrike" spc="-36" baseline="0">
                <a:solidFill>
                  <a:schemeClr val="bg1"/>
                </a:solidFill>
              </a:defRPr>
            </a:lvl1pPr>
          </a:lstStyle>
          <a:p>
            <a:r>
              <a:rPr lang="en-US"/>
              <a:t>Microsoft 365 title</a:t>
            </a:r>
          </a:p>
        </p:txBody>
      </p:sp>
      <p:sp>
        <p:nvSpPr>
          <p:cNvPr id="16" name="Text Placeholder 10">
            <a:extLst>
              <a:ext uri="{FF2B5EF4-FFF2-40B4-BE49-F238E27FC236}">
                <a16:creationId xmlns:a16="http://schemas.microsoft.com/office/drawing/2014/main" id="{63FCEA3C-C822-5A4A-9561-695239EA77C3}"/>
              </a:ext>
            </a:extLst>
          </p:cNvPr>
          <p:cNvSpPr>
            <a:spLocks noGrp="1"/>
          </p:cNvSpPr>
          <p:nvPr>
            <p:ph type="body" sz="quarter" idx="15" hasCustomPrompt="1"/>
          </p:nvPr>
        </p:nvSpPr>
        <p:spPr>
          <a:xfrm>
            <a:off x="331851" y="3262586"/>
            <a:ext cx="7202114" cy="592213"/>
          </a:xfrm>
          <a:prstGeom prst="rect">
            <a:avLst/>
          </a:prstGeom>
        </p:spPr>
        <p:txBody>
          <a:bodyPr/>
          <a:lstStyle>
            <a:lvl1pPr>
              <a:defRPr sz="1324">
                <a:solidFill>
                  <a:schemeClr val="bg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DE984AF9-42B3-4123-927E-CEC8570AFE35}"/>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solidFill>
                <a:schemeClr val="bg1"/>
              </a:solidFill>
            </a:endParaRPr>
          </a:p>
        </p:txBody>
      </p:sp>
    </p:spTree>
    <p:extLst>
      <p:ext uri="{BB962C8B-B14F-4D97-AF65-F5344CB8AC3E}">
        <p14:creationId xmlns:p14="http://schemas.microsoft.com/office/powerpoint/2010/main" val="1501057019"/>
      </p:ext>
    </p:extLst>
  </p:cSld>
  <p:clrMapOvr>
    <a:overrideClrMapping bg1="lt1" tx1="dk1" bg2="lt2" tx2="dk2" accent1="accent1" accent2="accent2" accent3="accent3" accent4="accent4" accent5="accent5" accent6="accent6" hlink="hlink" folHlink="folHlink"/>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Layout>
</file>

<file path=ppt/slideLayouts/slideLayout105.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1">
    <p:spTree>
      <p:nvGrpSpPr>
        <p:cNvPr id="1" name=""/>
        <p:cNvGrpSpPr/>
        <p:nvPr/>
      </p:nvGrpSpPr>
      <p:grpSpPr>
        <a:xfrm>
          <a:off x="0" y="0"/>
          <a:ext cx="0" cy="0"/>
          <a:chOff x="0" y="0"/>
          <a:chExt cx="0" cy="0"/>
        </a:xfrm>
      </p:grpSpPr>
      <p:sp>
        <p:nvSpPr>
          <p:cNvPr id="8" name="Title 1">
            <a:extLst>
              <a:ext uri="{FF2B5EF4-FFF2-40B4-BE49-F238E27FC236}">
                <a16:creationId xmlns:a16="http://schemas.microsoft.com/office/drawing/2014/main" id="{1D09A9D1-6212-8B49-96D7-B3E9D17D4BAB}"/>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rgbClr val="000000"/>
                </a:solidFill>
              </a:defRPr>
            </a:lvl1pPr>
          </a:lstStyle>
          <a:p>
            <a:r>
              <a:rPr lang="en-US"/>
              <a:t>Azure presentation</a:t>
            </a:r>
            <a:br>
              <a:rPr lang="en-US"/>
            </a:br>
            <a:r>
              <a:rPr lang="en-US"/>
              <a:t>title or event name</a:t>
            </a:r>
          </a:p>
        </p:txBody>
      </p:sp>
      <p:sp>
        <p:nvSpPr>
          <p:cNvPr id="9" name="Text Placeholder 10">
            <a:extLst>
              <a:ext uri="{FF2B5EF4-FFF2-40B4-BE49-F238E27FC236}">
                <a16:creationId xmlns:a16="http://schemas.microsoft.com/office/drawing/2014/main" id="{0881A9F1-B3A4-0742-8DAD-18EC8A78C522}"/>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rgbClr val="000000"/>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7" name="Footer Placeholder 1">
            <a:extLst>
              <a:ext uri="{FF2B5EF4-FFF2-40B4-BE49-F238E27FC236}">
                <a16:creationId xmlns:a16="http://schemas.microsoft.com/office/drawing/2014/main" id="{1B6BA0D2-3614-405C-8BB6-C5242154BADB}"/>
              </a:ext>
            </a:extLst>
          </p:cNvPr>
          <p:cNvSpPr txBox="1">
            <a:spLocks/>
          </p:cNvSpPr>
          <p:nvPr userDrawn="1"/>
        </p:nvSpPr>
        <p:spPr>
          <a:xfrm>
            <a:off x="3318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endParaRPr lang="en-US" sz="662" dirty="0"/>
          </a:p>
        </p:txBody>
      </p:sp>
      <p:pic>
        <p:nvPicPr>
          <p:cNvPr id="4" name="Picture 3">
            <a:extLst>
              <a:ext uri="{FF2B5EF4-FFF2-40B4-BE49-F238E27FC236}">
                <a16:creationId xmlns:a16="http://schemas.microsoft.com/office/drawing/2014/main" id="{C4B6689F-D3DF-4DE9-BFA0-0A8E724877B5}"/>
              </a:ext>
            </a:extLst>
          </p:cNvPr>
          <p:cNvPicPr>
            <a:picLocks noChangeAspect="1"/>
          </p:cNvPicPr>
          <p:nvPr userDrawn="1"/>
        </p:nvPicPr>
        <p:blipFill>
          <a:blip r:embed="rId2">
            <a:extLst>
              <a:ext uri="{28A0092B-C50C-407E-A947-70E740481C1C}">
                <a14:useLocalDpi xmlns:a14="http://schemas.microsoft.com/office/drawing/2010/main" val="0"/>
              </a:ext>
            </a:extLst>
          </a:blip>
          <a:stretch>
            <a:fillRect/>
          </a:stretch>
        </p:blipFill>
        <p:spPr>
          <a:xfrm>
            <a:off x="4393213" y="0"/>
            <a:ext cx="4480343" cy="5143500"/>
          </a:xfrm>
          <a:prstGeom prst="rect">
            <a:avLst/>
          </a:prstGeom>
        </p:spPr>
      </p:pic>
    </p:spTree>
    <p:extLst>
      <p:ext uri="{BB962C8B-B14F-4D97-AF65-F5344CB8AC3E}">
        <p14:creationId xmlns:p14="http://schemas.microsoft.com/office/powerpoint/2010/main" val="3761575330"/>
      </p:ext>
    </p:extLst>
  </p:cSld>
  <p:clrMapOvr>
    <a:masterClrMapping/>
  </p:clrMapOvr>
  <p:transition>
    <p:fade/>
  </p:transition>
</p:sldLayout>
</file>

<file path=ppt/slideLayouts/slideLayout106.xml><?xml version="1.0" encoding="utf-8"?>
<p:sldLayout xmlns:a="http://schemas.openxmlformats.org/drawingml/2006/main" xmlns:r="http://schemas.openxmlformats.org/officeDocument/2006/relationships" xmlns:p="http://schemas.openxmlformats.org/presentationml/2006/main" showMasterSp="0" preserve="1" userDrawn="1">
  <p:cSld name="Title slide with graphic 2">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13" name="Oval 12">
            <a:extLst>
              <a:ext uri="{FF2B5EF4-FFF2-40B4-BE49-F238E27FC236}">
                <a16:creationId xmlns:a16="http://schemas.microsoft.com/office/drawing/2014/main" id="{0C62E602-B038-4AA6-A699-B469CFE1AD96}"/>
              </a:ext>
              <a:ext uri="{C183D7F6-B498-43B3-948B-1728B52AA6E4}">
                <adec:decorative xmlns:adec="http://schemas.microsoft.com/office/drawing/2017/decorative" val="1"/>
              </a:ext>
            </a:extLst>
          </p:cNvPr>
          <p:cNvSpPr/>
          <p:nvPr userDrawn="1"/>
        </p:nvSpPr>
        <p:spPr bwMode="auto">
          <a:xfrm>
            <a:off x="4787353" y="442062"/>
            <a:ext cx="4253984" cy="4259376"/>
          </a:xfrm>
          <a:prstGeom prst="ellipse">
            <a:avLst/>
          </a:prstGeom>
          <a:noFill/>
          <a:ln w="19050">
            <a:solidFill>
              <a:schemeClr val="bg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grpSp>
        <p:nvGrpSpPr>
          <p:cNvPr id="37" name="Group 36">
            <a:extLst>
              <a:ext uri="{FF2B5EF4-FFF2-40B4-BE49-F238E27FC236}">
                <a16:creationId xmlns:a16="http://schemas.microsoft.com/office/drawing/2014/main" id="{695F69F3-6C65-4C67-BE9F-99EE13ECA942}"/>
              </a:ext>
            </a:extLst>
          </p:cNvPr>
          <p:cNvGrpSpPr/>
          <p:nvPr userDrawn="1"/>
        </p:nvGrpSpPr>
        <p:grpSpPr>
          <a:xfrm>
            <a:off x="4950710" y="644833"/>
            <a:ext cx="3861441" cy="3853835"/>
            <a:chOff x="6600946" y="859776"/>
            <a:chExt cx="5148588" cy="5138447"/>
          </a:xfrm>
        </p:grpSpPr>
        <p:grpSp>
          <p:nvGrpSpPr>
            <p:cNvPr id="38" name="Graphic 1">
              <a:extLst>
                <a:ext uri="{FF2B5EF4-FFF2-40B4-BE49-F238E27FC236}">
                  <a16:creationId xmlns:a16="http://schemas.microsoft.com/office/drawing/2014/main" id="{BC070748-6768-4FC2-A431-E43A99B45D24}"/>
                </a:ext>
              </a:extLst>
            </p:cNvPr>
            <p:cNvGrpSpPr/>
            <p:nvPr/>
          </p:nvGrpSpPr>
          <p:grpSpPr>
            <a:xfrm>
              <a:off x="6600946" y="859776"/>
              <a:ext cx="5148588" cy="5138447"/>
              <a:chOff x="5179859" y="2459480"/>
              <a:chExt cx="2077534" cy="2073148"/>
            </a:xfrm>
            <a:gradFill>
              <a:gsLst>
                <a:gs pos="100000">
                  <a:schemeClr val="tx2"/>
                </a:gs>
                <a:gs pos="23000">
                  <a:schemeClr val="accent5"/>
                </a:gs>
              </a:gsLst>
              <a:lin ang="10800000" scaled="1"/>
            </a:gradFill>
          </p:grpSpPr>
          <p:sp>
            <p:nvSpPr>
              <p:cNvPr id="48" name="Freeform: Shape 47">
                <a:extLst>
                  <a:ext uri="{FF2B5EF4-FFF2-40B4-BE49-F238E27FC236}">
                    <a16:creationId xmlns:a16="http://schemas.microsoft.com/office/drawing/2014/main" id="{04C016FB-6079-433E-86F5-11870BD5A617}"/>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49" name="Freeform: Shape 48">
                <a:extLst>
                  <a:ext uri="{FF2B5EF4-FFF2-40B4-BE49-F238E27FC236}">
                    <a16:creationId xmlns:a16="http://schemas.microsoft.com/office/drawing/2014/main" id="{54102133-5E8C-4CB3-AC62-D09FC824D203}"/>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50" name="Freeform: Shape 49">
                <a:extLst>
                  <a:ext uri="{FF2B5EF4-FFF2-40B4-BE49-F238E27FC236}">
                    <a16:creationId xmlns:a16="http://schemas.microsoft.com/office/drawing/2014/main" id="{0BCE9930-CFBB-4646-901A-120648FA1B9E}"/>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51" name="Freeform: Shape 50">
                <a:extLst>
                  <a:ext uri="{FF2B5EF4-FFF2-40B4-BE49-F238E27FC236}">
                    <a16:creationId xmlns:a16="http://schemas.microsoft.com/office/drawing/2014/main" id="{8C60FDBA-7C23-4806-88B5-29E31C6583DC}"/>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52" name="Freeform: Shape 51">
                <a:extLst>
                  <a:ext uri="{FF2B5EF4-FFF2-40B4-BE49-F238E27FC236}">
                    <a16:creationId xmlns:a16="http://schemas.microsoft.com/office/drawing/2014/main" id="{7DC83954-308D-4CAC-ADE0-92CE37FA6207}"/>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53" name="Freeform: Shape 52">
                <a:extLst>
                  <a:ext uri="{FF2B5EF4-FFF2-40B4-BE49-F238E27FC236}">
                    <a16:creationId xmlns:a16="http://schemas.microsoft.com/office/drawing/2014/main" id="{85339DC7-664E-4BEF-85FE-D1109A719B7E}"/>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54" name="Freeform: Shape 53">
                <a:extLst>
                  <a:ext uri="{FF2B5EF4-FFF2-40B4-BE49-F238E27FC236}">
                    <a16:creationId xmlns:a16="http://schemas.microsoft.com/office/drawing/2014/main" id="{DED6E3EF-BEB2-400D-A55F-8F548AA8A3C2}"/>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55" name="Freeform: Shape 54">
                <a:extLst>
                  <a:ext uri="{FF2B5EF4-FFF2-40B4-BE49-F238E27FC236}">
                    <a16:creationId xmlns:a16="http://schemas.microsoft.com/office/drawing/2014/main" id="{4056E671-564E-4828-B12C-3873C15097FD}"/>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56" name="Freeform: Shape 55">
                <a:extLst>
                  <a:ext uri="{FF2B5EF4-FFF2-40B4-BE49-F238E27FC236}">
                    <a16:creationId xmlns:a16="http://schemas.microsoft.com/office/drawing/2014/main" id="{CE2375AC-EE5D-462B-8769-A875F92C6D3F}"/>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57" name="Freeform: Shape 56">
                <a:extLst>
                  <a:ext uri="{FF2B5EF4-FFF2-40B4-BE49-F238E27FC236}">
                    <a16:creationId xmlns:a16="http://schemas.microsoft.com/office/drawing/2014/main" id="{5543C42A-4AA4-4EE3-9D6A-20D705974B93}"/>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58" name="Freeform: Shape 57">
                <a:extLst>
                  <a:ext uri="{FF2B5EF4-FFF2-40B4-BE49-F238E27FC236}">
                    <a16:creationId xmlns:a16="http://schemas.microsoft.com/office/drawing/2014/main" id="{5A06D381-5E3A-45E2-943A-D8A9CD6DDB02}"/>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59" name="Freeform: Shape 58">
                <a:extLst>
                  <a:ext uri="{FF2B5EF4-FFF2-40B4-BE49-F238E27FC236}">
                    <a16:creationId xmlns:a16="http://schemas.microsoft.com/office/drawing/2014/main" id="{6A50715D-06C2-4A50-B805-7C779755D7AD}"/>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60" name="Freeform: Shape 59">
                <a:extLst>
                  <a:ext uri="{FF2B5EF4-FFF2-40B4-BE49-F238E27FC236}">
                    <a16:creationId xmlns:a16="http://schemas.microsoft.com/office/drawing/2014/main" id="{76CB3FBA-91B0-4DCE-AC92-F9A18FF4D65A}"/>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61" name="Freeform: Shape 60">
                <a:extLst>
                  <a:ext uri="{FF2B5EF4-FFF2-40B4-BE49-F238E27FC236}">
                    <a16:creationId xmlns:a16="http://schemas.microsoft.com/office/drawing/2014/main" id="{22045ED4-534F-4B15-8795-D2C7547978FE}"/>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62" name="Freeform: Shape 61">
                <a:extLst>
                  <a:ext uri="{FF2B5EF4-FFF2-40B4-BE49-F238E27FC236}">
                    <a16:creationId xmlns:a16="http://schemas.microsoft.com/office/drawing/2014/main" id="{FEE68F87-0B6B-4885-866B-61423AE3724E}"/>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63" name="Freeform: Shape 62">
                <a:extLst>
                  <a:ext uri="{FF2B5EF4-FFF2-40B4-BE49-F238E27FC236}">
                    <a16:creationId xmlns:a16="http://schemas.microsoft.com/office/drawing/2014/main" id="{E99B4F58-0E6C-41DE-99A2-C3FCE7F11DB0}"/>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64" name="Freeform: Shape 63">
                <a:extLst>
                  <a:ext uri="{FF2B5EF4-FFF2-40B4-BE49-F238E27FC236}">
                    <a16:creationId xmlns:a16="http://schemas.microsoft.com/office/drawing/2014/main" id="{98213603-4044-4EDC-B3E0-CE20E3EE9BC2}"/>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65" name="Freeform: Shape 64">
                <a:extLst>
                  <a:ext uri="{FF2B5EF4-FFF2-40B4-BE49-F238E27FC236}">
                    <a16:creationId xmlns:a16="http://schemas.microsoft.com/office/drawing/2014/main" id="{DB035EF0-F3DA-4581-9198-447F52894F88}"/>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66" name="Freeform: Shape 65">
                <a:extLst>
                  <a:ext uri="{FF2B5EF4-FFF2-40B4-BE49-F238E27FC236}">
                    <a16:creationId xmlns:a16="http://schemas.microsoft.com/office/drawing/2014/main" id="{41AE2AF0-7DD9-443B-8718-D31F62D3CF64}"/>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67" name="Freeform: Shape 66">
                <a:extLst>
                  <a:ext uri="{FF2B5EF4-FFF2-40B4-BE49-F238E27FC236}">
                    <a16:creationId xmlns:a16="http://schemas.microsoft.com/office/drawing/2014/main" id="{1CB79995-5784-46B8-8607-92B5827FD726}"/>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68" name="Freeform: Shape 67">
                <a:extLst>
                  <a:ext uri="{FF2B5EF4-FFF2-40B4-BE49-F238E27FC236}">
                    <a16:creationId xmlns:a16="http://schemas.microsoft.com/office/drawing/2014/main" id="{C2CD6B3F-A5CA-4C9E-A462-6CF2EE2A5719}"/>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69" name="Freeform: Shape 68">
                <a:extLst>
                  <a:ext uri="{FF2B5EF4-FFF2-40B4-BE49-F238E27FC236}">
                    <a16:creationId xmlns:a16="http://schemas.microsoft.com/office/drawing/2014/main" id="{078CAE18-6328-4577-A1E2-68D4E723AA5D}"/>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70" name="Freeform: Shape 69">
                <a:extLst>
                  <a:ext uri="{FF2B5EF4-FFF2-40B4-BE49-F238E27FC236}">
                    <a16:creationId xmlns:a16="http://schemas.microsoft.com/office/drawing/2014/main" id="{EBA2E409-2F87-44E1-BDE0-C3F0C5F0EE68}"/>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71" name="Freeform: Shape 70">
                <a:extLst>
                  <a:ext uri="{FF2B5EF4-FFF2-40B4-BE49-F238E27FC236}">
                    <a16:creationId xmlns:a16="http://schemas.microsoft.com/office/drawing/2014/main" id="{4B3569C1-CDDE-4300-A777-F5A88095235D}"/>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
          <p:nvSpPr>
            <p:cNvPr id="39" name="Oval 38">
              <a:extLst>
                <a:ext uri="{FF2B5EF4-FFF2-40B4-BE49-F238E27FC236}">
                  <a16:creationId xmlns:a16="http://schemas.microsoft.com/office/drawing/2014/main" id="{9AE111FB-FF99-4626-BF15-A4F33CA3E1B5}"/>
                </a:ext>
              </a:extLst>
            </p:cNvPr>
            <p:cNvSpPr/>
            <p:nvPr userDrawn="1"/>
          </p:nvSpPr>
          <p:spPr bwMode="auto">
            <a:xfrm>
              <a:off x="7282905" y="3548967"/>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0" name="Oval 39">
              <a:extLst>
                <a:ext uri="{FF2B5EF4-FFF2-40B4-BE49-F238E27FC236}">
                  <a16:creationId xmlns:a16="http://schemas.microsoft.com/office/drawing/2014/main" id="{EEBF4D1F-7718-4CBE-B978-16FFCC2E3239}"/>
                </a:ext>
              </a:extLst>
            </p:cNvPr>
            <p:cNvSpPr/>
            <p:nvPr userDrawn="1"/>
          </p:nvSpPr>
          <p:spPr bwMode="auto">
            <a:xfrm>
              <a:off x="10896617" y="2909240"/>
              <a:ext cx="124272" cy="12429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1" name="Oval 40">
              <a:extLst>
                <a:ext uri="{FF2B5EF4-FFF2-40B4-BE49-F238E27FC236}">
                  <a16:creationId xmlns:a16="http://schemas.microsoft.com/office/drawing/2014/main" id="{59426D11-A3B4-4FDE-8641-D925588DAB39}"/>
                </a:ext>
              </a:extLst>
            </p:cNvPr>
            <p:cNvSpPr/>
            <p:nvPr userDrawn="1"/>
          </p:nvSpPr>
          <p:spPr bwMode="auto">
            <a:xfrm>
              <a:off x="9437993" y="5187887"/>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2" name="Oval 41">
              <a:extLst>
                <a:ext uri="{FF2B5EF4-FFF2-40B4-BE49-F238E27FC236}">
                  <a16:creationId xmlns:a16="http://schemas.microsoft.com/office/drawing/2014/main" id="{57EDB010-9BE7-4344-984B-7453B4FF8307}"/>
                </a:ext>
              </a:extLst>
            </p:cNvPr>
            <p:cNvSpPr/>
            <p:nvPr userDrawn="1"/>
          </p:nvSpPr>
          <p:spPr bwMode="auto">
            <a:xfrm>
              <a:off x="9087616" y="1541433"/>
              <a:ext cx="124272" cy="124290"/>
            </a:xfrm>
            <a:prstGeom prst="ellipse">
              <a:avLst/>
            </a:prstGeom>
            <a:solidFill>
              <a:schemeClr val="accent5">
                <a:lumMod val="7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3" name="Oval 42">
              <a:extLst>
                <a:ext uri="{FF2B5EF4-FFF2-40B4-BE49-F238E27FC236}">
                  <a16:creationId xmlns:a16="http://schemas.microsoft.com/office/drawing/2014/main" id="{786CA2CE-9797-4C92-9057-B3C8D9338727}"/>
                </a:ext>
              </a:extLst>
            </p:cNvPr>
            <p:cNvSpPr/>
            <p:nvPr userDrawn="1"/>
          </p:nvSpPr>
          <p:spPr bwMode="auto">
            <a:xfrm>
              <a:off x="9052314" y="3314275"/>
              <a:ext cx="229418" cy="229450"/>
            </a:xfrm>
            <a:prstGeom prst="ellipse">
              <a:avLst/>
            </a:prstGeom>
            <a:solidFill>
              <a:schemeClr val="accent5"/>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4" name="Oval 43">
              <a:extLst>
                <a:ext uri="{FF2B5EF4-FFF2-40B4-BE49-F238E27FC236}">
                  <a16:creationId xmlns:a16="http://schemas.microsoft.com/office/drawing/2014/main" id="{F9A1662E-1481-432B-8DC4-FF834AA60F57}"/>
                </a:ext>
              </a:extLst>
            </p:cNvPr>
            <p:cNvSpPr/>
            <p:nvPr userDrawn="1"/>
          </p:nvSpPr>
          <p:spPr bwMode="auto">
            <a:xfrm>
              <a:off x="9104887" y="2889394"/>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5" name="Oval 44">
              <a:extLst>
                <a:ext uri="{FF2B5EF4-FFF2-40B4-BE49-F238E27FC236}">
                  <a16:creationId xmlns:a16="http://schemas.microsoft.com/office/drawing/2014/main" id="{715F718A-84C5-42DA-9B9C-64E200753714}"/>
                </a:ext>
              </a:extLst>
            </p:cNvPr>
            <p:cNvSpPr/>
            <p:nvPr userDrawn="1"/>
          </p:nvSpPr>
          <p:spPr bwMode="auto">
            <a:xfrm>
              <a:off x="9104887" y="3844315"/>
              <a:ext cx="124272" cy="124290"/>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6" name="Oval 45">
              <a:extLst>
                <a:ext uri="{FF2B5EF4-FFF2-40B4-BE49-F238E27FC236}">
                  <a16:creationId xmlns:a16="http://schemas.microsoft.com/office/drawing/2014/main" id="{48AC1770-CB0D-4E0F-BBE4-41A23A7256AC}"/>
                </a:ext>
              </a:extLst>
            </p:cNvPr>
            <p:cNvSpPr/>
            <p:nvPr userDrawn="1"/>
          </p:nvSpPr>
          <p:spPr bwMode="auto">
            <a:xfrm rot="16200000">
              <a:off x="8628699"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7" name="Oval 46">
              <a:extLst>
                <a:ext uri="{FF2B5EF4-FFF2-40B4-BE49-F238E27FC236}">
                  <a16:creationId xmlns:a16="http://schemas.microsoft.com/office/drawing/2014/main" id="{4DE4736B-6655-4B31-833F-1C130B67E3D0}"/>
                </a:ext>
              </a:extLst>
            </p:cNvPr>
            <p:cNvSpPr/>
            <p:nvPr userDrawn="1"/>
          </p:nvSpPr>
          <p:spPr bwMode="auto">
            <a:xfrm rot="16200000">
              <a:off x="9583486" y="3366864"/>
              <a:ext cx="124290" cy="124272"/>
            </a:xfrm>
            <a:prstGeom prst="ellipse">
              <a:avLst/>
            </a:prstGeom>
            <a:solidFill>
              <a:schemeClr val="tx2"/>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79285" tIns="143428" rIns="179285" bIns="143428"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grpSp>
    </p:spTree>
    <p:extLst>
      <p:ext uri="{BB962C8B-B14F-4D97-AF65-F5344CB8AC3E}">
        <p14:creationId xmlns:p14="http://schemas.microsoft.com/office/powerpoint/2010/main" val="923518228"/>
      </p:ext>
    </p:extLst>
  </p:cSld>
  <p:clrMapOvr>
    <a:masterClrMapping/>
  </p:clrMapOvr>
  <p:transition>
    <p:fade/>
  </p:transition>
</p:sldLayout>
</file>

<file path=ppt/slideLayouts/slideLayout107.xml><?xml version="1.0" encoding="utf-8"?>
<p:sldLayout xmlns:a="http://schemas.openxmlformats.org/drawingml/2006/main" xmlns:r="http://schemas.openxmlformats.org/officeDocument/2006/relationships" xmlns:p="http://schemas.openxmlformats.org/presentationml/2006/main" preserve="1" userDrawn="1">
  <p:cSld name="Title slide with graphic 3">
    <p:spTree>
      <p:nvGrpSpPr>
        <p:cNvPr id="1" name=""/>
        <p:cNvGrpSpPr/>
        <p:nvPr/>
      </p:nvGrpSpPr>
      <p:grpSpPr>
        <a:xfrm>
          <a:off x="0" y="0"/>
          <a:ext cx="0" cy="0"/>
          <a:chOff x="0" y="0"/>
          <a:chExt cx="0" cy="0"/>
        </a:xfrm>
      </p:grpSpPr>
      <p:sp>
        <p:nvSpPr>
          <p:cNvPr id="5" name="Title 1">
            <a:extLst>
              <a:ext uri="{FF2B5EF4-FFF2-40B4-BE49-F238E27FC236}">
                <a16:creationId xmlns:a16="http://schemas.microsoft.com/office/drawing/2014/main" id="{F7E4AC65-3150-034F-B089-A8B21D5F2E61}"/>
              </a:ext>
            </a:extLst>
          </p:cNvPr>
          <p:cNvSpPr>
            <a:spLocks noGrp="1"/>
          </p:cNvSpPr>
          <p:nvPr>
            <p:ph type="title" hasCustomPrompt="1"/>
          </p:nvPr>
        </p:nvSpPr>
        <p:spPr>
          <a:xfrm>
            <a:off x="321511" y="1899336"/>
            <a:ext cx="4071702" cy="1344828"/>
          </a:xfrm>
          <a:prstGeom prst="rect">
            <a:avLst/>
          </a:prstGeom>
          <a:noFill/>
        </p:spPr>
        <p:txBody>
          <a:bodyPr lIns="0" tIns="0" rIns="0" bIns="182880" anchor="b" anchorCtr="0"/>
          <a:lstStyle>
            <a:lvl1pPr>
              <a:defRPr sz="3530" strike="noStrike" spc="-36" baseline="0">
                <a:solidFill>
                  <a:schemeClr val="tx1"/>
                </a:solidFill>
              </a:defRPr>
            </a:lvl1pPr>
          </a:lstStyle>
          <a:p>
            <a:r>
              <a:rPr lang="en-US"/>
              <a:t>Azure presentation</a:t>
            </a:r>
            <a:br>
              <a:rPr lang="en-US"/>
            </a:br>
            <a:r>
              <a:rPr lang="en-US"/>
              <a:t>title or event name</a:t>
            </a:r>
          </a:p>
        </p:txBody>
      </p:sp>
      <p:sp>
        <p:nvSpPr>
          <p:cNvPr id="6" name="Text Placeholder 10">
            <a:extLst>
              <a:ext uri="{FF2B5EF4-FFF2-40B4-BE49-F238E27FC236}">
                <a16:creationId xmlns:a16="http://schemas.microsoft.com/office/drawing/2014/main" id="{29B09652-4E45-F04D-8357-20491F718B1A}"/>
              </a:ext>
            </a:extLst>
          </p:cNvPr>
          <p:cNvSpPr>
            <a:spLocks noGrp="1"/>
          </p:cNvSpPr>
          <p:nvPr>
            <p:ph type="body" sz="quarter" idx="15" hasCustomPrompt="1"/>
          </p:nvPr>
        </p:nvSpPr>
        <p:spPr>
          <a:xfrm>
            <a:off x="331849" y="3262586"/>
            <a:ext cx="4060046" cy="592213"/>
          </a:xfrm>
          <a:prstGeom prst="rect">
            <a:avLst/>
          </a:prstGeom>
        </p:spPr>
        <p:txBody>
          <a:bodyPr/>
          <a:lstStyle>
            <a:lvl1pPr>
              <a:defRPr sz="1324">
                <a:solidFill>
                  <a:schemeClr val="tx1"/>
                </a:solidFill>
              </a:defRPr>
            </a:lvl1pPr>
            <a:lvl2pPr>
              <a:defRPr sz="1298">
                <a:solidFill>
                  <a:srgbClr val="000000"/>
                </a:solidFill>
              </a:defRPr>
            </a:lvl2pPr>
            <a:lvl3pPr>
              <a:defRPr sz="1009"/>
            </a:lvl3pPr>
            <a:lvl4pPr>
              <a:defRPr sz="1009"/>
            </a:lvl4pPr>
            <a:lvl5pPr>
              <a:defRPr sz="757"/>
            </a:lvl5pPr>
          </a:lstStyle>
          <a:p>
            <a:pPr lvl="0"/>
            <a:r>
              <a:rPr lang="en-US"/>
              <a:t>Author name</a:t>
            </a:r>
            <a:br>
              <a:rPr lang="en-US"/>
            </a:br>
            <a:r>
              <a:rPr lang="en-US"/>
              <a:t>Date</a:t>
            </a:r>
          </a:p>
        </p:txBody>
      </p:sp>
      <p:sp>
        <p:nvSpPr>
          <p:cNvPr id="2" name="Footer Placeholder 1">
            <a:extLst>
              <a:ext uri="{FF2B5EF4-FFF2-40B4-BE49-F238E27FC236}">
                <a16:creationId xmlns:a16="http://schemas.microsoft.com/office/drawing/2014/main" id="{C579B1D0-8CEE-4E42-8540-F752DBF0F648}"/>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
        <p:nvSpPr>
          <p:cNvPr id="72" name="Rectangle 71">
            <a:extLst>
              <a:ext uri="{FF2B5EF4-FFF2-40B4-BE49-F238E27FC236}">
                <a16:creationId xmlns:a16="http://schemas.microsoft.com/office/drawing/2014/main" id="{5E3B1CB1-53A4-41B0-A2BE-8C0CF51F9838}"/>
              </a:ext>
            </a:extLst>
          </p:cNvPr>
          <p:cNvSpPr/>
          <p:nvPr userDrawn="1"/>
        </p:nvSpPr>
        <p:spPr bwMode="auto">
          <a:xfrm>
            <a:off x="4672381" y="0"/>
            <a:ext cx="4471619" cy="5143500"/>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pic>
        <p:nvPicPr>
          <p:cNvPr id="73" name="Picture 72">
            <a:extLst>
              <a:ext uri="{FF2B5EF4-FFF2-40B4-BE49-F238E27FC236}">
                <a16:creationId xmlns:a16="http://schemas.microsoft.com/office/drawing/2014/main" id="{D680D2A1-07E3-478C-BBA8-560737A24311}"/>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a:stretch/>
        </p:blipFill>
        <p:spPr>
          <a:xfrm>
            <a:off x="4583927" y="0"/>
            <a:ext cx="4560074" cy="5143500"/>
          </a:xfrm>
          <a:prstGeom prst="rect">
            <a:avLst/>
          </a:prstGeom>
        </p:spPr>
      </p:pic>
      <p:grpSp>
        <p:nvGrpSpPr>
          <p:cNvPr id="74" name="Graphic 1">
            <a:extLst>
              <a:ext uri="{FF2B5EF4-FFF2-40B4-BE49-F238E27FC236}">
                <a16:creationId xmlns:a16="http://schemas.microsoft.com/office/drawing/2014/main" id="{4D1B2C3D-109D-46DF-9BA8-640EAF66A03A}"/>
              </a:ext>
            </a:extLst>
          </p:cNvPr>
          <p:cNvGrpSpPr/>
          <p:nvPr userDrawn="1"/>
        </p:nvGrpSpPr>
        <p:grpSpPr>
          <a:xfrm>
            <a:off x="4950710" y="644833"/>
            <a:ext cx="3861441" cy="3853835"/>
            <a:chOff x="5179859" y="2459480"/>
            <a:chExt cx="2077534" cy="2073148"/>
          </a:xfrm>
          <a:gradFill>
            <a:gsLst>
              <a:gs pos="100000">
                <a:schemeClr val="tx2"/>
              </a:gs>
              <a:gs pos="23000">
                <a:schemeClr val="accent5"/>
              </a:gs>
            </a:gsLst>
            <a:lin ang="10800000" scaled="1"/>
          </a:gradFill>
        </p:grpSpPr>
        <p:sp>
          <p:nvSpPr>
            <p:cNvPr id="75" name="Freeform: Shape 74">
              <a:extLst>
                <a:ext uri="{FF2B5EF4-FFF2-40B4-BE49-F238E27FC236}">
                  <a16:creationId xmlns:a16="http://schemas.microsoft.com/office/drawing/2014/main" id="{4DD6AF04-319F-47B0-AAC8-6520DF9B67CE}"/>
                </a:ext>
              </a:extLst>
            </p:cNvPr>
            <p:cNvSpPr/>
            <p:nvPr/>
          </p:nvSpPr>
          <p:spPr>
            <a:xfrm>
              <a:off x="5496685" y="2820334"/>
              <a:ext cx="1592644" cy="1616092"/>
            </a:xfrm>
            <a:custGeom>
              <a:avLst/>
              <a:gdLst>
                <a:gd name="connsiteX0" fmla="*/ 1132079 w 1592644"/>
                <a:gd name="connsiteY0" fmla="*/ 1616093 h 1616092"/>
                <a:gd name="connsiteX1" fmla="*/ 1023494 w 1592644"/>
                <a:gd name="connsiteY1" fmla="*/ 1573230 h 1616092"/>
                <a:gd name="connsiteX2" fmla="*/ 50991 w 1592644"/>
                <a:gd name="connsiteY2" fmla="*/ 665498 h 1616092"/>
                <a:gd name="connsiteX3" fmla="*/ 4319 w 1592644"/>
                <a:gd name="connsiteY3" fmla="*/ 513098 h 1616092"/>
                <a:gd name="connsiteX4" fmla="*/ 112904 w 1592644"/>
                <a:gd name="connsiteY4" fmla="*/ 395940 h 1616092"/>
                <a:gd name="connsiteX5" fmla="*/ 1385444 w 1592644"/>
                <a:gd name="connsiteY5" fmla="*/ 7320 h 1616092"/>
                <a:gd name="connsiteX6" fmla="*/ 1541654 w 1592644"/>
                <a:gd name="connsiteY6" fmla="*/ 43515 h 1616092"/>
                <a:gd name="connsiteX7" fmla="*/ 1588326 w 1592644"/>
                <a:gd name="connsiteY7" fmla="*/ 195915 h 1616092"/>
                <a:gd name="connsiteX8" fmla="*/ 1289241 w 1592644"/>
                <a:gd name="connsiteY8" fmla="*/ 1492268 h 1616092"/>
                <a:gd name="connsiteX9" fmla="*/ 1180656 w 1592644"/>
                <a:gd name="connsiteY9" fmla="*/ 1609425 h 1616092"/>
                <a:gd name="connsiteX10" fmla="*/ 1132079 w 1592644"/>
                <a:gd name="connsiteY10" fmla="*/ 1616093 h 1616092"/>
                <a:gd name="connsiteX11" fmla="*/ 54801 w 1592644"/>
                <a:gd name="connsiteY11" fmla="*/ 661688 h 1616092"/>
                <a:gd name="connsiteX12" fmla="*/ 1028256 w 1592644"/>
                <a:gd name="connsiteY12" fmla="*/ 1569420 h 1616092"/>
                <a:gd name="connsiteX13" fmla="*/ 1178751 w 1592644"/>
                <a:gd name="connsiteY13" fmla="*/ 1603710 h 1616092"/>
                <a:gd name="connsiteX14" fmla="*/ 1284479 w 1592644"/>
                <a:gd name="connsiteY14" fmla="*/ 1490363 h 1616092"/>
                <a:gd name="connsiteX15" fmla="*/ 1583564 w 1592644"/>
                <a:gd name="connsiteY15" fmla="*/ 194010 h 1616092"/>
                <a:gd name="connsiteX16" fmla="*/ 1538796 w 1592644"/>
                <a:gd name="connsiteY16" fmla="*/ 46373 h 1616092"/>
                <a:gd name="connsiteX17" fmla="*/ 1388301 w 1592644"/>
                <a:gd name="connsiteY17" fmla="*/ 12083 h 1616092"/>
                <a:gd name="connsiteX18" fmla="*/ 114809 w 1592644"/>
                <a:gd name="connsiteY18" fmla="*/ 401655 h 1616092"/>
                <a:gd name="connsiteX19" fmla="*/ 9081 w 1592644"/>
                <a:gd name="connsiteY19" fmla="*/ 515003 h 1616092"/>
                <a:gd name="connsiteX20" fmla="*/ 54801 w 1592644"/>
                <a:gd name="connsiteY20" fmla="*/ 661688 h 1616092"/>
                <a:gd name="connsiteX21" fmla="*/ 54801 w 1592644"/>
                <a:gd name="connsiteY21" fmla="*/ 661688 h 16160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2644" h="1616092">
                  <a:moveTo>
                    <a:pt x="1132079" y="1616093"/>
                  </a:moveTo>
                  <a:cubicBezTo>
                    <a:pt x="1092074" y="1616093"/>
                    <a:pt x="1053974" y="1600853"/>
                    <a:pt x="1023494" y="1573230"/>
                  </a:cubicBezTo>
                  <a:lnTo>
                    <a:pt x="50991" y="665498"/>
                  </a:lnTo>
                  <a:cubicBezTo>
                    <a:pt x="9081" y="626445"/>
                    <a:pt x="-9016" y="569295"/>
                    <a:pt x="4319" y="513098"/>
                  </a:cubicBezTo>
                  <a:cubicBezTo>
                    <a:pt x="17654" y="456900"/>
                    <a:pt x="57659" y="413085"/>
                    <a:pt x="112904" y="395940"/>
                  </a:cubicBezTo>
                  <a:lnTo>
                    <a:pt x="1385444" y="7320"/>
                  </a:lnTo>
                  <a:cubicBezTo>
                    <a:pt x="1440689" y="-9825"/>
                    <a:pt x="1498791" y="3510"/>
                    <a:pt x="1541654" y="43515"/>
                  </a:cubicBezTo>
                  <a:cubicBezTo>
                    <a:pt x="1583564" y="82568"/>
                    <a:pt x="1601661" y="139718"/>
                    <a:pt x="1588326" y="195915"/>
                  </a:cubicBezTo>
                  <a:lnTo>
                    <a:pt x="1289241" y="1492268"/>
                  </a:lnTo>
                  <a:cubicBezTo>
                    <a:pt x="1275906" y="1548465"/>
                    <a:pt x="1235901" y="1592280"/>
                    <a:pt x="1180656" y="1609425"/>
                  </a:cubicBezTo>
                  <a:cubicBezTo>
                    <a:pt x="1163511" y="1614188"/>
                    <a:pt x="1148271" y="1616093"/>
                    <a:pt x="1132079" y="1616093"/>
                  </a:cubicBezTo>
                  <a:close/>
                  <a:moveTo>
                    <a:pt x="54801" y="661688"/>
                  </a:moveTo>
                  <a:lnTo>
                    <a:pt x="1028256" y="1569420"/>
                  </a:lnTo>
                  <a:cubicBezTo>
                    <a:pt x="1069214" y="1607520"/>
                    <a:pt x="1125411" y="1620855"/>
                    <a:pt x="1178751" y="1603710"/>
                  </a:cubicBezTo>
                  <a:cubicBezTo>
                    <a:pt x="1232091" y="1587518"/>
                    <a:pt x="1271144" y="1545608"/>
                    <a:pt x="1284479" y="1490363"/>
                  </a:cubicBezTo>
                  <a:lnTo>
                    <a:pt x="1583564" y="194010"/>
                  </a:lnTo>
                  <a:cubicBezTo>
                    <a:pt x="1595946" y="139718"/>
                    <a:pt x="1578801" y="84473"/>
                    <a:pt x="1538796" y="46373"/>
                  </a:cubicBezTo>
                  <a:cubicBezTo>
                    <a:pt x="1497839" y="8273"/>
                    <a:pt x="1441641" y="-5062"/>
                    <a:pt x="1388301" y="12083"/>
                  </a:cubicBezTo>
                  <a:lnTo>
                    <a:pt x="114809" y="401655"/>
                  </a:lnTo>
                  <a:cubicBezTo>
                    <a:pt x="61469" y="417848"/>
                    <a:pt x="22416" y="459758"/>
                    <a:pt x="9081" y="515003"/>
                  </a:cubicBezTo>
                  <a:cubicBezTo>
                    <a:pt x="-3301" y="568343"/>
                    <a:pt x="13844" y="623588"/>
                    <a:pt x="54801" y="661688"/>
                  </a:cubicBezTo>
                  <a:lnTo>
                    <a:pt x="54801" y="661688"/>
                  </a:lnTo>
                  <a:close/>
                </a:path>
              </a:pathLst>
            </a:custGeom>
            <a:grpFill/>
            <a:ln w="9525" cap="flat">
              <a:noFill/>
              <a:prstDash val="solid"/>
              <a:miter/>
            </a:ln>
          </p:spPr>
          <p:txBody>
            <a:bodyPr rtlCol="0" anchor="ctr"/>
            <a:lstStyle/>
            <a:p>
              <a:endParaRPr lang="en-US" sz="1272" dirty="0"/>
            </a:p>
          </p:txBody>
        </p:sp>
        <p:sp>
          <p:nvSpPr>
            <p:cNvPr id="76" name="Freeform: Shape 75">
              <a:extLst>
                <a:ext uri="{FF2B5EF4-FFF2-40B4-BE49-F238E27FC236}">
                  <a16:creationId xmlns:a16="http://schemas.microsoft.com/office/drawing/2014/main" id="{283985E4-C6DA-4D56-A4B2-188AF3D29025}"/>
                </a:ext>
              </a:extLst>
            </p:cNvPr>
            <p:cNvSpPr/>
            <p:nvPr/>
          </p:nvSpPr>
          <p:spPr>
            <a:xfrm>
              <a:off x="5569965" y="3033304"/>
              <a:ext cx="1648967" cy="1494562"/>
            </a:xfrm>
            <a:custGeom>
              <a:avLst/>
              <a:gdLst>
                <a:gd name="connsiteX0" fmla="*/ 784479 w 1648967"/>
                <a:gd name="connsiteY0" fmla="*/ 1494562 h 1494562"/>
                <a:gd name="connsiteX1" fmla="*/ 778764 w 1648967"/>
                <a:gd name="connsiteY1" fmla="*/ 1494562 h 1494562"/>
                <a:gd name="connsiteX2" fmla="*/ 643509 w 1648967"/>
                <a:gd name="connsiteY2" fmla="*/ 1409790 h 1494562"/>
                <a:gd name="connsiteX3" fmla="*/ 18669 w 1648967"/>
                <a:gd name="connsiteY3" fmla="*/ 235357 h 1494562"/>
                <a:gd name="connsiteX4" fmla="*/ 18669 w 1648967"/>
                <a:gd name="connsiteY4" fmla="*/ 235357 h 1494562"/>
                <a:gd name="connsiteX5" fmla="*/ 24384 w 1648967"/>
                <a:gd name="connsiteY5" fmla="*/ 75337 h 1494562"/>
                <a:gd name="connsiteX6" fmla="*/ 165354 w 1648967"/>
                <a:gd name="connsiteY6" fmla="*/ 90 h 1494562"/>
                <a:gd name="connsiteX7" fmla="*/ 1495044 w 1648967"/>
                <a:gd name="connsiteY7" fmla="*/ 46762 h 1494562"/>
                <a:gd name="connsiteX8" fmla="*/ 1630299 w 1648967"/>
                <a:gd name="connsiteY8" fmla="*/ 131535 h 1494562"/>
                <a:gd name="connsiteX9" fmla="*/ 1624584 w 1648967"/>
                <a:gd name="connsiteY9" fmla="*/ 291555 h 1494562"/>
                <a:gd name="connsiteX10" fmla="*/ 919734 w 1648967"/>
                <a:gd name="connsiteY10" fmla="*/ 1419315 h 1494562"/>
                <a:gd name="connsiteX11" fmla="*/ 784479 w 1648967"/>
                <a:gd name="connsiteY11" fmla="*/ 1494562 h 1494562"/>
                <a:gd name="connsiteX12" fmla="*/ 158686 w 1648967"/>
                <a:gd name="connsiteY12" fmla="*/ 5805 h 1494562"/>
                <a:gd name="connsiteX13" fmla="*/ 28194 w 1648967"/>
                <a:gd name="connsiteY13" fmla="*/ 78195 h 1494562"/>
                <a:gd name="connsiteX14" fmla="*/ 22479 w 1648967"/>
                <a:gd name="connsiteY14" fmla="*/ 232500 h 1494562"/>
                <a:gd name="connsiteX15" fmla="*/ 22479 w 1648967"/>
                <a:gd name="connsiteY15" fmla="*/ 232500 h 1494562"/>
                <a:gd name="connsiteX16" fmla="*/ 647319 w 1648967"/>
                <a:gd name="connsiteY16" fmla="*/ 1406932 h 1494562"/>
                <a:gd name="connsiteX17" fmla="*/ 777812 w 1648967"/>
                <a:gd name="connsiteY17" fmla="*/ 1488847 h 1494562"/>
                <a:gd name="connsiteX18" fmla="*/ 914019 w 1648967"/>
                <a:gd name="connsiteY18" fmla="*/ 1416457 h 1494562"/>
                <a:gd name="connsiteX19" fmla="*/ 1618869 w 1648967"/>
                <a:gd name="connsiteY19" fmla="*/ 288697 h 1494562"/>
                <a:gd name="connsiteX20" fmla="*/ 1624584 w 1648967"/>
                <a:gd name="connsiteY20" fmla="*/ 134392 h 1494562"/>
                <a:gd name="connsiteX21" fmla="*/ 1494092 w 1648967"/>
                <a:gd name="connsiteY21" fmla="*/ 52477 h 1494562"/>
                <a:gd name="connsiteX22" fmla="*/ 164402 w 1648967"/>
                <a:gd name="connsiteY22" fmla="*/ 5805 h 1494562"/>
                <a:gd name="connsiteX23" fmla="*/ 158686 w 1648967"/>
                <a:gd name="connsiteY23" fmla="*/ 5805 h 149456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8967" h="1494562">
                  <a:moveTo>
                    <a:pt x="784479" y="1494562"/>
                  </a:moveTo>
                  <a:cubicBezTo>
                    <a:pt x="782574" y="1494562"/>
                    <a:pt x="780669" y="1494562"/>
                    <a:pt x="778764" y="1494562"/>
                  </a:cubicBezTo>
                  <a:cubicBezTo>
                    <a:pt x="720662" y="1492657"/>
                    <a:pt x="670179" y="1461225"/>
                    <a:pt x="643509" y="1409790"/>
                  </a:cubicBezTo>
                  <a:lnTo>
                    <a:pt x="18669" y="235357"/>
                  </a:lnTo>
                  <a:lnTo>
                    <a:pt x="18669" y="235357"/>
                  </a:lnTo>
                  <a:cubicBezTo>
                    <a:pt x="-8001" y="183922"/>
                    <a:pt x="-6096" y="124867"/>
                    <a:pt x="24384" y="75337"/>
                  </a:cubicBezTo>
                  <a:cubicBezTo>
                    <a:pt x="54864" y="26760"/>
                    <a:pt x="107252" y="-1815"/>
                    <a:pt x="165354" y="90"/>
                  </a:cubicBezTo>
                  <a:lnTo>
                    <a:pt x="1495044" y="46762"/>
                  </a:lnTo>
                  <a:cubicBezTo>
                    <a:pt x="1553147" y="48667"/>
                    <a:pt x="1603629" y="80100"/>
                    <a:pt x="1630299" y="131535"/>
                  </a:cubicBezTo>
                  <a:cubicBezTo>
                    <a:pt x="1656969" y="182970"/>
                    <a:pt x="1655064" y="242025"/>
                    <a:pt x="1624584" y="291555"/>
                  </a:cubicBezTo>
                  <a:lnTo>
                    <a:pt x="919734" y="1419315"/>
                  </a:lnTo>
                  <a:cubicBezTo>
                    <a:pt x="890206" y="1466940"/>
                    <a:pt x="839724" y="1494562"/>
                    <a:pt x="784479" y="1494562"/>
                  </a:cubicBezTo>
                  <a:close/>
                  <a:moveTo>
                    <a:pt x="158686" y="5805"/>
                  </a:moveTo>
                  <a:cubicBezTo>
                    <a:pt x="105347" y="5805"/>
                    <a:pt x="56769" y="32475"/>
                    <a:pt x="28194" y="78195"/>
                  </a:cubicBezTo>
                  <a:cubicBezTo>
                    <a:pt x="-1334" y="125820"/>
                    <a:pt x="-3239" y="182970"/>
                    <a:pt x="22479" y="232500"/>
                  </a:cubicBezTo>
                  <a:lnTo>
                    <a:pt x="22479" y="232500"/>
                  </a:lnTo>
                  <a:lnTo>
                    <a:pt x="647319" y="1406932"/>
                  </a:lnTo>
                  <a:cubicBezTo>
                    <a:pt x="673989" y="1456462"/>
                    <a:pt x="722567" y="1486942"/>
                    <a:pt x="777812" y="1488847"/>
                  </a:cubicBezTo>
                  <a:cubicBezTo>
                    <a:pt x="834009" y="1490752"/>
                    <a:pt x="884492" y="1464082"/>
                    <a:pt x="914019" y="1416457"/>
                  </a:cubicBezTo>
                  <a:lnTo>
                    <a:pt x="1618869" y="288697"/>
                  </a:lnTo>
                  <a:cubicBezTo>
                    <a:pt x="1648397" y="241072"/>
                    <a:pt x="1650302" y="183922"/>
                    <a:pt x="1624584" y="134392"/>
                  </a:cubicBezTo>
                  <a:cubicBezTo>
                    <a:pt x="1597914" y="84862"/>
                    <a:pt x="1549337" y="54382"/>
                    <a:pt x="1494092" y="52477"/>
                  </a:cubicBezTo>
                  <a:lnTo>
                    <a:pt x="164402" y="5805"/>
                  </a:lnTo>
                  <a:cubicBezTo>
                    <a:pt x="162497" y="5805"/>
                    <a:pt x="160592" y="5805"/>
                    <a:pt x="158686" y="5805"/>
                  </a:cubicBezTo>
                  <a:close/>
                </a:path>
              </a:pathLst>
            </a:custGeom>
            <a:grpFill/>
            <a:ln w="9525" cap="flat">
              <a:noFill/>
              <a:prstDash val="solid"/>
              <a:miter/>
            </a:ln>
          </p:spPr>
          <p:txBody>
            <a:bodyPr rtlCol="0" anchor="ctr"/>
            <a:lstStyle/>
            <a:p>
              <a:endParaRPr lang="en-US" sz="1272" dirty="0"/>
            </a:p>
          </p:txBody>
        </p:sp>
        <p:sp>
          <p:nvSpPr>
            <p:cNvPr id="77" name="Freeform: Shape 76">
              <a:extLst>
                <a:ext uri="{FF2B5EF4-FFF2-40B4-BE49-F238E27FC236}">
                  <a16:creationId xmlns:a16="http://schemas.microsoft.com/office/drawing/2014/main" id="{720519B8-1B86-435B-BE56-B5FAEAD39754}"/>
                </a:ext>
              </a:extLst>
            </p:cNvPr>
            <p:cNvSpPr/>
            <p:nvPr/>
          </p:nvSpPr>
          <p:spPr>
            <a:xfrm>
              <a:off x="5695335" y="2890984"/>
              <a:ext cx="1562058" cy="1634024"/>
            </a:xfrm>
            <a:custGeom>
              <a:avLst/>
              <a:gdLst>
                <a:gd name="connsiteX0" fmla="*/ 368597 w 1562058"/>
                <a:gd name="connsiteY0" fmla="*/ 1634025 h 1634024"/>
                <a:gd name="connsiteX1" fmla="*/ 310494 w 1562058"/>
                <a:gd name="connsiteY1" fmla="*/ 1623547 h 1634024"/>
                <a:gd name="connsiteX2" fmla="*/ 209529 w 1562058"/>
                <a:gd name="connsiteY2" fmla="*/ 1499722 h 1634024"/>
                <a:gd name="connsiteX3" fmla="*/ 1884 w 1562058"/>
                <a:gd name="connsiteY3" fmla="*/ 185272 h 1634024"/>
                <a:gd name="connsiteX4" fmla="*/ 59034 w 1562058"/>
                <a:gd name="connsiteY4" fmla="*/ 35730 h 1634024"/>
                <a:gd name="connsiteX5" fmla="*/ 217149 w 1562058"/>
                <a:gd name="connsiteY5" fmla="*/ 10965 h 1634024"/>
                <a:gd name="connsiteX6" fmla="*/ 1459210 w 1562058"/>
                <a:gd name="connsiteY6" fmla="*/ 488167 h 1634024"/>
                <a:gd name="connsiteX7" fmla="*/ 1560174 w 1562058"/>
                <a:gd name="connsiteY7" fmla="*/ 611992 h 1634024"/>
                <a:gd name="connsiteX8" fmla="*/ 1503024 w 1562058"/>
                <a:gd name="connsiteY8" fmla="*/ 761535 h 1634024"/>
                <a:gd name="connsiteX9" fmla="*/ 469562 w 1562058"/>
                <a:gd name="connsiteY9" fmla="*/ 1598782 h 1634024"/>
                <a:gd name="connsiteX10" fmla="*/ 368597 w 1562058"/>
                <a:gd name="connsiteY10" fmla="*/ 1634025 h 1634024"/>
                <a:gd name="connsiteX11" fmla="*/ 159047 w 1562058"/>
                <a:gd name="connsiteY11" fmla="*/ 5250 h 1634024"/>
                <a:gd name="connsiteX12" fmla="*/ 62844 w 1562058"/>
                <a:gd name="connsiteY12" fmla="*/ 39540 h 1634024"/>
                <a:gd name="connsiteX13" fmla="*/ 7599 w 1562058"/>
                <a:gd name="connsiteY13" fmla="*/ 183367 h 1634024"/>
                <a:gd name="connsiteX14" fmla="*/ 215244 w 1562058"/>
                <a:gd name="connsiteY14" fmla="*/ 1497818 h 1634024"/>
                <a:gd name="connsiteX15" fmla="*/ 312399 w 1562058"/>
                <a:gd name="connsiteY15" fmla="*/ 1617832 h 1634024"/>
                <a:gd name="connsiteX16" fmla="*/ 464799 w 1562058"/>
                <a:gd name="connsiteY16" fmla="*/ 1594020 h 1634024"/>
                <a:gd name="connsiteX17" fmla="*/ 1498262 w 1562058"/>
                <a:gd name="connsiteY17" fmla="*/ 756772 h 1634024"/>
                <a:gd name="connsiteX18" fmla="*/ 1553507 w 1562058"/>
                <a:gd name="connsiteY18" fmla="*/ 612945 h 1634024"/>
                <a:gd name="connsiteX19" fmla="*/ 1456352 w 1562058"/>
                <a:gd name="connsiteY19" fmla="*/ 492930 h 1634024"/>
                <a:gd name="connsiteX20" fmla="*/ 215244 w 1562058"/>
                <a:gd name="connsiteY20" fmla="*/ 15727 h 1634024"/>
                <a:gd name="connsiteX21" fmla="*/ 159047 w 1562058"/>
                <a:gd name="connsiteY21" fmla="*/ 5250 h 16340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2058" h="1634024">
                  <a:moveTo>
                    <a:pt x="368597" y="1634025"/>
                  </a:moveTo>
                  <a:cubicBezTo>
                    <a:pt x="349547" y="1634025"/>
                    <a:pt x="329544" y="1630215"/>
                    <a:pt x="310494" y="1623547"/>
                  </a:cubicBezTo>
                  <a:cubicBezTo>
                    <a:pt x="256202" y="1602593"/>
                    <a:pt x="219054" y="1556872"/>
                    <a:pt x="209529" y="1499722"/>
                  </a:cubicBezTo>
                  <a:lnTo>
                    <a:pt x="1884" y="185272"/>
                  </a:lnTo>
                  <a:cubicBezTo>
                    <a:pt x="-6688" y="128122"/>
                    <a:pt x="14267" y="72877"/>
                    <a:pt x="59034" y="35730"/>
                  </a:cubicBezTo>
                  <a:cubicBezTo>
                    <a:pt x="103802" y="-465"/>
                    <a:pt x="162857" y="-9990"/>
                    <a:pt x="217149" y="10965"/>
                  </a:cubicBezTo>
                  <a:lnTo>
                    <a:pt x="1459210" y="488167"/>
                  </a:lnTo>
                  <a:cubicBezTo>
                    <a:pt x="1513502" y="509122"/>
                    <a:pt x="1550649" y="554842"/>
                    <a:pt x="1560174" y="611992"/>
                  </a:cubicBezTo>
                  <a:cubicBezTo>
                    <a:pt x="1568747" y="669142"/>
                    <a:pt x="1547792" y="724387"/>
                    <a:pt x="1503024" y="761535"/>
                  </a:cubicBezTo>
                  <a:lnTo>
                    <a:pt x="469562" y="1598782"/>
                  </a:lnTo>
                  <a:cubicBezTo>
                    <a:pt x="439082" y="1621643"/>
                    <a:pt x="404792" y="1634025"/>
                    <a:pt x="368597" y="1634025"/>
                  </a:cubicBezTo>
                  <a:close/>
                  <a:moveTo>
                    <a:pt x="159047" y="5250"/>
                  </a:moveTo>
                  <a:cubicBezTo>
                    <a:pt x="124757" y="5250"/>
                    <a:pt x="90467" y="16680"/>
                    <a:pt x="62844" y="39540"/>
                  </a:cubicBezTo>
                  <a:cubicBezTo>
                    <a:pt x="19029" y="74782"/>
                    <a:pt x="-973" y="128122"/>
                    <a:pt x="7599" y="183367"/>
                  </a:cubicBezTo>
                  <a:lnTo>
                    <a:pt x="215244" y="1497818"/>
                  </a:lnTo>
                  <a:cubicBezTo>
                    <a:pt x="223817" y="1553062"/>
                    <a:pt x="260012" y="1597830"/>
                    <a:pt x="312399" y="1617832"/>
                  </a:cubicBezTo>
                  <a:cubicBezTo>
                    <a:pt x="364787" y="1637835"/>
                    <a:pt x="421937" y="1629262"/>
                    <a:pt x="464799" y="1594020"/>
                  </a:cubicBezTo>
                  <a:lnTo>
                    <a:pt x="1498262" y="756772"/>
                  </a:lnTo>
                  <a:cubicBezTo>
                    <a:pt x="1542077" y="721530"/>
                    <a:pt x="1562080" y="668190"/>
                    <a:pt x="1553507" y="612945"/>
                  </a:cubicBezTo>
                  <a:cubicBezTo>
                    <a:pt x="1544935" y="557700"/>
                    <a:pt x="1508740" y="512932"/>
                    <a:pt x="1456352" y="492930"/>
                  </a:cubicBezTo>
                  <a:lnTo>
                    <a:pt x="215244" y="15727"/>
                  </a:lnTo>
                  <a:cubicBezTo>
                    <a:pt x="197147" y="9060"/>
                    <a:pt x="178097" y="5250"/>
                    <a:pt x="159047" y="5250"/>
                  </a:cubicBezTo>
                  <a:close/>
                </a:path>
              </a:pathLst>
            </a:custGeom>
            <a:grpFill/>
            <a:ln w="9525" cap="flat">
              <a:noFill/>
              <a:prstDash val="solid"/>
              <a:miter/>
            </a:ln>
          </p:spPr>
          <p:txBody>
            <a:bodyPr rtlCol="0" anchor="ctr"/>
            <a:lstStyle/>
            <a:p>
              <a:endParaRPr lang="en-US" sz="1272" dirty="0"/>
            </a:p>
          </p:txBody>
        </p:sp>
        <p:sp>
          <p:nvSpPr>
            <p:cNvPr id="78" name="Freeform: Shape 77">
              <a:extLst>
                <a:ext uri="{FF2B5EF4-FFF2-40B4-BE49-F238E27FC236}">
                  <a16:creationId xmlns:a16="http://schemas.microsoft.com/office/drawing/2014/main" id="{DF83B222-A47F-44B5-9AB0-6ED40197E618}"/>
                </a:ext>
              </a:extLst>
            </p:cNvPr>
            <p:cNvSpPr/>
            <p:nvPr/>
          </p:nvSpPr>
          <p:spPr>
            <a:xfrm>
              <a:off x="5630741" y="2796715"/>
              <a:ext cx="1568373" cy="1631138"/>
            </a:xfrm>
            <a:custGeom>
              <a:avLst/>
              <a:gdLst>
                <a:gd name="connsiteX0" fmla="*/ 158870 w 1568373"/>
                <a:gd name="connsiteY0" fmla="*/ 1631139 h 1631138"/>
                <a:gd name="connsiteX1" fmla="*/ 56953 w 1568373"/>
                <a:gd name="connsiteY1" fmla="*/ 1593991 h 1631138"/>
                <a:gd name="connsiteX2" fmla="*/ 2660 w 1568373"/>
                <a:gd name="connsiteY2" fmla="*/ 1443496 h 1631138"/>
                <a:gd name="connsiteX3" fmla="*/ 232213 w 1568373"/>
                <a:gd name="connsiteY3" fmla="*/ 132856 h 1631138"/>
                <a:gd name="connsiteX4" fmla="*/ 335083 w 1568373"/>
                <a:gd name="connsiteY4" fmla="*/ 9984 h 1631138"/>
                <a:gd name="connsiteX5" fmla="*/ 492246 w 1568373"/>
                <a:gd name="connsiteY5" fmla="*/ 37606 h 1631138"/>
                <a:gd name="connsiteX6" fmla="*/ 1511421 w 1568373"/>
                <a:gd name="connsiteY6" fmla="*/ 892951 h 1631138"/>
                <a:gd name="connsiteX7" fmla="*/ 1565713 w 1568373"/>
                <a:gd name="connsiteY7" fmla="*/ 1043446 h 1631138"/>
                <a:gd name="connsiteX8" fmla="*/ 1462843 w 1568373"/>
                <a:gd name="connsiteY8" fmla="*/ 1166319 h 1631138"/>
                <a:gd name="connsiteX9" fmla="*/ 214116 w 1568373"/>
                <a:gd name="connsiteY9" fmla="*/ 1620662 h 1631138"/>
                <a:gd name="connsiteX10" fmla="*/ 158870 w 1568373"/>
                <a:gd name="connsiteY10" fmla="*/ 1631139 h 1631138"/>
                <a:gd name="connsiteX11" fmla="*/ 390328 w 1568373"/>
                <a:gd name="connsiteY11" fmla="*/ 6174 h 1631138"/>
                <a:gd name="connsiteX12" fmla="*/ 336988 w 1568373"/>
                <a:gd name="connsiteY12" fmla="*/ 15699 h 1631138"/>
                <a:gd name="connsiteX13" fmla="*/ 237928 w 1568373"/>
                <a:gd name="connsiteY13" fmla="*/ 133809 h 1631138"/>
                <a:gd name="connsiteX14" fmla="*/ 7423 w 1568373"/>
                <a:gd name="connsiteY14" fmla="*/ 1444449 h 1631138"/>
                <a:gd name="connsiteX15" fmla="*/ 59810 w 1568373"/>
                <a:gd name="connsiteY15" fmla="*/ 1589229 h 1631138"/>
                <a:gd name="connsiteX16" fmla="*/ 212210 w 1568373"/>
                <a:gd name="connsiteY16" fmla="*/ 1615899 h 1631138"/>
                <a:gd name="connsiteX17" fmla="*/ 1461891 w 1568373"/>
                <a:gd name="connsiteY17" fmla="*/ 1160604 h 1631138"/>
                <a:gd name="connsiteX18" fmla="*/ 1560951 w 1568373"/>
                <a:gd name="connsiteY18" fmla="*/ 1042494 h 1631138"/>
                <a:gd name="connsiteX19" fmla="*/ 1508563 w 1568373"/>
                <a:gd name="connsiteY19" fmla="*/ 897714 h 1631138"/>
                <a:gd name="connsiteX20" fmla="*/ 489388 w 1568373"/>
                <a:gd name="connsiteY20" fmla="*/ 42369 h 1631138"/>
                <a:gd name="connsiteX21" fmla="*/ 390328 w 1568373"/>
                <a:gd name="connsiteY21" fmla="*/ 6174 h 163113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68373" h="1631138">
                  <a:moveTo>
                    <a:pt x="158870" y="1631139"/>
                  </a:moveTo>
                  <a:cubicBezTo>
                    <a:pt x="121723" y="1631139"/>
                    <a:pt x="86481" y="1617804"/>
                    <a:pt x="56953" y="1593991"/>
                  </a:cubicBezTo>
                  <a:cubicBezTo>
                    <a:pt x="13138" y="1556844"/>
                    <a:pt x="-7817" y="1500646"/>
                    <a:pt x="2660" y="1443496"/>
                  </a:cubicBezTo>
                  <a:lnTo>
                    <a:pt x="232213" y="132856"/>
                  </a:lnTo>
                  <a:cubicBezTo>
                    <a:pt x="242691" y="75706"/>
                    <a:pt x="280791" y="29986"/>
                    <a:pt x="335083" y="9984"/>
                  </a:cubicBezTo>
                  <a:cubicBezTo>
                    <a:pt x="389375" y="-10019"/>
                    <a:pt x="448431" y="459"/>
                    <a:pt x="492246" y="37606"/>
                  </a:cubicBezTo>
                  <a:lnTo>
                    <a:pt x="1511421" y="892951"/>
                  </a:lnTo>
                  <a:cubicBezTo>
                    <a:pt x="1555236" y="930099"/>
                    <a:pt x="1576191" y="986296"/>
                    <a:pt x="1565713" y="1043446"/>
                  </a:cubicBezTo>
                  <a:cubicBezTo>
                    <a:pt x="1555236" y="1100596"/>
                    <a:pt x="1517136" y="1146316"/>
                    <a:pt x="1462843" y="1166319"/>
                  </a:cubicBezTo>
                  <a:lnTo>
                    <a:pt x="214116" y="1620662"/>
                  </a:lnTo>
                  <a:cubicBezTo>
                    <a:pt x="196018" y="1627329"/>
                    <a:pt x="176968" y="1631139"/>
                    <a:pt x="158870" y="1631139"/>
                  </a:cubicBezTo>
                  <a:close/>
                  <a:moveTo>
                    <a:pt x="390328" y="6174"/>
                  </a:moveTo>
                  <a:cubicBezTo>
                    <a:pt x="372231" y="6174"/>
                    <a:pt x="354133" y="9031"/>
                    <a:pt x="336988" y="15699"/>
                  </a:cubicBezTo>
                  <a:cubicBezTo>
                    <a:pt x="284600" y="34749"/>
                    <a:pt x="247453" y="78564"/>
                    <a:pt x="237928" y="133809"/>
                  </a:cubicBezTo>
                  <a:lnTo>
                    <a:pt x="7423" y="1444449"/>
                  </a:lnTo>
                  <a:cubicBezTo>
                    <a:pt x="-2102" y="1499694"/>
                    <a:pt x="17900" y="1553987"/>
                    <a:pt x="59810" y="1589229"/>
                  </a:cubicBezTo>
                  <a:cubicBezTo>
                    <a:pt x="102673" y="1625424"/>
                    <a:pt x="159823" y="1634949"/>
                    <a:pt x="212210" y="1615899"/>
                  </a:cubicBezTo>
                  <a:lnTo>
                    <a:pt x="1461891" y="1160604"/>
                  </a:lnTo>
                  <a:cubicBezTo>
                    <a:pt x="1514278" y="1141554"/>
                    <a:pt x="1551426" y="1097739"/>
                    <a:pt x="1560951" y="1042494"/>
                  </a:cubicBezTo>
                  <a:cubicBezTo>
                    <a:pt x="1570476" y="987249"/>
                    <a:pt x="1550473" y="932956"/>
                    <a:pt x="1508563" y="897714"/>
                  </a:cubicBezTo>
                  <a:lnTo>
                    <a:pt x="489388" y="42369"/>
                  </a:lnTo>
                  <a:cubicBezTo>
                    <a:pt x="460813" y="18556"/>
                    <a:pt x="426523" y="6174"/>
                    <a:pt x="390328" y="6174"/>
                  </a:cubicBezTo>
                  <a:close/>
                </a:path>
              </a:pathLst>
            </a:custGeom>
            <a:grpFill/>
            <a:ln w="9525" cap="flat">
              <a:noFill/>
              <a:prstDash val="solid"/>
              <a:miter/>
            </a:ln>
          </p:spPr>
          <p:txBody>
            <a:bodyPr rtlCol="0" anchor="ctr"/>
            <a:lstStyle/>
            <a:p>
              <a:endParaRPr lang="en-US" sz="1272" dirty="0"/>
            </a:p>
          </p:txBody>
        </p:sp>
        <p:sp>
          <p:nvSpPr>
            <p:cNvPr id="79" name="Freeform: Shape 78">
              <a:extLst>
                <a:ext uri="{FF2B5EF4-FFF2-40B4-BE49-F238E27FC236}">
                  <a16:creationId xmlns:a16="http://schemas.microsoft.com/office/drawing/2014/main" id="{589A001D-6C7B-4022-B9DE-F83CEC98FE10}"/>
                </a:ext>
              </a:extLst>
            </p:cNvPr>
            <p:cNvSpPr/>
            <p:nvPr/>
          </p:nvSpPr>
          <p:spPr>
            <a:xfrm>
              <a:off x="5402873" y="2763813"/>
              <a:ext cx="1649777" cy="1482113"/>
            </a:xfrm>
            <a:custGeom>
              <a:avLst/>
              <a:gdLst>
                <a:gd name="connsiteX0" fmla="*/ 160044 w 1649777"/>
                <a:gd name="connsiteY0" fmla="*/ 1482113 h 1482113"/>
                <a:gd name="connsiteX1" fmla="*/ 22884 w 1649777"/>
                <a:gd name="connsiteY1" fmla="*/ 1404961 h 1482113"/>
                <a:gd name="connsiteX2" fmla="*/ 20026 w 1649777"/>
                <a:gd name="connsiteY2" fmla="*/ 1244941 h 1482113"/>
                <a:gd name="connsiteX3" fmla="*/ 664869 w 1649777"/>
                <a:gd name="connsiteY3" fmla="*/ 81938 h 1482113"/>
                <a:gd name="connsiteX4" fmla="*/ 667726 w 1649777"/>
                <a:gd name="connsiteY4" fmla="*/ 82891 h 1482113"/>
                <a:gd name="connsiteX5" fmla="*/ 664869 w 1649777"/>
                <a:gd name="connsiteY5" fmla="*/ 81938 h 1482113"/>
                <a:gd name="connsiteX6" fmla="*/ 802029 w 1649777"/>
                <a:gd name="connsiteY6" fmla="*/ 23 h 1482113"/>
                <a:gd name="connsiteX7" fmla="*/ 942046 w 1649777"/>
                <a:gd name="connsiteY7" fmla="*/ 77176 h 1482113"/>
                <a:gd name="connsiteX8" fmla="*/ 1626894 w 1649777"/>
                <a:gd name="connsiteY8" fmla="*/ 1217318 h 1482113"/>
                <a:gd name="connsiteX9" fmla="*/ 1629751 w 1649777"/>
                <a:gd name="connsiteY9" fmla="*/ 1377338 h 1482113"/>
                <a:gd name="connsiteX10" fmla="*/ 1492591 w 1649777"/>
                <a:gd name="connsiteY10" fmla="*/ 1459253 h 1482113"/>
                <a:gd name="connsiteX11" fmla="*/ 161949 w 1649777"/>
                <a:gd name="connsiteY11" fmla="*/ 1482113 h 1482113"/>
                <a:gd name="connsiteX12" fmla="*/ 160044 w 1649777"/>
                <a:gd name="connsiteY12" fmla="*/ 1482113 h 1482113"/>
                <a:gd name="connsiteX13" fmla="*/ 804886 w 1649777"/>
                <a:gd name="connsiteY13" fmla="*/ 4786 h 1482113"/>
                <a:gd name="connsiteX14" fmla="*/ 802029 w 1649777"/>
                <a:gd name="connsiteY14" fmla="*/ 4786 h 1482113"/>
                <a:gd name="connsiteX15" fmla="*/ 669631 w 1649777"/>
                <a:gd name="connsiteY15" fmla="*/ 83843 h 1482113"/>
                <a:gd name="connsiteX16" fmla="*/ 24789 w 1649777"/>
                <a:gd name="connsiteY16" fmla="*/ 1247798 h 1482113"/>
                <a:gd name="connsiteX17" fmla="*/ 27646 w 1649777"/>
                <a:gd name="connsiteY17" fmla="*/ 1402103 h 1482113"/>
                <a:gd name="connsiteX18" fmla="*/ 162901 w 1649777"/>
                <a:gd name="connsiteY18" fmla="*/ 1477351 h 1482113"/>
                <a:gd name="connsiteX19" fmla="*/ 1493544 w 1649777"/>
                <a:gd name="connsiteY19" fmla="*/ 1454491 h 1482113"/>
                <a:gd name="connsiteX20" fmla="*/ 1625941 w 1649777"/>
                <a:gd name="connsiteY20" fmla="*/ 1375433 h 1482113"/>
                <a:gd name="connsiteX21" fmla="*/ 1623084 w 1649777"/>
                <a:gd name="connsiteY21" fmla="*/ 1221128 h 1482113"/>
                <a:gd name="connsiteX22" fmla="*/ 937284 w 1649777"/>
                <a:gd name="connsiteY22" fmla="*/ 79081 h 1482113"/>
                <a:gd name="connsiteX23" fmla="*/ 804886 w 1649777"/>
                <a:gd name="connsiteY23" fmla="*/ 4786 h 14821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49777" h="1482113">
                  <a:moveTo>
                    <a:pt x="160044" y="1482113"/>
                  </a:moveTo>
                  <a:cubicBezTo>
                    <a:pt x="103846" y="1482113"/>
                    <a:pt x="52411" y="1453538"/>
                    <a:pt x="22884" y="1404961"/>
                  </a:cubicBezTo>
                  <a:cubicBezTo>
                    <a:pt x="-6644" y="1355431"/>
                    <a:pt x="-7596" y="1295423"/>
                    <a:pt x="20026" y="1244941"/>
                  </a:cubicBezTo>
                  <a:lnTo>
                    <a:pt x="664869" y="81938"/>
                  </a:lnTo>
                  <a:lnTo>
                    <a:pt x="667726" y="82891"/>
                  </a:lnTo>
                  <a:lnTo>
                    <a:pt x="664869" y="81938"/>
                  </a:lnTo>
                  <a:cubicBezTo>
                    <a:pt x="692491" y="31456"/>
                    <a:pt x="743926" y="976"/>
                    <a:pt x="802029" y="23"/>
                  </a:cubicBezTo>
                  <a:cubicBezTo>
                    <a:pt x="859179" y="-929"/>
                    <a:pt x="912519" y="27646"/>
                    <a:pt x="942046" y="77176"/>
                  </a:cubicBezTo>
                  <a:lnTo>
                    <a:pt x="1626894" y="1217318"/>
                  </a:lnTo>
                  <a:cubicBezTo>
                    <a:pt x="1656421" y="1266848"/>
                    <a:pt x="1657374" y="1326856"/>
                    <a:pt x="1629751" y="1377338"/>
                  </a:cubicBezTo>
                  <a:cubicBezTo>
                    <a:pt x="1602129" y="1427821"/>
                    <a:pt x="1550694" y="1458301"/>
                    <a:pt x="1492591" y="1459253"/>
                  </a:cubicBezTo>
                  <a:lnTo>
                    <a:pt x="161949" y="1482113"/>
                  </a:lnTo>
                  <a:cubicBezTo>
                    <a:pt x="161949" y="1482113"/>
                    <a:pt x="160996" y="1482113"/>
                    <a:pt x="160044" y="1482113"/>
                  </a:cubicBezTo>
                  <a:close/>
                  <a:moveTo>
                    <a:pt x="804886" y="4786"/>
                  </a:moveTo>
                  <a:cubicBezTo>
                    <a:pt x="803934" y="4786"/>
                    <a:pt x="802981" y="4786"/>
                    <a:pt x="802029" y="4786"/>
                  </a:cubicBezTo>
                  <a:cubicBezTo>
                    <a:pt x="745831" y="5738"/>
                    <a:pt x="697254" y="35266"/>
                    <a:pt x="669631" y="83843"/>
                  </a:cubicBezTo>
                  <a:lnTo>
                    <a:pt x="24789" y="1247798"/>
                  </a:lnTo>
                  <a:cubicBezTo>
                    <a:pt x="-1881" y="1296376"/>
                    <a:pt x="-929" y="1354478"/>
                    <a:pt x="27646" y="1402103"/>
                  </a:cubicBezTo>
                  <a:cubicBezTo>
                    <a:pt x="56221" y="1449728"/>
                    <a:pt x="106704" y="1478303"/>
                    <a:pt x="162901" y="1477351"/>
                  </a:cubicBezTo>
                  <a:lnTo>
                    <a:pt x="1493544" y="1454491"/>
                  </a:lnTo>
                  <a:cubicBezTo>
                    <a:pt x="1549741" y="1453538"/>
                    <a:pt x="1598319" y="1424011"/>
                    <a:pt x="1625941" y="1375433"/>
                  </a:cubicBezTo>
                  <a:cubicBezTo>
                    <a:pt x="1652611" y="1326856"/>
                    <a:pt x="1651659" y="1268753"/>
                    <a:pt x="1623084" y="1221128"/>
                  </a:cubicBezTo>
                  <a:lnTo>
                    <a:pt x="937284" y="79081"/>
                  </a:lnTo>
                  <a:cubicBezTo>
                    <a:pt x="908709" y="32408"/>
                    <a:pt x="860131" y="4786"/>
                    <a:pt x="804886" y="4786"/>
                  </a:cubicBezTo>
                  <a:close/>
                </a:path>
              </a:pathLst>
            </a:custGeom>
            <a:grpFill/>
            <a:ln w="9525" cap="flat">
              <a:noFill/>
              <a:prstDash val="solid"/>
              <a:miter/>
            </a:ln>
          </p:spPr>
          <p:txBody>
            <a:bodyPr rtlCol="0" anchor="ctr"/>
            <a:lstStyle/>
            <a:p>
              <a:endParaRPr lang="en-US" sz="1272" dirty="0"/>
            </a:p>
          </p:txBody>
        </p:sp>
        <p:sp>
          <p:nvSpPr>
            <p:cNvPr id="80" name="Freeform: Shape 79">
              <a:extLst>
                <a:ext uri="{FF2B5EF4-FFF2-40B4-BE49-F238E27FC236}">
                  <a16:creationId xmlns:a16="http://schemas.microsoft.com/office/drawing/2014/main" id="{5DCC5C22-8F39-4F71-91FB-71155D0A374F}"/>
                </a:ext>
              </a:extLst>
            </p:cNvPr>
            <p:cNvSpPr/>
            <p:nvPr/>
          </p:nvSpPr>
          <p:spPr>
            <a:xfrm>
              <a:off x="5247730" y="2789965"/>
              <a:ext cx="1584777" cy="1622649"/>
            </a:xfrm>
            <a:custGeom>
              <a:avLst/>
              <a:gdLst>
                <a:gd name="connsiteX0" fmla="*/ 1425801 w 1584777"/>
                <a:gd name="connsiteY0" fmla="*/ 1622649 h 1622649"/>
                <a:gd name="connsiteX1" fmla="*/ 1375319 w 1584777"/>
                <a:gd name="connsiteY1" fmla="*/ 1615029 h 1622649"/>
                <a:gd name="connsiteX2" fmla="*/ 110399 w 1584777"/>
                <a:gd name="connsiteY2" fmla="*/ 1203549 h 1622649"/>
                <a:gd name="connsiteX3" fmla="*/ 3719 w 1584777"/>
                <a:gd name="connsiteY3" fmla="*/ 1084487 h 1622649"/>
                <a:gd name="connsiteX4" fmla="*/ 53249 w 1584777"/>
                <a:gd name="connsiteY4" fmla="*/ 932087 h 1622649"/>
                <a:gd name="connsiteX5" fmla="*/ 1041944 w 1584777"/>
                <a:gd name="connsiteY5" fmla="*/ 41499 h 1622649"/>
                <a:gd name="connsiteX6" fmla="*/ 1043849 w 1584777"/>
                <a:gd name="connsiteY6" fmla="*/ 43404 h 1622649"/>
                <a:gd name="connsiteX7" fmla="*/ 1041944 w 1584777"/>
                <a:gd name="connsiteY7" fmla="*/ 41499 h 1622649"/>
                <a:gd name="connsiteX8" fmla="*/ 1198154 w 1584777"/>
                <a:gd name="connsiteY8" fmla="*/ 8162 h 1622649"/>
                <a:gd name="connsiteX9" fmla="*/ 1304834 w 1584777"/>
                <a:gd name="connsiteY9" fmla="*/ 127224 h 1622649"/>
                <a:gd name="connsiteX10" fmla="*/ 1581059 w 1584777"/>
                <a:gd name="connsiteY10" fmla="*/ 1428339 h 1622649"/>
                <a:gd name="connsiteX11" fmla="*/ 1531529 w 1584777"/>
                <a:gd name="connsiteY11" fmla="*/ 1580739 h 1622649"/>
                <a:gd name="connsiteX12" fmla="*/ 1425801 w 1584777"/>
                <a:gd name="connsiteY12" fmla="*/ 1622649 h 1622649"/>
                <a:gd name="connsiteX13" fmla="*/ 1147671 w 1584777"/>
                <a:gd name="connsiteY13" fmla="*/ 6257 h 1622649"/>
                <a:gd name="connsiteX14" fmla="*/ 1044801 w 1584777"/>
                <a:gd name="connsiteY14" fmla="*/ 46262 h 1622649"/>
                <a:gd name="connsiteX15" fmla="*/ 56106 w 1584777"/>
                <a:gd name="connsiteY15" fmla="*/ 936849 h 1622649"/>
                <a:gd name="connsiteX16" fmla="*/ 8481 w 1584777"/>
                <a:gd name="connsiteY16" fmla="*/ 1083534 h 1622649"/>
                <a:gd name="connsiteX17" fmla="*/ 111351 w 1584777"/>
                <a:gd name="connsiteY17" fmla="*/ 1197834 h 1622649"/>
                <a:gd name="connsiteX18" fmla="*/ 1376272 w 1584777"/>
                <a:gd name="connsiteY18" fmla="*/ 1609314 h 1622649"/>
                <a:gd name="connsiteX19" fmla="*/ 1526766 w 1584777"/>
                <a:gd name="connsiteY19" fmla="*/ 1576929 h 1622649"/>
                <a:gd name="connsiteX20" fmla="*/ 1574391 w 1584777"/>
                <a:gd name="connsiteY20" fmla="*/ 1430244 h 1622649"/>
                <a:gd name="connsiteX21" fmla="*/ 1298166 w 1584777"/>
                <a:gd name="connsiteY21" fmla="*/ 129129 h 1622649"/>
                <a:gd name="connsiteX22" fmla="*/ 1195297 w 1584777"/>
                <a:gd name="connsiteY22" fmla="*/ 14829 h 1622649"/>
                <a:gd name="connsiteX23" fmla="*/ 1147671 w 1584777"/>
                <a:gd name="connsiteY23" fmla="*/ 6257 h 162264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584777" h="1622649">
                  <a:moveTo>
                    <a:pt x="1425801" y="1622649"/>
                  </a:moveTo>
                  <a:cubicBezTo>
                    <a:pt x="1409609" y="1622649"/>
                    <a:pt x="1392464" y="1619792"/>
                    <a:pt x="1375319" y="1615029"/>
                  </a:cubicBezTo>
                  <a:lnTo>
                    <a:pt x="110399" y="1203549"/>
                  </a:lnTo>
                  <a:cubicBezTo>
                    <a:pt x="55154" y="1185452"/>
                    <a:pt x="15149" y="1141637"/>
                    <a:pt x="3719" y="1084487"/>
                  </a:cubicBezTo>
                  <a:cubicBezTo>
                    <a:pt x="-8664" y="1028289"/>
                    <a:pt x="10386" y="971139"/>
                    <a:pt x="53249" y="932087"/>
                  </a:cubicBezTo>
                  <a:lnTo>
                    <a:pt x="1041944" y="41499"/>
                  </a:lnTo>
                  <a:lnTo>
                    <a:pt x="1043849" y="43404"/>
                  </a:lnTo>
                  <a:lnTo>
                    <a:pt x="1041944" y="41499"/>
                  </a:lnTo>
                  <a:cubicBezTo>
                    <a:pt x="1084806" y="2447"/>
                    <a:pt x="1142909" y="-9936"/>
                    <a:pt x="1198154" y="8162"/>
                  </a:cubicBezTo>
                  <a:cubicBezTo>
                    <a:pt x="1253399" y="26259"/>
                    <a:pt x="1293404" y="70074"/>
                    <a:pt x="1304834" y="127224"/>
                  </a:cubicBezTo>
                  <a:lnTo>
                    <a:pt x="1581059" y="1428339"/>
                  </a:lnTo>
                  <a:cubicBezTo>
                    <a:pt x="1593441" y="1484537"/>
                    <a:pt x="1574391" y="1541687"/>
                    <a:pt x="1531529" y="1580739"/>
                  </a:cubicBezTo>
                  <a:cubicBezTo>
                    <a:pt x="1502001" y="1608362"/>
                    <a:pt x="1463901" y="1622649"/>
                    <a:pt x="1425801" y="1622649"/>
                  </a:cubicBezTo>
                  <a:close/>
                  <a:moveTo>
                    <a:pt x="1147671" y="6257"/>
                  </a:moveTo>
                  <a:cubicBezTo>
                    <a:pt x="1110524" y="6257"/>
                    <a:pt x="1074329" y="19592"/>
                    <a:pt x="1044801" y="46262"/>
                  </a:cubicBezTo>
                  <a:lnTo>
                    <a:pt x="56106" y="936849"/>
                  </a:lnTo>
                  <a:cubicBezTo>
                    <a:pt x="14196" y="973997"/>
                    <a:pt x="-2949" y="1029242"/>
                    <a:pt x="8481" y="1083534"/>
                  </a:cubicBezTo>
                  <a:cubicBezTo>
                    <a:pt x="19911" y="1137827"/>
                    <a:pt x="58964" y="1180689"/>
                    <a:pt x="111351" y="1197834"/>
                  </a:cubicBezTo>
                  <a:lnTo>
                    <a:pt x="1376272" y="1609314"/>
                  </a:lnTo>
                  <a:cubicBezTo>
                    <a:pt x="1429611" y="1626459"/>
                    <a:pt x="1485809" y="1615029"/>
                    <a:pt x="1526766" y="1576929"/>
                  </a:cubicBezTo>
                  <a:cubicBezTo>
                    <a:pt x="1568676" y="1539782"/>
                    <a:pt x="1585822" y="1484537"/>
                    <a:pt x="1574391" y="1430244"/>
                  </a:cubicBezTo>
                  <a:lnTo>
                    <a:pt x="1298166" y="129129"/>
                  </a:lnTo>
                  <a:cubicBezTo>
                    <a:pt x="1286736" y="74837"/>
                    <a:pt x="1247684" y="31974"/>
                    <a:pt x="1195297" y="14829"/>
                  </a:cubicBezTo>
                  <a:cubicBezTo>
                    <a:pt x="1180056" y="9114"/>
                    <a:pt x="1163864" y="6257"/>
                    <a:pt x="1147671" y="6257"/>
                  </a:cubicBezTo>
                  <a:close/>
                </a:path>
              </a:pathLst>
            </a:custGeom>
            <a:grpFill/>
            <a:ln w="9525" cap="flat">
              <a:noFill/>
              <a:prstDash val="solid"/>
              <a:miter/>
            </a:ln>
          </p:spPr>
          <p:txBody>
            <a:bodyPr rtlCol="0" anchor="ctr"/>
            <a:lstStyle/>
            <a:p>
              <a:endParaRPr lang="en-US" sz="1272" dirty="0"/>
            </a:p>
          </p:txBody>
        </p:sp>
        <p:sp>
          <p:nvSpPr>
            <p:cNvPr id="81" name="Freeform: Shape 80">
              <a:extLst>
                <a:ext uri="{FF2B5EF4-FFF2-40B4-BE49-F238E27FC236}">
                  <a16:creationId xmlns:a16="http://schemas.microsoft.com/office/drawing/2014/main" id="{0ABDA59A-625F-451E-BBC5-4F89B8E5CA51}"/>
                </a:ext>
              </a:extLst>
            </p:cNvPr>
            <p:cNvSpPr/>
            <p:nvPr/>
          </p:nvSpPr>
          <p:spPr>
            <a:xfrm>
              <a:off x="5179859" y="2878404"/>
              <a:ext cx="1545260" cy="1640889"/>
            </a:xfrm>
            <a:custGeom>
              <a:avLst/>
              <a:gdLst>
                <a:gd name="connsiteX0" fmla="*/ 1222210 w 1545260"/>
                <a:gd name="connsiteY0" fmla="*/ 1640890 h 1640889"/>
                <a:gd name="connsiteX1" fmla="*/ 1126008 w 1545260"/>
                <a:gd name="connsiteY1" fmla="*/ 1608505 h 1640889"/>
                <a:gd name="connsiteX2" fmla="*/ 63970 w 1545260"/>
                <a:gd name="connsiteY2" fmla="*/ 807452 h 1640889"/>
                <a:gd name="connsiteX3" fmla="*/ 1105 w 1545260"/>
                <a:gd name="connsiteY3" fmla="*/ 660767 h 1640889"/>
                <a:gd name="connsiteX4" fmla="*/ 97308 w 1545260"/>
                <a:gd name="connsiteY4" fmla="*/ 533132 h 1640889"/>
                <a:gd name="connsiteX5" fmla="*/ 1322223 w 1545260"/>
                <a:gd name="connsiteY5" fmla="*/ 13067 h 1640889"/>
                <a:gd name="connsiteX6" fmla="*/ 1481290 w 1545260"/>
                <a:gd name="connsiteY6" fmla="*/ 32117 h 1640889"/>
                <a:gd name="connsiteX7" fmla="*/ 1544155 w 1545260"/>
                <a:gd name="connsiteY7" fmla="*/ 178802 h 1640889"/>
                <a:gd name="connsiteX8" fmla="*/ 1382230 w 1545260"/>
                <a:gd name="connsiteY8" fmla="*/ 1498967 h 1640889"/>
                <a:gd name="connsiteX9" fmla="*/ 1286028 w 1545260"/>
                <a:gd name="connsiteY9" fmla="*/ 1626602 h 1640889"/>
                <a:gd name="connsiteX10" fmla="*/ 1222210 w 1545260"/>
                <a:gd name="connsiteY10" fmla="*/ 1640890 h 1640889"/>
                <a:gd name="connsiteX11" fmla="*/ 1323175 w 1545260"/>
                <a:gd name="connsiteY11" fmla="*/ 15925 h 1640889"/>
                <a:gd name="connsiteX12" fmla="*/ 1324128 w 1545260"/>
                <a:gd name="connsiteY12" fmla="*/ 18782 h 1640889"/>
                <a:gd name="connsiteX13" fmla="*/ 100165 w 1545260"/>
                <a:gd name="connsiteY13" fmla="*/ 537895 h 1640889"/>
                <a:gd name="connsiteX14" fmla="*/ 6820 w 1545260"/>
                <a:gd name="connsiteY14" fmla="*/ 660767 h 1640889"/>
                <a:gd name="connsiteX15" fmla="*/ 66828 w 1545260"/>
                <a:gd name="connsiteY15" fmla="*/ 803642 h 1640889"/>
                <a:gd name="connsiteX16" fmla="*/ 1128865 w 1545260"/>
                <a:gd name="connsiteY16" fmla="*/ 1604695 h 1640889"/>
                <a:gd name="connsiteX17" fmla="*/ 1282218 w 1545260"/>
                <a:gd name="connsiteY17" fmla="*/ 1623745 h 1640889"/>
                <a:gd name="connsiteX18" fmla="*/ 1375563 w 1545260"/>
                <a:gd name="connsiteY18" fmla="*/ 1500872 h 1640889"/>
                <a:gd name="connsiteX19" fmla="*/ 1537488 w 1545260"/>
                <a:gd name="connsiteY19" fmla="*/ 180707 h 1640889"/>
                <a:gd name="connsiteX20" fmla="*/ 1477480 w 1545260"/>
                <a:gd name="connsiteY20" fmla="*/ 38785 h 1640889"/>
                <a:gd name="connsiteX21" fmla="*/ 1324128 w 1545260"/>
                <a:gd name="connsiteY21" fmla="*/ 19735 h 1640889"/>
                <a:gd name="connsiteX22" fmla="*/ 1323175 w 1545260"/>
                <a:gd name="connsiteY22" fmla="*/ 15925 h 16408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5260" h="1640889">
                  <a:moveTo>
                    <a:pt x="1222210" y="1640890"/>
                  </a:moveTo>
                  <a:cubicBezTo>
                    <a:pt x="1187920" y="1640890"/>
                    <a:pt x="1154583" y="1629460"/>
                    <a:pt x="1126008" y="1608505"/>
                  </a:cubicBezTo>
                  <a:lnTo>
                    <a:pt x="63970" y="807452"/>
                  </a:lnTo>
                  <a:cubicBezTo>
                    <a:pt x="18250" y="772210"/>
                    <a:pt x="-5562" y="717917"/>
                    <a:pt x="1105" y="660767"/>
                  </a:cubicBezTo>
                  <a:cubicBezTo>
                    <a:pt x="7773" y="603617"/>
                    <a:pt x="43968" y="555992"/>
                    <a:pt x="97308" y="533132"/>
                  </a:cubicBezTo>
                  <a:lnTo>
                    <a:pt x="1322223" y="13067"/>
                  </a:lnTo>
                  <a:cubicBezTo>
                    <a:pt x="1375563" y="-9793"/>
                    <a:pt x="1434618" y="-2173"/>
                    <a:pt x="1481290" y="32117"/>
                  </a:cubicBezTo>
                  <a:cubicBezTo>
                    <a:pt x="1527010" y="67360"/>
                    <a:pt x="1550823" y="121652"/>
                    <a:pt x="1544155" y="178802"/>
                  </a:cubicBezTo>
                  <a:lnTo>
                    <a:pt x="1382230" y="1498967"/>
                  </a:lnTo>
                  <a:cubicBezTo>
                    <a:pt x="1375563" y="1556117"/>
                    <a:pt x="1339368" y="1603742"/>
                    <a:pt x="1286028" y="1626602"/>
                  </a:cubicBezTo>
                  <a:cubicBezTo>
                    <a:pt x="1264120" y="1636127"/>
                    <a:pt x="1243165" y="1640890"/>
                    <a:pt x="1222210" y="1640890"/>
                  </a:cubicBezTo>
                  <a:close/>
                  <a:moveTo>
                    <a:pt x="1323175" y="15925"/>
                  </a:moveTo>
                  <a:lnTo>
                    <a:pt x="1324128" y="18782"/>
                  </a:lnTo>
                  <a:lnTo>
                    <a:pt x="100165" y="537895"/>
                  </a:lnTo>
                  <a:cubicBezTo>
                    <a:pt x="48730" y="559802"/>
                    <a:pt x="14440" y="605522"/>
                    <a:pt x="6820" y="660767"/>
                  </a:cubicBezTo>
                  <a:cubicBezTo>
                    <a:pt x="153" y="716965"/>
                    <a:pt x="23013" y="769352"/>
                    <a:pt x="66828" y="803642"/>
                  </a:cubicBezTo>
                  <a:lnTo>
                    <a:pt x="1128865" y="1604695"/>
                  </a:lnTo>
                  <a:cubicBezTo>
                    <a:pt x="1173633" y="1638032"/>
                    <a:pt x="1230783" y="1645652"/>
                    <a:pt x="1282218" y="1623745"/>
                  </a:cubicBezTo>
                  <a:cubicBezTo>
                    <a:pt x="1333653" y="1601837"/>
                    <a:pt x="1367943" y="1556117"/>
                    <a:pt x="1375563" y="1500872"/>
                  </a:cubicBezTo>
                  <a:lnTo>
                    <a:pt x="1537488" y="180707"/>
                  </a:lnTo>
                  <a:cubicBezTo>
                    <a:pt x="1544155" y="125462"/>
                    <a:pt x="1521295" y="72122"/>
                    <a:pt x="1477480" y="38785"/>
                  </a:cubicBezTo>
                  <a:cubicBezTo>
                    <a:pt x="1432713" y="5447"/>
                    <a:pt x="1375563" y="-2173"/>
                    <a:pt x="1324128" y="19735"/>
                  </a:cubicBezTo>
                  <a:lnTo>
                    <a:pt x="1323175" y="15925"/>
                  </a:lnTo>
                  <a:close/>
                </a:path>
              </a:pathLst>
            </a:custGeom>
            <a:grpFill/>
            <a:ln w="9525" cap="flat">
              <a:noFill/>
              <a:prstDash val="solid"/>
              <a:miter/>
            </a:ln>
          </p:spPr>
          <p:txBody>
            <a:bodyPr rtlCol="0" anchor="ctr"/>
            <a:lstStyle/>
            <a:p>
              <a:endParaRPr lang="en-US" sz="1272" dirty="0"/>
            </a:p>
          </p:txBody>
        </p:sp>
        <p:sp>
          <p:nvSpPr>
            <p:cNvPr id="82" name="Freeform: Shape 81">
              <a:extLst>
                <a:ext uri="{FF2B5EF4-FFF2-40B4-BE49-F238E27FC236}">
                  <a16:creationId xmlns:a16="http://schemas.microsoft.com/office/drawing/2014/main" id="{8FF37886-1883-475A-9E61-5E78DBBEDDAE}"/>
                </a:ext>
              </a:extLst>
            </p:cNvPr>
            <p:cNvSpPr/>
            <p:nvPr/>
          </p:nvSpPr>
          <p:spPr>
            <a:xfrm>
              <a:off x="5208682" y="3017783"/>
              <a:ext cx="1646681" cy="1514845"/>
            </a:xfrm>
            <a:custGeom>
              <a:avLst/>
              <a:gdLst>
                <a:gd name="connsiteX0" fmla="*/ 902875 w 1646681"/>
                <a:gd name="connsiteY0" fmla="*/ 1514846 h 1514845"/>
                <a:gd name="connsiteX1" fmla="*/ 770477 w 1646681"/>
                <a:gd name="connsiteY1" fmla="*/ 1444361 h 1514845"/>
                <a:gd name="connsiteX2" fmla="*/ 27527 w 1646681"/>
                <a:gd name="connsiteY2" fmla="*/ 341366 h 1514845"/>
                <a:gd name="connsiteX3" fmla="*/ 16097 w 1646681"/>
                <a:gd name="connsiteY3" fmla="*/ 182298 h 1514845"/>
                <a:gd name="connsiteX4" fmla="*/ 148495 w 1646681"/>
                <a:gd name="connsiteY4" fmla="*/ 92763 h 1514845"/>
                <a:gd name="connsiteX5" fmla="*/ 1475327 w 1646681"/>
                <a:gd name="connsiteY5" fmla="*/ 371 h 1514845"/>
                <a:gd name="connsiteX6" fmla="*/ 1619155 w 1646681"/>
                <a:gd name="connsiteY6" fmla="*/ 70856 h 1514845"/>
                <a:gd name="connsiteX7" fmla="*/ 1630585 w 1646681"/>
                <a:gd name="connsiteY7" fmla="*/ 229923 h 1514845"/>
                <a:gd name="connsiteX8" fmla="*/ 1047655 w 1646681"/>
                <a:gd name="connsiteY8" fmla="*/ 1424358 h 1514845"/>
                <a:gd name="connsiteX9" fmla="*/ 915257 w 1646681"/>
                <a:gd name="connsiteY9" fmla="*/ 1513893 h 1514845"/>
                <a:gd name="connsiteX10" fmla="*/ 902875 w 1646681"/>
                <a:gd name="connsiteY10" fmla="*/ 1514846 h 1514845"/>
                <a:gd name="connsiteX11" fmla="*/ 1475327 w 1646681"/>
                <a:gd name="connsiteY11" fmla="*/ 2276 h 1514845"/>
                <a:gd name="connsiteX12" fmla="*/ 1475327 w 1646681"/>
                <a:gd name="connsiteY12" fmla="*/ 5133 h 1514845"/>
                <a:gd name="connsiteX13" fmla="*/ 148495 w 1646681"/>
                <a:gd name="connsiteY13" fmla="*/ 97526 h 1514845"/>
                <a:gd name="connsiteX14" fmla="*/ 20860 w 1646681"/>
                <a:gd name="connsiteY14" fmla="*/ 184203 h 1514845"/>
                <a:gd name="connsiteX15" fmla="*/ 31337 w 1646681"/>
                <a:gd name="connsiteY15" fmla="*/ 338508 h 1514845"/>
                <a:gd name="connsiteX16" fmla="*/ 775240 w 1646681"/>
                <a:gd name="connsiteY16" fmla="*/ 1441503 h 1514845"/>
                <a:gd name="connsiteX17" fmla="*/ 914305 w 1646681"/>
                <a:gd name="connsiteY17" fmla="*/ 1509131 h 1514845"/>
                <a:gd name="connsiteX18" fmla="*/ 1041940 w 1646681"/>
                <a:gd name="connsiteY18" fmla="*/ 1422453 h 1514845"/>
                <a:gd name="connsiteX19" fmla="*/ 1624870 w 1646681"/>
                <a:gd name="connsiteY19" fmla="*/ 227066 h 1514845"/>
                <a:gd name="connsiteX20" fmla="*/ 1614392 w 1646681"/>
                <a:gd name="connsiteY20" fmla="*/ 72761 h 1514845"/>
                <a:gd name="connsiteX21" fmla="*/ 1475327 w 1646681"/>
                <a:gd name="connsiteY21" fmla="*/ 5133 h 1514845"/>
                <a:gd name="connsiteX22" fmla="*/ 1475327 w 1646681"/>
                <a:gd name="connsiteY22" fmla="*/ 2276 h 1514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6681" h="1514845">
                  <a:moveTo>
                    <a:pt x="902875" y="1514846"/>
                  </a:moveTo>
                  <a:cubicBezTo>
                    <a:pt x="849535" y="1514846"/>
                    <a:pt x="800957" y="1489128"/>
                    <a:pt x="770477" y="1444361"/>
                  </a:cubicBezTo>
                  <a:lnTo>
                    <a:pt x="27527" y="341366"/>
                  </a:lnTo>
                  <a:cubicBezTo>
                    <a:pt x="-4858" y="293741"/>
                    <a:pt x="-8668" y="233733"/>
                    <a:pt x="16097" y="182298"/>
                  </a:cubicBezTo>
                  <a:cubicBezTo>
                    <a:pt x="41815" y="129911"/>
                    <a:pt x="91345" y="96573"/>
                    <a:pt x="148495" y="92763"/>
                  </a:cubicBezTo>
                  <a:lnTo>
                    <a:pt x="1475327" y="371"/>
                  </a:lnTo>
                  <a:cubicBezTo>
                    <a:pt x="1533430" y="-3439"/>
                    <a:pt x="1586770" y="22278"/>
                    <a:pt x="1619155" y="70856"/>
                  </a:cubicBezTo>
                  <a:cubicBezTo>
                    <a:pt x="1651540" y="118481"/>
                    <a:pt x="1655350" y="178488"/>
                    <a:pt x="1630585" y="229923"/>
                  </a:cubicBezTo>
                  <a:lnTo>
                    <a:pt x="1047655" y="1424358"/>
                  </a:lnTo>
                  <a:cubicBezTo>
                    <a:pt x="1021937" y="1476746"/>
                    <a:pt x="972407" y="1510083"/>
                    <a:pt x="915257" y="1513893"/>
                  </a:cubicBezTo>
                  <a:cubicBezTo>
                    <a:pt x="910495" y="1513893"/>
                    <a:pt x="906685" y="1514846"/>
                    <a:pt x="902875" y="1514846"/>
                  </a:cubicBezTo>
                  <a:close/>
                  <a:moveTo>
                    <a:pt x="1475327" y="2276"/>
                  </a:moveTo>
                  <a:lnTo>
                    <a:pt x="1475327" y="5133"/>
                  </a:lnTo>
                  <a:lnTo>
                    <a:pt x="148495" y="97526"/>
                  </a:lnTo>
                  <a:cubicBezTo>
                    <a:pt x="93250" y="101336"/>
                    <a:pt x="45625" y="133720"/>
                    <a:pt x="20860" y="184203"/>
                  </a:cubicBezTo>
                  <a:cubicBezTo>
                    <a:pt x="-3905" y="234686"/>
                    <a:pt x="857" y="291836"/>
                    <a:pt x="31337" y="338508"/>
                  </a:cubicBezTo>
                  <a:lnTo>
                    <a:pt x="775240" y="1441503"/>
                  </a:lnTo>
                  <a:cubicBezTo>
                    <a:pt x="806672" y="1488176"/>
                    <a:pt x="858107" y="1512941"/>
                    <a:pt x="914305" y="1509131"/>
                  </a:cubicBezTo>
                  <a:cubicBezTo>
                    <a:pt x="969550" y="1505321"/>
                    <a:pt x="1018127" y="1472936"/>
                    <a:pt x="1041940" y="1422453"/>
                  </a:cubicBezTo>
                  <a:lnTo>
                    <a:pt x="1624870" y="227066"/>
                  </a:lnTo>
                  <a:cubicBezTo>
                    <a:pt x="1649635" y="176583"/>
                    <a:pt x="1644872" y="119433"/>
                    <a:pt x="1614392" y="72761"/>
                  </a:cubicBezTo>
                  <a:cubicBezTo>
                    <a:pt x="1582960" y="26088"/>
                    <a:pt x="1531525" y="1323"/>
                    <a:pt x="1475327" y="5133"/>
                  </a:cubicBezTo>
                  <a:lnTo>
                    <a:pt x="1475327" y="2276"/>
                  </a:lnTo>
                  <a:close/>
                </a:path>
              </a:pathLst>
            </a:custGeom>
            <a:grpFill/>
            <a:ln w="9525" cap="flat">
              <a:noFill/>
              <a:prstDash val="solid"/>
              <a:miter/>
            </a:ln>
          </p:spPr>
          <p:txBody>
            <a:bodyPr rtlCol="0" anchor="ctr"/>
            <a:lstStyle/>
            <a:p>
              <a:endParaRPr lang="en-US" sz="1272" dirty="0"/>
            </a:p>
          </p:txBody>
        </p:sp>
        <p:sp>
          <p:nvSpPr>
            <p:cNvPr id="83" name="Freeform: Shape 82">
              <a:extLst>
                <a:ext uri="{FF2B5EF4-FFF2-40B4-BE49-F238E27FC236}">
                  <a16:creationId xmlns:a16="http://schemas.microsoft.com/office/drawing/2014/main" id="{798377FB-665F-4899-86A8-48FF769AC164}"/>
                </a:ext>
              </a:extLst>
            </p:cNvPr>
            <p:cNvSpPr/>
            <p:nvPr/>
          </p:nvSpPr>
          <p:spPr>
            <a:xfrm>
              <a:off x="5329614" y="2845675"/>
              <a:ext cx="1604843" cy="1605039"/>
            </a:xfrm>
            <a:custGeom>
              <a:avLst/>
              <a:gdLst>
                <a:gd name="connsiteX0" fmla="*/ 504765 w 1604843"/>
                <a:gd name="connsiteY0" fmla="*/ 1605039 h 1605039"/>
                <a:gd name="connsiteX1" fmla="*/ 462856 w 1604843"/>
                <a:gd name="connsiteY1" fmla="*/ 1599324 h 1605039"/>
                <a:gd name="connsiteX2" fmla="*/ 349508 w 1604843"/>
                <a:gd name="connsiteY2" fmla="*/ 1485977 h 1605039"/>
                <a:gd name="connsiteX3" fmla="*/ 5655 w 1604843"/>
                <a:gd name="connsiteY3" fmla="*/ 201054 h 1605039"/>
                <a:gd name="connsiteX4" fmla="*/ 46613 w 1604843"/>
                <a:gd name="connsiteY4" fmla="*/ 46749 h 1605039"/>
                <a:gd name="connsiteX5" fmla="*/ 200918 w 1604843"/>
                <a:gd name="connsiteY5" fmla="*/ 5792 h 1605039"/>
                <a:gd name="connsiteX6" fmla="*/ 1485841 w 1604843"/>
                <a:gd name="connsiteY6" fmla="*/ 350597 h 1605039"/>
                <a:gd name="connsiteX7" fmla="*/ 1599188 w 1604843"/>
                <a:gd name="connsiteY7" fmla="*/ 463944 h 1605039"/>
                <a:gd name="connsiteX8" fmla="*/ 1558231 w 1604843"/>
                <a:gd name="connsiteY8" fmla="*/ 618249 h 1605039"/>
                <a:gd name="connsiteX9" fmla="*/ 617161 w 1604843"/>
                <a:gd name="connsiteY9" fmla="*/ 1559319 h 1605039"/>
                <a:gd name="connsiteX10" fmla="*/ 504765 w 1604843"/>
                <a:gd name="connsiteY10" fmla="*/ 1605039 h 1605039"/>
                <a:gd name="connsiteX11" fmla="*/ 159008 w 1604843"/>
                <a:gd name="connsiteY11" fmla="*/ 4839 h 1605039"/>
                <a:gd name="connsiteX12" fmla="*/ 50423 w 1604843"/>
                <a:gd name="connsiteY12" fmla="*/ 50559 h 1605039"/>
                <a:gd name="connsiteX13" fmla="*/ 10418 w 1604843"/>
                <a:gd name="connsiteY13" fmla="*/ 200102 h 1605039"/>
                <a:gd name="connsiteX14" fmla="*/ 355223 w 1604843"/>
                <a:gd name="connsiteY14" fmla="*/ 1485024 h 1605039"/>
                <a:gd name="connsiteX15" fmla="*/ 464760 w 1604843"/>
                <a:gd name="connsiteY15" fmla="*/ 1594562 h 1605039"/>
                <a:gd name="connsiteX16" fmla="*/ 614303 w 1604843"/>
                <a:gd name="connsiteY16" fmla="*/ 1554557 h 1605039"/>
                <a:gd name="connsiteX17" fmla="*/ 1555373 w 1604843"/>
                <a:gd name="connsiteY17" fmla="*/ 613487 h 1605039"/>
                <a:gd name="connsiteX18" fmla="*/ 1595378 w 1604843"/>
                <a:gd name="connsiteY18" fmla="*/ 463944 h 1605039"/>
                <a:gd name="connsiteX19" fmla="*/ 1485841 w 1604843"/>
                <a:gd name="connsiteY19" fmla="*/ 354407 h 1605039"/>
                <a:gd name="connsiteX20" fmla="*/ 199965 w 1604843"/>
                <a:gd name="connsiteY20" fmla="*/ 10554 h 1605039"/>
                <a:gd name="connsiteX21" fmla="*/ 159008 w 1604843"/>
                <a:gd name="connsiteY21" fmla="*/ 4839 h 1605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04843" h="1605039">
                  <a:moveTo>
                    <a:pt x="504765" y="1605039"/>
                  </a:moveTo>
                  <a:cubicBezTo>
                    <a:pt x="490478" y="1605039"/>
                    <a:pt x="477143" y="1603134"/>
                    <a:pt x="462856" y="1599324"/>
                  </a:cubicBezTo>
                  <a:cubicBezTo>
                    <a:pt x="406658" y="1584084"/>
                    <a:pt x="364748" y="1542174"/>
                    <a:pt x="349508" y="1485977"/>
                  </a:cubicBezTo>
                  <a:lnTo>
                    <a:pt x="5655" y="201054"/>
                  </a:lnTo>
                  <a:cubicBezTo>
                    <a:pt x="-9585" y="144857"/>
                    <a:pt x="6608" y="87707"/>
                    <a:pt x="46613" y="46749"/>
                  </a:cubicBezTo>
                  <a:cubicBezTo>
                    <a:pt x="87570" y="5792"/>
                    <a:pt x="144720" y="-9448"/>
                    <a:pt x="200918" y="5792"/>
                  </a:cubicBezTo>
                  <a:lnTo>
                    <a:pt x="1485841" y="350597"/>
                  </a:lnTo>
                  <a:cubicBezTo>
                    <a:pt x="1542038" y="365837"/>
                    <a:pt x="1583948" y="407747"/>
                    <a:pt x="1599188" y="463944"/>
                  </a:cubicBezTo>
                  <a:cubicBezTo>
                    <a:pt x="1614428" y="520142"/>
                    <a:pt x="1598236" y="577292"/>
                    <a:pt x="1558231" y="618249"/>
                  </a:cubicBezTo>
                  <a:lnTo>
                    <a:pt x="617161" y="1559319"/>
                  </a:lnTo>
                  <a:cubicBezTo>
                    <a:pt x="586681" y="1588847"/>
                    <a:pt x="546675" y="1605039"/>
                    <a:pt x="504765" y="1605039"/>
                  </a:cubicBezTo>
                  <a:close/>
                  <a:moveTo>
                    <a:pt x="159008" y="4839"/>
                  </a:moveTo>
                  <a:cubicBezTo>
                    <a:pt x="119003" y="4839"/>
                    <a:pt x="79950" y="21032"/>
                    <a:pt x="50423" y="50559"/>
                  </a:cubicBezTo>
                  <a:cubicBezTo>
                    <a:pt x="11370" y="89612"/>
                    <a:pt x="-3870" y="145809"/>
                    <a:pt x="10418" y="200102"/>
                  </a:cubicBezTo>
                  <a:lnTo>
                    <a:pt x="355223" y="1485024"/>
                  </a:lnTo>
                  <a:cubicBezTo>
                    <a:pt x="369510" y="1539317"/>
                    <a:pt x="410468" y="1579322"/>
                    <a:pt x="464760" y="1594562"/>
                  </a:cubicBezTo>
                  <a:cubicBezTo>
                    <a:pt x="519053" y="1608849"/>
                    <a:pt x="574298" y="1593609"/>
                    <a:pt x="614303" y="1554557"/>
                  </a:cubicBezTo>
                  <a:lnTo>
                    <a:pt x="1555373" y="613487"/>
                  </a:lnTo>
                  <a:cubicBezTo>
                    <a:pt x="1594426" y="574434"/>
                    <a:pt x="1609666" y="518237"/>
                    <a:pt x="1595378" y="463944"/>
                  </a:cubicBezTo>
                  <a:cubicBezTo>
                    <a:pt x="1581091" y="409652"/>
                    <a:pt x="1540133" y="369647"/>
                    <a:pt x="1485841" y="354407"/>
                  </a:cubicBezTo>
                  <a:lnTo>
                    <a:pt x="199965" y="10554"/>
                  </a:lnTo>
                  <a:cubicBezTo>
                    <a:pt x="185678" y="6744"/>
                    <a:pt x="172343" y="4839"/>
                    <a:pt x="159008" y="4839"/>
                  </a:cubicBezTo>
                  <a:close/>
                </a:path>
              </a:pathLst>
            </a:custGeom>
            <a:grpFill/>
            <a:ln w="9525" cap="flat">
              <a:noFill/>
              <a:prstDash val="solid"/>
              <a:miter/>
            </a:ln>
          </p:spPr>
          <p:txBody>
            <a:bodyPr rtlCol="0" anchor="ctr"/>
            <a:lstStyle/>
            <a:p>
              <a:endParaRPr lang="en-US" sz="1272" dirty="0"/>
            </a:p>
          </p:txBody>
        </p:sp>
        <p:sp>
          <p:nvSpPr>
            <p:cNvPr id="84" name="Freeform: Shape 83">
              <a:extLst>
                <a:ext uri="{FF2B5EF4-FFF2-40B4-BE49-F238E27FC236}">
                  <a16:creationId xmlns:a16="http://schemas.microsoft.com/office/drawing/2014/main" id="{A1B6E554-C7FE-437C-B43A-26461DDBED1D}"/>
                </a:ext>
              </a:extLst>
            </p:cNvPr>
            <p:cNvSpPr/>
            <p:nvPr/>
          </p:nvSpPr>
          <p:spPr>
            <a:xfrm>
              <a:off x="5435874" y="2634946"/>
              <a:ext cx="1515194" cy="1647175"/>
            </a:xfrm>
            <a:custGeom>
              <a:avLst/>
              <a:gdLst>
                <a:gd name="connsiteX0" fmla="*/ 160380 w 1515194"/>
                <a:gd name="connsiteY0" fmla="*/ 1647176 h 1647175"/>
                <a:gd name="connsiteX1" fmla="*/ 70845 w 1515194"/>
                <a:gd name="connsiteY1" fmla="*/ 1619553 h 1647175"/>
                <a:gd name="connsiteX2" fmla="*/ 360 w 1515194"/>
                <a:gd name="connsiteY2" fmla="*/ 1475726 h 1647175"/>
                <a:gd name="connsiteX3" fmla="*/ 92752 w 1515194"/>
                <a:gd name="connsiteY3" fmla="*/ 148893 h 1647175"/>
                <a:gd name="connsiteX4" fmla="*/ 182287 w 1515194"/>
                <a:gd name="connsiteY4" fmla="*/ 16496 h 1647175"/>
                <a:gd name="connsiteX5" fmla="*/ 341355 w 1515194"/>
                <a:gd name="connsiteY5" fmla="*/ 27926 h 1647175"/>
                <a:gd name="connsiteX6" fmla="*/ 1444350 w 1515194"/>
                <a:gd name="connsiteY6" fmla="*/ 771828 h 1647175"/>
                <a:gd name="connsiteX7" fmla="*/ 1514835 w 1515194"/>
                <a:gd name="connsiteY7" fmla="*/ 915656 h 1647175"/>
                <a:gd name="connsiteX8" fmla="*/ 1425300 w 1515194"/>
                <a:gd name="connsiteY8" fmla="*/ 1048053 h 1647175"/>
                <a:gd name="connsiteX9" fmla="*/ 230865 w 1515194"/>
                <a:gd name="connsiteY9" fmla="*/ 1630983 h 1647175"/>
                <a:gd name="connsiteX10" fmla="*/ 160380 w 1515194"/>
                <a:gd name="connsiteY10" fmla="*/ 1647176 h 1647175"/>
                <a:gd name="connsiteX11" fmla="*/ 253725 w 1515194"/>
                <a:gd name="connsiteY11" fmla="*/ 5066 h 1647175"/>
                <a:gd name="connsiteX12" fmla="*/ 186097 w 1515194"/>
                <a:gd name="connsiteY12" fmla="*/ 21258 h 1647175"/>
                <a:gd name="connsiteX13" fmla="*/ 99420 w 1515194"/>
                <a:gd name="connsiteY13" fmla="*/ 148893 h 1647175"/>
                <a:gd name="connsiteX14" fmla="*/ 7027 w 1515194"/>
                <a:gd name="connsiteY14" fmla="*/ 1475726 h 1647175"/>
                <a:gd name="connsiteX15" fmla="*/ 74655 w 1515194"/>
                <a:gd name="connsiteY15" fmla="*/ 1614791 h 1647175"/>
                <a:gd name="connsiteX16" fmla="*/ 228960 w 1515194"/>
                <a:gd name="connsiteY16" fmla="*/ 1625268 h 1647175"/>
                <a:gd name="connsiteX17" fmla="*/ 1424347 w 1515194"/>
                <a:gd name="connsiteY17" fmla="*/ 1042338 h 1647175"/>
                <a:gd name="connsiteX18" fmla="*/ 1511025 w 1515194"/>
                <a:gd name="connsiteY18" fmla="*/ 914703 h 1647175"/>
                <a:gd name="connsiteX19" fmla="*/ 1443397 w 1515194"/>
                <a:gd name="connsiteY19" fmla="*/ 775638 h 1647175"/>
                <a:gd name="connsiteX20" fmla="*/ 340402 w 1515194"/>
                <a:gd name="connsiteY20" fmla="*/ 31736 h 1647175"/>
                <a:gd name="connsiteX21" fmla="*/ 253725 w 1515194"/>
                <a:gd name="connsiteY21" fmla="*/ 5066 h 16471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15194" h="1647175">
                  <a:moveTo>
                    <a:pt x="160380" y="1647176"/>
                  </a:moveTo>
                  <a:cubicBezTo>
                    <a:pt x="128947" y="1647176"/>
                    <a:pt x="98467" y="1637651"/>
                    <a:pt x="70845" y="1619553"/>
                  </a:cubicBezTo>
                  <a:cubicBezTo>
                    <a:pt x="23220" y="1587168"/>
                    <a:pt x="-3450" y="1533828"/>
                    <a:pt x="360" y="1475726"/>
                  </a:cubicBezTo>
                  <a:lnTo>
                    <a:pt x="92752" y="148893"/>
                  </a:lnTo>
                  <a:cubicBezTo>
                    <a:pt x="96562" y="90791"/>
                    <a:pt x="129900" y="41261"/>
                    <a:pt x="182287" y="16496"/>
                  </a:cubicBezTo>
                  <a:cubicBezTo>
                    <a:pt x="234675" y="-9222"/>
                    <a:pt x="293730" y="-4459"/>
                    <a:pt x="341355" y="27926"/>
                  </a:cubicBezTo>
                  <a:lnTo>
                    <a:pt x="1444350" y="771828"/>
                  </a:lnTo>
                  <a:cubicBezTo>
                    <a:pt x="1491975" y="804213"/>
                    <a:pt x="1518645" y="857553"/>
                    <a:pt x="1514835" y="915656"/>
                  </a:cubicBezTo>
                  <a:cubicBezTo>
                    <a:pt x="1511025" y="973758"/>
                    <a:pt x="1477687" y="1023288"/>
                    <a:pt x="1425300" y="1048053"/>
                  </a:cubicBezTo>
                  <a:lnTo>
                    <a:pt x="230865" y="1630983"/>
                  </a:lnTo>
                  <a:cubicBezTo>
                    <a:pt x="208005" y="1641461"/>
                    <a:pt x="184192" y="1647176"/>
                    <a:pt x="160380" y="1647176"/>
                  </a:cubicBezTo>
                  <a:close/>
                  <a:moveTo>
                    <a:pt x="253725" y="5066"/>
                  </a:moveTo>
                  <a:cubicBezTo>
                    <a:pt x="230865" y="5066"/>
                    <a:pt x="208005" y="10781"/>
                    <a:pt x="186097" y="21258"/>
                  </a:cubicBezTo>
                  <a:cubicBezTo>
                    <a:pt x="135615" y="46023"/>
                    <a:pt x="103230" y="93648"/>
                    <a:pt x="99420" y="148893"/>
                  </a:cubicBezTo>
                  <a:lnTo>
                    <a:pt x="7027" y="1475726"/>
                  </a:lnTo>
                  <a:cubicBezTo>
                    <a:pt x="3217" y="1530971"/>
                    <a:pt x="27982" y="1583358"/>
                    <a:pt x="74655" y="1614791"/>
                  </a:cubicBezTo>
                  <a:cubicBezTo>
                    <a:pt x="121327" y="1646223"/>
                    <a:pt x="178477" y="1650033"/>
                    <a:pt x="228960" y="1625268"/>
                  </a:cubicBezTo>
                  <a:lnTo>
                    <a:pt x="1424347" y="1042338"/>
                  </a:lnTo>
                  <a:cubicBezTo>
                    <a:pt x="1474830" y="1017573"/>
                    <a:pt x="1507215" y="969948"/>
                    <a:pt x="1511025" y="914703"/>
                  </a:cubicBezTo>
                  <a:cubicBezTo>
                    <a:pt x="1514835" y="859458"/>
                    <a:pt x="1490070" y="807071"/>
                    <a:pt x="1443397" y="775638"/>
                  </a:cubicBezTo>
                  <a:lnTo>
                    <a:pt x="340402" y="31736"/>
                  </a:lnTo>
                  <a:cubicBezTo>
                    <a:pt x="313732" y="14591"/>
                    <a:pt x="284205" y="5066"/>
                    <a:pt x="253725" y="5066"/>
                  </a:cubicBezTo>
                  <a:close/>
                </a:path>
              </a:pathLst>
            </a:custGeom>
            <a:grpFill/>
            <a:ln w="9525" cap="flat">
              <a:noFill/>
              <a:prstDash val="solid"/>
              <a:miter/>
            </a:ln>
          </p:spPr>
          <p:txBody>
            <a:bodyPr rtlCol="0" anchor="ctr"/>
            <a:lstStyle/>
            <a:p>
              <a:endParaRPr lang="en-US" sz="1272" dirty="0"/>
            </a:p>
          </p:txBody>
        </p:sp>
        <p:sp>
          <p:nvSpPr>
            <p:cNvPr id="85" name="Freeform: Shape 84">
              <a:extLst>
                <a:ext uri="{FF2B5EF4-FFF2-40B4-BE49-F238E27FC236}">
                  <a16:creationId xmlns:a16="http://schemas.microsoft.com/office/drawing/2014/main" id="{6916078A-4E6C-4B1D-8F43-B3F2605CCBBA}"/>
                </a:ext>
              </a:extLst>
            </p:cNvPr>
            <p:cNvSpPr/>
            <p:nvPr/>
          </p:nvSpPr>
          <p:spPr>
            <a:xfrm>
              <a:off x="5267647" y="2501714"/>
              <a:ext cx="1640193" cy="1544187"/>
            </a:xfrm>
            <a:custGeom>
              <a:avLst/>
              <a:gdLst>
                <a:gd name="connsiteX0" fmla="*/ 159062 w 1640193"/>
                <a:gd name="connsiteY0" fmla="*/ 1544188 h 1544187"/>
                <a:gd name="connsiteX1" fmla="*/ 32379 w 1640193"/>
                <a:gd name="connsiteY1" fmla="*/ 1480370 h 1544187"/>
                <a:gd name="connsiteX2" fmla="*/ 13329 w 1640193"/>
                <a:gd name="connsiteY2" fmla="*/ 1321303 h 1544187"/>
                <a:gd name="connsiteX3" fmla="*/ 532442 w 1640193"/>
                <a:gd name="connsiteY3" fmla="*/ 97340 h 1544187"/>
                <a:gd name="connsiteX4" fmla="*/ 660077 w 1640193"/>
                <a:gd name="connsiteY4" fmla="*/ 1138 h 1544187"/>
                <a:gd name="connsiteX5" fmla="*/ 806762 w 1640193"/>
                <a:gd name="connsiteY5" fmla="*/ 64003 h 1544187"/>
                <a:gd name="connsiteX6" fmla="*/ 1607814 w 1640193"/>
                <a:gd name="connsiteY6" fmla="*/ 1126040 h 1544187"/>
                <a:gd name="connsiteX7" fmla="*/ 1626864 w 1640193"/>
                <a:gd name="connsiteY7" fmla="*/ 1285108 h 1544187"/>
                <a:gd name="connsiteX8" fmla="*/ 1499229 w 1640193"/>
                <a:gd name="connsiteY8" fmla="*/ 1381310 h 1544187"/>
                <a:gd name="connsiteX9" fmla="*/ 179064 w 1640193"/>
                <a:gd name="connsiteY9" fmla="*/ 1543235 h 1544187"/>
                <a:gd name="connsiteX10" fmla="*/ 159062 w 1640193"/>
                <a:gd name="connsiteY10" fmla="*/ 1544188 h 1544187"/>
                <a:gd name="connsiteX11" fmla="*/ 680079 w 1640193"/>
                <a:gd name="connsiteY11" fmla="*/ 4948 h 1544187"/>
                <a:gd name="connsiteX12" fmla="*/ 661029 w 1640193"/>
                <a:gd name="connsiteY12" fmla="*/ 5900 h 1544187"/>
                <a:gd name="connsiteX13" fmla="*/ 538157 w 1640193"/>
                <a:gd name="connsiteY13" fmla="*/ 99245 h 1544187"/>
                <a:gd name="connsiteX14" fmla="*/ 18092 w 1640193"/>
                <a:gd name="connsiteY14" fmla="*/ 1324160 h 1544187"/>
                <a:gd name="connsiteX15" fmla="*/ 37142 w 1640193"/>
                <a:gd name="connsiteY15" fmla="*/ 1477513 h 1544187"/>
                <a:gd name="connsiteX16" fmla="*/ 179064 w 1640193"/>
                <a:gd name="connsiteY16" fmla="*/ 1537520 h 1544187"/>
                <a:gd name="connsiteX17" fmla="*/ 1499229 w 1640193"/>
                <a:gd name="connsiteY17" fmla="*/ 1375595 h 1544187"/>
                <a:gd name="connsiteX18" fmla="*/ 1622102 w 1640193"/>
                <a:gd name="connsiteY18" fmla="*/ 1282250 h 1544187"/>
                <a:gd name="connsiteX19" fmla="*/ 1603052 w 1640193"/>
                <a:gd name="connsiteY19" fmla="*/ 1128898 h 1544187"/>
                <a:gd name="connsiteX20" fmla="*/ 802952 w 1640193"/>
                <a:gd name="connsiteY20" fmla="*/ 66860 h 1544187"/>
                <a:gd name="connsiteX21" fmla="*/ 680079 w 1640193"/>
                <a:gd name="connsiteY21" fmla="*/ 4948 h 154418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0193" h="1544187">
                  <a:moveTo>
                    <a:pt x="159062" y="1544188"/>
                  </a:moveTo>
                  <a:cubicBezTo>
                    <a:pt x="109532" y="1544188"/>
                    <a:pt x="62859" y="1521328"/>
                    <a:pt x="32379" y="1480370"/>
                  </a:cubicBezTo>
                  <a:cubicBezTo>
                    <a:pt x="-2863" y="1434650"/>
                    <a:pt x="-9531" y="1374643"/>
                    <a:pt x="13329" y="1321303"/>
                  </a:cubicBezTo>
                  <a:lnTo>
                    <a:pt x="532442" y="97340"/>
                  </a:lnTo>
                  <a:cubicBezTo>
                    <a:pt x="555302" y="44000"/>
                    <a:pt x="602927" y="7805"/>
                    <a:pt x="660077" y="1138"/>
                  </a:cubicBezTo>
                  <a:cubicBezTo>
                    <a:pt x="717227" y="-5530"/>
                    <a:pt x="772472" y="17330"/>
                    <a:pt x="806762" y="64003"/>
                  </a:cubicBezTo>
                  <a:lnTo>
                    <a:pt x="1607814" y="1126040"/>
                  </a:lnTo>
                  <a:cubicBezTo>
                    <a:pt x="1643057" y="1171760"/>
                    <a:pt x="1649724" y="1231768"/>
                    <a:pt x="1626864" y="1285108"/>
                  </a:cubicBezTo>
                  <a:cubicBezTo>
                    <a:pt x="1604004" y="1338448"/>
                    <a:pt x="1556379" y="1374643"/>
                    <a:pt x="1499229" y="1381310"/>
                  </a:cubicBezTo>
                  <a:lnTo>
                    <a:pt x="179064" y="1543235"/>
                  </a:lnTo>
                  <a:cubicBezTo>
                    <a:pt x="172397" y="1544188"/>
                    <a:pt x="165729" y="1544188"/>
                    <a:pt x="159062" y="1544188"/>
                  </a:cubicBezTo>
                  <a:close/>
                  <a:moveTo>
                    <a:pt x="680079" y="4948"/>
                  </a:moveTo>
                  <a:cubicBezTo>
                    <a:pt x="673412" y="4948"/>
                    <a:pt x="666744" y="4948"/>
                    <a:pt x="661029" y="5900"/>
                  </a:cubicBezTo>
                  <a:cubicBezTo>
                    <a:pt x="605784" y="12568"/>
                    <a:pt x="559112" y="47810"/>
                    <a:pt x="538157" y="99245"/>
                  </a:cubicBezTo>
                  <a:lnTo>
                    <a:pt x="18092" y="1324160"/>
                  </a:lnTo>
                  <a:cubicBezTo>
                    <a:pt x="-3816" y="1375595"/>
                    <a:pt x="2852" y="1432745"/>
                    <a:pt x="37142" y="1477513"/>
                  </a:cubicBezTo>
                  <a:cubicBezTo>
                    <a:pt x="70479" y="1522280"/>
                    <a:pt x="123819" y="1544188"/>
                    <a:pt x="179064" y="1537520"/>
                  </a:cubicBezTo>
                  <a:lnTo>
                    <a:pt x="1499229" y="1375595"/>
                  </a:lnTo>
                  <a:cubicBezTo>
                    <a:pt x="1554474" y="1368928"/>
                    <a:pt x="1601147" y="1333685"/>
                    <a:pt x="1622102" y="1282250"/>
                  </a:cubicBezTo>
                  <a:cubicBezTo>
                    <a:pt x="1644009" y="1230815"/>
                    <a:pt x="1637342" y="1173665"/>
                    <a:pt x="1603052" y="1128898"/>
                  </a:cubicBezTo>
                  <a:lnTo>
                    <a:pt x="802952" y="66860"/>
                  </a:lnTo>
                  <a:cubicBezTo>
                    <a:pt x="773424" y="27808"/>
                    <a:pt x="728657" y="4948"/>
                    <a:pt x="680079" y="4948"/>
                  </a:cubicBezTo>
                  <a:close/>
                </a:path>
              </a:pathLst>
            </a:custGeom>
            <a:grpFill/>
            <a:ln w="9525" cap="flat">
              <a:noFill/>
              <a:prstDash val="solid"/>
              <a:miter/>
            </a:ln>
          </p:spPr>
          <p:txBody>
            <a:bodyPr rtlCol="0" anchor="ctr"/>
            <a:lstStyle/>
            <a:p>
              <a:endParaRPr lang="en-US" sz="1272" dirty="0"/>
            </a:p>
          </p:txBody>
        </p:sp>
        <p:sp>
          <p:nvSpPr>
            <p:cNvPr id="86" name="Freeform: Shape 85">
              <a:extLst>
                <a:ext uri="{FF2B5EF4-FFF2-40B4-BE49-F238E27FC236}">
                  <a16:creationId xmlns:a16="http://schemas.microsoft.com/office/drawing/2014/main" id="{870BEE33-905A-44A9-86EB-CC160AFE1010}"/>
                </a:ext>
              </a:extLst>
            </p:cNvPr>
            <p:cNvSpPr/>
            <p:nvPr/>
          </p:nvSpPr>
          <p:spPr>
            <a:xfrm>
              <a:off x="5184232" y="2459493"/>
              <a:ext cx="1623190" cy="1584503"/>
            </a:xfrm>
            <a:custGeom>
              <a:avLst/>
              <a:gdLst>
                <a:gd name="connsiteX0" fmla="*/ 1462629 w 1623190"/>
                <a:gd name="connsiteY0" fmla="*/ 1584504 h 1584503"/>
                <a:gd name="connsiteX1" fmla="*/ 1428339 w 1623190"/>
                <a:gd name="connsiteY1" fmla="*/ 1580694 h 1584503"/>
                <a:gd name="connsiteX2" fmla="*/ 127224 w 1623190"/>
                <a:gd name="connsiteY2" fmla="*/ 1304469 h 1584503"/>
                <a:gd name="connsiteX3" fmla="*/ 8162 w 1623190"/>
                <a:gd name="connsiteY3" fmla="*/ 1197789 h 1584503"/>
                <a:gd name="connsiteX4" fmla="*/ 41499 w 1623190"/>
                <a:gd name="connsiteY4" fmla="*/ 1041579 h 1584503"/>
                <a:gd name="connsiteX5" fmla="*/ 932087 w 1623190"/>
                <a:gd name="connsiteY5" fmla="*/ 52884 h 1584503"/>
                <a:gd name="connsiteX6" fmla="*/ 1084487 w 1623190"/>
                <a:gd name="connsiteY6" fmla="*/ 3354 h 1584503"/>
                <a:gd name="connsiteX7" fmla="*/ 1203549 w 1623190"/>
                <a:gd name="connsiteY7" fmla="*/ 110034 h 1584503"/>
                <a:gd name="connsiteX8" fmla="*/ 1615029 w 1623190"/>
                <a:gd name="connsiteY8" fmla="*/ 1374954 h 1584503"/>
                <a:gd name="connsiteX9" fmla="*/ 1581692 w 1623190"/>
                <a:gd name="connsiteY9" fmla="*/ 1531164 h 1584503"/>
                <a:gd name="connsiteX10" fmla="*/ 1462629 w 1623190"/>
                <a:gd name="connsiteY10" fmla="*/ 1584504 h 1584503"/>
                <a:gd name="connsiteX11" fmla="*/ 1050197 w 1623190"/>
                <a:gd name="connsiteY11" fmla="*/ 5259 h 1584503"/>
                <a:gd name="connsiteX12" fmla="*/ 935897 w 1623190"/>
                <a:gd name="connsiteY12" fmla="*/ 56694 h 1584503"/>
                <a:gd name="connsiteX13" fmla="*/ 45309 w 1623190"/>
                <a:gd name="connsiteY13" fmla="*/ 1044436 h 1584503"/>
                <a:gd name="connsiteX14" fmla="*/ 12924 w 1623190"/>
                <a:gd name="connsiteY14" fmla="*/ 1194931 h 1584503"/>
                <a:gd name="connsiteX15" fmla="*/ 127224 w 1623190"/>
                <a:gd name="connsiteY15" fmla="*/ 1297801 h 1584503"/>
                <a:gd name="connsiteX16" fmla="*/ 1428339 w 1623190"/>
                <a:gd name="connsiteY16" fmla="*/ 1574026 h 1584503"/>
                <a:gd name="connsiteX17" fmla="*/ 1575024 w 1623190"/>
                <a:gd name="connsiteY17" fmla="*/ 1526401 h 1584503"/>
                <a:gd name="connsiteX18" fmla="*/ 1607409 w 1623190"/>
                <a:gd name="connsiteY18" fmla="*/ 1375906 h 1584503"/>
                <a:gd name="connsiteX19" fmla="*/ 1197834 w 1623190"/>
                <a:gd name="connsiteY19" fmla="*/ 111939 h 1584503"/>
                <a:gd name="connsiteX20" fmla="*/ 1083534 w 1623190"/>
                <a:gd name="connsiteY20" fmla="*/ 9069 h 1584503"/>
                <a:gd name="connsiteX21" fmla="*/ 1050197 w 1623190"/>
                <a:gd name="connsiteY21" fmla="*/ 5259 h 15845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23190" h="1584503">
                  <a:moveTo>
                    <a:pt x="1462629" y="1584504"/>
                  </a:moveTo>
                  <a:cubicBezTo>
                    <a:pt x="1451199" y="1584504"/>
                    <a:pt x="1439769" y="1583551"/>
                    <a:pt x="1428339" y="1580694"/>
                  </a:cubicBezTo>
                  <a:lnTo>
                    <a:pt x="127224" y="1304469"/>
                  </a:lnTo>
                  <a:cubicBezTo>
                    <a:pt x="71027" y="1292086"/>
                    <a:pt x="26259" y="1252081"/>
                    <a:pt x="8162" y="1197789"/>
                  </a:cubicBezTo>
                  <a:cubicBezTo>
                    <a:pt x="-9936" y="1142544"/>
                    <a:pt x="2447" y="1084441"/>
                    <a:pt x="41499" y="1041579"/>
                  </a:cubicBezTo>
                  <a:lnTo>
                    <a:pt x="932087" y="52884"/>
                  </a:lnTo>
                  <a:cubicBezTo>
                    <a:pt x="971139" y="10021"/>
                    <a:pt x="1027337" y="-8076"/>
                    <a:pt x="1084487" y="3354"/>
                  </a:cubicBezTo>
                  <a:cubicBezTo>
                    <a:pt x="1140684" y="15736"/>
                    <a:pt x="1185452" y="55741"/>
                    <a:pt x="1203549" y="110034"/>
                  </a:cubicBezTo>
                  <a:lnTo>
                    <a:pt x="1615029" y="1374954"/>
                  </a:lnTo>
                  <a:cubicBezTo>
                    <a:pt x="1633127" y="1430199"/>
                    <a:pt x="1620744" y="1488301"/>
                    <a:pt x="1581692" y="1531164"/>
                  </a:cubicBezTo>
                  <a:cubicBezTo>
                    <a:pt x="1549307" y="1566406"/>
                    <a:pt x="1507397" y="1584504"/>
                    <a:pt x="1462629" y="1584504"/>
                  </a:cubicBezTo>
                  <a:close/>
                  <a:moveTo>
                    <a:pt x="1050197" y="5259"/>
                  </a:moveTo>
                  <a:cubicBezTo>
                    <a:pt x="1007334" y="5259"/>
                    <a:pt x="966377" y="23356"/>
                    <a:pt x="935897" y="56694"/>
                  </a:cubicBezTo>
                  <a:lnTo>
                    <a:pt x="45309" y="1044436"/>
                  </a:lnTo>
                  <a:cubicBezTo>
                    <a:pt x="8162" y="1086346"/>
                    <a:pt x="-4221" y="1142544"/>
                    <a:pt x="12924" y="1194931"/>
                  </a:cubicBezTo>
                  <a:cubicBezTo>
                    <a:pt x="30069" y="1248271"/>
                    <a:pt x="72932" y="1286371"/>
                    <a:pt x="127224" y="1297801"/>
                  </a:cubicBezTo>
                  <a:lnTo>
                    <a:pt x="1428339" y="1574026"/>
                  </a:lnTo>
                  <a:cubicBezTo>
                    <a:pt x="1482632" y="1585456"/>
                    <a:pt x="1537877" y="1567359"/>
                    <a:pt x="1575024" y="1526401"/>
                  </a:cubicBezTo>
                  <a:cubicBezTo>
                    <a:pt x="1612172" y="1484491"/>
                    <a:pt x="1624554" y="1428294"/>
                    <a:pt x="1607409" y="1375906"/>
                  </a:cubicBezTo>
                  <a:lnTo>
                    <a:pt x="1197834" y="111939"/>
                  </a:lnTo>
                  <a:cubicBezTo>
                    <a:pt x="1180689" y="58599"/>
                    <a:pt x="1137827" y="20499"/>
                    <a:pt x="1083534" y="9069"/>
                  </a:cubicBezTo>
                  <a:cubicBezTo>
                    <a:pt x="1072104" y="6211"/>
                    <a:pt x="1060674" y="5259"/>
                    <a:pt x="1050197" y="5259"/>
                  </a:cubicBezTo>
                  <a:close/>
                </a:path>
              </a:pathLst>
            </a:custGeom>
            <a:grpFill/>
            <a:ln w="9525" cap="flat">
              <a:noFill/>
              <a:prstDash val="solid"/>
              <a:miter/>
            </a:ln>
          </p:spPr>
          <p:txBody>
            <a:bodyPr rtlCol="0" anchor="ctr"/>
            <a:lstStyle/>
            <a:p>
              <a:endParaRPr lang="en-US" sz="1272" dirty="0"/>
            </a:p>
          </p:txBody>
        </p:sp>
        <p:sp>
          <p:nvSpPr>
            <p:cNvPr id="87" name="Freeform: Shape 86">
              <a:extLst>
                <a:ext uri="{FF2B5EF4-FFF2-40B4-BE49-F238E27FC236}">
                  <a16:creationId xmlns:a16="http://schemas.microsoft.com/office/drawing/2014/main" id="{D0FEA133-67C4-462C-B78A-0D3B435D0A56}"/>
                </a:ext>
              </a:extLst>
            </p:cNvPr>
            <p:cNvSpPr/>
            <p:nvPr/>
          </p:nvSpPr>
          <p:spPr>
            <a:xfrm>
              <a:off x="5197133" y="2512353"/>
              <a:ext cx="1483088" cy="1650706"/>
            </a:xfrm>
            <a:custGeom>
              <a:avLst/>
              <a:gdLst>
                <a:gd name="connsiteX0" fmla="*/ 1300186 w 1483088"/>
                <a:gd name="connsiteY0" fmla="*/ 1650706 h 1650706"/>
                <a:gd name="connsiteX1" fmla="*/ 1218271 w 1483088"/>
                <a:gd name="connsiteY1" fmla="*/ 1627846 h 1650706"/>
                <a:gd name="connsiteX2" fmla="*/ 77176 w 1483088"/>
                <a:gd name="connsiteY2" fmla="*/ 942046 h 1650706"/>
                <a:gd name="connsiteX3" fmla="*/ 23 w 1483088"/>
                <a:gd name="connsiteY3" fmla="*/ 802029 h 1650706"/>
                <a:gd name="connsiteX4" fmla="*/ 81938 w 1483088"/>
                <a:gd name="connsiteY4" fmla="*/ 664869 h 1650706"/>
                <a:gd name="connsiteX5" fmla="*/ 1245893 w 1483088"/>
                <a:gd name="connsiteY5" fmla="*/ 20026 h 1650706"/>
                <a:gd name="connsiteX6" fmla="*/ 1405913 w 1483088"/>
                <a:gd name="connsiteY6" fmla="*/ 22884 h 1650706"/>
                <a:gd name="connsiteX7" fmla="*/ 1483066 w 1483088"/>
                <a:gd name="connsiteY7" fmla="*/ 162901 h 1650706"/>
                <a:gd name="connsiteX8" fmla="*/ 1460206 w 1483088"/>
                <a:gd name="connsiteY8" fmla="*/ 1493544 h 1650706"/>
                <a:gd name="connsiteX9" fmla="*/ 1378291 w 1483088"/>
                <a:gd name="connsiteY9" fmla="*/ 1630704 h 1650706"/>
                <a:gd name="connsiteX10" fmla="*/ 1300186 w 1483088"/>
                <a:gd name="connsiteY10" fmla="*/ 1650706 h 1650706"/>
                <a:gd name="connsiteX11" fmla="*/ 1323046 w 1483088"/>
                <a:gd name="connsiteY11" fmla="*/ 5739 h 1650706"/>
                <a:gd name="connsiteX12" fmla="*/ 1247798 w 1483088"/>
                <a:gd name="connsiteY12" fmla="*/ 25741 h 1650706"/>
                <a:gd name="connsiteX13" fmla="*/ 84796 w 1483088"/>
                <a:gd name="connsiteY13" fmla="*/ 669631 h 1650706"/>
                <a:gd name="connsiteX14" fmla="*/ 5738 w 1483088"/>
                <a:gd name="connsiteY14" fmla="*/ 802029 h 1650706"/>
                <a:gd name="connsiteX15" fmla="*/ 80033 w 1483088"/>
                <a:gd name="connsiteY15" fmla="*/ 937284 h 1650706"/>
                <a:gd name="connsiteX16" fmla="*/ 1220176 w 1483088"/>
                <a:gd name="connsiteY16" fmla="*/ 1622131 h 1650706"/>
                <a:gd name="connsiteX17" fmla="*/ 1374481 w 1483088"/>
                <a:gd name="connsiteY17" fmla="*/ 1624989 h 1650706"/>
                <a:gd name="connsiteX18" fmla="*/ 1453538 w 1483088"/>
                <a:gd name="connsiteY18" fmla="*/ 1492591 h 1650706"/>
                <a:gd name="connsiteX19" fmla="*/ 1456396 w 1483088"/>
                <a:gd name="connsiteY19" fmla="*/ 1492591 h 1650706"/>
                <a:gd name="connsiteX20" fmla="*/ 1453538 w 1483088"/>
                <a:gd name="connsiteY20" fmla="*/ 1492591 h 1650706"/>
                <a:gd name="connsiteX21" fmla="*/ 1476398 w 1483088"/>
                <a:gd name="connsiteY21" fmla="*/ 161949 h 1650706"/>
                <a:gd name="connsiteX22" fmla="*/ 1401151 w 1483088"/>
                <a:gd name="connsiteY22" fmla="*/ 26694 h 1650706"/>
                <a:gd name="connsiteX23" fmla="*/ 1323046 w 1483088"/>
                <a:gd name="connsiteY23" fmla="*/ 5739 h 16507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3088" h="1650706">
                  <a:moveTo>
                    <a:pt x="1300186" y="1650706"/>
                  </a:moveTo>
                  <a:cubicBezTo>
                    <a:pt x="1271611" y="1650706"/>
                    <a:pt x="1243036" y="1643086"/>
                    <a:pt x="1218271" y="1627846"/>
                  </a:cubicBezTo>
                  <a:lnTo>
                    <a:pt x="77176" y="942046"/>
                  </a:lnTo>
                  <a:cubicBezTo>
                    <a:pt x="27646" y="912519"/>
                    <a:pt x="-929" y="860131"/>
                    <a:pt x="23" y="802029"/>
                  </a:cubicBezTo>
                  <a:cubicBezTo>
                    <a:pt x="976" y="743926"/>
                    <a:pt x="31456" y="693444"/>
                    <a:pt x="81938" y="664869"/>
                  </a:cubicBezTo>
                  <a:lnTo>
                    <a:pt x="1245893" y="20026"/>
                  </a:lnTo>
                  <a:cubicBezTo>
                    <a:pt x="1296376" y="-7596"/>
                    <a:pt x="1356383" y="-6644"/>
                    <a:pt x="1405913" y="22884"/>
                  </a:cubicBezTo>
                  <a:cubicBezTo>
                    <a:pt x="1455443" y="52411"/>
                    <a:pt x="1484018" y="104799"/>
                    <a:pt x="1483066" y="162901"/>
                  </a:cubicBezTo>
                  <a:lnTo>
                    <a:pt x="1460206" y="1493544"/>
                  </a:lnTo>
                  <a:cubicBezTo>
                    <a:pt x="1459253" y="1551646"/>
                    <a:pt x="1428773" y="1602129"/>
                    <a:pt x="1378291" y="1630704"/>
                  </a:cubicBezTo>
                  <a:cubicBezTo>
                    <a:pt x="1353526" y="1644039"/>
                    <a:pt x="1326856" y="1650706"/>
                    <a:pt x="1300186" y="1650706"/>
                  </a:cubicBezTo>
                  <a:close/>
                  <a:moveTo>
                    <a:pt x="1323046" y="5739"/>
                  </a:moveTo>
                  <a:cubicBezTo>
                    <a:pt x="1297328" y="5739"/>
                    <a:pt x="1271611" y="12406"/>
                    <a:pt x="1247798" y="25741"/>
                  </a:cubicBezTo>
                  <a:lnTo>
                    <a:pt x="84796" y="669631"/>
                  </a:lnTo>
                  <a:cubicBezTo>
                    <a:pt x="36218" y="696301"/>
                    <a:pt x="6691" y="745831"/>
                    <a:pt x="5738" y="802029"/>
                  </a:cubicBezTo>
                  <a:cubicBezTo>
                    <a:pt x="4786" y="858226"/>
                    <a:pt x="32408" y="908709"/>
                    <a:pt x="80033" y="937284"/>
                  </a:cubicBezTo>
                  <a:lnTo>
                    <a:pt x="1220176" y="1622131"/>
                  </a:lnTo>
                  <a:cubicBezTo>
                    <a:pt x="1267801" y="1650706"/>
                    <a:pt x="1325903" y="1651659"/>
                    <a:pt x="1374481" y="1624989"/>
                  </a:cubicBezTo>
                  <a:cubicBezTo>
                    <a:pt x="1423058" y="1598319"/>
                    <a:pt x="1452586" y="1548789"/>
                    <a:pt x="1453538" y="1492591"/>
                  </a:cubicBezTo>
                  <a:lnTo>
                    <a:pt x="1456396" y="1492591"/>
                  </a:lnTo>
                  <a:lnTo>
                    <a:pt x="1453538" y="1492591"/>
                  </a:lnTo>
                  <a:lnTo>
                    <a:pt x="1476398" y="161949"/>
                  </a:lnTo>
                  <a:cubicBezTo>
                    <a:pt x="1477351" y="105751"/>
                    <a:pt x="1449728" y="55269"/>
                    <a:pt x="1401151" y="26694"/>
                  </a:cubicBezTo>
                  <a:cubicBezTo>
                    <a:pt x="1378291" y="13359"/>
                    <a:pt x="1350668" y="5739"/>
                    <a:pt x="1323046" y="5739"/>
                  </a:cubicBezTo>
                  <a:close/>
                </a:path>
              </a:pathLst>
            </a:custGeom>
            <a:grpFill/>
            <a:ln w="9525" cap="flat">
              <a:noFill/>
              <a:prstDash val="solid"/>
              <a:miter/>
            </a:ln>
          </p:spPr>
          <p:txBody>
            <a:bodyPr rtlCol="0" anchor="ctr"/>
            <a:lstStyle/>
            <a:p>
              <a:endParaRPr lang="en-US" sz="1272" dirty="0"/>
            </a:p>
          </p:txBody>
        </p:sp>
        <p:sp>
          <p:nvSpPr>
            <p:cNvPr id="88" name="Freeform: Shape 87">
              <a:extLst>
                <a:ext uri="{FF2B5EF4-FFF2-40B4-BE49-F238E27FC236}">
                  <a16:creationId xmlns:a16="http://schemas.microsoft.com/office/drawing/2014/main" id="{0191B600-F65E-475C-99A2-EDC38A117B47}"/>
                </a:ext>
              </a:extLst>
            </p:cNvPr>
            <p:cNvSpPr/>
            <p:nvPr/>
          </p:nvSpPr>
          <p:spPr>
            <a:xfrm>
              <a:off x="5302425" y="2655449"/>
              <a:ext cx="1631597" cy="1570475"/>
            </a:xfrm>
            <a:custGeom>
              <a:avLst/>
              <a:gdLst>
                <a:gd name="connsiteX0" fmla="*/ 1014871 w 1631597"/>
                <a:gd name="connsiteY0" fmla="*/ 1570476 h 1570475"/>
                <a:gd name="connsiteX1" fmla="*/ 892951 w 1631597"/>
                <a:gd name="connsiteY1" fmla="*/ 1513326 h 1570475"/>
                <a:gd name="connsiteX2" fmla="*/ 37606 w 1631597"/>
                <a:gd name="connsiteY2" fmla="*/ 494151 h 1570475"/>
                <a:gd name="connsiteX3" fmla="*/ 9984 w 1631597"/>
                <a:gd name="connsiteY3" fmla="*/ 336988 h 1570475"/>
                <a:gd name="connsiteX4" fmla="*/ 132856 w 1631597"/>
                <a:gd name="connsiteY4" fmla="*/ 234118 h 1570475"/>
                <a:gd name="connsiteX5" fmla="*/ 1443496 w 1631597"/>
                <a:gd name="connsiteY5" fmla="*/ 2660 h 1570475"/>
                <a:gd name="connsiteX6" fmla="*/ 1593991 w 1631597"/>
                <a:gd name="connsiteY6" fmla="*/ 56953 h 1570475"/>
                <a:gd name="connsiteX7" fmla="*/ 1621614 w 1631597"/>
                <a:gd name="connsiteY7" fmla="*/ 214115 h 1570475"/>
                <a:gd name="connsiteX8" fmla="*/ 1166319 w 1631597"/>
                <a:gd name="connsiteY8" fmla="*/ 1464748 h 1570475"/>
                <a:gd name="connsiteX9" fmla="*/ 1043446 w 1631597"/>
                <a:gd name="connsiteY9" fmla="*/ 1567618 h 1570475"/>
                <a:gd name="connsiteX10" fmla="*/ 1014871 w 1631597"/>
                <a:gd name="connsiteY10" fmla="*/ 1570476 h 1570475"/>
                <a:gd name="connsiteX11" fmla="*/ 1471119 w 1631597"/>
                <a:gd name="connsiteY11" fmla="*/ 6470 h 1570475"/>
                <a:gd name="connsiteX12" fmla="*/ 1443496 w 1631597"/>
                <a:gd name="connsiteY12" fmla="*/ 9328 h 1570475"/>
                <a:gd name="connsiteX13" fmla="*/ 133809 w 1631597"/>
                <a:gd name="connsiteY13" fmla="*/ 239833 h 1570475"/>
                <a:gd name="connsiteX14" fmla="*/ 15699 w 1631597"/>
                <a:gd name="connsiteY14" fmla="*/ 338893 h 1570475"/>
                <a:gd name="connsiteX15" fmla="*/ 42369 w 1631597"/>
                <a:gd name="connsiteY15" fmla="*/ 491293 h 1570475"/>
                <a:gd name="connsiteX16" fmla="*/ 897714 w 1631597"/>
                <a:gd name="connsiteY16" fmla="*/ 1510468 h 1570475"/>
                <a:gd name="connsiteX17" fmla="*/ 1042494 w 1631597"/>
                <a:gd name="connsiteY17" fmla="*/ 1562856 h 1570475"/>
                <a:gd name="connsiteX18" fmla="*/ 1160604 w 1631597"/>
                <a:gd name="connsiteY18" fmla="*/ 1463796 h 1570475"/>
                <a:gd name="connsiteX19" fmla="*/ 1163461 w 1631597"/>
                <a:gd name="connsiteY19" fmla="*/ 1464748 h 1570475"/>
                <a:gd name="connsiteX20" fmla="*/ 1160604 w 1631597"/>
                <a:gd name="connsiteY20" fmla="*/ 1463796 h 1570475"/>
                <a:gd name="connsiteX21" fmla="*/ 1615899 w 1631597"/>
                <a:gd name="connsiteY21" fmla="*/ 213163 h 1570475"/>
                <a:gd name="connsiteX22" fmla="*/ 1589229 w 1631597"/>
                <a:gd name="connsiteY22" fmla="*/ 60763 h 1570475"/>
                <a:gd name="connsiteX23" fmla="*/ 1471119 w 1631597"/>
                <a:gd name="connsiteY23" fmla="*/ 6470 h 15704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1597" h="1570475">
                  <a:moveTo>
                    <a:pt x="1014871" y="1570476"/>
                  </a:moveTo>
                  <a:cubicBezTo>
                    <a:pt x="968199" y="1570476"/>
                    <a:pt x="924384" y="1550473"/>
                    <a:pt x="892951" y="1513326"/>
                  </a:cubicBezTo>
                  <a:lnTo>
                    <a:pt x="37606" y="494151"/>
                  </a:lnTo>
                  <a:cubicBezTo>
                    <a:pt x="459" y="450336"/>
                    <a:pt x="-10019" y="391281"/>
                    <a:pt x="9984" y="336988"/>
                  </a:cubicBezTo>
                  <a:cubicBezTo>
                    <a:pt x="29986" y="282695"/>
                    <a:pt x="75706" y="244595"/>
                    <a:pt x="132856" y="234118"/>
                  </a:cubicBezTo>
                  <a:lnTo>
                    <a:pt x="1443496" y="2660"/>
                  </a:lnTo>
                  <a:cubicBezTo>
                    <a:pt x="1500646" y="-7817"/>
                    <a:pt x="1556844" y="13138"/>
                    <a:pt x="1593991" y="56953"/>
                  </a:cubicBezTo>
                  <a:cubicBezTo>
                    <a:pt x="1631139" y="100768"/>
                    <a:pt x="1641616" y="159823"/>
                    <a:pt x="1621614" y="214115"/>
                  </a:cubicBezTo>
                  <a:lnTo>
                    <a:pt x="1166319" y="1464748"/>
                  </a:lnTo>
                  <a:cubicBezTo>
                    <a:pt x="1146316" y="1519041"/>
                    <a:pt x="1100596" y="1557141"/>
                    <a:pt x="1043446" y="1567618"/>
                  </a:cubicBezTo>
                  <a:cubicBezTo>
                    <a:pt x="1033921" y="1569523"/>
                    <a:pt x="1024396" y="1570476"/>
                    <a:pt x="1014871" y="1570476"/>
                  </a:cubicBezTo>
                  <a:close/>
                  <a:moveTo>
                    <a:pt x="1471119" y="6470"/>
                  </a:moveTo>
                  <a:cubicBezTo>
                    <a:pt x="1461594" y="6470"/>
                    <a:pt x="1453021" y="7423"/>
                    <a:pt x="1443496" y="9328"/>
                  </a:cubicBezTo>
                  <a:lnTo>
                    <a:pt x="133809" y="239833"/>
                  </a:lnTo>
                  <a:cubicBezTo>
                    <a:pt x="78564" y="249358"/>
                    <a:pt x="34749" y="286506"/>
                    <a:pt x="15699" y="338893"/>
                  </a:cubicBezTo>
                  <a:cubicBezTo>
                    <a:pt x="-3351" y="391281"/>
                    <a:pt x="6174" y="448430"/>
                    <a:pt x="42369" y="491293"/>
                  </a:cubicBezTo>
                  <a:lnTo>
                    <a:pt x="897714" y="1510468"/>
                  </a:lnTo>
                  <a:cubicBezTo>
                    <a:pt x="933909" y="1553331"/>
                    <a:pt x="988201" y="1573333"/>
                    <a:pt x="1042494" y="1562856"/>
                  </a:cubicBezTo>
                  <a:cubicBezTo>
                    <a:pt x="1097739" y="1553331"/>
                    <a:pt x="1141554" y="1516183"/>
                    <a:pt x="1160604" y="1463796"/>
                  </a:cubicBezTo>
                  <a:lnTo>
                    <a:pt x="1163461" y="1464748"/>
                  </a:lnTo>
                  <a:lnTo>
                    <a:pt x="1160604" y="1463796"/>
                  </a:lnTo>
                  <a:lnTo>
                    <a:pt x="1615899" y="213163"/>
                  </a:lnTo>
                  <a:cubicBezTo>
                    <a:pt x="1634949" y="160775"/>
                    <a:pt x="1625424" y="103625"/>
                    <a:pt x="1589229" y="60763"/>
                  </a:cubicBezTo>
                  <a:cubicBezTo>
                    <a:pt x="1558749" y="25520"/>
                    <a:pt x="1515886" y="6470"/>
                    <a:pt x="1471119" y="6470"/>
                  </a:cubicBezTo>
                  <a:close/>
                </a:path>
              </a:pathLst>
            </a:custGeom>
            <a:grpFill/>
            <a:ln w="9525" cap="flat">
              <a:noFill/>
              <a:prstDash val="solid"/>
              <a:miter/>
            </a:ln>
          </p:spPr>
          <p:txBody>
            <a:bodyPr rtlCol="0" anchor="ctr"/>
            <a:lstStyle/>
            <a:p>
              <a:endParaRPr lang="en-US" sz="1272" dirty="0"/>
            </a:p>
          </p:txBody>
        </p:sp>
        <p:sp>
          <p:nvSpPr>
            <p:cNvPr id="89" name="Freeform: Shape 88">
              <a:extLst>
                <a:ext uri="{FF2B5EF4-FFF2-40B4-BE49-F238E27FC236}">
                  <a16:creationId xmlns:a16="http://schemas.microsoft.com/office/drawing/2014/main" id="{81D1CB41-4153-4C2B-95A8-8E51D544C2A6}"/>
                </a:ext>
              </a:extLst>
            </p:cNvPr>
            <p:cNvSpPr/>
            <p:nvPr/>
          </p:nvSpPr>
          <p:spPr>
            <a:xfrm>
              <a:off x="5490992" y="2665438"/>
              <a:ext cx="1634512" cy="1562390"/>
            </a:xfrm>
            <a:custGeom>
              <a:avLst/>
              <a:gdLst>
                <a:gd name="connsiteX0" fmla="*/ 637710 w 1634512"/>
                <a:gd name="connsiteY0" fmla="*/ 1562391 h 1562390"/>
                <a:gd name="connsiteX1" fmla="*/ 611992 w 1634512"/>
                <a:gd name="connsiteY1" fmla="*/ 1560486 h 1562390"/>
                <a:gd name="connsiteX2" fmla="*/ 488167 w 1634512"/>
                <a:gd name="connsiteY2" fmla="*/ 1459521 h 1562390"/>
                <a:gd name="connsiteX3" fmla="*/ 10965 w 1634512"/>
                <a:gd name="connsiteY3" fmla="*/ 217461 h 1562390"/>
                <a:gd name="connsiteX4" fmla="*/ 35730 w 1634512"/>
                <a:gd name="connsiteY4" fmla="*/ 59346 h 1562390"/>
                <a:gd name="connsiteX5" fmla="*/ 185272 w 1634512"/>
                <a:gd name="connsiteY5" fmla="*/ 2196 h 1562390"/>
                <a:gd name="connsiteX6" fmla="*/ 1499723 w 1634512"/>
                <a:gd name="connsiteY6" fmla="*/ 209841 h 1562390"/>
                <a:gd name="connsiteX7" fmla="*/ 1623548 w 1634512"/>
                <a:gd name="connsiteY7" fmla="*/ 310806 h 1562390"/>
                <a:gd name="connsiteX8" fmla="*/ 1598782 w 1634512"/>
                <a:gd name="connsiteY8" fmla="*/ 468921 h 1562390"/>
                <a:gd name="connsiteX9" fmla="*/ 761535 w 1634512"/>
                <a:gd name="connsiteY9" fmla="*/ 1502383 h 1562390"/>
                <a:gd name="connsiteX10" fmla="*/ 759630 w 1634512"/>
                <a:gd name="connsiteY10" fmla="*/ 1500478 h 1562390"/>
                <a:gd name="connsiteX11" fmla="*/ 761535 w 1634512"/>
                <a:gd name="connsiteY11" fmla="*/ 1502383 h 1562390"/>
                <a:gd name="connsiteX12" fmla="*/ 637710 w 1634512"/>
                <a:gd name="connsiteY12" fmla="*/ 1562391 h 1562390"/>
                <a:gd name="connsiteX13" fmla="*/ 159555 w 1634512"/>
                <a:gd name="connsiteY13" fmla="*/ 6006 h 1562390"/>
                <a:gd name="connsiteX14" fmla="*/ 40492 w 1634512"/>
                <a:gd name="connsiteY14" fmla="*/ 63156 h 1562390"/>
                <a:gd name="connsiteX15" fmla="*/ 16680 w 1634512"/>
                <a:gd name="connsiteY15" fmla="*/ 215556 h 1562390"/>
                <a:gd name="connsiteX16" fmla="*/ 493882 w 1634512"/>
                <a:gd name="connsiteY16" fmla="*/ 1457616 h 1562390"/>
                <a:gd name="connsiteX17" fmla="*/ 613897 w 1634512"/>
                <a:gd name="connsiteY17" fmla="*/ 1554771 h 1562390"/>
                <a:gd name="connsiteX18" fmla="*/ 757725 w 1634512"/>
                <a:gd name="connsiteY18" fmla="*/ 1499526 h 1562390"/>
                <a:gd name="connsiteX19" fmla="*/ 1594020 w 1634512"/>
                <a:gd name="connsiteY19" fmla="*/ 465111 h 1562390"/>
                <a:gd name="connsiteX20" fmla="*/ 1617832 w 1634512"/>
                <a:gd name="connsiteY20" fmla="*/ 312711 h 1562390"/>
                <a:gd name="connsiteX21" fmla="*/ 1497817 w 1634512"/>
                <a:gd name="connsiteY21" fmla="*/ 215556 h 1562390"/>
                <a:gd name="connsiteX22" fmla="*/ 184320 w 1634512"/>
                <a:gd name="connsiteY22" fmla="*/ 7911 h 1562390"/>
                <a:gd name="connsiteX23" fmla="*/ 159555 w 1634512"/>
                <a:gd name="connsiteY23" fmla="*/ 6006 h 156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34512" h="1562390">
                  <a:moveTo>
                    <a:pt x="637710" y="1562391"/>
                  </a:moveTo>
                  <a:cubicBezTo>
                    <a:pt x="629137" y="1562391"/>
                    <a:pt x="620565" y="1561438"/>
                    <a:pt x="611992" y="1560486"/>
                  </a:cubicBezTo>
                  <a:cubicBezTo>
                    <a:pt x="554842" y="1551913"/>
                    <a:pt x="508170" y="1513813"/>
                    <a:pt x="488167" y="1459521"/>
                  </a:cubicBezTo>
                  <a:lnTo>
                    <a:pt x="10965" y="217461"/>
                  </a:lnTo>
                  <a:cubicBezTo>
                    <a:pt x="-9990" y="163168"/>
                    <a:pt x="-465" y="104113"/>
                    <a:pt x="35730" y="59346"/>
                  </a:cubicBezTo>
                  <a:cubicBezTo>
                    <a:pt x="71925" y="14578"/>
                    <a:pt x="128122" y="-7329"/>
                    <a:pt x="185272" y="2196"/>
                  </a:cubicBezTo>
                  <a:lnTo>
                    <a:pt x="1499723" y="209841"/>
                  </a:lnTo>
                  <a:cubicBezTo>
                    <a:pt x="1556873" y="218413"/>
                    <a:pt x="1603545" y="256513"/>
                    <a:pt x="1623548" y="310806"/>
                  </a:cubicBezTo>
                  <a:cubicBezTo>
                    <a:pt x="1644502" y="365098"/>
                    <a:pt x="1634977" y="424153"/>
                    <a:pt x="1598782" y="468921"/>
                  </a:cubicBezTo>
                  <a:lnTo>
                    <a:pt x="761535" y="1502383"/>
                  </a:lnTo>
                  <a:lnTo>
                    <a:pt x="759630" y="1500478"/>
                  </a:lnTo>
                  <a:lnTo>
                    <a:pt x="761535" y="1502383"/>
                  </a:lnTo>
                  <a:cubicBezTo>
                    <a:pt x="730102" y="1541436"/>
                    <a:pt x="685335" y="1562391"/>
                    <a:pt x="637710" y="1562391"/>
                  </a:cubicBezTo>
                  <a:close/>
                  <a:moveTo>
                    <a:pt x="159555" y="6006"/>
                  </a:moveTo>
                  <a:cubicBezTo>
                    <a:pt x="113835" y="6006"/>
                    <a:pt x="70020" y="26008"/>
                    <a:pt x="40492" y="63156"/>
                  </a:cubicBezTo>
                  <a:cubicBezTo>
                    <a:pt x="5250" y="106971"/>
                    <a:pt x="-3323" y="163168"/>
                    <a:pt x="16680" y="215556"/>
                  </a:cubicBezTo>
                  <a:lnTo>
                    <a:pt x="493882" y="1457616"/>
                  </a:lnTo>
                  <a:cubicBezTo>
                    <a:pt x="513885" y="1510003"/>
                    <a:pt x="558652" y="1546198"/>
                    <a:pt x="613897" y="1554771"/>
                  </a:cubicBezTo>
                  <a:cubicBezTo>
                    <a:pt x="669142" y="1563343"/>
                    <a:pt x="722482" y="1542388"/>
                    <a:pt x="757725" y="1499526"/>
                  </a:cubicBezTo>
                  <a:lnTo>
                    <a:pt x="1594020" y="465111"/>
                  </a:lnTo>
                  <a:cubicBezTo>
                    <a:pt x="1629262" y="421296"/>
                    <a:pt x="1637835" y="365098"/>
                    <a:pt x="1617832" y="312711"/>
                  </a:cubicBezTo>
                  <a:cubicBezTo>
                    <a:pt x="1597830" y="260323"/>
                    <a:pt x="1553062" y="224128"/>
                    <a:pt x="1497817" y="215556"/>
                  </a:cubicBezTo>
                  <a:lnTo>
                    <a:pt x="184320" y="7911"/>
                  </a:lnTo>
                  <a:cubicBezTo>
                    <a:pt x="175747" y="6958"/>
                    <a:pt x="167175" y="6006"/>
                    <a:pt x="159555" y="6006"/>
                  </a:cubicBezTo>
                  <a:close/>
                </a:path>
              </a:pathLst>
            </a:custGeom>
            <a:grpFill/>
            <a:ln w="9525" cap="flat">
              <a:noFill/>
              <a:prstDash val="solid"/>
              <a:miter/>
            </a:ln>
          </p:spPr>
          <p:txBody>
            <a:bodyPr rtlCol="0" anchor="ctr"/>
            <a:lstStyle/>
            <a:p>
              <a:endParaRPr lang="en-US" sz="1272" dirty="0"/>
            </a:p>
          </p:txBody>
        </p:sp>
        <p:sp>
          <p:nvSpPr>
            <p:cNvPr id="90" name="Freeform: Shape 89">
              <a:extLst>
                <a:ext uri="{FF2B5EF4-FFF2-40B4-BE49-F238E27FC236}">
                  <a16:creationId xmlns:a16="http://schemas.microsoft.com/office/drawing/2014/main" id="{AD85E53E-76EE-4693-B925-448F1AED55C3}"/>
                </a:ext>
              </a:extLst>
            </p:cNvPr>
            <p:cNvSpPr/>
            <p:nvPr/>
          </p:nvSpPr>
          <p:spPr>
            <a:xfrm>
              <a:off x="5740942" y="2518472"/>
              <a:ext cx="1494657" cy="1649348"/>
            </a:xfrm>
            <a:custGeom>
              <a:avLst/>
              <a:gdLst>
                <a:gd name="connsiteX0" fmla="*/ 206785 w 1494657"/>
                <a:gd name="connsiteY0" fmla="*/ 1649349 h 1649348"/>
                <a:gd name="connsiteX1" fmla="*/ 131537 w 1494657"/>
                <a:gd name="connsiteY1" fmla="*/ 1630299 h 1649348"/>
                <a:gd name="connsiteX2" fmla="*/ 46765 w 1494657"/>
                <a:gd name="connsiteY2" fmla="*/ 1495044 h 1649348"/>
                <a:gd name="connsiteX3" fmla="*/ 92 w 1494657"/>
                <a:gd name="connsiteY3" fmla="*/ 165354 h 1649348"/>
                <a:gd name="connsiteX4" fmla="*/ 75340 w 1494657"/>
                <a:gd name="connsiteY4" fmla="*/ 24384 h 1649348"/>
                <a:gd name="connsiteX5" fmla="*/ 235360 w 1494657"/>
                <a:gd name="connsiteY5" fmla="*/ 18669 h 1649348"/>
                <a:gd name="connsiteX6" fmla="*/ 1409792 w 1494657"/>
                <a:gd name="connsiteY6" fmla="*/ 643509 h 1649348"/>
                <a:gd name="connsiteX7" fmla="*/ 1494565 w 1494657"/>
                <a:gd name="connsiteY7" fmla="*/ 778764 h 1649348"/>
                <a:gd name="connsiteX8" fmla="*/ 1419317 w 1494657"/>
                <a:gd name="connsiteY8" fmla="*/ 919734 h 1649348"/>
                <a:gd name="connsiteX9" fmla="*/ 291557 w 1494657"/>
                <a:gd name="connsiteY9" fmla="*/ 1624584 h 1649348"/>
                <a:gd name="connsiteX10" fmla="*/ 206785 w 1494657"/>
                <a:gd name="connsiteY10" fmla="*/ 1649349 h 1649348"/>
                <a:gd name="connsiteX11" fmla="*/ 160112 w 1494657"/>
                <a:gd name="connsiteY11" fmla="*/ 4381 h 1649348"/>
                <a:gd name="connsiteX12" fmla="*/ 78197 w 1494657"/>
                <a:gd name="connsiteY12" fmla="*/ 28194 h 1649348"/>
                <a:gd name="connsiteX13" fmla="*/ 5807 w 1494657"/>
                <a:gd name="connsiteY13" fmla="*/ 164402 h 1649348"/>
                <a:gd name="connsiteX14" fmla="*/ 52480 w 1494657"/>
                <a:gd name="connsiteY14" fmla="*/ 1494092 h 1649348"/>
                <a:gd name="connsiteX15" fmla="*/ 134395 w 1494657"/>
                <a:gd name="connsiteY15" fmla="*/ 1624584 h 1649348"/>
                <a:gd name="connsiteX16" fmla="*/ 288700 w 1494657"/>
                <a:gd name="connsiteY16" fmla="*/ 1618869 h 1649348"/>
                <a:gd name="connsiteX17" fmla="*/ 290605 w 1494657"/>
                <a:gd name="connsiteY17" fmla="*/ 1620774 h 1649348"/>
                <a:gd name="connsiteX18" fmla="*/ 288700 w 1494657"/>
                <a:gd name="connsiteY18" fmla="*/ 1618869 h 1649348"/>
                <a:gd name="connsiteX19" fmla="*/ 1416460 w 1494657"/>
                <a:gd name="connsiteY19" fmla="*/ 914019 h 1649348"/>
                <a:gd name="connsiteX20" fmla="*/ 1488850 w 1494657"/>
                <a:gd name="connsiteY20" fmla="*/ 777812 h 1649348"/>
                <a:gd name="connsiteX21" fmla="*/ 1406935 w 1494657"/>
                <a:gd name="connsiteY21" fmla="*/ 647319 h 1649348"/>
                <a:gd name="connsiteX22" fmla="*/ 232502 w 1494657"/>
                <a:gd name="connsiteY22" fmla="*/ 23431 h 1649348"/>
                <a:gd name="connsiteX23" fmla="*/ 160112 w 1494657"/>
                <a:gd name="connsiteY23" fmla="*/ 4381 h 16493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94657" h="1649348">
                  <a:moveTo>
                    <a:pt x="206785" y="1649349"/>
                  </a:moveTo>
                  <a:cubicBezTo>
                    <a:pt x="181067" y="1649349"/>
                    <a:pt x="155350" y="1642682"/>
                    <a:pt x="131537" y="1630299"/>
                  </a:cubicBezTo>
                  <a:cubicBezTo>
                    <a:pt x="80102" y="1603629"/>
                    <a:pt x="48670" y="1552194"/>
                    <a:pt x="46765" y="1495044"/>
                  </a:cubicBezTo>
                  <a:lnTo>
                    <a:pt x="92" y="165354"/>
                  </a:lnTo>
                  <a:cubicBezTo>
                    <a:pt x="-1813" y="107252"/>
                    <a:pt x="25810" y="54864"/>
                    <a:pt x="75340" y="24384"/>
                  </a:cubicBezTo>
                  <a:cubicBezTo>
                    <a:pt x="123917" y="-6096"/>
                    <a:pt x="183925" y="-8001"/>
                    <a:pt x="235360" y="18669"/>
                  </a:cubicBezTo>
                  <a:lnTo>
                    <a:pt x="1409792" y="643509"/>
                  </a:lnTo>
                  <a:cubicBezTo>
                    <a:pt x="1461228" y="670179"/>
                    <a:pt x="1492660" y="721614"/>
                    <a:pt x="1494565" y="778764"/>
                  </a:cubicBezTo>
                  <a:cubicBezTo>
                    <a:pt x="1496470" y="836867"/>
                    <a:pt x="1468848" y="889254"/>
                    <a:pt x="1419317" y="919734"/>
                  </a:cubicBezTo>
                  <a:lnTo>
                    <a:pt x="291557" y="1624584"/>
                  </a:lnTo>
                  <a:cubicBezTo>
                    <a:pt x="264887" y="1640777"/>
                    <a:pt x="236312" y="1649349"/>
                    <a:pt x="206785" y="1649349"/>
                  </a:cubicBezTo>
                  <a:close/>
                  <a:moveTo>
                    <a:pt x="160112" y="4381"/>
                  </a:moveTo>
                  <a:cubicBezTo>
                    <a:pt x="131537" y="4381"/>
                    <a:pt x="103915" y="12002"/>
                    <a:pt x="78197" y="28194"/>
                  </a:cubicBezTo>
                  <a:cubicBezTo>
                    <a:pt x="30572" y="57722"/>
                    <a:pt x="3902" y="109157"/>
                    <a:pt x="5807" y="164402"/>
                  </a:cubicBezTo>
                  <a:lnTo>
                    <a:pt x="52480" y="1494092"/>
                  </a:lnTo>
                  <a:cubicBezTo>
                    <a:pt x="54385" y="1550289"/>
                    <a:pt x="84865" y="1598867"/>
                    <a:pt x="134395" y="1624584"/>
                  </a:cubicBezTo>
                  <a:cubicBezTo>
                    <a:pt x="183925" y="1651254"/>
                    <a:pt x="241075" y="1648397"/>
                    <a:pt x="288700" y="1618869"/>
                  </a:cubicBezTo>
                  <a:lnTo>
                    <a:pt x="290605" y="1620774"/>
                  </a:lnTo>
                  <a:lnTo>
                    <a:pt x="288700" y="1618869"/>
                  </a:lnTo>
                  <a:lnTo>
                    <a:pt x="1416460" y="914019"/>
                  </a:lnTo>
                  <a:cubicBezTo>
                    <a:pt x="1464085" y="884492"/>
                    <a:pt x="1490755" y="833057"/>
                    <a:pt x="1488850" y="777812"/>
                  </a:cubicBezTo>
                  <a:cubicBezTo>
                    <a:pt x="1486945" y="721614"/>
                    <a:pt x="1456465" y="673037"/>
                    <a:pt x="1406935" y="647319"/>
                  </a:cubicBezTo>
                  <a:lnTo>
                    <a:pt x="232502" y="23431"/>
                  </a:lnTo>
                  <a:cubicBezTo>
                    <a:pt x="209642" y="11049"/>
                    <a:pt x="184877" y="4381"/>
                    <a:pt x="160112" y="4381"/>
                  </a:cubicBezTo>
                  <a:close/>
                </a:path>
              </a:pathLst>
            </a:custGeom>
            <a:grpFill/>
            <a:ln w="9525" cap="flat">
              <a:noFill/>
              <a:prstDash val="solid"/>
              <a:miter/>
            </a:ln>
          </p:spPr>
          <p:txBody>
            <a:bodyPr rtlCol="0" anchor="ctr"/>
            <a:lstStyle/>
            <a:p>
              <a:endParaRPr lang="en-US" sz="1272" dirty="0"/>
            </a:p>
          </p:txBody>
        </p:sp>
        <p:sp>
          <p:nvSpPr>
            <p:cNvPr id="91" name="Freeform: Shape 90">
              <a:extLst>
                <a:ext uri="{FF2B5EF4-FFF2-40B4-BE49-F238E27FC236}">
                  <a16:creationId xmlns:a16="http://schemas.microsoft.com/office/drawing/2014/main" id="{FBF422B5-FEC5-4A6F-980D-F4DCB2842F2D}"/>
                </a:ext>
              </a:extLst>
            </p:cNvPr>
            <p:cNvSpPr/>
            <p:nvPr/>
          </p:nvSpPr>
          <p:spPr>
            <a:xfrm>
              <a:off x="5636186" y="2459480"/>
              <a:ext cx="1616538" cy="1592136"/>
            </a:xfrm>
            <a:custGeom>
              <a:avLst/>
              <a:gdLst>
                <a:gd name="connsiteX0" fmla="*/ 159141 w 1616538"/>
                <a:gd name="connsiteY0" fmla="*/ 1592136 h 1592136"/>
                <a:gd name="connsiteX1" fmla="*/ 42936 w 1616538"/>
                <a:gd name="connsiteY1" fmla="*/ 1541654 h 1592136"/>
                <a:gd name="connsiteX2" fmla="*/ 6741 w 1616538"/>
                <a:gd name="connsiteY2" fmla="*/ 1385444 h 1592136"/>
                <a:gd name="connsiteX3" fmla="*/ 396313 w 1616538"/>
                <a:gd name="connsiteY3" fmla="*/ 112904 h 1592136"/>
                <a:gd name="connsiteX4" fmla="*/ 513471 w 1616538"/>
                <a:gd name="connsiteY4" fmla="*/ 4319 h 1592136"/>
                <a:gd name="connsiteX5" fmla="*/ 665871 w 1616538"/>
                <a:gd name="connsiteY5" fmla="*/ 50991 h 1592136"/>
                <a:gd name="connsiteX6" fmla="*/ 1573603 w 1616538"/>
                <a:gd name="connsiteY6" fmla="*/ 1024446 h 1592136"/>
                <a:gd name="connsiteX7" fmla="*/ 1609798 w 1616538"/>
                <a:gd name="connsiteY7" fmla="*/ 1180656 h 1592136"/>
                <a:gd name="connsiteX8" fmla="*/ 1492641 w 1616538"/>
                <a:gd name="connsiteY8" fmla="*/ 1289241 h 1592136"/>
                <a:gd name="connsiteX9" fmla="*/ 196288 w 1616538"/>
                <a:gd name="connsiteY9" fmla="*/ 1588326 h 1592136"/>
                <a:gd name="connsiteX10" fmla="*/ 195336 w 1616538"/>
                <a:gd name="connsiteY10" fmla="*/ 1585469 h 1592136"/>
                <a:gd name="connsiteX11" fmla="*/ 196288 w 1616538"/>
                <a:gd name="connsiteY11" fmla="*/ 1588326 h 1592136"/>
                <a:gd name="connsiteX12" fmla="*/ 159141 w 1616538"/>
                <a:gd name="connsiteY12" fmla="*/ 1592136 h 1592136"/>
                <a:gd name="connsiteX13" fmla="*/ 549666 w 1616538"/>
                <a:gd name="connsiteY13" fmla="*/ 5271 h 1592136"/>
                <a:gd name="connsiteX14" fmla="*/ 514423 w 1616538"/>
                <a:gd name="connsiteY14" fmla="*/ 9081 h 1592136"/>
                <a:gd name="connsiteX15" fmla="*/ 401076 w 1616538"/>
                <a:gd name="connsiteY15" fmla="*/ 114809 h 1592136"/>
                <a:gd name="connsiteX16" fmla="*/ 12456 w 1616538"/>
                <a:gd name="connsiteY16" fmla="*/ 1387349 h 1592136"/>
                <a:gd name="connsiteX17" fmla="*/ 46746 w 1616538"/>
                <a:gd name="connsiteY17" fmla="*/ 1537844 h 1592136"/>
                <a:gd name="connsiteX18" fmla="*/ 194383 w 1616538"/>
                <a:gd name="connsiteY18" fmla="*/ 1582611 h 1592136"/>
                <a:gd name="connsiteX19" fmla="*/ 1490736 w 1616538"/>
                <a:gd name="connsiteY19" fmla="*/ 1283526 h 1592136"/>
                <a:gd name="connsiteX20" fmla="*/ 1604083 w 1616538"/>
                <a:gd name="connsiteY20" fmla="*/ 1177799 h 1592136"/>
                <a:gd name="connsiteX21" fmla="*/ 1569793 w 1616538"/>
                <a:gd name="connsiteY21" fmla="*/ 1027304 h 1592136"/>
                <a:gd name="connsiteX22" fmla="*/ 662061 w 1616538"/>
                <a:gd name="connsiteY22" fmla="*/ 54801 h 1592136"/>
                <a:gd name="connsiteX23" fmla="*/ 549666 w 1616538"/>
                <a:gd name="connsiteY23" fmla="*/ 5271 h 1592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616538" h="1592136">
                  <a:moveTo>
                    <a:pt x="159141" y="1592136"/>
                  </a:moveTo>
                  <a:cubicBezTo>
                    <a:pt x="115326" y="1592136"/>
                    <a:pt x="73416" y="1574039"/>
                    <a:pt x="42936" y="1541654"/>
                  </a:cubicBezTo>
                  <a:cubicBezTo>
                    <a:pt x="3883" y="1499744"/>
                    <a:pt x="-9452" y="1441641"/>
                    <a:pt x="6741" y="1385444"/>
                  </a:cubicBezTo>
                  <a:lnTo>
                    <a:pt x="396313" y="112904"/>
                  </a:lnTo>
                  <a:cubicBezTo>
                    <a:pt x="413458" y="57659"/>
                    <a:pt x="457273" y="16701"/>
                    <a:pt x="513471" y="4319"/>
                  </a:cubicBezTo>
                  <a:cubicBezTo>
                    <a:pt x="569668" y="-9016"/>
                    <a:pt x="626818" y="9081"/>
                    <a:pt x="665871" y="50991"/>
                  </a:cubicBezTo>
                  <a:lnTo>
                    <a:pt x="1573603" y="1024446"/>
                  </a:lnTo>
                  <a:cubicBezTo>
                    <a:pt x="1612656" y="1066356"/>
                    <a:pt x="1625991" y="1124459"/>
                    <a:pt x="1609798" y="1180656"/>
                  </a:cubicBezTo>
                  <a:cubicBezTo>
                    <a:pt x="1592653" y="1235901"/>
                    <a:pt x="1548838" y="1276859"/>
                    <a:pt x="1492641" y="1289241"/>
                  </a:cubicBezTo>
                  <a:lnTo>
                    <a:pt x="196288" y="1588326"/>
                  </a:lnTo>
                  <a:lnTo>
                    <a:pt x="195336" y="1585469"/>
                  </a:lnTo>
                  <a:lnTo>
                    <a:pt x="196288" y="1588326"/>
                  </a:lnTo>
                  <a:cubicBezTo>
                    <a:pt x="183905" y="1591184"/>
                    <a:pt x="171523" y="1592136"/>
                    <a:pt x="159141" y="1592136"/>
                  </a:cubicBezTo>
                  <a:close/>
                  <a:moveTo>
                    <a:pt x="549666" y="5271"/>
                  </a:moveTo>
                  <a:cubicBezTo>
                    <a:pt x="538236" y="5271"/>
                    <a:pt x="525853" y="6224"/>
                    <a:pt x="514423" y="9081"/>
                  </a:cubicBezTo>
                  <a:cubicBezTo>
                    <a:pt x="460131" y="21464"/>
                    <a:pt x="418221" y="60516"/>
                    <a:pt x="401076" y="114809"/>
                  </a:cubicBezTo>
                  <a:lnTo>
                    <a:pt x="12456" y="1387349"/>
                  </a:lnTo>
                  <a:cubicBezTo>
                    <a:pt x="-3737" y="1440689"/>
                    <a:pt x="8646" y="1496886"/>
                    <a:pt x="46746" y="1537844"/>
                  </a:cubicBezTo>
                  <a:cubicBezTo>
                    <a:pt x="84846" y="1578801"/>
                    <a:pt x="140091" y="1595946"/>
                    <a:pt x="194383" y="1582611"/>
                  </a:cubicBezTo>
                  <a:lnTo>
                    <a:pt x="1490736" y="1283526"/>
                  </a:lnTo>
                  <a:cubicBezTo>
                    <a:pt x="1545028" y="1271144"/>
                    <a:pt x="1586938" y="1232091"/>
                    <a:pt x="1604083" y="1177799"/>
                  </a:cubicBezTo>
                  <a:cubicBezTo>
                    <a:pt x="1620276" y="1124459"/>
                    <a:pt x="1606941" y="1068261"/>
                    <a:pt x="1569793" y="1027304"/>
                  </a:cubicBezTo>
                  <a:lnTo>
                    <a:pt x="662061" y="54801"/>
                  </a:lnTo>
                  <a:cubicBezTo>
                    <a:pt x="632533" y="22416"/>
                    <a:pt x="592528" y="5271"/>
                    <a:pt x="549666" y="5271"/>
                  </a:cubicBezTo>
                  <a:close/>
                </a:path>
              </a:pathLst>
            </a:custGeom>
            <a:grpFill/>
            <a:ln w="9525" cap="flat">
              <a:noFill/>
              <a:prstDash val="solid"/>
              <a:miter/>
            </a:ln>
          </p:spPr>
          <p:txBody>
            <a:bodyPr rtlCol="0" anchor="ctr"/>
            <a:lstStyle/>
            <a:p>
              <a:endParaRPr lang="en-US" sz="1272" dirty="0"/>
            </a:p>
          </p:txBody>
        </p:sp>
        <p:sp>
          <p:nvSpPr>
            <p:cNvPr id="92" name="Freeform: Shape 91">
              <a:extLst>
                <a:ext uri="{FF2B5EF4-FFF2-40B4-BE49-F238E27FC236}">
                  <a16:creationId xmlns:a16="http://schemas.microsoft.com/office/drawing/2014/main" id="{73E90C96-7BF3-4653-8F6B-20B2AEFF9C9A}"/>
                </a:ext>
              </a:extLst>
            </p:cNvPr>
            <p:cNvSpPr/>
            <p:nvPr/>
          </p:nvSpPr>
          <p:spPr>
            <a:xfrm>
              <a:off x="5531644" y="2497017"/>
              <a:ext cx="1643695" cy="1534597"/>
            </a:xfrm>
            <a:custGeom>
              <a:avLst/>
              <a:gdLst>
                <a:gd name="connsiteX0" fmla="*/ 1483835 w 1643695"/>
                <a:gd name="connsiteY0" fmla="*/ 1534598 h 1534597"/>
                <a:gd name="connsiteX1" fmla="*/ 1466690 w 1643695"/>
                <a:gd name="connsiteY1" fmla="*/ 1533645 h 1534597"/>
                <a:gd name="connsiteX2" fmla="*/ 143668 w 1643695"/>
                <a:gd name="connsiteY2" fmla="*/ 1395532 h 1534597"/>
                <a:gd name="connsiteX3" fmla="*/ 14128 w 1643695"/>
                <a:gd name="connsiteY3" fmla="*/ 1301235 h 1534597"/>
                <a:gd name="connsiteX4" fmla="*/ 31273 w 1643695"/>
                <a:gd name="connsiteY4" fmla="*/ 1142167 h 1534597"/>
                <a:gd name="connsiteX5" fmla="*/ 813275 w 1643695"/>
                <a:gd name="connsiteY5" fmla="*/ 65842 h 1534597"/>
                <a:gd name="connsiteX6" fmla="*/ 959008 w 1643695"/>
                <a:gd name="connsiteY6" fmla="*/ 1072 h 1534597"/>
                <a:gd name="connsiteX7" fmla="*/ 1088548 w 1643695"/>
                <a:gd name="connsiteY7" fmla="*/ 95370 h 1534597"/>
                <a:gd name="connsiteX8" fmla="*/ 1629568 w 1643695"/>
                <a:gd name="connsiteY8" fmla="*/ 1310760 h 1534597"/>
                <a:gd name="connsiteX9" fmla="*/ 1612423 w 1643695"/>
                <a:gd name="connsiteY9" fmla="*/ 1469827 h 1534597"/>
                <a:gd name="connsiteX10" fmla="*/ 1483835 w 1643695"/>
                <a:gd name="connsiteY10" fmla="*/ 1534598 h 1534597"/>
                <a:gd name="connsiteX11" fmla="*/ 940910 w 1643695"/>
                <a:gd name="connsiteY11" fmla="*/ 5835 h 1534597"/>
                <a:gd name="connsiteX12" fmla="*/ 816133 w 1643695"/>
                <a:gd name="connsiteY12" fmla="*/ 69652 h 1534597"/>
                <a:gd name="connsiteX13" fmla="*/ 34130 w 1643695"/>
                <a:gd name="connsiteY13" fmla="*/ 1145977 h 1534597"/>
                <a:gd name="connsiteX14" fmla="*/ 17938 w 1643695"/>
                <a:gd name="connsiteY14" fmla="*/ 1299330 h 1534597"/>
                <a:gd name="connsiteX15" fmla="*/ 142715 w 1643695"/>
                <a:gd name="connsiteY15" fmla="*/ 1389817 h 1534597"/>
                <a:gd name="connsiteX16" fmla="*/ 1465738 w 1643695"/>
                <a:gd name="connsiteY16" fmla="*/ 1528882 h 1534597"/>
                <a:gd name="connsiteX17" fmla="*/ 1606708 w 1643695"/>
                <a:gd name="connsiteY17" fmla="*/ 1466017 h 1534597"/>
                <a:gd name="connsiteX18" fmla="*/ 1622900 w 1643695"/>
                <a:gd name="connsiteY18" fmla="*/ 1312665 h 1534597"/>
                <a:gd name="connsiteX19" fmla="*/ 1082833 w 1643695"/>
                <a:gd name="connsiteY19" fmla="*/ 97275 h 1534597"/>
                <a:gd name="connsiteX20" fmla="*/ 958055 w 1643695"/>
                <a:gd name="connsiteY20" fmla="*/ 6787 h 1534597"/>
                <a:gd name="connsiteX21" fmla="*/ 940910 w 1643695"/>
                <a:gd name="connsiteY21" fmla="*/ 5835 h 1534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3695" h="1534597">
                  <a:moveTo>
                    <a:pt x="1483835" y="1534598"/>
                  </a:moveTo>
                  <a:cubicBezTo>
                    <a:pt x="1478120" y="1534598"/>
                    <a:pt x="1472405" y="1534598"/>
                    <a:pt x="1466690" y="1533645"/>
                  </a:cubicBezTo>
                  <a:lnTo>
                    <a:pt x="143668" y="1395532"/>
                  </a:lnTo>
                  <a:cubicBezTo>
                    <a:pt x="86518" y="1389817"/>
                    <a:pt x="37940" y="1354575"/>
                    <a:pt x="14128" y="1301235"/>
                  </a:cubicBezTo>
                  <a:cubicBezTo>
                    <a:pt x="-9685" y="1248848"/>
                    <a:pt x="-3017" y="1188840"/>
                    <a:pt x="31273" y="1142167"/>
                  </a:cubicBezTo>
                  <a:lnTo>
                    <a:pt x="813275" y="65842"/>
                  </a:lnTo>
                  <a:cubicBezTo>
                    <a:pt x="847565" y="19170"/>
                    <a:pt x="901858" y="-5595"/>
                    <a:pt x="959008" y="1072"/>
                  </a:cubicBezTo>
                  <a:cubicBezTo>
                    <a:pt x="1016158" y="6787"/>
                    <a:pt x="1064735" y="42030"/>
                    <a:pt x="1088548" y="95370"/>
                  </a:cubicBezTo>
                  <a:lnTo>
                    <a:pt x="1629568" y="1310760"/>
                  </a:lnTo>
                  <a:cubicBezTo>
                    <a:pt x="1653380" y="1363148"/>
                    <a:pt x="1646713" y="1423155"/>
                    <a:pt x="1612423" y="1469827"/>
                  </a:cubicBezTo>
                  <a:cubicBezTo>
                    <a:pt x="1581943" y="1510785"/>
                    <a:pt x="1534318" y="1534598"/>
                    <a:pt x="1483835" y="1534598"/>
                  </a:cubicBezTo>
                  <a:close/>
                  <a:moveTo>
                    <a:pt x="940910" y="5835"/>
                  </a:moveTo>
                  <a:cubicBezTo>
                    <a:pt x="891380" y="5835"/>
                    <a:pt x="845660" y="28695"/>
                    <a:pt x="816133" y="69652"/>
                  </a:cubicBezTo>
                  <a:lnTo>
                    <a:pt x="34130" y="1145977"/>
                  </a:lnTo>
                  <a:cubicBezTo>
                    <a:pt x="1745" y="1190745"/>
                    <a:pt x="-4922" y="1248848"/>
                    <a:pt x="17938" y="1299330"/>
                  </a:cubicBezTo>
                  <a:cubicBezTo>
                    <a:pt x="40798" y="1350765"/>
                    <a:pt x="87470" y="1384102"/>
                    <a:pt x="142715" y="1389817"/>
                  </a:cubicBezTo>
                  <a:lnTo>
                    <a:pt x="1465738" y="1528882"/>
                  </a:lnTo>
                  <a:cubicBezTo>
                    <a:pt x="1520983" y="1534598"/>
                    <a:pt x="1574323" y="1510785"/>
                    <a:pt x="1606708" y="1466017"/>
                  </a:cubicBezTo>
                  <a:cubicBezTo>
                    <a:pt x="1639093" y="1421250"/>
                    <a:pt x="1645760" y="1363148"/>
                    <a:pt x="1622900" y="1312665"/>
                  </a:cubicBezTo>
                  <a:lnTo>
                    <a:pt x="1082833" y="97275"/>
                  </a:lnTo>
                  <a:cubicBezTo>
                    <a:pt x="1059973" y="45840"/>
                    <a:pt x="1013300" y="12502"/>
                    <a:pt x="958055" y="6787"/>
                  </a:cubicBezTo>
                  <a:cubicBezTo>
                    <a:pt x="952340" y="5835"/>
                    <a:pt x="946625" y="5835"/>
                    <a:pt x="940910" y="5835"/>
                  </a:cubicBezTo>
                  <a:close/>
                </a:path>
              </a:pathLst>
            </a:custGeom>
            <a:grpFill/>
            <a:ln w="9525" cap="flat">
              <a:noFill/>
              <a:prstDash val="solid"/>
              <a:miter/>
            </a:ln>
          </p:spPr>
          <p:txBody>
            <a:bodyPr rtlCol="0" anchor="ctr"/>
            <a:lstStyle/>
            <a:p>
              <a:endParaRPr lang="en-US" sz="1272" dirty="0"/>
            </a:p>
          </p:txBody>
        </p:sp>
        <p:sp>
          <p:nvSpPr>
            <p:cNvPr id="93" name="Freeform: Shape 92">
              <a:extLst>
                <a:ext uri="{FF2B5EF4-FFF2-40B4-BE49-F238E27FC236}">
                  <a16:creationId xmlns:a16="http://schemas.microsoft.com/office/drawing/2014/main" id="{10255508-CD31-475F-9938-E6992594AD7F}"/>
                </a:ext>
              </a:extLst>
            </p:cNvPr>
            <p:cNvSpPr/>
            <p:nvPr/>
          </p:nvSpPr>
          <p:spPr>
            <a:xfrm>
              <a:off x="5484232" y="2627034"/>
              <a:ext cx="1525159" cy="1644610"/>
            </a:xfrm>
            <a:custGeom>
              <a:avLst/>
              <a:gdLst>
                <a:gd name="connsiteX0" fmla="*/ 1365512 w 1525159"/>
                <a:gd name="connsiteY0" fmla="*/ 1644610 h 1644610"/>
                <a:gd name="connsiteX1" fmla="*/ 1297885 w 1525159"/>
                <a:gd name="connsiteY1" fmla="*/ 1629370 h 1644610"/>
                <a:gd name="connsiteX2" fmla="*/ 92020 w 1525159"/>
                <a:gd name="connsiteY2" fmla="*/ 1067395 h 1644610"/>
                <a:gd name="connsiteX3" fmla="*/ 580 w 1525159"/>
                <a:gd name="connsiteY3" fmla="*/ 936903 h 1644610"/>
                <a:gd name="connsiteX4" fmla="*/ 68207 w 1525159"/>
                <a:gd name="connsiteY4" fmla="*/ 792123 h 1644610"/>
                <a:gd name="connsiteX5" fmla="*/ 1157867 w 1525159"/>
                <a:gd name="connsiteY5" fmla="*/ 29170 h 1644610"/>
                <a:gd name="connsiteX6" fmla="*/ 1316935 w 1525159"/>
                <a:gd name="connsiteY6" fmla="*/ 14883 h 1644610"/>
                <a:gd name="connsiteX7" fmla="*/ 1408375 w 1525159"/>
                <a:gd name="connsiteY7" fmla="*/ 145375 h 1644610"/>
                <a:gd name="connsiteX8" fmla="*/ 1524580 w 1525159"/>
                <a:gd name="connsiteY8" fmla="*/ 1470303 h 1644610"/>
                <a:gd name="connsiteX9" fmla="*/ 1456952 w 1525159"/>
                <a:gd name="connsiteY9" fmla="*/ 1615083 h 1644610"/>
                <a:gd name="connsiteX10" fmla="*/ 1365512 w 1525159"/>
                <a:gd name="connsiteY10" fmla="*/ 1644610 h 1644610"/>
                <a:gd name="connsiteX11" fmla="*/ 1249307 w 1525159"/>
                <a:gd name="connsiteY11" fmla="*/ 4405 h 1644610"/>
                <a:gd name="connsiteX12" fmla="*/ 1160725 w 1525159"/>
                <a:gd name="connsiteY12" fmla="*/ 32980 h 1644610"/>
                <a:gd name="connsiteX13" fmla="*/ 71065 w 1525159"/>
                <a:gd name="connsiteY13" fmla="*/ 795933 h 1644610"/>
                <a:gd name="connsiteX14" fmla="*/ 6295 w 1525159"/>
                <a:gd name="connsiteY14" fmla="*/ 935950 h 1644610"/>
                <a:gd name="connsiteX15" fmla="*/ 94877 w 1525159"/>
                <a:gd name="connsiteY15" fmla="*/ 1062633 h 1644610"/>
                <a:gd name="connsiteX16" fmla="*/ 1300742 w 1525159"/>
                <a:gd name="connsiteY16" fmla="*/ 1624608 h 1644610"/>
                <a:gd name="connsiteX17" fmla="*/ 1454095 w 1525159"/>
                <a:gd name="connsiteY17" fmla="*/ 1611273 h 1644610"/>
                <a:gd name="connsiteX18" fmla="*/ 1518865 w 1525159"/>
                <a:gd name="connsiteY18" fmla="*/ 1471255 h 1644610"/>
                <a:gd name="connsiteX19" fmla="*/ 1403612 w 1525159"/>
                <a:gd name="connsiteY19" fmla="*/ 145375 h 1644610"/>
                <a:gd name="connsiteX20" fmla="*/ 1315030 w 1525159"/>
                <a:gd name="connsiteY20" fmla="*/ 18693 h 1644610"/>
                <a:gd name="connsiteX21" fmla="*/ 1249307 w 1525159"/>
                <a:gd name="connsiteY21" fmla="*/ 4405 h 16446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25159" h="1644610">
                  <a:moveTo>
                    <a:pt x="1365512" y="1644610"/>
                  </a:moveTo>
                  <a:cubicBezTo>
                    <a:pt x="1342652" y="1644610"/>
                    <a:pt x="1319792" y="1639848"/>
                    <a:pt x="1297885" y="1629370"/>
                  </a:cubicBezTo>
                  <a:lnTo>
                    <a:pt x="92020" y="1067395"/>
                  </a:lnTo>
                  <a:cubicBezTo>
                    <a:pt x="39632" y="1042630"/>
                    <a:pt x="5342" y="994053"/>
                    <a:pt x="580" y="936903"/>
                  </a:cubicBezTo>
                  <a:cubicBezTo>
                    <a:pt x="-4183" y="879753"/>
                    <a:pt x="20582" y="825460"/>
                    <a:pt x="68207" y="792123"/>
                  </a:cubicBezTo>
                  <a:lnTo>
                    <a:pt x="1157867" y="29170"/>
                  </a:lnTo>
                  <a:cubicBezTo>
                    <a:pt x="1205492" y="-4167"/>
                    <a:pt x="1264547" y="-8930"/>
                    <a:pt x="1316935" y="14883"/>
                  </a:cubicBezTo>
                  <a:cubicBezTo>
                    <a:pt x="1369322" y="39648"/>
                    <a:pt x="1403612" y="88225"/>
                    <a:pt x="1408375" y="145375"/>
                  </a:cubicBezTo>
                  <a:lnTo>
                    <a:pt x="1524580" y="1470303"/>
                  </a:lnTo>
                  <a:cubicBezTo>
                    <a:pt x="1529342" y="1527453"/>
                    <a:pt x="1504577" y="1581745"/>
                    <a:pt x="1456952" y="1615083"/>
                  </a:cubicBezTo>
                  <a:cubicBezTo>
                    <a:pt x="1429330" y="1634133"/>
                    <a:pt x="1397897" y="1644610"/>
                    <a:pt x="1365512" y="1644610"/>
                  </a:cubicBezTo>
                  <a:close/>
                  <a:moveTo>
                    <a:pt x="1249307" y="4405"/>
                  </a:moveTo>
                  <a:cubicBezTo>
                    <a:pt x="1218827" y="4405"/>
                    <a:pt x="1187395" y="13930"/>
                    <a:pt x="1160725" y="32980"/>
                  </a:cubicBezTo>
                  <a:lnTo>
                    <a:pt x="71065" y="795933"/>
                  </a:lnTo>
                  <a:cubicBezTo>
                    <a:pt x="25345" y="828318"/>
                    <a:pt x="580" y="880705"/>
                    <a:pt x="6295" y="935950"/>
                  </a:cubicBezTo>
                  <a:cubicBezTo>
                    <a:pt x="12010" y="991195"/>
                    <a:pt x="44395" y="1038820"/>
                    <a:pt x="94877" y="1062633"/>
                  </a:cubicBezTo>
                  <a:lnTo>
                    <a:pt x="1300742" y="1624608"/>
                  </a:lnTo>
                  <a:cubicBezTo>
                    <a:pt x="1351225" y="1648420"/>
                    <a:pt x="1408375" y="1642705"/>
                    <a:pt x="1454095" y="1611273"/>
                  </a:cubicBezTo>
                  <a:cubicBezTo>
                    <a:pt x="1499815" y="1578888"/>
                    <a:pt x="1524580" y="1527453"/>
                    <a:pt x="1518865" y="1471255"/>
                  </a:cubicBezTo>
                  <a:lnTo>
                    <a:pt x="1403612" y="145375"/>
                  </a:lnTo>
                  <a:cubicBezTo>
                    <a:pt x="1398850" y="90130"/>
                    <a:pt x="1365512" y="42505"/>
                    <a:pt x="1315030" y="18693"/>
                  </a:cubicBezTo>
                  <a:cubicBezTo>
                    <a:pt x="1294075" y="9168"/>
                    <a:pt x="1271215" y="4405"/>
                    <a:pt x="1249307" y="4405"/>
                  </a:cubicBezTo>
                  <a:close/>
                </a:path>
              </a:pathLst>
            </a:custGeom>
            <a:grpFill/>
            <a:ln w="9525" cap="flat">
              <a:noFill/>
              <a:prstDash val="solid"/>
              <a:miter/>
            </a:ln>
          </p:spPr>
          <p:txBody>
            <a:bodyPr rtlCol="0" anchor="ctr"/>
            <a:lstStyle/>
            <a:p>
              <a:endParaRPr lang="en-US" sz="1272" dirty="0"/>
            </a:p>
          </p:txBody>
        </p:sp>
        <p:sp>
          <p:nvSpPr>
            <p:cNvPr id="94" name="Freeform: Shape 93">
              <a:extLst>
                <a:ext uri="{FF2B5EF4-FFF2-40B4-BE49-F238E27FC236}">
                  <a16:creationId xmlns:a16="http://schemas.microsoft.com/office/drawing/2014/main" id="{6180CF46-AD3A-4882-BF8C-42A4079F05AC}"/>
                </a:ext>
              </a:extLst>
            </p:cNvPr>
            <p:cNvSpPr/>
            <p:nvPr/>
          </p:nvSpPr>
          <p:spPr>
            <a:xfrm>
              <a:off x="5498775" y="2833512"/>
              <a:ext cx="1599894" cy="1610534"/>
            </a:xfrm>
            <a:custGeom>
              <a:avLst/>
              <a:gdLst>
                <a:gd name="connsiteX0" fmla="*/ 1116654 w 1599894"/>
                <a:gd name="connsiteY0" fmla="*/ 1610535 h 1610534"/>
                <a:gd name="connsiteX1" fmla="*/ 1006164 w 1599894"/>
                <a:gd name="connsiteY1" fmla="*/ 1565767 h 1610534"/>
                <a:gd name="connsiteX2" fmla="*/ 48901 w 1599894"/>
                <a:gd name="connsiteY2" fmla="*/ 641842 h 1610534"/>
                <a:gd name="connsiteX3" fmla="*/ 5086 w 1599894"/>
                <a:gd name="connsiteY3" fmla="*/ 488490 h 1610534"/>
                <a:gd name="connsiteX4" fmla="*/ 116529 w 1599894"/>
                <a:gd name="connsiteY4" fmla="*/ 373237 h 1610534"/>
                <a:gd name="connsiteX5" fmla="*/ 1395736 w 1599894"/>
                <a:gd name="connsiteY5" fmla="*/ 6525 h 1610534"/>
                <a:gd name="connsiteX6" fmla="*/ 1550994 w 1599894"/>
                <a:gd name="connsiteY6" fmla="*/ 45577 h 1610534"/>
                <a:gd name="connsiteX7" fmla="*/ 1594809 w 1599894"/>
                <a:gd name="connsiteY7" fmla="*/ 198930 h 1610534"/>
                <a:gd name="connsiteX8" fmla="*/ 1271911 w 1599894"/>
                <a:gd name="connsiteY8" fmla="*/ 1488615 h 1610534"/>
                <a:gd name="connsiteX9" fmla="*/ 1160469 w 1599894"/>
                <a:gd name="connsiteY9" fmla="*/ 1603867 h 1610534"/>
                <a:gd name="connsiteX10" fmla="*/ 1116654 w 1599894"/>
                <a:gd name="connsiteY10" fmla="*/ 1610535 h 1610534"/>
                <a:gd name="connsiteX11" fmla="*/ 1439551 w 1599894"/>
                <a:gd name="connsiteY11" fmla="*/ 4620 h 1610534"/>
                <a:gd name="connsiteX12" fmla="*/ 1396689 w 1599894"/>
                <a:gd name="connsiteY12" fmla="*/ 10335 h 1610534"/>
                <a:gd name="connsiteX13" fmla="*/ 117481 w 1599894"/>
                <a:gd name="connsiteY13" fmla="*/ 378000 h 1610534"/>
                <a:gd name="connsiteX14" fmla="*/ 9849 w 1599894"/>
                <a:gd name="connsiteY14" fmla="*/ 489442 h 1610534"/>
                <a:gd name="connsiteX15" fmla="*/ 52711 w 1599894"/>
                <a:gd name="connsiteY15" fmla="*/ 638033 h 1610534"/>
                <a:gd name="connsiteX16" fmla="*/ 1009974 w 1599894"/>
                <a:gd name="connsiteY16" fmla="*/ 1561958 h 1610534"/>
                <a:gd name="connsiteX17" fmla="*/ 1159516 w 1599894"/>
                <a:gd name="connsiteY17" fmla="*/ 1599105 h 1610534"/>
                <a:gd name="connsiteX18" fmla="*/ 1267149 w 1599894"/>
                <a:gd name="connsiteY18" fmla="*/ 1487663 h 1610534"/>
                <a:gd name="connsiteX19" fmla="*/ 1589094 w 1599894"/>
                <a:gd name="connsiteY19" fmla="*/ 197025 h 1610534"/>
                <a:gd name="connsiteX20" fmla="*/ 1546231 w 1599894"/>
                <a:gd name="connsiteY20" fmla="*/ 48435 h 1610534"/>
                <a:gd name="connsiteX21" fmla="*/ 1439551 w 1599894"/>
                <a:gd name="connsiteY21" fmla="*/ 4620 h 1610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599894" h="1610534">
                  <a:moveTo>
                    <a:pt x="1116654" y="1610535"/>
                  </a:moveTo>
                  <a:cubicBezTo>
                    <a:pt x="1075696" y="1610535"/>
                    <a:pt x="1036644" y="1595295"/>
                    <a:pt x="1006164" y="1565767"/>
                  </a:cubicBezTo>
                  <a:lnTo>
                    <a:pt x="48901" y="641842"/>
                  </a:lnTo>
                  <a:cubicBezTo>
                    <a:pt x="6991" y="601837"/>
                    <a:pt x="-9201" y="544687"/>
                    <a:pt x="5086" y="488490"/>
                  </a:cubicBezTo>
                  <a:cubicBezTo>
                    <a:pt x="19374" y="432292"/>
                    <a:pt x="60331" y="389430"/>
                    <a:pt x="116529" y="373237"/>
                  </a:cubicBezTo>
                  <a:lnTo>
                    <a:pt x="1395736" y="6525"/>
                  </a:lnTo>
                  <a:cubicBezTo>
                    <a:pt x="1450981" y="-9668"/>
                    <a:pt x="1509084" y="4620"/>
                    <a:pt x="1550994" y="45577"/>
                  </a:cubicBezTo>
                  <a:cubicBezTo>
                    <a:pt x="1592904" y="85582"/>
                    <a:pt x="1609096" y="142732"/>
                    <a:pt x="1594809" y="198930"/>
                  </a:cubicBezTo>
                  <a:lnTo>
                    <a:pt x="1271911" y="1488615"/>
                  </a:lnTo>
                  <a:cubicBezTo>
                    <a:pt x="1257624" y="1544813"/>
                    <a:pt x="1216666" y="1587675"/>
                    <a:pt x="1160469" y="1603867"/>
                  </a:cubicBezTo>
                  <a:cubicBezTo>
                    <a:pt x="1146181" y="1607678"/>
                    <a:pt x="1130941" y="1610535"/>
                    <a:pt x="1116654" y="1610535"/>
                  </a:cubicBezTo>
                  <a:close/>
                  <a:moveTo>
                    <a:pt x="1439551" y="4620"/>
                  </a:moveTo>
                  <a:cubicBezTo>
                    <a:pt x="1425264" y="4620"/>
                    <a:pt x="1410976" y="6525"/>
                    <a:pt x="1396689" y="10335"/>
                  </a:cubicBezTo>
                  <a:lnTo>
                    <a:pt x="117481" y="378000"/>
                  </a:lnTo>
                  <a:cubicBezTo>
                    <a:pt x="64141" y="393240"/>
                    <a:pt x="24136" y="435150"/>
                    <a:pt x="9849" y="489442"/>
                  </a:cubicBezTo>
                  <a:cubicBezTo>
                    <a:pt x="-3487" y="543735"/>
                    <a:pt x="12706" y="598980"/>
                    <a:pt x="52711" y="638033"/>
                  </a:cubicBezTo>
                  <a:lnTo>
                    <a:pt x="1009974" y="1561958"/>
                  </a:lnTo>
                  <a:cubicBezTo>
                    <a:pt x="1049979" y="1601010"/>
                    <a:pt x="1106176" y="1614345"/>
                    <a:pt x="1159516" y="1599105"/>
                  </a:cubicBezTo>
                  <a:cubicBezTo>
                    <a:pt x="1212856" y="1583865"/>
                    <a:pt x="1252861" y="1541955"/>
                    <a:pt x="1267149" y="1487663"/>
                  </a:cubicBezTo>
                  <a:lnTo>
                    <a:pt x="1589094" y="197025"/>
                  </a:lnTo>
                  <a:cubicBezTo>
                    <a:pt x="1602429" y="142732"/>
                    <a:pt x="1586236" y="87487"/>
                    <a:pt x="1546231" y="48435"/>
                  </a:cubicBezTo>
                  <a:cubicBezTo>
                    <a:pt x="1516704" y="19860"/>
                    <a:pt x="1478604" y="4620"/>
                    <a:pt x="1439551" y="4620"/>
                  </a:cubicBezTo>
                  <a:close/>
                </a:path>
              </a:pathLst>
            </a:custGeom>
            <a:grpFill/>
            <a:ln w="9525" cap="flat">
              <a:noFill/>
              <a:prstDash val="solid"/>
              <a:miter/>
            </a:ln>
          </p:spPr>
          <p:txBody>
            <a:bodyPr rtlCol="0" anchor="ctr"/>
            <a:lstStyle/>
            <a:p>
              <a:endParaRPr lang="en-US" sz="1272" dirty="0"/>
            </a:p>
          </p:txBody>
        </p:sp>
        <p:sp>
          <p:nvSpPr>
            <p:cNvPr id="95" name="Freeform: Shape 94">
              <a:extLst>
                <a:ext uri="{FF2B5EF4-FFF2-40B4-BE49-F238E27FC236}">
                  <a16:creationId xmlns:a16="http://schemas.microsoft.com/office/drawing/2014/main" id="{E32DF239-2F1F-4DEF-84E6-8AA4C60B1814}"/>
                </a:ext>
              </a:extLst>
            </p:cNvPr>
            <p:cNvSpPr/>
            <p:nvPr/>
          </p:nvSpPr>
          <p:spPr>
            <a:xfrm>
              <a:off x="5574695" y="3024613"/>
              <a:ext cx="1649985" cy="1506110"/>
            </a:xfrm>
            <a:custGeom>
              <a:avLst/>
              <a:gdLst>
                <a:gd name="connsiteX0" fmla="*/ 764509 w 1649985"/>
                <a:gd name="connsiteY0" fmla="*/ 1506111 h 1506110"/>
                <a:gd name="connsiteX1" fmla="*/ 755937 w 1649985"/>
                <a:gd name="connsiteY1" fmla="*/ 1506111 h 1506110"/>
                <a:gd name="connsiteX2" fmla="*/ 621634 w 1649985"/>
                <a:gd name="connsiteY2" fmla="*/ 1419433 h 1506110"/>
                <a:gd name="connsiteX3" fmla="*/ 17749 w 1649985"/>
                <a:gd name="connsiteY3" fmla="*/ 232618 h 1506110"/>
                <a:gd name="connsiteX4" fmla="*/ 26322 w 1649985"/>
                <a:gd name="connsiteY4" fmla="*/ 72598 h 1506110"/>
                <a:gd name="connsiteX5" fmla="*/ 169197 w 1649985"/>
                <a:gd name="connsiteY5" fmla="*/ 208 h 1506110"/>
                <a:gd name="connsiteX6" fmla="*/ 1497934 w 1649985"/>
                <a:gd name="connsiteY6" fmla="*/ 69741 h 1506110"/>
                <a:gd name="connsiteX7" fmla="*/ 1632237 w 1649985"/>
                <a:gd name="connsiteY7" fmla="*/ 156418 h 1506110"/>
                <a:gd name="connsiteX8" fmla="*/ 1623664 w 1649985"/>
                <a:gd name="connsiteY8" fmla="*/ 316438 h 1506110"/>
                <a:gd name="connsiteX9" fmla="*/ 898812 w 1649985"/>
                <a:gd name="connsiteY9" fmla="*/ 1431816 h 1506110"/>
                <a:gd name="connsiteX10" fmla="*/ 764509 w 1649985"/>
                <a:gd name="connsiteY10" fmla="*/ 1506111 h 1506110"/>
                <a:gd name="connsiteX11" fmla="*/ 22512 w 1649985"/>
                <a:gd name="connsiteY11" fmla="*/ 230713 h 1506110"/>
                <a:gd name="connsiteX12" fmla="*/ 626397 w 1649985"/>
                <a:gd name="connsiteY12" fmla="*/ 1415623 h 1506110"/>
                <a:gd name="connsiteX13" fmla="*/ 755937 w 1649985"/>
                <a:gd name="connsiteY13" fmla="*/ 1499443 h 1506110"/>
                <a:gd name="connsiteX14" fmla="*/ 893097 w 1649985"/>
                <a:gd name="connsiteY14" fmla="*/ 1428958 h 1506110"/>
                <a:gd name="connsiteX15" fmla="*/ 1617949 w 1649985"/>
                <a:gd name="connsiteY15" fmla="*/ 313581 h 1506110"/>
                <a:gd name="connsiteX16" fmla="*/ 1625569 w 1649985"/>
                <a:gd name="connsiteY16" fmla="*/ 159276 h 1506110"/>
                <a:gd name="connsiteX17" fmla="*/ 1496029 w 1649985"/>
                <a:gd name="connsiteY17" fmla="*/ 75456 h 1506110"/>
                <a:gd name="connsiteX18" fmla="*/ 168244 w 1649985"/>
                <a:gd name="connsiteY18" fmla="*/ 5923 h 1506110"/>
                <a:gd name="connsiteX19" fmla="*/ 31084 w 1649985"/>
                <a:gd name="connsiteY19" fmla="*/ 76408 h 1506110"/>
                <a:gd name="connsiteX20" fmla="*/ 22512 w 1649985"/>
                <a:gd name="connsiteY20" fmla="*/ 230713 h 15061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649985" h="1506110">
                  <a:moveTo>
                    <a:pt x="764509" y="1506111"/>
                  </a:moveTo>
                  <a:cubicBezTo>
                    <a:pt x="761652" y="1506111"/>
                    <a:pt x="758794" y="1506111"/>
                    <a:pt x="755937" y="1506111"/>
                  </a:cubicBezTo>
                  <a:cubicBezTo>
                    <a:pt x="697834" y="1503253"/>
                    <a:pt x="648304" y="1470868"/>
                    <a:pt x="621634" y="1419433"/>
                  </a:cubicBezTo>
                  <a:lnTo>
                    <a:pt x="17749" y="232618"/>
                  </a:lnTo>
                  <a:cubicBezTo>
                    <a:pt x="-8921" y="181183"/>
                    <a:pt x="-5111" y="121176"/>
                    <a:pt x="26322" y="72598"/>
                  </a:cubicBezTo>
                  <a:cubicBezTo>
                    <a:pt x="57754" y="24021"/>
                    <a:pt x="111094" y="-2649"/>
                    <a:pt x="169197" y="208"/>
                  </a:cubicBezTo>
                  <a:lnTo>
                    <a:pt x="1497934" y="69741"/>
                  </a:lnTo>
                  <a:cubicBezTo>
                    <a:pt x="1556037" y="72598"/>
                    <a:pt x="1605567" y="104983"/>
                    <a:pt x="1632237" y="156418"/>
                  </a:cubicBezTo>
                  <a:cubicBezTo>
                    <a:pt x="1658907" y="207853"/>
                    <a:pt x="1655097" y="267861"/>
                    <a:pt x="1623664" y="316438"/>
                  </a:cubicBezTo>
                  <a:lnTo>
                    <a:pt x="898812" y="1431816"/>
                  </a:lnTo>
                  <a:cubicBezTo>
                    <a:pt x="868332" y="1478488"/>
                    <a:pt x="818802" y="1506111"/>
                    <a:pt x="764509" y="1506111"/>
                  </a:cubicBezTo>
                  <a:close/>
                  <a:moveTo>
                    <a:pt x="22512" y="230713"/>
                  </a:moveTo>
                  <a:lnTo>
                    <a:pt x="626397" y="1415623"/>
                  </a:lnTo>
                  <a:cubicBezTo>
                    <a:pt x="652114" y="1465153"/>
                    <a:pt x="699739" y="1496586"/>
                    <a:pt x="755937" y="1499443"/>
                  </a:cubicBezTo>
                  <a:cubicBezTo>
                    <a:pt x="812134" y="1502301"/>
                    <a:pt x="862617" y="1476583"/>
                    <a:pt x="893097" y="1428958"/>
                  </a:cubicBezTo>
                  <a:lnTo>
                    <a:pt x="1617949" y="313581"/>
                  </a:lnTo>
                  <a:cubicBezTo>
                    <a:pt x="1648429" y="266908"/>
                    <a:pt x="1651287" y="208806"/>
                    <a:pt x="1625569" y="159276"/>
                  </a:cubicBezTo>
                  <a:cubicBezTo>
                    <a:pt x="1599852" y="109746"/>
                    <a:pt x="1552227" y="78313"/>
                    <a:pt x="1496029" y="75456"/>
                  </a:cubicBezTo>
                  <a:lnTo>
                    <a:pt x="168244" y="5923"/>
                  </a:lnTo>
                  <a:cubicBezTo>
                    <a:pt x="112999" y="3066"/>
                    <a:pt x="61564" y="28783"/>
                    <a:pt x="31084" y="76408"/>
                  </a:cubicBezTo>
                  <a:cubicBezTo>
                    <a:pt x="604" y="123081"/>
                    <a:pt x="-3206" y="181183"/>
                    <a:pt x="22512" y="230713"/>
                  </a:cubicBezTo>
                  <a:close/>
                </a:path>
              </a:pathLst>
            </a:custGeom>
            <a:grpFill/>
            <a:ln w="9525" cap="flat">
              <a:noFill/>
              <a:prstDash val="solid"/>
              <a:miter/>
            </a:ln>
          </p:spPr>
          <p:txBody>
            <a:bodyPr rtlCol="0" anchor="ctr"/>
            <a:lstStyle/>
            <a:p>
              <a:endParaRPr lang="en-US" sz="1272" dirty="0"/>
            </a:p>
          </p:txBody>
        </p:sp>
        <p:sp>
          <p:nvSpPr>
            <p:cNvPr id="96" name="Freeform: Shape 95">
              <a:extLst>
                <a:ext uri="{FF2B5EF4-FFF2-40B4-BE49-F238E27FC236}">
                  <a16:creationId xmlns:a16="http://schemas.microsoft.com/office/drawing/2014/main" id="{1FF529E2-E4DE-4BC2-AD36-9E2F91168396}"/>
                </a:ext>
              </a:extLst>
            </p:cNvPr>
            <p:cNvSpPr/>
            <p:nvPr/>
          </p:nvSpPr>
          <p:spPr>
            <a:xfrm>
              <a:off x="5703352" y="2884241"/>
              <a:ext cx="1552692" cy="1637910"/>
            </a:xfrm>
            <a:custGeom>
              <a:avLst/>
              <a:gdLst>
                <a:gd name="connsiteX0" fmla="*/ 345340 w 1552692"/>
                <a:gd name="connsiteY0" fmla="*/ 1637910 h 1637910"/>
                <a:gd name="connsiteX1" fmla="*/ 285332 w 1552692"/>
                <a:gd name="connsiteY1" fmla="*/ 1626480 h 1637910"/>
                <a:gd name="connsiteX2" fmla="*/ 187225 w 1552692"/>
                <a:gd name="connsiteY2" fmla="*/ 1500750 h 1637910"/>
                <a:gd name="connsiteX3" fmla="*/ 1487 w 1552692"/>
                <a:gd name="connsiteY3" fmla="*/ 182490 h 1637910"/>
                <a:gd name="connsiteX4" fmla="*/ 61495 w 1552692"/>
                <a:gd name="connsiteY4" fmla="*/ 33900 h 1637910"/>
                <a:gd name="connsiteX5" fmla="*/ 219610 w 1552692"/>
                <a:gd name="connsiteY5" fmla="*/ 11993 h 1637910"/>
                <a:gd name="connsiteX6" fmla="*/ 1453097 w 1552692"/>
                <a:gd name="connsiteY6" fmla="*/ 510150 h 1637910"/>
                <a:gd name="connsiteX7" fmla="*/ 1551205 w 1552692"/>
                <a:gd name="connsiteY7" fmla="*/ 635880 h 1637910"/>
                <a:gd name="connsiteX8" fmla="*/ 1491197 w 1552692"/>
                <a:gd name="connsiteY8" fmla="*/ 784470 h 1637910"/>
                <a:gd name="connsiteX9" fmla="*/ 442495 w 1552692"/>
                <a:gd name="connsiteY9" fmla="*/ 1603620 h 1637910"/>
                <a:gd name="connsiteX10" fmla="*/ 345340 w 1552692"/>
                <a:gd name="connsiteY10" fmla="*/ 1637910 h 1637910"/>
                <a:gd name="connsiteX11" fmla="*/ 7202 w 1552692"/>
                <a:gd name="connsiteY11" fmla="*/ 182490 h 1637910"/>
                <a:gd name="connsiteX12" fmla="*/ 191987 w 1552692"/>
                <a:gd name="connsiteY12" fmla="*/ 1499798 h 1637910"/>
                <a:gd name="connsiteX13" fmla="*/ 287237 w 1552692"/>
                <a:gd name="connsiteY13" fmla="*/ 1621718 h 1637910"/>
                <a:gd name="connsiteX14" fmla="*/ 439637 w 1552692"/>
                <a:gd name="connsiteY14" fmla="*/ 1599810 h 1637910"/>
                <a:gd name="connsiteX15" fmla="*/ 1488340 w 1552692"/>
                <a:gd name="connsiteY15" fmla="*/ 780660 h 1637910"/>
                <a:gd name="connsiteX16" fmla="*/ 1546442 w 1552692"/>
                <a:gd name="connsiteY16" fmla="*/ 637785 h 1637910"/>
                <a:gd name="connsiteX17" fmla="*/ 1451192 w 1552692"/>
                <a:gd name="connsiteY17" fmla="*/ 515865 h 1637910"/>
                <a:gd name="connsiteX18" fmla="*/ 217705 w 1552692"/>
                <a:gd name="connsiteY18" fmla="*/ 17708 h 1637910"/>
                <a:gd name="connsiteX19" fmla="*/ 65305 w 1552692"/>
                <a:gd name="connsiteY19" fmla="*/ 39615 h 1637910"/>
                <a:gd name="connsiteX20" fmla="*/ 7202 w 1552692"/>
                <a:gd name="connsiteY20" fmla="*/ 182490 h 16379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552692" h="1637910">
                  <a:moveTo>
                    <a:pt x="345340" y="1637910"/>
                  </a:moveTo>
                  <a:cubicBezTo>
                    <a:pt x="325337" y="1637910"/>
                    <a:pt x="304382" y="1634100"/>
                    <a:pt x="285332" y="1626480"/>
                  </a:cubicBezTo>
                  <a:cubicBezTo>
                    <a:pt x="231992" y="1604573"/>
                    <a:pt x="194845" y="1557900"/>
                    <a:pt x="187225" y="1500750"/>
                  </a:cubicBezTo>
                  <a:lnTo>
                    <a:pt x="1487" y="182490"/>
                  </a:lnTo>
                  <a:cubicBezTo>
                    <a:pt x="-6133" y="125340"/>
                    <a:pt x="15775" y="70095"/>
                    <a:pt x="61495" y="33900"/>
                  </a:cubicBezTo>
                  <a:cubicBezTo>
                    <a:pt x="107215" y="-1342"/>
                    <a:pt x="166270" y="-9915"/>
                    <a:pt x="219610" y="11993"/>
                  </a:cubicBezTo>
                  <a:lnTo>
                    <a:pt x="1453097" y="510150"/>
                  </a:lnTo>
                  <a:cubicBezTo>
                    <a:pt x="1506437" y="532058"/>
                    <a:pt x="1543585" y="578730"/>
                    <a:pt x="1551205" y="635880"/>
                  </a:cubicBezTo>
                  <a:cubicBezTo>
                    <a:pt x="1558825" y="693030"/>
                    <a:pt x="1536917" y="748275"/>
                    <a:pt x="1491197" y="784470"/>
                  </a:cubicBezTo>
                  <a:lnTo>
                    <a:pt x="442495" y="1603620"/>
                  </a:lnTo>
                  <a:cubicBezTo>
                    <a:pt x="414872" y="1626480"/>
                    <a:pt x="380582" y="1637910"/>
                    <a:pt x="345340" y="1637910"/>
                  </a:cubicBezTo>
                  <a:close/>
                  <a:moveTo>
                    <a:pt x="7202" y="182490"/>
                  </a:moveTo>
                  <a:lnTo>
                    <a:pt x="191987" y="1499798"/>
                  </a:lnTo>
                  <a:cubicBezTo>
                    <a:pt x="199607" y="1555043"/>
                    <a:pt x="234850" y="1600763"/>
                    <a:pt x="287237" y="1621718"/>
                  </a:cubicBezTo>
                  <a:cubicBezTo>
                    <a:pt x="338672" y="1642673"/>
                    <a:pt x="395822" y="1635053"/>
                    <a:pt x="439637" y="1599810"/>
                  </a:cubicBezTo>
                  <a:lnTo>
                    <a:pt x="1488340" y="780660"/>
                  </a:lnTo>
                  <a:cubicBezTo>
                    <a:pt x="1532155" y="746370"/>
                    <a:pt x="1554062" y="693030"/>
                    <a:pt x="1546442" y="637785"/>
                  </a:cubicBezTo>
                  <a:cubicBezTo>
                    <a:pt x="1538822" y="582540"/>
                    <a:pt x="1503580" y="536820"/>
                    <a:pt x="1451192" y="515865"/>
                  </a:cubicBezTo>
                  <a:lnTo>
                    <a:pt x="217705" y="17708"/>
                  </a:lnTo>
                  <a:cubicBezTo>
                    <a:pt x="166270" y="-3247"/>
                    <a:pt x="109120" y="4373"/>
                    <a:pt x="65305" y="39615"/>
                  </a:cubicBezTo>
                  <a:cubicBezTo>
                    <a:pt x="20537" y="72953"/>
                    <a:pt x="-418" y="127245"/>
                    <a:pt x="7202" y="182490"/>
                  </a:cubicBezTo>
                  <a:close/>
                </a:path>
              </a:pathLst>
            </a:custGeom>
            <a:grpFill/>
            <a:ln w="9525" cap="flat">
              <a:noFill/>
              <a:prstDash val="solid"/>
              <a:miter/>
            </a:ln>
          </p:spPr>
          <p:txBody>
            <a:bodyPr rtlCol="0" anchor="ctr"/>
            <a:lstStyle/>
            <a:p>
              <a:endParaRPr lang="en-US" sz="1272" dirty="0"/>
            </a:p>
          </p:txBody>
        </p:sp>
        <p:sp>
          <p:nvSpPr>
            <p:cNvPr id="97" name="Freeform: Shape 96">
              <a:extLst>
                <a:ext uri="{FF2B5EF4-FFF2-40B4-BE49-F238E27FC236}">
                  <a16:creationId xmlns:a16="http://schemas.microsoft.com/office/drawing/2014/main" id="{EBD42EE8-F67C-4184-AC55-B277B9D45512}"/>
                </a:ext>
              </a:extLst>
            </p:cNvPr>
            <p:cNvSpPr/>
            <p:nvPr/>
          </p:nvSpPr>
          <p:spPr>
            <a:xfrm>
              <a:off x="5617251" y="2793839"/>
              <a:ext cx="1577256" cy="1626394"/>
            </a:xfrm>
            <a:custGeom>
              <a:avLst/>
              <a:gdLst>
                <a:gd name="connsiteX0" fmla="*/ 159026 w 1577256"/>
                <a:gd name="connsiteY0" fmla="*/ 1626395 h 1626394"/>
                <a:gd name="connsiteX1" fmla="*/ 55203 w 1577256"/>
                <a:gd name="connsiteY1" fmla="*/ 1587342 h 1626394"/>
                <a:gd name="connsiteX2" fmla="*/ 2816 w 1577256"/>
                <a:gd name="connsiteY2" fmla="*/ 1435895 h 1626394"/>
                <a:gd name="connsiteX3" fmla="*/ 256181 w 1577256"/>
                <a:gd name="connsiteY3" fmla="*/ 130017 h 1626394"/>
                <a:gd name="connsiteX4" fmla="*/ 360956 w 1577256"/>
                <a:gd name="connsiteY4" fmla="*/ 9050 h 1626394"/>
                <a:gd name="connsiteX5" fmla="*/ 518118 w 1577256"/>
                <a:gd name="connsiteY5" fmla="*/ 39530 h 1626394"/>
                <a:gd name="connsiteX6" fmla="*/ 1522053 w 1577256"/>
                <a:gd name="connsiteY6" fmla="*/ 912019 h 1626394"/>
                <a:gd name="connsiteX7" fmla="*/ 1574441 w 1577256"/>
                <a:gd name="connsiteY7" fmla="*/ 1063467 h 1626394"/>
                <a:gd name="connsiteX8" fmla="*/ 1469666 w 1577256"/>
                <a:gd name="connsiteY8" fmla="*/ 1184435 h 1626394"/>
                <a:gd name="connsiteX9" fmla="*/ 211413 w 1577256"/>
                <a:gd name="connsiteY9" fmla="*/ 1616870 h 1626394"/>
                <a:gd name="connsiteX10" fmla="*/ 159026 w 1577256"/>
                <a:gd name="connsiteY10" fmla="*/ 1626395 h 1626394"/>
                <a:gd name="connsiteX11" fmla="*/ 259038 w 1577256"/>
                <a:gd name="connsiteY11" fmla="*/ 130017 h 1626394"/>
                <a:gd name="connsiteX12" fmla="*/ 261896 w 1577256"/>
                <a:gd name="connsiteY12" fmla="*/ 130970 h 1626394"/>
                <a:gd name="connsiteX13" fmla="*/ 7578 w 1577256"/>
                <a:gd name="connsiteY13" fmla="*/ 1436847 h 1626394"/>
                <a:gd name="connsiteX14" fmla="*/ 58061 w 1577256"/>
                <a:gd name="connsiteY14" fmla="*/ 1582580 h 1626394"/>
                <a:gd name="connsiteX15" fmla="*/ 209508 w 1577256"/>
                <a:gd name="connsiteY15" fmla="*/ 1612107 h 1626394"/>
                <a:gd name="connsiteX16" fmla="*/ 1467761 w 1577256"/>
                <a:gd name="connsiteY16" fmla="*/ 1178720 h 1626394"/>
                <a:gd name="connsiteX17" fmla="*/ 1568726 w 1577256"/>
                <a:gd name="connsiteY17" fmla="*/ 1062515 h 1626394"/>
                <a:gd name="connsiteX18" fmla="*/ 1518243 w 1577256"/>
                <a:gd name="connsiteY18" fmla="*/ 916782 h 1626394"/>
                <a:gd name="connsiteX19" fmla="*/ 514308 w 1577256"/>
                <a:gd name="connsiteY19" fmla="*/ 43340 h 1626394"/>
                <a:gd name="connsiteX20" fmla="*/ 362861 w 1577256"/>
                <a:gd name="connsiteY20" fmla="*/ 13812 h 1626394"/>
                <a:gd name="connsiteX21" fmla="*/ 261896 w 1577256"/>
                <a:gd name="connsiteY21" fmla="*/ 130017 h 1626394"/>
                <a:gd name="connsiteX22" fmla="*/ 259038 w 1577256"/>
                <a:gd name="connsiteY22" fmla="*/ 130017 h 16263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77256" h="1626394">
                  <a:moveTo>
                    <a:pt x="159026" y="1626395"/>
                  </a:moveTo>
                  <a:cubicBezTo>
                    <a:pt x="120926" y="1626395"/>
                    <a:pt x="84731" y="1613060"/>
                    <a:pt x="55203" y="1587342"/>
                  </a:cubicBezTo>
                  <a:cubicBezTo>
                    <a:pt x="11388" y="1549242"/>
                    <a:pt x="-7662" y="1493045"/>
                    <a:pt x="2816" y="1435895"/>
                  </a:cubicBezTo>
                  <a:lnTo>
                    <a:pt x="256181" y="130017"/>
                  </a:lnTo>
                  <a:cubicBezTo>
                    <a:pt x="267611" y="72867"/>
                    <a:pt x="306663" y="28100"/>
                    <a:pt x="360956" y="9050"/>
                  </a:cubicBezTo>
                  <a:cubicBezTo>
                    <a:pt x="415248" y="-10000"/>
                    <a:pt x="474303" y="1430"/>
                    <a:pt x="518118" y="39530"/>
                  </a:cubicBezTo>
                  <a:lnTo>
                    <a:pt x="1522053" y="912019"/>
                  </a:lnTo>
                  <a:cubicBezTo>
                    <a:pt x="1565868" y="950119"/>
                    <a:pt x="1584918" y="1006317"/>
                    <a:pt x="1574441" y="1063467"/>
                  </a:cubicBezTo>
                  <a:cubicBezTo>
                    <a:pt x="1563011" y="1120617"/>
                    <a:pt x="1523958" y="1165385"/>
                    <a:pt x="1469666" y="1184435"/>
                  </a:cubicBezTo>
                  <a:lnTo>
                    <a:pt x="211413" y="1616870"/>
                  </a:lnTo>
                  <a:cubicBezTo>
                    <a:pt x="194268" y="1623537"/>
                    <a:pt x="176171" y="1626395"/>
                    <a:pt x="159026" y="1626395"/>
                  </a:cubicBezTo>
                  <a:close/>
                  <a:moveTo>
                    <a:pt x="259038" y="130017"/>
                  </a:moveTo>
                  <a:lnTo>
                    <a:pt x="261896" y="130970"/>
                  </a:lnTo>
                  <a:lnTo>
                    <a:pt x="7578" y="1436847"/>
                  </a:lnTo>
                  <a:cubicBezTo>
                    <a:pt x="-2899" y="1492092"/>
                    <a:pt x="16151" y="1546385"/>
                    <a:pt x="58061" y="1582580"/>
                  </a:cubicBezTo>
                  <a:cubicBezTo>
                    <a:pt x="99971" y="1618775"/>
                    <a:pt x="157121" y="1630205"/>
                    <a:pt x="209508" y="1612107"/>
                  </a:cubicBezTo>
                  <a:lnTo>
                    <a:pt x="1467761" y="1178720"/>
                  </a:lnTo>
                  <a:cubicBezTo>
                    <a:pt x="1520148" y="1160622"/>
                    <a:pt x="1558248" y="1116807"/>
                    <a:pt x="1568726" y="1062515"/>
                  </a:cubicBezTo>
                  <a:cubicBezTo>
                    <a:pt x="1579203" y="1007269"/>
                    <a:pt x="1560153" y="952977"/>
                    <a:pt x="1518243" y="916782"/>
                  </a:cubicBezTo>
                  <a:lnTo>
                    <a:pt x="514308" y="43340"/>
                  </a:lnTo>
                  <a:cubicBezTo>
                    <a:pt x="472398" y="7145"/>
                    <a:pt x="415248" y="-4285"/>
                    <a:pt x="362861" y="13812"/>
                  </a:cubicBezTo>
                  <a:cubicBezTo>
                    <a:pt x="310473" y="31910"/>
                    <a:pt x="272373" y="75725"/>
                    <a:pt x="261896" y="130017"/>
                  </a:cubicBezTo>
                  <a:lnTo>
                    <a:pt x="259038" y="130017"/>
                  </a:lnTo>
                  <a:close/>
                </a:path>
              </a:pathLst>
            </a:custGeom>
            <a:grpFill/>
            <a:ln w="9525" cap="flat">
              <a:noFill/>
              <a:prstDash val="solid"/>
              <a:miter/>
            </a:ln>
          </p:spPr>
          <p:txBody>
            <a:bodyPr rtlCol="0" anchor="ctr"/>
            <a:lstStyle/>
            <a:p>
              <a:endParaRPr lang="en-US" sz="1272" dirty="0"/>
            </a:p>
          </p:txBody>
        </p:sp>
        <p:sp>
          <p:nvSpPr>
            <p:cNvPr id="98" name="Freeform: Shape 97">
              <a:extLst>
                <a:ext uri="{FF2B5EF4-FFF2-40B4-BE49-F238E27FC236}">
                  <a16:creationId xmlns:a16="http://schemas.microsoft.com/office/drawing/2014/main" id="{2FCFEDC0-0434-46B3-BDE6-2A548497D148}"/>
                </a:ext>
              </a:extLst>
            </p:cNvPr>
            <p:cNvSpPr/>
            <p:nvPr/>
          </p:nvSpPr>
          <p:spPr>
            <a:xfrm>
              <a:off x="5392895" y="2761931"/>
              <a:ext cx="1648777" cy="1472564"/>
            </a:xfrm>
            <a:custGeom>
              <a:avLst/>
              <a:gdLst>
                <a:gd name="connsiteX0" fmla="*/ 1490186 w 1648777"/>
                <a:gd name="connsiteY0" fmla="*/ 1472565 h 1472564"/>
                <a:gd name="connsiteX1" fmla="*/ 159544 w 1648777"/>
                <a:gd name="connsiteY1" fmla="*/ 1472565 h 1472564"/>
                <a:gd name="connsiteX2" fmla="*/ 21431 w 1648777"/>
                <a:gd name="connsiteY2" fmla="*/ 1392555 h 1472564"/>
                <a:gd name="connsiteX3" fmla="*/ 21431 w 1648777"/>
                <a:gd name="connsiteY3" fmla="*/ 1232535 h 1472564"/>
                <a:gd name="connsiteX4" fmla="*/ 686276 w 1648777"/>
                <a:gd name="connsiteY4" fmla="*/ 80010 h 1472564"/>
                <a:gd name="connsiteX5" fmla="*/ 824389 w 1648777"/>
                <a:gd name="connsiteY5" fmla="*/ 0 h 1472564"/>
                <a:gd name="connsiteX6" fmla="*/ 824389 w 1648777"/>
                <a:gd name="connsiteY6" fmla="*/ 0 h 1472564"/>
                <a:gd name="connsiteX7" fmla="*/ 962501 w 1648777"/>
                <a:gd name="connsiteY7" fmla="*/ 80010 h 1472564"/>
                <a:gd name="connsiteX8" fmla="*/ 1627346 w 1648777"/>
                <a:gd name="connsiteY8" fmla="*/ 1232535 h 1472564"/>
                <a:gd name="connsiteX9" fmla="*/ 1627346 w 1648777"/>
                <a:gd name="connsiteY9" fmla="*/ 1392555 h 1472564"/>
                <a:gd name="connsiteX10" fmla="*/ 1490186 w 1648777"/>
                <a:gd name="connsiteY10" fmla="*/ 1472565 h 1472564"/>
                <a:gd name="connsiteX11" fmla="*/ 691039 w 1648777"/>
                <a:gd name="connsiteY11" fmla="*/ 83820 h 1472564"/>
                <a:gd name="connsiteX12" fmla="*/ 26194 w 1648777"/>
                <a:gd name="connsiteY12" fmla="*/ 1236345 h 1472564"/>
                <a:gd name="connsiteX13" fmla="*/ 26194 w 1648777"/>
                <a:gd name="connsiteY13" fmla="*/ 1390650 h 1472564"/>
                <a:gd name="connsiteX14" fmla="*/ 159544 w 1648777"/>
                <a:gd name="connsiteY14" fmla="*/ 1467803 h 1472564"/>
                <a:gd name="connsiteX15" fmla="*/ 1490186 w 1648777"/>
                <a:gd name="connsiteY15" fmla="*/ 1467803 h 1472564"/>
                <a:gd name="connsiteX16" fmla="*/ 1623536 w 1648777"/>
                <a:gd name="connsiteY16" fmla="*/ 1390650 h 1472564"/>
                <a:gd name="connsiteX17" fmla="*/ 1623536 w 1648777"/>
                <a:gd name="connsiteY17" fmla="*/ 1236345 h 1472564"/>
                <a:gd name="connsiteX18" fmla="*/ 958691 w 1648777"/>
                <a:gd name="connsiteY18" fmla="*/ 83820 h 1472564"/>
                <a:gd name="connsiteX19" fmla="*/ 825341 w 1648777"/>
                <a:gd name="connsiteY19" fmla="*/ 6668 h 1472564"/>
                <a:gd name="connsiteX20" fmla="*/ 691039 w 1648777"/>
                <a:gd name="connsiteY20" fmla="*/ 83820 h 1472564"/>
                <a:gd name="connsiteX21" fmla="*/ 691039 w 1648777"/>
                <a:gd name="connsiteY21" fmla="*/ 83820 h 14725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648777" h="1472564">
                  <a:moveTo>
                    <a:pt x="1490186" y="1472565"/>
                  </a:moveTo>
                  <a:lnTo>
                    <a:pt x="159544" y="1472565"/>
                  </a:lnTo>
                  <a:cubicBezTo>
                    <a:pt x="101441" y="1472565"/>
                    <a:pt x="50006" y="1443038"/>
                    <a:pt x="21431" y="1392555"/>
                  </a:cubicBezTo>
                  <a:cubicBezTo>
                    <a:pt x="-7144" y="1342073"/>
                    <a:pt x="-7144" y="1283018"/>
                    <a:pt x="21431" y="1232535"/>
                  </a:cubicBezTo>
                  <a:lnTo>
                    <a:pt x="686276" y="80010"/>
                  </a:lnTo>
                  <a:cubicBezTo>
                    <a:pt x="714851" y="29528"/>
                    <a:pt x="767239" y="0"/>
                    <a:pt x="824389" y="0"/>
                  </a:cubicBezTo>
                  <a:cubicBezTo>
                    <a:pt x="824389" y="0"/>
                    <a:pt x="824389" y="0"/>
                    <a:pt x="824389" y="0"/>
                  </a:cubicBezTo>
                  <a:cubicBezTo>
                    <a:pt x="882491" y="0"/>
                    <a:pt x="933926" y="29528"/>
                    <a:pt x="962501" y="80010"/>
                  </a:cubicBezTo>
                  <a:lnTo>
                    <a:pt x="1627346" y="1232535"/>
                  </a:lnTo>
                  <a:cubicBezTo>
                    <a:pt x="1655921" y="1283018"/>
                    <a:pt x="1655921" y="1342073"/>
                    <a:pt x="1627346" y="1392555"/>
                  </a:cubicBezTo>
                  <a:cubicBezTo>
                    <a:pt x="1599724" y="1443038"/>
                    <a:pt x="1548289" y="1472565"/>
                    <a:pt x="1490186" y="1472565"/>
                  </a:cubicBezTo>
                  <a:close/>
                  <a:moveTo>
                    <a:pt x="691039" y="83820"/>
                  </a:moveTo>
                  <a:lnTo>
                    <a:pt x="26194" y="1236345"/>
                  </a:lnTo>
                  <a:cubicBezTo>
                    <a:pt x="-1429" y="1284923"/>
                    <a:pt x="-1429" y="1342073"/>
                    <a:pt x="26194" y="1390650"/>
                  </a:cubicBezTo>
                  <a:cubicBezTo>
                    <a:pt x="53816" y="1439228"/>
                    <a:pt x="104299" y="1467803"/>
                    <a:pt x="159544" y="1467803"/>
                  </a:cubicBezTo>
                  <a:lnTo>
                    <a:pt x="1490186" y="1467803"/>
                  </a:lnTo>
                  <a:cubicBezTo>
                    <a:pt x="1546384" y="1467803"/>
                    <a:pt x="1595914" y="1439228"/>
                    <a:pt x="1623536" y="1390650"/>
                  </a:cubicBezTo>
                  <a:cubicBezTo>
                    <a:pt x="1651159" y="1342073"/>
                    <a:pt x="1651159" y="1284923"/>
                    <a:pt x="1623536" y="1236345"/>
                  </a:cubicBezTo>
                  <a:lnTo>
                    <a:pt x="958691" y="83820"/>
                  </a:lnTo>
                  <a:cubicBezTo>
                    <a:pt x="931069" y="35243"/>
                    <a:pt x="880586" y="6668"/>
                    <a:pt x="825341" y="6668"/>
                  </a:cubicBezTo>
                  <a:cubicBezTo>
                    <a:pt x="769144" y="6668"/>
                    <a:pt x="719614" y="35243"/>
                    <a:pt x="691039" y="83820"/>
                  </a:cubicBezTo>
                  <a:lnTo>
                    <a:pt x="691039" y="83820"/>
                  </a:lnTo>
                  <a:close/>
                </a:path>
              </a:pathLst>
            </a:custGeom>
            <a:grpFill/>
            <a:ln w="9525" cap="flat">
              <a:noFill/>
              <a:prstDash val="solid"/>
              <a:miter/>
            </a:ln>
          </p:spPr>
          <p:txBody>
            <a:bodyPr rtlCol="0" anchor="ctr"/>
            <a:lstStyle/>
            <a:p>
              <a:endParaRPr lang="en-US" sz="1272" dirty="0"/>
            </a:p>
          </p:txBody>
        </p:sp>
      </p:grpSp>
    </p:spTree>
    <p:extLst>
      <p:ext uri="{BB962C8B-B14F-4D97-AF65-F5344CB8AC3E}">
        <p14:creationId xmlns:p14="http://schemas.microsoft.com/office/powerpoint/2010/main" val="2713044810"/>
      </p:ext>
    </p:extLst>
  </p:cSld>
  <p:clrMapOvr>
    <a:masterClrMapping/>
  </p:clrMapOvr>
  <p:transition>
    <p:fade/>
  </p:transition>
</p:sldLayout>
</file>

<file path=ppt/slideLayouts/slideLayout108.xml><?xml version="1.0" encoding="utf-8"?>
<p:sldLayout xmlns:a="http://schemas.openxmlformats.org/drawingml/2006/main" xmlns:r="http://schemas.openxmlformats.org/officeDocument/2006/relationships" xmlns:p="http://schemas.openxmlformats.org/presentationml/2006/main" preserve="1" userDrawn="1">
  <p:cSld name="Titl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2" name="Footer Placeholder 1">
            <a:extLst>
              <a:ext uri="{FF2B5EF4-FFF2-40B4-BE49-F238E27FC236}">
                <a16:creationId xmlns:a16="http://schemas.microsoft.com/office/drawing/2014/main" id="{B852478B-55EF-4189-A468-2CD5FFD82747}"/>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646978016"/>
      </p:ext>
    </p:extLst>
  </p:cSld>
  <p:clrMapOvr>
    <a:masterClrMapping/>
  </p:clrMapOvr>
  <p:transition>
    <p:fade/>
  </p:transition>
</p:sldLayout>
</file>

<file path=ppt/slideLayouts/slideLayout109.xml><?xml version="1.0" encoding="utf-8"?>
<p:sldLayout xmlns:a="http://schemas.openxmlformats.org/drawingml/2006/main" xmlns:r="http://schemas.openxmlformats.org/officeDocument/2006/relationships" xmlns:p="http://schemas.openxmlformats.org/presentationml/2006/main" preserve="1" userDrawn="1">
  <p:cSld name="Title and subheading">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A74CBFC5-126D-4E5D-BA79-A65662FA3631}"/>
              </a:ext>
            </a:extLst>
          </p:cNvPr>
          <p:cNvSpPr>
            <a:spLocks noGrp="1"/>
          </p:cNvSpPr>
          <p:nvPr>
            <p:ph type="title"/>
          </p:nvPr>
        </p:nvSpPr>
        <p:spPr>
          <a:xfrm>
            <a:off x="313982" y="330371"/>
            <a:ext cx="8505951" cy="482130"/>
          </a:xfrm>
        </p:spPr>
        <p:txBody>
          <a:bodyPr/>
          <a:lstStyle/>
          <a:p>
            <a:r>
              <a:rPr lang="en-US"/>
              <a:t>Click to edit Master title style</a:t>
            </a:r>
          </a:p>
        </p:txBody>
      </p:sp>
      <p:sp>
        <p:nvSpPr>
          <p:cNvPr id="4" name="Text Placeholder 3">
            <a:extLst>
              <a:ext uri="{FF2B5EF4-FFF2-40B4-BE49-F238E27FC236}">
                <a16:creationId xmlns:a16="http://schemas.microsoft.com/office/drawing/2014/main" id="{DB521330-4B4A-4C5F-85CF-D5CBC2772D39}"/>
              </a:ext>
            </a:extLst>
          </p:cNvPr>
          <p:cNvSpPr>
            <a:spLocks noGrp="1"/>
          </p:cNvSpPr>
          <p:nvPr>
            <p:ph type="body" sz="quarter" idx="10" hasCustomPrompt="1"/>
          </p:nvPr>
        </p:nvSpPr>
        <p:spPr>
          <a:xfrm>
            <a:off x="324067" y="812501"/>
            <a:ext cx="8505951" cy="318677"/>
          </a:xfrm>
        </p:spPr>
        <p:txBody>
          <a:bodyPr tIns="45720" rIns="0" bIns="45720"/>
          <a:lstStyle>
            <a:lvl1pPr>
              <a:defRPr sz="1471">
                <a:solidFill>
                  <a:schemeClr val="tx1"/>
                </a:solidFill>
              </a:defRPr>
            </a:lvl1pPr>
          </a:lstStyle>
          <a:p>
            <a:r>
              <a:rPr lang="en-US"/>
              <a:t>Subheading Segoe UI </a:t>
            </a:r>
            <a:r>
              <a:rPr lang="en-US" err="1"/>
              <a:t>Semibold</a:t>
            </a:r>
            <a:r>
              <a:rPr lang="en-US"/>
              <a:t> 20 </a:t>
            </a:r>
            <a:r>
              <a:rPr lang="en-US" err="1"/>
              <a:t>pt</a:t>
            </a:r>
            <a:endParaRPr lang="en-US"/>
          </a:p>
        </p:txBody>
      </p:sp>
      <p:sp>
        <p:nvSpPr>
          <p:cNvPr id="2" name="Footer Placeholder 1">
            <a:extLst>
              <a:ext uri="{FF2B5EF4-FFF2-40B4-BE49-F238E27FC236}">
                <a16:creationId xmlns:a16="http://schemas.microsoft.com/office/drawing/2014/main" id="{64899B17-8D01-4107-A0A6-0451351ABAE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243406389"/>
      </p:ext>
    </p:extLst>
  </p:cSld>
  <p:clrMapOvr>
    <a:masterClrMapping/>
  </p:clrMapOvr>
  <p:transition>
    <p:fade/>
  </p:transition>
</p:sldLayout>
</file>

<file path=ppt/slideLayouts/slideLayout110.xml><?xml version="1.0" encoding="utf-8"?>
<p:sldLayout xmlns:a="http://schemas.openxmlformats.org/drawingml/2006/main" xmlns:r="http://schemas.openxmlformats.org/officeDocument/2006/relationships" xmlns:p="http://schemas.openxmlformats.org/presentationml/2006/main" preserve="1" userDrawn="1">
  <p:cSld name="1_Text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F415B60E-29D3-45EF-9FD0-D9924E0B78BB}"/>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640746942"/>
      </p:ext>
    </p:extLst>
  </p:cSld>
  <p:clrMapOvr>
    <a:masterClrMapping/>
  </p:clrMapOvr>
  <p:transition>
    <p:fade/>
  </p:transition>
</p:sldLayout>
</file>

<file path=ppt/slideLayouts/slideLayout111.xml><?xml version="1.0" encoding="utf-8"?>
<p:sldLayout xmlns:a="http://schemas.openxmlformats.org/drawingml/2006/main" xmlns:r="http://schemas.openxmlformats.org/officeDocument/2006/relationships" xmlns:p="http://schemas.openxmlformats.org/presentationml/2006/main" preserve="1" userDrawn="1">
  <p:cSld name="Text Layout with footnot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4326" y="1092673"/>
            <a:ext cx="8505608" cy="1538883"/>
          </a:xfrm>
        </p:spPr>
        <p:txBody>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Rectangle 1">
            <a:extLst>
              <a:ext uri="{FF2B5EF4-FFF2-40B4-BE49-F238E27FC236}">
                <a16:creationId xmlns:a16="http://schemas.microsoft.com/office/drawing/2014/main" id="{F5777EA2-9454-422E-AEC3-45CEC596AEB8}"/>
              </a:ext>
            </a:extLst>
          </p:cNvPr>
          <p:cNvSpPr/>
          <p:nvPr userDrawn="1"/>
        </p:nvSpPr>
        <p:spPr bwMode="auto">
          <a:xfrm>
            <a:off x="0" y="4252913"/>
            <a:ext cx="9144000" cy="560216"/>
          </a:xfrm>
          <a:prstGeom prst="rect">
            <a:avLst/>
          </a:prstGeom>
          <a:solidFill>
            <a:schemeClr val="bg1">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6" name="Text Placeholder 5">
            <a:extLst>
              <a:ext uri="{FF2B5EF4-FFF2-40B4-BE49-F238E27FC236}">
                <a16:creationId xmlns:a16="http://schemas.microsoft.com/office/drawing/2014/main" id="{764357BA-0098-4BE6-A38B-76E4D9E64E6E}"/>
              </a:ext>
            </a:extLst>
          </p:cNvPr>
          <p:cNvSpPr>
            <a:spLocks noGrp="1"/>
          </p:cNvSpPr>
          <p:nvPr>
            <p:ph type="body" sz="quarter" idx="11"/>
          </p:nvPr>
        </p:nvSpPr>
        <p:spPr>
          <a:xfrm>
            <a:off x="313982" y="4327516"/>
            <a:ext cx="8505951" cy="411010"/>
          </a:xfrm>
        </p:spPr>
        <p:txBody>
          <a:bodyPr anchor="ctr"/>
          <a:lstStyle>
            <a:lvl1pPr>
              <a:defRPr sz="1471"/>
            </a:lvl1pPr>
          </a:lstStyle>
          <a:p>
            <a:pPr lvl="0"/>
            <a:r>
              <a:rPr lang="en-US"/>
              <a:t>Click to edit Master text styles</a:t>
            </a:r>
          </a:p>
        </p:txBody>
      </p:sp>
      <p:sp>
        <p:nvSpPr>
          <p:cNvPr id="4" name="Footer Placeholder 1">
            <a:extLst>
              <a:ext uri="{FF2B5EF4-FFF2-40B4-BE49-F238E27FC236}">
                <a16:creationId xmlns:a16="http://schemas.microsoft.com/office/drawing/2014/main" id="{BBE90075-187C-4F60-81BA-E239B43D9044}"/>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085836487"/>
      </p:ext>
    </p:extLst>
  </p:cSld>
  <p:clrMapOvr>
    <a:masterClrMapping/>
  </p:clrMapOvr>
  <p:transition>
    <p:fade/>
  </p:transition>
</p:sldLayout>
</file>

<file path=ppt/slideLayouts/slideLayout112.xml><?xml version="1.0" encoding="utf-8"?>
<p:sldLayout xmlns:a="http://schemas.openxmlformats.org/drawingml/2006/main" xmlns:r="http://schemas.openxmlformats.org/officeDocument/2006/relationships" xmlns:p="http://schemas.openxmlformats.org/presentationml/2006/main" preserve="1" userDrawn="1">
  <p:cSld name="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Content Placeholder 4">
            <a:extLst>
              <a:ext uri="{FF2B5EF4-FFF2-40B4-BE49-F238E27FC236}">
                <a16:creationId xmlns:a16="http://schemas.microsoft.com/office/drawing/2014/main" id="{1884D379-CA81-40D3-9E78-E89E7861D50F}"/>
              </a:ext>
            </a:extLst>
          </p:cNvPr>
          <p:cNvSpPr>
            <a:spLocks noGrp="1"/>
          </p:cNvSpPr>
          <p:nvPr>
            <p:ph sz="quarter" idx="11"/>
          </p:nvPr>
        </p:nvSpPr>
        <p:spPr>
          <a:xfrm>
            <a:off x="4672012" y="1092672"/>
            <a:ext cx="4157663" cy="2822103"/>
          </a:xfrm>
          <a:solidFill>
            <a:schemeClr val="bg1">
              <a:lumMod val="95000"/>
            </a:schemeClr>
          </a:solidFill>
        </p:spPr>
        <p:txBody>
          <a:bodyPr lIns="137160">
            <a:noAutofit/>
          </a:bodyPr>
          <a:lstStyle>
            <a:lvl1pPr>
              <a:spcBef>
                <a:spcPts val="288"/>
              </a:spcBef>
              <a:spcAft>
                <a:spcPts val="432"/>
              </a:spcAft>
              <a:defRPr sz="1765"/>
            </a:lvl1pPr>
            <a:lvl2pPr>
              <a:spcBef>
                <a:spcPts val="288"/>
              </a:spcBef>
              <a:spcAft>
                <a:spcPts val="432"/>
              </a:spcAft>
              <a:defRPr/>
            </a:lvl2pPr>
            <a:lvl3pPr>
              <a:spcBef>
                <a:spcPts val="288"/>
              </a:spcBef>
              <a:spcAft>
                <a:spcPts val="432"/>
              </a:spcAft>
              <a:defRPr/>
            </a:lvl3pPr>
            <a:lvl4pPr>
              <a:spcBef>
                <a:spcPts val="288"/>
              </a:spcBef>
              <a:spcAft>
                <a:spcPts val="432"/>
              </a:spcAft>
              <a:defRPr/>
            </a:lvl4pPr>
            <a:lvl5pPr>
              <a:spcBef>
                <a:spcPts val="288"/>
              </a:spcBef>
              <a:spcAft>
                <a:spcPts val="432"/>
              </a:spcAf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1EECB910-8937-4CC4-AEC5-2DD554C2D63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8193060"/>
      </p:ext>
    </p:extLst>
  </p:cSld>
  <p:clrMapOvr>
    <a:masterClrMapping/>
  </p:clrMapOvr>
  <p:transition>
    <p:fade/>
  </p:transition>
</p:sldLayout>
</file>

<file path=ppt/slideLayouts/slideLayout113.xml><?xml version="1.0" encoding="utf-8"?>
<p:sldLayout xmlns:a="http://schemas.openxmlformats.org/drawingml/2006/main" xmlns:r="http://schemas.openxmlformats.org/officeDocument/2006/relationships" xmlns:p="http://schemas.openxmlformats.org/presentationml/2006/main" preserve="1" userDrawn="1">
  <p:cSld name="Bulleted Text Layout_two columns_half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8" y="1208438"/>
            <a:ext cx="0" cy="1690935"/>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3"/>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7516BD94-AE1C-455F-8D7D-7082BB27F029}"/>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664641694"/>
      </p:ext>
    </p:extLst>
  </p:cSld>
  <p:clrMapOvr>
    <a:masterClrMapping/>
  </p:clrMapOvr>
  <p:transition>
    <p:fade/>
  </p:transition>
</p:sldLayout>
</file>

<file path=ppt/slideLayouts/slideLayout114.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_full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a:xfrm>
            <a:off x="313982" y="330371"/>
            <a:ext cx="8505951" cy="510147"/>
          </a:xfrm>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13982"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cxnSp>
        <p:nvCxnSpPr>
          <p:cNvPr id="6" name="Straight Connector 5">
            <a:extLst>
              <a:ext uri="{FF2B5EF4-FFF2-40B4-BE49-F238E27FC236}">
                <a16:creationId xmlns:a16="http://schemas.microsoft.com/office/drawing/2014/main" id="{59500235-F506-479A-8FC5-E0FA2D9B07C5}"/>
              </a:ext>
              <a:ext uri="{C183D7F6-B498-43B3-948B-1728B52AA6E4}">
                <adec:decorative xmlns:adec="http://schemas.microsoft.com/office/drawing/2017/decorative" val="1"/>
              </a:ext>
            </a:extLst>
          </p:cNvPr>
          <p:cNvCxnSpPr>
            <a:cxnSpLocks/>
          </p:cNvCxnSpPr>
          <p:nvPr userDrawn="1"/>
        </p:nvCxnSpPr>
        <p:spPr>
          <a:xfrm>
            <a:off x="4566957" y="1208438"/>
            <a:ext cx="0" cy="342241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773713" y="1092674"/>
            <a:ext cx="4046220" cy="1539717"/>
          </a:xfrm>
        </p:spPr>
        <p:txBody>
          <a:bodyPr/>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2" name="Footer Placeholder 1">
            <a:extLst>
              <a:ext uri="{FF2B5EF4-FFF2-40B4-BE49-F238E27FC236}">
                <a16:creationId xmlns:a16="http://schemas.microsoft.com/office/drawing/2014/main" id="{87A06669-B2CF-43F2-99B5-001A005A3AA1}"/>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702845304"/>
      </p:ext>
    </p:extLst>
  </p:cSld>
  <p:clrMapOvr>
    <a:masterClrMapping/>
  </p:clrMapOvr>
  <p:transition>
    <p:fade/>
  </p:transition>
</p:sldLayout>
</file>

<file path=ppt/slideLayouts/slideLayout115.xml><?xml version="1.0" encoding="utf-8"?>
<p:sldLayout xmlns:a="http://schemas.openxmlformats.org/drawingml/2006/main" xmlns:r="http://schemas.openxmlformats.org/officeDocument/2006/relationships" xmlns:p="http://schemas.openxmlformats.org/presentationml/2006/main" preserve="1" userDrawn="1">
  <p:cSld name="1_Bulleted Text Layout_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0048C836-D6EA-47AA-B133-C4C5DAB392CF}"/>
              </a:ext>
            </a:extLst>
          </p:cNvPr>
          <p:cNvSpPr>
            <a:spLocks noGrp="1"/>
          </p:cNvSpPr>
          <p:nvPr>
            <p:ph type="title"/>
          </p:nvPr>
        </p:nvSpPr>
        <p:spPr/>
        <p:txBody>
          <a:bodyPr/>
          <a:lstStyle/>
          <a:p>
            <a:r>
              <a:rPr lang="en-US"/>
              <a:t>Click to edit Master title style</a:t>
            </a:r>
          </a:p>
        </p:txBody>
      </p:sp>
      <p:sp>
        <p:nvSpPr>
          <p:cNvPr id="5" name="Content Placeholder 4">
            <a:extLst>
              <a:ext uri="{FF2B5EF4-FFF2-40B4-BE49-F238E27FC236}">
                <a16:creationId xmlns:a16="http://schemas.microsoft.com/office/drawing/2014/main" id="{CE9563B9-B8EE-4B13-A96C-8A3EA8059E0A}"/>
              </a:ext>
            </a:extLst>
          </p:cNvPr>
          <p:cNvSpPr>
            <a:spLocks noGrp="1"/>
          </p:cNvSpPr>
          <p:nvPr>
            <p:ph sz="quarter" idx="10"/>
          </p:nvPr>
        </p:nvSpPr>
        <p:spPr>
          <a:xfrm>
            <a:off x="331101" y="1092672"/>
            <a:ext cx="4157839"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7" name="Content Placeholder 4">
            <a:extLst>
              <a:ext uri="{FF2B5EF4-FFF2-40B4-BE49-F238E27FC236}">
                <a16:creationId xmlns:a16="http://schemas.microsoft.com/office/drawing/2014/main" id="{D17555C6-D911-440E-98E2-C7A43ED55E60}"/>
              </a:ext>
            </a:extLst>
          </p:cNvPr>
          <p:cNvSpPr>
            <a:spLocks noGrp="1"/>
          </p:cNvSpPr>
          <p:nvPr>
            <p:ph sz="quarter" idx="12"/>
          </p:nvPr>
        </p:nvSpPr>
        <p:spPr>
          <a:xfrm>
            <a:off x="4672013" y="1092672"/>
            <a:ext cx="4148683" cy="1314206"/>
          </a:xfrm>
          <a:solidFill>
            <a:schemeClr val="bg1">
              <a:lumMod val="95000"/>
            </a:schemeClr>
          </a:solidFill>
        </p:spPr>
        <p:txBody>
          <a:bodyPr lIns="137160" rIns="137160"/>
          <a:lstStyle>
            <a:lvl1pPr>
              <a:spcBef>
                <a:spcPts val="288"/>
              </a:spcBef>
              <a:spcAft>
                <a:spcPts val="432"/>
              </a:spcAft>
              <a:defRPr sz="1765"/>
            </a:lvl1pPr>
            <a:lvl2pPr marL="247201" indent="-164801">
              <a:spcBef>
                <a:spcPts val="288"/>
              </a:spcBef>
              <a:spcAft>
                <a:spcPts val="432"/>
              </a:spcAft>
              <a:buFont typeface="Arial" panose="020B0604020202020204" pitchFamily="34" charset="0"/>
              <a:buChar char="•"/>
              <a:defRPr>
                <a:solidFill>
                  <a:schemeClr val="tx1"/>
                </a:solidFill>
                <a:latin typeface="+mn-lt"/>
              </a:defRPr>
            </a:lvl2pPr>
            <a:lvl3pPr marL="206001" indent="-206001">
              <a:spcBef>
                <a:spcPts val="288"/>
              </a:spcBef>
              <a:spcAft>
                <a:spcPts val="432"/>
              </a:spcAft>
              <a:buFont typeface="Arial" panose="020B0604020202020204" pitchFamily="34" charset="0"/>
              <a:buChar char="•"/>
              <a:defRPr>
                <a:solidFill>
                  <a:schemeClr val="tx1"/>
                </a:solidFill>
                <a:latin typeface="+mn-lt"/>
              </a:defRPr>
            </a:lvl3pPr>
            <a:lvl4pPr marL="494402" indent="-206001">
              <a:spcBef>
                <a:spcPts val="288"/>
              </a:spcBef>
              <a:spcAft>
                <a:spcPts val="432"/>
              </a:spcAft>
              <a:buSzPct val="100000"/>
              <a:buFont typeface="Arial" panose="020B0604020202020204" pitchFamily="34" charset="0"/>
              <a:buChar char="‒"/>
              <a:defRPr>
                <a:solidFill>
                  <a:schemeClr val="tx1"/>
                </a:solidFill>
                <a:latin typeface="+mn-lt"/>
              </a:defRPr>
            </a:lvl4pPr>
            <a:lvl5pPr marL="123600" indent="-123600">
              <a:spcBef>
                <a:spcPts val="288"/>
              </a:spcBef>
              <a:spcAft>
                <a:spcPts val="432"/>
              </a:spcAft>
              <a:buFont typeface="Arial" panose="020B0604020202020204" pitchFamily="34" charset="0"/>
              <a:buChar char="•"/>
              <a:defRPr>
                <a:solidFill>
                  <a:schemeClr val="tx1"/>
                </a:solidFill>
                <a:latin typeface="+mn-lt"/>
              </a:defRPr>
            </a:lvl5pPr>
          </a:lstStyle>
          <a:p>
            <a:pPr lvl="0"/>
            <a:r>
              <a:rPr lang="en-US"/>
              <a:t>Click to edit Master text styles</a:t>
            </a:r>
          </a:p>
          <a:p>
            <a:pPr lvl="1"/>
            <a:r>
              <a:rPr lang="en-US"/>
              <a:t>Second level</a:t>
            </a:r>
          </a:p>
          <a:p>
            <a:pPr lvl="2"/>
            <a:r>
              <a:rPr lang="en-US"/>
              <a:t>Third level</a:t>
            </a:r>
          </a:p>
          <a:p>
            <a:pPr lvl="3"/>
            <a:r>
              <a:rPr lang="en-US"/>
              <a:t>Fourth level</a:t>
            </a:r>
          </a:p>
        </p:txBody>
      </p:sp>
      <p:sp>
        <p:nvSpPr>
          <p:cNvPr id="2" name="Footer Placeholder 1">
            <a:extLst>
              <a:ext uri="{FF2B5EF4-FFF2-40B4-BE49-F238E27FC236}">
                <a16:creationId xmlns:a16="http://schemas.microsoft.com/office/drawing/2014/main" id="{FD7644AB-9D01-4585-9388-8EB76A4E16D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2425734975"/>
      </p:ext>
    </p:extLst>
  </p:cSld>
  <p:clrMapOvr>
    <a:masterClrMapping/>
  </p:clrMapOvr>
  <p:transition>
    <p:fade/>
  </p:transition>
</p:sldLayout>
</file>

<file path=ppt/slideLayouts/slideLayout116.xml><?xml version="1.0" encoding="utf-8"?>
<p:sldLayout xmlns:a="http://schemas.openxmlformats.org/drawingml/2006/main" xmlns:r="http://schemas.openxmlformats.org/officeDocument/2006/relationships" xmlns:p="http://schemas.openxmlformats.org/presentationml/2006/main" preserve="1" userDrawn="1">
  <p:cSld name="Agenda 3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3 rows</a:t>
            </a:r>
          </a:p>
        </p:txBody>
      </p:sp>
      <p:sp>
        <p:nvSpPr>
          <p:cNvPr id="5" name="Text Placeholder 4"/>
          <p:cNvSpPr>
            <a:spLocks noGrp="1"/>
          </p:cNvSpPr>
          <p:nvPr>
            <p:ph type="body" sz="quarter" idx="11" hasCustomPrompt="1"/>
          </p:nvPr>
        </p:nvSpPr>
        <p:spPr>
          <a:xfrm>
            <a:off x="3058716" y="1019176"/>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2112589"/>
            <a:ext cx="5771303" cy="918325"/>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5" name="Text Placeholder 4">
            <a:extLst>
              <a:ext uri="{FF2B5EF4-FFF2-40B4-BE49-F238E27FC236}">
                <a16:creationId xmlns:a16="http://schemas.microsoft.com/office/drawing/2014/main" id="{17004B21-C7C1-4F96-8432-F7255C26DB8E}"/>
              </a:ext>
            </a:extLst>
          </p:cNvPr>
          <p:cNvSpPr>
            <a:spLocks noGrp="1"/>
          </p:cNvSpPr>
          <p:nvPr>
            <p:ph type="body" sz="quarter" idx="20" hasCustomPrompt="1"/>
          </p:nvPr>
        </p:nvSpPr>
        <p:spPr>
          <a:xfrm>
            <a:off x="3058716" y="3206001"/>
            <a:ext cx="5771303" cy="918325"/>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D3BC550B-9B11-4380-8D6F-F4741FB779EC}"/>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86017100"/>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7.xml><?xml version="1.0" encoding="utf-8"?>
<p:sldLayout xmlns:a="http://schemas.openxmlformats.org/drawingml/2006/main" xmlns:r="http://schemas.openxmlformats.org/officeDocument/2006/relationships" xmlns:p="http://schemas.openxmlformats.org/presentationml/2006/main" preserve="1" userDrawn="1">
  <p:cSld name="Agenda 4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4 rows</a:t>
            </a:r>
          </a:p>
        </p:txBody>
      </p:sp>
      <p:sp>
        <p:nvSpPr>
          <p:cNvPr id="5" name="Text Placeholder 4"/>
          <p:cNvSpPr>
            <a:spLocks noGrp="1"/>
          </p:cNvSpPr>
          <p:nvPr>
            <p:ph type="body" sz="quarter" idx="11" hasCustomPrompt="1"/>
          </p:nvPr>
        </p:nvSpPr>
        <p:spPr>
          <a:xfrm>
            <a:off x="3058716" y="739278"/>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754559"/>
            <a:ext cx="5771303"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276983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785118"/>
            <a:ext cx="5771303"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1FA6548C-890C-4150-B5BD-A8AF55A82E70}"/>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403842106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8.xml><?xml version="1.0" encoding="utf-8"?>
<p:sldLayout xmlns:a="http://schemas.openxmlformats.org/drawingml/2006/main" xmlns:r="http://schemas.openxmlformats.org/officeDocument/2006/relationships" xmlns:p="http://schemas.openxmlformats.org/presentationml/2006/main" preserve="1" userDrawn="1">
  <p:cSld name="Agenda 6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6 rows</a:t>
            </a:r>
          </a:p>
        </p:txBody>
      </p:sp>
      <p:sp>
        <p:nvSpPr>
          <p:cNvPr id="5" name="Text Placeholder 4"/>
          <p:cNvSpPr>
            <a:spLocks noGrp="1"/>
          </p:cNvSpPr>
          <p:nvPr>
            <p:ph type="body" sz="quarter" idx="11" hasCustomPrompt="1"/>
          </p:nvPr>
        </p:nvSpPr>
        <p:spPr>
          <a:xfrm>
            <a:off x="3058716" y="518344"/>
            <a:ext cx="5771303" cy="616984"/>
          </a:xfrm>
        </p:spPr>
        <p:txBody>
          <a:bodyPr vert="horz" wrap="square" lIns="0" tIns="0" rIns="0" bIns="0" rtlCol="0" anchor="ctr">
            <a:noAutofit/>
          </a:bodyPr>
          <a:lstStyle>
            <a:lvl2pPr>
              <a:defRPr lang="en-US" sz="1324" b="0" dirty="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4" name="Text Placeholder 4"/>
          <p:cNvSpPr>
            <a:spLocks noGrp="1"/>
          </p:cNvSpPr>
          <p:nvPr>
            <p:ph type="body" sz="quarter" idx="15" hasCustomPrompt="1"/>
          </p:nvPr>
        </p:nvSpPr>
        <p:spPr>
          <a:xfrm>
            <a:off x="3058716" y="1214950"/>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6" name="Text Placeholder 4"/>
          <p:cNvSpPr>
            <a:spLocks noGrp="1"/>
          </p:cNvSpPr>
          <p:nvPr>
            <p:ph type="body" sz="quarter" idx="17" hasCustomPrompt="1"/>
          </p:nvPr>
        </p:nvSpPr>
        <p:spPr>
          <a:xfrm>
            <a:off x="3058716" y="1911556"/>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18" name="Text Placeholder 4"/>
          <p:cNvSpPr>
            <a:spLocks noGrp="1"/>
          </p:cNvSpPr>
          <p:nvPr>
            <p:ph type="body" sz="quarter" idx="19" hasCustomPrompt="1"/>
          </p:nvPr>
        </p:nvSpPr>
        <p:spPr>
          <a:xfrm>
            <a:off x="3058716" y="2608162"/>
            <a:ext cx="5771303" cy="616984"/>
          </a:xfrm>
        </p:spPr>
        <p:txBody>
          <a:bodyPr vert="horz" wrap="square" lIns="0" tIns="0" rIns="0" bIns="0" rtlCol="0" anchor="ctr">
            <a:noAutofit/>
          </a:bodyPr>
          <a:lstStyle>
            <a:lvl2pPr>
              <a:defRPr lang="en-US" sz="1324" b="0"/>
            </a:lvl2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20" name="Text Placeholder 4"/>
          <p:cNvSpPr>
            <a:spLocks noGrp="1"/>
          </p:cNvSpPr>
          <p:nvPr>
            <p:ph type="body" sz="quarter" idx="21" hasCustomPrompt="1"/>
          </p:nvPr>
        </p:nvSpPr>
        <p:spPr>
          <a:xfrm>
            <a:off x="3058716" y="3304768"/>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6" y="4001376"/>
            <a:ext cx="5771303" cy="61698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The quick brown fox jumps over the lazy dog. </a:t>
            </a:r>
          </a:p>
        </p:txBody>
      </p:sp>
      <p:sp>
        <p:nvSpPr>
          <p:cNvPr id="4" name="Footer Placeholder 1">
            <a:extLst>
              <a:ext uri="{FF2B5EF4-FFF2-40B4-BE49-F238E27FC236}">
                <a16:creationId xmlns:a16="http://schemas.microsoft.com/office/drawing/2014/main" id="{3CE3F527-08C7-43D0-8032-F2A71F76D6A3}"/>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508127739"/>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2">
          <p15:clr>
            <a:srgbClr val="FBAE40"/>
          </p15:clr>
        </p15:guide>
      </p15:sldGuideLst>
    </p:ext>
  </p:extLst>
</p:sldLayout>
</file>

<file path=ppt/slideLayouts/slideLayout119.xml><?xml version="1.0" encoding="utf-8"?>
<p:sldLayout xmlns:a="http://schemas.openxmlformats.org/drawingml/2006/main" xmlns:r="http://schemas.openxmlformats.org/officeDocument/2006/relationships" xmlns:p="http://schemas.openxmlformats.org/presentationml/2006/main" preserve="1" userDrawn="1">
  <p:cSld name="Agenda 8 row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0" y="0"/>
            <a:ext cx="2057400"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3058717" y="349761"/>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4" name="Text Placeholder 4"/>
          <p:cNvSpPr>
            <a:spLocks noGrp="1"/>
          </p:cNvSpPr>
          <p:nvPr>
            <p:ph type="body" sz="quarter" idx="15" hasCustomPrompt="1"/>
          </p:nvPr>
        </p:nvSpPr>
        <p:spPr>
          <a:xfrm>
            <a:off x="3058717" y="912198"/>
            <a:ext cx="5771302" cy="506917"/>
          </a:xfrm>
        </p:spPr>
        <p:txBody>
          <a:bodyPr vert="horz" wrap="square" lIns="0" tIns="0" rIns="0" bIns="0" rtlCol="0" anchor="ctr">
            <a:noAutofit/>
          </a:bodyPr>
          <a:lstStyle>
            <a:lvl2pPr>
              <a:defRPr lang="en-US" sz="1177" b="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6" name="Text Placeholder 4"/>
          <p:cNvSpPr>
            <a:spLocks noGrp="1"/>
          </p:cNvSpPr>
          <p:nvPr>
            <p:ph type="body" sz="quarter" idx="17" hasCustomPrompt="1"/>
          </p:nvPr>
        </p:nvSpPr>
        <p:spPr>
          <a:xfrm>
            <a:off x="3058717" y="1474635"/>
            <a:ext cx="5771302" cy="506917"/>
          </a:xfrm>
        </p:spPr>
        <p:txBody>
          <a:bodyPr vert="horz" wrap="square" lIns="0" tIns="0" rIns="0" bIns="0" rtlCol="0" anchor="ctr">
            <a:noAutofit/>
          </a:bodyPr>
          <a:lstStyle>
            <a:lvl2pPr>
              <a:defRPr lang="en-US" sz="1177" b="0" dirty="0" smtClean="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8" name="Text Placeholder 4"/>
          <p:cNvSpPr>
            <a:spLocks noGrp="1"/>
          </p:cNvSpPr>
          <p:nvPr>
            <p:ph type="body" sz="quarter" idx="19" hasCustomPrompt="1"/>
          </p:nvPr>
        </p:nvSpPr>
        <p:spPr>
          <a:xfrm>
            <a:off x="3058717" y="2037072"/>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20" name="Text Placeholder 4"/>
          <p:cNvSpPr>
            <a:spLocks noGrp="1"/>
          </p:cNvSpPr>
          <p:nvPr>
            <p:ph type="body" sz="quarter" idx="21" hasCustomPrompt="1"/>
          </p:nvPr>
        </p:nvSpPr>
        <p:spPr>
          <a:xfrm>
            <a:off x="3058717" y="2599509"/>
            <a:ext cx="5771302" cy="506917"/>
          </a:xfrm>
        </p:spPr>
        <p:txBody>
          <a:bodyPr vert="horz" wrap="square" lIns="0" tIns="0" rIns="0" bIns="0" rtlCol="0" anchor="ctr">
            <a:noAutofit/>
          </a:bodyPr>
          <a:lstStyle>
            <a:lvl2pPr>
              <a:defRPr lang="en-US" sz="1177" b="0" dirty="0"/>
            </a:lvl2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3058717" y="3161946"/>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3058717" y="372438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11" name="Text Placeholder 4">
            <a:extLst>
              <a:ext uri="{FF2B5EF4-FFF2-40B4-BE49-F238E27FC236}">
                <a16:creationId xmlns:a16="http://schemas.microsoft.com/office/drawing/2014/main" id="{BBE4C696-54C0-4167-89B1-D1FE9690F330}"/>
              </a:ext>
            </a:extLst>
          </p:cNvPr>
          <p:cNvSpPr>
            <a:spLocks noGrp="1"/>
          </p:cNvSpPr>
          <p:nvPr>
            <p:ph type="body" sz="quarter" idx="24" hasCustomPrompt="1"/>
          </p:nvPr>
        </p:nvSpPr>
        <p:spPr>
          <a:xfrm>
            <a:off x="3058717" y="4286823"/>
            <a:ext cx="5771302"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br>
              <a:rPr lang="en-US"/>
            </a:br>
            <a:r>
              <a:rPr lang="en-US"/>
              <a:t>The quick brown fox jumps over the lazy dog. </a:t>
            </a:r>
          </a:p>
        </p:txBody>
      </p:sp>
      <p:sp>
        <p:nvSpPr>
          <p:cNvPr id="4" name="Footer Placeholder 1">
            <a:extLst>
              <a:ext uri="{FF2B5EF4-FFF2-40B4-BE49-F238E27FC236}">
                <a16:creationId xmlns:a16="http://schemas.microsoft.com/office/drawing/2014/main" id="{FCBBA077-FCDA-4F62-B502-F11F61DDA34D}"/>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118478028"/>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354">
          <p15:clr>
            <a:srgbClr val="FBAE40"/>
          </p15:clr>
        </p15:guide>
      </p15:sldGuideLst>
    </p:ext>
  </p:extLst>
</p:sldLayout>
</file>

<file path=ppt/slideLayouts/slideLayout120.xml><?xml version="1.0" encoding="utf-8"?>
<p:sldLayout xmlns:a="http://schemas.openxmlformats.org/drawingml/2006/main" xmlns:r="http://schemas.openxmlformats.org/officeDocument/2006/relationships" xmlns:p="http://schemas.openxmlformats.org/presentationml/2006/main" preserve="1" userDrawn="1">
  <p:cSld name="Agenda 2 columns">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76728F4B-C908-4F6F-A8F2-43C3195A2FCA}"/>
              </a:ext>
            </a:extLst>
          </p:cNvPr>
          <p:cNvSpPr/>
          <p:nvPr userDrawn="1"/>
        </p:nvSpPr>
        <p:spPr bwMode="auto">
          <a:xfrm>
            <a:off x="1" y="0"/>
            <a:ext cx="1783556" cy="5143500"/>
          </a:xfrm>
          <a:prstGeom prst="rect">
            <a:avLst/>
          </a:prstGeom>
          <a:solidFill>
            <a:srgbClr val="243A5E"/>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4483" tIns="107586" rIns="134483" bIns="107586" numCol="1" spcCol="0" rtlCol="0" fromWordArt="0" anchor="t" anchorCtr="0" forceAA="0" compatLnSpc="1">
            <a:prstTxWarp prst="textNoShape">
              <a:avLst/>
            </a:prstTxWarp>
            <a:noAutofit/>
          </a:bodyPr>
          <a:lstStyle/>
          <a:p>
            <a:pPr algn="ctr" defTabSz="685740" fontAlgn="base">
              <a:lnSpc>
                <a:spcPct val="90000"/>
              </a:lnSpc>
              <a:spcBef>
                <a:spcPct val="0"/>
              </a:spcBef>
              <a:spcAft>
                <a:spcPct val="0"/>
              </a:spcAft>
            </a:pPr>
            <a:endParaRPr lang="en-US" sz="1765" dirty="0">
              <a:gradFill>
                <a:gsLst>
                  <a:gs pos="0">
                    <a:srgbClr val="FFFFFF"/>
                  </a:gs>
                  <a:gs pos="100000">
                    <a:srgbClr val="FFFFFF"/>
                  </a:gs>
                </a:gsLst>
                <a:lin ang="5400000" scaled="0"/>
              </a:gradFill>
              <a:ea typeface="Segoe UI" pitchFamily="34" charset="0"/>
              <a:cs typeface="Segoe UI" pitchFamily="34" charset="0"/>
            </a:endParaRPr>
          </a:p>
        </p:txBody>
      </p:sp>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a:xfrm>
            <a:off x="313982" y="2316677"/>
            <a:ext cx="1469574" cy="510147"/>
          </a:xfrm>
        </p:spPr>
        <p:txBody>
          <a:bodyPr rIns="0" anchor="ctr"/>
          <a:lstStyle>
            <a:lvl1pPr>
              <a:defRPr>
                <a:solidFill>
                  <a:schemeClr val="bg1"/>
                </a:solidFill>
              </a:defRPr>
            </a:lvl1pPr>
          </a:lstStyle>
          <a:p>
            <a:r>
              <a:rPr lang="en-US"/>
              <a:t>Agenda</a:t>
            </a:r>
            <a:br>
              <a:rPr lang="en-US"/>
            </a:br>
            <a:r>
              <a:rPr lang="en-US"/>
              <a:t>8 rows</a:t>
            </a:r>
          </a:p>
        </p:txBody>
      </p:sp>
      <p:sp>
        <p:nvSpPr>
          <p:cNvPr id="5" name="Text Placeholder 4"/>
          <p:cNvSpPr>
            <a:spLocks noGrp="1"/>
          </p:cNvSpPr>
          <p:nvPr>
            <p:ph type="body" sz="quarter" idx="11" hasCustomPrompt="1"/>
          </p:nvPr>
        </p:nvSpPr>
        <p:spPr>
          <a:xfrm>
            <a:off x="2714625" y="349761"/>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4" name="Text Placeholder 4"/>
          <p:cNvSpPr>
            <a:spLocks noGrp="1"/>
          </p:cNvSpPr>
          <p:nvPr>
            <p:ph type="body" sz="quarter" idx="15" hasCustomPrompt="1"/>
          </p:nvPr>
        </p:nvSpPr>
        <p:spPr>
          <a:xfrm>
            <a:off x="2714625" y="981459"/>
            <a:ext cx="2497931"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6" name="Text Placeholder 4"/>
          <p:cNvSpPr>
            <a:spLocks noGrp="1"/>
          </p:cNvSpPr>
          <p:nvPr>
            <p:ph type="body" sz="quarter" idx="17" hasCustomPrompt="1"/>
          </p:nvPr>
        </p:nvSpPr>
        <p:spPr>
          <a:xfrm>
            <a:off x="2714625" y="1613157"/>
            <a:ext cx="2497931"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8" name="Text Placeholder 4"/>
          <p:cNvSpPr>
            <a:spLocks noGrp="1"/>
          </p:cNvSpPr>
          <p:nvPr>
            <p:ph type="body" sz="quarter" idx="19" hasCustomPrompt="1"/>
          </p:nvPr>
        </p:nvSpPr>
        <p:spPr>
          <a:xfrm>
            <a:off x="2714625" y="2244855"/>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0" name="Text Placeholder 4"/>
          <p:cNvSpPr>
            <a:spLocks noGrp="1"/>
          </p:cNvSpPr>
          <p:nvPr>
            <p:ph type="body" sz="quarter" idx="21" hasCustomPrompt="1"/>
          </p:nvPr>
        </p:nvSpPr>
        <p:spPr>
          <a:xfrm>
            <a:off x="2714625" y="2876554"/>
            <a:ext cx="2497931"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9" name="Text Placeholder 4">
            <a:extLst>
              <a:ext uri="{FF2B5EF4-FFF2-40B4-BE49-F238E27FC236}">
                <a16:creationId xmlns:a16="http://schemas.microsoft.com/office/drawing/2014/main" id="{94990F64-B54A-4123-AFAA-1BF57A1145A0}"/>
              </a:ext>
            </a:extLst>
          </p:cNvPr>
          <p:cNvSpPr>
            <a:spLocks noGrp="1"/>
          </p:cNvSpPr>
          <p:nvPr>
            <p:ph type="body" sz="quarter" idx="22" hasCustomPrompt="1"/>
          </p:nvPr>
        </p:nvSpPr>
        <p:spPr>
          <a:xfrm>
            <a:off x="2714625" y="3508251"/>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0" name="Text Placeholder 4">
            <a:extLst>
              <a:ext uri="{FF2B5EF4-FFF2-40B4-BE49-F238E27FC236}">
                <a16:creationId xmlns:a16="http://schemas.microsoft.com/office/drawing/2014/main" id="{96437053-7BE5-40A0-9B10-9FC884BDC4B6}"/>
              </a:ext>
            </a:extLst>
          </p:cNvPr>
          <p:cNvSpPr>
            <a:spLocks noGrp="1"/>
          </p:cNvSpPr>
          <p:nvPr>
            <p:ph type="body" sz="quarter" idx="23" hasCustomPrompt="1"/>
          </p:nvPr>
        </p:nvSpPr>
        <p:spPr>
          <a:xfrm>
            <a:off x="2714625" y="4139948"/>
            <a:ext cx="2497931"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12" name="Text Placeholder 4">
            <a:extLst>
              <a:ext uri="{FF2B5EF4-FFF2-40B4-BE49-F238E27FC236}">
                <a16:creationId xmlns:a16="http://schemas.microsoft.com/office/drawing/2014/main" id="{B26AB1BC-D652-40F2-83A2-06F6897248D2}"/>
              </a:ext>
            </a:extLst>
          </p:cNvPr>
          <p:cNvSpPr>
            <a:spLocks noGrp="1"/>
          </p:cNvSpPr>
          <p:nvPr>
            <p:ph type="body" sz="quarter" idx="24" hasCustomPrompt="1"/>
          </p:nvPr>
        </p:nvSpPr>
        <p:spPr>
          <a:xfrm>
            <a:off x="6248401" y="349761"/>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3" name="Text Placeholder 4">
            <a:extLst>
              <a:ext uri="{FF2B5EF4-FFF2-40B4-BE49-F238E27FC236}">
                <a16:creationId xmlns:a16="http://schemas.microsoft.com/office/drawing/2014/main" id="{B7BCA0EE-6780-4007-A1E7-E2C766ADB6AC}"/>
              </a:ext>
            </a:extLst>
          </p:cNvPr>
          <p:cNvSpPr>
            <a:spLocks noGrp="1"/>
          </p:cNvSpPr>
          <p:nvPr>
            <p:ph type="body" sz="quarter" idx="25" hasCustomPrompt="1"/>
          </p:nvPr>
        </p:nvSpPr>
        <p:spPr>
          <a:xfrm>
            <a:off x="6248401" y="981459"/>
            <a:ext cx="2581618" cy="506917"/>
          </a:xfrm>
        </p:spPr>
        <p:txBody>
          <a:bodyPr vert="horz" wrap="square" lIns="0" tIns="0" rIns="0" bIns="0" rtlCol="0" anchor="ctr">
            <a:noAutofit/>
          </a:bodyPr>
          <a:lstStyle>
            <a:lvl2pPr>
              <a:defRPr lang="en-US" sz="1030" b="0"/>
            </a:lvl2pPr>
          </a:lstStyle>
          <a:p>
            <a:pPr lvl="1">
              <a:buFont typeface="Arial" panose="020B0604020202020204" pitchFamily="34" charset="0"/>
            </a:pPr>
            <a:r>
              <a:rPr lang="en-US"/>
              <a:t>Body copy Segoe UI Regular 14/18. The quick brown fox jumps over the lazy dog. </a:t>
            </a:r>
          </a:p>
        </p:txBody>
      </p:sp>
      <p:sp>
        <p:nvSpPr>
          <p:cNvPr id="15" name="Text Placeholder 4">
            <a:extLst>
              <a:ext uri="{FF2B5EF4-FFF2-40B4-BE49-F238E27FC236}">
                <a16:creationId xmlns:a16="http://schemas.microsoft.com/office/drawing/2014/main" id="{42F7FEE8-0C97-4A8D-B62A-F9127046CA49}"/>
              </a:ext>
            </a:extLst>
          </p:cNvPr>
          <p:cNvSpPr>
            <a:spLocks noGrp="1"/>
          </p:cNvSpPr>
          <p:nvPr>
            <p:ph type="body" sz="quarter" idx="26" hasCustomPrompt="1"/>
          </p:nvPr>
        </p:nvSpPr>
        <p:spPr>
          <a:xfrm>
            <a:off x="6248401" y="1613157"/>
            <a:ext cx="2581618" cy="506917"/>
          </a:xfrm>
        </p:spPr>
        <p:txBody>
          <a:bodyPr vert="horz" wrap="square" lIns="0" tIns="0" rIns="0" bIns="0" rtlCol="0" anchor="ctr">
            <a:noAutofit/>
          </a:bodyPr>
          <a:lstStyle>
            <a:lvl2pPr>
              <a:defRPr lang="en-US" sz="1030" b="0" dirty="0" smtClean="0"/>
            </a:lvl2pPr>
          </a:lstStyle>
          <a:p>
            <a:pPr lvl="1">
              <a:buFont typeface="Arial" panose="020B0604020202020204" pitchFamily="34" charset="0"/>
            </a:pPr>
            <a:r>
              <a:rPr lang="en-US"/>
              <a:t>Body copy Segoe UI Regular 14/18. The quick brown fox jumps over the lazy dog. </a:t>
            </a:r>
          </a:p>
        </p:txBody>
      </p:sp>
      <p:sp>
        <p:nvSpPr>
          <p:cNvPr id="17" name="Text Placeholder 4">
            <a:extLst>
              <a:ext uri="{FF2B5EF4-FFF2-40B4-BE49-F238E27FC236}">
                <a16:creationId xmlns:a16="http://schemas.microsoft.com/office/drawing/2014/main" id="{A2CDDCC0-5CE0-47BF-9A58-947FAAFE0464}"/>
              </a:ext>
            </a:extLst>
          </p:cNvPr>
          <p:cNvSpPr>
            <a:spLocks noGrp="1"/>
          </p:cNvSpPr>
          <p:nvPr>
            <p:ph type="body" sz="quarter" idx="27" hasCustomPrompt="1"/>
          </p:nvPr>
        </p:nvSpPr>
        <p:spPr>
          <a:xfrm>
            <a:off x="6248401" y="2244855"/>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19" name="Text Placeholder 4">
            <a:extLst>
              <a:ext uri="{FF2B5EF4-FFF2-40B4-BE49-F238E27FC236}">
                <a16:creationId xmlns:a16="http://schemas.microsoft.com/office/drawing/2014/main" id="{CE365600-EF9A-4204-AC1D-49DA60EE0BC9}"/>
              </a:ext>
            </a:extLst>
          </p:cNvPr>
          <p:cNvSpPr>
            <a:spLocks noGrp="1"/>
          </p:cNvSpPr>
          <p:nvPr>
            <p:ph type="body" sz="quarter" idx="28" hasCustomPrompt="1"/>
          </p:nvPr>
        </p:nvSpPr>
        <p:spPr>
          <a:xfrm>
            <a:off x="6248401" y="2876554"/>
            <a:ext cx="2581618" cy="506917"/>
          </a:xfrm>
        </p:spPr>
        <p:txBody>
          <a:bodyPr vert="horz" wrap="square" lIns="0" tIns="0" rIns="0" bIns="0" rtlCol="0" anchor="ctr">
            <a:noAutofit/>
          </a:bodyPr>
          <a:lstStyle>
            <a:lvl2pPr>
              <a:defRPr lang="en-US" sz="1030" b="0" dirty="0"/>
            </a:lvl2pPr>
          </a:lstStyle>
          <a:p>
            <a:pPr lvl="1">
              <a:buFont typeface="Arial" panose="020B0604020202020204" pitchFamily="34" charset="0"/>
            </a:pPr>
            <a:r>
              <a:rPr lang="en-US"/>
              <a:t>Body copy Segoe UI Regular 14/18. The quick brown fox jumps over the lazy dog. </a:t>
            </a:r>
          </a:p>
        </p:txBody>
      </p:sp>
      <p:sp>
        <p:nvSpPr>
          <p:cNvPr id="21" name="Text Placeholder 4">
            <a:extLst>
              <a:ext uri="{FF2B5EF4-FFF2-40B4-BE49-F238E27FC236}">
                <a16:creationId xmlns:a16="http://schemas.microsoft.com/office/drawing/2014/main" id="{7C988AC2-C93F-4C50-A6B6-35E8D243E2D3}"/>
              </a:ext>
            </a:extLst>
          </p:cNvPr>
          <p:cNvSpPr>
            <a:spLocks noGrp="1"/>
          </p:cNvSpPr>
          <p:nvPr>
            <p:ph type="body" sz="quarter" idx="29" hasCustomPrompt="1"/>
          </p:nvPr>
        </p:nvSpPr>
        <p:spPr>
          <a:xfrm>
            <a:off x="6248401" y="3508251"/>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
        <p:nvSpPr>
          <p:cNvPr id="22" name="Text Placeholder 4">
            <a:extLst>
              <a:ext uri="{FF2B5EF4-FFF2-40B4-BE49-F238E27FC236}">
                <a16:creationId xmlns:a16="http://schemas.microsoft.com/office/drawing/2014/main" id="{1BAD9B5E-AACF-4B5D-9D05-A8B6E03E279B}"/>
              </a:ext>
            </a:extLst>
          </p:cNvPr>
          <p:cNvSpPr>
            <a:spLocks noGrp="1"/>
          </p:cNvSpPr>
          <p:nvPr>
            <p:ph type="body" sz="quarter" idx="30" hasCustomPrompt="1"/>
          </p:nvPr>
        </p:nvSpPr>
        <p:spPr>
          <a:xfrm>
            <a:off x="6248401" y="4139948"/>
            <a:ext cx="2581618" cy="506917"/>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030" b="0">
                <a:solidFill>
                  <a:schemeClr val="tx1"/>
                </a:solidFill>
              </a:defRPr>
            </a:lvl2pPr>
            <a:lvl3pPr marL="329601" indent="0">
              <a:buNone/>
              <a:defRPr/>
            </a:lvl3pPr>
            <a:lvl4pPr marL="494402" indent="0">
              <a:buNone/>
              <a:defRPr/>
            </a:lvl4pPr>
            <a:lvl5pPr marL="659202" indent="0">
              <a:buNone/>
              <a:defRPr/>
            </a:lvl5pPr>
          </a:lstStyle>
          <a:p>
            <a:pPr lvl="1">
              <a:buFont typeface="Arial" panose="020B0604020202020204" pitchFamily="34" charset="0"/>
            </a:pPr>
            <a:r>
              <a:rPr lang="en-US"/>
              <a:t>Body copy Segoe UI Regular 14/18. The quick brown fox jumps over the lazy dog. </a:t>
            </a:r>
          </a:p>
        </p:txBody>
      </p:sp>
    </p:spTree>
    <p:extLst>
      <p:ext uri="{BB962C8B-B14F-4D97-AF65-F5344CB8AC3E}">
        <p14:creationId xmlns:p14="http://schemas.microsoft.com/office/powerpoint/2010/main" val="3713586252"/>
      </p:ext>
    </p:extLst>
  </p:cSld>
  <p:clrMapOvr>
    <a:masterClrMapping/>
  </p:clrMapOvr>
  <p:transition>
    <p:fade/>
  </p:transition>
  <p:extLst>
    <p:ext uri="{DCECCB84-F9BA-43D5-87BE-67443E8EF086}">
      <p15:sldGuideLst xmlns:p15="http://schemas.microsoft.com/office/powerpoint/2012/main">
        <p15:guide id="1" pos="1728">
          <p15:clr>
            <a:srgbClr val="FBAE40"/>
          </p15:clr>
        </p15:guide>
        <p15:guide id="2" pos="2280">
          <p15:clr>
            <a:srgbClr val="FBAE40"/>
          </p15:clr>
        </p15:guide>
      </p15:sldGuideLst>
    </p:ext>
  </p:extLst>
</p:sldLayout>
</file>

<file path=ppt/slideLayouts/slideLayout121.xml><?xml version="1.0" encoding="utf-8"?>
<p:sldLayout xmlns:a="http://schemas.openxmlformats.org/drawingml/2006/main" xmlns:r="http://schemas.openxmlformats.org/officeDocument/2006/relationships" xmlns:p="http://schemas.openxmlformats.org/presentationml/2006/main" preserve="1" userDrawn="1">
  <p:cSld name="Text option 3">
    <p:spTree>
      <p:nvGrpSpPr>
        <p:cNvPr id="1" name=""/>
        <p:cNvGrpSpPr/>
        <p:nvPr/>
      </p:nvGrpSpPr>
      <p:grpSpPr>
        <a:xfrm>
          <a:off x="0" y="0"/>
          <a:ext cx="0" cy="0"/>
          <a:chOff x="0" y="0"/>
          <a:chExt cx="0" cy="0"/>
        </a:xfrm>
      </p:grpSpPr>
      <p:sp>
        <p:nvSpPr>
          <p:cNvPr id="29" name="Title 28">
            <a:extLst>
              <a:ext uri="{FF2B5EF4-FFF2-40B4-BE49-F238E27FC236}">
                <a16:creationId xmlns:a16="http://schemas.microsoft.com/office/drawing/2014/main" id="{DB14B4B7-6595-4F80-A720-AEE6406FDDDB}"/>
              </a:ext>
            </a:extLst>
          </p:cNvPr>
          <p:cNvSpPr>
            <a:spLocks noGrp="1"/>
          </p:cNvSpPr>
          <p:nvPr>
            <p:ph type="title" hasCustomPrompt="1"/>
          </p:nvPr>
        </p:nvSpPr>
        <p:spPr/>
        <p:txBody>
          <a:bodyPr/>
          <a:lstStyle/>
          <a:p>
            <a:r>
              <a:rPr lang="en-US"/>
              <a:t>Text layout three columns images and text</a:t>
            </a:r>
          </a:p>
        </p:txBody>
      </p:sp>
      <p:sp>
        <p:nvSpPr>
          <p:cNvPr id="16" name="Rectangle 15">
            <a:extLst>
              <a:ext uri="{FF2B5EF4-FFF2-40B4-BE49-F238E27FC236}">
                <a16:creationId xmlns:a16="http://schemas.microsoft.com/office/drawing/2014/main" id="{A6AC17A7-7CAA-4CA5-89CD-184D76C19F56}"/>
              </a:ext>
              <a:ext uri="{C183D7F6-B498-43B3-948B-1728B52AA6E4}">
                <adec:decorative xmlns:adec="http://schemas.microsoft.com/office/drawing/2017/decorative" val="1"/>
              </a:ext>
            </a:extLst>
          </p:cNvPr>
          <p:cNvSpPr/>
          <p:nvPr userDrawn="1"/>
        </p:nvSpPr>
        <p:spPr bwMode="auto">
          <a:xfrm>
            <a:off x="351100"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E501F238-570E-E648-9E57-DAA86A7A8ED3}"/>
              </a:ext>
            </a:extLst>
          </p:cNvPr>
          <p:cNvSpPr>
            <a:spLocks noGrp="1"/>
          </p:cNvSpPr>
          <p:nvPr>
            <p:ph type="pic" sz="quarter" idx="21" hasCustomPrompt="1"/>
          </p:nvPr>
        </p:nvSpPr>
        <p:spPr>
          <a:xfrm>
            <a:off x="444570"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5" name="Text Placeholder 4"/>
          <p:cNvSpPr>
            <a:spLocks noGrp="1"/>
          </p:cNvSpPr>
          <p:nvPr>
            <p:ph type="body" sz="quarter" idx="11" hasCustomPrompt="1"/>
          </p:nvPr>
        </p:nvSpPr>
        <p:spPr>
          <a:xfrm>
            <a:off x="313984" y="3531162"/>
            <a:ext cx="2739698"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19" name="Text Placeholder 4">
            <a:extLst>
              <a:ext uri="{FF2B5EF4-FFF2-40B4-BE49-F238E27FC236}">
                <a16:creationId xmlns:a16="http://schemas.microsoft.com/office/drawing/2014/main" id="{F22038DD-9076-B34B-B54A-107DF3F024EE}"/>
              </a:ext>
            </a:extLst>
          </p:cNvPr>
          <p:cNvSpPr>
            <a:spLocks noGrp="1"/>
          </p:cNvSpPr>
          <p:nvPr>
            <p:ph type="body" sz="quarter" idx="17" hasCustomPrompt="1"/>
          </p:nvPr>
        </p:nvSpPr>
        <p:spPr>
          <a:xfrm>
            <a:off x="313984" y="3761122"/>
            <a:ext cx="2739698"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7A2E6301-6404-4EF3-A39A-8E79FFA3C974}"/>
              </a:ext>
              <a:ext uri="{C183D7F6-B498-43B3-948B-1728B52AA6E4}">
                <adec:decorative xmlns:adec="http://schemas.microsoft.com/office/drawing/2017/decorative" val="1"/>
              </a:ext>
            </a:extLst>
          </p:cNvPr>
          <p:cNvSpPr/>
          <p:nvPr userDrawn="1"/>
        </p:nvSpPr>
        <p:spPr bwMode="auto">
          <a:xfrm>
            <a:off x="3231682"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1" name="Picture Placeholder 7">
            <a:extLst>
              <a:ext uri="{FF2B5EF4-FFF2-40B4-BE49-F238E27FC236}">
                <a16:creationId xmlns:a16="http://schemas.microsoft.com/office/drawing/2014/main" id="{1BE65963-6DE8-471D-88DB-2FC78087003C}"/>
              </a:ext>
            </a:extLst>
          </p:cNvPr>
          <p:cNvSpPr>
            <a:spLocks noGrp="1"/>
          </p:cNvSpPr>
          <p:nvPr>
            <p:ph type="pic" sz="quarter" idx="26" hasCustomPrompt="1"/>
          </p:nvPr>
        </p:nvSpPr>
        <p:spPr>
          <a:xfrm>
            <a:off x="3325152"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32" name="Text Placeholder 4">
            <a:extLst>
              <a:ext uri="{FF2B5EF4-FFF2-40B4-BE49-F238E27FC236}">
                <a16:creationId xmlns:a16="http://schemas.microsoft.com/office/drawing/2014/main" id="{197742EC-5845-4BB1-84A3-00C1CF89012A}"/>
              </a:ext>
            </a:extLst>
          </p:cNvPr>
          <p:cNvSpPr>
            <a:spLocks noGrp="1"/>
          </p:cNvSpPr>
          <p:nvPr>
            <p:ph type="body" sz="quarter" idx="20" hasCustomPrompt="1"/>
          </p:nvPr>
        </p:nvSpPr>
        <p:spPr>
          <a:xfrm>
            <a:off x="3220478"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1" name="Text Placeholder 4">
            <a:extLst>
              <a:ext uri="{FF2B5EF4-FFF2-40B4-BE49-F238E27FC236}">
                <a16:creationId xmlns:a16="http://schemas.microsoft.com/office/drawing/2014/main" id="{B0C89B53-FA50-F248-AD0B-933DE098D70A}"/>
              </a:ext>
            </a:extLst>
          </p:cNvPr>
          <p:cNvSpPr>
            <a:spLocks noGrp="1"/>
          </p:cNvSpPr>
          <p:nvPr>
            <p:ph type="body" sz="quarter" idx="24" hasCustomPrompt="1"/>
          </p:nvPr>
        </p:nvSpPr>
        <p:spPr>
          <a:xfrm>
            <a:off x="3220478"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
        <p:nvSpPr>
          <p:cNvPr id="17" name="Rectangle 16">
            <a:extLst>
              <a:ext uri="{FF2B5EF4-FFF2-40B4-BE49-F238E27FC236}">
                <a16:creationId xmlns:a16="http://schemas.microsoft.com/office/drawing/2014/main" id="{5EC0DAC3-9E26-491C-A10D-7D086E91DB76}"/>
              </a:ext>
              <a:ext uri="{C183D7F6-B498-43B3-948B-1728B52AA6E4}">
                <adec:decorative xmlns:adec="http://schemas.microsoft.com/office/drawing/2017/decorative" val="1"/>
              </a:ext>
            </a:extLst>
          </p:cNvPr>
          <p:cNvSpPr/>
          <p:nvPr userDrawn="1"/>
        </p:nvSpPr>
        <p:spPr bwMode="auto">
          <a:xfrm>
            <a:off x="6119266" y="1092672"/>
            <a:ext cx="2702582" cy="2325432"/>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33" name="Picture Placeholder 7">
            <a:extLst>
              <a:ext uri="{FF2B5EF4-FFF2-40B4-BE49-F238E27FC236}">
                <a16:creationId xmlns:a16="http://schemas.microsoft.com/office/drawing/2014/main" id="{907DE53F-AA57-4741-9DAA-A44C19F78D30}"/>
              </a:ext>
            </a:extLst>
          </p:cNvPr>
          <p:cNvSpPr>
            <a:spLocks noGrp="1"/>
          </p:cNvSpPr>
          <p:nvPr>
            <p:ph type="pic" sz="quarter" idx="27" hasCustomPrompt="1"/>
          </p:nvPr>
        </p:nvSpPr>
        <p:spPr>
          <a:xfrm>
            <a:off x="6212737" y="1173098"/>
            <a:ext cx="2515643" cy="2164582"/>
          </a:xfrm>
          <a:prstGeom prst="rect">
            <a:avLst/>
          </a:prstGeom>
          <a:blipFill>
            <a:blip r:embed="rId2"/>
            <a:stretch>
              <a:fillRect/>
            </a:stretch>
          </a:blipFill>
          <a:ln w="19050">
            <a:noFill/>
          </a:ln>
        </p:spPr>
        <p:txBody>
          <a:bodyPr lIns="914400" rIns="91440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793" b="1" kern="1200" spc="0" baseline="0" dirty="0" smtClean="0">
                <a:solidFill>
                  <a:schemeClr val="tx1"/>
                </a:solidFill>
                <a:latin typeface="+mn-lt"/>
                <a:ea typeface="+mn-ea"/>
                <a:cs typeface="Segoe UI" panose="020B0502040204020203" pitchFamily="34" charset="0"/>
              </a:defRPr>
            </a:lvl1pPr>
          </a:lstStyle>
          <a:p>
            <a:r>
              <a:rPr lang="en-US" dirty="0"/>
              <a:t>Drag &amp; drop your</a:t>
            </a:r>
            <a:br>
              <a:rPr lang="en-US" dirty="0"/>
            </a:br>
            <a:r>
              <a:rPr lang="en-US" dirty="0"/>
              <a:t>photo here </a:t>
            </a:r>
            <a:br>
              <a:rPr lang="en-US" dirty="0"/>
            </a:br>
            <a:r>
              <a:rPr lang="en-US" dirty="0"/>
              <a:t>or click or tap icon</a:t>
            </a:r>
            <a:br>
              <a:rPr lang="en-US" dirty="0"/>
            </a:br>
            <a:r>
              <a:rPr lang="en-US" dirty="0"/>
              <a:t>below to insert</a:t>
            </a:r>
          </a:p>
        </p:txBody>
      </p:sp>
      <p:sp>
        <p:nvSpPr>
          <p:cNvPr id="10" name="Text Placeholder 4"/>
          <p:cNvSpPr>
            <a:spLocks noGrp="1"/>
          </p:cNvSpPr>
          <p:nvPr>
            <p:ph type="body" sz="quarter" idx="13" hasCustomPrompt="1"/>
          </p:nvPr>
        </p:nvSpPr>
        <p:spPr>
          <a:xfrm>
            <a:off x="6108063" y="3531162"/>
            <a:ext cx="2713786" cy="454612"/>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p>
        </p:txBody>
      </p:sp>
      <p:sp>
        <p:nvSpPr>
          <p:cNvPr id="22" name="Text Placeholder 4">
            <a:extLst>
              <a:ext uri="{FF2B5EF4-FFF2-40B4-BE49-F238E27FC236}">
                <a16:creationId xmlns:a16="http://schemas.microsoft.com/office/drawing/2014/main" id="{C11EA858-BBCA-2149-9368-C1FDBC6C8DFD}"/>
              </a:ext>
            </a:extLst>
          </p:cNvPr>
          <p:cNvSpPr>
            <a:spLocks noGrp="1"/>
          </p:cNvSpPr>
          <p:nvPr>
            <p:ph type="body" sz="quarter" idx="25" hasCustomPrompt="1"/>
          </p:nvPr>
        </p:nvSpPr>
        <p:spPr>
          <a:xfrm>
            <a:off x="6108063" y="3761122"/>
            <a:ext cx="2713786" cy="726353"/>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rgbClr val="000000"/>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368842615"/>
      </p:ext>
    </p:extLst>
  </p:cSld>
  <p:clrMapOvr>
    <a:masterClrMapping/>
  </p:clrMapOvr>
  <p:transition>
    <p:fade/>
  </p:transition>
</p:sldLayout>
</file>

<file path=ppt/slideLayouts/slideLayout122.xml><?xml version="1.0" encoding="utf-8"?>
<p:sldLayout xmlns:a="http://schemas.openxmlformats.org/drawingml/2006/main" xmlns:r="http://schemas.openxmlformats.org/officeDocument/2006/relationships" xmlns:p="http://schemas.openxmlformats.org/presentationml/2006/main" preserve="1" userDrawn="1">
  <p:cSld name="Section slide">
    <p:bg>
      <p:bgPr>
        <a:solidFill>
          <a:schemeClr val="bg1"/>
        </a:solidFill>
        <a:effectLst/>
      </p:bgPr>
    </p:bg>
    <p:spTree>
      <p:nvGrpSpPr>
        <p:cNvPr id="1" name=""/>
        <p:cNvGrpSpPr/>
        <p:nvPr/>
      </p:nvGrpSpPr>
      <p:grpSpPr>
        <a:xfrm>
          <a:off x="0" y="0"/>
          <a:ext cx="0" cy="0"/>
          <a:chOff x="0" y="0"/>
          <a:chExt cx="0" cy="0"/>
        </a:xfrm>
      </p:grpSpPr>
      <p:sp>
        <p:nvSpPr>
          <p:cNvPr id="2" name="Rectangle 1">
            <a:extLst>
              <a:ext uri="{FF2B5EF4-FFF2-40B4-BE49-F238E27FC236}">
                <a16:creationId xmlns:a16="http://schemas.microsoft.com/office/drawing/2014/main" id="{0B990B4C-4B23-479D-ADA8-DD6E0658DF5A}"/>
              </a:ext>
            </a:extLst>
          </p:cNvPr>
          <p:cNvSpPr/>
          <p:nvPr userDrawn="1"/>
        </p:nvSpPr>
        <p:spPr bwMode="auto">
          <a:xfrm>
            <a:off x="1" y="1894985"/>
            <a:ext cx="7273265" cy="1338036"/>
          </a:xfrm>
          <a:prstGeom prst="rect">
            <a:avLst/>
          </a:prstGeom>
          <a:solidFill>
            <a:schemeClr val="accent1"/>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4" name="Title 35"/>
          <p:cNvSpPr>
            <a:spLocks noGrp="1"/>
          </p:cNvSpPr>
          <p:nvPr>
            <p:ph type="title" hasCustomPrompt="1"/>
          </p:nvPr>
        </p:nvSpPr>
        <p:spPr>
          <a:xfrm>
            <a:off x="313983" y="1894985"/>
            <a:ext cx="6892433" cy="1338036"/>
          </a:xfrm>
          <a:prstGeom prst="rect">
            <a:avLst/>
          </a:prstGeom>
          <a:noFill/>
        </p:spPr>
        <p:txBody>
          <a:bodyPr vert="horz" wrap="square" lIns="0" tIns="0" rIns="0" bIns="0" rtlCol="0" anchor="ctr" anchorCtr="0">
            <a:noAutofit/>
          </a:bodyPr>
          <a:lstStyle>
            <a:lvl1pPr>
              <a:defRPr lang="en-US" sz="2647" spc="-36" baseline="0" dirty="0">
                <a:solidFill>
                  <a:schemeClr val="bg1"/>
                </a:solidFill>
              </a:defRPr>
            </a:lvl1pPr>
          </a:lstStyle>
          <a:p>
            <a:pPr marL="0" lvl="0">
              <a:lnSpc>
                <a:spcPts val="4037"/>
              </a:lnSpc>
            </a:pPr>
            <a:r>
              <a:rPr lang="en-US"/>
              <a:t>Section title</a:t>
            </a:r>
          </a:p>
        </p:txBody>
      </p:sp>
      <p:sp>
        <p:nvSpPr>
          <p:cNvPr id="6" name="Rectangle 5">
            <a:extLst>
              <a:ext uri="{FF2B5EF4-FFF2-40B4-BE49-F238E27FC236}">
                <a16:creationId xmlns:a16="http://schemas.microsoft.com/office/drawing/2014/main" id="{E7A7DCD7-2A9A-4303-B73A-A8AA23BAF4B6}"/>
              </a:ext>
            </a:extLst>
          </p:cNvPr>
          <p:cNvSpPr/>
          <p:nvPr userDrawn="1"/>
        </p:nvSpPr>
        <p:spPr bwMode="auto">
          <a:xfrm>
            <a:off x="7273266" y="1894985"/>
            <a:ext cx="1561952" cy="1338036"/>
          </a:xfrm>
          <a:prstGeom prst="rect">
            <a:avLst/>
          </a:prstGeom>
          <a:solidFill>
            <a:schemeClr val="bg2">
              <a:lumMod val="95000"/>
            </a:schemeClr>
          </a:solidFill>
          <a:ln>
            <a:no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7" name="Rectangle 6">
            <a:extLst>
              <a:ext uri="{FF2B5EF4-FFF2-40B4-BE49-F238E27FC236}">
                <a16:creationId xmlns:a16="http://schemas.microsoft.com/office/drawing/2014/main" id="{79F5CEB5-AAB3-4E98-82B0-2B2EDFAC7F19}"/>
              </a:ext>
            </a:extLst>
          </p:cNvPr>
          <p:cNvSpPr/>
          <p:nvPr userDrawn="1"/>
        </p:nvSpPr>
        <p:spPr bwMode="auto">
          <a:xfrm>
            <a:off x="8677112"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Rectangle 6">
            <a:extLst>
              <a:ext uri="{FF2B5EF4-FFF2-40B4-BE49-F238E27FC236}">
                <a16:creationId xmlns:a16="http://schemas.microsoft.com/office/drawing/2014/main" id="{C39A4550-468E-4965-BBF3-650AD824060F}"/>
              </a:ext>
            </a:extLst>
          </p:cNvPr>
          <p:cNvSpPr/>
          <p:nvPr userDrawn="1"/>
        </p:nvSpPr>
        <p:spPr bwMode="auto">
          <a:xfrm flipH="1">
            <a:off x="7273264" y="1860812"/>
            <a:ext cx="152906" cy="1406381"/>
          </a:xfrm>
          <a:custGeom>
            <a:avLst/>
            <a:gdLst>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0 w 329334"/>
              <a:gd name="connsiteY4" fmla="*/ 861580 h 1819564"/>
              <a:gd name="connsiteX5" fmla="*/ 0 w 329334"/>
              <a:gd name="connsiteY5" fmla="*/ 0 h 1819564"/>
              <a:gd name="connsiteX0" fmla="*/ 0 w 329334"/>
              <a:gd name="connsiteY0" fmla="*/ 861580 h 1819564"/>
              <a:gd name="connsiteX1" fmla="*/ 0 w 329334"/>
              <a:gd name="connsiteY1" fmla="*/ 0 h 1819564"/>
              <a:gd name="connsiteX2" fmla="*/ 329334 w 329334"/>
              <a:gd name="connsiteY2" fmla="*/ 0 h 1819564"/>
              <a:gd name="connsiteX3" fmla="*/ 329334 w 329334"/>
              <a:gd name="connsiteY3" fmla="*/ 1819564 h 1819564"/>
              <a:gd name="connsiteX4" fmla="*/ 0 w 329334"/>
              <a:gd name="connsiteY4" fmla="*/ 1819564 h 1819564"/>
              <a:gd name="connsiteX5" fmla="*/ 91440 w 329334"/>
              <a:gd name="connsiteY5"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 name="connsiteX4" fmla="*/ 91440 w 329334"/>
              <a:gd name="connsiteY4" fmla="*/ 953020 h 1819564"/>
              <a:gd name="connsiteX0" fmla="*/ 0 w 329334"/>
              <a:gd name="connsiteY0" fmla="*/ 0 h 1819564"/>
              <a:gd name="connsiteX1" fmla="*/ 329334 w 329334"/>
              <a:gd name="connsiteY1" fmla="*/ 0 h 1819564"/>
              <a:gd name="connsiteX2" fmla="*/ 329334 w 329334"/>
              <a:gd name="connsiteY2" fmla="*/ 1819564 h 1819564"/>
              <a:gd name="connsiteX3" fmla="*/ 0 w 329334"/>
              <a:gd name="connsiteY3" fmla="*/ 1819564 h 1819564"/>
            </a:gdLst>
            <a:ahLst/>
            <a:cxnLst>
              <a:cxn ang="0">
                <a:pos x="connsiteX0" y="connsiteY0"/>
              </a:cxn>
              <a:cxn ang="0">
                <a:pos x="connsiteX1" y="connsiteY1"/>
              </a:cxn>
              <a:cxn ang="0">
                <a:pos x="connsiteX2" y="connsiteY2"/>
              </a:cxn>
              <a:cxn ang="0">
                <a:pos x="connsiteX3" y="connsiteY3"/>
              </a:cxn>
            </a:cxnLst>
            <a:rect l="l" t="t" r="r" b="b"/>
            <a:pathLst>
              <a:path w="329334" h="1819564">
                <a:moveTo>
                  <a:pt x="0" y="0"/>
                </a:moveTo>
                <a:lnTo>
                  <a:pt x="329334" y="0"/>
                </a:lnTo>
                <a:lnTo>
                  <a:pt x="329334" y="1819564"/>
                </a:lnTo>
                <a:lnTo>
                  <a:pt x="0" y="1819564"/>
                </a:lnTo>
              </a:path>
            </a:pathLst>
          </a:custGeom>
          <a:noFill/>
          <a:ln w="19050" cap="sq">
            <a:solidFill>
              <a:schemeClr val="accent1"/>
            </a:solidFill>
            <a:miter lim="800000"/>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2" name="Picture Placeholder 11">
            <a:extLst>
              <a:ext uri="{FF2B5EF4-FFF2-40B4-BE49-F238E27FC236}">
                <a16:creationId xmlns:a16="http://schemas.microsoft.com/office/drawing/2014/main" id="{A0F18A81-5AF1-41EB-B335-9EF67062969B}"/>
              </a:ext>
            </a:extLst>
          </p:cNvPr>
          <p:cNvSpPr>
            <a:spLocks noGrp="1"/>
          </p:cNvSpPr>
          <p:nvPr>
            <p:ph type="pic" sz="quarter" idx="10"/>
          </p:nvPr>
        </p:nvSpPr>
        <p:spPr>
          <a:xfrm>
            <a:off x="7573771" y="2083464"/>
            <a:ext cx="960941" cy="961077"/>
          </a:xfrm>
        </p:spPr>
        <p:txBody>
          <a:bodyPr anchor="ctr">
            <a:noAutofit/>
          </a:bodyPr>
          <a:lstStyle>
            <a:lvl1pPr algn="ctr">
              <a:defRPr/>
            </a:lvl1pPr>
          </a:lstStyle>
          <a:p>
            <a:r>
              <a:rPr lang="en-US"/>
              <a:t>Click icon to add picture</a:t>
            </a:r>
            <a:endParaRPr lang="en-US" dirty="0"/>
          </a:p>
        </p:txBody>
      </p:sp>
    </p:spTree>
    <p:extLst>
      <p:ext uri="{BB962C8B-B14F-4D97-AF65-F5344CB8AC3E}">
        <p14:creationId xmlns:p14="http://schemas.microsoft.com/office/powerpoint/2010/main" val="3213641888"/>
      </p:ext>
    </p:extLst>
  </p:cSld>
  <p:clrMapOvr>
    <a:masterClrMapping/>
  </p:clrMapOvr>
  <p:transition>
    <p:fade/>
  </p:transition>
</p:sldLayout>
</file>

<file path=ppt/slideLayouts/slideLayout123.xml><?xml version="1.0" encoding="utf-8"?>
<p:sldLayout xmlns:a="http://schemas.openxmlformats.org/drawingml/2006/main" xmlns:r="http://schemas.openxmlformats.org/officeDocument/2006/relationships" xmlns:p="http://schemas.openxmlformats.org/presentationml/2006/main" showMasterSp="0" preserve="1" userDrawn="1">
  <p:cSld name="Photo layou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3"/>
            <a:ext cx="4184483" cy="218008"/>
          </a:xfrm>
          <a:prstGeom prst="rect">
            <a:avLst/>
          </a:prstGeom>
        </p:spPr>
        <p:txBody>
          <a:bodyPr wrap="square" lIns="0" tIns="0" rIns="0" bIns="0">
            <a:spAutoFit/>
          </a:bodyPr>
          <a:lstStyle>
            <a:lvl1pPr marL="0" indent="0">
              <a:lnSpc>
                <a:spcPts val="1730"/>
              </a:lnSpc>
              <a:buNone/>
              <a:defRPr lang="en-US" sz="1471"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5" name="Text Placeholder 4">
            <a:extLst>
              <a:ext uri="{FF2B5EF4-FFF2-40B4-BE49-F238E27FC236}">
                <a16:creationId xmlns:a16="http://schemas.microsoft.com/office/drawing/2014/main" id="{6E31D123-CA1A-4568-88C8-6B1287D07EE9}"/>
              </a:ext>
            </a:extLst>
          </p:cNvPr>
          <p:cNvSpPr>
            <a:spLocks noGrp="1"/>
          </p:cNvSpPr>
          <p:nvPr>
            <p:ph type="body" sz="quarter" idx="13" hasCustomPrompt="1"/>
          </p:nvPr>
        </p:nvSpPr>
        <p:spPr>
          <a:xfrm>
            <a:off x="313984" y="1621222"/>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855576"/>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7" name="Text Placeholder 4">
            <a:extLst>
              <a:ext uri="{FF2B5EF4-FFF2-40B4-BE49-F238E27FC236}">
                <a16:creationId xmlns:a16="http://schemas.microsoft.com/office/drawing/2014/main" id="{0D336736-F7E2-BA48-AD3E-B0037BAC6816}"/>
              </a:ext>
            </a:extLst>
          </p:cNvPr>
          <p:cNvSpPr>
            <a:spLocks noGrp="1"/>
          </p:cNvSpPr>
          <p:nvPr>
            <p:ph type="body" sz="quarter" idx="43" hasCustomPrompt="1"/>
          </p:nvPr>
        </p:nvSpPr>
        <p:spPr>
          <a:xfrm>
            <a:off x="313984" y="2721659"/>
            <a:ext cx="4184483" cy="273473"/>
          </a:xfrm>
          <a:prstGeom prst="rect">
            <a:avLst/>
          </a:prstGeom>
        </p:spPr>
        <p:txBody>
          <a:bodyPr lIns="0" tIns="45720" rIns="0" bIns="45720"/>
          <a:lstStyle>
            <a:lvl1pPr marL="0" indent="0">
              <a:lnSpc>
                <a:spcPct val="100000"/>
              </a:lnSpc>
              <a:spcBef>
                <a:spcPts val="882"/>
              </a:spcBef>
              <a:buNone/>
              <a:defRPr lang="en-US" sz="1177" b="0" kern="1200" spc="0" baseline="0" dirty="0">
                <a:solidFill>
                  <a:schemeClr val="tx2"/>
                </a:solidFill>
                <a:latin typeface="+mj-lt"/>
                <a:ea typeface="+mn-ea"/>
                <a:cs typeface="+mn-cs"/>
              </a:defRPr>
            </a:lvl1pPr>
            <a:lvl2pPr marL="0" marR="0" indent="0" algn="l" defTabSz="672425" rtl="0" eaLnBrk="1" fontAlgn="auto" latinLnBrk="0" hangingPunct="1">
              <a:lnSpc>
                <a:spcPts val="1298"/>
              </a:lnSpc>
              <a:spcBef>
                <a:spcPts val="324"/>
              </a:spcBef>
              <a:spcAft>
                <a:spcPts val="0"/>
              </a:spcAft>
              <a:buClrTx/>
              <a:buSzPct val="90000"/>
              <a:buFont typeface="Arial" panose="020B0604020202020204" pitchFamily="34" charset="0"/>
              <a:buNone/>
              <a:tabLst/>
              <a:defRPr sz="1009">
                <a:solidFill>
                  <a:srgbClr val="000000"/>
                </a:solidFill>
              </a:defRPr>
            </a:lvl2pPr>
            <a:lvl3pPr marL="329601" indent="0">
              <a:buNone/>
              <a:defRPr/>
            </a:lvl3pPr>
            <a:lvl4pPr marL="494402" indent="0">
              <a:buNone/>
              <a:defRPr/>
            </a:lvl4pPr>
            <a:lvl5pPr marL="659202" indent="0">
              <a:buNone/>
              <a:defRPr/>
            </a:lvl5pPr>
          </a:lstStyle>
          <a:p>
            <a:pPr>
              <a:spcBef>
                <a:spcPts val="1200"/>
              </a:spcBef>
            </a:pPr>
            <a:r>
              <a:rPr lang="en-US" b="0">
                <a:solidFill>
                  <a:schemeClr val="tx2"/>
                </a:solidFill>
                <a:latin typeface="+mj-lt"/>
              </a:rPr>
              <a:t>Paragraph title Segoe UI </a:t>
            </a:r>
            <a:r>
              <a:rPr lang="en-US" b="0" err="1">
                <a:solidFill>
                  <a:schemeClr val="tx2"/>
                </a:solidFill>
                <a:latin typeface="+mj-lt"/>
              </a:rPr>
              <a:t>Semibold</a:t>
            </a:r>
            <a:r>
              <a:rPr lang="en-US" b="0">
                <a:solidFill>
                  <a:schemeClr val="tx2"/>
                </a:solidFill>
                <a:latin typeface="+mj-lt"/>
              </a:rPr>
              <a:t> 14/18</a:t>
            </a:r>
            <a:endParaRPr lang="en-US"/>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946759"/>
            <a:ext cx="4184483" cy="567848"/>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3963876177"/>
      </p:ext>
    </p:extLst>
  </p:cSld>
  <p:clrMapOvr>
    <a:masterClrMapping/>
  </p:clrMapOvr>
  <p:transition>
    <p:fade/>
  </p:transition>
</p:sldLayout>
</file>

<file path=ppt/slideLayouts/slideLayout124.xml><?xml version="1.0" encoding="utf-8"?>
<p:sldLayout xmlns:a="http://schemas.openxmlformats.org/drawingml/2006/main" xmlns:r="http://schemas.openxmlformats.org/officeDocument/2006/relationships" xmlns:p="http://schemas.openxmlformats.org/presentationml/2006/main" preserve="1" userDrawn="1">
  <p:cSld name="Photo layout with bullet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092672"/>
            <a:ext cx="4184483" cy="276999"/>
          </a:xfrm>
          <a:prstGeom prst="rect">
            <a:avLst/>
          </a:prstGeom>
        </p:spPr>
        <p:txBody>
          <a:bodyPr wrap="square" lIns="0" tIns="0" rIns="0" bIns="0" anchor="t">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701710"/>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313983" y="2301033"/>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46177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313983" y="306109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313983" y="3221842"/>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313983" y="3821165"/>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313983" y="3981906"/>
            <a:ext cx="4184483"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2" name="Rectangle 1">
            <a:extLst>
              <a:ext uri="{FF2B5EF4-FFF2-40B4-BE49-F238E27FC236}">
                <a16:creationId xmlns:a16="http://schemas.microsoft.com/office/drawing/2014/main" id="{56B6D240-D672-4F0A-95ED-D92FC8351E6D}"/>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19" name="Picture Placeholder 7">
            <a:extLst>
              <a:ext uri="{FF2B5EF4-FFF2-40B4-BE49-F238E27FC236}">
                <a16:creationId xmlns:a16="http://schemas.microsoft.com/office/drawing/2014/main" id="{CA973F78-0779-41C2-98B4-4547D2CD7C11}"/>
              </a:ext>
            </a:extLst>
          </p:cNvPr>
          <p:cNvSpPr>
            <a:spLocks noGrp="1"/>
          </p:cNvSpPr>
          <p:nvPr>
            <p:ph type="pic" sz="quarter" idx="47"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506311397"/>
      </p:ext>
    </p:extLst>
  </p:cSld>
  <p:clrMapOvr>
    <a:masterClrMapping/>
  </p:clrMapOvr>
  <p:transition>
    <p:fade/>
  </p:transition>
</p:sldLayout>
</file>

<file path=ppt/slideLayouts/slideLayout125.xml><?xml version="1.0" encoding="utf-8"?>
<p:sldLayout xmlns:a="http://schemas.openxmlformats.org/drawingml/2006/main" xmlns:r="http://schemas.openxmlformats.org/officeDocument/2006/relationships" xmlns:p="http://schemas.openxmlformats.org/presentationml/2006/main" preserve="1" userDrawn="1">
  <p:cSld name="1_Photo layout with bullet text &amp; icons">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4157637" cy="546336"/>
          </a:xfrm>
        </p:spPr>
        <p:txBody>
          <a:bodyPr/>
          <a:lstStyle>
            <a:lvl1pPr>
              <a:defRPr>
                <a:solidFill>
                  <a:schemeClr val="tx1"/>
                </a:solidFill>
              </a:defRPr>
            </a:lvl1pPr>
          </a:lstStyle>
          <a:p>
            <a:r>
              <a:rPr lang="en-US"/>
              <a:t>Photo layout 1</a:t>
            </a:r>
          </a:p>
        </p:txBody>
      </p:sp>
      <p:sp>
        <p:nvSpPr>
          <p:cNvPr id="6" name="Text Placeholder 3">
            <a:extLst>
              <a:ext uri="{FF2B5EF4-FFF2-40B4-BE49-F238E27FC236}">
                <a16:creationId xmlns:a16="http://schemas.microsoft.com/office/drawing/2014/main" id="{1E56201C-07C6-4B48-97C5-8ACFF3D0A97E}"/>
              </a:ext>
            </a:extLst>
          </p:cNvPr>
          <p:cNvSpPr>
            <a:spLocks noGrp="1"/>
          </p:cNvSpPr>
          <p:nvPr>
            <p:ph type="body" sz="quarter" idx="14" hasCustomPrompt="1"/>
          </p:nvPr>
        </p:nvSpPr>
        <p:spPr>
          <a:xfrm>
            <a:off x="313983" y="1282120"/>
            <a:ext cx="4184483" cy="276999"/>
          </a:xfrm>
          <a:prstGeom prst="rect">
            <a:avLst/>
          </a:prstGeom>
        </p:spPr>
        <p:txBody>
          <a:bodyPr wrap="square" lIns="0" tIns="0" rIns="0" bIns="0" anchor="b">
            <a:spAutoFit/>
          </a:bodyPr>
          <a:lstStyle>
            <a:lvl1pPr marL="0" indent="0">
              <a:lnSpc>
                <a:spcPct val="100000"/>
              </a:lnSpc>
              <a:buNone/>
              <a:defRPr lang="en-US" sz="1765" kern="1200" spc="0" baseline="0" dirty="0">
                <a:solidFill>
                  <a:schemeClr val="tx1"/>
                </a:solidFill>
                <a:latin typeface="+mj-lt"/>
                <a:ea typeface="+mn-ea"/>
                <a:cs typeface="+mn-cs"/>
              </a:defRPr>
            </a:lvl1pPr>
            <a:lvl2pPr marL="164801" indent="0">
              <a:buNone/>
              <a:defRPr/>
            </a:lvl2pPr>
            <a:lvl3pPr marL="329601" indent="0">
              <a:buNone/>
              <a:defRPr/>
            </a:lvl3pPr>
            <a:lvl4pPr marL="494402" indent="0">
              <a:buNone/>
              <a:defRPr/>
            </a:lvl4pPr>
            <a:lvl5pPr marL="659202" indent="0">
              <a:buNone/>
              <a:defRPr/>
            </a:lvl5pPr>
          </a:lstStyle>
          <a:p>
            <a:pPr lvl="0"/>
            <a:r>
              <a:rPr lang="en-US"/>
              <a:t>Subhead Segoe UI </a:t>
            </a:r>
            <a:r>
              <a:rPr lang="en-US" err="1"/>
              <a:t>Semibold</a:t>
            </a:r>
            <a:r>
              <a:rPr lang="en-US"/>
              <a:t> 20/24. </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1066800" y="1700490"/>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0" name="Straight Connector 9">
            <a:extLst>
              <a:ext uri="{FF2B5EF4-FFF2-40B4-BE49-F238E27FC236}">
                <a16:creationId xmlns:a16="http://schemas.microsoft.com/office/drawing/2014/main" id="{7FA17B80-9C3D-4DD7-B924-02A9E3E600E1}"/>
              </a:ext>
              <a:ext uri="{C183D7F6-B498-43B3-948B-1728B52AA6E4}">
                <adec:decorative xmlns:adec="http://schemas.microsoft.com/office/drawing/2017/decorative" val="1"/>
              </a:ext>
            </a:extLst>
          </p:cNvPr>
          <p:cNvCxnSpPr>
            <a:cxnSpLocks/>
          </p:cNvCxnSpPr>
          <p:nvPr userDrawn="1"/>
        </p:nvCxnSpPr>
        <p:spPr>
          <a:xfrm>
            <a:off x="1066800" y="2299812"/>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1066800" y="246055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1" name="Straight Connector 10">
            <a:extLst>
              <a:ext uri="{FF2B5EF4-FFF2-40B4-BE49-F238E27FC236}">
                <a16:creationId xmlns:a16="http://schemas.microsoft.com/office/drawing/2014/main" id="{3FD3D5BB-5B0F-44DE-B4B8-000A681CEA94}"/>
              </a:ext>
              <a:ext uri="{C183D7F6-B498-43B3-948B-1728B52AA6E4}">
                <adec:decorative xmlns:adec="http://schemas.microsoft.com/office/drawing/2017/decorative" val="1"/>
              </a:ext>
            </a:extLst>
          </p:cNvPr>
          <p:cNvCxnSpPr>
            <a:cxnSpLocks/>
          </p:cNvCxnSpPr>
          <p:nvPr userDrawn="1"/>
        </p:nvCxnSpPr>
        <p:spPr>
          <a:xfrm>
            <a:off x="1066800" y="3059879"/>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2" name="Text Placeholder 4">
            <a:extLst>
              <a:ext uri="{FF2B5EF4-FFF2-40B4-BE49-F238E27FC236}">
                <a16:creationId xmlns:a16="http://schemas.microsoft.com/office/drawing/2014/main" id="{460A0EF6-FA0B-4D44-8315-ED90C5B93C73}"/>
              </a:ext>
            </a:extLst>
          </p:cNvPr>
          <p:cNvSpPr>
            <a:spLocks noGrp="1"/>
          </p:cNvSpPr>
          <p:nvPr>
            <p:ph type="body" sz="quarter" idx="45" hasCustomPrompt="1"/>
          </p:nvPr>
        </p:nvSpPr>
        <p:spPr>
          <a:xfrm>
            <a:off x="1066800" y="3220621"/>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A637605A-2FAC-4994-ACEC-7082FD1D75A8}"/>
              </a:ext>
              <a:ext uri="{C183D7F6-B498-43B3-948B-1728B52AA6E4}">
                <adec:decorative xmlns:adec="http://schemas.microsoft.com/office/drawing/2017/decorative" val="1"/>
              </a:ext>
            </a:extLst>
          </p:cNvPr>
          <p:cNvCxnSpPr>
            <a:cxnSpLocks/>
          </p:cNvCxnSpPr>
          <p:nvPr userDrawn="1"/>
        </p:nvCxnSpPr>
        <p:spPr>
          <a:xfrm>
            <a:off x="1066800" y="3819945"/>
            <a:ext cx="3373305"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5A88BE58-E914-49A7-B477-3DBF3F91D24F}"/>
              </a:ext>
            </a:extLst>
          </p:cNvPr>
          <p:cNvSpPr>
            <a:spLocks noGrp="1"/>
          </p:cNvSpPr>
          <p:nvPr>
            <p:ph type="body" sz="quarter" idx="46" hasCustomPrompt="1"/>
          </p:nvPr>
        </p:nvSpPr>
        <p:spPr>
          <a:xfrm>
            <a:off x="1066800" y="3980686"/>
            <a:ext cx="3431666" cy="454612"/>
          </a:xfrm>
          <a:prstGeom prst="rect">
            <a:avLst/>
          </a:prstGeom>
        </p:spPr>
        <p:txBody>
          <a:bodyPr lIns="0" tIns="45720" rIns="0" bIns="45720"/>
          <a:lstStyle>
            <a:lvl1pPr marL="0" indent="0">
              <a:lnSpc>
                <a:spcPct val="100000"/>
              </a:lnSpc>
              <a:spcBef>
                <a:spcPts val="0"/>
              </a:spcBef>
              <a:spcAft>
                <a:spcPts val="441"/>
              </a:spcAft>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a:t>
            </a: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672383" y="-1"/>
            <a:ext cx="4479790" cy="5143501"/>
          </a:xfrm>
          <a:prstGeom prst="rect">
            <a:avLst/>
          </a:prstGeom>
          <a:blipFill>
            <a:blip r:embed="rId2"/>
            <a:stretch>
              <a:fillRect/>
            </a:stretch>
          </a:blipFill>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4254210699"/>
      </p:ext>
    </p:extLst>
  </p:cSld>
  <p:clrMapOvr>
    <a:masterClrMapping/>
  </p:clrMapOvr>
  <p:transition>
    <p:fade/>
  </p:transition>
</p:sldLayout>
</file>

<file path=ppt/slideLayouts/slideLayout126.xml><?xml version="1.0" encoding="utf-8"?>
<p:sldLayout xmlns:a="http://schemas.openxmlformats.org/drawingml/2006/main" xmlns:r="http://schemas.openxmlformats.org/officeDocument/2006/relationships" xmlns:p="http://schemas.openxmlformats.org/presentationml/2006/main" preserve="1" userDrawn="1">
  <p:cSld name="Photo layout with 4 rows text">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3" y="330371"/>
            <a:ext cx="8516034"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p:spPr>
        <p:txBody>
          <a:bodyPr lIns="0" tIns="45720" rIns="0" bIns="4572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2" name="Rectangle 1">
            <a:extLst>
              <a:ext uri="{FF2B5EF4-FFF2-40B4-BE49-F238E27FC236}">
                <a16:creationId xmlns:a16="http://schemas.microsoft.com/office/drawing/2014/main" id="{680D905E-E7A9-44EC-830B-323C290AAA27}"/>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cxnSp>
        <p:nvCxnSpPr>
          <p:cNvPr id="9" name="Straight Connector 8">
            <a:extLst>
              <a:ext uri="{FF2B5EF4-FFF2-40B4-BE49-F238E27FC236}">
                <a16:creationId xmlns:a16="http://schemas.microsoft.com/office/drawing/2014/main" id="{5E2F051F-FAD1-40B7-AD8D-86ACA838D32B}"/>
              </a:ext>
              <a:ext uri="{C183D7F6-B498-43B3-948B-1728B52AA6E4}">
                <adec:decorative xmlns:adec="http://schemas.microsoft.com/office/drawing/2017/decorative" val="1"/>
              </a:ext>
            </a:extLst>
          </p:cNvPr>
          <p:cNvCxnSpPr>
            <a:cxnSpLocks/>
          </p:cNvCxnSpPr>
          <p:nvPr userDrawn="1"/>
        </p:nvCxnSpPr>
        <p:spPr>
          <a:xfrm>
            <a:off x="313983" y="1995036"/>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0" name="Straight Connector 9">
            <a:extLst>
              <a:ext uri="{FF2B5EF4-FFF2-40B4-BE49-F238E27FC236}">
                <a16:creationId xmlns:a16="http://schemas.microsoft.com/office/drawing/2014/main" id="{A8966B79-BC7C-4DB8-80D4-01380DB97330}"/>
              </a:ext>
              <a:ext uri="{C183D7F6-B498-43B3-948B-1728B52AA6E4}">
                <adec:decorative xmlns:adec="http://schemas.microsoft.com/office/drawing/2017/decorative" val="1"/>
              </a:ext>
            </a:extLst>
          </p:cNvPr>
          <p:cNvCxnSpPr>
            <a:cxnSpLocks/>
          </p:cNvCxnSpPr>
          <p:nvPr userDrawn="1"/>
        </p:nvCxnSpPr>
        <p:spPr>
          <a:xfrm>
            <a:off x="313983" y="2952848"/>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11" name="Straight Connector 10">
            <a:extLst>
              <a:ext uri="{FF2B5EF4-FFF2-40B4-BE49-F238E27FC236}">
                <a16:creationId xmlns:a16="http://schemas.microsoft.com/office/drawing/2014/main" id="{E69D048A-1B0B-4837-8CE2-BD16F3AE2B1C}"/>
              </a:ext>
              <a:ext uri="{C183D7F6-B498-43B3-948B-1728B52AA6E4}">
                <adec:decorative xmlns:adec="http://schemas.microsoft.com/office/drawing/2017/decorative" val="1"/>
              </a:ext>
            </a:extLst>
          </p:cNvPr>
          <p:cNvCxnSpPr>
            <a:cxnSpLocks/>
          </p:cNvCxnSpPr>
          <p:nvPr userDrawn="1"/>
        </p:nvCxnSpPr>
        <p:spPr>
          <a:xfrm>
            <a:off x="313983" y="3910660"/>
            <a:ext cx="4126122"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312620866"/>
      </p:ext>
    </p:extLst>
  </p:cSld>
  <p:clrMapOvr>
    <a:masterClrMapping/>
  </p:clrMapOvr>
  <p:transition>
    <p:fade/>
  </p:transition>
</p:sldLayout>
</file>

<file path=ppt/slideLayouts/slideLayout127.xml><?xml version="1.0" encoding="utf-8"?>
<p:sldLayout xmlns:a="http://schemas.openxmlformats.org/drawingml/2006/main" xmlns:r="http://schemas.openxmlformats.org/officeDocument/2006/relationships" xmlns:p="http://schemas.openxmlformats.org/presentationml/2006/main" preserve="1" userDrawn="1">
  <p:cSld name="Photo layout with gray filled text box">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679BB11B-CD9D-4B8D-B054-AE4D87B29C75}"/>
              </a:ext>
            </a:extLst>
          </p:cNvPr>
          <p:cNvSpPr>
            <a:spLocks noGrp="1"/>
          </p:cNvSpPr>
          <p:nvPr>
            <p:ph type="title" hasCustomPrompt="1"/>
          </p:nvPr>
        </p:nvSpPr>
        <p:spPr>
          <a:xfrm>
            <a:off x="313982" y="330371"/>
            <a:ext cx="8516036" cy="546336"/>
          </a:xfrm>
        </p:spPr>
        <p:txBody>
          <a:bodyPr/>
          <a:lstStyle>
            <a:lvl1pPr>
              <a:defRPr>
                <a:solidFill>
                  <a:schemeClr val="tx1"/>
                </a:solidFill>
              </a:defRPr>
            </a:lvl1pPr>
          </a:lstStyle>
          <a:p>
            <a:r>
              <a:rPr lang="en-US"/>
              <a:t>Photo layout 1</a:t>
            </a:r>
          </a:p>
        </p:txBody>
      </p:sp>
      <p:sp>
        <p:nvSpPr>
          <p:cNvPr id="16" name="Text Placeholder 4">
            <a:extLst>
              <a:ext uri="{FF2B5EF4-FFF2-40B4-BE49-F238E27FC236}">
                <a16:creationId xmlns:a16="http://schemas.microsoft.com/office/drawing/2014/main" id="{2B8FCD16-3426-8B48-803D-6B6E81EED213}"/>
              </a:ext>
            </a:extLst>
          </p:cNvPr>
          <p:cNvSpPr>
            <a:spLocks noGrp="1"/>
          </p:cNvSpPr>
          <p:nvPr>
            <p:ph type="body" sz="quarter" idx="42" hasCustomPrompt="1"/>
          </p:nvPr>
        </p:nvSpPr>
        <p:spPr>
          <a:xfrm>
            <a:off x="313983" y="1092674"/>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8" name="Text Placeholder 4">
            <a:extLst>
              <a:ext uri="{FF2B5EF4-FFF2-40B4-BE49-F238E27FC236}">
                <a16:creationId xmlns:a16="http://schemas.microsoft.com/office/drawing/2014/main" id="{9FA36614-3522-794F-B70F-0659F06DAB3B}"/>
              </a:ext>
            </a:extLst>
          </p:cNvPr>
          <p:cNvSpPr>
            <a:spLocks noGrp="1"/>
          </p:cNvSpPr>
          <p:nvPr>
            <p:ph type="body" sz="quarter" idx="44" hasCustomPrompt="1"/>
          </p:nvPr>
        </p:nvSpPr>
        <p:spPr>
          <a:xfrm>
            <a:off x="313983" y="2050620"/>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5" name="Text Placeholder 4">
            <a:extLst>
              <a:ext uri="{FF2B5EF4-FFF2-40B4-BE49-F238E27FC236}">
                <a16:creationId xmlns:a16="http://schemas.microsoft.com/office/drawing/2014/main" id="{7C7AB201-5BBE-4D8C-A466-367843FF4F01}"/>
              </a:ext>
            </a:extLst>
          </p:cNvPr>
          <p:cNvSpPr>
            <a:spLocks noGrp="1"/>
          </p:cNvSpPr>
          <p:nvPr>
            <p:ph type="body" sz="quarter" idx="45" hasCustomPrompt="1"/>
          </p:nvPr>
        </p:nvSpPr>
        <p:spPr>
          <a:xfrm>
            <a:off x="313983" y="3008568"/>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19" name="Text Placeholder 4">
            <a:extLst>
              <a:ext uri="{FF2B5EF4-FFF2-40B4-BE49-F238E27FC236}">
                <a16:creationId xmlns:a16="http://schemas.microsoft.com/office/drawing/2014/main" id="{FAB025A3-3CCD-40EA-99F1-A41DBE40973C}"/>
              </a:ext>
            </a:extLst>
          </p:cNvPr>
          <p:cNvSpPr>
            <a:spLocks noGrp="1"/>
          </p:cNvSpPr>
          <p:nvPr>
            <p:ph type="body" sz="quarter" idx="46" hasCustomPrompt="1"/>
          </p:nvPr>
        </p:nvSpPr>
        <p:spPr>
          <a:xfrm>
            <a:off x="313983" y="3966516"/>
            <a:ext cx="4184483" cy="846616"/>
          </a:xfrm>
          <a:prstGeom prst="rect">
            <a:avLst/>
          </a:prstGeom>
          <a:solidFill>
            <a:schemeClr val="bg1">
              <a:lumMod val="95000"/>
            </a:schemeClr>
          </a:solidFill>
        </p:spPr>
        <p:txBody>
          <a:bodyPr lIns="137160" tIns="91440" rIns="137160" bIns="91440" anchor="ctr">
            <a:noAutofit/>
          </a:bodyPr>
          <a:lstStyle>
            <a:lvl1pPr marL="0" indent="0">
              <a:lnSpc>
                <a:spcPct val="100000"/>
              </a:lnSpc>
              <a:spcBef>
                <a:spcPts val="0"/>
              </a:spcBef>
              <a:buFont typeface="Arial" panose="020B0604020202020204" pitchFamily="34" charset="0"/>
              <a:buNone/>
              <a:defRPr sz="1177"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r>
              <a:rPr lang="en-US"/>
              <a:t>Body copy Segoe UI Regular 14/18. The quick brown fox jumps over the lazy dog. The quick brown fox jumps over the lazy dog. The quick brown fox jumps over the lazy dog.</a:t>
            </a:r>
          </a:p>
        </p:txBody>
      </p:sp>
      <p:sp>
        <p:nvSpPr>
          <p:cNvPr id="3" name="Rectangle 2">
            <a:extLst>
              <a:ext uri="{FF2B5EF4-FFF2-40B4-BE49-F238E27FC236}">
                <a16:creationId xmlns:a16="http://schemas.microsoft.com/office/drawing/2014/main" id="{0F6F2449-CE4A-4880-A860-78E767F6EFFC}"/>
              </a:ext>
              <a:ext uri="{C183D7F6-B498-43B3-948B-1728B52AA6E4}">
                <adec:decorative xmlns:adec="http://schemas.microsoft.com/office/drawing/2017/decorative" val="1"/>
              </a:ext>
            </a:extLst>
          </p:cNvPr>
          <p:cNvSpPr/>
          <p:nvPr userDrawn="1"/>
        </p:nvSpPr>
        <p:spPr bwMode="auto">
          <a:xfrm>
            <a:off x="4672381" y="1092672"/>
            <a:ext cx="4157636" cy="3720458"/>
          </a:xfrm>
          <a:prstGeom prst="rect">
            <a:avLst/>
          </a:prstGeom>
          <a:noFill/>
          <a:ln w="19050">
            <a:solidFill>
              <a:schemeClr val="tx2"/>
            </a:solidFill>
            <a:headEnd type="none" w="med" len="med"/>
            <a:tailEnd type="none" w="med" len="med"/>
          </a:ln>
          <a:effectLst/>
        </p:spPr>
        <p:style>
          <a:lnRef idx="1">
            <a:schemeClr val="accent2"/>
          </a:lnRef>
          <a:fillRef idx="3">
            <a:schemeClr val="accent2"/>
          </a:fillRef>
          <a:effectRef idx="2">
            <a:schemeClr val="accent2"/>
          </a:effectRef>
          <a:fontRef idx="minor">
            <a:schemeClr val="lt1"/>
          </a:fontRef>
        </p:style>
        <p:txBody>
          <a:bodyPr rot="0" spcFirstLastPara="0" vertOverflow="overflow" horzOverflow="overflow" vert="horz" wrap="square" lIns="131839" tIns="105471" rIns="131839" bIns="105471" numCol="1" spcCol="0" rtlCol="0" fromWordArt="0" anchor="t" anchorCtr="0" forceAA="0" compatLnSpc="1">
            <a:prstTxWarp prst="textNoShape">
              <a:avLst/>
            </a:prstTxWarp>
            <a:noAutofit/>
          </a:bodyPr>
          <a:lstStyle/>
          <a:p>
            <a:pPr algn="ctr" defTabSz="672231" fontAlgn="base">
              <a:lnSpc>
                <a:spcPct val="90000"/>
              </a:lnSpc>
              <a:spcBef>
                <a:spcPct val="0"/>
              </a:spcBef>
              <a:spcAft>
                <a:spcPct val="0"/>
              </a:spcAft>
            </a:pPr>
            <a:endParaRPr lang="en-US" sz="1730" dirty="0">
              <a:gradFill>
                <a:gsLst>
                  <a:gs pos="0">
                    <a:srgbClr val="FFFFFF"/>
                  </a:gs>
                  <a:gs pos="100000">
                    <a:srgbClr val="FFFFFF"/>
                  </a:gs>
                </a:gsLst>
                <a:lin ang="5400000" scaled="0"/>
              </a:gradFill>
              <a:ea typeface="Segoe UI" pitchFamily="34" charset="0"/>
              <a:cs typeface="Segoe UI" pitchFamily="34" charset="0"/>
            </a:endParaRPr>
          </a:p>
        </p:txBody>
      </p:sp>
      <p:sp>
        <p:nvSpPr>
          <p:cNvPr id="8" name="Picture Placeholder 7">
            <a:extLst>
              <a:ext uri="{FF2B5EF4-FFF2-40B4-BE49-F238E27FC236}">
                <a16:creationId xmlns:a16="http://schemas.microsoft.com/office/drawing/2014/main" id="{7193607F-5D7C-414A-BD66-EADF11B22CA7}"/>
              </a:ext>
            </a:extLst>
          </p:cNvPr>
          <p:cNvSpPr>
            <a:spLocks noGrp="1"/>
          </p:cNvSpPr>
          <p:nvPr>
            <p:ph type="pic" sz="quarter" idx="15" hasCustomPrompt="1"/>
          </p:nvPr>
        </p:nvSpPr>
        <p:spPr>
          <a:xfrm>
            <a:off x="4762260" y="1173098"/>
            <a:ext cx="3977884" cy="3559607"/>
          </a:xfrm>
          <a:prstGeom prst="rect">
            <a:avLst/>
          </a:prstGeom>
          <a:blipFill dpi="0" rotWithShape="1">
            <a:blip r:embed="rId2"/>
            <a:srcRect/>
            <a:stretch>
              <a:fillRect/>
            </a:stretch>
          </a:blipFill>
          <a:ln w="19050">
            <a:noFill/>
          </a:ln>
        </p:spPr>
        <p:txBody>
          <a:bodyPr tIns="91440" anchor="ctr">
            <a:noAutofit/>
          </a:bodyPr>
          <a:lstStyle>
            <a:lvl1pPr marL="0" marR="0" indent="0" algn="ctr" defTabSz="672425" rtl="0" eaLnBrk="1" fontAlgn="auto" latinLnBrk="0" hangingPunct="1">
              <a:lnSpc>
                <a:spcPct val="100000"/>
              </a:lnSpc>
              <a:spcBef>
                <a:spcPct val="20000"/>
              </a:spcBef>
              <a:spcAft>
                <a:spcPts val="0"/>
              </a:spcAft>
              <a:buClrTx/>
              <a:buSzPct val="90000"/>
              <a:buFont typeface="Wingdings" panose="05000000000000000000" pitchFamily="2" charset="2"/>
              <a:buNone/>
              <a:tabLst/>
              <a:defRPr lang="en-US" sz="1009" b="1" kern="1200" spc="0" baseline="0" dirty="0" smtClean="0">
                <a:solidFill>
                  <a:schemeClr val="tx1"/>
                </a:solidFill>
                <a:latin typeface="+mn-lt"/>
                <a:ea typeface="+mn-ea"/>
                <a:cs typeface="Segoe UI" panose="020B0502040204020203" pitchFamily="34" charset="0"/>
              </a:defRPr>
            </a:lvl1pPr>
          </a:lstStyle>
          <a:p>
            <a:r>
              <a:rPr lang="en-US" dirty="0"/>
              <a:t>Drag &amp; drop your photo here </a:t>
            </a:r>
            <a:br>
              <a:rPr lang="en-US" dirty="0"/>
            </a:br>
            <a:r>
              <a:rPr lang="en-US" dirty="0"/>
              <a:t>or click or tap icon below </a:t>
            </a:r>
            <a:br>
              <a:rPr lang="en-US" dirty="0"/>
            </a:br>
            <a:r>
              <a:rPr lang="en-US" dirty="0"/>
              <a:t>to insert</a:t>
            </a:r>
          </a:p>
        </p:txBody>
      </p:sp>
    </p:spTree>
    <p:extLst>
      <p:ext uri="{BB962C8B-B14F-4D97-AF65-F5344CB8AC3E}">
        <p14:creationId xmlns:p14="http://schemas.microsoft.com/office/powerpoint/2010/main" val="1554927338"/>
      </p:ext>
    </p:extLst>
  </p:cSld>
  <p:clrMapOvr>
    <a:masterClrMapping/>
  </p:clrMapOvr>
  <p:transition>
    <p:fade/>
  </p:transition>
</p:sldLayout>
</file>

<file path=ppt/slideLayouts/slideLayout128.xml><?xml version="1.0" encoding="utf-8"?>
<p:sldLayout xmlns:a="http://schemas.openxmlformats.org/drawingml/2006/main" xmlns:r="http://schemas.openxmlformats.org/officeDocument/2006/relationships" xmlns:p="http://schemas.openxmlformats.org/presentationml/2006/main" preserve="1" userDrawn="1">
  <p:cSld name="Demo slide with tex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AE9E5E14-01F2-4F10-A177-A81144B86D44}"/>
              </a:ext>
            </a:extLst>
          </p:cNvPr>
          <p:cNvSpPr>
            <a:spLocks noGrp="1"/>
          </p:cNvSpPr>
          <p:nvPr>
            <p:ph type="title"/>
          </p:nvPr>
        </p:nvSpPr>
        <p:spPr>
          <a:xfrm>
            <a:off x="313982" y="330371"/>
            <a:ext cx="8505951" cy="546336"/>
          </a:xfrm>
        </p:spPr>
        <p:txBody>
          <a:bodyPr/>
          <a:lstStyle/>
          <a:p>
            <a:r>
              <a:rPr lang="en-US"/>
              <a:t>Click to edit Master title style</a:t>
            </a:r>
          </a:p>
        </p:txBody>
      </p:sp>
      <p:sp>
        <p:nvSpPr>
          <p:cNvPr id="4" name="Text Placeholder 3"/>
          <p:cNvSpPr>
            <a:spLocks noGrp="1"/>
          </p:cNvSpPr>
          <p:nvPr>
            <p:ph type="body" sz="quarter" idx="10" hasCustomPrompt="1"/>
          </p:nvPr>
        </p:nvSpPr>
        <p:spPr>
          <a:xfrm>
            <a:off x="313984" y="1092674"/>
            <a:ext cx="4056089" cy="436017"/>
          </a:xfrm>
          <a:prstGeom prst="rect">
            <a:avLst/>
          </a:prstGeom>
        </p:spPr>
        <p:txBody>
          <a:bodyPr wrap="square" lIns="0" tIns="0" rIns="0" bIns="0">
            <a:spAutoFit/>
          </a:bodyPr>
          <a:lstStyle>
            <a:lvl1pPr marL="0" indent="0">
              <a:lnSpc>
                <a:spcPts val="1730"/>
              </a:lnSpc>
              <a:buNone/>
              <a:defRPr sz="1765" b="0" i="0" spc="0">
                <a:solidFill>
                  <a:schemeClr val="tx1"/>
                </a:solidFill>
                <a:latin typeface="+mj-lt"/>
              </a:defRPr>
            </a:lvl1pPr>
            <a:lvl2pPr marL="164801" indent="0">
              <a:buNone/>
              <a:defRPr/>
            </a:lvl2pPr>
            <a:lvl3pPr marL="329601" indent="0">
              <a:buNone/>
              <a:defRPr/>
            </a:lvl3pPr>
            <a:lvl4pPr marL="494402" indent="0">
              <a:buNone/>
              <a:defRPr/>
            </a:lvl4pPr>
            <a:lvl5pPr marL="659202" indent="0">
              <a:buNone/>
              <a:defRPr/>
            </a:lvl5pPr>
          </a:lstStyle>
          <a:p>
            <a:pPr lvl="0"/>
            <a:r>
              <a:rPr lang="pt-BR" err="1"/>
              <a:t>Large</a:t>
            </a:r>
            <a:r>
              <a:rPr lang="pt-BR"/>
              <a:t> </a:t>
            </a:r>
            <a:r>
              <a:rPr lang="pt-BR" err="1"/>
              <a:t>subhead</a:t>
            </a:r>
            <a:r>
              <a:rPr lang="pt-BR"/>
              <a:t> Segoe UI </a:t>
            </a:r>
            <a:r>
              <a:rPr lang="pt-BR" err="1"/>
              <a:t>Semibold</a:t>
            </a:r>
            <a:r>
              <a:rPr lang="pt-BR"/>
              <a:t> Regular 20/24</a:t>
            </a:r>
            <a:endParaRPr lang="en-US"/>
          </a:p>
        </p:txBody>
      </p:sp>
      <p:sp>
        <p:nvSpPr>
          <p:cNvPr id="5" name="Text Placeholder 4"/>
          <p:cNvSpPr>
            <a:spLocks noGrp="1"/>
          </p:cNvSpPr>
          <p:nvPr>
            <p:ph type="body" sz="quarter" idx="11" hasCustomPrompt="1"/>
          </p:nvPr>
        </p:nvSpPr>
        <p:spPr>
          <a:xfrm>
            <a:off x="313982" y="1619165"/>
            <a:ext cx="4056089" cy="1754326"/>
          </a:xfrm>
          <a:prstGeom prst="rect">
            <a:avLst/>
          </a:prstGeom>
        </p:spPr>
        <p:txBody>
          <a:bodyPr lIns="0" tIns="45720" rIns="0" bIns="45720"/>
          <a:lstStyle>
            <a:lvl1pPr marL="0" indent="0">
              <a:lnSpc>
                <a:spcPct val="100000"/>
              </a:lnSpc>
              <a:spcBef>
                <a:spcPts val="0"/>
              </a:spcBef>
              <a:spcAft>
                <a:spcPts val="882"/>
              </a:spcAft>
              <a:buFont typeface="Arial" panose="020B0604020202020204" pitchFamily="34" charset="0"/>
              <a:buNone/>
              <a:defRPr sz="1030" b="0" i="0" spc="0">
                <a:solidFill>
                  <a:schemeClr val="tx1"/>
                </a:solidFill>
                <a:latin typeface="+mn-lt"/>
              </a:defRPr>
            </a:lvl1pPr>
            <a:lvl2pPr marL="0" indent="0">
              <a:lnSpc>
                <a:spcPts val="1298"/>
              </a:lnSpc>
              <a:spcBef>
                <a:spcPts val="0"/>
              </a:spcBef>
              <a:buNone/>
              <a:defRPr sz="1009">
                <a:solidFill>
                  <a:schemeClr val="tx1"/>
                </a:solidFill>
              </a:defRPr>
            </a:lvl2pPr>
            <a:lvl3pPr marL="329601" indent="0">
              <a:buNone/>
              <a:defRPr/>
            </a:lvl3pPr>
            <a:lvl4pPr marL="494402" indent="0">
              <a:buNone/>
              <a:defRPr/>
            </a:lvl4pPr>
            <a:lvl5pPr marL="659202" indent="0">
              <a:buNone/>
              <a:defRPr/>
            </a:lvl5pPr>
          </a:lstStyle>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a:p>
            <a:pPr lvl="0"/>
            <a:r>
              <a:rPr lang="en-US"/>
              <a:t>Body copy Segoe UI Regular 14/18. The quick brown fox jumps over the lazy dog. The quick brown fox jumps over the lazy dog. The quick brown fox jumps over the lazy dog.</a:t>
            </a:r>
          </a:p>
        </p:txBody>
      </p:sp>
      <p:pic>
        <p:nvPicPr>
          <p:cNvPr id="11" name="Picture 10" descr="Tablet image">
            <a:extLst>
              <a:ext uri="{FF2B5EF4-FFF2-40B4-BE49-F238E27FC236}">
                <a16:creationId xmlns:a16="http://schemas.microsoft.com/office/drawing/2014/main" id="{C4B95F29-56C3-4C85-A12B-0B0BE769E70B}"/>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2610"/>
          <a:stretch/>
        </p:blipFill>
        <p:spPr>
          <a:xfrm>
            <a:off x="3333582" y="111079"/>
            <a:ext cx="5810420" cy="4703810"/>
          </a:xfrm>
          <a:prstGeom prst="rect">
            <a:avLst/>
          </a:prstGeom>
        </p:spPr>
      </p:pic>
      <p:sp>
        <p:nvSpPr>
          <p:cNvPr id="12" name="Picture Placeholder 11">
            <a:extLst>
              <a:ext uri="{FF2B5EF4-FFF2-40B4-BE49-F238E27FC236}">
                <a16:creationId xmlns:a16="http://schemas.microsoft.com/office/drawing/2014/main" id="{934476FE-7091-4DE7-A55E-3EF5A6569A7D}"/>
              </a:ext>
            </a:extLst>
          </p:cNvPr>
          <p:cNvSpPr>
            <a:spLocks noGrp="1"/>
          </p:cNvSpPr>
          <p:nvPr>
            <p:ph type="pic" sz="quarter" idx="12" hasCustomPrompt="1"/>
          </p:nvPr>
        </p:nvSpPr>
        <p:spPr>
          <a:xfrm>
            <a:off x="4768470" y="960460"/>
            <a:ext cx="4375531" cy="3239495"/>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8A22579A-F1B5-42C9-964C-C03AC486905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1294100691"/>
      </p:ext>
    </p:extLst>
  </p:cSld>
  <p:clrMapOvr>
    <a:masterClrMapping/>
  </p:clrMapOvr>
  <p:transition>
    <p:fade/>
  </p:transition>
</p:sldLayout>
</file>

<file path=ppt/slideLayouts/slideLayout129.xml><?xml version="1.0" encoding="utf-8"?>
<p:sldLayout xmlns:a="http://schemas.openxmlformats.org/drawingml/2006/main" xmlns:r="http://schemas.openxmlformats.org/officeDocument/2006/relationships" xmlns:p="http://schemas.openxmlformats.org/presentationml/2006/main" preserve="1" userDrawn="1">
  <p:cSld name="Demo slide">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8A9A2FC6-09D2-4CBB-A8B4-445680BD8200}"/>
              </a:ext>
            </a:extLst>
          </p:cNvPr>
          <p:cNvSpPr>
            <a:spLocks noGrp="1"/>
          </p:cNvSpPr>
          <p:nvPr>
            <p:ph type="title" hasCustomPrompt="1"/>
          </p:nvPr>
        </p:nvSpPr>
        <p:spPr/>
        <p:txBody>
          <a:bodyPr/>
          <a:lstStyle>
            <a:lvl1pPr>
              <a:defRPr/>
            </a:lvl1pPr>
          </a:lstStyle>
          <a:p>
            <a:r>
              <a:rPr lang="en-US"/>
              <a:t>Demo </a:t>
            </a:r>
          </a:p>
        </p:txBody>
      </p:sp>
      <p:pic>
        <p:nvPicPr>
          <p:cNvPr id="10" name="Picture 9" descr="Tablet image">
            <a:extLst>
              <a:ext uri="{FF2B5EF4-FFF2-40B4-BE49-F238E27FC236}">
                <a16:creationId xmlns:a16="http://schemas.microsoft.com/office/drawing/2014/main" id="{73CDB1EA-72FB-46B3-89D4-DEE1F2EF724A}"/>
              </a:ext>
            </a:extLst>
          </p:cNvPr>
          <p:cNvPicPr>
            <a:picLocks noChangeAspect="1"/>
          </p:cNvPicPr>
          <p:nvPr userDrawn="1"/>
        </p:nvPicPr>
        <p:blipFill rotWithShape="1">
          <a:blip r:embed="rId2" cstate="print">
            <a:extLst>
              <a:ext uri="{28A0092B-C50C-407E-A947-70E740481C1C}">
                <a14:useLocalDpi xmlns:a14="http://schemas.microsoft.com/office/drawing/2010/main"/>
              </a:ext>
            </a:extLst>
          </a:blip>
          <a:srcRect b="1563"/>
          <a:stretch/>
        </p:blipFill>
        <p:spPr>
          <a:xfrm>
            <a:off x="250835" y="439923"/>
            <a:ext cx="8152448" cy="4703577"/>
          </a:xfrm>
          <a:prstGeom prst="rect">
            <a:avLst/>
          </a:prstGeom>
        </p:spPr>
      </p:pic>
      <p:sp>
        <p:nvSpPr>
          <p:cNvPr id="8" name="Picture Placeholder 11">
            <a:extLst>
              <a:ext uri="{FF2B5EF4-FFF2-40B4-BE49-F238E27FC236}">
                <a16:creationId xmlns:a16="http://schemas.microsoft.com/office/drawing/2014/main" id="{0473E679-3B6D-497A-A0F6-454C968B7607}"/>
              </a:ext>
            </a:extLst>
          </p:cNvPr>
          <p:cNvSpPr>
            <a:spLocks noGrp="1"/>
          </p:cNvSpPr>
          <p:nvPr>
            <p:ph type="pic" sz="quarter" idx="12" hasCustomPrompt="1"/>
          </p:nvPr>
        </p:nvSpPr>
        <p:spPr>
          <a:xfrm>
            <a:off x="1699472" y="1277120"/>
            <a:ext cx="5745057" cy="3233658"/>
          </a:xfrm>
          <a:prstGeom prst="rect">
            <a:avLst/>
          </a:prstGeom>
        </p:spPr>
        <p:txBody>
          <a:bodyPr anchor="ctr" anchorCtr="0">
            <a:noAutofit/>
          </a:bodyPr>
          <a:lstStyle>
            <a:lvl1pPr algn="ctr">
              <a:defRPr sz="2595">
                <a:solidFill>
                  <a:srgbClr val="000000"/>
                </a:solidFill>
              </a:defRPr>
            </a:lvl1pPr>
          </a:lstStyle>
          <a:p>
            <a:r>
              <a:rPr lang="en-US" dirty="0"/>
              <a:t>DEMO</a:t>
            </a:r>
          </a:p>
        </p:txBody>
      </p:sp>
      <p:sp>
        <p:nvSpPr>
          <p:cNvPr id="2" name="Footer Placeholder 1">
            <a:extLst>
              <a:ext uri="{FF2B5EF4-FFF2-40B4-BE49-F238E27FC236}">
                <a16:creationId xmlns:a16="http://schemas.microsoft.com/office/drawing/2014/main" id="{E84FE4C0-97E2-47A0-A924-D46358B22C16}"/>
              </a:ext>
            </a:extLst>
          </p:cNvPr>
          <p:cNvSpPr txBox="1">
            <a:spLocks/>
          </p:cNvSpPr>
          <p:nvPr userDrawn="1"/>
        </p:nvSpPr>
        <p:spPr>
          <a:xfrm>
            <a:off x="3028950" y="4914446"/>
            <a:ext cx="3086100" cy="101887"/>
          </a:xfrm>
          <a:prstGeom prst="rect">
            <a:avLst/>
          </a:prstGeom>
        </p:spPr>
        <p:txBody>
          <a:bodyPr vert="horz"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62" dirty="0"/>
          </a:p>
        </p:txBody>
      </p:sp>
    </p:spTree>
    <p:extLst>
      <p:ext uri="{BB962C8B-B14F-4D97-AF65-F5344CB8AC3E}">
        <p14:creationId xmlns:p14="http://schemas.microsoft.com/office/powerpoint/2010/main" val="3472898266"/>
      </p:ext>
    </p:extLst>
  </p:cSld>
  <p:clrMapOvr>
    <a:masterClrMapping/>
  </p:clrMapOvr>
  <p:transition>
    <p:fade/>
  </p:transition>
</p:sldLayout>
</file>

<file path=ppt/slideLayouts/slideLayout130.xml><?xml version="1.0" encoding="utf-8"?>
<p:sldLayout xmlns:a="http://schemas.openxmlformats.org/drawingml/2006/main" xmlns:r="http://schemas.openxmlformats.org/officeDocument/2006/relationships" xmlns:p="http://schemas.openxmlformats.org/presentationml/2006/main" preserve="1" userDrawn="1">
  <p:cSld name="Chart layout">
    <p:spTree>
      <p:nvGrpSpPr>
        <p:cNvPr id="1" name=""/>
        <p:cNvGrpSpPr/>
        <p:nvPr/>
      </p:nvGrpSpPr>
      <p:grpSpPr>
        <a:xfrm>
          <a:off x="0" y="0"/>
          <a:ext cx="0" cy="0"/>
          <a:chOff x="0" y="0"/>
          <a:chExt cx="0" cy="0"/>
        </a:xfrm>
      </p:grpSpPr>
      <p:sp>
        <p:nvSpPr>
          <p:cNvPr id="7" name="Chart Placeholder 6"/>
          <p:cNvSpPr>
            <a:spLocks noGrp="1"/>
          </p:cNvSpPr>
          <p:nvPr>
            <p:ph type="chart" sz="quarter" idx="21"/>
          </p:nvPr>
        </p:nvSpPr>
        <p:spPr>
          <a:xfrm>
            <a:off x="341998" y="1463085"/>
            <a:ext cx="2713783"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4199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9" name="Text Placeholder 4"/>
          <p:cNvSpPr>
            <a:spLocks noGrp="1"/>
          </p:cNvSpPr>
          <p:nvPr>
            <p:ph type="body" sz="quarter" idx="12" hasCustomPrompt="1"/>
          </p:nvPr>
        </p:nvSpPr>
        <p:spPr>
          <a:xfrm>
            <a:off x="341995" y="4460535"/>
            <a:ext cx="2713786" cy="230833"/>
          </a:xfrm>
          <a:prstGeom prst="rect">
            <a:avLst/>
          </a:prstGeom>
        </p:spPr>
        <p:txBody>
          <a:bodyPr lIns="0" tIns="0" rIns="0" bIns="0"/>
          <a:lstStyle>
            <a:lvl1pPr marL="0" indent="0">
              <a:lnSpc>
                <a:spcPct val="100000"/>
              </a:lnSpc>
              <a:spcBef>
                <a:spcPts val="649"/>
              </a:spcBef>
              <a:buFont typeface="Arial" panose="020B0604020202020204" pitchFamily="34" charset="0"/>
              <a:buNone/>
              <a:defRPr sz="735"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10/12. The quick brown fox jumps over the lazy dog.</a:t>
            </a:r>
          </a:p>
        </p:txBody>
      </p:sp>
      <p:sp>
        <p:nvSpPr>
          <p:cNvPr id="20" name="Chart Placeholder 6"/>
          <p:cNvSpPr>
            <a:spLocks noGrp="1"/>
          </p:cNvSpPr>
          <p:nvPr>
            <p:ph type="chart" sz="quarter" idx="22"/>
          </p:nvPr>
        </p:nvSpPr>
        <p:spPr>
          <a:xfrm>
            <a:off x="3227365" y="1463085"/>
            <a:ext cx="2705615"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35533"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17" name="Text Placeholder 4"/>
          <p:cNvSpPr>
            <a:spLocks noGrp="1"/>
          </p:cNvSpPr>
          <p:nvPr>
            <p:ph type="body" sz="quarter" idx="18" hasCustomPrompt="1"/>
          </p:nvPr>
        </p:nvSpPr>
        <p:spPr>
          <a:xfrm>
            <a:off x="3227365"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1" name="Chart Placeholder 6"/>
          <p:cNvSpPr>
            <a:spLocks noGrp="1"/>
          </p:cNvSpPr>
          <p:nvPr>
            <p:ph type="chart" sz="quarter" idx="23"/>
          </p:nvPr>
        </p:nvSpPr>
        <p:spPr>
          <a:xfrm>
            <a:off x="6104560" y="1463085"/>
            <a:ext cx="2717288" cy="2651133"/>
          </a:xfrm>
          <a:prstGeom prst="rect">
            <a:avLst/>
          </a:prstGeom>
        </p:spPr>
        <p:txBody>
          <a:bodyPr anchor="ctr">
            <a:noAutofit/>
          </a:bodyPr>
          <a:lstStyle>
            <a:lvl1pPr marL="0" indent="0" algn="ctr">
              <a:buNone/>
              <a:defRPr sz="1730">
                <a:solidFill>
                  <a:srgbClr val="000000"/>
                </a:solidFill>
              </a:defRPr>
            </a:lvl1pPr>
          </a:lstStyle>
          <a:p>
            <a:r>
              <a:rPr lang="en-US"/>
              <a:t>Click icon to add chart</a:t>
            </a:r>
            <a:endParaRPr lang="en-US" dirty="0"/>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04561" y="4460535"/>
            <a:ext cx="2705615" cy="230833"/>
          </a:xfrm>
          <a:prstGeom prst="rect">
            <a:avLst/>
          </a:prstGeom>
        </p:spPr>
        <p:txBody>
          <a:bodyPr vert="horz" wrap="square" lIns="0" tIns="0" rIns="0" bIns="0" rtlCol="0">
            <a:spAutoFit/>
          </a:bodyPr>
          <a:lstStyle>
            <a:lvl1pPr>
              <a:lnSpc>
                <a:spcPct val="100000"/>
              </a:lnSpc>
              <a:tabLst/>
              <a:defRPr lang="en-US" sz="735" b="0" i="0" spc="0" dirty="0" smtClean="0">
                <a:solidFill>
                  <a:srgbClr val="000000"/>
                </a:solidFill>
                <a:latin typeface="+mn-lt"/>
              </a:defRPr>
            </a:lvl1pPr>
          </a:lstStyle>
          <a:p>
            <a:pPr lvl="0"/>
            <a:r>
              <a:rPr lang="en-US"/>
              <a:t>Caption body copy Segoe UI Regular 10/12.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4252786"/>
            <a:ext cx="2721959" cy="228076"/>
          </a:xfrm>
          <a:prstGeom prst="rect">
            <a:avLst/>
          </a:prstGeom>
        </p:spPr>
        <p:txBody>
          <a:bodyPr tIns="0"/>
          <a:lstStyle>
            <a:lvl1pPr>
              <a:lnSpc>
                <a:spcPct val="100000"/>
              </a:lnSpc>
              <a:defRPr lang="en-US" sz="882" b="1" kern="1200" spc="0" dirty="0" smtClean="0">
                <a:solidFill>
                  <a:srgbClr val="000000"/>
                </a:solidFill>
                <a:latin typeface="+mn-lt"/>
                <a:ea typeface="+mn-ea"/>
                <a:cs typeface="+mn-cs"/>
              </a:defRPr>
            </a:lvl1pPr>
          </a:lstStyle>
          <a:p>
            <a:pPr lvl="0"/>
            <a:r>
              <a:rPr lang="en-US"/>
              <a:t>Caption title Segoe bold 10/12. </a:t>
            </a:r>
          </a:p>
        </p:txBody>
      </p:sp>
      <p:sp>
        <p:nvSpPr>
          <p:cNvPr id="5" name="Title 4">
            <a:extLst>
              <a:ext uri="{FF2B5EF4-FFF2-40B4-BE49-F238E27FC236}">
                <a16:creationId xmlns:a16="http://schemas.microsoft.com/office/drawing/2014/main" id="{4C72913C-59D3-4340-A6C5-32B69C2989A0}"/>
              </a:ext>
            </a:extLst>
          </p:cNvPr>
          <p:cNvSpPr>
            <a:spLocks noGrp="1"/>
          </p:cNvSpPr>
          <p:nvPr>
            <p:ph type="title"/>
          </p:nvPr>
        </p:nvSpPr>
        <p:spPr/>
        <p:txBody>
          <a:bodyPr/>
          <a:lstStyle/>
          <a:p>
            <a:r>
              <a:rPr lang="en-US"/>
              <a:t>Click to edit Master title style</a:t>
            </a:r>
            <a:endParaRPr lang="fr-FR"/>
          </a:p>
        </p:txBody>
      </p:sp>
    </p:spTree>
    <p:extLst>
      <p:ext uri="{BB962C8B-B14F-4D97-AF65-F5344CB8AC3E}">
        <p14:creationId xmlns:p14="http://schemas.microsoft.com/office/powerpoint/2010/main" val="1657043736"/>
      </p:ext>
    </p:extLst>
  </p:cSld>
  <p:clrMapOvr>
    <a:masterClrMapping/>
  </p:clrMapOvr>
  <p:transition>
    <p:fade/>
  </p:transition>
</p:sldLayout>
</file>

<file path=ppt/slideLayouts/slideLayout131.xml><?xml version="1.0" encoding="utf-8"?>
<p:sldLayout xmlns:a="http://schemas.openxmlformats.org/drawingml/2006/main" xmlns:r="http://schemas.openxmlformats.org/officeDocument/2006/relationships" xmlns:p="http://schemas.openxmlformats.org/presentationml/2006/main" preserve="1" userDrawn="1">
  <p:cSld name="Table layout">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49320125-45A4-4C74-9D99-B161A1AC8C9F}"/>
              </a:ext>
            </a:extLst>
          </p:cNvPr>
          <p:cNvSpPr>
            <a:spLocks noGrp="1"/>
          </p:cNvSpPr>
          <p:nvPr>
            <p:ph type="title"/>
          </p:nvPr>
        </p:nvSpPr>
        <p:spPr/>
        <p:txBody>
          <a:bodyPr/>
          <a:lstStyle/>
          <a:p>
            <a:r>
              <a:rPr lang="en-US"/>
              <a:t>Click to edit Master title style</a:t>
            </a:r>
          </a:p>
        </p:txBody>
      </p:sp>
      <p:sp>
        <p:nvSpPr>
          <p:cNvPr id="4" name="Table Placeholder 3"/>
          <p:cNvSpPr>
            <a:spLocks noGrp="1"/>
          </p:cNvSpPr>
          <p:nvPr>
            <p:ph type="tbl" sz="quarter" idx="10"/>
          </p:nvPr>
        </p:nvSpPr>
        <p:spPr>
          <a:xfrm>
            <a:off x="313983" y="2724922"/>
            <a:ext cx="8507865" cy="456279"/>
          </a:xfrm>
          <a:prstGeom prst="rect">
            <a:avLst/>
          </a:prstGeom>
        </p:spPr>
        <p:txBody>
          <a:bodyPr anchor="ctr" anchorCtr="0"/>
          <a:lstStyle>
            <a:lvl1pPr algn="ctr">
              <a:defRPr sz="1765"/>
            </a:lvl1pPr>
          </a:lstStyle>
          <a:p>
            <a:r>
              <a:rPr lang="en-US"/>
              <a:t>Click icon to add table</a:t>
            </a:r>
            <a:endParaRPr lang="en-US" dirty="0"/>
          </a:p>
        </p:txBody>
      </p:sp>
    </p:spTree>
    <p:extLst>
      <p:ext uri="{BB962C8B-B14F-4D97-AF65-F5344CB8AC3E}">
        <p14:creationId xmlns:p14="http://schemas.microsoft.com/office/powerpoint/2010/main" val="817918962"/>
      </p:ext>
    </p:extLst>
  </p:cSld>
  <p:clrMapOvr>
    <a:masterClrMapping/>
  </p:clrMapOvr>
  <p:transition>
    <p:fade/>
  </p:transition>
</p:sldLayout>
</file>

<file path=ppt/slideLayouts/slideLayout132.xml><?xml version="1.0" encoding="utf-8"?>
<p:sldLayout xmlns:a="http://schemas.openxmlformats.org/drawingml/2006/main" xmlns:r="http://schemas.openxmlformats.org/officeDocument/2006/relationships" xmlns:p="http://schemas.openxmlformats.org/presentationml/2006/main" preserve="1" userDrawn="1">
  <p:cSld name="Lab exercise layout - 1">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two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lvl="1"/>
            <a:r>
              <a:rPr lang="en-US"/>
              <a:t>Body copy Segoe UI </a:t>
            </a:r>
            <a:r>
              <a:rPr lang="en-US" err="1"/>
              <a:t>Semibold</a:t>
            </a:r>
            <a:r>
              <a:rPr lang="en-US"/>
              <a:t> 20/24. </a:t>
            </a:r>
          </a:p>
          <a:p>
            <a:pPr lvl="1"/>
            <a:r>
              <a:rPr lang="en-US"/>
              <a:t>The quick brown fox jumps over the lazy dog. The quick brown fox jumps over the lazy dog. The quick brown fox jumps over the lazy dog.</a:t>
            </a:r>
          </a:p>
        </p:txBody>
      </p:sp>
      <p:sp>
        <p:nvSpPr>
          <p:cNvPr id="14" name="Text Placeholder 4"/>
          <p:cNvSpPr>
            <a:spLocks noGrp="1"/>
          </p:cNvSpPr>
          <p:nvPr>
            <p:ph type="body" sz="quarter" idx="15" hasCustomPrompt="1"/>
          </p:nvPr>
        </p:nvSpPr>
        <p:spPr>
          <a:xfrm>
            <a:off x="324068" y="2235543"/>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4753193" y="2638425"/>
            <a:ext cx="4076826"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4258075947"/>
      </p:ext>
    </p:extLst>
  </p:cSld>
  <p:clrMapOvr>
    <a:masterClrMapping/>
  </p:clrMapOvr>
  <p:transition>
    <p:fade/>
  </p:transition>
</p:sldLayout>
</file>

<file path=ppt/slideLayouts/slideLayout133.xml><?xml version="1.0" encoding="utf-8"?>
<p:sldLayout xmlns:a="http://schemas.openxmlformats.org/drawingml/2006/main" xmlns:r="http://schemas.openxmlformats.org/officeDocument/2006/relationships" xmlns:p="http://schemas.openxmlformats.org/presentationml/2006/main" preserve="1" userDrawn="1">
  <p:cSld name="Lab exercise layout -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504950"/>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1460108919"/>
      </p:ext>
    </p:extLst>
  </p:cSld>
  <p:clrMapOvr>
    <a:masterClrMapping/>
  </p:clrMapOvr>
  <p:transition>
    <p:fade/>
  </p:transition>
</p:sldLayout>
</file>

<file path=ppt/slideLayouts/slideLayout134.xml><?xml version="1.0" encoding="utf-8"?>
<p:sldLayout xmlns:a="http://schemas.openxmlformats.org/drawingml/2006/main" xmlns:r="http://schemas.openxmlformats.org/officeDocument/2006/relationships" xmlns:p="http://schemas.openxmlformats.org/presentationml/2006/main" preserve="1" userDrawn="1">
  <p:cSld name="Lab exercise layout - 3">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a:t>
            </a:r>
          </a:p>
        </p:txBody>
      </p:sp>
      <p:sp>
        <p:nvSpPr>
          <p:cNvPr id="14" name="Text Placeholder 4"/>
          <p:cNvSpPr>
            <a:spLocks noGrp="1"/>
          </p:cNvSpPr>
          <p:nvPr>
            <p:ph type="body" sz="quarter" idx="15" hasCustomPrompt="1"/>
          </p:nvPr>
        </p:nvSpPr>
        <p:spPr>
          <a:xfrm>
            <a:off x="324068" y="1092672"/>
            <a:ext cx="8505951" cy="402882"/>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765" b="0">
                <a:solidFill>
                  <a:schemeClr val="tx1"/>
                </a:solidFill>
                <a:latin typeface="+mj-lt"/>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a:t>
            </a:r>
            <a:r>
              <a:rPr lang="en-US" err="1"/>
              <a:t>Semibold</a:t>
            </a:r>
            <a:r>
              <a:rPr lang="en-US"/>
              <a:t> 20/24.</a:t>
            </a:r>
          </a:p>
        </p:txBody>
      </p:sp>
      <p:sp>
        <p:nvSpPr>
          <p:cNvPr id="4" name="Text Placeholder 3">
            <a:extLst>
              <a:ext uri="{FF2B5EF4-FFF2-40B4-BE49-F238E27FC236}">
                <a16:creationId xmlns:a16="http://schemas.microsoft.com/office/drawing/2014/main" id="{F4E0FEDF-0787-478A-A851-B03CCD9001F3}"/>
              </a:ext>
            </a:extLst>
          </p:cNvPr>
          <p:cNvSpPr>
            <a:spLocks noGrp="1"/>
          </p:cNvSpPr>
          <p:nvPr>
            <p:ph type="body" sz="quarter" idx="16"/>
          </p:nvPr>
        </p:nvSpPr>
        <p:spPr>
          <a:xfrm>
            <a:off x="32406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7" name="Text Placeholder 3">
            <a:extLst>
              <a:ext uri="{FF2B5EF4-FFF2-40B4-BE49-F238E27FC236}">
                <a16:creationId xmlns:a16="http://schemas.microsoft.com/office/drawing/2014/main" id="{225DC022-FEF0-43F5-AF4D-034F780F910E}"/>
              </a:ext>
            </a:extLst>
          </p:cNvPr>
          <p:cNvSpPr>
            <a:spLocks noGrp="1"/>
          </p:cNvSpPr>
          <p:nvPr>
            <p:ph type="body" sz="quarter" idx="17"/>
          </p:nvPr>
        </p:nvSpPr>
        <p:spPr>
          <a:xfrm>
            <a:off x="3208158"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8" name="Text Placeholder 3">
            <a:extLst>
              <a:ext uri="{FF2B5EF4-FFF2-40B4-BE49-F238E27FC236}">
                <a16:creationId xmlns:a16="http://schemas.microsoft.com/office/drawing/2014/main" id="{BAA6534B-85AD-4091-8AA3-8445CC36C8FE}"/>
              </a:ext>
            </a:extLst>
          </p:cNvPr>
          <p:cNvSpPr>
            <a:spLocks noGrp="1"/>
          </p:cNvSpPr>
          <p:nvPr>
            <p:ph type="body" sz="quarter" idx="18"/>
          </p:nvPr>
        </p:nvSpPr>
        <p:spPr>
          <a:xfrm>
            <a:off x="6092251" y="14955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9" name="Text Placeholder 3">
            <a:extLst>
              <a:ext uri="{FF2B5EF4-FFF2-40B4-BE49-F238E27FC236}">
                <a16:creationId xmlns:a16="http://schemas.microsoft.com/office/drawing/2014/main" id="{E6D80433-266B-4248-A258-DDF54D650DFC}"/>
              </a:ext>
            </a:extLst>
          </p:cNvPr>
          <p:cNvSpPr>
            <a:spLocks noGrp="1"/>
          </p:cNvSpPr>
          <p:nvPr>
            <p:ph type="body" sz="quarter" idx="19"/>
          </p:nvPr>
        </p:nvSpPr>
        <p:spPr>
          <a:xfrm>
            <a:off x="32406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0" name="Text Placeholder 3">
            <a:extLst>
              <a:ext uri="{FF2B5EF4-FFF2-40B4-BE49-F238E27FC236}">
                <a16:creationId xmlns:a16="http://schemas.microsoft.com/office/drawing/2014/main" id="{1CFB4F84-2AE0-40B1-A3E4-5505E85C8B2E}"/>
              </a:ext>
            </a:extLst>
          </p:cNvPr>
          <p:cNvSpPr>
            <a:spLocks noGrp="1"/>
          </p:cNvSpPr>
          <p:nvPr>
            <p:ph type="body" sz="quarter" idx="20"/>
          </p:nvPr>
        </p:nvSpPr>
        <p:spPr>
          <a:xfrm>
            <a:off x="3208158"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
        <p:nvSpPr>
          <p:cNvPr id="11" name="Text Placeholder 3">
            <a:extLst>
              <a:ext uri="{FF2B5EF4-FFF2-40B4-BE49-F238E27FC236}">
                <a16:creationId xmlns:a16="http://schemas.microsoft.com/office/drawing/2014/main" id="{E6BF108F-CD54-497C-81CA-E67ED2BA7279}"/>
              </a:ext>
            </a:extLst>
          </p:cNvPr>
          <p:cNvSpPr>
            <a:spLocks noGrp="1"/>
          </p:cNvSpPr>
          <p:nvPr>
            <p:ph type="body" sz="quarter" idx="21"/>
          </p:nvPr>
        </p:nvSpPr>
        <p:spPr>
          <a:xfrm>
            <a:off x="6092251" y="2943354"/>
            <a:ext cx="2737768" cy="1314321"/>
          </a:xfrm>
          <a:ln w="19050">
            <a:solidFill>
              <a:schemeClr val="tx2"/>
            </a:solidFill>
          </a:ln>
        </p:spPr>
        <p:txBody>
          <a:bodyPr lIns="182880" tIns="137160" rIns="182880">
            <a:noAutofit/>
          </a:bodyPr>
          <a:lstStyle>
            <a:lvl1pPr>
              <a:defRPr sz="1471">
                <a:solidFill>
                  <a:schemeClr val="tx1"/>
                </a:solidFill>
              </a:defRPr>
            </a:lvl1pPr>
            <a:lvl2pPr>
              <a:defRPr sz="1324">
                <a:solidFill>
                  <a:schemeClr val="tx1"/>
                </a:solidFill>
              </a:defRPr>
            </a:lvl2pPr>
          </a:lstStyle>
          <a:p>
            <a:pPr lvl="0"/>
            <a:r>
              <a:rPr lang="en-US"/>
              <a:t>Click to edit Master text styles</a:t>
            </a:r>
          </a:p>
          <a:p>
            <a:pPr lvl="1"/>
            <a:r>
              <a:rPr lang="en-US"/>
              <a:t>Second level</a:t>
            </a:r>
          </a:p>
        </p:txBody>
      </p:sp>
    </p:spTree>
    <p:extLst>
      <p:ext uri="{BB962C8B-B14F-4D97-AF65-F5344CB8AC3E}">
        <p14:creationId xmlns:p14="http://schemas.microsoft.com/office/powerpoint/2010/main" val="2120288930"/>
      </p:ext>
    </p:extLst>
  </p:cSld>
  <p:clrMapOvr>
    <a:masterClrMapping/>
  </p:clrMapOvr>
  <p:transition>
    <p:fade/>
  </p:transition>
</p:sldLayout>
</file>

<file path=ppt/slideLayouts/slideLayout135.xml><?xml version="1.0" encoding="utf-8"?>
<p:sldLayout xmlns:a="http://schemas.openxmlformats.org/drawingml/2006/main" xmlns:r="http://schemas.openxmlformats.org/officeDocument/2006/relationships" xmlns:p="http://schemas.openxmlformats.org/presentationml/2006/main" preserve="1" userDrawn="1">
  <p:cSld name="Text option_2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200031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35543"/>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3539334764"/>
      </p:ext>
    </p:extLst>
  </p:cSld>
  <p:clrMapOvr>
    <a:masterClrMapping/>
  </p:clrMapOvr>
  <p:transition>
    <p:fade/>
  </p:transition>
</p:sldLayout>
</file>

<file path=ppt/slideLayouts/slideLayout136.xml><?xml version="1.0" encoding="utf-8"?>
<p:sldLayout xmlns:a="http://schemas.openxmlformats.org/drawingml/2006/main" xmlns:r="http://schemas.openxmlformats.org/officeDocument/2006/relationships" xmlns:p="http://schemas.openxmlformats.org/presentationml/2006/main" preserve="1" userDrawn="1">
  <p:cSld name="Text option_3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37731"/>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3359E8F-F4BC-46D9-A456-1AEF499C6D31}"/>
              </a:ext>
              <a:ext uri="{C183D7F6-B498-43B3-948B-1728B52AA6E4}">
                <adec:decorative xmlns:adec="http://schemas.microsoft.com/office/drawing/2017/decorative" val="1"/>
              </a:ext>
            </a:extLst>
          </p:cNvPr>
          <p:cNvCxnSpPr>
            <a:cxnSpLocks/>
          </p:cNvCxnSpPr>
          <p:nvPr userDrawn="1"/>
        </p:nvCxnSpPr>
        <p:spPr>
          <a:xfrm>
            <a:off x="1176558" y="265510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244573141"/>
      </p:ext>
    </p:extLst>
  </p:cSld>
  <p:clrMapOvr>
    <a:masterClrMapping/>
  </p:clrMapOvr>
  <p:transition>
    <p:fade/>
  </p:transition>
</p:sldLayout>
</file>

<file path=ppt/slideLayouts/slideLayout137.xml><?xml version="1.0" encoding="utf-8"?>
<p:sldLayout xmlns:a="http://schemas.openxmlformats.org/drawingml/2006/main" xmlns:r="http://schemas.openxmlformats.org/officeDocument/2006/relationships" xmlns:p="http://schemas.openxmlformats.org/presentationml/2006/main" preserve="1" userDrawn="1">
  <p:cSld name="Text option_4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four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cxnSp>
        <p:nvCxnSpPr>
          <p:cNvPr id="7" name="Straight Connector 6">
            <a:extLst>
              <a:ext uri="{FF2B5EF4-FFF2-40B4-BE49-F238E27FC236}">
                <a16:creationId xmlns:a16="http://schemas.microsoft.com/office/drawing/2014/main" id="{8AF631F7-0FD6-4620-8D4C-845139540698}"/>
              </a:ext>
              <a:ext uri="{C183D7F6-B498-43B3-948B-1728B52AA6E4}">
                <adec:decorative xmlns:adec="http://schemas.microsoft.com/office/drawing/2017/decorative" val="1"/>
              </a:ext>
            </a:extLst>
          </p:cNvPr>
          <p:cNvCxnSpPr>
            <a:cxnSpLocks/>
          </p:cNvCxnSpPr>
          <p:nvPr userDrawn="1"/>
        </p:nvCxnSpPr>
        <p:spPr>
          <a:xfrm>
            <a:off x="1176558" y="1869630"/>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910167"/>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6" name="Text Placeholder 4"/>
          <p:cNvSpPr>
            <a:spLocks noGrp="1"/>
          </p:cNvSpPr>
          <p:nvPr>
            <p:ph type="body" sz="quarter" idx="17" hasCustomPrompt="1"/>
          </p:nvPr>
        </p:nvSpPr>
        <p:spPr>
          <a:xfrm>
            <a:off x="1176558" y="272766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
        <p:nvSpPr>
          <p:cNvPr id="18" name="Text Placeholder 4"/>
          <p:cNvSpPr>
            <a:spLocks noGrp="1"/>
          </p:cNvSpPr>
          <p:nvPr>
            <p:ph type="body" sz="quarter" idx="19" hasCustomPrompt="1"/>
          </p:nvPr>
        </p:nvSpPr>
        <p:spPr>
          <a:xfrm>
            <a:off x="1176558" y="3545156"/>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lvl="1"/>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49950306"/>
      </p:ext>
    </p:extLst>
  </p:cSld>
  <p:clrMapOvr>
    <a:masterClrMapping/>
  </p:clrMapOvr>
  <p:transition>
    <p:fade/>
  </p:transition>
</p:sldLayout>
</file>

<file path=ppt/slideLayouts/slideLayout138.xml><?xml version="1.0" encoding="utf-8"?>
<p:sldLayout xmlns:a="http://schemas.openxmlformats.org/drawingml/2006/main" xmlns:r="http://schemas.openxmlformats.org/officeDocument/2006/relationships" xmlns:p="http://schemas.openxmlformats.org/presentationml/2006/main" preserve="1" userDrawn="1">
  <p:cSld name="Text option_5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a:t>
            </a:r>
          </a:p>
        </p:txBody>
      </p:sp>
      <p:sp>
        <p:nvSpPr>
          <p:cNvPr id="5" name="Text Placeholder 4"/>
          <p:cNvSpPr>
            <a:spLocks noGrp="1"/>
          </p:cNvSpPr>
          <p:nvPr>
            <p:ph type="body" sz="quarter" idx="11" hasCustomPrompt="1"/>
          </p:nvPr>
        </p:nvSpPr>
        <p:spPr>
          <a:xfrm>
            <a:off x="1176558" y="109267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8" name="Straight Connector 7">
            <a:extLst>
              <a:ext uri="{FF2B5EF4-FFF2-40B4-BE49-F238E27FC236}">
                <a16:creationId xmlns:a16="http://schemas.microsoft.com/office/drawing/2014/main" id="{18C7A5BA-6D5F-4F89-8133-5E7B5AFA5388}"/>
              </a:ext>
              <a:ext uri="{C183D7F6-B498-43B3-948B-1728B52AA6E4}">
                <adec:decorative xmlns:adec="http://schemas.microsoft.com/office/drawing/2017/decorative" val="1"/>
              </a:ext>
            </a:extLst>
          </p:cNvPr>
          <p:cNvCxnSpPr>
            <a:cxnSpLocks/>
          </p:cNvCxnSpPr>
          <p:nvPr userDrawn="1"/>
        </p:nvCxnSpPr>
        <p:spPr>
          <a:xfrm>
            <a:off x="1176558" y="1809718"/>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7653461"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CBD0695E-5B97-44BE-B0A8-F9214D354151}"/>
              </a:ext>
              <a:ext uri="{C183D7F6-B498-43B3-948B-1728B52AA6E4}">
                <adec:decorative xmlns:adec="http://schemas.microsoft.com/office/drawing/2017/decorative" val="1"/>
              </a:ext>
            </a:extLst>
          </p:cNvPr>
          <p:cNvCxnSpPr>
            <a:cxnSpLocks/>
          </p:cNvCxnSpPr>
          <p:nvPr userDrawn="1"/>
        </p:nvCxnSpPr>
        <p:spPr>
          <a:xfrm>
            <a:off x="1176558" y="2571069"/>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D602F602-8AD2-44FB-96AC-197B0B03616F}"/>
              </a:ext>
              <a:ext uri="{C183D7F6-B498-43B3-948B-1728B52AA6E4}">
                <adec:decorative xmlns:adec="http://schemas.microsoft.com/office/drawing/2017/decorative" val="1"/>
              </a:ext>
            </a:extLst>
          </p:cNvPr>
          <p:cNvCxnSpPr>
            <a:cxnSpLocks/>
          </p:cNvCxnSpPr>
          <p:nvPr userDrawn="1"/>
        </p:nvCxnSpPr>
        <p:spPr>
          <a:xfrm>
            <a:off x="1176558" y="3332422"/>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C5EE9FF8-98D9-46AE-9E3D-2F72E00C7752}"/>
              </a:ext>
              <a:ext uri="{C183D7F6-B498-43B3-948B-1728B52AA6E4}">
                <adec:decorative xmlns:adec="http://schemas.microsoft.com/office/drawing/2017/decorative" val="1"/>
              </a:ext>
            </a:extLst>
          </p:cNvPr>
          <p:cNvCxnSpPr>
            <a:cxnSpLocks/>
          </p:cNvCxnSpPr>
          <p:nvPr userDrawn="1"/>
        </p:nvCxnSpPr>
        <p:spPr>
          <a:xfrm>
            <a:off x="1176558" y="4093775"/>
            <a:ext cx="7643376"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7653461"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362737069"/>
      </p:ext>
    </p:extLst>
  </p:cSld>
  <p:clrMapOvr>
    <a:masterClrMapping/>
  </p:clrMapOvr>
  <p:transition>
    <p:fade/>
  </p:transition>
</p:sldLayout>
</file>

<file path=ppt/slideLayouts/slideLayout139.xml><?xml version="1.0" encoding="utf-8"?>
<p:sldLayout xmlns:a="http://schemas.openxmlformats.org/drawingml/2006/main" xmlns:r="http://schemas.openxmlformats.org/officeDocument/2006/relationships" xmlns:p="http://schemas.openxmlformats.org/presentationml/2006/main" preserve="1" userDrawn="1">
  <p:cSld name="Text option_6 row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six rows</a:t>
            </a:r>
          </a:p>
        </p:txBody>
      </p:sp>
      <p:sp>
        <p:nvSpPr>
          <p:cNvPr id="5" name="Text Placeholder 4"/>
          <p:cNvSpPr>
            <a:spLocks noGrp="1"/>
          </p:cNvSpPr>
          <p:nvPr>
            <p:ph type="body" sz="quarter" idx="11" hasCustomPrompt="1"/>
          </p:nvPr>
        </p:nvSpPr>
        <p:spPr>
          <a:xfrm>
            <a:off x="1042096" y="1092672"/>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9" name="Straight Connector 8">
            <a:extLst>
              <a:ext uri="{FF2B5EF4-FFF2-40B4-BE49-F238E27FC236}">
                <a16:creationId xmlns:a16="http://schemas.microsoft.com/office/drawing/2014/main" id="{91176662-41A1-45F5-9F2A-CB3D5785A657}"/>
              </a:ext>
              <a:ext uri="{C183D7F6-B498-43B3-948B-1728B52AA6E4}">
                <adec:decorative xmlns:adec="http://schemas.microsoft.com/office/drawing/2017/decorative" val="1"/>
              </a:ext>
            </a:extLst>
          </p:cNvPr>
          <p:cNvCxnSpPr>
            <a:cxnSpLocks/>
          </p:cNvCxnSpPr>
          <p:nvPr userDrawn="1"/>
        </p:nvCxnSpPr>
        <p:spPr>
          <a:xfrm>
            <a:off x="1052327" y="1683379"/>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042096" y="1727497"/>
            <a:ext cx="7787924" cy="546336"/>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0" name="Straight Connector 9">
            <a:extLst>
              <a:ext uri="{FF2B5EF4-FFF2-40B4-BE49-F238E27FC236}">
                <a16:creationId xmlns:a16="http://schemas.microsoft.com/office/drawing/2014/main" id="{F1B8295B-9399-43B5-961D-6D1444246663}"/>
              </a:ext>
              <a:ext uri="{C183D7F6-B498-43B3-948B-1728B52AA6E4}">
                <adec:decorative xmlns:adec="http://schemas.microsoft.com/office/drawing/2017/decorative" val="1"/>
              </a:ext>
            </a:extLst>
          </p:cNvPr>
          <p:cNvCxnSpPr>
            <a:cxnSpLocks/>
          </p:cNvCxnSpPr>
          <p:nvPr userDrawn="1"/>
        </p:nvCxnSpPr>
        <p:spPr>
          <a:xfrm>
            <a:off x="1052327" y="2318112"/>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042096" y="2362321"/>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5" name="Straight Connector 14">
            <a:extLst>
              <a:ext uri="{FF2B5EF4-FFF2-40B4-BE49-F238E27FC236}">
                <a16:creationId xmlns:a16="http://schemas.microsoft.com/office/drawing/2014/main" id="{8661FE75-B00C-4695-B37C-FB53546A5F0A}"/>
              </a:ext>
              <a:ext uri="{C183D7F6-B498-43B3-948B-1728B52AA6E4}">
                <adec:decorative xmlns:adec="http://schemas.microsoft.com/office/drawing/2017/decorative" val="1"/>
              </a:ext>
            </a:extLst>
          </p:cNvPr>
          <p:cNvCxnSpPr>
            <a:cxnSpLocks/>
          </p:cNvCxnSpPr>
          <p:nvPr userDrawn="1"/>
        </p:nvCxnSpPr>
        <p:spPr>
          <a:xfrm>
            <a:off x="1052327" y="2952846"/>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042096" y="2997146"/>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1" name="Straight Connector 10">
            <a:extLst>
              <a:ext uri="{FF2B5EF4-FFF2-40B4-BE49-F238E27FC236}">
                <a16:creationId xmlns:a16="http://schemas.microsoft.com/office/drawing/2014/main" id="{44FEBE66-8971-4138-8B29-7373BB7CD1B7}"/>
              </a:ext>
              <a:ext uri="{C183D7F6-B498-43B3-948B-1728B52AA6E4}">
                <adec:decorative xmlns:adec="http://schemas.microsoft.com/office/drawing/2017/decorative" val="1"/>
              </a:ext>
            </a:extLst>
          </p:cNvPr>
          <p:cNvCxnSpPr>
            <a:cxnSpLocks/>
          </p:cNvCxnSpPr>
          <p:nvPr userDrawn="1"/>
        </p:nvCxnSpPr>
        <p:spPr>
          <a:xfrm>
            <a:off x="1052327" y="3587580"/>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042096" y="3631970"/>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cxnSp>
        <p:nvCxnSpPr>
          <p:cNvPr id="12" name="Straight Connector 11">
            <a:extLst>
              <a:ext uri="{FF2B5EF4-FFF2-40B4-BE49-F238E27FC236}">
                <a16:creationId xmlns:a16="http://schemas.microsoft.com/office/drawing/2014/main" id="{EE9B15D9-25BA-4AE3-B36D-961D8C817DC1}"/>
              </a:ext>
              <a:ext uri="{C183D7F6-B498-43B3-948B-1728B52AA6E4}">
                <adec:decorative xmlns:adec="http://schemas.microsoft.com/office/drawing/2017/decorative" val="1"/>
              </a:ext>
            </a:extLst>
          </p:cNvPr>
          <p:cNvCxnSpPr>
            <a:cxnSpLocks/>
          </p:cNvCxnSpPr>
          <p:nvPr userDrawn="1"/>
        </p:nvCxnSpPr>
        <p:spPr>
          <a:xfrm>
            <a:off x="1052327" y="4222313"/>
            <a:ext cx="7767608"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3" name="Text Placeholder 4">
            <a:extLst>
              <a:ext uri="{FF2B5EF4-FFF2-40B4-BE49-F238E27FC236}">
                <a16:creationId xmlns:a16="http://schemas.microsoft.com/office/drawing/2014/main" id="{4349BD30-0784-4B45-BEA2-C53624DF62CA}"/>
              </a:ext>
            </a:extLst>
          </p:cNvPr>
          <p:cNvSpPr>
            <a:spLocks noGrp="1"/>
          </p:cNvSpPr>
          <p:nvPr>
            <p:ph type="body" sz="quarter" idx="30" hasCustomPrompt="1"/>
          </p:nvPr>
        </p:nvSpPr>
        <p:spPr>
          <a:xfrm>
            <a:off x="1042096" y="4266794"/>
            <a:ext cx="7787924" cy="546336"/>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The quick brown fox jumps over the lazy dog. The quick brown fox jumps over the lazy dog.</a:t>
            </a:r>
          </a:p>
        </p:txBody>
      </p:sp>
    </p:spTree>
    <p:extLst>
      <p:ext uri="{BB962C8B-B14F-4D97-AF65-F5344CB8AC3E}">
        <p14:creationId xmlns:p14="http://schemas.microsoft.com/office/powerpoint/2010/main" val="1184533803"/>
      </p:ext>
    </p:extLst>
  </p:cSld>
  <p:clrMapOvr>
    <a:masterClrMapping/>
  </p:clrMapOvr>
  <p:transition>
    <p:fade/>
  </p:transition>
</p:sldLayout>
</file>

<file path=ppt/slideLayouts/slideLayout140.xml><?xml version="1.0" encoding="utf-8"?>
<p:sldLayout xmlns:a="http://schemas.openxmlformats.org/drawingml/2006/main" xmlns:r="http://schemas.openxmlformats.org/officeDocument/2006/relationships" xmlns:p="http://schemas.openxmlformats.org/presentationml/2006/main" preserve="1" userDrawn="1">
  <p:cSld name="Text option- Text thre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three rows &amp; two columns</a:t>
            </a:r>
          </a:p>
        </p:txBody>
      </p:sp>
      <p:sp>
        <p:nvSpPr>
          <p:cNvPr id="5" name="Text Placeholder 4"/>
          <p:cNvSpPr>
            <a:spLocks noGrp="1"/>
          </p:cNvSpPr>
          <p:nvPr>
            <p:ph type="body" sz="quarter" idx="11" hasCustomPrompt="1"/>
          </p:nvPr>
        </p:nvSpPr>
        <p:spPr>
          <a:xfrm>
            <a:off x="1176558"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B2BC2D45-166A-42A4-BFA4-B0E61DE53CD1}"/>
              </a:ext>
              <a:ext uri="{C183D7F6-B498-43B3-948B-1728B52AA6E4}">
                <adec:decorative xmlns:adec="http://schemas.microsoft.com/office/drawing/2017/decorative" val="1"/>
              </a:ext>
            </a:extLst>
          </p:cNvPr>
          <p:cNvCxnSpPr>
            <a:cxnSpLocks/>
          </p:cNvCxnSpPr>
          <p:nvPr userDrawn="1"/>
        </p:nvCxnSpPr>
        <p:spPr>
          <a:xfrm>
            <a:off x="11765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C17E5589-50A4-4ADA-A3D2-DFB8558FE78E}"/>
              </a:ext>
              <a:ext uri="{C183D7F6-B498-43B3-948B-1728B52AA6E4}">
                <adec:decorative xmlns:adec="http://schemas.microsoft.com/office/drawing/2017/decorative" val="1"/>
              </a:ext>
            </a:extLst>
          </p:cNvPr>
          <p:cNvCxnSpPr>
            <a:cxnSpLocks/>
          </p:cNvCxnSpPr>
          <p:nvPr userDrawn="1"/>
        </p:nvCxnSpPr>
        <p:spPr>
          <a:xfrm>
            <a:off x="11765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599F4609-3CD7-4077-B992-04F71C504EF4}"/>
              </a:ext>
              <a:ext uri="{C183D7F6-B498-43B3-948B-1728B52AA6E4}">
                <adec:decorative xmlns:adec="http://schemas.microsoft.com/office/drawing/2017/decorative" val="1"/>
              </a:ext>
            </a:extLst>
          </p:cNvPr>
          <p:cNvCxnSpPr>
            <a:cxnSpLocks/>
          </p:cNvCxnSpPr>
          <p:nvPr userDrawn="1"/>
        </p:nvCxnSpPr>
        <p:spPr>
          <a:xfrm>
            <a:off x="5534959" y="2156331"/>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2266089"/>
            <a:ext cx="3295062" cy="953901"/>
          </a:xfrm>
        </p:spPr>
        <p:txBody>
          <a:bodyPr wrap="square" lIns="0" tIns="0" rIns="0" bIns="0" anchor="t">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C2F439E-21AC-47A7-8FF2-2B3B30023C2D}"/>
              </a:ext>
              <a:ext uri="{C183D7F6-B498-43B3-948B-1728B52AA6E4}">
                <adec:decorative xmlns:adec="http://schemas.microsoft.com/office/drawing/2017/decorative" val="1"/>
              </a:ext>
            </a:extLst>
          </p:cNvPr>
          <p:cNvCxnSpPr>
            <a:cxnSpLocks/>
          </p:cNvCxnSpPr>
          <p:nvPr userDrawn="1"/>
        </p:nvCxnSpPr>
        <p:spPr>
          <a:xfrm>
            <a:off x="5534959" y="332974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3439505"/>
            <a:ext cx="3295062" cy="953901"/>
          </a:xfrm>
        </p:spPr>
        <p:txBody>
          <a:bodyPr wrap="square" lIns="0" tIns="0" rIns="0" bIns="0" anchor="t">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324"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1389080482"/>
      </p:ext>
    </p:extLst>
  </p:cSld>
  <p:clrMapOvr>
    <a:masterClrMapping/>
  </p:clrMapOvr>
  <p:transition>
    <p:fade/>
  </p:transition>
</p:sldLayout>
</file>

<file path=ppt/slideLayouts/slideLayout141.xml><?xml version="1.0" encoding="utf-8"?>
<p:sldLayout xmlns:a="http://schemas.openxmlformats.org/drawingml/2006/main" xmlns:r="http://schemas.openxmlformats.org/officeDocument/2006/relationships" xmlns:p="http://schemas.openxmlformats.org/presentationml/2006/main" preserve="1" userDrawn="1">
  <p:cSld name="Text option- Text five rows &amp; two columns">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16580AEB-44E6-4B65-97DE-64E3AEB487D9}"/>
              </a:ext>
            </a:extLst>
          </p:cNvPr>
          <p:cNvSpPr>
            <a:spLocks noGrp="1"/>
          </p:cNvSpPr>
          <p:nvPr>
            <p:ph type="title" hasCustomPrompt="1"/>
          </p:nvPr>
        </p:nvSpPr>
        <p:spPr/>
        <p:txBody>
          <a:bodyPr/>
          <a:lstStyle>
            <a:lvl1pPr>
              <a:defRPr/>
            </a:lvl1pPr>
          </a:lstStyle>
          <a:p>
            <a:r>
              <a:rPr lang="en-US"/>
              <a:t>Text layout: five rows &amp; two columns</a:t>
            </a:r>
          </a:p>
        </p:txBody>
      </p:sp>
      <p:sp>
        <p:nvSpPr>
          <p:cNvPr id="5" name="Text Placeholder 4"/>
          <p:cNvSpPr>
            <a:spLocks noGrp="1"/>
          </p:cNvSpPr>
          <p:nvPr>
            <p:ph type="body" sz="quarter" idx="11" hasCustomPrompt="1"/>
          </p:nvPr>
        </p:nvSpPr>
        <p:spPr>
          <a:xfrm>
            <a:off x="1176558"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3" name="Straight Connector 12">
            <a:extLst>
              <a:ext uri="{FF2B5EF4-FFF2-40B4-BE49-F238E27FC236}">
                <a16:creationId xmlns:a16="http://schemas.microsoft.com/office/drawing/2014/main" id="{99FD6DBF-9FC0-43E4-BB25-187F987ED548}"/>
              </a:ext>
              <a:ext uri="{C183D7F6-B498-43B3-948B-1728B52AA6E4}">
                <adec:decorative xmlns:adec="http://schemas.microsoft.com/office/drawing/2017/decorative" val="1"/>
              </a:ext>
            </a:extLst>
          </p:cNvPr>
          <p:cNvCxnSpPr>
            <a:cxnSpLocks/>
          </p:cNvCxnSpPr>
          <p:nvPr userDrawn="1"/>
        </p:nvCxnSpPr>
        <p:spPr>
          <a:xfrm>
            <a:off x="11765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4" name="Text Placeholder 4"/>
          <p:cNvSpPr>
            <a:spLocks noGrp="1"/>
          </p:cNvSpPr>
          <p:nvPr>
            <p:ph type="body" sz="quarter" idx="15" hasCustomPrompt="1"/>
          </p:nvPr>
        </p:nvSpPr>
        <p:spPr>
          <a:xfrm>
            <a:off x="1176558"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5" name="Straight Connector 14">
            <a:extLst>
              <a:ext uri="{FF2B5EF4-FFF2-40B4-BE49-F238E27FC236}">
                <a16:creationId xmlns:a16="http://schemas.microsoft.com/office/drawing/2014/main" id="{BCEDF675-8A34-4183-9100-9743BB5854C2}"/>
              </a:ext>
              <a:ext uri="{C183D7F6-B498-43B3-948B-1728B52AA6E4}">
                <adec:decorative xmlns:adec="http://schemas.microsoft.com/office/drawing/2017/decorative" val="1"/>
              </a:ext>
            </a:extLst>
          </p:cNvPr>
          <p:cNvCxnSpPr>
            <a:cxnSpLocks/>
          </p:cNvCxnSpPr>
          <p:nvPr userDrawn="1"/>
        </p:nvCxnSpPr>
        <p:spPr>
          <a:xfrm>
            <a:off x="11765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6" name="Text Placeholder 4"/>
          <p:cNvSpPr>
            <a:spLocks noGrp="1"/>
          </p:cNvSpPr>
          <p:nvPr>
            <p:ph type="body" sz="quarter" idx="17" hasCustomPrompt="1"/>
          </p:nvPr>
        </p:nvSpPr>
        <p:spPr>
          <a:xfrm>
            <a:off x="1176558"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7" name="Straight Connector 16">
            <a:extLst>
              <a:ext uri="{FF2B5EF4-FFF2-40B4-BE49-F238E27FC236}">
                <a16:creationId xmlns:a16="http://schemas.microsoft.com/office/drawing/2014/main" id="{389062B4-E38A-48D0-9FC3-A198B27C2B9D}"/>
              </a:ext>
              <a:ext uri="{C183D7F6-B498-43B3-948B-1728B52AA6E4}">
                <adec:decorative xmlns:adec="http://schemas.microsoft.com/office/drawing/2017/decorative" val="1"/>
              </a:ext>
            </a:extLst>
          </p:cNvPr>
          <p:cNvCxnSpPr>
            <a:cxnSpLocks/>
          </p:cNvCxnSpPr>
          <p:nvPr userDrawn="1"/>
        </p:nvCxnSpPr>
        <p:spPr>
          <a:xfrm>
            <a:off x="11765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18" name="Text Placeholder 4"/>
          <p:cNvSpPr>
            <a:spLocks noGrp="1"/>
          </p:cNvSpPr>
          <p:nvPr>
            <p:ph type="body" sz="quarter" idx="19" hasCustomPrompt="1"/>
          </p:nvPr>
        </p:nvSpPr>
        <p:spPr>
          <a:xfrm>
            <a:off x="1176558"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19" name="Straight Connector 18">
            <a:extLst>
              <a:ext uri="{FF2B5EF4-FFF2-40B4-BE49-F238E27FC236}">
                <a16:creationId xmlns:a16="http://schemas.microsoft.com/office/drawing/2014/main" id="{0FBA8527-2F9F-46AE-A168-2E369F0A4E4C}"/>
              </a:ext>
              <a:ext uri="{C183D7F6-B498-43B3-948B-1728B52AA6E4}">
                <adec:decorative xmlns:adec="http://schemas.microsoft.com/office/drawing/2017/decorative" val="1"/>
              </a:ext>
            </a:extLst>
          </p:cNvPr>
          <p:cNvCxnSpPr>
            <a:cxnSpLocks/>
          </p:cNvCxnSpPr>
          <p:nvPr userDrawn="1"/>
        </p:nvCxnSpPr>
        <p:spPr>
          <a:xfrm>
            <a:off x="11765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20" name="Text Placeholder 4"/>
          <p:cNvSpPr>
            <a:spLocks noGrp="1"/>
          </p:cNvSpPr>
          <p:nvPr>
            <p:ph type="body" sz="quarter" idx="21" hasCustomPrompt="1"/>
          </p:nvPr>
        </p:nvSpPr>
        <p:spPr>
          <a:xfrm>
            <a:off x="1176558"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
        <p:nvSpPr>
          <p:cNvPr id="29" name="Text Placeholder 4">
            <a:extLst>
              <a:ext uri="{FF2B5EF4-FFF2-40B4-BE49-F238E27FC236}">
                <a16:creationId xmlns:a16="http://schemas.microsoft.com/office/drawing/2014/main" id="{54CEFA1A-4B05-414F-9E00-66A809EDEFE4}"/>
              </a:ext>
            </a:extLst>
          </p:cNvPr>
          <p:cNvSpPr>
            <a:spLocks noGrp="1"/>
          </p:cNvSpPr>
          <p:nvPr>
            <p:ph type="body" sz="quarter" idx="31" hasCustomPrompt="1"/>
          </p:nvPr>
        </p:nvSpPr>
        <p:spPr>
          <a:xfrm>
            <a:off x="5534956" y="109267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1" name="Straight Connector 20">
            <a:extLst>
              <a:ext uri="{FF2B5EF4-FFF2-40B4-BE49-F238E27FC236}">
                <a16:creationId xmlns:a16="http://schemas.microsoft.com/office/drawing/2014/main" id="{8B458FFC-8336-43D5-A0E5-A4CEF85D5F6D}"/>
              </a:ext>
              <a:ext uri="{C183D7F6-B498-43B3-948B-1728B52AA6E4}">
                <adec:decorative xmlns:adec="http://schemas.microsoft.com/office/drawing/2017/decorative" val="1"/>
              </a:ext>
            </a:extLst>
          </p:cNvPr>
          <p:cNvCxnSpPr>
            <a:cxnSpLocks/>
          </p:cNvCxnSpPr>
          <p:nvPr userDrawn="1"/>
        </p:nvCxnSpPr>
        <p:spPr>
          <a:xfrm>
            <a:off x="5534959" y="1809718"/>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0" name="Text Placeholder 4">
            <a:extLst>
              <a:ext uri="{FF2B5EF4-FFF2-40B4-BE49-F238E27FC236}">
                <a16:creationId xmlns:a16="http://schemas.microsoft.com/office/drawing/2014/main" id="{02C874C0-C1A3-4ED0-BF17-8BE11B4FE347}"/>
              </a:ext>
            </a:extLst>
          </p:cNvPr>
          <p:cNvSpPr>
            <a:spLocks noGrp="1"/>
          </p:cNvSpPr>
          <p:nvPr>
            <p:ph type="body" sz="quarter" idx="32" hasCustomPrompt="1"/>
          </p:nvPr>
        </p:nvSpPr>
        <p:spPr>
          <a:xfrm>
            <a:off x="5534956" y="1854132"/>
            <a:ext cx="3295062" cy="672414"/>
          </a:xfrm>
        </p:spPr>
        <p:txBody>
          <a:bodyPr wrap="square" lIns="0" tIns="0" rIns="0" bIns="0" anchor="ctr">
            <a:noAutofit/>
          </a:bodyPr>
          <a:lstStyle>
            <a:lvl1pPr marL="0" indent="0">
              <a:lnSpc>
                <a:spcPts val="1298"/>
              </a:lnSpc>
              <a:spcBef>
                <a:spcPts val="649"/>
              </a:spcBef>
              <a:buNone/>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2" name="Straight Connector 21">
            <a:extLst>
              <a:ext uri="{FF2B5EF4-FFF2-40B4-BE49-F238E27FC236}">
                <a16:creationId xmlns:a16="http://schemas.microsoft.com/office/drawing/2014/main" id="{A8128678-7D34-47E0-BE94-ECE7CD383DD9}"/>
              </a:ext>
              <a:ext uri="{C183D7F6-B498-43B3-948B-1728B52AA6E4}">
                <adec:decorative xmlns:adec="http://schemas.microsoft.com/office/drawing/2017/decorative" val="1"/>
              </a:ext>
            </a:extLst>
          </p:cNvPr>
          <p:cNvCxnSpPr>
            <a:cxnSpLocks/>
          </p:cNvCxnSpPr>
          <p:nvPr userDrawn="1"/>
        </p:nvCxnSpPr>
        <p:spPr>
          <a:xfrm>
            <a:off x="5534959" y="2571069"/>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1" name="Text Placeholder 4">
            <a:extLst>
              <a:ext uri="{FF2B5EF4-FFF2-40B4-BE49-F238E27FC236}">
                <a16:creationId xmlns:a16="http://schemas.microsoft.com/office/drawing/2014/main" id="{701E062B-EA26-4EF1-AF73-1C12084A43D1}"/>
              </a:ext>
            </a:extLst>
          </p:cNvPr>
          <p:cNvSpPr>
            <a:spLocks noGrp="1"/>
          </p:cNvSpPr>
          <p:nvPr>
            <p:ph type="body" sz="quarter" idx="33" hasCustomPrompt="1"/>
          </p:nvPr>
        </p:nvSpPr>
        <p:spPr>
          <a:xfrm>
            <a:off x="5534956" y="261559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3" name="Straight Connector 22">
            <a:extLst>
              <a:ext uri="{FF2B5EF4-FFF2-40B4-BE49-F238E27FC236}">
                <a16:creationId xmlns:a16="http://schemas.microsoft.com/office/drawing/2014/main" id="{70E98085-E858-4C10-983A-14182332938A}"/>
              </a:ext>
              <a:ext uri="{C183D7F6-B498-43B3-948B-1728B52AA6E4}">
                <adec:decorative xmlns:adec="http://schemas.microsoft.com/office/drawing/2017/decorative" val="1"/>
              </a:ext>
            </a:extLst>
          </p:cNvPr>
          <p:cNvCxnSpPr>
            <a:cxnSpLocks/>
          </p:cNvCxnSpPr>
          <p:nvPr userDrawn="1"/>
        </p:nvCxnSpPr>
        <p:spPr>
          <a:xfrm>
            <a:off x="5534959" y="3332422"/>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2" name="Text Placeholder 4">
            <a:extLst>
              <a:ext uri="{FF2B5EF4-FFF2-40B4-BE49-F238E27FC236}">
                <a16:creationId xmlns:a16="http://schemas.microsoft.com/office/drawing/2014/main" id="{234777AC-02E0-4220-86CD-507697625215}"/>
              </a:ext>
            </a:extLst>
          </p:cNvPr>
          <p:cNvSpPr>
            <a:spLocks noGrp="1"/>
          </p:cNvSpPr>
          <p:nvPr>
            <p:ph type="body" sz="quarter" idx="34" hasCustomPrompt="1"/>
          </p:nvPr>
        </p:nvSpPr>
        <p:spPr>
          <a:xfrm>
            <a:off x="5534956" y="3377053"/>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cxnSp>
        <p:nvCxnSpPr>
          <p:cNvPr id="24" name="Straight Connector 23">
            <a:extLst>
              <a:ext uri="{FF2B5EF4-FFF2-40B4-BE49-F238E27FC236}">
                <a16:creationId xmlns:a16="http://schemas.microsoft.com/office/drawing/2014/main" id="{683B0E2A-4AAD-468F-8AFA-306B72CCD47E}"/>
              </a:ext>
              <a:ext uri="{C183D7F6-B498-43B3-948B-1728B52AA6E4}">
                <adec:decorative xmlns:adec="http://schemas.microsoft.com/office/drawing/2017/decorative" val="1"/>
              </a:ext>
            </a:extLst>
          </p:cNvPr>
          <p:cNvCxnSpPr>
            <a:cxnSpLocks/>
          </p:cNvCxnSpPr>
          <p:nvPr userDrawn="1"/>
        </p:nvCxnSpPr>
        <p:spPr>
          <a:xfrm>
            <a:off x="5534959" y="4093775"/>
            <a:ext cx="3305567"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33" name="Text Placeholder 4">
            <a:extLst>
              <a:ext uri="{FF2B5EF4-FFF2-40B4-BE49-F238E27FC236}">
                <a16:creationId xmlns:a16="http://schemas.microsoft.com/office/drawing/2014/main" id="{74535A38-66F8-4A7C-9C33-D0D74D7212FB}"/>
              </a:ext>
            </a:extLst>
          </p:cNvPr>
          <p:cNvSpPr>
            <a:spLocks noGrp="1"/>
          </p:cNvSpPr>
          <p:nvPr>
            <p:ph type="body" sz="quarter" idx="35" hasCustomPrompt="1"/>
          </p:nvPr>
        </p:nvSpPr>
        <p:spPr>
          <a:xfrm>
            <a:off x="5534956" y="4138512"/>
            <a:ext cx="3295062" cy="672414"/>
          </a:xfrm>
        </p:spPr>
        <p:txBody>
          <a:bodyPr wrap="square" lIns="0" tIns="0" rIns="0" bIns="0" anchor="ctr">
            <a:noAutofit/>
          </a:bodyPr>
          <a:lstStyle>
            <a:lvl1pPr marL="0" marR="0" indent="0" algn="l" defTabSz="672425" rtl="0" eaLnBrk="1" fontAlgn="auto" latinLnBrk="0" hangingPunct="1">
              <a:lnSpc>
                <a:spcPts val="1298"/>
              </a:lnSpc>
              <a:spcBef>
                <a:spcPts val="649"/>
              </a:spcBef>
              <a:spcAft>
                <a:spcPts val="0"/>
              </a:spcAft>
              <a:buClrTx/>
              <a:buSzPct val="90000"/>
              <a:buFont typeface="Wingdings" panose="05000000000000000000" pitchFamily="2" charset="2"/>
              <a:buNone/>
              <a:tabLst/>
              <a:defRPr lang="en-US" sz="1153" b="0" kern="1200" spc="0" baseline="0" dirty="0">
                <a:solidFill>
                  <a:schemeClr val="tx1"/>
                </a:solidFill>
                <a:latin typeface="+mn-lt"/>
                <a:ea typeface="+mn-ea"/>
                <a:cs typeface="+mn-cs"/>
              </a:defRPr>
            </a:lvl1pPr>
            <a:lvl2pPr marL="0" marR="0" indent="0" algn="l" defTabSz="672425" rtl="0" eaLnBrk="1" fontAlgn="auto" latinLnBrk="0" hangingPunct="1">
              <a:lnSpc>
                <a:spcPct val="100000"/>
              </a:lnSpc>
              <a:spcBef>
                <a:spcPts val="441"/>
              </a:spcBef>
              <a:spcAft>
                <a:spcPts val="0"/>
              </a:spcAft>
              <a:buClrTx/>
              <a:buSzPct val="90000"/>
              <a:buFont typeface="Arial" panose="020B0604020202020204" pitchFamily="34" charset="0"/>
              <a:buNone/>
              <a:tabLst/>
              <a:defRPr sz="1177" b="0">
                <a:solidFill>
                  <a:schemeClr val="tx1"/>
                </a:solidFill>
              </a:defRPr>
            </a:lvl2pPr>
            <a:lvl3pPr marL="329601" indent="0">
              <a:buNone/>
              <a:defRPr/>
            </a:lvl3pPr>
            <a:lvl4pPr marL="494402" indent="0">
              <a:buNone/>
              <a:defRPr/>
            </a:lvl4pPr>
            <a:lvl5pPr marL="659202" indent="0">
              <a:buNone/>
              <a:defRPr/>
            </a:lvl5pPr>
          </a:lstStyle>
          <a:p>
            <a:pPr marL="0" marR="0" lvl="1" indent="0" algn="l" defTabSz="672425" rtl="0" eaLnBrk="1" fontAlgn="auto" latinLnBrk="0" hangingPunct="1">
              <a:lnSpc>
                <a:spcPct val="100000"/>
              </a:lnSpc>
              <a:spcBef>
                <a:spcPts val="288"/>
              </a:spcBef>
              <a:spcAft>
                <a:spcPts val="432"/>
              </a:spcAft>
              <a:buClrTx/>
              <a:buSzPct val="90000"/>
              <a:buFont typeface="Arial" panose="020B0604020202020204" pitchFamily="34" charset="0"/>
              <a:buNone/>
              <a:tabLst/>
            </a:pPr>
            <a:r>
              <a:rPr lang="en-US"/>
              <a:t>Body copy Segoe UI Regular 14/18. The quick brown fox jumps over the lazy dog. </a:t>
            </a:r>
          </a:p>
        </p:txBody>
      </p:sp>
    </p:spTree>
    <p:extLst>
      <p:ext uri="{BB962C8B-B14F-4D97-AF65-F5344CB8AC3E}">
        <p14:creationId xmlns:p14="http://schemas.microsoft.com/office/powerpoint/2010/main" val="798784594"/>
      </p:ext>
    </p:extLst>
  </p:cSld>
  <p:clrMapOvr>
    <a:masterClrMapping/>
  </p:clrMapOvr>
  <p:transition>
    <p:fade/>
  </p:transition>
</p:sldLayout>
</file>

<file path=ppt/slideLayouts/slideLayout142.xml><?xml version="1.0" encoding="utf-8"?>
<p:sldLayout xmlns:a="http://schemas.openxmlformats.org/drawingml/2006/main" xmlns:r="http://schemas.openxmlformats.org/officeDocument/2006/relationships" xmlns:p="http://schemas.openxmlformats.org/presentationml/2006/main" preserve="1" userDrawn="1">
  <p:cSld name="Two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3" y="1092992"/>
            <a:ext cx="4184200"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2" y="19711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4672014" y="1971147"/>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4646919" y="1092992"/>
            <a:ext cx="4179601"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2" y="2748347"/>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4672014" y="2748348"/>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2" y="3525549"/>
            <a:ext cx="4171637"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4672014" y="3525549"/>
            <a:ext cx="4154506"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2" y="26495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2" y="3426725"/>
            <a:ext cx="418419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4672012" y="26495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4672012" y="3426725"/>
            <a:ext cx="4153991"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3424587763"/>
      </p:ext>
    </p:extLst>
  </p:cSld>
  <p:clrMapOvr>
    <a:masterClrMapping/>
  </p:clrMapOvr>
  <p:transition>
    <p:fade/>
  </p:transition>
</p:sldLayout>
</file>

<file path=ppt/slideLayouts/slideLayout143.xml><?xml version="1.0" encoding="utf-8"?>
<p:sldLayout xmlns:a="http://schemas.openxmlformats.org/drawingml/2006/main" xmlns:r="http://schemas.openxmlformats.org/officeDocument/2006/relationships" xmlns:p="http://schemas.openxmlformats.org/presentationml/2006/main" preserve="1" userDrawn="1">
  <p:cSld name="three columns layout">
    <p:spTree>
      <p:nvGrpSpPr>
        <p:cNvPr id="1" name=""/>
        <p:cNvGrpSpPr/>
        <p:nvPr/>
      </p:nvGrpSpPr>
      <p:grpSpPr>
        <a:xfrm>
          <a:off x="0" y="0"/>
          <a:ext cx="0" cy="0"/>
          <a:chOff x="0" y="0"/>
          <a:chExt cx="0" cy="0"/>
        </a:xfrm>
      </p:grpSpPr>
      <p:sp>
        <p:nvSpPr>
          <p:cNvPr id="4" name="Text Placeholder 3">
            <a:extLst>
              <a:ext uri="{FF2B5EF4-FFF2-40B4-BE49-F238E27FC236}">
                <a16:creationId xmlns:a16="http://schemas.microsoft.com/office/drawing/2014/main" id="{BDBB6B82-41EF-4F96-AC4D-4B6DF0A1F54E}"/>
              </a:ext>
            </a:extLst>
          </p:cNvPr>
          <p:cNvSpPr>
            <a:spLocks noGrp="1"/>
          </p:cNvSpPr>
          <p:nvPr>
            <p:ph type="body" sz="quarter" idx="24" hasCustomPrompt="1"/>
          </p:nvPr>
        </p:nvSpPr>
        <p:spPr>
          <a:xfrm>
            <a:off x="313982"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9" name="Text Placeholder 4"/>
          <p:cNvSpPr>
            <a:spLocks noGrp="1"/>
          </p:cNvSpPr>
          <p:nvPr>
            <p:ph type="body" sz="quarter" idx="12" hasCustomPrompt="1"/>
          </p:nvPr>
        </p:nvSpPr>
        <p:spPr>
          <a:xfrm>
            <a:off x="313983" y="19711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5" name="Text Placeholder 3">
            <a:extLst>
              <a:ext uri="{FF2B5EF4-FFF2-40B4-BE49-F238E27FC236}">
                <a16:creationId xmlns:a16="http://schemas.microsoft.com/office/drawing/2014/main" id="{D4EEFC93-5F54-47F0-9569-BECC76A76C96}"/>
              </a:ext>
            </a:extLst>
          </p:cNvPr>
          <p:cNvSpPr>
            <a:spLocks noGrp="1"/>
          </p:cNvSpPr>
          <p:nvPr>
            <p:ph type="body" sz="quarter" idx="25" hasCustomPrompt="1"/>
          </p:nvPr>
        </p:nvSpPr>
        <p:spPr>
          <a:xfrm>
            <a:off x="3227364"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7" name="Text Placeholder 4"/>
          <p:cNvSpPr>
            <a:spLocks noGrp="1"/>
          </p:cNvSpPr>
          <p:nvPr>
            <p:ph type="body" sz="quarter" idx="18" hasCustomPrompt="1"/>
          </p:nvPr>
        </p:nvSpPr>
        <p:spPr>
          <a:xfrm>
            <a:off x="3227365"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4" name="Text Placeholder 4">
            <a:extLst>
              <a:ext uri="{FF2B5EF4-FFF2-40B4-BE49-F238E27FC236}">
                <a16:creationId xmlns:a16="http://schemas.microsoft.com/office/drawing/2014/main" id="{37057046-E219-41F6-8045-1E763292CBB4}"/>
              </a:ext>
            </a:extLst>
          </p:cNvPr>
          <p:cNvSpPr>
            <a:spLocks noGrp="1"/>
          </p:cNvSpPr>
          <p:nvPr>
            <p:ph type="body" sz="quarter" idx="27" hasCustomPrompt="1"/>
          </p:nvPr>
        </p:nvSpPr>
        <p:spPr>
          <a:xfrm>
            <a:off x="6120904" y="1971147"/>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23" name="Text Placeholder 3">
            <a:extLst>
              <a:ext uri="{FF2B5EF4-FFF2-40B4-BE49-F238E27FC236}">
                <a16:creationId xmlns:a16="http://schemas.microsoft.com/office/drawing/2014/main" id="{5EDACCCB-301A-4273-9EA6-AD055BB5B0AF}"/>
              </a:ext>
            </a:extLst>
          </p:cNvPr>
          <p:cNvSpPr>
            <a:spLocks noGrp="1"/>
          </p:cNvSpPr>
          <p:nvPr>
            <p:ph type="body" sz="quarter" idx="26" hasCustomPrompt="1"/>
          </p:nvPr>
        </p:nvSpPr>
        <p:spPr>
          <a:xfrm>
            <a:off x="6104560" y="1092992"/>
            <a:ext cx="2721959" cy="785701"/>
          </a:xfrm>
          <a:prstGeom prst="rect">
            <a:avLst/>
          </a:prstGeom>
          <a:solidFill>
            <a:srgbClr val="243A5E"/>
          </a:solidFill>
        </p:spPr>
        <p:txBody>
          <a:bodyPr lIns="91440" tIns="91440" rIns="91440" anchor="ctr">
            <a:noAutofit/>
          </a:bodyPr>
          <a:lstStyle>
            <a:lvl1pPr>
              <a:lnSpc>
                <a:spcPct val="100000"/>
              </a:lnSpc>
              <a:defRPr lang="en-US" sz="1471" b="1" kern="1200" spc="0" dirty="0" smtClean="0">
                <a:solidFill>
                  <a:schemeClr val="bg1"/>
                </a:solidFill>
                <a:latin typeface="+mj-lt"/>
                <a:ea typeface="+mn-ea"/>
                <a:cs typeface="+mn-cs"/>
              </a:defRPr>
            </a:lvl1pPr>
          </a:lstStyle>
          <a:p>
            <a:pPr lvl="0"/>
            <a:r>
              <a:rPr lang="en-US"/>
              <a:t>Caption title Segoe UI </a:t>
            </a:r>
            <a:r>
              <a:rPr lang="en-US" err="1"/>
              <a:t>Semibold</a:t>
            </a:r>
            <a:endParaRPr lang="en-US"/>
          </a:p>
        </p:txBody>
      </p:sp>
      <p:sp>
        <p:nvSpPr>
          <p:cNvPr id="12" name="Text Placeholder 4">
            <a:extLst>
              <a:ext uri="{FF2B5EF4-FFF2-40B4-BE49-F238E27FC236}">
                <a16:creationId xmlns:a16="http://schemas.microsoft.com/office/drawing/2014/main" id="{FD17C8B0-B5AE-49A5-9196-6DDFF3C810CA}"/>
              </a:ext>
            </a:extLst>
          </p:cNvPr>
          <p:cNvSpPr>
            <a:spLocks noGrp="1"/>
          </p:cNvSpPr>
          <p:nvPr>
            <p:ph type="body" sz="quarter" idx="28" hasCustomPrompt="1"/>
          </p:nvPr>
        </p:nvSpPr>
        <p:spPr>
          <a:xfrm>
            <a:off x="313983" y="2748347"/>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3" name="Text Placeholder 4">
            <a:extLst>
              <a:ext uri="{FF2B5EF4-FFF2-40B4-BE49-F238E27FC236}">
                <a16:creationId xmlns:a16="http://schemas.microsoft.com/office/drawing/2014/main" id="{79BC4586-7FC3-4659-9310-CCDD1B8FB8A1}"/>
              </a:ext>
            </a:extLst>
          </p:cNvPr>
          <p:cNvSpPr>
            <a:spLocks noGrp="1"/>
          </p:cNvSpPr>
          <p:nvPr>
            <p:ph type="body" sz="quarter" idx="29" hasCustomPrompt="1"/>
          </p:nvPr>
        </p:nvSpPr>
        <p:spPr>
          <a:xfrm>
            <a:off x="3227365"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4" name="Text Placeholder 4">
            <a:extLst>
              <a:ext uri="{FF2B5EF4-FFF2-40B4-BE49-F238E27FC236}">
                <a16:creationId xmlns:a16="http://schemas.microsoft.com/office/drawing/2014/main" id="{29F550BE-2661-407F-B7A1-6D20E10A3A2E}"/>
              </a:ext>
            </a:extLst>
          </p:cNvPr>
          <p:cNvSpPr>
            <a:spLocks noGrp="1"/>
          </p:cNvSpPr>
          <p:nvPr>
            <p:ph type="body" sz="quarter" idx="30" hasCustomPrompt="1"/>
          </p:nvPr>
        </p:nvSpPr>
        <p:spPr>
          <a:xfrm>
            <a:off x="6120904" y="2748348"/>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6" name="Text Placeholder 4">
            <a:extLst>
              <a:ext uri="{FF2B5EF4-FFF2-40B4-BE49-F238E27FC236}">
                <a16:creationId xmlns:a16="http://schemas.microsoft.com/office/drawing/2014/main" id="{954D3929-4A01-4CC3-8662-E5CD102A3709}"/>
              </a:ext>
            </a:extLst>
          </p:cNvPr>
          <p:cNvSpPr>
            <a:spLocks noGrp="1"/>
          </p:cNvSpPr>
          <p:nvPr>
            <p:ph type="body" sz="quarter" idx="31" hasCustomPrompt="1"/>
          </p:nvPr>
        </p:nvSpPr>
        <p:spPr>
          <a:xfrm>
            <a:off x="313983" y="3525549"/>
            <a:ext cx="2713786" cy="579557"/>
          </a:xfrm>
          <a:prstGeom prst="rect">
            <a:avLst/>
          </a:prstGeom>
        </p:spPr>
        <p:txBody>
          <a:bodyPr lIns="0" tIns="0" rIns="0" bIns="0" anchor="ctr">
            <a:noAutofit/>
          </a:bodyPr>
          <a:lstStyle>
            <a:lvl1pPr marL="0" indent="0">
              <a:lnSpc>
                <a:spcPct val="100000"/>
              </a:lnSpc>
              <a:spcBef>
                <a:spcPts val="649"/>
              </a:spcBef>
              <a:buFont typeface="Arial" panose="020B0604020202020204" pitchFamily="34" charset="0"/>
              <a:buNone/>
              <a:defRPr sz="1030" b="0" i="0" spc="0">
                <a:solidFill>
                  <a:srgbClr val="000000"/>
                </a:solidFill>
                <a:latin typeface="+mn-lt"/>
              </a:defRPr>
            </a:lvl1pPr>
            <a:lvl2pPr marL="0" marR="0" indent="0" algn="l" defTabSz="672425" rtl="0" eaLnBrk="1" fontAlgn="auto" latinLnBrk="0" hangingPunct="1">
              <a:lnSpc>
                <a:spcPts val="865"/>
              </a:lnSpc>
              <a:spcBef>
                <a:spcPts val="324"/>
              </a:spcBef>
              <a:spcAft>
                <a:spcPts val="0"/>
              </a:spcAft>
              <a:buClrTx/>
              <a:buSzPct val="90000"/>
              <a:buFont typeface="Arial" panose="020B0604020202020204" pitchFamily="34" charset="0"/>
              <a:buNone/>
              <a:tabLst/>
              <a:defRPr sz="721">
                <a:solidFill>
                  <a:schemeClr val="tx1"/>
                </a:solidFill>
              </a:defRPr>
            </a:lvl2pPr>
            <a:lvl3pPr marL="329601" indent="0">
              <a:buNone/>
              <a:defRPr/>
            </a:lvl3pPr>
            <a:lvl4pPr marL="494402" indent="0">
              <a:buNone/>
              <a:defRPr/>
            </a:lvl4pPr>
            <a:lvl5pPr marL="659202" indent="0">
              <a:buNone/>
              <a:defRPr/>
            </a:lvl5pPr>
          </a:lstStyle>
          <a:p>
            <a:pPr lvl="0"/>
            <a:r>
              <a:rPr lang="en-US"/>
              <a:t>Caption body copy Segoe UI Regular 12/14. The quick brown fox jumps over the lazy dog.</a:t>
            </a:r>
          </a:p>
        </p:txBody>
      </p:sp>
      <p:sp>
        <p:nvSpPr>
          <p:cNvPr id="18" name="Text Placeholder 4">
            <a:extLst>
              <a:ext uri="{FF2B5EF4-FFF2-40B4-BE49-F238E27FC236}">
                <a16:creationId xmlns:a16="http://schemas.microsoft.com/office/drawing/2014/main" id="{284BF132-1328-44E8-A629-D64096388C74}"/>
              </a:ext>
            </a:extLst>
          </p:cNvPr>
          <p:cNvSpPr>
            <a:spLocks noGrp="1"/>
          </p:cNvSpPr>
          <p:nvPr>
            <p:ph type="body" sz="quarter" idx="32" hasCustomPrompt="1"/>
          </p:nvPr>
        </p:nvSpPr>
        <p:spPr>
          <a:xfrm>
            <a:off x="3227365"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sp>
        <p:nvSpPr>
          <p:cNvPr id="19" name="Text Placeholder 4">
            <a:extLst>
              <a:ext uri="{FF2B5EF4-FFF2-40B4-BE49-F238E27FC236}">
                <a16:creationId xmlns:a16="http://schemas.microsoft.com/office/drawing/2014/main" id="{B24376E6-F329-4374-B56D-DEE4D5D40209}"/>
              </a:ext>
            </a:extLst>
          </p:cNvPr>
          <p:cNvSpPr>
            <a:spLocks noGrp="1"/>
          </p:cNvSpPr>
          <p:nvPr>
            <p:ph type="body" sz="quarter" idx="33" hasCustomPrompt="1"/>
          </p:nvPr>
        </p:nvSpPr>
        <p:spPr>
          <a:xfrm>
            <a:off x="6120904" y="3525549"/>
            <a:ext cx="2705615" cy="579557"/>
          </a:xfrm>
          <a:prstGeom prst="rect">
            <a:avLst/>
          </a:prstGeom>
        </p:spPr>
        <p:txBody>
          <a:bodyPr vert="horz" wrap="square" lIns="0" tIns="0" rIns="0" bIns="0" rtlCol="0" anchor="ctr">
            <a:noAutofit/>
          </a:bodyPr>
          <a:lstStyle>
            <a:lvl1pPr>
              <a:lnSpc>
                <a:spcPct val="100000"/>
              </a:lnSpc>
              <a:tabLst/>
              <a:defRPr lang="en-US" sz="1030" b="0" i="0" spc="0" dirty="0" smtClean="0">
                <a:solidFill>
                  <a:srgbClr val="000000"/>
                </a:solidFill>
                <a:latin typeface="+mn-lt"/>
              </a:defRPr>
            </a:lvl1pPr>
          </a:lstStyle>
          <a:p>
            <a:pPr lvl="0"/>
            <a:r>
              <a:rPr lang="en-US"/>
              <a:t>Caption body copy Segoe UI Regular 12/14. The quick brown fox jumps over the lazy dog.</a:t>
            </a:r>
          </a:p>
        </p:txBody>
      </p:sp>
      <p:cxnSp>
        <p:nvCxnSpPr>
          <p:cNvPr id="22" name="Straight Connector 21">
            <a:extLst>
              <a:ext uri="{FF2B5EF4-FFF2-40B4-BE49-F238E27FC236}">
                <a16:creationId xmlns:a16="http://schemas.microsoft.com/office/drawing/2014/main" id="{B1D12B33-C140-4AED-9479-89A1E21BD571}"/>
              </a:ext>
              <a:ext uri="{C183D7F6-B498-43B3-948B-1728B52AA6E4}">
                <adec:decorative xmlns:adec="http://schemas.microsoft.com/office/drawing/2017/decorative" val="1"/>
              </a:ext>
            </a:extLst>
          </p:cNvPr>
          <p:cNvCxnSpPr>
            <a:cxnSpLocks/>
          </p:cNvCxnSpPr>
          <p:nvPr userDrawn="1"/>
        </p:nvCxnSpPr>
        <p:spPr>
          <a:xfrm>
            <a:off x="313984" y="26495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5" name="Straight Connector 24">
            <a:extLst>
              <a:ext uri="{FF2B5EF4-FFF2-40B4-BE49-F238E27FC236}">
                <a16:creationId xmlns:a16="http://schemas.microsoft.com/office/drawing/2014/main" id="{508F18CC-5BC5-4383-99A0-673FC34E152C}"/>
              </a:ext>
              <a:ext uri="{C183D7F6-B498-43B3-948B-1728B52AA6E4}">
                <adec:decorative xmlns:adec="http://schemas.microsoft.com/office/drawing/2017/decorative" val="1"/>
              </a:ext>
            </a:extLst>
          </p:cNvPr>
          <p:cNvCxnSpPr>
            <a:cxnSpLocks/>
          </p:cNvCxnSpPr>
          <p:nvPr userDrawn="1"/>
        </p:nvCxnSpPr>
        <p:spPr>
          <a:xfrm>
            <a:off x="313984" y="3426725"/>
            <a:ext cx="2725169"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6" name="Straight Connector 25">
            <a:extLst>
              <a:ext uri="{FF2B5EF4-FFF2-40B4-BE49-F238E27FC236}">
                <a16:creationId xmlns:a16="http://schemas.microsoft.com/office/drawing/2014/main" id="{6BF3C7B5-A8EA-4ECD-A968-2546248701F3}"/>
              </a:ext>
              <a:ext uri="{C183D7F6-B498-43B3-948B-1728B52AA6E4}">
                <adec:decorative xmlns:adec="http://schemas.microsoft.com/office/drawing/2017/decorative" val="1"/>
              </a:ext>
            </a:extLst>
          </p:cNvPr>
          <p:cNvCxnSpPr>
            <a:cxnSpLocks/>
          </p:cNvCxnSpPr>
          <p:nvPr userDrawn="1"/>
        </p:nvCxnSpPr>
        <p:spPr>
          <a:xfrm>
            <a:off x="3227785"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27" name="Straight Connector 26">
            <a:extLst>
              <a:ext uri="{FF2B5EF4-FFF2-40B4-BE49-F238E27FC236}">
                <a16:creationId xmlns:a16="http://schemas.microsoft.com/office/drawing/2014/main" id="{C14FEAA1-EB50-4B84-96EB-E171DE39A0A8}"/>
              </a:ext>
              <a:ext uri="{C183D7F6-B498-43B3-948B-1728B52AA6E4}">
                <adec:decorative xmlns:adec="http://schemas.microsoft.com/office/drawing/2017/decorative" val="1"/>
              </a:ext>
            </a:extLst>
          </p:cNvPr>
          <p:cNvCxnSpPr>
            <a:cxnSpLocks/>
          </p:cNvCxnSpPr>
          <p:nvPr userDrawn="1"/>
        </p:nvCxnSpPr>
        <p:spPr>
          <a:xfrm>
            <a:off x="3227785"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
        <p:nvSpPr>
          <p:cNvPr id="6" name="Title 5">
            <a:extLst>
              <a:ext uri="{FF2B5EF4-FFF2-40B4-BE49-F238E27FC236}">
                <a16:creationId xmlns:a16="http://schemas.microsoft.com/office/drawing/2014/main" id="{D8706E9C-EDA2-4EE8-A4D5-886B6F42AFF8}"/>
              </a:ext>
            </a:extLst>
          </p:cNvPr>
          <p:cNvSpPr>
            <a:spLocks noGrp="1"/>
          </p:cNvSpPr>
          <p:nvPr userDrawn="1">
            <p:ph type="title"/>
          </p:nvPr>
        </p:nvSpPr>
        <p:spPr>
          <a:xfrm>
            <a:off x="313982" y="330371"/>
            <a:ext cx="8505951" cy="510147"/>
          </a:xfrm>
        </p:spPr>
        <p:txBody>
          <a:bodyPr/>
          <a:lstStyle/>
          <a:p>
            <a:r>
              <a:rPr lang="en-US"/>
              <a:t>Click to edit Master title style</a:t>
            </a:r>
          </a:p>
        </p:txBody>
      </p:sp>
      <p:cxnSp>
        <p:nvCxnSpPr>
          <p:cNvPr id="29" name="Straight Connector 28">
            <a:extLst>
              <a:ext uri="{FF2B5EF4-FFF2-40B4-BE49-F238E27FC236}">
                <a16:creationId xmlns:a16="http://schemas.microsoft.com/office/drawing/2014/main" id="{F2BE3BA0-8606-422D-8675-3046FD533FB2}"/>
              </a:ext>
              <a:ext uri="{C183D7F6-B498-43B3-948B-1728B52AA6E4}">
                <adec:decorative xmlns:adec="http://schemas.microsoft.com/office/drawing/2017/decorative" val="1"/>
              </a:ext>
            </a:extLst>
          </p:cNvPr>
          <p:cNvCxnSpPr>
            <a:cxnSpLocks/>
          </p:cNvCxnSpPr>
          <p:nvPr userDrawn="1"/>
        </p:nvCxnSpPr>
        <p:spPr>
          <a:xfrm>
            <a:off x="6120903" y="26495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cxnSp>
        <p:nvCxnSpPr>
          <p:cNvPr id="30" name="Straight Connector 29">
            <a:extLst>
              <a:ext uri="{FF2B5EF4-FFF2-40B4-BE49-F238E27FC236}">
                <a16:creationId xmlns:a16="http://schemas.microsoft.com/office/drawing/2014/main" id="{5A40603F-992B-4531-B3B1-5196D05EC3B4}"/>
              </a:ext>
              <a:ext uri="{C183D7F6-B498-43B3-948B-1728B52AA6E4}">
                <adec:decorative xmlns:adec="http://schemas.microsoft.com/office/drawing/2017/decorative" val="1"/>
              </a:ext>
            </a:extLst>
          </p:cNvPr>
          <p:cNvCxnSpPr>
            <a:cxnSpLocks/>
          </p:cNvCxnSpPr>
          <p:nvPr userDrawn="1"/>
        </p:nvCxnSpPr>
        <p:spPr>
          <a:xfrm>
            <a:off x="6120903" y="3426725"/>
            <a:ext cx="2705100" cy="0"/>
          </a:xfrm>
          <a:prstGeom prst="line">
            <a:avLst/>
          </a:prstGeom>
          <a:ln w="19050">
            <a:solidFill>
              <a:schemeClr val="bg1">
                <a:lumMod val="65000"/>
              </a:schemeClr>
            </a:solidFill>
            <a:prstDash val="dash"/>
            <a:headEnd type="none"/>
            <a:tailEnd type="none"/>
          </a:ln>
        </p:spPr>
        <p:style>
          <a:lnRef idx="1">
            <a:schemeClr val="accent1"/>
          </a:lnRef>
          <a:fillRef idx="0">
            <a:schemeClr val="accent1"/>
          </a:fillRef>
          <a:effectRef idx="0">
            <a:schemeClr val="accent1"/>
          </a:effectRef>
          <a:fontRef idx="minor">
            <a:schemeClr val="tx1"/>
          </a:fontRef>
        </p:style>
      </p:cxnSp>
    </p:spTree>
    <p:extLst>
      <p:ext uri="{BB962C8B-B14F-4D97-AF65-F5344CB8AC3E}">
        <p14:creationId xmlns:p14="http://schemas.microsoft.com/office/powerpoint/2010/main" val="2392542910"/>
      </p:ext>
    </p:extLst>
  </p:cSld>
  <p:clrMapOvr>
    <a:masterClrMapping/>
  </p:clrMapOvr>
  <p:transition>
    <p:fade/>
  </p:transition>
</p:sldLayout>
</file>

<file path=ppt/slideLayouts/slideLayout144.xml><?xml version="1.0" encoding="utf-8"?>
<p:sldLayout xmlns:a="http://schemas.openxmlformats.org/drawingml/2006/main" xmlns:r="http://schemas.openxmlformats.org/officeDocument/2006/relationships" xmlns:p="http://schemas.openxmlformats.org/presentationml/2006/main" preserve="1" userDrawn="1">
  <p:cSld name="Title with graphic">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1"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3277255"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6240529" y="1092993"/>
            <a:ext cx="2579405" cy="2579405"/>
          </a:xfrm>
          <a:prstGeom prst="ellipse">
            <a:avLst/>
          </a:prstGeom>
          <a:solidFill>
            <a:schemeClr val="bg1">
              <a:lumMod val="95000"/>
            </a:schemeClr>
          </a:solidFill>
        </p:spPr>
        <p:txBody>
          <a:bodyPr tIns="0" rIns="0" bIns="0" anchor="ctr">
            <a:noAutofit/>
          </a:bodyPr>
          <a:lstStyle>
            <a:lvl1pPr algn="ctr">
              <a:defRPr sz="2059"/>
            </a:lvl1pPr>
          </a:lstStyle>
          <a:p>
            <a:pPr lvl="0"/>
            <a:r>
              <a:rPr lang="en-US"/>
              <a:t>Click to edit Master text styles</a:t>
            </a:r>
          </a:p>
        </p:txBody>
      </p:sp>
    </p:spTree>
    <p:extLst>
      <p:ext uri="{BB962C8B-B14F-4D97-AF65-F5344CB8AC3E}">
        <p14:creationId xmlns:p14="http://schemas.microsoft.com/office/powerpoint/2010/main" val="763701254"/>
      </p:ext>
    </p:extLst>
  </p:cSld>
  <p:clrMapOvr>
    <a:masterClrMapping/>
  </p:clrMapOvr>
  <p:transition>
    <p:fade/>
  </p:transition>
</p:sldLayout>
</file>

<file path=ppt/slideLayouts/slideLayout145.xml><?xml version="1.0" encoding="utf-8"?>
<p:sldLayout xmlns:a="http://schemas.openxmlformats.org/drawingml/2006/main" xmlns:r="http://schemas.openxmlformats.org/officeDocument/2006/relationships" xmlns:p="http://schemas.openxmlformats.org/presentationml/2006/main" preserve="1" userDrawn="1">
  <p:cSld name="Title with graphic 2">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9B29445A-A014-4223-90E2-3D3353E0CE83}"/>
              </a:ext>
            </a:extLst>
          </p:cNvPr>
          <p:cNvSpPr>
            <a:spLocks noGrp="1"/>
          </p:cNvSpPr>
          <p:nvPr>
            <p:ph type="title" hasCustomPrompt="1"/>
          </p:nvPr>
        </p:nvSpPr>
        <p:spPr/>
        <p:txBody>
          <a:bodyPr/>
          <a:lstStyle>
            <a:lvl1pPr>
              <a:defRPr/>
            </a:lvl1pPr>
          </a:lstStyle>
          <a:p>
            <a:r>
              <a:rPr lang="en-US"/>
              <a:t>Heading Segoe UI </a:t>
            </a:r>
            <a:r>
              <a:rPr lang="en-US" err="1"/>
              <a:t>Semibold</a:t>
            </a:r>
            <a:r>
              <a:rPr lang="en-US"/>
              <a:t> 32</a:t>
            </a:r>
          </a:p>
        </p:txBody>
      </p:sp>
      <p:sp>
        <p:nvSpPr>
          <p:cNvPr id="4" name="Text Placeholder 3">
            <a:extLst>
              <a:ext uri="{FF2B5EF4-FFF2-40B4-BE49-F238E27FC236}">
                <a16:creationId xmlns:a16="http://schemas.microsoft.com/office/drawing/2014/main" id="{9D3A230D-0F65-4C2B-9A5E-08E997603E6C}"/>
              </a:ext>
            </a:extLst>
          </p:cNvPr>
          <p:cNvSpPr>
            <a:spLocks noGrp="1"/>
          </p:cNvSpPr>
          <p:nvPr>
            <p:ph type="body" sz="quarter" idx="10"/>
          </p:nvPr>
        </p:nvSpPr>
        <p:spPr>
          <a:xfrm>
            <a:off x="313982"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5" name="Text Placeholder 3">
            <a:extLst>
              <a:ext uri="{FF2B5EF4-FFF2-40B4-BE49-F238E27FC236}">
                <a16:creationId xmlns:a16="http://schemas.microsoft.com/office/drawing/2014/main" id="{50ABEE60-9F0D-48B2-AE29-DAEE6B65F773}"/>
              </a:ext>
            </a:extLst>
          </p:cNvPr>
          <p:cNvSpPr>
            <a:spLocks noGrp="1"/>
          </p:cNvSpPr>
          <p:nvPr>
            <p:ph type="body" sz="quarter" idx="11"/>
          </p:nvPr>
        </p:nvSpPr>
        <p:spPr>
          <a:xfrm>
            <a:off x="204196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6" name="Text Placeholder 3">
            <a:extLst>
              <a:ext uri="{FF2B5EF4-FFF2-40B4-BE49-F238E27FC236}">
                <a16:creationId xmlns:a16="http://schemas.microsoft.com/office/drawing/2014/main" id="{2892F116-907B-402B-8800-9219B7710190}"/>
              </a:ext>
            </a:extLst>
          </p:cNvPr>
          <p:cNvSpPr>
            <a:spLocks noGrp="1"/>
          </p:cNvSpPr>
          <p:nvPr>
            <p:ph type="body" sz="quarter" idx="12"/>
          </p:nvPr>
        </p:nvSpPr>
        <p:spPr>
          <a:xfrm>
            <a:off x="3769943"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7" name="Text Placeholder 3">
            <a:extLst>
              <a:ext uri="{FF2B5EF4-FFF2-40B4-BE49-F238E27FC236}">
                <a16:creationId xmlns:a16="http://schemas.microsoft.com/office/drawing/2014/main" id="{FFCA379A-FFA6-4179-AD94-3B9D20DBAA50}"/>
              </a:ext>
            </a:extLst>
          </p:cNvPr>
          <p:cNvSpPr>
            <a:spLocks noGrp="1"/>
          </p:cNvSpPr>
          <p:nvPr>
            <p:ph type="body" sz="quarter" idx="13"/>
          </p:nvPr>
        </p:nvSpPr>
        <p:spPr>
          <a:xfrm>
            <a:off x="5497924"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
        <p:nvSpPr>
          <p:cNvPr id="8" name="Text Placeholder 3">
            <a:extLst>
              <a:ext uri="{FF2B5EF4-FFF2-40B4-BE49-F238E27FC236}">
                <a16:creationId xmlns:a16="http://schemas.microsoft.com/office/drawing/2014/main" id="{86EE9769-6679-49C8-860D-5CACDB09DBD2}"/>
              </a:ext>
            </a:extLst>
          </p:cNvPr>
          <p:cNvSpPr>
            <a:spLocks noGrp="1"/>
          </p:cNvSpPr>
          <p:nvPr>
            <p:ph type="body" sz="quarter" idx="14"/>
          </p:nvPr>
        </p:nvSpPr>
        <p:spPr>
          <a:xfrm>
            <a:off x="7225906" y="1769694"/>
            <a:ext cx="1604112" cy="1604112"/>
          </a:xfrm>
          <a:prstGeom prst="ellipse">
            <a:avLst/>
          </a:prstGeom>
          <a:solidFill>
            <a:srgbClr val="243A5E"/>
          </a:solidFill>
        </p:spPr>
        <p:txBody>
          <a:bodyPr tIns="0" rIns="0" bIns="0" anchor="ctr">
            <a:noAutofit/>
          </a:bodyPr>
          <a:lstStyle>
            <a:lvl1pPr algn="ctr">
              <a:defRPr sz="1765">
                <a:solidFill>
                  <a:schemeClr val="bg1"/>
                </a:solidFill>
              </a:defRPr>
            </a:lvl1pPr>
          </a:lstStyle>
          <a:p>
            <a:pPr lvl="0"/>
            <a:r>
              <a:rPr lang="en-US"/>
              <a:t>Click to edit Master text styles</a:t>
            </a:r>
          </a:p>
        </p:txBody>
      </p:sp>
    </p:spTree>
    <p:extLst>
      <p:ext uri="{BB962C8B-B14F-4D97-AF65-F5344CB8AC3E}">
        <p14:creationId xmlns:p14="http://schemas.microsoft.com/office/powerpoint/2010/main" val="2346118323"/>
      </p:ext>
    </p:extLst>
  </p:cSld>
  <p:clrMapOvr>
    <a:masterClrMapping/>
  </p:clrMapOvr>
  <p:transition>
    <p:fade/>
  </p:transition>
</p:sldLayout>
</file>

<file path=ppt/slideLayouts/slideLayout146.xml><?xml version="1.0" encoding="utf-8"?>
<p:sldLayout xmlns:a="http://schemas.openxmlformats.org/drawingml/2006/main" xmlns:r="http://schemas.openxmlformats.org/officeDocument/2006/relationships" xmlns:p="http://schemas.openxmlformats.org/presentationml/2006/main" showMasterSp="0" preserve="1" userDrawn="1">
  <p:cSld name="Closing slide">
    <p:bg>
      <p:bgPr>
        <a:solidFill>
          <a:srgbClr val="243A5E"/>
        </a:solid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24594305"/>
      </p:ext>
    </p:extLst>
  </p:cSld>
  <p:clrMapOvr>
    <a:masterClrMapping/>
  </p:clrMapOvr>
  <p:transition>
    <p:fade/>
  </p:transition>
</p:sldLayout>
</file>

<file path=ppt/slideLayouts/slideLayout147.xml><?xml version="1.0" encoding="utf-8"?>
<p:sldLayout xmlns:a="http://schemas.openxmlformats.org/drawingml/2006/main" xmlns:r="http://schemas.openxmlformats.org/officeDocument/2006/relationships" xmlns:p="http://schemas.openxmlformats.org/presentationml/2006/main" showMasterSp="0" preserve="1" userDrawn="1">
  <p:cSld name="Section divider">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4" name="Title 1">
            <a:extLst>
              <a:ext uri="{FF2B5EF4-FFF2-40B4-BE49-F238E27FC236}">
                <a16:creationId xmlns:a16="http://schemas.microsoft.com/office/drawing/2014/main" id="{D1FDE817-4581-481C-9C54-D23C2F82ACA3}"/>
              </a:ext>
            </a:extLst>
          </p:cNvPr>
          <p:cNvSpPr>
            <a:spLocks noGrp="1"/>
          </p:cNvSpPr>
          <p:nvPr>
            <p:ph type="title" hasCustomPrompt="1"/>
          </p:nvPr>
        </p:nvSpPr>
        <p:spPr>
          <a:xfrm>
            <a:off x="438913" y="2392032"/>
            <a:ext cx="6669456" cy="359436"/>
          </a:xfrm>
          <a:noFill/>
        </p:spPr>
        <p:txBody>
          <a:bodyPr wrap="square" lIns="0" tIns="0" rIns="0" bIns="0" anchor="ctr" anchorCtr="0">
            <a:spAutoFit/>
          </a:bodyPr>
          <a:lstStyle>
            <a:lvl1pPr algn="l" defTabSz="685807" rtl="0" eaLnBrk="1" latinLnBrk="0" hangingPunct="1">
              <a:lnSpc>
                <a:spcPct val="90000"/>
              </a:lnSpc>
              <a:spcBef>
                <a:spcPct val="0"/>
              </a:spcBef>
              <a:buNone/>
              <a:defRPr lang="en-US" sz="2595" b="0" kern="1200" cap="none" spc="-37" baseline="0" dirty="0">
                <a:ln w="3175">
                  <a:noFill/>
                </a:ln>
                <a:solidFill>
                  <a:schemeClr val="bg1"/>
                </a:solidFill>
                <a:effectLst/>
                <a:latin typeface="+mj-lt"/>
                <a:ea typeface="+mn-ea"/>
                <a:cs typeface="Segoe UI" pitchFamily="34" charset="0"/>
              </a:defRPr>
            </a:lvl1pPr>
          </a:lstStyle>
          <a:p>
            <a:r>
              <a:rPr lang="en-US"/>
              <a:t>Section title</a:t>
            </a:r>
          </a:p>
        </p:txBody>
      </p:sp>
    </p:spTree>
    <p:extLst>
      <p:ext uri="{BB962C8B-B14F-4D97-AF65-F5344CB8AC3E}">
        <p14:creationId xmlns:p14="http://schemas.microsoft.com/office/powerpoint/2010/main" val="795062702"/>
      </p:ext>
    </p:extLst>
  </p:cSld>
  <p:clrMapOvr>
    <a:masterClrMapping/>
  </p:clrMapOvr>
  <p:transition>
    <p:fade/>
  </p:transition>
</p:sldLayout>
</file>

<file path=ppt/slideLayouts/slideLayout148.xml><?xml version="1.0" encoding="utf-8"?>
<p:sldLayout xmlns:a="http://schemas.openxmlformats.org/drawingml/2006/main" xmlns:r="http://schemas.openxmlformats.org/officeDocument/2006/relationships" xmlns:p="http://schemas.openxmlformats.org/presentationml/2006/main" showMasterSp="0" preserve="1">
  <p:cSld name="3_Title">
    <p:bg>
      <p:bgPr>
        <a:blipFill dpi="0" rotWithShape="1">
          <a:blip r:embed="rId2">
            <a:lum/>
            <a:extLst>
              <a:ext uri="{28A0092B-C50C-407E-A947-70E740481C1C}">
                <a14:useLocalDpi xmlns:a14="http://schemas.microsoft.com/office/drawing/2010/main" val="0"/>
              </a:ext>
            </a:extLst>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41996" y="2420867"/>
            <a:ext cx="1843040" cy="301769"/>
          </a:xfrm>
          <a:prstGeom prst="rect">
            <a:avLst/>
          </a:prstGeom>
        </p:spPr>
        <p:txBody>
          <a:bodyPr wrap="square" lIns="0" tIns="0" rIns="0" bIns="0" anchor="ctr">
            <a:spAutoFit/>
          </a:bodyPr>
          <a:lstStyle>
            <a:lvl1pPr>
              <a:lnSpc>
                <a:spcPts val="2307"/>
              </a:lnSpc>
              <a:defRPr sz="2019" strike="noStrike">
                <a:solidFill>
                  <a:schemeClr val="bg1"/>
                </a:solidFill>
              </a:defRPr>
            </a:lvl1pPr>
          </a:lstStyle>
          <a:p>
            <a:r>
              <a:rPr lang="en-US"/>
              <a:t>Title</a:t>
            </a:r>
          </a:p>
        </p:txBody>
      </p:sp>
      <p:sp>
        <p:nvSpPr>
          <p:cNvPr id="3" name="Footer Placeholder 1">
            <a:extLst>
              <a:ext uri="{FF2B5EF4-FFF2-40B4-BE49-F238E27FC236}">
                <a16:creationId xmlns:a16="http://schemas.microsoft.com/office/drawing/2014/main" id="{43F30B39-D760-4B18-A167-D47C32BD5B77}"/>
              </a:ext>
            </a:extLst>
          </p:cNvPr>
          <p:cNvSpPr txBox="1">
            <a:spLocks/>
          </p:cNvSpPr>
          <p:nvPr userDrawn="1"/>
        </p:nvSpPr>
        <p:spPr>
          <a:xfrm>
            <a:off x="6710187" y="4842397"/>
            <a:ext cx="2433814" cy="99899"/>
          </a:xfrm>
          <a:prstGeom prst="rect">
            <a:avLst/>
          </a:prstGeom>
        </p:spPr>
        <p:txBody>
          <a:bodyPr vert="horz" wrap="square" lIns="0" tIns="0" rIns="0" bIns="0" rtlCol="0" anchor="ctr">
            <a:spAutoFit/>
          </a:bodyPr>
          <a:lstStyle>
            <a:defPPr>
              <a:defRPr lang="en-US"/>
            </a:defPPr>
            <a:lvl1pPr>
              <a:defRPr sz="900">
                <a:solidFill>
                  <a:srgbClr val="000000"/>
                </a:solidFill>
              </a:defRPr>
            </a:lvl1pPr>
            <a:lvl2pPr marL="457183" algn="l" defTabSz="914367" rtl="0" eaLnBrk="1" latinLnBrk="0" hangingPunct="1">
              <a:defRPr sz="1765" kern="1200">
                <a:solidFill>
                  <a:schemeClr val="tx1"/>
                </a:solidFill>
                <a:latin typeface="+mn-lt"/>
                <a:ea typeface="+mn-ea"/>
                <a:cs typeface="+mn-cs"/>
              </a:defRPr>
            </a:lvl2pPr>
            <a:lvl3pPr marL="914367" algn="l" defTabSz="914367" rtl="0" eaLnBrk="1" latinLnBrk="0" hangingPunct="1">
              <a:defRPr sz="1765" kern="1200">
                <a:solidFill>
                  <a:schemeClr val="tx1"/>
                </a:solidFill>
                <a:latin typeface="+mn-lt"/>
                <a:ea typeface="+mn-ea"/>
                <a:cs typeface="+mn-cs"/>
              </a:defRPr>
            </a:lvl3pPr>
            <a:lvl4pPr marL="1371550" algn="l" defTabSz="914367" rtl="0" eaLnBrk="1" latinLnBrk="0" hangingPunct="1">
              <a:defRPr sz="1765" kern="1200">
                <a:solidFill>
                  <a:schemeClr val="tx1"/>
                </a:solidFill>
                <a:latin typeface="+mn-lt"/>
                <a:ea typeface="+mn-ea"/>
                <a:cs typeface="+mn-cs"/>
              </a:defRPr>
            </a:lvl4pPr>
            <a:lvl5pPr marL="1828734" algn="l" defTabSz="914367" rtl="0" eaLnBrk="1" latinLnBrk="0" hangingPunct="1">
              <a:defRPr sz="1765" kern="1200">
                <a:solidFill>
                  <a:schemeClr val="tx1"/>
                </a:solidFill>
                <a:latin typeface="+mn-lt"/>
                <a:ea typeface="+mn-ea"/>
                <a:cs typeface="+mn-cs"/>
              </a:defRPr>
            </a:lvl5pPr>
            <a:lvl6pPr marL="2285918" algn="l" defTabSz="914367" rtl="0" eaLnBrk="1" latinLnBrk="0" hangingPunct="1">
              <a:defRPr sz="1765" kern="1200">
                <a:solidFill>
                  <a:schemeClr val="tx1"/>
                </a:solidFill>
                <a:latin typeface="+mn-lt"/>
                <a:ea typeface="+mn-ea"/>
                <a:cs typeface="+mn-cs"/>
              </a:defRPr>
            </a:lvl6pPr>
            <a:lvl7pPr marL="2743101" algn="l" defTabSz="914367" rtl="0" eaLnBrk="1" latinLnBrk="0" hangingPunct="1">
              <a:defRPr sz="1765" kern="1200">
                <a:solidFill>
                  <a:schemeClr val="tx1"/>
                </a:solidFill>
                <a:latin typeface="+mn-lt"/>
                <a:ea typeface="+mn-ea"/>
                <a:cs typeface="+mn-cs"/>
              </a:defRPr>
            </a:lvl7pPr>
            <a:lvl8pPr marL="3200284" algn="l" defTabSz="914367" rtl="0" eaLnBrk="1" latinLnBrk="0" hangingPunct="1">
              <a:defRPr sz="1765" kern="1200">
                <a:solidFill>
                  <a:schemeClr val="tx1"/>
                </a:solidFill>
                <a:latin typeface="+mn-lt"/>
                <a:ea typeface="+mn-ea"/>
                <a:cs typeface="+mn-cs"/>
              </a:defRPr>
            </a:lvl8pPr>
            <a:lvl9pPr marL="3657469" algn="l" defTabSz="914367" rtl="0" eaLnBrk="1" latinLnBrk="0" hangingPunct="1">
              <a:defRPr sz="1765" kern="1200">
                <a:solidFill>
                  <a:schemeClr val="tx1"/>
                </a:solidFill>
                <a:latin typeface="+mn-lt"/>
                <a:ea typeface="+mn-ea"/>
                <a:cs typeface="+mn-cs"/>
              </a:defRPr>
            </a:lvl9pPr>
          </a:lstStyle>
          <a:p>
            <a:pPr lvl="0" algn="ctr"/>
            <a:endParaRPr lang="en-US" sz="649" dirty="0"/>
          </a:p>
        </p:txBody>
      </p:sp>
    </p:spTree>
    <p:extLst>
      <p:ext uri="{BB962C8B-B14F-4D97-AF65-F5344CB8AC3E}">
        <p14:creationId xmlns:p14="http://schemas.microsoft.com/office/powerpoint/2010/main" val="1428824284"/>
      </p:ext>
    </p:extLst>
  </p:cSld>
  <p:clrMapOvr>
    <a:masterClrMapping/>
  </p:clrMapOvr>
  <p:transition>
    <p:fade/>
  </p:transition>
</p:sldLayout>
</file>

<file path=ppt/slideLayouts/slideLayout149.xml><?xml version="1.0" encoding="utf-8"?>
<p:sldLayout xmlns:a="http://schemas.openxmlformats.org/drawingml/2006/main" xmlns:r="http://schemas.openxmlformats.org/officeDocument/2006/relationships" xmlns:p="http://schemas.openxmlformats.org/presentationml/2006/main" type="tx" preserve="1">
  <p:cSld name="1_Title and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Text Placeholder 2"/>
          <p:cNvSpPr>
            <a:spLocks noGrp="1"/>
          </p:cNvSpPr>
          <p:nvPr>
            <p:ph type="body" idx="1"/>
          </p:nvPr>
        </p:nvSpPr>
        <p:spPr>
          <a:xfrm>
            <a:off x="313982" y="1092674"/>
            <a:ext cx="8505951" cy="1475741"/>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Tree>
    <p:extLst>
      <p:ext uri="{BB962C8B-B14F-4D97-AF65-F5344CB8AC3E}">
        <p14:creationId xmlns:p14="http://schemas.microsoft.com/office/powerpoint/2010/main" val="1005258478"/>
      </p:ext>
    </p:extLst>
  </p:cSld>
  <p:clrMapOvr>
    <a:masterClrMapping/>
  </p:clrMapOvr>
</p:sldLayout>
</file>

<file path=ppt/slideLayouts/slideLayout150.xml><?xml version="1.0" encoding="utf-8"?>
<p:sldLayout xmlns:a="http://schemas.openxmlformats.org/drawingml/2006/main" xmlns:r="http://schemas.openxmlformats.org/officeDocument/2006/relationships" xmlns:p="http://schemas.openxmlformats.org/presentationml/2006/main" preserve="1">
  <p:cSld name="Section title 2">
    <p:bg>
      <p:bgPr>
        <a:solidFill>
          <a:schemeClr val="bg2"/>
        </a:solidFill>
        <a:effectLst/>
      </p:bgPr>
    </p:bg>
    <p:spTree>
      <p:nvGrpSpPr>
        <p:cNvPr id="1" name=""/>
        <p:cNvGrpSpPr/>
        <p:nvPr/>
      </p:nvGrpSpPr>
      <p:grpSpPr>
        <a:xfrm>
          <a:off x="0" y="0"/>
          <a:ext cx="0" cy="0"/>
          <a:chOff x="0" y="0"/>
          <a:chExt cx="0" cy="0"/>
        </a:xfrm>
      </p:grpSpPr>
      <p:sp>
        <p:nvSpPr>
          <p:cNvPr id="3" name="Title 35"/>
          <p:cNvSpPr>
            <a:spLocks noGrp="1"/>
          </p:cNvSpPr>
          <p:nvPr>
            <p:ph type="title" hasCustomPrompt="1"/>
          </p:nvPr>
        </p:nvSpPr>
        <p:spPr>
          <a:xfrm>
            <a:off x="341996" y="706270"/>
            <a:ext cx="5590982" cy="2668643"/>
          </a:xfrm>
          <a:prstGeom prst="rect">
            <a:avLst/>
          </a:prstGeom>
          <a:noFill/>
        </p:spPr>
        <p:txBody>
          <a:bodyPr vert="horz" wrap="square" lIns="0" tIns="0" rIns="0" bIns="0" rtlCol="0" anchor="t" anchorCtr="0">
            <a:noAutofit/>
          </a:bodyPr>
          <a:lstStyle>
            <a:lvl1pPr>
              <a:defRPr lang="en-US" sz="3460" spc="-36" baseline="0" dirty="0">
                <a:solidFill>
                  <a:srgbClr val="FFFFFF"/>
                </a:solidFill>
              </a:defRPr>
            </a:lvl1pPr>
          </a:lstStyle>
          <a:p>
            <a:pPr marL="0" lvl="0">
              <a:lnSpc>
                <a:spcPts val="4037"/>
              </a:lnSpc>
            </a:pPr>
            <a:r>
              <a:rPr lang="en-US"/>
              <a:t>Section title</a:t>
            </a:r>
          </a:p>
        </p:txBody>
      </p:sp>
    </p:spTree>
    <p:extLst>
      <p:ext uri="{BB962C8B-B14F-4D97-AF65-F5344CB8AC3E}">
        <p14:creationId xmlns:p14="http://schemas.microsoft.com/office/powerpoint/2010/main" val="2651901053"/>
      </p:ext>
    </p:extLst>
  </p:cSld>
  <p:clrMapOvr>
    <a:overrideClrMapping bg1="dk1" tx1="lt1" bg2="dk2" tx2="lt2" accent1="accent1" accent2="accent2" accent3="accent3" accent4="accent4" accent5="accent5" accent6="accent6" hlink="hlink" folHlink="folHlink"/>
  </p:clrMapOvr>
  <p:transition>
    <p:fade/>
  </p:transition>
</p:sldLayout>
</file>

<file path=ppt/slideLayouts/slideLayout151.xml><?xml version="1.0" encoding="utf-8"?>
<p:sldLayout xmlns:a="http://schemas.openxmlformats.org/drawingml/2006/main" xmlns:r="http://schemas.openxmlformats.org/officeDocument/2006/relationships" xmlns:p="http://schemas.openxmlformats.org/presentationml/2006/main" preserve="1" userDrawn="1">
  <p:cSld name="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2667516864"/>
      </p:ext>
    </p:extLst>
  </p:cSld>
  <p:clrMapOvr>
    <a:masterClrMapping/>
  </p:clrMapOvr>
  <p:transition>
    <p:fade/>
  </p:transition>
  <p:extLst>
    <p:ext uri="{DCECCB84-F9BA-43D5-87BE-67443E8EF086}">
      <p15:sldGuideLst xmlns:p15="http://schemas.microsoft.com/office/powerpoint/2012/main">
        <p15:guide id="1" orient="horz" pos="1272">
          <p15:clr>
            <a:srgbClr val="5ACBF0"/>
          </p15:clr>
        </p15:guide>
        <p15:guide id="2" orient="horz" pos="904">
          <p15:clr>
            <a:srgbClr val="5ACBF0"/>
          </p15:clr>
        </p15:guide>
        <p15:guide id="3" orient="horz" pos="288">
          <p15:clr>
            <a:srgbClr val="5ACBF0"/>
          </p15:clr>
        </p15:guide>
      </p15:sldGuideLst>
    </p:ext>
  </p:extLst>
</p:sldLayout>
</file>

<file path=ppt/slideMasters/_rels/slideMaster1.xml.rels><?xml version="1.0" encoding="UTF-8" standalone="yes"?>
<Relationships xmlns="http://schemas.openxmlformats.org/package/2006/relationships"><Relationship Id="rId26" Type="http://schemas.openxmlformats.org/officeDocument/2006/relationships/slideLayout" Target="../slideLayouts/slideLayout26.xml"/><Relationship Id="rId21" Type="http://schemas.openxmlformats.org/officeDocument/2006/relationships/slideLayout" Target="../slideLayouts/slideLayout21.xml"/><Relationship Id="rId42" Type="http://schemas.openxmlformats.org/officeDocument/2006/relationships/slideLayout" Target="../slideLayouts/slideLayout42.xml"/><Relationship Id="rId47" Type="http://schemas.openxmlformats.org/officeDocument/2006/relationships/slideLayout" Target="../slideLayouts/slideLayout47.xml"/><Relationship Id="rId63" Type="http://schemas.openxmlformats.org/officeDocument/2006/relationships/slideLayout" Target="../slideLayouts/slideLayout63.xml"/><Relationship Id="rId68" Type="http://schemas.openxmlformats.org/officeDocument/2006/relationships/slideLayout" Target="../slideLayouts/slideLayout68.xml"/><Relationship Id="rId84" Type="http://schemas.openxmlformats.org/officeDocument/2006/relationships/slideLayout" Target="../slideLayouts/slideLayout84.xml"/><Relationship Id="rId89" Type="http://schemas.openxmlformats.org/officeDocument/2006/relationships/slideLayout" Target="../slideLayouts/slideLayout89.xml"/><Relationship Id="rId16" Type="http://schemas.openxmlformats.org/officeDocument/2006/relationships/slideLayout" Target="../slideLayouts/slideLayout16.xml"/><Relationship Id="rId11" Type="http://schemas.openxmlformats.org/officeDocument/2006/relationships/slideLayout" Target="../slideLayouts/slideLayout11.xml"/><Relationship Id="rId32" Type="http://schemas.openxmlformats.org/officeDocument/2006/relationships/slideLayout" Target="../slideLayouts/slideLayout32.xml"/><Relationship Id="rId37" Type="http://schemas.openxmlformats.org/officeDocument/2006/relationships/slideLayout" Target="../slideLayouts/slideLayout37.xml"/><Relationship Id="rId53" Type="http://schemas.openxmlformats.org/officeDocument/2006/relationships/slideLayout" Target="../slideLayouts/slideLayout53.xml"/><Relationship Id="rId58" Type="http://schemas.openxmlformats.org/officeDocument/2006/relationships/slideLayout" Target="../slideLayouts/slideLayout58.xml"/><Relationship Id="rId74" Type="http://schemas.openxmlformats.org/officeDocument/2006/relationships/slideLayout" Target="../slideLayouts/slideLayout74.xml"/><Relationship Id="rId79" Type="http://schemas.openxmlformats.org/officeDocument/2006/relationships/slideLayout" Target="../slideLayouts/slideLayout79.xml"/><Relationship Id="rId102" Type="http://schemas.openxmlformats.org/officeDocument/2006/relationships/slideLayout" Target="../slideLayouts/slideLayout102.xml"/><Relationship Id="rId5" Type="http://schemas.openxmlformats.org/officeDocument/2006/relationships/slideLayout" Target="../slideLayouts/slideLayout5.xml"/><Relationship Id="rId90" Type="http://schemas.openxmlformats.org/officeDocument/2006/relationships/slideLayout" Target="../slideLayouts/slideLayout90.xml"/><Relationship Id="rId95" Type="http://schemas.openxmlformats.org/officeDocument/2006/relationships/slideLayout" Target="../slideLayouts/slideLayout95.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43" Type="http://schemas.openxmlformats.org/officeDocument/2006/relationships/slideLayout" Target="../slideLayouts/slideLayout43.xml"/><Relationship Id="rId48" Type="http://schemas.openxmlformats.org/officeDocument/2006/relationships/slideLayout" Target="../slideLayouts/slideLayout48.xml"/><Relationship Id="rId64" Type="http://schemas.openxmlformats.org/officeDocument/2006/relationships/slideLayout" Target="../slideLayouts/slideLayout64.xml"/><Relationship Id="rId69" Type="http://schemas.openxmlformats.org/officeDocument/2006/relationships/slideLayout" Target="../slideLayouts/slideLayout69.xml"/><Relationship Id="rId80" Type="http://schemas.openxmlformats.org/officeDocument/2006/relationships/slideLayout" Target="../slideLayouts/slideLayout80.xml"/><Relationship Id="rId85" Type="http://schemas.openxmlformats.org/officeDocument/2006/relationships/slideLayout" Target="../slideLayouts/slideLayout85.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38" Type="http://schemas.openxmlformats.org/officeDocument/2006/relationships/slideLayout" Target="../slideLayouts/slideLayout38.xml"/><Relationship Id="rId46" Type="http://schemas.openxmlformats.org/officeDocument/2006/relationships/slideLayout" Target="../slideLayouts/slideLayout46.xml"/><Relationship Id="rId59" Type="http://schemas.openxmlformats.org/officeDocument/2006/relationships/slideLayout" Target="../slideLayouts/slideLayout59.xml"/><Relationship Id="rId67" Type="http://schemas.openxmlformats.org/officeDocument/2006/relationships/slideLayout" Target="../slideLayouts/slideLayout67.xml"/><Relationship Id="rId103" Type="http://schemas.openxmlformats.org/officeDocument/2006/relationships/theme" Target="../theme/theme1.xml"/><Relationship Id="rId20" Type="http://schemas.openxmlformats.org/officeDocument/2006/relationships/slideLayout" Target="../slideLayouts/slideLayout20.xml"/><Relationship Id="rId41" Type="http://schemas.openxmlformats.org/officeDocument/2006/relationships/slideLayout" Target="../slideLayouts/slideLayout41.xml"/><Relationship Id="rId54" Type="http://schemas.openxmlformats.org/officeDocument/2006/relationships/slideLayout" Target="../slideLayouts/slideLayout54.xml"/><Relationship Id="rId62" Type="http://schemas.openxmlformats.org/officeDocument/2006/relationships/slideLayout" Target="../slideLayouts/slideLayout62.xml"/><Relationship Id="rId70" Type="http://schemas.openxmlformats.org/officeDocument/2006/relationships/slideLayout" Target="../slideLayouts/slideLayout70.xml"/><Relationship Id="rId75" Type="http://schemas.openxmlformats.org/officeDocument/2006/relationships/slideLayout" Target="../slideLayouts/slideLayout75.xml"/><Relationship Id="rId83" Type="http://schemas.openxmlformats.org/officeDocument/2006/relationships/slideLayout" Target="../slideLayouts/slideLayout83.xml"/><Relationship Id="rId88" Type="http://schemas.openxmlformats.org/officeDocument/2006/relationships/slideLayout" Target="../slideLayouts/slideLayout88.xml"/><Relationship Id="rId91" Type="http://schemas.openxmlformats.org/officeDocument/2006/relationships/slideLayout" Target="../slideLayouts/slideLayout91.xml"/><Relationship Id="rId96" Type="http://schemas.openxmlformats.org/officeDocument/2006/relationships/slideLayout" Target="../slideLayouts/slideLayout96.xml"/><Relationship Id="rId1" Type="http://schemas.openxmlformats.org/officeDocument/2006/relationships/slideLayout" Target="../slideLayouts/slideLayout1.xml"/><Relationship Id="rId6" Type="http://schemas.openxmlformats.org/officeDocument/2006/relationships/slideLayout" Target="../slideLayouts/slideLayout6.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slideLayout" Target="../slideLayouts/slideLayout36.xml"/><Relationship Id="rId49" Type="http://schemas.openxmlformats.org/officeDocument/2006/relationships/slideLayout" Target="../slideLayouts/slideLayout49.xml"/><Relationship Id="rId57" Type="http://schemas.openxmlformats.org/officeDocument/2006/relationships/slideLayout" Target="../slideLayouts/slideLayout57.xml"/><Relationship Id="rId10" Type="http://schemas.openxmlformats.org/officeDocument/2006/relationships/slideLayout" Target="../slideLayouts/slideLayout10.xml"/><Relationship Id="rId31" Type="http://schemas.openxmlformats.org/officeDocument/2006/relationships/slideLayout" Target="../slideLayouts/slideLayout31.xml"/><Relationship Id="rId44" Type="http://schemas.openxmlformats.org/officeDocument/2006/relationships/slideLayout" Target="../slideLayouts/slideLayout44.xml"/><Relationship Id="rId52" Type="http://schemas.openxmlformats.org/officeDocument/2006/relationships/slideLayout" Target="../slideLayouts/slideLayout52.xml"/><Relationship Id="rId60" Type="http://schemas.openxmlformats.org/officeDocument/2006/relationships/slideLayout" Target="../slideLayouts/slideLayout60.xml"/><Relationship Id="rId65" Type="http://schemas.openxmlformats.org/officeDocument/2006/relationships/slideLayout" Target="../slideLayouts/slideLayout65.xml"/><Relationship Id="rId73" Type="http://schemas.openxmlformats.org/officeDocument/2006/relationships/slideLayout" Target="../slideLayouts/slideLayout73.xml"/><Relationship Id="rId78" Type="http://schemas.openxmlformats.org/officeDocument/2006/relationships/slideLayout" Target="../slideLayouts/slideLayout78.xml"/><Relationship Id="rId81" Type="http://schemas.openxmlformats.org/officeDocument/2006/relationships/slideLayout" Target="../slideLayouts/slideLayout81.xml"/><Relationship Id="rId86" Type="http://schemas.openxmlformats.org/officeDocument/2006/relationships/slideLayout" Target="../slideLayouts/slideLayout86.xml"/><Relationship Id="rId94" Type="http://schemas.openxmlformats.org/officeDocument/2006/relationships/slideLayout" Target="../slideLayouts/slideLayout94.xml"/><Relationship Id="rId99" Type="http://schemas.openxmlformats.org/officeDocument/2006/relationships/slideLayout" Target="../slideLayouts/slideLayout99.xml"/><Relationship Id="rId101" Type="http://schemas.openxmlformats.org/officeDocument/2006/relationships/slideLayout" Target="../slideLayouts/slideLayout101.xml"/><Relationship Id="rId4" Type="http://schemas.openxmlformats.org/officeDocument/2006/relationships/slideLayout" Target="../slideLayouts/slideLayout4.xml"/><Relationship Id="rId9" Type="http://schemas.openxmlformats.org/officeDocument/2006/relationships/slideLayout" Target="../slideLayouts/slideLayout9.xml"/><Relationship Id="rId13" Type="http://schemas.openxmlformats.org/officeDocument/2006/relationships/slideLayout" Target="../slideLayouts/slideLayout13.xml"/><Relationship Id="rId18" Type="http://schemas.openxmlformats.org/officeDocument/2006/relationships/slideLayout" Target="../slideLayouts/slideLayout18.xml"/><Relationship Id="rId39" Type="http://schemas.openxmlformats.org/officeDocument/2006/relationships/slideLayout" Target="../slideLayouts/slideLayout39.xml"/><Relationship Id="rId34" Type="http://schemas.openxmlformats.org/officeDocument/2006/relationships/slideLayout" Target="../slideLayouts/slideLayout34.xml"/><Relationship Id="rId50" Type="http://schemas.openxmlformats.org/officeDocument/2006/relationships/slideLayout" Target="../slideLayouts/slideLayout50.xml"/><Relationship Id="rId55" Type="http://schemas.openxmlformats.org/officeDocument/2006/relationships/slideLayout" Target="../slideLayouts/slideLayout55.xml"/><Relationship Id="rId76" Type="http://schemas.openxmlformats.org/officeDocument/2006/relationships/slideLayout" Target="../slideLayouts/slideLayout76.xml"/><Relationship Id="rId97" Type="http://schemas.openxmlformats.org/officeDocument/2006/relationships/slideLayout" Target="../slideLayouts/slideLayout97.xml"/><Relationship Id="rId7" Type="http://schemas.openxmlformats.org/officeDocument/2006/relationships/slideLayout" Target="../slideLayouts/slideLayout7.xml"/><Relationship Id="rId71" Type="http://schemas.openxmlformats.org/officeDocument/2006/relationships/slideLayout" Target="../slideLayouts/slideLayout71.xml"/><Relationship Id="rId92" Type="http://schemas.openxmlformats.org/officeDocument/2006/relationships/slideLayout" Target="../slideLayouts/slideLayout92.xml"/><Relationship Id="rId2" Type="http://schemas.openxmlformats.org/officeDocument/2006/relationships/slideLayout" Target="../slideLayouts/slideLayout2.xml"/><Relationship Id="rId29" Type="http://schemas.openxmlformats.org/officeDocument/2006/relationships/slideLayout" Target="../slideLayouts/slideLayout29.xml"/><Relationship Id="rId24" Type="http://schemas.openxmlformats.org/officeDocument/2006/relationships/slideLayout" Target="../slideLayouts/slideLayout24.xml"/><Relationship Id="rId40" Type="http://schemas.openxmlformats.org/officeDocument/2006/relationships/slideLayout" Target="../slideLayouts/slideLayout40.xml"/><Relationship Id="rId45" Type="http://schemas.openxmlformats.org/officeDocument/2006/relationships/slideLayout" Target="../slideLayouts/slideLayout45.xml"/><Relationship Id="rId66" Type="http://schemas.openxmlformats.org/officeDocument/2006/relationships/slideLayout" Target="../slideLayouts/slideLayout66.xml"/><Relationship Id="rId87" Type="http://schemas.openxmlformats.org/officeDocument/2006/relationships/slideLayout" Target="../slideLayouts/slideLayout87.xml"/><Relationship Id="rId61" Type="http://schemas.openxmlformats.org/officeDocument/2006/relationships/slideLayout" Target="../slideLayouts/slideLayout61.xml"/><Relationship Id="rId82" Type="http://schemas.openxmlformats.org/officeDocument/2006/relationships/slideLayout" Target="../slideLayouts/slideLayout82.xml"/><Relationship Id="rId19" Type="http://schemas.openxmlformats.org/officeDocument/2006/relationships/slideLayout" Target="../slideLayouts/slideLayout19.xml"/><Relationship Id="rId14" Type="http://schemas.openxmlformats.org/officeDocument/2006/relationships/slideLayout" Target="../slideLayouts/slideLayout14.xml"/><Relationship Id="rId30" Type="http://schemas.openxmlformats.org/officeDocument/2006/relationships/slideLayout" Target="../slideLayouts/slideLayout30.xml"/><Relationship Id="rId35" Type="http://schemas.openxmlformats.org/officeDocument/2006/relationships/slideLayout" Target="../slideLayouts/slideLayout35.xml"/><Relationship Id="rId56" Type="http://schemas.openxmlformats.org/officeDocument/2006/relationships/slideLayout" Target="../slideLayouts/slideLayout56.xml"/><Relationship Id="rId77" Type="http://schemas.openxmlformats.org/officeDocument/2006/relationships/slideLayout" Target="../slideLayouts/slideLayout77.xml"/><Relationship Id="rId100" Type="http://schemas.openxmlformats.org/officeDocument/2006/relationships/slideLayout" Target="../slideLayouts/slideLayout100.xml"/><Relationship Id="rId8" Type="http://schemas.openxmlformats.org/officeDocument/2006/relationships/slideLayout" Target="../slideLayouts/slideLayout8.xml"/><Relationship Id="rId51" Type="http://schemas.openxmlformats.org/officeDocument/2006/relationships/slideLayout" Target="../slideLayouts/slideLayout51.xml"/><Relationship Id="rId72" Type="http://schemas.openxmlformats.org/officeDocument/2006/relationships/slideLayout" Target="../slideLayouts/slideLayout72.xml"/><Relationship Id="rId93" Type="http://schemas.openxmlformats.org/officeDocument/2006/relationships/slideLayout" Target="../slideLayouts/slideLayout93.xml"/><Relationship Id="rId98" Type="http://schemas.openxmlformats.org/officeDocument/2006/relationships/slideLayout" Target="../slideLayouts/slideLayout98.xml"/><Relationship Id="rId3" Type="http://schemas.openxmlformats.org/officeDocument/2006/relationships/slideLayout" Target="../slideLayouts/slideLayout3.xml"/></Relationships>
</file>

<file path=ppt/slideMasters/_rels/slideMaster2.xml.rels><?xml version="1.0" encoding="UTF-8" standalone="yes"?>
<Relationships xmlns="http://schemas.openxmlformats.org/package/2006/relationships"><Relationship Id="rId13" Type="http://schemas.openxmlformats.org/officeDocument/2006/relationships/slideLayout" Target="../slideLayouts/slideLayout115.xml"/><Relationship Id="rId18" Type="http://schemas.openxmlformats.org/officeDocument/2006/relationships/slideLayout" Target="../slideLayouts/slideLayout120.xml"/><Relationship Id="rId26" Type="http://schemas.openxmlformats.org/officeDocument/2006/relationships/slideLayout" Target="../slideLayouts/slideLayout128.xml"/><Relationship Id="rId39" Type="http://schemas.openxmlformats.org/officeDocument/2006/relationships/slideLayout" Target="../slideLayouts/slideLayout141.xml"/><Relationship Id="rId21" Type="http://schemas.openxmlformats.org/officeDocument/2006/relationships/slideLayout" Target="../slideLayouts/slideLayout123.xml"/><Relationship Id="rId34" Type="http://schemas.openxmlformats.org/officeDocument/2006/relationships/slideLayout" Target="../slideLayouts/slideLayout136.xml"/><Relationship Id="rId42" Type="http://schemas.openxmlformats.org/officeDocument/2006/relationships/slideLayout" Target="../slideLayouts/slideLayout144.xml"/><Relationship Id="rId47" Type="http://schemas.openxmlformats.org/officeDocument/2006/relationships/slideLayout" Target="../slideLayouts/slideLayout149.xml"/><Relationship Id="rId50" Type="http://schemas.openxmlformats.org/officeDocument/2006/relationships/theme" Target="../theme/theme2.xml"/><Relationship Id="rId7" Type="http://schemas.openxmlformats.org/officeDocument/2006/relationships/slideLayout" Target="../slideLayouts/slideLayout109.xml"/><Relationship Id="rId2" Type="http://schemas.openxmlformats.org/officeDocument/2006/relationships/slideLayout" Target="../slideLayouts/slideLayout104.xml"/><Relationship Id="rId16" Type="http://schemas.openxmlformats.org/officeDocument/2006/relationships/slideLayout" Target="../slideLayouts/slideLayout118.xml"/><Relationship Id="rId29" Type="http://schemas.openxmlformats.org/officeDocument/2006/relationships/slideLayout" Target="../slideLayouts/slideLayout131.xml"/><Relationship Id="rId11" Type="http://schemas.openxmlformats.org/officeDocument/2006/relationships/slideLayout" Target="../slideLayouts/slideLayout113.xml"/><Relationship Id="rId24" Type="http://schemas.openxmlformats.org/officeDocument/2006/relationships/slideLayout" Target="../slideLayouts/slideLayout126.xml"/><Relationship Id="rId32" Type="http://schemas.openxmlformats.org/officeDocument/2006/relationships/slideLayout" Target="../slideLayouts/slideLayout134.xml"/><Relationship Id="rId37" Type="http://schemas.openxmlformats.org/officeDocument/2006/relationships/slideLayout" Target="../slideLayouts/slideLayout139.xml"/><Relationship Id="rId40" Type="http://schemas.openxmlformats.org/officeDocument/2006/relationships/slideLayout" Target="../slideLayouts/slideLayout142.xml"/><Relationship Id="rId45" Type="http://schemas.openxmlformats.org/officeDocument/2006/relationships/slideLayout" Target="../slideLayouts/slideLayout147.xml"/><Relationship Id="rId5" Type="http://schemas.openxmlformats.org/officeDocument/2006/relationships/slideLayout" Target="../slideLayouts/slideLayout107.xml"/><Relationship Id="rId15" Type="http://schemas.openxmlformats.org/officeDocument/2006/relationships/slideLayout" Target="../slideLayouts/slideLayout117.xml"/><Relationship Id="rId23" Type="http://schemas.openxmlformats.org/officeDocument/2006/relationships/slideLayout" Target="../slideLayouts/slideLayout125.xml"/><Relationship Id="rId28" Type="http://schemas.openxmlformats.org/officeDocument/2006/relationships/slideLayout" Target="../slideLayouts/slideLayout130.xml"/><Relationship Id="rId36" Type="http://schemas.openxmlformats.org/officeDocument/2006/relationships/slideLayout" Target="../slideLayouts/slideLayout138.xml"/><Relationship Id="rId49" Type="http://schemas.openxmlformats.org/officeDocument/2006/relationships/slideLayout" Target="../slideLayouts/slideLayout151.xml"/><Relationship Id="rId10" Type="http://schemas.openxmlformats.org/officeDocument/2006/relationships/slideLayout" Target="../slideLayouts/slideLayout112.xml"/><Relationship Id="rId19" Type="http://schemas.openxmlformats.org/officeDocument/2006/relationships/slideLayout" Target="../slideLayouts/slideLayout121.xml"/><Relationship Id="rId31" Type="http://schemas.openxmlformats.org/officeDocument/2006/relationships/slideLayout" Target="../slideLayouts/slideLayout133.xml"/><Relationship Id="rId44" Type="http://schemas.openxmlformats.org/officeDocument/2006/relationships/slideLayout" Target="../slideLayouts/slideLayout146.xml"/><Relationship Id="rId4" Type="http://schemas.openxmlformats.org/officeDocument/2006/relationships/slideLayout" Target="../slideLayouts/slideLayout106.xml"/><Relationship Id="rId9" Type="http://schemas.openxmlformats.org/officeDocument/2006/relationships/slideLayout" Target="../slideLayouts/slideLayout111.xml"/><Relationship Id="rId14" Type="http://schemas.openxmlformats.org/officeDocument/2006/relationships/slideLayout" Target="../slideLayouts/slideLayout116.xml"/><Relationship Id="rId22" Type="http://schemas.openxmlformats.org/officeDocument/2006/relationships/slideLayout" Target="../slideLayouts/slideLayout124.xml"/><Relationship Id="rId27" Type="http://schemas.openxmlformats.org/officeDocument/2006/relationships/slideLayout" Target="../slideLayouts/slideLayout129.xml"/><Relationship Id="rId30" Type="http://schemas.openxmlformats.org/officeDocument/2006/relationships/slideLayout" Target="../slideLayouts/slideLayout132.xml"/><Relationship Id="rId35" Type="http://schemas.openxmlformats.org/officeDocument/2006/relationships/slideLayout" Target="../slideLayouts/slideLayout137.xml"/><Relationship Id="rId43" Type="http://schemas.openxmlformats.org/officeDocument/2006/relationships/slideLayout" Target="../slideLayouts/slideLayout145.xml"/><Relationship Id="rId48" Type="http://schemas.openxmlformats.org/officeDocument/2006/relationships/slideLayout" Target="../slideLayouts/slideLayout150.xml"/><Relationship Id="rId8" Type="http://schemas.openxmlformats.org/officeDocument/2006/relationships/slideLayout" Target="../slideLayouts/slideLayout110.xml"/><Relationship Id="rId3" Type="http://schemas.openxmlformats.org/officeDocument/2006/relationships/slideLayout" Target="../slideLayouts/slideLayout105.xml"/><Relationship Id="rId12" Type="http://schemas.openxmlformats.org/officeDocument/2006/relationships/slideLayout" Target="../slideLayouts/slideLayout114.xml"/><Relationship Id="rId17" Type="http://schemas.openxmlformats.org/officeDocument/2006/relationships/slideLayout" Target="../slideLayouts/slideLayout119.xml"/><Relationship Id="rId25" Type="http://schemas.openxmlformats.org/officeDocument/2006/relationships/slideLayout" Target="../slideLayouts/slideLayout127.xml"/><Relationship Id="rId33" Type="http://schemas.openxmlformats.org/officeDocument/2006/relationships/slideLayout" Target="../slideLayouts/slideLayout135.xml"/><Relationship Id="rId38" Type="http://schemas.openxmlformats.org/officeDocument/2006/relationships/slideLayout" Target="../slideLayouts/slideLayout140.xml"/><Relationship Id="rId46" Type="http://schemas.openxmlformats.org/officeDocument/2006/relationships/slideLayout" Target="../slideLayouts/slideLayout148.xml"/><Relationship Id="rId20" Type="http://schemas.openxmlformats.org/officeDocument/2006/relationships/slideLayout" Target="../slideLayouts/slideLayout122.xml"/><Relationship Id="rId41" Type="http://schemas.openxmlformats.org/officeDocument/2006/relationships/slideLayout" Target="../slideLayouts/slideLayout143.xml"/><Relationship Id="rId1" Type="http://schemas.openxmlformats.org/officeDocument/2006/relationships/slideLayout" Target="../slideLayouts/slideLayout103.xml"/><Relationship Id="rId6" Type="http://schemas.openxmlformats.org/officeDocument/2006/relationships/slideLayout" Target="../slideLayouts/slideLayout10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1346028740"/>
      </p:ext>
    </p:extLst>
  </p:cSld>
  <p:clrMap bg1="lt1" tx1="dk1" bg2="lt2" tx2="dk2" accent1="accent1" accent2="accent2" accent3="accent3" accent4="accent4" accent5="accent5" accent6="accent6" hlink="hlink" folHlink="folHlink"/>
  <p:sldLayoutIdLst>
    <p:sldLayoutId id="2147483651" r:id="rId1"/>
    <p:sldLayoutId id="2147483652" r:id="rId2"/>
    <p:sldLayoutId id="2147483653" r:id="rId3"/>
    <p:sldLayoutId id="2147483654" r:id="rId4"/>
    <p:sldLayoutId id="2147483655" r:id="rId5"/>
    <p:sldLayoutId id="2147483656" r:id="rId6"/>
    <p:sldLayoutId id="2147483657" r:id="rId7"/>
    <p:sldLayoutId id="2147483658" r:id="rId8"/>
    <p:sldLayoutId id="2147483659" r:id="rId9"/>
    <p:sldLayoutId id="2147483660" r:id="rId10"/>
    <p:sldLayoutId id="2147483661" r:id="rId11"/>
    <p:sldLayoutId id="2147483662" r:id="rId12"/>
    <p:sldLayoutId id="2147483663" r:id="rId13"/>
    <p:sldLayoutId id="2147483664" r:id="rId14"/>
    <p:sldLayoutId id="2147483665" r:id="rId15"/>
    <p:sldLayoutId id="2147483666" r:id="rId16"/>
    <p:sldLayoutId id="2147483667" r:id="rId17"/>
    <p:sldLayoutId id="2147483668" r:id="rId18"/>
    <p:sldLayoutId id="2147483669" r:id="rId19"/>
    <p:sldLayoutId id="2147483670" r:id="rId20"/>
    <p:sldLayoutId id="2147483671" r:id="rId21"/>
    <p:sldLayoutId id="2147483672" r:id="rId22"/>
    <p:sldLayoutId id="2147483673" r:id="rId23"/>
    <p:sldLayoutId id="2147483674" r:id="rId24"/>
    <p:sldLayoutId id="2147483675" r:id="rId25"/>
    <p:sldLayoutId id="2147483676" r:id="rId26"/>
    <p:sldLayoutId id="2147483677" r:id="rId27"/>
    <p:sldLayoutId id="2147483678" r:id="rId28"/>
    <p:sldLayoutId id="2147483679" r:id="rId29"/>
    <p:sldLayoutId id="2147483680" r:id="rId30"/>
    <p:sldLayoutId id="2147483681" r:id="rId31"/>
    <p:sldLayoutId id="2147483682" r:id="rId32"/>
    <p:sldLayoutId id="2147483683" r:id="rId33"/>
    <p:sldLayoutId id="2147483684" r:id="rId34"/>
    <p:sldLayoutId id="2147483685" r:id="rId35"/>
    <p:sldLayoutId id="2147483686" r:id="rId36"/>
    <p:sldLayoutId id="2147483687" r:id="rId37"/>
    <p:sldLayoutId id="2147483688" r:id="rId38"/>
    <p:sldLayoutId id="2147483689" r:id="rId39"/>
    <p:sldLayoutId id="2147483690" r:id="rId40"/>
    <p:sldLayoutId id="2147483691" r:id="rId41"/>
    <p:sldLayoutId id="2147483692" r:id="rId42"/>
    <p:sldLayoutId id="2147483693" r:id="rId43"/>
    <p:sldLayoutId id="2147483694" r:id="rId44"/>
    <p:sldLayoutId id="2147483695" r:id="rId45"/>
    <p:sldLayoutId id="2147483696" r:id="rId46"/>
    <p:sldLayoutId id="2147483697" r:id="rId47"/>
    <p:sldLayoutId id="2147483698" r:id="rId48"/>
    <p:sldLayoutId id="2147483699" r:id="rId49"/>
    <p:sldLayoutId id="2147483700" r:id="rId50"/>
    <p:sldLayoutId id="2147483701" r:id="rId51"/>
    <p:sldLayoutId id="2147483702" r:id="rId52"/>
    <p:sldLayoutId id="2147483703" r:id="rId53"/>
    <p:sldLayoutId id="2147483704" r:id="rId54"/>
    <p:sldLayoutId id="2147483705" r:id="rId55"/>
    <p:sldLayoutId id="2147483706" r:id="rId56"/>
    <p:sldLayoutId id="2147483707" r:id="rId57"/>
    <p:sldLayoutId id="2147483708" r:id="rId58"/>
    <p:sldLayoutId id="2147483709" r:id="rId59"/>
    <p:sldLayoutId id="2147483710" r:id="rId60"/>
    <p:sldLayoutId id="2147483711" r:id="rId61"/>
    <p:sldLayoutId id="2147483712" r:id="rId62"/>
    <p:sldLayoutId id="2147483713" r:id="rId63"/>
    <p:sldLayoutId id="2147483714" r:id="rId64"/>
    <p:sldLayoutId id="2147483715" r:id="rId65"/>
    <p:sldLayoutId id="2147483716" r:id="rId66"/>
    <p:sldLayoutId id="2147483717" r:id="rId67"/>
    <p:sldLayoutId id="2147483718" r:id="rId68"/>
    <p:sldLayoutId id="2147483719" r:id="rId69"/>
    <p:sldLayoutId id="2147483720" r:id="rId70"/>
    <p:sldLayoutId id="2147483721" r:id="rId71"/>
    <p:sldLayoutId id="2147483722" r:id="rId72"/>
    <p:sldLayoutId id="2147483723" r:id="rId73"/>
    <p:sldLayoutId id="2147483724" r:id="rId74"/>
    <p:sldLayoutId id="2147483725" r:id="rId75"/>
    <p:sldLayoutId id="2147483726" r:id="rId76"/>
    <p:sldLayoutId id="2147483727" r:id="rId77"/>
    <p:sldLayoutId id="2147483728" r:id="rId78"/>
    <p:sldLayoutId id="2147483729" r:id="rId79"/>
    <p:sldLayoutId id="2147483730" r:id="rId80"/>
    <p:sldLayoutId id="2147483731" r:id="rId81"/>
    <p:sldLayoutId id="2147483732" r:id="rId82"/>
    <p:sldLayoutId id="2147483733" r:id="rId83"/>
    <p:sldLayoutId id="2147483734" r:id="rId84"/>
    <p:sldLayoutId id="2147483735" r:id="rId85"/>
    <p:sldLayoutId id="2147483736" r:id="rId86"/>
    <p:sldLayoutId id="2147483737" r:id="rId87"/>
    <p:sldLayoutId id="2147483738" r:id="rId88"/>
    <p:sldLayoutId id="2147483739" r:id="rId89"/>
    <p:sldLayoutId id="2147483740" r:id="rId90"/>
    <p:sldLayoutId id="2147483741" r:id="rId91"/>
    <p:sldLayoutId id="2147483742" r:id="rId92"/>
    <p:sldLayoutId id="2147483743" r:id="rId93"/>
    <p:sldLayoutId id="2147483744" r:id="rId94"/>
    <p:sldLayoutId id="2147483745" r:id="rId95"/>
    <p:sldLayoutId id="2147483746" r:id="rId96"/>
    <p:sldLayoutId id="2147483747" r:id="rId97"/>
    <p:sldLayoutId id="2147483748" r:id="rId98"/>
    <p:sldLayoutId id="2147483749" r:id="rId99"/>
    <p:sldLayoutId id="2147483750" r:id="rId100"/>
    <p:sldLayoutId id="2147483751" r:id="rId101"/>
    <p:sldLayoutId id="2147483752" r:id="rId102"/>
  </p:sldLayoutIdLst>
  <p:transition>
    <p:fade/>
  </p:transition>
  <p:hf sldNum="0" hdr="0" ft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313982" y="330371"/>
            <a:ext cx="8505951" cy="510147"/>
          </a:xfrm>
          <a:prstGeom prst="rect">
            <a:avLst/>
          </a:prstGeom>
        </p:spPr>
        <p:txBody>
          <a:bodyPr vert="horz" wrap="square" lIns="0" tIns="91440" rIns="146304" bIns="91440" rtlCol="0" anchor="t">
            <a:noAutofit/>
          </a:bodyPr>
          <a:lstStyle/>
          <a:p>
            <a:r>
              <a:rPr lang="en-US"/>
              <a:t>Heading Segoe UI </a:t>
            </a:r>
            <a:r>
              <a:rPr lang="en-US" err="1"/>
              <a:t>Semibold</a:t>
            </a:r>
            <a:r>
              <a:rPr lang="en-US"/>
              <a:t> 28/32</a:t>
            </a:r>
          </a:p>
        </p:txBody>
      </p:sp>
      <p:sp>
        <p:nvSpPr>
          <p:cNvPr id="4" name="Text Placeholder 3"/>
          <p:cNvSpPr>
            <a:spLocks noGrp="1"/>
          </p:cNvSpPr>
          <p:nvPr>
            <p:ph type="body" idx="1"/>
          </p:nvPr>
        </p:nvSpPr>
        <p:spPr>
          <a:xfrm>
            <a:off x="313982" y="1092674"/>
            <a:ext cx="8505951" cy="1869743"/>
          </a:xfrm>
          <a:prstGeom prst="rect">
            <a:avLst/>
          </a:prstGeom>
        </p:spPr>
        <p:txBody>
          <a:bodyPr vert="horz" wrap="square" lIns="0" tIns="91440" rIns="146304" bIns="91440" rtlCol="0">
            <a:spAutoFit/>
          </a:bodyPr>
          <a:lstStyle/>
          <a:p>
            <a:pPr lvl="1"/>
            <a:r>
              <a:rPr lang="en-US"/>
              <a:t>Large: subhead Segoe UI Regular 20/24</a:t>
            </a:r>
          </a:p>
          <a:p>
            <a:pPr lvl="2"/>
            <a:r>
              <a:rPr lang="en-US"/>
              <a:t>Medium: paragraph heading Segoe UI </a:t>
            </a:r>
            <a:r>
              <a:rPr lang="en-US" err="1"/>
              <a:t>Semibold</a:t>
            </a:r>
            <a:r>
              <a:rPr lang="en-US"/>
              <a:t> 14/18</a:t>
            </a:r>
          </a:p>
          <a:p>
            <a:pPr lvl="3"/>
            <a:r>
              <a:rPr lang="en-US"/>
              <a:t>Medium: paragraph body copy Segoe UI Regular 14/18</a:t>
            </a:r>
          </a:p>
          <a:p>
            <a:pPr lvl="4"/>
            <a:r>
              <a:rPr lang="en-US"/>
              <a:t>Small: caption heading Segoe UI Bold 10/12</a:t>
            </a:r>
          </a:p>
          <a:p>
            <a:pPr lvl="6"/>
            <a:r>
              <a:rPr lang="en-US"/>
              <a:t>Small: caption body copy Segoe UI Regular 10/12</a:t>
            </a:r>
          </a:p>
          <a:p>
            <a:pPr lvl="6"/>
            <a:endParaRPr lang="en-US"/>
          </a:p>
          <a:p>
            <a:pPr lvl="6"/>
            <a:endParaRPr lang="en-US"/>
          </a:p>
        </p:txBody>
      </p:sp>
    </p:spTree>
    <p:extLst>
      <p:ext uri="{BB962C8B-B14F-4D97-AF65-F5344CB8AC3E}">
        <p14:creationId xmlns:p14="http://schemas.microsoft.com/office/powerpoint/2010/main" val="113857276"/>
      </p:ext>
    </p:extLst>
  </p:cSld>
  <p:clrMap bg1="lt1" tx1="dk1" bg2="lt2" tx2="dk2" accent1="accent1" accent2="accent2" accent3="accent3" accent4="accent4" accent5="accent5" accent6="accent6" hlink="hlink" folHlink="folHlink"/>
  <p:sldLayoutIdLst>
    <p:sldLayoutId id="2147483755" r:id="rId1"/>
    <p:sldLayoutId id="2147483756" r:id="rId2"/>
    <p:sldLayoutId id="2147483757" r:id="rId3"/>
    <p:sldLayoutId id="2147483758" r:id="rId4"/>
    <p:sldLayoutId id="2147483759" r:id="rId5"/>
    <p:sldLayoutId id="2147483760" r:id="rId6"/>
    <p:sldLayoutId id="2147483761" r:id="rId7"/>
    <p:sldLayoutId id="2147483762" r:id="rId8"/>
    <p:sldLayoutId id="2147483763" r:id="rId9"/>
    <p:sldLayoutId id="2147483764" r:id="rId10"/>
    <p:sldLayoutId id="2147483765" r:id="rId11"/>
    <p:sldLayoutId id="2147483766" r:id="rId12"/>
    <p:sldLayoutId id="2147483767" r:id="rId13"/>
    <p:sldLayoutId id="2147483768" r:id="rId14"/>
    <p:sldLayoutId id="2147483769" r:id="rId15"/>
    <p:sldLayoutId id="2147483770" r:id="rId16"/>
    <p:sldLayoutId id="2147483771" r:id="rId17"/>
    <p:sldLayoutId id="2147483772" r:id="rId18"/>
    <p:sldLayoutId id="2147483773" r:id="rId19"/>
    <p:sldLayoutId id="2147483774" r:id="rId20"/>
    <p:sldLayoutId id="2147483775" r:id="rId21"/>
    <p:sldLayoutId id="2147483776" r:id="rId22"/>
    <p:sldLayoutId id="2147483777" r:id="rId23"/>
    <p:sldLayoutId id="2147483778" r:id="rId24"/>
    <p:sldLayoutId id="2147483779" r:id="rId25"/>
    <p:sldLayoutId id="2147483780" r:id="rId26"/>
    <p:sldLayoutId id="2147483781" r:id="rId27"/>
    <p:sldLayoutId id="2147483782" r:id="rId28"/>
    <p:sldLayoutId id="2147483783" r:id="rId29"/>
    <p:sldLayoutId id="2147483784" r:id="rId30"/>
    <p:sldLayoutId id="2147483785" r:id="rId31"/>
    <p:sldLayoutId id="2147483786" r:id="rId32"/>
    <p:sldLayoutId id="2147483787" r:id="rId33"/>
    <p:sldLayoutId id="2147483788" r:id="rId34"/>
    <p:sldLayoutId id="2147483789" r:id="rId35"/>
    <p:sldLayoutId id="2147483790" r:id="rId36"/>
    <p:sldLayoutId id="2147483791" r:id="rId37"/>
    <p:sldLayoutId id="2147483792" r:id="rId38"/>
    <p:sldLayoutId id="2147483793" r:id="rId39"/>
    <p:sldLayoutId id="2147483794" r:id="rId40"/>
    <p:sldLayoutId id="2147483795" r:id="rId41"/>
    <p:sldLayoutId id="2147483796" r:id="rId42"/>
    <p:sldLayoutId id="2147483797" r:id="rId43"/>
    <p:sldLayoutId id="2147483798" r:id="rId44"/>
    <p:sldLayoutId id="2147483799" r:id="rId45"/>
    <p:sldLayoutId id="2147483800" r:id="rId46"/>
    <p:sldLayoutId id="2147483801" r:id="rId47"/>
    <p:sldLayoutId id="2147483802" r:id="rId48"/>
    <p:sldLayoutId id="2147483803" r:id="rId49"/>
  </p:sldLayoutIdLst>
  <p:transition>
    <p:fade/>
  </p:transition>
  <p:hf sldNum="0" hdr="0" dt="0"/>
  <p:txStyles>
    <p:titleStyle>
      <a:lvl1pPr algn="l" defTabSz="672425" rtl="0" eaLnBrk="1" latinLnBrk="0" hangingPunct="1">
        <a:lnSpc>
          <a:spcPct val="90000"/>
        </a:lnSpc>
        <a:spcBef>
          <a:spcPct val="0"/>
        </a:spcBef>
        <a:buNone/>
        <a:defRPr lang="en-US" sz="2353" b="0" kern="1200" cap="none" spc="-36" baseline="0" dirty="0" smtClean="0">
          <a:ln w="3175">
            <a:noFill/>
          </a:ln>
          <a:solidFill>
            <a:srgbClr val="000000"/>
          </a:solidFill>
          <a:effectLst/>
          <a:latin typeface="+mj-lt"/>
          <a:ea typeface="+mn-ea"/>
          <a:cs typeface="Segoe UI" pitchFamily="34" charset="0"/>
        </a:defRPr>
      </a:lvl1pPr>
    </p:titleStyle>
    <p:bodyStyle>
      <a:lvl1pPr marL="0" marR="0" indent="0" algn="l" defTabSz="672425" rtl="0" eaLnBrk="1" fontAlgn="auto" latinLnBrk="0" hangingPunct="1">
        <a:lnSpc>
          <a:spcPct val="100000"/>
        </a:lnSpc>
        <a:spcBef>
          <a:spcPts val="0"/>
        </a:spcBef>
        <a:spcAft>
          <a:spcPts val="0"/>
        </a:spcAft>
        <a:buClrTx/>
        <a:buSzPct val="90000"/>
        <a:buFont typeface="Wingdings" panose="05000000000000000000" pitchFamily="2" charset="2"/>
        <a:buNone/>
        <a:tabLst/>
        <a:defRPr sz="1730" kern="1200" spc="-36" baseline="0">
          <a:solidFill>
            <a:srgbClr val="000000"/>
          </a:solidFill>
          <a:latin typeface="+mj-lt"/>
          <a:ea typeface="+mn-ea"/>
          <a:cs typeface="+mn-cs"/>
        </a:defRPr>
      </a:lvl1pPr>
      <a:lvl2pPr marL="0" marR="0" indent="0" algn="l" defTabSz="672425" rtl="0" eaLnBrk="1" fontAlgn="auto" latinLnBrk="0" hangingPunct="1">
        <a:lnSpc>
          <a:spcPct val="100000"/>
        </a:lnSpc>
        <a:spcBef>
          <a:spcPts val="288"/>
        </a:spcBef>
        <a:spcAft>
          <a:spcPts val="432"/>
        </a:spcAft>
        <a:buClrTx/>
        <a:buSzPct val="90000"/>
        <a:buFontTx/>
        <a:buNone/>
        <a:tabLst/>
        <a:defRPr sz="1471" kern="1200" spc="0" baseline="0">
          <a:solidFill>
            <a:schemeClr val="tx1"/>
          </a:solidFill>
          <a:latin typeface="+mn-lt"/>
          <a:ea typeface="+mn-ea"/>
          <a:cs typeface="+mn-cs"/>
        </a:defRPr>
      </a:lvl2pPr>
      <a:lvl3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j-lt"/>
          <a:ea typeface="+mn-ea"/>
          <a:cs typeface="+mn-cs"/>
        </a:defRPr>
      </a:lvl3pPr>
      <a:lvl4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1177" kern="1200" spc="0" baseline="0">
          <a:solidFill>
            <a:schemeClr val="tx1"/>
          </a:solidFill>
          <a:latin typeface="+mn-lt"/>
          <a:ea typeface="+mn-ea"/>
          <a:cs typeface="+mn-cs"/>
        </a:defRPr>
      </a:lvl4pPr>
      <a:lvl5pPr marL="0" marR="0" indent="0" algn="l" defTabSz="672425" rtl="0" eaLnBrk="1" fontAlgn="auto" latinLnBrk="0" hangingPunct="1">
        <a:lnSpc>
          <a:spcPct val="100000"/>
        </a:lnSpc>
        <a:spcBef>
          <a:spcPts val="288"/>
        </a:spcBef>
        <a:spcAft>
          <a:spcPts val="432"/>
        </a:spcAft>
        <a:buClrTx/>
        <a:buSzPct val="90000"/>
        <a:buFont typeface="Wingdings" panose="05000000000000000000" pitchFamily="2" charset="2"/>
        <a:buNone/>
        <a:tabLst/>
        <a:defRPr sz="882" b="1" kern="1200" spc="0" baseline="0">
          <a:solidFill>
            <a:schemeClr val="tx1"/>
          </a:solidFill>
          <a:latin typeface="+mn-lt"/>
          <a:ea typeface="+mn-ea"/>
          <a:cs typeface="+mn-cs"/>
        </a:defRPr>
      </a:lvl5pPr>
      <a:lvl6pPr marL="1681063" indent="0" algn="l" defTabSz="672425" rtl="0" eaLnBrk="1" latinLnBrk="0" hangingPunct="1">
        <a:spcBef>
          <a:spcPct val="20000"/>
        </a:spcBef>
        <a:buFont typeface="Arial" pitchFamily="34" charset="0"/>
        <a:buNone/>
        <a:defRPr sz="1442" kern="1200">
          <a:solidFill>
            <a:schemeClr val="tx1"/>
          </a:solidFill>
          <a:latin typeface="+mn-lt"/>
          <a:ea typeface="+mn-ea"/>
          <a:cs typeface="+mn-cs"/>
        </a:defRPr>
      </a:lvl6pPr>
      <a:lvl7pPr marL="0" indent="0" algn="l" defTabSz="672425" rtl="0" eaLnBrk="1" latinLnBrk="0" hangingPunct="1">
        <a:lnSpc>
          <a:spcPct val="100000"/>
        </a:lnSpc>
        <a:spcBef>
          <a:spcPts val="288"/>
        </a:spcBef>
        <a:spcAft>
          <a:spcPts val="432"/>
        </a:spcAft>
        <a:buFont typeface="Arial" pitchFamily="34" charset="0"/>
        <a:buNone/>
        <a:defRPr sz="882" kern="1200">
          <a:solidFill>
            <a:schemeClr val="tx1"/>
          </a:solidFill>
          <a:latin typeface="+mn-lt"/>
          <a:ea typeface="+mn-ea"/>
          <a:cs typeface="+mn-cs"/>
        </a:defRPr>
      </a:lvl7pPr>
      <a:lvl8pPr marL="2521596"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8pPr>
      <a:lvl9pPr marL="2857809" indent="-168107" algn="l" defTabSz="672425" rtl="0" eaLnBrk="1" latinLnBrk="0" hangingPunct="1">
        <a:spcBef>
          <a:spcPct val="20000"/>
        </a:spcBef>
        <a:buFont typeface="Arial" pitchFamily="34" charset="0"/>
        <a:buChar char="•"/>
        <a:defRPr sz="1442" kern="1200">
          <a:solidFill>
            <a:schemeClr val="tx1"/>
          </a:solidFill>
          <a:latin typeface="+mn-lt"/>
          <a:ea typeface="+mn-ea"/>
          <a:cs typeface="+mn-cs"/>
        </a:defRPr>
      </a:lvl9pPr>
    </p:bodyStyle>
    <p:otherStyle>
      <a:defPPr>
        <a:defRPr lang="en-US"/>
      </a:defPPr>
      <a:lvl1pPr marL="0" algn="l" defTabSz="672425" rtl="0" eaLnBrk="1" latinLnBrk="0" hangingPunct="1">
        <a:defRPr sz="1298" kern="1200">
          <a:solidFill>
            <a:schemeClr val="tx1"/>
          </a:solidFill>
          <a:latin typeface="+mn-lt"/>
          <a:ea typeface="+mn-ea"/>
          <a:cs typeface="+mn-cs"/>
        </a:defRPr>
      </a:lvl1pPr>
      <a:lvl2pPr marL="336212" algn="l" defTabSz="672425" rtl="0" eaLnBrk="1" latinLnBrk="0" hangingPunct="1">
        <a:defRPr sz="1298" kern="1200">
          <a:solidFill>
            <a:schemeClr val="tx1"/>
          </a:solidFill>
          <a:latin typeface="+mn-lt"/>
          <a:ea typeface="+mn-ea"/>
          <a:cs typeface="+mn-cs"/>
        </a:defRPr>
      </a:lvl2pPr>
      <a:lvl3pPr marL="672425" algn="l" defTabSz="672425" rtl="0" eaLnBrk="1" latinLnBrk="0" hangingPunct="1">
        <a:defRPr sz="1298" kern="1200">
          <a:solidFill>
            <a:schemeClr val="tx1"/>
          </a:solidFill>
          <a:latin typeface="+mn-lt"/>
          <a:ea typeface="+mn-ea"/>
          <a:cs typeface="+mn-cs"/>
        </a:defRPr>
      </a:lvl3pPr>
      <a:lvl4pPr marL="1008638" algn="l" defTabSz="672425" rtl="0" eaLnBrk="1" latinLnBrk="0" hangingPunct="1">
        <a:defRPr sz="1298" kern="1200">
          <a:solidFill>
            <a:schemeClr val="tx1"/>
          </a:solidFill>
          <a:latin typeface="+mn-lt"/>
          <a:ea typeface="+mn-ea"/>
          <a:cs typeface="+mn-cs"/>
        </a:defRPr>
      </a:lvl4pPr>
      <a:lvl5pPr marL="1344851" algn="l" defTabSz="672425" rtl="0" eaLnBrk="1" latinLnBrk="0" hangingPunct="1">
        <a:defRPr sz="1298" kern="1200">
          <a:solidFill>
            <a:schemeClr val="tx1"/>
          </a:solidFill>
          <a:latin typeface="+mn-lt"/>
          <a:ea typeface="+mn-ea"/>
          <a:cs typeface="+mn-cs"/>
        </a:defRPr>
      </a:lvl5pPr>
      <a:lvl6pPr marL="1681064" algn="l" defTabSz="672425" rtl="0" eaLnBrk="1" latinLnBrk="0" hangingPunct="1">
        <a:defRPr sz="1298" kern="1200">
          <a:solidFill>
            <a:schemeClr val="tx1"/>
          </a:solidFill>
          <a:latin typeface="+mn-lt"/>
          <a:ea typeface="+mn-ea"/>
          <a:cs typeface="+mn-cs"/>
        </a:defRPr>
      </a:lvl6pPr>
      <a:lvl7pPr marL="2017276" algn="l" defTabSz="672425" rtl="0" eaLnBrk="1" latinLnBrk="0" hangingPunct="1">
        <a:defRPr sz="1298" kern="1200">
          <a:solidFill>
            <a:schemeClr val="tx1"/>
          </a:solidFill>
          <a:latin typeface="+mn-lt"/>
          <a:ea typeface="+mn-ea"/>
          <a:cs typeface="+mn-cs"/>
        </a:defRPr>
      </a:lvl7pPr>
      <a:lvl8pPr marL="2353489" algn="l" defTabSz="672425" rtl="0" eaLnBrk="1" latinLnBrk="0" hangingPunct="1">
        <a:defRPr sz="1298" kern="1200">
          <a:solidFill>
            <a:schemeClr val="tx1"/>
          </a:solidFill>
          <a:latin typeface="+mn-lt"/>
          <a:ea typeface="+mn-ea"/>
          <a:cs typeface="+mn-cs"/>
        </a:defRPr>
      </a:lvl8pPr>
      <a:lvl9pPr marL="2689703" algn="l" defTabSz="672425" rtl="0" eaLnBrk="1" latinLnBrk="0" hangingPunct="1">
        <a:defRPr sz="1298" kern="1200">
          <a:solidFill>
            <a:schemeClr val="tx1"/>
          </a:solidFill>
          <a:latin typeface="+mn-lt"/>
          <a:ea typeface="+mn-ea"/>
          <a:cs typeface="+mn-cs"/>
        </a:defRPr>
      </a:lvl9pPr>
    </p:otherStyle>
  </p:txStyles>
  <p:extLst>
    <p:ext uri="{27BBF7A9-308A-43DC-89C8-2F10F3537804}">
      <p15:sldGuideLst xmlns:p15="http://schemas.microsoft.com/office/powerpoint/2012/main">
        <p15:guide id="31" pos="1322">
          <p15:clr>
            <a:srgbClr val="C35EA4"/>
          </p15:clr>
        </p15:guide>
        <p15:guide id="32" pos="1498">
          <p15:clr>
            <a:srgbClr val="C35EA4"/>
          </p15:clr>
        </p15:guide>
        <p15:guide id="33" pos="2569">
          <p15:clr>
            <a:srgbClr val="C35EA4"/>
          </p15:clr>
        </p15:guide>
        <p15:guide id="34" pos="2711">
          <p15:clr>
            <a:srgbClr val="C35EA4"/>
          </p15:clr>
        </p15:guide>
        <p15:guide id="35" pos="3778">
          <p15:clr>
            <a:srgbClr val="C35EA4"/>
          </p15:clr>
        </p15:guide>
        <p15:guide id="36" pos="3924">
          <p15:clr>
            <a:srgbClr val="C35EA4"/>
          </p15:clr>
        </p15:guide>
        <p15:guide id="37" pos="4983">
          <p15:clr>
            <a:srgbClr val="C35EA4"/>
          </p15:clr>
        </p15:guide>
        <p15:guide id="38" pos="5127">
          <p15:clr>
            <a:srgbClr val="C35EA4"/>
          </p15:clr>
        </p15:guide>
        <p15:guide id="39" pos="6199">
          <p15:clr>
            <a:srgbClr val="C35EA4"/>
          </p15:clr>
        </p15:guide>
        <p15:guide id="40" pos="6342">
          <p15:clr>
            <a:srgbClr val="C35EA4"/>
          </p15:clr>
        </p15:guide>
        <p15:guide id="41" pos="264">
          <p15:clr>
            <a:srgbClr val="F26B43"/>
          </p15:clr>
        </p15:guide>
        <p15:guide id="42" pos="7416">
          <p15:clr>
            <a:srgbClr val="F26B43"/>
          </p15:clr>
        </p15:guide>
        <p15:guide id="43" orient="horz" pos="736">
          <p15:clr>
            <a:srgbClr val="5ACBF0"/>
          </p15:clr>
        </p15:guide>
        <p15:guide id="44" orient="horz" pos="1360">
          <p15:clr>
            <a:srgbClr val="5ACBF0"/>
          </p15:clr>
        </p15:guide>
        <p15:guide id="45" orient="horz" pos="593">
          <p15:clr>
            <a:srgbClr val="5ACBF0"/>
          </p15:clr>
        </p15:guide>
        <p15:guide id="46" orient="horz" pos="1484">
          <p15:clr>
            <a:srgbClr val="5ACBF0"/>
          </p15:clr>
        </p15:guide>
        <p15:guide id="47" orient="horz" pos="2088">
          <p15:clr>
            <a:srgbClr val="5ACBF0"/>
          </p15:clr>
        </p15:guide>
        <p15:guide id="48" orient="horz" pos="2254">
          <p15:clr>
            <a:srgbClr val="5ACBF0"/>
          </p15:clr>
        </p15:guide>
        <p15:guide id="49" orient="horz" pos="277">
          <p15:clr>
            <a:srgbClr val="F26B43"/>
          </p15:clr>
        </p15:guide>
        <p15:guide id="50" orient="horz" pos="4043">
          <p15:clr>
            <a:srgbClr val="F26B43"/>
          </p15:clr>
        </p15:guide>
        <p15:guide id="51" orient="horz" pos="2835">
          <p15:clr>
            <a:srgbClr val="5ACBF0"/>
          </p15:clr>
        </p15:guide>
        <p15:guide id="52" orient="horz" pos="2960">
          <p15:clr>
            <a:srgbClr val="5ACBF0"/>
          </p15:clr>
        </p15:guide>
        <p15:guide id="53" orient="horz" pos="3572">
          <p15:clr>
            <a:srgbClr val="5ACBF0"/>
          </p15:clr>
        </p15:guide>
        <p15:guide id="54" orient="horz" pos="3690">
          <p15:clr>
            <a:srgbClr val="5ACBF0"/>
          </p15:clr>
        </p15:guide>
        <p15:guide id="55" orient="horz" pos="918">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5.xml.rels><?xml version="1.0" encoding="UTF-8" standalone="yes"?>
<Relationships xmlns="http://schemas.openxmlformats.org/package/2006/relationships"><Relationship Id="rId2" Type="http://schemas.openxmlformats.org/officeDocument/2006/relationships/image" Target="../media/image20.png"/><Relationship Id="rId1" Type="http://schemas.openxmlformats.org/officeDocument/2006/relationships/slideLayout" Target="../slideLayouts/slideLayout6.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6.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6.xml"/></Relationships>
</file>

<file path=ppt/slides/_rels/slide9.xml.rels><?xml version="1.0" encoding="UTF-8" standalone="yes"?>
<Relationships xmlns="http://schemas.openxmlformats.org/package/2006/relationships"><Relationship Id="rId3" Type="http://schemas.openxmlformats.org/officeDocument/2006/relationships/hyperlink" Target="https://blogs.technet.microsoft.com/markrussinovich/" TargetMode="External"/><Relationship Id="rId2" Type="http://schemas.openxmlformats.org/officeDocument/2006/relationships/image" Target="../media/image22.png"/><Relationship Id="rId1" Type="http://schemas.openxmlformats.org/officeDocument/2006/relationships/slideLayout" Target="../slideLayouts/slideLayout49.xml"/></Relationships>
</file>

<file path=ppt/slides/_rels/slide10.xml.rels><?xml version="1.0" encoding="UTF-8" standalone="yes"?>
<Relationships xmlns="http://schemas.openxmlformats.org/package/2006/relationships"><Relationship Id="rId2" Type="http://schemas.openxmlformats.org/officeDocument/2006/relationships/hyperlink" Target="https://learn.microsoft.com/en-us/sysinternals/downloads/?utm_source=chatgpt.com" TargetMode="External"/><Relationship Id="rId1" Type="http://schemas.openxmlformats.org/officeDocument/2006/relationships/slideLayout" Target="../slideLayouts/slideLayout6.xml"/></Relationships>
</file>

<file path=ppt/slides/_rels/slide11.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6.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3.xml.rels><?xml version="1.0" encoding="UTF-8" standalone="yes"?>
<Relationships xmlns="http://schemas.openxmlformats.org/package/2006/relationships"><Relationship Id="rId2" Type="http://schemas.openxmlformats.org/officeDocument/2006/relationships/image" Target="../media/image24.jpeg"/><Relationship Id="rId1" Type="http://schemas.openxmlformats.org/officeDocument/2006/relationships/slideLayout" Target="../slideLayouts/slideLayout6.xml"/></Relationships>
</file>

<file path=ppt/slides/_rels/slide14.xml.rels><?xml version="1.0" encoding="UTF-8" standalone="yes"?>
<Relationships xmlns="http://schemas.openxmlformats.org/package/2006/relationships"><Relationship Id="rId2" Type="http://schemas.openxmlformats.org/officeDocument/2006/relationships/image" Target="../media/image25.png"/><Relationship Id="rId1" Type="http://schemas.openxmlformats.org/officeDocument/2006/relationships/slideLayout" Target="../slideLayouts/slideLayout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9.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8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9237B3F-AC13-9E2A-8210-3919E8A09C6E}"/>
              </a:ext>
            </a:extLst>
          </p:cNvPr>
          <p:cNvSpPr>
            <a:spLocks noGrp="1"/>
          </p:cNvSpPr>
          <p:nvPr>
            <p:ph type="title"/>
          </p:nvPr>
        </p:nvSpPr>
        <p:spPr/>
        <p:txBody>
          <a:bodyPr/>
          <a:lstStyle/>
          <a:p>
            <a:r>
              <a:rPr lang="en-GB"/>
              <a:t>Chapter 11: Performance Monitoring</a:t>
            </a:r>
          </a:p>
        </p:txBody>
      </p:sp>
      <p:sp>
        <p:nvSpPr>
          <p:cNvPr id="3" name="Text Placeholder 2">
            <a:extLst>
              <a:ext uri="{FF2B5EF4-FFF2-40B4-BE49-F238E27FC236}">
                <a16:creationId xmlns:a16="http://schemas.microsoft.com/office/drawing/2014/main" id="{8C52EE02-467C-5837-254D-DDC20392EDB6}"/>
              </a:ext>
            </a:extLst>
          </p:cNvPr>
          <p:cNvSpPr>
            <a:spLocks noGrp="1"/>
          </p:cNvSpPr>
          <p:nvPr>
            <p:ph type="body" sz="quarter" idx="15"/>
          </p:nvPr>
        </p:nvSpPr>
        <p:spPr>
          <a:xfrm>
            <a:off x="331851" y="3262586"/>
            <a:ext cx="7202114" cy="388440"/>
          </a:xfrm>
        </p:spPr>
        <p:txBody>
          <a:bodyPr/>
          <a:lstStyle/>
          <a:p>
            <a:r>
              <a:rPr lang="en-GB"/>
              <a:t>Instructor-led overview and operational guidance</a:t>
            </a:r>
          </a:p>
        </p:txBody>
      </p:sp>
    </p:spTree>
    <p:extLst>
      <p:ext uri="{BB962C8B-B14F-4D97-AF65-F5344CB8AC3E}">
        <p14:creationId xmlns:p14="http://schemas.microsoft.com/office/powerpoint/2010/main" val="2933474765"/>
      </p:ext>
    </p:extLst>
  </p:cSld>
  <p:clrMapOvr>
    <a:masterClrMapping/>
  </p:clrMapOvr>
  <mc:AlternateContent xmlns:mc="http://schemas.openxmlformats.org/markup-compatibility/2006" xmlns:p14="http://schemas.microsoft.com/office/powerpoint/2010/main">
    <mc:Choice Requires="p14">
      <p:transition spd="med" p14:dur="700">
        <p:fade/>
      </p:transition>
    </mc:Choice>
    <mc:Fallback xmlns="">
      <p:transition spd="med">
        <p:fade/>
      </p:transition>
    </mc:Fallback>
  </mc:AlternateContent>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208AB9B-FB75-DC64-B41E-9AF58DA0AE12}"/>
              </a:ext>
            </a:extLst>
          </p:cNvPr>
          <p:cNvSpPr>
            <a:spLocks noGrp="1"/>
          </p:cNvSpPr>
          <p:nvPr>
            <p:ph type="title" idx="4294967295"/>
          </p:nvPr>
        </p:nvSpPr>
        <p:spPr>
          <a:xfrm>
            <a:off x="0" y="330200"/>
            <a:ext cx="8505825" cy="509588"/>
          </a:xfrm>
        </p:spPr>
        <p:txBody>
          <a:bodyPr wrap="square">
            <a:noAutofit/>
          </a:bodyPr>
          <a:lstStyle/>
          <a:p>
            <a:r>
              <a:rPr lang="en-GB"/>
              <a:t>Learning Objectives</a:t>
            </a:r>
          </a:p>
        </p:txBody>
      </p:sp>
      <p:sp>
        <p:nvSpPr>
          <p:cNvPr id="3" name="Text Placeholder 2">
            <a:extLst>
              <a:ext uri="{FF2B5EF4-FFF2-40B4-BE49-F238E27FC236}">
                <a16:creationId xmlns:a16="http://schemas.microsoft.com/office/drawing/2014/main" id="{599C7330-5BD6-01F2-5399-08C939AA5A78}"/>
              </a:ext>
            </a:extLst>
          </p:cNvPr>
          <p:cNvSpPr>
            <a:spLocks noGrp="1"/>
          </p:cNvSpPr>
          <p:nvPr>
            <p:ph type="body" sz="quarter" idx="4294967295"/>
          </p:nvPr>
        </p:nvSpPr>
        <p:spPr>
          <a:xfrm>
            <a:off x="1490663" y="1092200"/>
            <a:ext cx="7653337" cy="673100"/>
          </a:xfrm>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Explain the key administrative ideas in Chapter 11</a:t>
            </a:r>
          </a:p>
        </p:txBody>
      </p:sp>
      <p:sp>
        <p:nvSpPr>
          <p:cNvPr id="4" name="Text Placeholder 3">
            <a:extLst>
              <a:ext uri="{FF2B5EF4-FFF2-40B4-BE49-F238E27FC236}">
                <a16:creationId xmlns:a16="http://schemas.microsoft.com/office/drawing/2014/main" id="{AB116EE0-7152-348C-14F5-BE7BA40FE39B}"/>
              </a:ext>
            </a:extLst>
          </p:cNvPr>
          <p:cNvSpPr>
            <a:spLocks noGrp="1"/>
          </p:cNvSpPr>
          <p:nvPr>
            <p:ph type="body" sz="quarter" idx="4294967295"/>
          </p:nvPr>
        </p:nvSpPr>
        <p:spPr>
          <a:xfrm>
            <a:off x="1490663" y="1909763"/>
            <a:ext cx="7653337" cy="673100"/>
          </a:xfrm>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Identify the relevant Windows Server tools, workflows, and decision points</a:t>
            </a:r>
          </a:p>
        </p:txBody>
      </p:sp>
      <p:sp>
        <p:nvSpPr>
          <p:cNvPr id="5" name="Text Placeholder 4">
            <a:extLst>
              <a:ext uri="{FF2B5EF4-FFF2-40B4-BE49-F238E27FC236}">
                <a16:creationId xmlns:a16="http://schemas.microsoft.com/office/drawing/2014/main" id="{1BD04F78-87A9-CBAF-482D-E8D03B07EA04}"/>
              </a:ext>
            </a:extLst>
          </p:cNvPr>
          <p:cNvSpPr>
            <a:spLocks noGrp="1"/>
          </p:cNvSpPr>
          <p:nvPr>
            <p:ph type="body" sz="quarter" idx="4294967295"/>
          </p:nvPr>
        </p:nvSpPr>
        <p:spPr>
          <a:xfrm>
            <a:off x="1490663" y="2727325"/>
            <a:ext cx="7653337" cy="673100"/>
          </a:xfrm>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Relate the topic set to real operational and security practices</a:t>
            </a:r>
          </a:p>
        </p:txBody>
      </p:sp>
      <p:sp>
        <p:nvSpPr>
          <p:cNvPr id="6" name="Text Placeholder 5">
            <a:extLst>
              <a:ext uri="{FF2B5EF4-FFF2-40B4-BE49-F238E27FC236}">
                <a16:creationId xmlns:a16="http://schemas.microsoft.com/office/drawing/2014/main" id="{82A4107B-5528-104C-E700-5403BFAFAC5D}"/>
              </a:ext>
            </a:extLst>
          </p:cNvPr>
          <p:cNvSpPr>
            <a:spLocks noGrp="1"/>
          </p:cNvSpPr>
          <p:nvPr>
            <p:ph type="body" sz="quarter" idx="4294967295"/>
          </p:nvPr>
        </p:nvSpPr>
        <p:spPr>
          <a:xfrm>
            <a:off x="1490663" y="3544888"/>
            <a:ext cx="7653337" cy="673100"/>
          </a:xfrm>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Prepare for later hands-on administration and troubleshooting work</a:t>
            </a:r>
          </a:p>
        </p:txBody>
      </p:sp>
      <p:sp>
        <p:nvSpPr>
          <p:cNvPr id="7" name="Course footer">
            <a:extLst>
              <a:ext uri="{FF2B5EF4-FFF2-40B4-BE49-F238E27FC236}">
                <a16:creationId xmlns:a16="http://schemas.microsoft.com/office/drawing/2014/main" id="{B6F6F64D-5498-402C-A400-9DD8C8877392}"/>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11 | Performance Monitoring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3E039CB9-6932-D8F8-0277-26386F1D8FD7}"/>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02</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079015376"/>
      </p:ext>
    </p:extLst>
  </p:cSld>
  <p:clrMapOvr>
    <a:masterClrMapping/>
  </p:clrMapOvr>
  <p:transition>
    <p:fade/>
  </p:transition>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BEDFEA-9110-6D52-592B-B46EBC59F680}"/>
              </a:ext>
            </a:extLst>
          </p:cNvPr>
          <p:cNvSpPr>
            <a:spLocks noGrp="1"/>
          </p:cNvSpPr>
          <p:nvPr>
            <p:ph type="title" idx="4294967295"/>
          </p:nvPr>
        </p:nvSpPr>
        <p:spPr>
          <a:xfrm>
            <a:off x="0" y="330200"/>
            <a:ext cx="8505825" cy="509588"/>
          </a:xfrm>
        </p:spPr>
        <p:txBody>
          <a:bodyPr wrap="square">
            <a:noAutofit/>
          </a:bodyPr>
          <a:lstStyle/>
          <a:p>
            <a:r>
              <a:rPr lang="en-GB"/>
              <a:t>Chapter Topics</a:t>
            </a:r>
          </a:p>
        </p:txBody>
      </p:sp>
      <p:sp>
        <p:nvSpPr>
          <p:cNvPr id="3" name="Text Placeholder 2">
            <a:extLst>
              <a:ext uri="{FF2B5EF4-FFF2-40B4-BE49-F238E27FC236}">
                <a16:creationId xmlns:a16="http://schemas.microsoft.com/office/drawing/2014/main" id="{638CE977-5A31-4358-8F84-8A8C97D0A4B7}"/>
              </a:ext>
            </a:extLst>
          </p:cNvPr>
          <p:cNvSpPr>
            <a:spLocks noGrp="1"/>
          </p:cNvSpPr>
          <p:nvPr>
            <p:ph type="body" sz="quarter" idx="4294967295"/>
          </p:nvPr>
        </p:nvSpPr>
        <p:spPr>
          <a:xfrm>
            <a:off x="1490663" y="1092200"/>
            <a:ext cx="7653337" cy="673100"/>
          </a:xfrm>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11.1 Counters</a:t>
            </a:r>
          </a:p>
        </p:txBody>
      </p:sp>
      <p:sp>
        <p:nvSpPr>
          <p:cNvPr id="4" name="Text Placeholder 3">
            <a:extLst>
              <a:ext uri="{FF2B5EF4-FFF2-40B4-BE49-F238E27FC236}">
                <a16:creationId xmlns:a16="http://schemas.microsoft.com/office/drawing/2014/main" id="{10114FA2-0303-A8D0-866B-0BF18AEC8564}"/>
              </a:ext>
            </a:extLst>
          </p:cNvPr>
          <p:cNvSpPr>
            <a:spLocks noGrp="1"/>
          </p:cNvSpPr>
          <p:nvPr>
            <p:ph type="body" sz="quarter" idx="4294967295"/>
          </p:nvPr>
        </p:nvSpPr>
        <p:spPr>
          <a:xfrm>
            <a:off x="1490663" y="1909763"/>
            <a:ext cx="7653337" cy="673100"/>
          </a:xfrm>
        </p:spPr>
        <p:txBody>
          <a:bodyPr>
            <a:normAutofit/>
          </a:bodyPr>
          <a:lstStyle/>
          <a:p>
            <a:r>
              <a:rPr lang="en-GB">
                <a:solidFill>
                  <a:srgbClr val="0076D4"/>
                </a:solidFill>
                <a:latin typeface="Segoe UI Semibold" panose="020B0702040204020203" pitchFamily="34" charset="0"/>
              </a:rPr>
              <a:t>02</a:t>
            </a:r>
            <a:r>
              <a:rPr lang="en-GB">
                <a:latin typeface="Segoe UI" panose="020B0502040204020203" pitchFamily="34" charset="0"/>
              </a:rPr>
              <a:t>  11.2 Live monitoring</a:t>
            </a:r>
          </a:p>
        </p:txBody>
      </p:sp>
      <p:sp>
        <p:nvSpPr>
          <p:cNvPr id="5" name="Text Placeholder 4">
            <a:extLst>
              <a:ext uri="{FF2B5EF4-FFF2-40B4-BE49-F238E27FC236}">
                <a16:creationId xmlns:a16="http://schemas.microsoft.com/office/drawing/2014/main" id="{DA6705FA-0571-92E7-C746-8D7096DB7A36}"/>
              </a:ext>
            </a:extLst>
          </p:cNvPr>
          <p:cNvSpPr>
            <a:spLocks noGrp="1"/>
          </p:cNvSpPr>
          <p:nvPr>
            <p:ph type="body" sz="quarter" idx="4294967295"/>
          </p:nvPr>
        </p:nvSpPr>
        <p:spPr>
          <a:xfrm>
            <a:off x="1490663" y="2727325"/>
            <a:ext cx="7653337" cy="673100"/>
          </a:xfrm>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11.3 Data collection</a:t>
            </a:r>
          </a:p>
        </p:txBody>
      </p:sp>
      <p:sp>
        <p:nvSpPr>
          <p:cNvPr id="6" name="Text Placeholder 5">
            <a:extLst>
              <a:ext uri="{FF2B5EF4-FFF2-40B4-BE49-F238E27FC236}">
                <a16:creationId xmlns:a16="http://schemas.microsoft.com/office/drawing/2014/main" id="{A1FD8612-896A-FA5B-5FEF-8364CB85CE4D}"/>
              </a:ext>
            </a:extLst>
          </p:cNvPr>
          <p:cNvSpPr>
            <a:spLocks noGrp="1"/>
          </p:cNvSpPr>
          <p:nvPr>
            <p:ph type="body" sz="quarter" idx="4294967295"/>
          </p:nvPr>
        </p:nvSpPr>
        <p:spPr>
          <a:xfrm>
            <a:off x="1490663" y="3544888"/>
            <a:ext cx="7653337" cy="673100"/>
          </a:xfrm>
        </p:spPr>
        <p:txBody>
          <a:bodyPr>
            <a:normAutofit/>
          </a:bodyPr>
          <a:lstStyle/>
          <a:p>
            <a:r>
              <a:rPr lang="en-GB">
                <a:solidFill>
                  <a:srgbClr val="0076D4"/>
                </a:solidFill>
                <a:latin typeface="Segoe UI Semibold" panose="020B0702040204020203" pitchFamily="34" charset="0"/>
              </a:rPr>
              <a:t>04</a:t>
            </a:r>
            <a:r>
              <a:rPr lang="en-GB">
                <a:latin typeface="Segoe UI" panose="020B0502040204020203" pitchFamily="34" charset="0"/>
              </a:rPr>
              <a:t>  11.4 Monitoring and troubleshooting</a:t>
            </a:r>
          </a:p>
        </p:txBody>
      </p:sp>
      <p:sp>
        <p:nvSpPr>
          <p:cNvPr id="7" name="Course footer">
            <a:extLst>
              <a:ext uri="{FF2B5EF4-FFF2-40B4-BE49-F238E27FC236}">
                <a16:creationId xmlns:a16="http://schemas.microsoft.com/office/drawing/2014/main" id="{54483C8A-E2DB-D27F-5088-1774BFF6624A}"/>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11 | Performance Monitoring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546A0E09-FDC0-9191-F4EA-229AA50029DB}"/>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03</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197696450"/>
      </p:ext>
    </p:extLst>
  </p:cSld>
  <p:clrMapOvr>
    <a:masterClrMapping/>
  </p:clrMapOvr>
  <p:transition>
    <p:fade/>
  </p:transition>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8A3FD35-837E-9E88-E094-E02857CD2DB1}"/>
              </a:ext>
            </a:extLst>
          </p:cNvPr>
          <p:cNvSpPr>
            <a:spLocks noGrp="1"/>
          </p:cNvSpPr>
          <p:nvPr>
            <p:ph type="title"/>
          </p:nvPr>
        </p:nvSpPr>
        <p:spPr/>
        <p:txBody>
          <a:bodyPr wrap="square">
            <a:noAutofit/>
          </a:bodyPr>
          <a:lstStyle/>
          <a:p>
            <a:r>
              <a:rPr lang="en-GB"/>
              <a:t>11.1 Counters</a:t>
            </a:r>
          </a:p>
        </p:txBody>
      </p:sp>
      <p:sp>
        <p:nvSpPr>
          <p:cNvPr id="6" name="Text 6">
            <a:extLst>
              <a:ext uri="{FF2B5EF4-FFF2-40B4-BE49-F238E27FC236}">
                <a16:creationId xmlns:a16="http://schemas.microsoft.com/office/drawing/2014/main" id="{0856861F-63E4-7B09-6334-355FD6AFFCAB}"/>
              </a:ext>
            </a:extLst>
          </p:cNvPr>
          <p:cNvSpPr/>
          <p:nvPr/>
        </p:nvSpPr>
        <p:spPr>
          <a:xfrm>
            <a:off x="2672080" y="546735"/>
            <a:ext cx="5029200" cy="150000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Performance counters measure resource and workload activity so administrators can observe system behavior over time.</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Counter objects and instances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Baseline and trend value</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Relation to troubleshooting and planning</a:t>
            </a:r>
            <a:endParaRPr lang="en-US" sz="1400" dirty="0">
              <a:latin typeface="Segoe UI" panose="020B0502040204020203" pitchFamily="34" charset="0"/>
            </a:endParaRPr>
          </a:p>
        </p:txBody>
      </p:sp>
      <p:sp>
        <p:nvSpPr>
          <p:cNvPr id="13" name="Course footer">
            <a:extLst>
              <a:ext uri="{FF2B5EF4-FFF2-40B4-BE49-F238E27FC236}">
                <a16:creationId xmlns:a16="http://schemas.microsoft.com/office/drawing/2014/main" id="{60CD703C-B2BC-E3B8-71A9-87BC44FE5FFA}"/>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11 | Performance Monitoring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4" name="TextBox 13">
            <a:extLst>
              <a:ext uri="{FF2B5EF4-FFF2-40B4-BE49-F238E27FC236}">
                <a16:creationId xmlns:a16="http://schemas.microsoft.com/office/drawing/2014/main" id="{889219F2-10AF-F93D-ACF7-A1733CD37BE3}"/>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04</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003378315"/>
      </p:ext>
    </p:extLst>
  </p:cSld>
  <p:clrMapOvr>
    <a:masterClrMapping/>
  </p:clrMapOvr>
  <p:transition>
    <p:fade/>
  </p:transition>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FE4B9D5-0A91-6665-1338-02CECFC68C3E}"/>
              </a:ext>
            </a:extLst>
          </p:cNvPr>
          <p:cNvSpPr>
            <a:spLocks noGrp="1"/>
          </p:cNvSpPr>
          <p:nvPr>
            <p:ph type="title"/>
          </p:nvPr>
        </p:nvSpPr>
        <p:spPr/>
        <p:txBody>
          <a:bodyPr/>
          <a:lstStyle/>
          <a:p>
            <a:r>
              <a:rPr lang="en-GB" dirty="0"/>
              <a:t>Performance Monitor	</a:t>
            </a:r>
          </a:p>
        </p:txBody>
      </p:sp>
      <p:pic>
        <p:nvPicPr>
          <p:cNvPr id="5" name="Picture 4">
            <a:extLst>
              <a:ext uri="{FF2B5EF4-FFF2-40B4-BE49-F238E27FC236}">
                <a16:creationId xmlns:a16="http://schemas.microsoft.com/office/drawing/2014/main" id="{6F5F3C65-D3A1-F8E3-1D8D-4E7DD8813441}"/>
              </a:ext>
            </a:extLst>
          </p:cNvPr>
          <p:cNvPicPr>
            <a:picLocks noChangeAspect="1"/>
          </p:cNvPicPr>
          <p:nvPr/>
        </p:nvPicPr>
        <p:blipFill>
          <a:blip r:embed="rId2"/>
          <a:stretch>
            <a:fillRect/>
          </a:stretch>
        </p:blipFill>
        <p:spPr>
          <a:xfrm>
            <a:off x="1219200" y="876745"/>
            <a:ext cx="5443898" cy="3756608"/>
          </a:xfrm>
          <a:prstGeom prst="rect">
            <a:avLst/>
          </a:prstGeom>
        </p:spPr>
      </p:pic>
    </p:spTree>
    <p:extLst>
      <p:ext uri="{BB962C8B-B14F-4D97-AF65-F5344CB8AC3E}">
        <p14:creationId xmlns:p14="http://schemas.microsoft.com/office/powerpoint/2010/main" val="3624898103"/>
      </p:ext>
    </p:extLst>
  </p:cSld>
  <p:clrMapOvr>
    <a:masterClrMapping/>
  </p:clrMapOvr>
  <p:transition>
    <p:fade/>
  </p:transition>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60A51B9-7748-1B48-A4EB-4932B97F6544}"/>
              </a:ext>
            </a:extLst>
          </p:cNvPr>
          <p:cNvSpPr>
            <a:spLocks noGrp="1"/>
          </p:cNvSpPr>
          <p:nvPr>
            <p:ph type="title"/>
          </p:nvPr>
        </p:nvSpPr>
        <p:spPr/>
        <p:txBody>
          <a:bodyPr wrap="square">
            <a:noAutofit/>
          </a:bodyPr>
          <a:lstStyle/>
          <a:p>
            <a:r>
              <a:rPr lang="en-GB"/>
              <a:t>11.2 Live Monitoring</a:t>
            </a:r>
          </a:p>
        </p:txBody>
      </p:sp>
      <p:sp>
        <p:nvSpPr>
          <p:cNvPr id="7" name="Text 6">
            <a:extLst>
              <a:ext uri="{FF2B5EF4-FFF2-40B4-BE49-F238E27FC236}">
                <a16:creationId xmlns:a16="http://schemas.microsoft.com/office/drawing/2014/main" id="{EE24F8F1-EBBA-00F9-7034-96B1E8ECF9BB}"/>
              </a:ext>
            </a:extLst>
          </p:cNvPr>
          <p:cNvSpPr/>
          <p:nvPr/>
        </p:nvSpPr>
        <p:spPr>
          <a:xfrm>
            <a:off x="3139440" y="668655"/>
            <a:ext cx="5029200" cy="150000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Live monitoring means observing server performance in real time to understand current activity and spot active issues.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Real-time views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Immediate operational feedback</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Interactive observation tools</a:t>
            </a:r>
            <a:endParaRPr lang="en-US" sz="1400" dirty="0">
              <a:latin typeface="Segoe UI" panose="020B0502040204020203" pitchFamily="34" charset="0"/>
            </a:endParaRPr>
          </a:p>
        </p:txBody>
      </p:sp>
      <p:sp>
        <p:nvSpPr>
          <p:cNvPr id="14" name="Course footer">
            <a:extLst>
              <a:ext uri="{FF2B5EF4-FFF2-40B4-BE49-F238E27FC236}">
                <a16:creationId xmlns:a16="http://schemas.microsoft.com/office/drawing/2014/main" id="{E42469D3-FFD6-0CEA-8513-4027B7D44374}"/>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11 | Performance Monitoring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5" name="TextBox 14">
            <a:extLst>
              <a:ext uri="{FF2B5EF4-FFF2-40B4-BE49-F238E27FC236}">
                <a16:creationId xmlns:a16="http://schemas.microsoft.com/office/drawing/2014/main" id="{96276066-6E3B-047F-6FFD-99940A612B2D}"/>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05</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117142219"/>
      </p:ext>
    </p:extLst>
  </p:cSld>
  <p:clrMapOvr>
    <a:masterClrMapping/>
  </p:clrMapOvr>
  <p:transition>
    <p:fade/>
  </p:transition>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E6EBC8F6-FF1C-BD90-AE95-465B6DBBE470}"/>
              </a:ext>
            </a:extLst>
          </p:cNvPr>
          <p:cNvSpPr>
            <a:spLocks noGrp="1"/>
          </p:cNvSpPr>
          <p:nvPr>
            <p:ph type="title"/>
          </p:nvPr>
        </p:nvSpPr>
        <p:spPr/>
        <p:txBody>
          <a:bodyPr/>
          <a:lstStyle/>
          <a:p>
            <a:r>
              <a:rPr lang="en-GB" dirty="0"/>
              <a:t>Task Manger and Resource Monitor</a:t>
            </a:r>
          </a:p>
        </p:txBody>
      </p:sp>
      <p:pic>
        <p:nvPicPr>
          <p:cNvPr id="5" name="Picture 4">
            <a:extLst>
              <a:ext uri="{FF2B5EF4-FFF2-40B4-BE49-F238E27FC236}">
                <a16:creationId xmlns:a16="http://schemas.microsoft.com/office/drawing/2014/main" id="{192D1951-6B4E-AB9F-82FF-D906D2459EBD}"/>
              </a:ext>
            </a:extLst>
          </p:cNvPr>
          <p:cNvPicPr>
            <a:picLocks noChangeAspect="1"/>
          </p:cNvPicPr>
          <p:nvPr/>
        </p:nvPicPr>
        <p:blipFill>
          <a:blip r:embed="rId2"/>
          <a:stretch>
            <a:fillRect/>
          </a:stretch>
        </p:blipFill>
        <p:spPr>
          <a:xfrm>
            <a:off x="883920" y="977984"/>
            <a:ext cx="6377470" cy="3911515"/>
          </a:xfrm>
          <a:prstGeom prst="rect">
            <a:avLst/>
          </a:prstGeom>
        </p:spPr>
      </p:pic>
    </p:spTree>
    <p:extLst>
      <p:ext uri="{BB962C8B-B14F-4D97-AF65-F5344CB8AC3E}">
        <p14:creationId xmlns:p14="http://schemas.microsoft.com/office/powerpoint/2010/main" val="2379165939"/>
      </p:ext>
    </p:extLst>
  </p:cSld>
  <p:clrMapOvr>
    <a:masterClrMapping/>
  </p:clrMapOvr>
  <p:transition>
    <p:fade/>
  </p:transition>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29650C8-C3E5-40CB-764A-3C736E52D561}"/>
              </a:ext>
            </a:extLst>
          </p:cNvPr>
          <p:cNvSpPr>
            <a:spLocks noGrp="1"/>
          </p:cNvSpPr>
          <p:nvPr>
            <p:ph type="title"/>
          </p:nvPr>
        </p:nvSpPr>
        <p:spPr/>
        <p:txBody>
          <a:bodyPr wrap="square">
            <a:noAutofit/>
          </a:bodyPr>
          <a:lstStyle/>
          <a:p>
            <a:r>
              <a:rPr lang="en-GB"/>
              <a:t>11.3 Data Collection</a:t>
            </a:r>
          </a:p>
        </p:txBody>
      </p:sp>
      <p:sp>
        <p:nvSpPr>
          <p:cNvPr id="6" name="Text 6">
            <a:extLst>
              <a:ext uri="{FF2B5EF4-FFF2-40B4-BE49-F238E27FC236}">
                <a16:creationId xmlns:a16="http://schemas.microsoft.com/office/drawing/2014/main" id="{6ADBB2AB-CD23-C94B-F861-C66A668AD31D}"/>
              </a:ext>
            </a:extLst>
          </p:cNvPr>
          <p:cNvSpPr/>
          <p:nvPr/>
        </p:nvSpPr>
        <p:spPr>
          <a:xfrm>
            <a:off x="3027680" y="709295"/>
            <a:ext cx="5029200" cy="1500000"/>
          </a:xfrm>
          <a:prstGeom prst="rect">
            <a:avLst/>
          </a:prstGeom>
          <a:noFill/>
          <a:ln/>
        </p:spPr>
        <p:txBody>
          <a:bodyPr wrap="square" lIns="0" tIns="0" rIns="0" bIns="0" rtlCol="0" anchor="t">
            <a:normAutofit/>
          </a:bodyPr>
          <a:lstStyle/>
          <a:p>
            <a:pPr marL="0" indent="0">
              <a:spcAft>
                <a:spcPts val="500"/>
              </a:spcAft>
              <a:buNone/>
            </a:pPr>
            <a:r>
              <a:rPr lang="en-US" sz="1400" b="1" dirty="0">
                <a:solidFill>
                  <a:srgbClr val="023047"/>
                </a:solidFill>
                <a:latin typeface="Segoe UI" panose="020B0502040204020203" pitchFamily="34" charset="0"/>
                <a:ea typeface="Calibri" pitchFamily="34" charset="-122"/>
                <a:cs typeface="Calibri" pitchFamily="34" charset="-120"/>
              </a:rPr>
              <a:t>Data collection captures performance data over time so administrators can analyze trends, baselines, and intermittent issues.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Scheduled collection</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Logged data and trend analysis</a:t>
            </a:r>
            <a:endParaRPr lang="en-US" sz="1400" dirty="0">
              <a:latin typeface="Segoe UI" panose="020B0502040204020203" pitchFamily="34" charset="0"/>
            </a:endParaRPr>
          </a:p>
          <a:p>
            <a:pPr marL="342900" indent="-342900">
              <a:spcAft>
                <a:spcPts val="400"/>
              </a:spcAft>
              <a:buSzPct val="100000"/>
              <a:buChar char="•"/>
            </a:pPr>
            <a:r>
              <a:rPr lang="en-US" sz="1400" dirty="0">
                <a:solidFill>
                  <a:srgbClr val="023047"/>
                </a:solidFill>
                <a:latin typeface="Segoe UI" panose="020B0502040204020203" pitchFamily="34" charset="0"/>
                <a:ea typeface="Calibri" pitchFamily="34" charset="-122"/>
                <a:cs typeface="Calibri" pitchFamily="34" charset="-120"/>
              </a:rPr>
              <a:t>Repeatable operational measurement</a:t>
            </a:r>
            <a:endParaRPr lang="en-US" sz="1400" dirty="0">
              <a:latin typeface="Segoe UI" panose="020B0502040204020203" pitchFamily="34" charset="0"/>
            </a:endParaRPr>
          </a:p>
        </p:txBody>
      </p:sp>
      <p:sp>
        <p:nvSpPr>
          <p:cNvPr id="13" name="Course footer">
            <a:extLst>
              <a:ext uri="{FF2B5EF4-FFF2-40B4-BE49-F238E27FC236}">
                <a16:creationId xmlns:a16="http://schemas.microsoft.com/office/drawing/2014/main" id="{BB20B3B7-1E36-DBFD-3531-42EEB49A81F9}"/>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11 | Performance Monitoring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4" name="TextBox 13">
            <a:extLst>
              <a:ext uri="{FF2B5EF4-FFF2-40B4-BE49-F238E27FC236}">
                <a16:creationId xmlns:a16="http://schemas.microsoft.com/office/drawing/2014/main" id="{9EF04D01-3DAF-82B1-DDD2-5CB9D825F715}"/>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06</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3658259449"/>
      </p:ext>
    </p:extLst>
  </p:cSld>
  <p:clrMapOvr>
    <a:masterClrMapping/>
  </p:clrMapOvr>
  <p:transition>
    <p:fade/>
  </p:transition>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074" name="Picture 2" descr="Sysinternals icon">
            <a:extLst>
              <a:ext uri="{FF2B5EF4-FFF2-40B4-BE49-F238E27FC236}">
                <a16:creationId xmlns:a16="http://schemas.microsoft.com/office/drawing/2014/main" id="{FE73AD7D-C3E0-B476-8A1C-CE99BD26BB3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25780" y="476250"/>
            <a:ext cx="838200" cy="838200"/>
          </a:xfrm>
          <a:prstGeom prst="rect">
            <a:avLst/>
          </a:prstGeom>
          <a:noFill/>
          <a:extLst>
            <a:ext uri="{909E8E84-426E-40DD-AFC4-6F175D3DCCD1}">
              <a14:hiddenFill xmlns:a14="http://schemas.microsoft.com/office/drawing/2010/main">
                <a:solidFill>
                  <a:srgbClr val="FFFFFF"/>
                </a:solidFill>
              </a14:hiddenFill>
            </a:ext>
          </a:extLst>
        </p:spPr>
      </p:pic>
      <p:sp>
        <p:nvSpPr>
          <p:cNvPr id="3" name="TextBox 2">
            <a:extLst>
              <a:ext uri="{FF2B5EF4-FFF2-40B4-BE49-F238E27FC236}">
                <a16:creationId xmlns:a16="http://schemas.microsoft.com/office/drawing/2014/main" id="{CFB9A6DF-988E-3733-C9AA-921460112D44}"/>
              </a:ext>
            </a:extLst>
          </p:cNvPr>
          <p:cNvSpPr txBox="1"/>
          <p:nvPr/>
        </p:nvSpPr>
        <p:spPr>
          <a:xfrm>
            <a:off x="1981200" y="710684"/>
            <a:ext cx="4572000" cy="369332"/>
          </a:xfrm>
          <a:prstGeom prst="rect">
            <a:avLst/>
          </a:prstGeom>
          <a:noFill/>
        </p:spPr>
        <p:txBody>
          <a:bodyPr wrap="square">
            <a:spAutoFit/>
          </a:bodyPr>
          <a:lstStyle/>
          <a:p>
            <a:pPr>
              <a:buNone/>
            </a:pPr>
            <a:r>
              <a:rPr lang="en-GB" b="1" dirty="0" err="1"/>
              <a:t>Sysinternals</a:t>
            </a:r>
            <a:endParaRPr lang="en-GB" b="1" dirty="0"/>
          </a:p>
        </p:txBody>
      </p:sp>
      <p:sp>
        <p:nvSpPr>
          <p:cNvPr id="5" name="TextBox 4">
            <a:extLst>
              <a:ext uri="{FF2B5EF4-FFF2-40B4-BE49-F238E27FC236}">
                <a16:creationId xmlns:a16="http://schemas.microsoft.com/office/drawing/2014/main" id="{67C33FA3-4FBF-6B08-C360-D81E923C1B76}"/>
              </a:ext>
            </a:extLst>
          </p:cNvPr>
          <p:cNvSpPr txBox="1"/>
          <p:nvPr/>
        </p:nvSpPr>
        <p:spPr>
          <a:xfrm>
            <a:off x="1981200" y="1609358"/>
            <a:ext cx="4572000" cy="2308324"/>
          </a:xfrm>
          <a:prstGeom prst="rect">
            <a:avLst/>
          </a:prstGeom>
          <a:noFill/>
        </p:spPr>
        <p:txBody>
          <a:bodyPr wrap="square">
            <a:spAutoFit/>
          </a:bodyPr>
          <a:lstStyle/>
          <a:p>
            <a:r>
              <a:rPr lang="en-GB" dirty="0"/>
              <a:t>The </a:t>
            </a:r>
            <a:r>
              <a:rPr lang="en-GB" dirty="0" err="1"/>
              <a:t>Sysinternals</a:t>
            </a:r>
            <a:r>
              <a:rPr lang="en-GB" dirty="0"/>
              <a:t> web site was created in 1996 by </a:t>
            </a:r>
            <a:r>
              <a:rPr lang="en-GB" dirty="0">
                <a:hlinkClick r:id="rId3"/>
              </a:rPr>
              <a:t>Mark Russinovich</a:t>
            </a:r>
            <a:r>
              <a:rPr lang="en-GB" dirty="0"/>
              <a:t> to host his advanced system utilities and technical information. Whether you’re an IT Pro or a developer, you’ll find </a:t>
            </a:r>
            <a:r>
              <a:rPr lang="en-GB" dirty="0" err="1"/>
              <a:t>Sysinternals</a:t>
            </a:r>
            <a:r>
              <a:rPr lang="en-GB" dirty="0"/>
              <a:t> utilities to help you manage, troubleshoot and diagnose your Windows and Linux systems and applications.</a:t>
            </a:r>
          </a:p>
        </p:txBody>
      </p:sp>
      <p:sp>
        <p:nvSpPr>
          <p:cNvPr id="7" name="TextBox 6">
            <a:extLst>
              <a:ext uri="{FF2B5EF4-FFF2-40B4-BE49-F238E27FC236}">
                <a16:creationId xmlns:a16="http://schemas.microsoft.com/office/drawing/2014/main" id="{3D187C53-B46D-00A4-0FA6-CD66D04D7348}"/>
              </a:ext>
            </a:extLst>
          </p:cNvPr>
          <p:cNvSpPr txBox="1"/>
          <p:nvPr/>
        </p:nvSpPr>
        <p:spPr>
          <a:xfrm>
            <a:off x="599440" y="4205585"/>
            <a:ext cx="7945120" cy="369332"/>
          </a:xfrm>
          <a:prstGeom prst="rect">
            <a:avLst/>
          </a:prstGeom>
          <a:noFill/>
        </p:spPr>
        <p:txBody>
          <a:bodyPr wrap="square">
            <a:spAutoFit/>
          </a:bodyPr>
          <a:lstStyle/>
          <a:p>
            <a:r>
              <a:rPr lang="en-GB" b="1" dirty="0"/>
              <a:t>https://learn.microsoft.com/en-us/sysinternals/</a:t>
            </a:r>
          </a:p>
        </p:txBody>
      </p:sp>
    </p:spTree>
    <p:extLst>
      <p:ext uri="{BB962C8B-B14F-4D97-AF65-F5344CB8AC3E}">
        <p14:creationId xmlns:p14="http://schemas.microsoft.com/office/powerpoint/2010/main" val="3427113224"/>
      </p:ext>
    </p:extLst>
  </p:cSld>
  <p:clrMapOvr>
    <a:masterClrMapping/>
  </p:clrMapOvr>
  <p:transition>
    <p:fade/>
  </p:transition>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CB2BF7-7611-8402-5BC2-32B905E597EB}"/>
              </a:ext>
            </a:extLst>
          </p:cNvPr>
          <p:cNvSpPr>
            <a:spLocks noGrp="1"/>
          </p:cNvSpPr>
          <p:nvPr>
            <p:ph type="title"/>
          </p:nvPr>
        </p:nvSpPr>
        <p:spPr/>
        <p:txBody>
          <a:bodyPr/>
          <a:lstStyle/>
          <a:p>
            <a:r>
              <a:rPr lang="en-GB" dirty="0"/>
              <a:t>Sys Internals Tools list</a:t>
            </a:r>
          </a:p>
        </p:txBody>
      </p:sp>
      <p:sp>
        <p:nvSpPr>
          <p:cNvPr id="7" name="Rectangle 4">
            <a:extLst>
              <a:ext uri="{FF2B5EF4-FFF2-40B4-BE49-F238E27FC236}">
                <a16:creationId xmlns:a16="http://schemas.microsoft.com/office/drawing/2014/main" id="{57424D69-6653-B3AB-C018-A4C0A99D7A95}"/>
              </a:ext>
            </a:extLst>
          </p:cNvPr>
          <p:cNvSpPr>
            <a:spLocks noChangeArrowheads="1"/>
          </p:cNvSpPr>
          <p:nvPr/>
        </p:nvSpPr>
        <p:spPr bwMode="auto">
          <a:xfrm>
            <a:off x="400000" y="900000"/>
            <a:ext cx="8344000" cy="405000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45720" tIns="45720" rIns="45720" bIns="45720" numCol="3" spcCol="180000" anchor="t" anchorCtr="0" compatLnSpc="1">
            <a:prstTxWarp prst="textNoShape">
              <a:avLst/>
            </a:prstTxWarp>
          </a:bodyPr>
          <a:lstStyle/>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panose="020B0604020202020204" pitchFamily="34" charset="0"/>
              </a:rPr>
              <a:t>Common </a:t>
            </a:r>
            <a:r>
              <a:rPr kumimoji="0" lang="en-US" altLang="en-US" sz="1000" b="0" i="0" u="none" strike="noStrike" cap="none" normalizeH="0" baseline="0" err="1">
                <a:ln>
                  <a:noFill/>
                </a:ln>
                <a:solidFill>
                  <a:schemeClr val="tx1"/>
                </a:solidFill>
                <a:effectLst/>
                <a:latin typeface="Arial" panose="020B0604020202020204" pitchFamily="34" charset="0"/>
              </a:rPr>
              <a:t>Sysinternals</a:t>
            </a:r>
            <a:r>
              <a:rPr kumimoji="0" lang="en-US" altLang="en-US" sz="1000" b="0" i="0" u="none" strike="noStrike" cap="none" normalizeH="0" baseline="0">
                <a:ln>
                  <a:noFill/>
                </a:ln>
                <a:solidFill>
                  <a:schemeClr val="tx1"/>
                </a:solidFill>
                <a:effectLst/>
                <a:latin typeface="Arial" panose="020B0604020202020204" pitchFamily="34" charset="0"/>
              </a:rPr>
              <a:t> tools: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AccessChk</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AccessEnum</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ADExplorer</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ADInsight</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AdRestore</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Autologon</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Autoruns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BgInfo</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CacheSet</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ClockRes</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Coreinfo</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Ctrl2Cap</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DebugView</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Desktops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Disk2vhd</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DiskExt</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DiskMon</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DiskView</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Disk Usage / DU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EFSDump</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FindLinks</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Handle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Hex2Dec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Junction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LDMDump</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ListDLLs</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LiveKd</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LoadOrder</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LogonSessions</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MoveFile</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NotMyFault</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NTFSInfo</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PendMoves</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PipeList</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PortMon</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ProcDump</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Process Explorer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Process Monitor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PsExec</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PsFile</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PsGetSid</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PsInfo</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PsKill</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PsList</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PsLoggedOn</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PsLogList</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PsPasswd</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PsPing</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PsService</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PsShutdown</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PsSuspend</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RAMMap</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RegDelNull</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Registry Usage / RU</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RegJump</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RootkitRevealer</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SDelete</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ShareEnum</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ShellRunas</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Sigcheck</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Streams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Strings</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Sync</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a:ln>
                  <a:noFill/>
                </a:ln>
                <a:solidFill>
                  <a:schemeClr val="tx1"/>
                </a:solidFill>
                <a:effectLst/>
                <a:latin typeface="Arial" panose="020B0604020202020204" pitchFamily="34" charset="0"/>
              </a:rPr>
              <a:t>Sysmon</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TCPView</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VMMap</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VolumeID</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Whois</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WinObj</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1000" b="0" i="0" u="none" strike="noStrike" cap="none" normalizeH="0" baseline="0" err="1">
                <a:ln>
                  <a:noFill/>
                </a:ln>
                <a:solidFill>
                  <a:schemeClr val="tx1"/>
                </a:solidFill>
                <a:effectLst/>
                <a:latin typeface="Arial" panose="020B0604020202020204" pitchFamily="34" charset="0"/>
              </a:rPr>
              <a:t>ZoomIt</a:t>
            </a:r>
            <a:endParaRPr kumimoji="0" lang="en-US" altLang="en-US" sz="1000" b="0" i="0" u="none" strike="noStrike" cap="none" normalizeH="0" baseline="0">
              <a:ln>
                <a:noFill/>
              </a:ln>
              <a:solidFill>
                <a:schemeClr val="tx1"/>
              </a:solidFill>
              <a:effectLst/>
              <a:latin typeface="Arial" panose="020B0604020202020204" pitchFamily="34" charset="0"/>
            </a:endParaRPr>
          </a:p>
          <a:p>
            <a:pPr marL="0" marR="0" lvl="0" indent="0" algn="l" defTabSz="914400" rtl="0" eaLnBrk="0" fontAlgn="base" latinLnBrk="0" hangingPunct="0">
              <a:lnSpc>
                <a:spcPct val="100000"/>
              </a:lnSpc>
              <a:spcBef>
                <a:spcPct val="0"/>
              </a:spcBef>
              <a:spcAft>
                <a:spcPct val="0"/>
              </a:spcAft>
              <a:buClrTx/>
              <a:buSzTx/>
              <a:buFontTx/>
              <a:buNone/>
              <a:tabLst/>
            </a:pPr>
            <a:r>
              <a:rPr kumimoji="0" lang="en-US" altLang="en-US" sz="1000" b="0" i="0" u="none" strike="noStrike" cap="none" normalizeH="0" baseline="0">
                <a:ln>
                  <a:noFill/>
                </a:ln>
                <a:solidFill>
                  <a:schemeClr val="tx1"/>
                </a:solidFill>
                <a:effectLst/>
                <a:latin typeface="Arial" panose="020B0604020202020204" pitchFamily="34" charset="0"/>
              </a:rPr>
              <a:t>Microsoft maintains the current </a:t>
            </a:r>
            <a:r>
              <a:rPr kumimoji="0" lang="en-US" altLang="en-US" sz="1000" b="0" i="0" u="none" strike="noStrike" cap="none" normalizeH="0" baseline="0" err="1">
                <a:ln>
                  <a:noFill/>
                </a:ln>
                <a:solidFill>
                  <a:schemeClr val="tx1"/>
                </a:solidFill>
                <a:effectLst/>
                <a:latin typeface="Arial" panose="020B0604020202020204" pitchFamily="34" charset="0"/>
              </a:rPr>
              <a:t>Sysinternals</a:t>
            </a:r>
            <a:r>
              <a:rPr kumimoji="0" lang="en-US" altLang="en-US" sz="1000" b="0" i="0" u="none" strike="noStrike" cap="none" normalizeH="0" baseline="0">
                <a:ln>
                  <a:noFill/>
                </a:ln>
                <a:solidFill>
                  <a:schemeClr val="tx1"/>
                </a:solidFill>
                <a:effectLst/>
                <a:latin typeface="Arial" panose="020B0604020202020204" pitchFamily="34" charset="0"/>
              </a:rPr>
              <a:t> utilities list on Microsoft Learn. (</a:t>
            </a:r>
            <a:r>
              <a:rPr kumimoji="0" lang="en-US" altLang="en-US" sz="1000" b="0" i="0" u="none" strike="noStrike" cap="none" normalizeH="0" baseline="0">
                <a:ln>
                  <a:noFill/>
                </a:ln>
                <a:solidFill>
                  <a:schemeClr val="tx1"/>
                </a:solidFill>
                <a:effectLst/>
                <a:latin typeface="Arial" panose="020B0604020202020204" pitchFamily="34" charset="0"/>
                <a:hlinkClick r:id="rId2" tooltip="Sysinternals Utilities"/>
              </a:rPr>
              <a:t>learn.microsoft.com</a:t>
            </a:r>
            <a:r>
              <a:rPr kumimoji="0" lang="en-US" altLang="en-US" sz="1000" b="0" i="0" u="none" strike="noStrike" cap="none" normalizeH="0" baseline="0">
                <a:ln>
                  <a:noFill/>
                </a:ln>
                <a:solidFill>
                  <a:schemeClr val="tx1"/>
                </a:solidFill>
                <a:effectLst/>
                <a:latin typeface="Arial" panose="020B0604020202020204" pitchFamily="34" charset="0"/>
              </a:rPr>
              <a:t>)</a:t>
            </a:r>
          </a:p>
        </p:txBody>
      </p:sp>
    </p:spTree>
    <p:extLst>
      <p:ext uri="{BB962C8B-B14F-4D97-AF65-F5344CB8AC3E}">
        <p14:creationId xmlns:p14="http://schemas.microsoft.com/office/powerpoint/2010/main" val="58530049"/>
      </p:ext>
    </p:extLst>
  </p:cSld>
  <p:clrMapOvr>
    <a:masterClrMapping/>
  </p:clrMapOvr>
  <p:transition>
    <p:fade/>
  </p:transition>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C208F647-349A-8D13-E4BC-9BF724C9FBE6}"/>
              </a:ext>
            </a:extLst>
          </p:cNvPr>
          <p:cNvSpPr>
            <a:spLocks noGrp="1"/>
          </p:cNvSpPr>
          <p:nvPr>
            <p:ph type="title"/>
          </p:nvPr>
        </p:nvSpPr>
        <p:spPr/>
        <p:txBody>
          <a:bodyPr/>
          <a:lstStyle/>
          <a:p>
            <a:r>
              <a:rPr lang="en-GB" dirty="0"/>
              <a:t>Data collector sets</a:t>
            </a:r>
            <a:br>
              <a:rPr lang="en-GB" dirty="0"/>
            </a:br>
            <a:endParaRPr lang="en-GB" dirty="0"/>
          </a:p>
        </p:txBody>
      </p:sp>
      <p:pic>
        <p:nvPicPr>
          <p:cNvPr id="5" name="Picture 4">
            <a:extLst>
              <a:ext uri="{FF2B5EF4-FFF2-40B4-BE49-F238E27FC236}">
                <a16:creationId xmlns:a16="http://schemas.microsoft.com/office/drawing/2014/main" id="{1A447B03-A795-3DA0-0411-80E61E8F7EF3}"/>
              </a:ext>
            </a:extLst>
          </p:cNvPr>
          <p:cNvPicPr>
            <a:picLocks noChangeAspect="1"/>
          </p:cNvPicPr>
          <p:nvPr/>
        </p:nvPicPr>
        <p:blipFill>
          <a:blip r:embed="rId2"/>
          <a:stretch>
            <a:fillRect/>
          </a:stretch>
        </p:blipFill>
        <p:spPr>
          <a:xfrm>
            <a:off x="313982" y="924560"/>
            <a:ext cx="5828217" cy="3770825"/>
          </a:xfrm>
          <a:prstGeom prst="rect">
            <a:avLst/>
          </a:prstGeom>
        </p:spPr>
      </p:pic>
    </p:spTree>
    <p:extLst>
      <p:ext uri="{BB962C8B-B14F-4D97-AF65-F5344CB8AC3E}">
        <p14:creationId xmlns:p14="http://schemas.microsoft.com/office/powerpoint/2010/main" val="2815996084"/>
      </p:ext>
    </p:extLst>
  </p:cSld>
  <p:clrMapOvr>
    <a:masterClrMapping/>
  </p:clrMapOvr>
  <p:transition>
    <p:fade/>
  </p:transition>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99D1339-CB05-8035-84DA-F7D4C2ADC3E2}"/>
              </a:ext>
            </a:extLst>
          </p:cNvPr>
          <p:cNvSpPr>
            <a:spLocks noGrp="1"/>
          </p:cNvSpPr>
          <p:nvPr>
            <p:ph type="title" idx="4294967295"/>
          </p:nvPr>
        </p:nvSpPr>
        <p:spPr>
          <a:xfrm>
            <a:off x="438912" y="601662"/>
            <a:ext cx="8258175" cy="327025"/>
          </a:xfrm>
        </p:spPr>
        <p:txBody>
          <a:bodyPr wrap="square">
            <a:noAutofit/>
          </a:bodyPr>
          <a:lstStyle/>
          <a:p>
            <a:r>
              <a:rPr lang="en-GB" dirty="0"/>
              <a:t>11.4 Monitoring and Troubleshooting</a:t>
            </a:r>
          </a:p>
        </p:txBody>
      </p:sp>
      <p:sp>
        <p:nvSpPr>
          <p:cNvPr id="3" name="Text 6">
            <a:extLst>
              <a:ext uri="{FF2B5EF4-FFF2-40B4-BE49-F238E27FC236}">
                <a16:creationId xmlns:a16="http://schemas.microsoft.com/office/drawing/2014/main" id="{83069576-6DDB-8943-47FB-DC64F42F6395}"/>
              </a:ext>
            </a:extLst>
          </p:cNvPr>
          <p:cNvSpPr/>
          <p:nvPr/>
        </p:nvSpPr>
        <p:spPr>
          <a:xfrm>
            <a:off x="461962" y="1562734"/>
            <a:ext cx="7334250" cy="3213735"/>
          </a:xfrm>
          <a:prstGeom prst="rect">
            <a:avLst/>
          </a:prstGeom>
          <a:noFill/>
          <a:ln/>
        </p:spPr>
        <p:txBody>
          <a:bodyPr wrap="square" lIns="0" tIns="0" rIns="0" bIns="0" rtlCol="0" anchor="t">
            <a:normAutofit/>
          </a:bodyPr>
          <a:lstStyle/>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Monitoring provides the evidence base for troubleshooting</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Symptoms and root causes are not always the same</a:t>
            </a:r>
            <a:endParaRPr lang="en-US" sz="1600" dirty="0">
              <a:latin typeface="Segoe UI" panose="020B0502040204020203" pitchFamily="34" charset="0"/>
            </a:endParaRPr>
          </a:p>
          <a:p>
            <a:pPr marL="342900" indent="-342900">
              <a:spcAft>
                <a:spcPts val="700"/>
              </a:spcAft>
              <a:buSzPct val="100000"/>
              <a:buChar char="•"/>
            </a:pPr>
            <a:r>
              <a:rPr lang="en-US" sz="1600" dirty="0">
                <a:solidFill>
                  <a:srgbClr val="023047"/>
                </a:solidFill>
                <a:latin typeface="Segoe UI" panose="020B0502040204020203" pitchFamily="34" charset="0"/>
                <a:ea typeface="Calibri" pitchFamily="34" charset="-122"/>
                <a:cs typeface="Calibri" pitchFamily="34" charset="-120"/>
              </a:rPr>
              <a:t>Validate after remediation instead of assuming the fix worked</a:t>
            </a:r>
            <a:endParaRPr lang="en-US" sz="1600" dirty="0">
              <a:latin typeface="Segoe UI" panose="020B0502040204020203" pitchFamily="34" charset="0"/>
            </a:endParaRPr>
          </a:p>
        </p:txBody>
      </p:sp>
      <p:sp>
        <p:nvSpPr>
          <p:cNvPr id="4" name="Course footer">
            <a:extLst>
              <a:ext uri="{FF2B5EF4-FFF2-40B4-BE49-F238E27FC236}">
                <a16:creationId xmlns:a16="http://schemas.microsoft.com/office/drawing/2014/main" id="{07FB66DE-C69D-B271-BEC9-4B8E8D4410E7}"/>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11 | Performance Monitoring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5" name="TextBox 4">
            <a:extLst>
              <a:ext uri="{FF2B5EF4-FFF2-40B4-BE49-F238E27FC236}">
                <a16:creationId xmlns:a16="http://schemas.microsoft.com/office/drawing/2014/main" id="{1A1DAAD3-93C7-0773-DA37-343C9920B1FC}"/>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07</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4019699389"/>
      </p:ext>
    </p:extLst>
  </p:cSld>
  <p:clrMapOvr>
    <a:masterClrMapping/>
  </p:clrMapOvr>
  <p:transition>
    <p:fade/>
  </p:transition>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Process Explorer Download Free - 17.12 | TechSpot">
            <a:extLst>
              <a:ext uri="{FF2B5EF4-FFF2-40B4-BE49-F238E27FC236}">
                <a16:creationId xmlns:a16="http://schemas.microsoft.com/office/drawing/2014/main" id="{DCBE1FD6-50E9-3F22-FB1B-C541BFC052B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13982" y="919595"/>
            <a:ext cx="5313218" cy="3984914"/>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7711CED4-437D-15FA-488C-CCCB5655F05E}"/>
              </a:ext>
            </a:extLst>
          </p:cNvPr>
          <p:cNvSpPr>
            <a:spLocks noGrp="1"/>
          </p:cNvSpPr>
          <p:nvPr>
            <p:ph type="title"/>
          </p:nvPr>
        </p:nvSpPr>
        <p:spPr/>
        <p:txBody>
          <a:bodyPr/>
          <a:lstStyle/>
          <a:p>
            <a:r>
              <a:rPr lang="en-GB" dirty="0"/>
              <a:t>Process Explorer</a:t>
            </a:r>
          </a:p>
        </p:txBody>
      </p:sp>
    </p:spTree>
    <p:extLst>
      <p:ext uri="{BB962C8B-B14F-4D97-AF65-F5344CB8AC3E}">
        <p14:creationId xmlns:p14="http://schemas.microsoft.com/office/powerpoint/2010/main" val="1390555703"/>
      </p:ext>
    </p:extLst>
  </p:cSld>
  <p:clrMapOvr>
    <a:masterClrMapping/>
  </p:clrMapOvr>
  <p:transition>
    <p:fade/>
  </p:transition>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050" name="Picture 2" descr="Process Monitor screenshot">
            <a:extLst>
              <a:ext uri="{FF2B5EF4-FFF2-40B4-BE49-F238E27FC236}">
                <a16:creationId xmlns:a16="http://schemas.microsoft.com/office/drawing/2014/main" id="{E9B99E81-409D-AA46-7348-B997CCF171FF}"/>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13064" y="985648"/>
            <a:ext cx="5384800" cy="4022770"/>
          </a:xfrm>
          <a:prstGeom prst="rect">
            <a:avLst/>
          </a:prstGeom>
          <a:noFill/>
          <a:extLst>
            <a:ext uri="{909E8E84-426E-40DD-AFC4-6F175D3DCCD1}">
              <a14:hiddenFill xmlns:a14="http://schemas.microsoft.com/office/drawing/2010/main">
                <a:solidFill>
                  <a:srgbClr val="FFFFFF"/>
                </a:solidFill>
              </a14:hiddenFill>
            </a:ext>
          </a:extLst>
        </p:spPr>
      </p:pic>
      <p:sp>
        <p:nvSpPr>
          <p:cNvPr id="2" name="Title 1">
            <a:extLst>
              <a:ext uri="{FF2B5EF4-FFF2-40B4-BE49-F238E27FC236}">
                <a16:creationId xmlns:a16="http://schemas.microsoft.com/office/drawing/2014/main" id="{38D10272-8ADB-6F0A-676F-73E9439D801E}"/>
              </a:ext>
            </a:extLst>
          </p:cNvPr>
          <p:cNvSpPr>
            <a:spLocks noGrp="1"/>
          </p:cNvSpPr>
          <p:nvPr>
            <p:ph type="title"/>
          </p:nvPr>
        </p:nvSpPr>
        <p:spPr/>
        <p:txBody>
          <a:bodyPr/>
          <a:lstStyle/>
          <a:p>
            <a:r>
              <a:rPr lang="en-GB" dirty="0"/>
              <a:t>Process Monitor</a:t>
            </a:r>
          </a:p>
        </p:txBody>
      </p:sp>
    </p:spTree>
    <p:extLst>
      <p:ext uri="{BB962C8B-B14F-4D97-AF65-F5344CB8AC3E}">
        <p14:creationId xmlns:p14="http://schemas.microsoft.com/office/powerpoint/2010/main" val="2709396569"/>
      </p:ext>
    </p:extLst>
  </p:cSld>
  <p:clrMapOvr>
    <a:masterClrMapping/>
  </p:clrMapOvr>
  <p:transition>
    <p:fade/>
  </p:transition>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24706D3-5529-56DA-8D1B-60EABA9D2A1C}"/>
              </a:ext>
            </a:extLst>
          </p:cNvPr>
          <p:cNvSpPr>
            <a:spLocks noGrp="1"/>
          </p:cNvSpPr>
          <p:nvPr>
            <p:ph type="title" idx="4294967295"/>
          </p:nvPr>
        </p:nvSpPr>
        <p:spPr>
          <a:xfrm>
            <a:off x="0" y="330200"/>
            <a:ext cx="8505825" cy="509588"/>
          </a:xfrm>
        </p:spPr>
        <p:txBody>
          <a:bodyPr wrap="square">
            <a:noAutofit/>
          </a:bodyPr>
          <a:lstStyle/>
          <a:p>
            <a:r>
              <a:rPr lang="en-GB"/>
              <a:t>Chapter Summary</a:t>
            </a:r>
          </a:p>
        </p:txBody>
      </p:sp>
      <p:sp>
        <p:nvSpPr>
          <p:cNvPr id="3" name="Text Placeholder 2">
            <a:extLst>
              <a:ext uri="{FF2B5EF4-FFF2-40B4-BE49-F238E27FC236}">
                <a16:creationId xmlns:a16="http://schemas.microsoft.com/office/drawing/2014/main" id="{703FD449-3758-4295-D683-335A8862D5DB}"/>
              </a:ext>
            </a:extLst>
          </p:cNvPr>
          <p:cNvSpPr>
            <a:spLocks noGrp="1"/>
          </p:cNvSpPr>
          <p:nvPr>
            <p:ph type="body" sz="quarter" idx="4294967295"/>
          </p:nvPr>
        </p:nvSpPr>
        <p:spPr>
          <a:xfrm>
            <a:off x="1490663" y="1092200"/>
            <a:ext cx="7653337" cy="673100"/>
          </a:xfrm>
        </p:spPr>
        <p:txBody>
          <a:bodyPr>
            <a:normAutofit/>
          </a:bodyPr>
          <a:lstStyle/>
          <a:p>
            <a:r>
              <a:rPr lang="en-GB">
                <a:solidFill>
                  <a:srgbClr val="0076D4"/>
                </a:solidFill>
                <a:latin typeface="Segoe UI Semibold" panose="020B0702040204020203" pitchFamily="34" charset="0"/>
              </a:rPr>
              <a:t>01</a:t>
            </a:r>
            <a:r>
              <a:rPr lang="en-GB">
                <a:latin typeface="Segoe UI" panose="020B0502040204020203" pitchFamily="34" charset="0"/>
              </a:rPr>
              <a:t>  Teach students to observe before changing configuration</a:t>
            </a:r>
          </a:p>
        </p:txBody>
      </p:sp>
      <p:sp>
        <p:nvSpPr>
          <p:cNvPr id="4" name="Text Placeholder 3">
            <a:extLst>
              <a:ext uri="{FF2B5EF4-FFF2-40B4-BE49-F238E27FC236}">
                <a16:creationId xmlns:a16="http://schemas.microsoft.com/office/drawing/2014/main" id="{7A3398FD-32A1-70A7-5F5D-931E55EAF437}"/>
              </a:ext>
            </a:extLst>
          </p:cNvPr>
          <p:cNvSpPr>
            <a:spLocks noGrp="1"/>
          </p:cNvSpPr>
          <p:nvPr>
            <p:ph type="body" sz="quarter" idx="4294967295"/>
          </p:nvPr>
        </p:nvSpPr>
        <p:spPr>
          <a:xfrm>
            <a:off x="1490663" y="1909763"/>
            <a:ext cx="7653337" cy="673100"/>
          </a:xfrm>
        </p:spPr>
        <p:txBody>
          <a:bodyPr>
            <a:normAutofit lnSpcReduction="10000"/>
          </a:bodyPr>
          <a:lstStyle/>
          <a:p>
            <a:r>
              <a:rPr lang="en-GB">
                <a:solidFill>
                  <a:srgbClr val="0076D4"/>
                </a:solidFill>
                <a:latin typeface="Segoe UI Semibold" panose="020B0702040204020203" pitchFamily="34" charset="0"/>
              </a:rPr>
              <a:t>02</a:t>
            </a:r>
            <a:r>
              <a:rPr lang="en-GB">
                <a:latin typeface="Segoe UI" panose="020B0502040204020203" pitchFamily="34" charset="0"/>
              </a:rPr>
              <a:t>  Introduce counters, live views, and data collection as related but distinct activities</a:t>
            </a:r>
          </a:p>
        </p:txBody>
      </p:sp>
      <p:sp>
        <p:nvSpPr>
          <p:cNvPr id="5" name="Text Placeholder 4">
            <a:extLst>
              <a:ext uri="{FF2B5EF4-FFF2-40B4-BE49-F238E27FC236}">
                <a16:creationId xmlns:a16="http://schemas.microsoft.com/office/drawing/2014/main" id="{AAFCF9D6-D096-5A2F-B509-E65E8E4286A5}"/>
              </a:ext>
            </a:extLst>
          </p:cNvPr>
          <p:cNvSpPr>
            <a:spLocks noGrp="1"/>
          </p:cNvSpPr>
          <p:nvPr>
            <p:ph type="body" sz="quarter" idx="4294967295"/>
          </p:nvPr>
        </p:nvSpPr>
        <p:spPr>
          <a:xfrm>
            <a:off x="1490663" y="2727325"/>
            <a:ext cx="7653337" cy="673100"/>
          </a:xfrm>
        </p:spPr>
        <p:txBody>
          <a:bodyPr>
            <a:normAutofit/>
          </a:bodyPr>
          <a:lstStyle/>
          <a:p>
            <a:r>
              <a:rPr lang="en-GB">
                <a:solidFill>
                  <a:srgbClr val="0076D4"/>
                </a:solidFill>
                <a:latin typeface="Segoe UI Semibold" panose="020B0702040204020203" pitchFamily="34" charset="0"/>
              </a:rPr>
              <a:t>03</a:t>
            </a:r>
            <a:r>
              <a:rPr lang="en-GB">
                <a:latin typeface="Segoe UI" panose="020B0502040204020203" pitchFamily="34" charset="0"/>
              </a:rPr>
              <a:t>  Build operational habits that support troubleshooting and capacity planning</a:t>
            </a:r>
          </a:p>
        </p:txBody>
      </p:sp>
      <p:sp>
        <p:nvSpPr>
          <p:cNvPr id="6" name="Text Placeholder 5">
            <a:extLst>
              <a:ext uri="{FF2B5EF4-FFF2-40B4-BE49-F238E27FC236}">
                <a16:creationId xmlns:a16="http://schemas.microsoft.com/office/drawing/2014/main" id="{27EB3BF5-3138-D2AB-EEF0-51F0D8BDA225}"/>
              </a:ext>
            </a:extLst>
          </p:cNvPr>
          <p:cNvSpPr>
            <a:spLocks noGrp="1"/>
          </p:cNvSpPr>
          <p:nvPr>
            <p:ph type="body" sz="quarter" idx="4294967295"/>
          </p:nvPr>
        </p:nvSpPr>
        <p:spPr>
          <a:xfrm>
            <a:off x="1490663" y="3544888"/>
            <a:ext cx="7653337" cy="673100"/>
          </a:xfrm>
        </p:spPr>
        <p:txBody>
          <a:bodyPr>
            <a:normAutofit lnSpcReduction="10000"/>
          </a:bodyPr>
          <a:lstStyle/>
          <a:p>
            <a:r>
              <a:rPr lang="en-GB">
                <a:solidFill>
                  <a:srgbClr val="0076D4"/>
                </a:solidFill>
                <a:latin typeface="Segoe UI Semibold" panose="020B0702040204020203" pitchFamily="34" charset="0"/>
              </a:rPr>
              <a:t>04</a:t>
            </a:r>
            <a:r>
              <a:rPr lang="en-GB">
                <a:latin typeface="Segoe UI" panose="020B0502040204020203" pitchFamily="34" charset="0"/>
              </a:rPr>
              <a:t>  Reinforce repeatable administration, validation, and supportable design choices</a:t>
            </a:r>
          </a:p>
        </p:txBody>
      </p:sp>
      <p:sp>
        <p:nvSpPr>
          <p:cNvPr id="7" name="Course footer">
            <a:extLst>
              <a:ext uri="{FF2B5EF4-FFF2-40B4-BE49-F238E27FC236}">
                <a16:creationId xmlns:a16="http://schemas.microsoft.com/office/drawing/2014/main" id="{22E8FA28-7724-83AA-27A3-9F3585D5A961}"/>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11 | Performance Monitoring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8" name="TextBox 7">
            <a:extLst>
              <a:ext uri="{FF2B5EF4-FFF2-40B4-BE49-F238E27FC236}">
                <a16:creationId xmlns:a16="http://schemas.microsoft.com/office/drawing/2014/main" id="{C1D80ED1-1D90-3979-028C-6FFC08DCFA28}"/>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09</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251290496"/>
      </p:ext>
    </p:extLst>
  </p:cSld>
  <p:clrMapOvr>
    <a:masterClrMapping/>
  </p:clrMapOvr>
  <p:transition>
    <p:fade/>
  </p:transition>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F9DF815-9545-6108-2A48-D1F409C96038}"/>
              </a:ext>
            </a:extLst>
          </p:cNvPr>
          <p:cNvSpPr>
            <a:spLocks noGrp="1"/>
          </p:cNvSpPr>
          <p:nvPr>
            <p:ph type="title" idx="4294967295"/>
          </p:nvPr>
        </p:nvSpPr>
        <p:spPr>
          <a:xfrm>
            <a:off x="0" y="438150"/>
            <a:ext cx="8258175" cy="369888"/>
          </a:xfrm>
        </p:spPr>
        <p:txBody>
          <a:bodyPr wrap="square">
            <a:noAutofit/>
          </a:bodyPr>
          <a:lstStyle/>
          <a:p>
            <a:r>
              <a:rPr lang="en-GB"/>
              <a:t>Knowledge Check</a:t>
            </a:r>
          </a:p>
        </p:txBody>
      </p:sp>
      <p:sp>
        <p:nvSpPr>
          <p:cNvPr id="9" name="Shape 6">
            <a:extLst>
              <a:ext uri="{FF2B5EF4-FFF2-40B4-BE49-F238E27FC236}">
                <a16:creationId xmlns:a16="http://schemas.microsoft.com/office/drawing/2014/main" id="{58EEEF79-C63D-6867-FBC2-8223D5482002}"/>
              </a:ext>
            </a:extLst>
          </p:cNvPr>
          <p:cNvSpPr/>
          <p:nvPr/>
        </p:nvSpPr>
        <p:spPr>
          <a:xfrm>
            <a:off x="254000" y="962660"/>
            <a:ext cx="402336" cy="402336"/>
          </a:xfrm>
          <a:prstGeom prst="ellipse">
            <a:avLst/>
          </a:prstGeom>
          <a:solidFill>
            <a:srgbClr val="FFF3CD"/>
          </a:solidFill>
          <a:ln w="19050">
            <a:solidFill>
              <a:srgbClr val="0076D4"/>
            </a:solidFill>
            <a:prstDash val="solid"/>
          </a:ln>
        </p:spPr>
        <p:txBody>
          <a:bodyPr/>
          <a:lstStyle/>
          <a:p>
            <a:endParaRPr lang="en-GB"/>
          </a:p>
        </p:txBody>
      </p:sp>
      <p:sp>
        <p:nvSpPr>
          <p:cNvPr id="10" name="Text 7">
            <a:extLst>
              <a:ext uri="{FF2B5EF4-FFF2-40B4-BE49-F238E27FC236}">
                <a16:creationId xmlns:a16="http://schemas.microsoft.com/office/drawing/2014/main" id="{91BB6E5C-98DC-060A-2EE0-16E69F0F5CCB}"/>
              </a:ext>
            </a:extLst>
          </p:cNvPr>
          <p:cNvSpPr/>
          <p:nvPr/>
        </p:nvSpPr>
        <p:spPr>
          <a:xfrm>
            <a:off x="254000" y="96266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1</a:t>
            </a:r>
            <a:endParaRPr lang="en-US" sz="1500" dirty="0">
              <a:latin typeface="Segoe UI" panose="020B0502040204020203" pitchFamily="34" charset="0"/>
            </a:endParaRPr>
          </a:p>
        </p:txBody>
      </p:sp>
      <p:sp>
        <p:nvSpPr>
          <p:cNvPr id="11" name="Text 8">
            <a:extLst>
              <a:ext uri="{FF2B5EF4-FFF2-40B4-BE49-F238E27FC236}">
                <a16:creationId xmlns:a16="http://schemas.microsoft.com/office/drawing/2014/main" id="{7A779FCD-DF3B-0A5E-101B-66DE19029E23}"/>
              </a:ext>
            </a:extLst>
          </p:cNvPr>
          <p:cNvSpPr/>
          <p:nvPr/>
        </p:nvSpPr>
        <p:spPr>
          <a:xfrm>
            <a:off x="775208" y="87122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Counters?</a:t>
            </a:r>
            <a:endParaRPr lang="en-US" sz="1500" dirty="0">
              <a:latin typeface="Segoe UI" panose="020B0502040204020203" pitchFamily="34" charset="0"/>
            </a:endParaRPr>
          </a:p>
        </p:txBody>
      </p:sp>
      <p:sp>
        <p:nvSpPr>
          <p:cNvPr id="12" name="Shape 9">
            <a:extLst>
              <a:ext uri="{FF2B5EF4-FFF2-40B4-BE49-F238E27FC236}">
                <a16:creationId xmlns:a16="http://schemas.microsoft.com/office/drawing/2014/main" id="{D50C9AE8-F6D9-0D7A-C029-8808648545E4}"/>
              </a:ext>
            </a:extLst>
          </p:cNvPr>
          <p:cNvSpPr/>
          <p:nvPr/>
        </p:nvSpPr>
        <p:spPr>
          <a:xfrm>
            <a:off x="254000" y="1591310"/>
            <a:ext cx="8631936" cy="0"/>
          </a:xfrm>
          <a:prstGeom prst="line">
            <a:avLst/>
          </a:prstGeom>
          <a:noFill/>
          <a:ln w="6350">
            <a:solidFill>
              <a:srgbClr val="BFD9E6"/>
            </a:solidFill>
            <a:prstDash val="solid"/>
          </a:ln>
        </p:spPr>
        <p:txBody>
          <a:bodyPr/>
          <a:lstStyle/>
          <a:p>
            <a:endParaRPr lang="en-GB"/>
          </a:p>
        </p:txBody>
      </p:sp>
      <p:sp>
        <p:nvSpPr>
          <p:cNvPr id="13" name="Shape 10">
            <a:extLst>
              <a:ext uri="{FF2B5EF4-FFF2-40B4-BE49-F238E27FC236}">
                <a16:creationId xmlns:a16="http://schemas.microsoft.com/office/drawing/2014/main" id="{5DDAB2C6-A714-FF3A-F6FB-98A93C4ACAFB}"/>
              </a:ext>
            </a:extLst>
          </p:cNvPr>
          <p:cNvSpPr/>
          <p:nvPr/>
        </p:nvSpPr>
        <p:spPr>
          <a:xfrm>
            <a:off x="254000" y="1922780"/>
            <a:ext cx="402336" cy="402336"/>
          </a:xfrm>
          <a:prstGeom prst="ellipse">
            <a:avLst/>
          </a:prstGeom>
          <a:solidFill>
            <a:srgbClr val="FFF3CD"/>
          </a:solidFill>
          <a:ln w="19050">
            <a:solidFill>
              <a:srgbClr val="0076D4"/>
            </a:solidFill>
            <a:prstDash val="solid"/>
          </a:ln>
        </p:spPr>
        <p:txBody>
          <a:bodyPr/>
          <a:lstStyle/>
          <a:p>
            <a:endParaRPr lang="en-GB"/>
          </a:p>
        </p:txBody>
      </p:sp>
      <p:sp>
        <p:nvSpPr>
          <p:cNvPr id="14" name="Text 11">
            <a:extLst>
              <a:ext uri="{FF2B5EF4-FFF2-40B4-BE49-F238E27FC236}">
                <a16:creationId xmlns:a16="http://schemas.microsoft.com/office/drawing/2014/main" id="{4439AFCE-D570-BE4B-D0CB-7F13BB7B7D69}"/>
              </a:ext>
            </a:extLst>
          </p:cNvPr>
          <p:cNvSpPr/>
          <p:nvPr/>
        </p:nvSpPr>
        <p:spPr>
          <a:xfrm>
            <a:off x="254000" y="192278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2</a:t>
            </a:r>
            <a:endParaRPr lang="en-US" sz="1500" dirty="0">
              <a:latin typeface="Segoe UI" panose="020B0502040204020203" pitchFamily="34" charset="0"/>
            </a:endParaRPr>
          </a:p>
        </p:txBody>
      </p:sp>
      <p:sp>
        <p:nvSpPr>
          <p:cNvPr id="15" name="Text 12">
            <a:extLst>
              <a:ext uri="{FF2B5EF4-FFF2-40B4-BE49-F238E27FC236}">
                <a16:creationId xmlns:a16="http://schemas.microsoft.com/office/drawing/2014/main" id="{DF6C6A29-5253-C964-EA1E-8A1F150B8AA0}"/>
              </a:ext>
            </a:extLst>
          </p:cNvPr>
          <p:cNvSpPr/>
          <p:nvPr/>
        </p:nvSpPr>
        <p:spPr>
          <a:xfrm>
            <a:off x="775208" y="183134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Live monitoring?</a:t>
            </a:r>
            <a:endParaRPr lang="en-US" sz="1500" dirty="0">
              <a:latin typeface="Segoe UI" panose="020B0502040204020203" pitchFamily="34" charset="0"/>
            </a:endParaRPr>
          </a:p>
        </p:txBody>
      </p:sp>
      <p:sp>
        <p:nvSpPr>
          <p:cNvPr id="16" name="Shape 13">
            <a:extLst>
              <a:ext uri="{FF2B5EF4-FFF2-40B4-BE49-F238E27FC236}">
                <a16:creationId xmlns:a16="http://schemas.microsoft.com/office/drawing/2014/main" id="{98843C39-BAB1-7803-5EAD-6DD852F3153F}"/>
              </a:ext>
            </a:extLst>
          </p:cNvPr>
          <p:cNvSpPr/>
          <p:nvPr/>
        </p:nvSpPr>
        <p:spPr>
          <a:xfrm>
            <a:off x="254000" y="2551430"/>
            <a:ext cx="8631936" cy="0"/>
          </a:xfrm>
          <a:prstGeom prst="line">
            <a:avLst/>
          </a:prstGeom>
          <a:noFill/>
          <a:ln w="6350">
            <a:solidFill>
              <a:srgbClr val="BFD9E6"/>
            </a:solidFill>
            <a:prstDash val="solid"/>
          </a:ln>
        </p:spPr>
        <p:txBody>
          <a:bodyPr/>
          <a:lstStyle/>
          <a:p>
            <a:endParaRPr lang="en-GB"/>
          </a:p>
        </p:txBody>
      </p:sp>
      <p:sp>
        <p:nvSpPr>
          <p:cNvPr id="17" name="Shape 14">
            <a:extLst>
              <a:ext uri="{FF2B5EF4-FFF2-40B4-BE49-F238E27FC236}">
                <a16:creationId xmlns:a16="http://schemas.microsoft.com/office/drawing/2014/main" id="{14929E92-FE8C-AA0E-C61A-378C78DDDDE7}"/>
              </a:ext>
            </a:extLst>
          </p:cNvPr>
          <p:cNvSpPr/>
          <p:nvPr/>
        </p:nvSpPr>
        <p:spPr>
          <a:xfrm>
            <a:off x="254000" y="2882900"/>
            <a:ext cx="402336" cy="402336"/>
          </a:xfrm>
          <a:prstGeom prst="ellipse">
            <a:avLst/>
          </a:prstGeom>
          <a:solidFill>
            <a:srgbClr val="FFF3CD"/>
          </a:solidFill>
          <a:ln w="19050">
            <a:solidFill>
              <a:srgbClr val="0076D4"/>
            </a:solidFill>
            <a:prstDash val="solid"/>
          </a:ln>
        </p:spPr>
        <p:txBody>
          <a:bodyPr/>
          <a:lstStyle/>
          <a:p>
            <a:endParaRPr lang="en-GB"/>
          </a:p>
        </p:txBody>
      </p:sp>
      <p:sp>
        <p:nvSpPr>
          <p:cNvPr id="18" name="Text 15">
            <a:extLst>
              <a:ext uri="{FF2B5EF4-FFF2-40B4-BE49-F238E27FC236}">
                <a16:creationId xmlns:a16="http://schemas.microsoft.com/office/drawing/2014/main" id="{1DD5B6E8-9758-06D1-70E0-47112E52F8F1}"/>
              </a:ext>
            </a:extLst>
          </p:cNvPr>
          <p:cNvSpPr/>
          <p:nvPr/>
        </p:nvSpPr>
        <p:spPr>
          <a:xfrm>
            <a:off x="254000" y="288290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3</a:t>
            </a:r>
            <a:endParaRPr lang="en-US" sz="1500" dirty="0">
              <a:latin typeface="Segoe UI" panose="020B0502040204020203" pitchFamily="34" charset="0"/>
            </a:endParaRPr>
          </a:p>
        </p:txBody>
      </p:sp>
      <p:sp>
        <p:nvSpPr>
          <p:cNvPr id="19" name="Text 16">
            <a:extLst>
              <a:ext uri="{FF2B5EF4-FFF2-40B4-BE49-F238E27FC236}">
                <a16:creationId xmlns:a16="http://schemas.microsoft.com/office/drawing/2014/main" id="{ABB6BD79-2AB0-FA06-4AEB-23C508BA5AA6}"/>
              </a:ext>
            </a:extLst>
          </p:cNvPr>
          <p:cNvSpPr/>
          <p:nvPr/>
        </p:nvSpPr>
        <p:spPr>
          <a:xfrm>
            <a:off x="775208" y="279146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Data collection?</a:t>
            </a:r>
            <a:endParaRPr lang="en-US" sz="1500" dirty="0">
              <a:latin typeface="Segoe UI" panose="020B0502040204020203" pitchFamily="34" charset="0"/>
            </a:endParaRPr>
          </a:p>
        </p:txBody>
      </p:sp>
      <p:sp>
        <p:nvSpPr>
          <p:cNvPr id="20" name="Shape 17">
            <a:extLst>
              <a:ext uri="{FF2B5EF4-FFF2-40B4-BE49-F238E27FC236}">
                <a16:creationId xmlns:a16="http://schemas.microsoft.com/office/drawing/2014/main" id="{A56417DF-2B04-87A0-DA2B-1C4FAE99FF89}"/>
              </a:ext>
            </a:extLst>
          </p:cNvPr>
          <p:cNvSpPr/>
          <p:nvPr/>
        </p:nvSpPr>
        <p:spPr>
          <a:xfrm>
            <a:off x="254000" y="3511550"/>
            <a:ext cx="8631936" cy="0"/>
          </a:xfrm>
          <a:prstGeom prst="line">
            <a:avLst/>
          </a:prstGeom>
          <a:noFill/>
          <a:ln w="6350">
            <a:solidFill>
              <a:srgbClr val="BFD9E6"/>
            </a:solidFill>
            <a:prstDash val="solid"/>
          </a:ln>
        </p:spPr>
        <p:txBody>
          <a:bodyPr/>
          <a:lstStyle/>
          <a:p>
            <a:endParaRPr lang="en-GB"/>
          </a:p>
        </p:txBody>
      </p:sp>
      <p:sp>
        <p:nvSpPr>
          <p:cNvPr id="21" name="Shape 18">
            <a:extLst>
              <a:ext uri="{FF2B5EF4-FFF2-40B4-BE49-F238E27FC236}">
                <a16:creationId xmlns:a16="http://schemas.microsoft.com/office/drawing/2014/main" id="{1CF0CECC-8A59-4AEE-4AA5-0985073C6B02}"/>
              </a:ext>
            </a:extLst>
          </p:cNvPr>
          <p:cNvSpPr/>
          <p:nvPr/>
        </p:nvSpPr>
        <p:spPr>
          <a:xfrm>
            <a:off x="254000" y="3843020"/>
            <a:ext cx="402336" cy="402336"/>
          </a:xfrm>
          <a:prstGeom prst="ellipse">
            <a:avLst/>
          </a:prstGeom>
          <a:solidFill>
            <a:srgbClr val="FFF3CD"/>
          </a:solidFill>
          <a:ln w="19050">
            <a:solidFill>
              <a:srgbClr val="0076D4"/>
            </a:solidFill>
            <a:prstDash val="solid"/>
          </a:ln>
        </p:spPr>
        <p:txBody>
          <a:bodyPr/>
          <a:lstStyle/>
          <a:p>
            <a:endParaRPr lang="en-GB"/>
          </a:p>
        </p:txBody>
      </p:sp>
      <p:sp>
        <p:nvSpPr>
          <p:cNvPr id="22" name="Text 19">
            <a:extLst>
              <a:ext uri="{FF2B5EF4-FFF2-40B4-BE49-F238E27FC236}">
                <a16:creationId xmlns:a16="http://schemas.microsoft.com/office/drawing/2014/main" id="{ECDE4008-C1C5-D3B4-B14D-B9B6781DD3F1}"/>
              </a:ext>
            </a:extLst>
          </p:cNvPr>
          <p:cNvSpPr/>
          <p:nvPr/>
        </p:nvSpPr>
        <p:spPr>
          <a:xfrm>
            <a:off x="254000" y="3843020"/>
            <a:ext cx="402336" cy="402336"/>
          </a:xfrm>
          <a:prstGeom prst="rect">
            <a:avLst/>
          </a:prstGeom>
          <a:noFill/>
          <a:ln/>
        </p:spPr>
        <p:txBody>
          <a:bodyPr wrap="square" lIns="0" tIns="0" rIns="0" bIns="0" rtlCol="0" anchor="ctr">
            <a:normAutofit/>
          </a:bodyPr>
          <a:lstStyle/>
          <a:p>
            <a:pPr marL="0" indent="0" algn="ctr">
              <a:buNone/>
            </a:pPr>
            <a:r>
              <a:rPr lang="en-US" sz="1500" b="1" dirty="0">
                <a:solidFill>
                  <a:srgbClr val="023047"/>
                </a:solidFill>
                <a:latin typeface="Segoe UI" panose="020B0502040204020203" pitchFamily="34" charset="0"/>
                <a:ea typeface="Calibri" pitchFamily="34" charset="-122"/>
                <a:cs typeface="Calibri" pitchFamily="34" charset="-120"/>
              </a:rPr>
              <a:t>4</a:t>
            </a:r>
            <a:endParaRPr lang="en-US" sz="1500" dirty="0">
              <a:latin typeface="Segoe UI" panose="020B0502040204020203" pitchFamily="34" charset="0"/>
            </a:endParaRPr>
          </a:p>
        </p:txBody>
      </p:sp>
      <p:sp>
        <p:nvSpPr>
          <p:cNvPr id="23" name="Text 20">
            <a:extLst>
              <a:ext uri="{FF2B5EF4-FFF2-40B4-BE49-F238E27FC236}">
                <a16:creationId xmlns:a16="http://schemas.microsoft.com/office/drawing/2014/main" id="{ECC4D3F5-220B-DAB3-C07F-CE150C9DD4F5}"/>
              </a:ext>
            </a:extLst>
          </p:cNvPr>
          <p:cNvSpPr/>
          <p:nvPr/>
        </p:nvSpPr>
        <p:spPr>
          <a:xfrm>
            <a:off x="775208" y="3751580"/>
            <a:ext cx="8092440" cy="720090"/>
          </a:xfrm>
          <a:prstGeom prst="rect">
            <a:avLst/>
          </a:prstGeom>
          <a:noFill/>
          <a:ln/>
        </p:spPr>
        <p:txBody>
          <a:bodyPr wrap="square" lIns="0" tIns="0" rIns="0" bIns="0" rtlCol="0" anchor="ctr">
            <a:normAutofit/>
          </a:bodyPr>
          <a:lstStyle/>
          <a:p>
            <a:pPr marL="0" indent="0" algn="l">
              <a:buNone/>
            </a:pPr>
            <a:r>
              <a:rPr lang="en-US" sz="1500" dirty="0">
                <a:solidFill>
                  <a:srgbClr val="023047"/>
                </a:solidFill>
                <a:latin typeface="Segoe UI" panose="020B0502040204020203" pitchFamily="34" charset="0"/>
                <a:ea typeface="Calibri" pitchFamily="34" charset="-122"/>
                <a:cs typeface="Calibri" pitchFamily="34" charset="-120"/>
              </a:rPr>
              <a:t>What is the main administrative purpose of Monitoring and troubleshooting?</a:t>
            </a:r>
            <a:endParaRPr lang="en-US" sz="1500" dirty="0">
              <a:latin typeface="Segoe UI" panose="020B0502040204020203" pitchFamily="34" charset="0"/>
            </a:endParaRPr>
          </a:p>
        </p:txBody>
      </p:sp>
      <p:sp>
        <p:nvSpPr>
          <p:cNvPr id="24" name="Course footer">
            <a:extLst>
              <a:ext uri="{FF2B5EF4-FFF2-40B4-BE49-F238E27FC236}">
                <a16:creationId xmlns:a16="http://schemas.microsoft.com/office/drawing/2014/main" id="{BB7FCAD4-8A6C-3148-E524-B1574ED847B0}"/>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11 | Performance Monitoring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25" name="TextBox 24">
            <a:extLst>
              <a:ext uri="{FF2B5EF4-FFF2-40B4-BE49-F238E27FC236}">
                <a16:creationId xmlns:a16="http://schemas.microsoft.com/office/drawing/2014/main" id="{4C13045E-259B-35B3-E7C7-34CCC8DDF84C}"/>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10</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90620374"/>
      </p:ext>
    </p:extLst>
  </p:cSld>
  <p:clrMapOvr>
    <a:masterClrMapping/>
  </p:clrMapOvr>
  <p:transition>
    <p:fade/>
  </p:transition>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E4DDD3-053F-2775-18ED-BD9146855A75}"/>
              </a:ext>
            </a:extLst>
          </p:cNvPr>
          <p:cNvSpPr>
            <a:spLocks noGrp="1"/>
          </p:cNvSpPr>
          <p:nvPr>
            <p:ph type="title"/>
          </p:nvPr>
        </p:nvSpPr>
        <p:spPr/>
        <p:txBody>
          <a:bodyPr wrap="square">
            <a:noAutofit/>
          </a:bodyPr>
          <a:lstStyle/>
          <a:p>
            <a:r>
              <a:rPr lang="en-GB"/>
              <a:t>PRACTICE LAB</a:t>
            </a:r>
          </a:p>
        </p:txBody>
      </p:sp>
      <p:sp>
        <p:nvSpPr>
          <p:cNvPr id="3" name="Shape 0">
            <a:extLst>
              <a:ext uri="{FF2B5EF4-FFF2-40B4-BE49-F238E27FC236}">
                <a16:creationId xmlns:a16="http://schemas.microsoft.com/office/drawing/2014/main" id="{6DEA5BA1-76AD-76BE-4D0A-6BEB22144EBB}"/>
              </a:ext>
            </a:extLst>
          </p:cNvPr>
          <p:cNvSpPr/>
          <p:nvPr/>
        </p:nvSpPr>
        <p:spPr>
          <a:xfrm>
            <a:off x="139700" y="11430"/>
            <a:ext cx="164592" cy="5143500"/>
          </a:xfrm>
          <a:prstGeom prst="rect">
            <a:avLst/>
          </a:prstGeom>
          <a:solidFill>
            <a:srgbClr val="0076D4"/>
          </a:solidFill>
          <a:ln w="12700">
            <a:solidFill>
              <a:srgbClr val="0076D4"/>
            </a:solidFill>
            <a:prstDash val="solid"/>
          </a:ln>
        </p:spPr>
        <p:txBody>
          <a:bodyPr/>
          <a:lstStyle/>
          <a:p>
            <a:endParaRPr lang="en-GB"/>
          </a:p>
        </p:txBody>
      </p:sp>
      <p:sp>
        <p:nvSpPr>
          <p:cNvPr id="5" name="Text 4">
            <a:extLst>
              <a:ext uri="{FF2B5EF4-FFF2-40B4-BE49-F238E27FC236}">
                <a16:creationId xmlns:a16="http://schemas.microsoft.com/office/drawing/2014/main" id="{565FABAC-79DA-8600-A850-3B943C72C8EA}"/>
              </a:ext>
            </a:extLst>
          </p:cNvPr>
          <p:cNvSpPr/>
          <p:nvPr/>
        </p:nvSpPr>
        <p:spPr>
          <a:xfrm>
            <a:off x="551180" y="1193292"/>
            <a:ext cx="7772400" cy="594360"/>
          </a:xfrm>
          <a:prstGeom prst="rect">
            <a:avLst/>
          </a:prstGeom>
          <a:noFill/>
          <a:ln/>
        </p:spPr>
        <p:txBody>
          <a:bodyPr wrap="square" lIns="0" tIns="0" rIns="0" bIns="0" rtlCol="0" anchor="ctr">
            <a:normAutofit/>
          </a:bodyPr>
          <a:lstStyle/>
          <a:p>
            <a:pPr marL="0" indent="0" algn="l">
              <a:buNone/>
            </a:pPr>
            <a:r>
              <a:rPr lang="en-US" sz="3000" b="1" dirty="0">
                <a:solidFill>
                  <a:srgbClr val="000000"/>
                </a:solidFill>
                <a:latin typeface="Segoe UI" panose="020B0502040204020203" pitchFamily="34" charset="0"/>
                <a:ea typeface="Calibri" pitchFamily="34" charset="-122"/>
                <a:cs typeface="Calibri" pitchFamily="34" charset="-120"/>
              </a:rPr>
              <a:t>Lab 1101</a:t>
            </a:r>
            <a:endParaRPr lang="en-US" sz="3000" dirty="0">
              <a:solidFill>
                <a:srgbClr val="000000"/>
              </a:solidFill>
              <a:latin typeface="Segoe UI" panose="020B0502040204020203" pitchFamily="34" charset="0"/>
            </a:endParaRPr>
          </a:p>
        </p:txBody>
      </p:sp>
      <p:sp>
        <p:nvSpPr>
          <p:cNvPr id="6" name="Text 5">
            <a:extLst>
              <a:ext uri="{FF2B5EF4-FFF2-40B4-BE49-F238E27FC236}">
                <a16:creationId xmlns:a16="http://schemas.microsoft.com/office/drawing/2014/main" id="{C3938620-698A-3C29-2FFF-180CEE0674ED}"/>
              </a:ext>
            </a:extLst>
          </p:cNvPr>
          <p:cNvSpPr/>
          <p:nvPr/>
        </p:nvSpPr>
        <p:spPr>
          <a:xfrm>
            <a:off x="551180" y="1897380"/>
            <a:ext cx="7498080" cy="685800"/>
          </a:xfrm>
          <a:prstGeom prst="rect">
            <a:avLst/>
          </a:prstGeom>
          <a:noFill/>
          <a:ln/>
        </p:spPr>
        <p:txBody>
          <a:bodyPr wrap="square" lIns="0" tIns="0" rIns="0" bIns="0" rtlCol="0" anchor="ctr">
            <a:normAutofit/>
          </a:bodyPr>
          <a:lstStyle/>
          <a:p>
            <a:pPr marL="0" indent="0" algn="l">
              <a:buNone/>
            </a:pPr>
            <a:r>
              <a:rPr lang="en-US" sz="2200" b="1" dirty="0">
                <a:solidFill>
                  <a:srgbClr val="000000"/>
                </a:solidFill>
                <a:latin typeface="Segoe UI" panose="020B0502040204020203" pitchFamily="34" charset="0"/>
                <a:ea typeface="Calibri" pitchFamily="34" charset="-122"/>
                <a:cs typeface="Calibri" pitchFamily="34" charset="-120"/>
              </a:rPr>
              <a:t>Monitoring Server Performance and Resource Usage</a:t>
            </a:r>
            <a:endParaRPr lang="en-US" sz="2200" dirty="0">
              <a:solidFill>
                <a:srgbClr val="000000"/>
              </a:solidFill>
              <a:latin typeface="Segoe UI" panose="020B0502040204020203" pitchFamily="34" charset="0"/>
            </a:endParaRPr>
          </a:p>
        </p:txBody>
      </p:sp>
      <p:sp>
        <p:nvSpPr>
          <p:cNvPr id="7" name="Shape 6">
            <a:extLst>
              <a:ext uri="{FF2B5EF4-FFF2-40B4-BE49-F238E27FC236}">
                <a16:creationId xmlns:a16="http://schemas.microsoft.com/office/drawing/2014/main" id="{3799158F-EE9B-D622-06D0-00F25864A767}"/>
              </a:ext>
            </a:extLst>
          </p:cNvPr>
          <p:cNvSpPr/>
          <p:nvPr/>
        </p:nvSpPr>
        <p:spPr>
          <a:xfrm>
            <a:off x="551180" y="2610612"/>
            <a:ext cx="4114800" cy="36576"/>
          </a:xfrm>
          <a:prstGeom prst="rect">
            <a:avLst/>
          </a:prstGeom>
          <a:solidFill>
            <a:srgbClr val="FB8500"/>
          </a:solidFill>
          <a:ln w="12700">
            <a:solidFill>
              <a:srgbClr val="FB8500"/>
            </a:solidFill>
            <a:prstDash val="solid"/>
          </a:ln>
        </p:spPr>
        <p:txBody>
          <a:bodyPr/>
          <a:lstStyle/>
          <a:p>
            <a:endParaRPr lang="en-GB"/>
          </a:p>
        </p:txBody>
      </p:sp>
      <p:sp>
        <p:nvSpPr>
          <p:cNvPr id="8" name="Text 7">
            <a:extLst>
              <a:ext uri="{FF2B5EF4-FFF2-40B4-BE49-F238E27FC236}">
                <a16:creationId xmlns:a16="http://schemas.microsoft.com/office/drawing/2014/main" id="{C2B114A9-ABD9-7FD7-DC89-79F9F5E137C0}"/>
              </a:ext>
            </a:extLst>
          </p:cNvPr>
          <p:cNvSpPr/>
          <p:nvPr/>
        </p:nvSpPr>
        <p:spPr>
          <a:xfrm>
            <a:off x="551180" y="2720340"/>
            <a:ext cx="7589520" cy="2103120"/>
          </a:xfrm>
          <a:prstGeom prst="rect">
            <a:avLst/>
          </a:prstGeom>
          <a:noFill/>
          <a:ln/>
        </p:spPr>
        <p:txBody>
          <a:bodyPr wrap="square" lIns="0" tIns="0" rIns="0" bIns="0" rtlCol="0" anchor="t">
            <a:normAutofit/>
          </a:bodyPr>
          <a:lstStyle/>
          <a:p>
            <a:pPr marL="0" indent="0" algn="l">
              <a:buNone/>
            </a:pPr>
            <a:r>
              <a:rPr lang="en-US" sz="1400" dirty="0">
                <a:solidFill>
                  <a:srgbClr val="000000"/>
                </a:solidFill>
                <a:latin typeface="Segoe UI" panose="020B0502040204020203" pitchFamily="34" charset="0"/>
                <a:ea typeface="Calibri" pitchFamily="34" charset="-122"/>
                <a:cs typeface="Calibri" pitchFamily="34" charset="-120"/>
              </a:rPr>
              <a:t>In this lab, you will use Windows Server tools to monitor system performance. You will check CPU, memory, disk, and network usage. Performance monitoring helps identify bottlenecks and ensure the server is healthy.</a:t>
            </a:r>
            <a:endParaRPr lang="en-US" sz="1400" dirty="0">
              <a:solidFill>
                <a:srgbClr val="000000"/>
              </a:solidFill>
              <a:latin typeface="Segoe UI" panose="020B0502040204020203" pitchFamily="34" charset="0"/>
            </a:endParaRPr>
          </a:p>
        </p:txBody>
      </p:sp>
      <p:sp>
        <p:nvSpPr>
          <p:cNvPr id="10" name="Course footer">
            <a:extLst>
              <a:ext uri="{FF2B5EF4-FFF2-40B4-BE49-F238E27FC236}">
                <a16:creationId xmlns:a16="http://schemas.microsoft.com/office/drawing/2014/main" id="{908E5E62-0837-503B-1D1F-2A029722611D}"/>
              </a:ext>
            </a:extLst>
          </p:cNvPr>
          <p:cNvSpPr txBox="1"/>
          <p:nvPr/>
        </p:nvSpPr>
        <p:spPr>
          <a:xfrm>
            <a:off x="438912" y="4953000"/>
            <a:ext cx="7132320" cy="103875"/>
          </a:xfrm>
          <a:prstGeom prst="rect">
            <a:avLst/>
          </a:prstGeom>
          <a:noFill/>
        </p:spPr>
        <p:txBody>
          <a:bodyPr vert="horz" wrap="square" lIns="0" tIns="0" rIns="0" bIns="0" rtlCol="0">
            <a:spAutoFit/>
          </a:bodyPr>
          <a:lstStyle/>
          <a:p>
            <a:pPr>
              <a:lnSpc>
                <a:spcPct val="90000"/>
              </a:lnSpc>
              <a:spcAft>
                <a:spcPts val="600"/>
              </a:spcAft>
            </a:pPr>
            <a:r>
              <a:rPr lang="en-GB" sz="750">
                <a:gradFill flip="none" rotWithShape="1">
                  <a:gsLst>
                    <a:gs pos="2917">
                      <a:srgbClr val="999999"/>
                    </a:gs>
                    <a:gs pos="30000">
                      <a:schemeClr val="tx1"/>
                    </a:gs>
                  </a:gsLst>
                  <a:lin ang="5400000" scaled="0"/>
                  <a:tileRect/>
                </a:gradFill>
                <a:latin typeface="Segoe UI" panose="020B0502040204020203" pitchFamily="34" charset="0"/>
              </a:rPr>
              <a:t>Windows Server 2025 | Chapter 11 | Performance Monitoring</a:t>
            </a:r>
            <a:endParaRPr lang="en-GB" sz="750" dirty="0" err="1">
              <a:gradFill flip="none" rotWithShape="1">
                <a:gsLst>
                  <a:gs pos="2917">
                    <a:srgbClr val="999999"/>
                  </a:gs>
                  <a:gs pos="30000">
                    <a:schemeClr val="tx1"/>
                  </a:gs>
                </a:gsLst>
                <a:lin ang="5400000" scaled="0"/>
                <a:tileRect/>
              </a:gradFill>
              <a:latin typeface="Segoe UI" panose="020B0502040204020203" pitchFamily="34" charset="0"/>
            </a:endParaRPr>
          </a:p>
        </p:txBody>
      </p:sp>
      <p:sp>
        <p:nvSpPr>
          <p:cNvPr id="11" name="TextBox 10">
            <a:extLst>
              <a:ext uri="{FF2B5EF4-FFF2-40B4-BE49-F238E27FC236}">
                <a16:creationId xmlns:a16="http://schemas.microsoft.com/office/drawing/2014/main" id="{3B0FE87A-F771-9FC4-F785-B100711D415F}"/>
              </a:ext>
            </a:extLst>
          </p:cNvPr>
          <p:cNvSpPr txBox="1"/>
          <p:nvPr/>
        </p:nvSpPr>
        <p:spPr>
          <a:xfrm>
            <a:off x="8382000" y="4953000"/>
            <a:ext cx="330200" cy="103875"/>
          </a:xfrm>
          <a:prstGeom prst="rect">
            <a:avLst/>
          </a:prstGeom>
          <a:noFill/>
        </p:spPr>
        <p:txBody>
          <a:bodyPr vert="horz" wrap="square" lIns="0" tIns="0" rIns="0" bIns="0" rtlCol="0">
            <a:spAutoFit/>
          </a:bodyPr>
          <a:lstStyle/>
          <a:p>
            <a:pPr algn="r">
              <a:lnSpc>
                <a:spcPct val="90000"/>
              </a:lnSpc>
              <a:spcAft>
                <a:spcPts val="600"/>
              </a:spcAft>
            </a:pPr>
            <a:r>
              <a:rPr lang="en-GB" sz="750">
                <a:gradFill flip="none" rotWithShape="1">
                  <a:gsLst>
                    <a:gs pos="2917">
                      <a:srgbClr val="0076D4"/>
                    </a:gs>
                    <a:gs pos="30000">
                      <a:schemeClr val="tx1"/>
                    </a:gs>
                  </a:gsLst>
                  <a:lin ang="5400000" scaled="0"/>
                  <a:tileRect/>
                </a:gradFill>
                <a:latin typeface="Segoe UI Semibold" panose="020B0702040204020203" pitchFamily="34" charset="0"/>
              </a:rPr>
              <a:t>11</a:t>
            </a:r>
            <a:endParaRPr lang="en-GB" sz="750" dirty="0" err="1">
              <a:gradFill flip="none" rotWithShape="1">
                <a:gsLst>
                  <a:gs pos="2917">
                    <a:srgbClr val="0076D4"/>
                  </a:gs>
                  <a:gs pos="30000">
                    <a:schemeClr val="tx1"/>
                  </a:gs>
                </a:gsLst>
                <a:lin ang="5400000" scaled="0"/>
                <a:tileRect/>
              </a:gradFill>
              <a:latin typeface="Segoe UI Semibold" panose="020B0702040204020203" pitchFamily="34" charset="0"/>
            </a:endParaRPr>
          </a:p>
        </p:txBody>
      </p:sp>
    </p:spTree>
    <p:extLst>
      <p:ext uri="{BB962C8B-B14F-4D97-AF65-F5344CB8AC3E}">
        <p14:creationId xmlns:p14="http://schemas.microsoft.com/office/powerpoint/2010/main" val="2232567602"/>
      </p:ext>
    </p:extLst>
  </p:cSld>
  <p:clrMapOvr>
    <a:masterClrMapping/>
  </p:clrMapOvr>
  <p:transition>
    <p:fade/>
  </p:transition>
</p:sld>
</file>

<file path=ppt/theme/theme1.xml><?xml version="1.0" encoding="utf-8"?>
<a:theme xmlns:a="http://schemas.openxmlformats.org/drawingml/2006/main" name="Microsoft Power Platform Templat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2.xml><?xml version="1.0" encoding="utf-8"?>
<a:theme xmlns:a="http://schemas.openxmlformats.org/drawingml/2006/main" name="1_Microsoft Power Platform Template">
  <a:themeElements>
    <a:clrScheme name="Azure">
      <a:dk1>
        <a:srgbClr val="000000"/>
      </a:dk1>
      <a:lt1>
        <a:srgbClr val="FFFFFF"/>
      </a:lt1>
      <a:dk2>
        <a:srgbClr val="0078D4"/>
      </a:dk2>
      <a:lt2>
        <a:srgbClr val="FFFFFF"/>
      </a:lt2>
      <a:accent1>
        <a:srgbClr val="243A5E"/>
      </a:accent1>
      <a:accent2>
        <a:srgbClr val="75757A"/>
      </a:accent2>
      <a:accent3>
        <a:srgbClr val="000041"/>
      </a:accent3>
      <a:accent4>
        <a:srgbClr val="0078D4"/>
      </a:accent4>
      <a:accent5>
        <a:srgbClr val="50E6FF"/>
      </a:accent5>
      <a:accent6>
        <a:srgbClr val="EBEBEB"/>
      </a:accent6>
      <a:hlink>
        <a:srgbClr val="0078D4"/>
      </a:hlink>
      <a:folHlink>
        <a:srgbClr val="0078D4"/>
      </a:folHlink>
    </a:clrScheme>
    <a:fontScheme name="Dynamics 365">
      <a:majorFont>
        <a:latin typeface="Segoe UI Semibold"/>
        <a:ea typeface=""/>
        <a:cs typeface=""/>
      </a:majorFont>
      <a:minorFont>
        <a:latin typeface="Segoe UI"/>
        <a:ea typeface=""/>
        <a:cs typeface=""/>
      </a:minorFont>
    </a:fontScheme>
    <a:fmtScheme name="Couture">
      <a:fillStyleLst>
        <a:solidFill>
          <a:schemeClr val="phClr"/>
        </a:solidFill>
        <a:solidFill>
          <a:schemeClr val="phClr">
            <a:tint val="65000"/>
          </a:schemeClr>
        </a:solidFill>
        <a:solidFill>
          <a:schemeClr val="phClr">
            <a:shade val="80000"/>
            <a:satMod val="180000"/>
          </a:schemeClr>
        </a:solidFill>
      </a:fillStyleLst>
      <a:lnStyleLst>
        <a:ln w="9525" cap="flat" cmpd="sng" algn="ctr">
          <a:solidFill>
            <a:schemeClr val="phClr"/>
          </a:solidFill>
          <a:prstDash val="solid"/>
        </a:ln>
        <a:ln w="10795" cap="flat" cmpd="sng" algn="ctr">
          <a:solidFill>
            <a:schemeClr val="phClr"/>
          </a:solidFill>
          <a:prstDash val="solid"/>
        </a:ln>
        <a:ln w="17145" cap="flat" cmpd="sng" algn="ctr">
          <a:solidFill>
            <a:schemeClr val="phClr">
              <a:shade val="95000"/>
              <a:alpha val="50000"/>
              <a:satMod val="150000"/>
            </a:schemeClr>
          </a:solidFill>
          <a:prstDash val="solid"/>
        </a:ln>
      </a:lnStyleLst>
      <a:effectStyleLst>
        <a:effectStyle>
          <a:effectLst/>
        </a:effectStyle>
        <a:effectStyle>
          <a:effectLst/>
        </a:effectStyle>
        <a:effectStyle>
          <a:effectLst>
            <a:outerShdw blurRad="44450" dist="13970" dir="5400000" algn="ctr" rotWithShape="0">
              <a:srgbClr val="000000">
                <a:alpha val="45000"/>
              </a:srgbClr>
            </a:outerShdw>
          </a:effectLst>
          <a:scene3d>
            <a:camera prst="orthographicFront">
              <a:rot lat="0" lon="0" rev="0"/>
            </a:camera>
            <a:lightRig rig="twoPt" dir="tl"/>
          </a:scene3d>
          <a:sp3d prstMaterial="flat">
            <a:bevelT w="19050" h="31750" prst="coolSlant"/>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solidFill>
          <a:schemeClr val="accent1"/>
        </a:solidFill>
        <a:ln>
          <a:noFill/>
          <a:headEnd type="none" w="med" len="med"/>
          <a:tailEnd type="none" w="med" len="med"/>
        </a:ln>
        <a:effectLst/>
      </a:spPr>
      <a:bodyPr rot="0" spcFirstLastPara="0" vertOverflow="overflow" horzOverflow="overflow" vert="horz" wrap="square" lIns="182880" tIns="146304" rIns="182880" bIns="146304" numCol="1" spcCol="0" rtlCol="0" fromWordArt="0" anchor="t" anchorCtr="0" forceAA="0" compatLnSpc="1">
        <a:prstTxWarp prst="textNoShape">
          <a:avLst/>
        </a:prstTxWarp>
        <a:noAutofit/>
      </a:bodyPr>
      <a:lstStyle>
        <a:defPPr defTabSz="932472" fontAlgn="base">
          <a:lnSpc>
            <a:spcPct val="90000"/>
          </a:lnSpc>
          <a:spcBef>
            <a:spcPct val="0"/>
          </a:spcBef>
          <a:spcAft>
            <a:spcPct val="0"/>
          </a:spcAft>
          <a:defRPr sz="2400" dirty="0" err="1" smtClean="0">
            <a:gradFill>
              <a:gsLst>
                <a:gs pos="0">
                  <a:srgbClr val="FFFFFF"/>
                </a:gs>
                <a:gs pos="100000">
                  <a:srgbClr val="FFFFFF"/>
                </a:gs>
              </a:gsLst>
              <a:lin ang="5400000" scaled="0"/>
            </a:gradFill>
            <a:ea typeface="Segoe UI" pitchFamily="34" charset="0"/>
            <a:cs typeface="Segoe UI" pitchFamily="34" charset="0"/>
          </a:defRPr>
        </a:defPPr>
      </a:lstStyle>
      <a:style>
        <a:lnRef idx="1">
          <a:schemeClr val="accent2"/>
        </a:lnRef>
        <a:fillRef idx="3">
          <a:schemeClr val="accent2"/>
        </a:fillRef>
        <a:effectRef idx="2">
          <a:schemeClr val="accent2"/>
        </a:effectRef>
        <a:fontRef idx="minor">
          <a:schemeClr val="lt1"/>
        </a:fontRef>
      </a:style>
    </a:spDef>
    <a:lnDef>
      <a:spPr>
        <a:ln>
          <a:solidFill>
            <a:schemeClr val="tx1"/>
          </a:solidFill>
          <a:headEnd type="none"/>
          <a:tailEnd type="none"/>
        </a:ln>
      </a:spPr>
      <a:bodyPr/>
      <a:lstStyle/>
      <a:style>
        <a:lnRef idx="1">
          <a:schemeClr val="accent1"/>
        </a:lnRef>
        <a:fillRef idx="0">
          <a:schemeClr val="accent1"/>
        </a:fillRef>
        <a:effectRef idx="0">
          <a:schemeClr val="accent1"/>
        </a:effectRef>
        <a:fontRef idx="minor">
          <a:schemeClr val="tx1"/>
        </a:fontRef>
      </a:style>
    </a:lnDef>
    <a:txDef>
      <a:spPr>
        <a:noFill/>
      </a:spPr>
      <a:bodyPr wrap="square" lIns="182880" tIns="146304" rIns="182880" bIns="146304" rtlCol="0">
        <a:spAutoFit/>
      </a:bodyPr>
      <a:lstStyle>
        <a:defPPr>
          <a:lnSpc>
            <a:spcPct val="90000"/>
          </a:lnSpc>
          <a:spcAft>
            <a:spcPts val="600"/>
          </a:spcAft>
          <a:defRPr sz="2400" dirty="0" err="1" smtClean="0">
            <a:gradFill>
              <a:gsLst>
                <a:gs pos="2917">
                  <a:schemeClr val="tx1"/>
                </a:gs>
                <a:gs pos="30000">
                  <a:schemeClr val="tx1"/>
                </a:gs>
              </a:gsLst>
              <a:lin ang="5400000" scaled="0"/>
            </a:gradFill>
          </a:defRPr>
        </a:defPPr>
      </a:lstStyle>
    </a:txDef>
  </a:objectDefaults>
  <a:extraClrSchemeLst/>
  <a:extLst>
    <a:ext uri="{05A4C25C-085E-4340-85A3-A5531E510DB2}">
      <thm15:themeFamily xmlns:thm15="http://schemas.microsoft.com/office/thememl/2012/main" name="ATT_Azure_PowerPoint_Template_Dec19" id="{4D812253-AE16-49B7-9E8B-E155C396F1B1}" vid="{CDFF03D5-E879-4992-95FD-25D14F5B9F5C}"/>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4.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emplate>MasterTemplateDeck</Template>
  <TotalTime>22</TotalTime>
  <Words>608</Words>
  <Application>Microsoft Office PowerPoint</Application>
  <PresentationFormat>On-screen Show (16:9)</PresentationFormat>
  <Paragraphs>148</Paragraphs>
  <Slides>17</Slides>
  <Notes>0</Notes>
  <HiddenSlides>0</HiddenSlides>
  <MMClips>0</MMClips>
  <ScaleCrop>false</ScaleCrop>
  <HeadingPairs>
    <vt:vector size="6" baseType="variant">
      <vt:variant>
        <vt:lpstr>Fonts Used</vt:lpstr>
      </vt:variant>
      <vt:variant>
        <vt:i4>6</vt:i4>
      </vt:variant>
      <vt:variant>
        <vt:lpstr>Theme</vt:lpstr>
      </vt:variant>
      <vt:variant>
        <vt:i4>2</vt:i4>
      </vt:variant>
      <vt:variant>
        <vt:lpstr>Slide Titles</vt:lpstr>
      </vt:variant>
      <vt:variant>
        <vt:i4>17</vt:i4>
      </vt:variant>
    </vt:vector>
  </HeadingPairs>
  <TitlesOfParts>
    <vt:vector size="25" baseType="lpstr">
      <vt:lpstr>Aptos</vt:lpstr>
      <vt:lpstr>Arial</vt:lpstr>
      <vt:lpstr>Consolas</vt:lpstr>
      <vt:lpstr>Segoe UI</vt:lpstr>
      <vt:lpstr>Segoe UI Semibold</vt:lpstr>
      <vt:lpstr>Wingdings</vt:lpstr>
      <vt:lpstr>Microsoft Power Platform Template</vt:lpstr>
      <vt:lpstr>1_Microsoft Power Platform Template</vt:lpstr>
      <vt:lpstr>Chapter 11: Performance Monitoring</vt:lpstr>
      <vt:lpstr>Learning Objectives</vt:lpstr>
      <vt:lpstr>Chapter Topics</vt:lpstr>
      <vt:lpstr>11.1 Counters</vt:lpstr>
      <vt:lpstr>Performance Monitor </vt:lpstr>
      <vt:lpstr>11.2 Live Monitoring</vt:lpstr>
      <vt:lpstr>Task Manger and Resource Monitor</vt:lpstr>
      <vt:lpstr>11.3 Data Collection</vt:lpstr>
      <vt:lpstr>PowerPoint Presentation</vt:lpstr>
      <vt:lpstr>Sys Internals Tools list</vt:lpstr>
      <vt:lpstr>Data collector sets </vt:lpstr>
      <vt:lpstr>11.4 Monitoring and Troubleshooting</vt:lpstr>
      <vt:lpstr>Process Explorer</vt:lpstr>
      <vt:lpstr>Process Monitor</vt:lpstr>
      <vt:lpstr>Chapter Summary</vt:lpstr>
      <vt:lpstr>Knowledge Check</vt:lpstr>
      <vt:lpstr>PRACTICE LAB</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PptxGenJS Presentation</dc:title>
  <dc:subject>PptxGenJS Presentation</dc:subject>
  <dc:creator>PptxGenJS</dc:creator>
  <cp:lastModifiedBy>Michael Whitehouse</cp:lastModifiedBy>
  <cp:revision>1</cp:revision>
  <dcterms:created xsi:type="dcterms:W3CDTF">2026-04-07T14:56:56Z</dcterms:created>
  <dcterms:modified xsi:type="dcterms:W3CDTF">2026-06-14T13:22:01Z</dcterms:modified>
</cp:coreProperties>
</file>