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theme/theme2.xml" ContentType="application/vnd.openxmlformats-officedocument.theme+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4912" r:id="rId4"/>
    <p:sldMasterId id="2147484967" r:id="rId5"/>
    <p:sldMasterId id="2147485019" r:id="rId6"/>
  </p:sldMasterIdLst>
  <p:notesMasterIdLst>
    <p:notesMasterId r:id="rId47"/>
  </p:notesMasterIdLst>
  <p:handoutMasterIdLst>
    <p:handoutMasterId r:id="rId48"/>
  </p:handoutMasterIdLst>
  <p:sldIdLst>
    <p:sldId id="283" r:id="rId7"/>
    <p:sldId id="2147479764" r:id="rId8"/>
    <p:sldId id="2147479800" r:id="rId9"/>
    <p:sldId id="2147479801" r:id="rId10"/>
    <p:sldId id="1785" r:id="rId11"/>
    <p:sldId id="1789" r:id="rId12"/>
    <p:sldId id="2621" r:id="rId13"/>
    <p:sldId id="2147479802" r:id="rId14"/>
    <p:sldId id="2147479803" r:id="rId15"/>
    <p:sldId id="2147479782" r:id="rId16"/>
    <p:sldId id="2147479776" r:id="rId17"/>
    <p:sldId id="2147479783" r:id="rId18"/>
    <p:sldId id="2147479774" r:id="rId19"/>
    <p:sldId id="2639" r:id="rId20"/>
    <p:sldId id="2147479765" r:id="rId21"/>
    <p:sldId id="2147479771" r:id="rId22"/>
    <p:sldId id="1796" r:id="rId23"/>
    <p:sldId id="2147479772" r:id="rId24"/>
    <p:sldId id="1797" r:id="rId25"/>
    <p:sldId id="1798" r:id="rId26"/>
    <p:sldId id="1799" r:id="rId27"/>
    <p:sldId id="1800" r:id="rId28"/>
    <p:sldId id="2629" r:id="rId29"/>
    <p:sldId id="1805" r:id="rId30"/>
    <p:sldId id="2641" r:id="rId31"/>
    <p:sldId id="2147479766" r:id="rId32"/>
    <p:sldId id="1808" r:id="rId33"/>
    <p:sldId id="1809" r:id="rId34"/>
    <p:sldId id="1810" r:id="rId35"/>
    <p:sldId id="1811" r:id="rId36"/>
    <p:sldId id="2630" r:id="rId37"/>
    <p:sldId id="2147479773" r:id="rId38"/>
    <p:sldId id="1813" r:id="rId39"/>
    <p:sldId id="1814" r:id="rId40"/>
    <p:sldId id="2147479804" r:id="rId41"/>
    <p:sldId id="2147479805" r:id="rId42"/>
    <p:sldId id="2147479806" r:id="rId43"/>
    <p:sldId id="2147479807" r:id="rId44"/>
    <p:sldId id="2147479808" r:id="rId45"/>
    <p:sldId id="2147479809" r:id="rId46"/>
  </p:sldIdLst>
  <p:sldSz cx="12192000" cy="6994525"/>
  <p:notesSz cx="68580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D635664-6F03-437F-A8FD-260D1DE4B9C9}">
          <p14:sldIdLst/>
        </p14:section>
        <p14:section name="Hyper-V management" id="{B518C987-513F-4252-A723-6000A7EA54EF}">
          <p14:sldIdLst>
            <p14:sldId id="283"/>
            <p14:sldId id="2147479764"/>
            <p14:sldId id="2147479800"/>
            <p14:sldId id="2147479801"/>
            <p14:sldId id="1785"/>
            <p14:sldId id="1789"/>
            <p14:sldId id="2621"/>
            <p14:sldId id="2147479802"/>
            <p14:sldId id="2147479803"/>
            <p14:sldId id="2147479782"/>
            <p14:sldId id="2147479776"/>
            <p14:sldId id="2147479783"/>
            <p14:sldId id="2147479774"/>
          </p14:sldIdLst>
        </p14:section>
        <p14:section name="Hyper-V virtual machines" id="{33F13CC2-038B-4AEF-8637-3FD27A208CD0}">
          <p14:sldIdLst>
            <p14:sldId id="2639"/>
            <p14:sldId id="2147479765"/>
            <p14:sldId id="2147479771"/>
            <p14:sldId id="1796"/>
            <p14:sldId id="2147479772"/>
            <p14:sldId id="1797"/>
            <p14:sldId id="1798"/>
            <p14:sldId id="1799"/>
            <p14:sldId id="1800"/>
            <p14:sldId id="2629"/>
            <p14:sldId id="1805"/>
          </p14:sldIdLst>
        </p14:section>
        <p14:section name="Secure Hyper-V workloads" id="{7F64CF3E-D3A4-4C05-8613-BAA116384855}">
          <p14:sldIdLst>
            <p14:sldId id="2641"/>
            <p14:sldId id="2147479766"/>
            <p14:sldId id="1808"/>
            <p14:sldId id="1809"/>
            <p14:sldId id="1810"/>
            <p14:sldId id="1811"/>
            <p14:sldId id="2630"/>
            <p14:sldId id="2147479773"/>
            <p14:sldId id="1813"/>
            <p14:sldId id="1814"/>
            <p14:sldId id="2147479804"/>
            <p14:sldId id="2147479805"/>
            <p14:sldId id="2147479806"/>
            <p14:sldId id="2147479807"/>
            <p14:sldId id="2147479808"/>
            <p14:sldId id="2147479809"/>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ED94148-BE85-83FA-B102-27DC4B525780}" name="Venkat Jalasutram" initials="VJ" userId="S::vejalasu@microsoft.com::79d9235b-eddf-4723-995a-e3cb53ad4972" providerId="AD"/>
  <p188:author id="{17B1C35E-C413-CD26-D55D-249EDE4A67E8}" name="Tony Jamieson" initials="" userId="S::tonyj@microsoft.com::3b4effa0-dd52-44f8-96bf-4435da10287b" providerId="AD"/>
  <p188:author id="{79E072BE-A531-E5C4-8C33-C5163B6B2873}" name="Jan Kulbe" initials="JK" userId="S::jakulbe@microsoft.com::4023f1dd-563a-4ad7-8a5a-d5a590af0706"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9" name="Author" initials="A" lastIdx="0" clrIdx="9"/>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6E3FF"/>
    <a:srgbClr val="0777D3"/>
    <a:srgbClr val="CD9BCF"/>
    <a:srgbClr val="8DC8E8"/>
    <a:srgbClr val="FFA38B"/>
    <a:srgbClr val="336699"/>
    <a:srgbClr val="330099"/>
    <a:srgbClr val="0078D4"/>
    <a:srgbClr val="FFF100"/>
    <a:srgbClr val="59B4D9"/>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3C963E-7744-4E9C-B1E3-62C1DF41E2A3}" v="5" dt="2026-06-11T12:07:19.871"/>
  </p1510:revLst>
</p1510:revInfo>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5838" autoAdjust="0"/>
  </p:normalViewPr>
  <p:slideViewPr>
    <p:cSldViewPr snapToGrid="0">
      <p:cViewPr varScale="1">
        <p:scale>
          <a:sx n="81" d="100"/>
          <a:sy n="81" d="100"/>
        </p:scale>
        <p:origin x="67" y="360"/>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p:cViewPr>
        <p:scale>
          <a:sx n="1" d="2"/>
          <a:sy n="1" d="2"/>
        </p:scale>
        <p:origin x="2602" y="76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notesMaster" Target="notesMasters/notesMaster1.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tableStyles" Target="tableStyles.xml"/><Relationship Id="rId5" Type="http://schemas.openxmlformats.org/officeDocument/2006/relationships/slideMaster" Target="slideMasters/slideMaster2.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handoutMaster" Target="handoutMasters/handoutMaster1.xml"/><Relationship Id="rId56" Type="http://schemas.microsoft.com/office/2018/10/relationships/authors" Target="authors.xml"/><Relationship Id="rId8" Type="http://schemas.openxmlformats.org/officeDocument/2006/relationships/slide" Target="slides/slide2.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20" Type="http://schemas.openxmlformats.org/officeDocument/2006/relationships/slide" Target="slides/slide14.xml"/><Relationship Id="rId41" Type="http://schemas.openxmlformats.org/officeDocument/2006/relationships/slide" Target="slides/slide35.xml"/><Relationship Id="rId54"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el Whitehouse" userId="0ecba9273f6ad366" providerId="LiveId" clId="{F36E82C0-65ED-4BE7-8730-0F102FB388DD}"/>
    <pc:docChg chg="undo custSel addSld delSld modSld modMainMaster delSection modSection">
      <pc:chgData name="Michael Whitehouse" userId="0ecba9273f6ad366" providerId="LiveId" clId="{F36E82C0-65ED-4BE7-8730-0F102FB388DD}" dt="2026-06-11T12:35:41.693" v="64" actId="1076"/>
      <pc:docMkLst>
        <pc:docMk/>
      </pc:docMkLst>
      <pc:sldChg chg="addSp delSp modSp add mod">
        <pc:chgData name="Michael Whitehouse" userId="0ecba9273f6ad366" providerId="LiveId" clId="{F36E82C0-65ED-4BE7-8730-0F102FB388DD}" dt="2026-06-11T12:02:51.105" v="22" actId="478"/>
        <pc:sldMkLst>
          <pc:docMk/>
          <pc:sldMk cId="331934734" sldId="283"/>
        </pc:sldMkLst>
        <pc:spChg chg="mod">
          <ac:chgData name="Michael Whitehouse" userId="0ecba9273f6ad366" providerId="LiveId" clId="{F36E82C0-65ED-4BE7-8730-0F102FB388DD}" dt="2026-06-11T12:02:47.934" v="20"/>
          <ac:spMkLst>
            <pc:docMk/>
            <pc:sldMk cId="331934734" sldId="283"/>
            <ac:spMk id="2" creationId="{AFD1A871-73F8-E299-AA33-8D19D2C57D98}"/>
          </ac:spMkLst>
        </pc:spChg>
        <pc:spChg chg="del">
          <ac:chgData name="Michael Whitehouse" userId="0ecba9273f6ad366" providerId="LiveId" clId="{F36E82C0-65ED-4BE7-8730-0F102FB388DD}" dt="2026-06-11T12:02:49.731" v="21" actId="478"/>
          <ac:spMkLst>
            <pc:docMk/>
            <pc:sldMk cId="331934734" sldId="283"/>
            <ac:spMk id="3" creationId="{5A6AB34D-7CE2-DC74-E487-00104541E931}"/>
          </ac:spMkLst>
        </pc:spChg>
        <pc:spChg chg="add del mod">
          <ac:chgData name="Michael Whitehouse" userId="0ecba9273f6ad366" providerId="LiveId" clId="{F36E82C0-65ED-4BE7-8730-0F102FB388DD}" dt="2026-06-11T12:02:51.105" v="22" actId="478"/>
          <ac:spMkLst>
            <pc:docMk/>
            <pc:sldMk cId="331934734" sldId="283"/>
            <ac:spMk id="5" creationId="{7A98482A-3C2B-F3A7-0169-54D0948D3BA0}"/>
          </ac:spMkLst>
        </pc:spChg>
      </pc:sldChg>
      <pc:sldChg chg="del">
        <pc:chgData name="Michael Whitehouse" userId="0ecba9273f6ad366" providerId="LiveId" clId="{F36E82C0-65ED-4BE7-8730-0F102FB388DD}" dt="2026-06-11T12:27:59.274" v="60" actId="47"/>
        <pc:sldMkLst>
          <pc:docMk/>
          <pc:sldMk cId="799903858" sldId="1817"/>
        </pc:sldMkLst>
      </pc:sldChg>
      <pc:sldChg chg="del">
        <pc:chgData name="Michael Whitehouse" userId="0ecba9273f6ad366" providerId="LiveId" clId="{F36E82C0-65ED-4BE7-8730-0F102FB388DD}" dt="2026-06-11T12:27:59.274" v="60" actId="47"/>
        <pc:sldMkLst>
          <pc:docMk/>
          <pc:sldMk cId="454336031" sldId="1818"/>
        </pc:sldMkLst>
      </pc:sldChg>
      <pc:sldChg chg="del">
        <pc:chgData name="Michael Whitehouse" userId="0ecba9273f6ad366" providerId="LiveId" clId="{F36E82C0-65ED-4BE7-8730-0F102FB388DD}" dt="2026-06-11T12:27:59.274" v="60" actId="47"/>
        <pc:sldMkLst>
          <pc:docMk/>
          <pc:sldMk cId="549535195" sldId="1824"/>
        </pc:sldMkLst>
      </pc:sldChg>
      <pc:sldChg chg="del">
        <pc:chgData name="Michael Whitehouse" userId="0ecba9273f6ad366" providerId="LiveId" clId="{F36E82C0-65ED-4BE7-8730-0F102FB388DD}" dt="2026-06-11T12:27:59.274" v="60" actId="47"/>
        <pc:sldMkLst>
          <pc:docMk/>
          <pc:sldMk cId="717456233" sldId="1825"/>
        </pc:sldMkLst>
      </pc:sldChg>
      <pc:sldChg chg="del">
        <pc:chgData name="Michael Whitehouse" userId="0ecba9273f6ad366" providerId="LiveId" clId="{F36E82C0-65ED-4BE7-8730-0F102FB388DD}" dt="2026-06-11T12:26:50.379" v="59" actId="47"/>
        <pc:sldMkLst>
          <pc:docMk/>
          <pc:sldMk cId="1826951274" sldId="1829"/>
        </pc:sldMkLst>
      </pc:sldChg>
      <pc:sldChg chg="del">
        <pc:chgData name="Michael Whitehouse" userId="0ecba9273f6ad366" providerId="LiveId" clId="{F36E82C0-65ED-4BE7-8730-0F102FB388DD}" dt="2026-06-11T12:26:50.379" v="59" actId="47"/>
        <pc:sldMkLst>
          <pc:docMk/>
          <pc:sldMk cId="3978117422" sldId="1830"/>
        </pc:sldMkLst>
      </pc:sldChg>
      <pc:sldChg chg="del">
        <pc:chgData name="Michael Whitehouse" userId="0ecba9273f6ad366" providerId="LiveId" clId="{F36E82C0-65ED-4BE7-8730-0F102FB388DD}" dt="2026-06-11T12:26:50.379" v="59" actId="47"/>
        <pc:sldMkLst>
          <pc:docMk/>
          <pc:sldMk cId="705483602" sldId="1831"/>
        </pc:sldMkLst>
      </pc:sldChg>
      <pc:sldChg chg="del">
        <pc:chgData name="Michael Whitehouse" userId="0ecba9273f6ad366" providerId="LiveId" clId="{F36E82C0-65ED-4BE7-8730-0F102FB388DD}" dt="2026-06-11T12:26:50.379" v="59" actId="47"/>
        <pc:sldMkLst>
          <pc:docMk/>
          <pc:sldMk cId="1397008518" sldId="1832"/>
        </pc:sldMkLst>
      </pc:sldChg>
      <pc:sldChg chg="del">
        <pc:chgData name="Michael Whitehouse" userId="0ecba9273f6ad366" providerId="LiveId" clId="{F36E82C0-65ED-4BE7-8730-0F102FB388DD}" dt="2026-06-11T12:26:50.379" v="59" actId="47"/>
        <pc:sldMkLst>
          <pc:docMk/>
          <pc:sldMk cId="350394036" sldId="2612"/>
        </pc:sldMkLst>
      </pc:sldChg>
      <pc:sldChg chg="del">
        <pc:chgData name="Michael Whitehouse" userId="0ecba9273f6ad366" providerId="LiveId" clId="{F36E82C0-65ED-4BE7-8730-0F102FB388DD}" dt="2026-06-11T12:26:50.379" v="59" actId="47"/>
        <pc:sldMkLst>
          <pc:docMk/>
          <pc:sldMk cId="818166706" sldId="2613"/>
        </pc:sldMkLst>
      </pc:sldChg>
      <pc:sldChg chg="del">
        <pc:chgData name="Michael Whitehouse" userId="0ecba9273f6ad366" providerId="LiveId" clId="{F36E82C0-65ED-4BE7-8730-0F102FB388DD}" dt="2026-06-11T12:26:50.379" v="59" actId="47"/>
        <pc:sldMkLst>
          <pc:docMk/>
          <pc:sldMk cId="3334796074" sldId="2614"/>
        </pc:sldMkLst>
      </pc:sldChg>
      <pc:sldChg chg="del">
        <pc:chgData name="Michael Whitehouse" userId="0ecba9273f6ad366" providerId="LiveId" clId="{F36E82C0-65ED-4BE7-8730-0F102FB388DD}" dt="2026-06-11T12:26:50.379" v="59" actId="47"/>
        <pc:sldMkLst>
          <pc:docMk/>
          <pc:sldMk cId="1984623897" sldId="2615"/>
        </pc:sldMkLst>
      </pc:sldChg>
      <pc:sldChg chg="del">
        <pc:chgData name="Michael Whitehouse" userId="0ecba9273f6ad366" providerId="LiveId" clId="{F36E82C0-65ED-4BE7-8730-0F102FB388DD}" dt="2026-06-11T12:26:50.379" v="59" actId="47"/>
        <pc:sldMkLst>
          <pc:docMk/>
          <pc:sldMk cId="2800057942" sldId="2616"/>
        </pc:sldMkLst>
      </pc:sldChg>
      <pc:sldChg chg="del">
        <pc:chgData name="Michael Whitehouse" userId="0ecba9273f6ad366" providerId="LiveId" clId="{F36E82C0-65ED-4BE7-8730-0F102FB388DD}" dt="2026-06-11T12:26:50.379" v="59" actId="47"/>
        <pc:sldMkLst>
          <pc:docMk/>
          <pc:sldMk cId="3145080320" sldId="2633"/>
        </pc:sldMkLst>
      </pc:sldChg>
      <pc:sldChg chg="del">
        <pc:chgData name="Michael Whitehouse" userId="0ecba9273f6ad366" providerId="LiveId" clId="{F36E82C0-65ED-4BE7-8730-0F102FB388DD}" dt="2026-06-11T12:02:52.685" v="23" actId="47"/>
        <pc:sldMkLst>
          <pc:docMk/>
          <pc:sldMk cId="2197871696" sldId="2637"/>
        </pc:sldMkLst>
      </pc:sldChg>
      <pc:sldChg chg="addSp delSp modSp mod modClrScheme chgLayout">
        <pc:chgData name="Michael Whitehouse" userId="0ecba9273f6ad366" providerId="LiveId" clId="{F36E82C0-65ED-4BE7-8730-0F102FB388DD}" dt="2026-06-11T12:07:19.871" v="31" actId="14100"/>
        <pc:sldMkLst>
          <pc:docMk/>
          <pc:sldMk cId="362017516" sldId="2639"/>
        </pc:sldMkLst>
        <pc:spChg chg="add del mod">
          <ac:chgData name="Michael Whitehouse" userId="0ecba9273f6ad366" providerId="LiveId" clId="{F36E82C0-65ED-4BE7-8730-0F102FB388DD}" dt="2026-06-11T12:07:16.273" v="29" actId="22"/>
          <ac:spMkLst>
            <pc:docMk/>
            <pc:sldMk cId="362017516" sldId="2639"/>
            <ac:spMk id="2" creationId="{28B53C2F-B4A1-23E1-C0B2-AE800257EA81}"/>
          </ac:spMkLst>
        </pc:spChg>
        <pc:spChg chg="mod ord">
          <ac:chgData name="Michael Whitehouse" userId="0ecba9273f6ad366" providerId="LiveId" clId="{F36E82C0-65ED-4BE7-8730-0F102FB388DD}" dt="2026-06-11T12:04:50.020" v="26" actId="26606"/>
          <ac:spMkLst>
            <pc:docMk/>
            <pc:sldMk cId="362017516" sldId="2639"/>
            <ac:spMk id="5" creationId="{007C2C26-EFD2-E847-AEA7-5CEF245E0904}"/>
          </ac:spMkLst>
        </pc:spChg>
        <pc:spChg chg="add del mod">
          <ac:chgData name="Michael Whitehouse" userId="0ecba9273f6ad366" providerId="LiveId" clId="{F36E82C0-65ED-4BE7-8730-0F102FB388DD}" dt="2026-06-11T12:07:10.989" v="28"/>
          <ac:spMkLst>
            <pc:docMk/>
            <pc:sldMk cId="362017516" sldId="2639"/>
            <ac:spMk id="10" creationId="{828EC712-6C7D-5E30-30C3-667BE254DF0C}"/>
          </ac:spMkLst>
        </pc:spChg>
        <pc:picChg chg="add mod ord">
          <ac:chgData name="Michael Whitehouse" userId="0ecba9273f6ad366" providerId="LiveId" clId="{F36E82C0-65ED-4BE7-8730-0F102FB388DD}" dt="2026-06-11T12:07:19.871" v="31" actId="14100"/>
          <ac:picMkLst>
            <pc:docMk/>
            <pc:sldMk cId="362017516" sldId="2639"/>
            <ac:picMk id="4" creationId="{ADD5486B-5459-143C-3CF8-D9D042C506B7}"/>
          </ac:picMkLst>
        </pc:picChg>
      </pc:sldChg>
      <pc:sldChg chg="addSp modSp mod modClrScheme chgLayout">
        <pc:chgData name="Michael Whitehouse" userId="0ecba9273f6ad366" providerId="LiveId" clId="{F36E82C0-65ED-4BE7-8730-0F102FB388DD}" dt="2026-06-11T12:08:42.866" v="56" actId="26606"/>
        <pc:sldMkLst>
          <pc:docMk/>
          <pc:sldMk cId="3344321822" sldId="2641"/>
        </pc:sldMkLst>
        <pc:spChg chg="mod ord">
          <ac:chgData name="Michael Whitehouse" userId="0ecba9273f6ad366" providerId="LiveId" clId="{F36E82C0-65ED-4BE7-8730-0F102FB388DD}" dt="2026-06-11T12:08:42.866" v="56" actId="26606"/>
          <ac:spMkLst>
            <pc:docMk/>
            <pc:sldMk cId="3344321822" sldId="2641"/>
            <ac:spMk id="5" creationId="{007C2C26-EFD2-E847-AEA7-5CEF245E0904}"/>
          </ac:spMkLst>
        </pc:spChg>
        <pc:picChg chg="add mod">
          <ac:chgData name="Michael Whitehouse" userId="0ecba9273f6ad366" providerId="LiveId" clId="{F36E82C0-65ED-4BE7-8730-0F102FB388DD}" dt="2026-06-11T12:08:42.866" v="56" actId="26606"/>
          <ac:picMkLst>
            <pc:docMk/>
            <pc:sldMk cId="3344321822" sldId="2641"/>
            <ac:picMk id="3" creationId="{5D2C94B1-7FD6-E48B-257D-44C2A55E67EA}"/>
          </ac:picMkLst>
        </pc:picChg>
      </pc:sldChg>
      <pc:sldChg chg="modSp del mod modClrScheme chgLayout">
        <pc:chgData name="Michael Whitehouse" userId="0ecba9273f6ad366" providerId="LiveId" clId="{F36E82C0-65ED-4BE7-8730-0F102FB388DD}" dt="2026-06-11T12:27:59.274" v="60" actId="47"/>
        <pc:sldMkLst>
          <pc:docMk/>
          <pc:sldMk cId="2239345459" sldId="2643"/>
        </pc:sldMkLst>
        <pc:spChg chg="mod ord">
          <ac:chgData name="Michael Whitehouse" userId="0ecba9273f6ad366" providerId="LiveId" clId="{F36E82C0-65ED-4BE7-8730-0F102FB388DD}" dt="2026-06-11T12:25:29.391" v="57" actId="700"/>
          <ac:spMkLst>
            <pc:docMk/>
            <pc:sldMk cId="2239345459" sldId="2643"/>
            <ac:spMk id="5" creationId="{007C2C26-EFD2-E847-AEA7-5CEF245E0904}"/>
          </ac:spMkLst>
        </pc:spChg>
      </pc:sldChg>
      <pc:sldChg chg="del">
        <pc:chgData name="Michael Whitehouse" userId="0ecba9273f6ad366" providerId="LiveId" clId="{F36E82C0-65ED-4BE7-8730-0F102FB388DD}" dt="2026-06-11T12:26:50.379" v="59" actId="47"/>
        <pc:sldMkLst>
          <pc:docMk/>
          <pc:sldMk cId="3840315277" sldId="2645"/>
        </pc:sldMkLst>
      </pc:sldChg>
      <pc:sldChg chg="modSp mod modClrScheme chgLayout">
        <pc:chgData name="Michael Whitehouse" userId="0ecba9273f6ad366" providerId="LiveId" clId="{F36E82C0-65ED-4BE7-8730-0F102FB388DD}" dt="2026-06-11T12:04:25.138" v="24" actId="700"/>
        <pc:sldMkLst>
          <pc:docMk/>
          <pc:sldMk cId="1248607981" sldId="2147479764"/>
        </pc:sldMkLst>
        <pc:spChg chg="mod ord">
          <ac:chgData name="Michael Whitehouse" userId="0ecba9273f6ad366" providerId="LiveId" clId="{F36E82C0-65ED-4BE7-8730-0F102FB388DD}" dt="2026-06-11T12:04:25.138" v="24" actId="700"/>
          <ac:spMkLst>
            <pc:docMk/>
            <pc:sldMk cId="1248607981" sldId="2147479764"/>
            <ac:spMk id="8" creationId="{13F9A67F-9E05-4A1C-BFF3-5B0F68E043E2}"/>
          </ac:spMkLst>
        </pc:spChg>
      </pc:sldChg>
      <pc:sldChg chg="modSp mod modClrScheme chgLayout">
        <pc:chgData name="Michael Whitehouse" userId="0ecba9273f6ad366" providerId="LiveId" clId="{F36E82C0-65ED-4BE7-8730-0F102FB388DD}" dt="2026-06-11T12:04:42.471" v="25" actId="700"/>
        <pc:sldMkLst>
          <pc:docMk/>
          <pc:sldMk cId="455178089" sldId="2147479765"/>
        </pc:sldMkLst>
        <pc:spChg chg="mod ord">
          <ac:chgData name="Michael Whitehouse" userId="0ecba9273f6ad366" providerId="LiveId" clId="{F36E82C0-65ED-4BE7-8730-0F102FB388DD}" dt="2026-06-11T12:04:42.471" v="25" actId="700"/>
          <ac:spMkLst>
            <pc:docMk/>
            <pc:sldMk cId="455178089" sldId="2147479765"/>
            <ac:spMk id="8" creationId="{13F9A67F-9E05-4A1C-BFF3-5B0F68E043E2}"/>
          </ac:spMkLst>
        </pc:spChg>
      </pc:sldChg>
      <pc:sldChg chg="modSp mod modClrScheme chgLayout">
        <pc:chgData name="Michael Whitehouse" userId="0ecba9273f6ad366" providerId="LiveId" clId="{F36E82C0-65ED-4BE7-8730-0F102FB388DD}" dt="2026-06-11T12:07:56.747" v="33" actId="700"/>
        <pc:sldMkLst>
          <pc:docMk/>
          <pc:sldMk cId="3589825216" sldId="2147479766"/>
        </pc:sldMkLst>
        <pc:spChg chg="mod ord">
          <ac:chgData name="Michael Whitehouse" userId="0ecba9273f6ad366" providerId="LiveId" clId="{F36E82C0-65ED-4BE7-8730-0F102FB388DD}" dt="2026-06-11T12:07:56.747" v="33" actId="700"/>
          <ac:spMkLst>
            <pc:docMk/>
            <pc:sldMk cId="3589825216" sldId="2147479766"/>
            <ac:spMk id="8" creationId="{13F9A67F-9E05-4A1C-BFF3-5B0F68E043E2}"/>
          </ac:spMkLst>
        </pc:spChg>
      </pc:sldChg>
      <pc:sldChg chg="modSp del mod modClrScheme chgLayout">
        <pc:chgData name="Michael Whitehouse" userId="0ecba9273f6ad366" providerId="LiveId" clId="{F36E82C0-65ED-4BE7-8730-0F102FB388DD}" dt="2026-06-11T12:27:59.274" v="60" actId="47"/>
        <pc:sldMkLst>
          <pc:docMk/>
          <pc:sldMk cId="1196485604" sldId="2147479767"/>
        </pc:sldMkLst>
        <pc:spChg chg="mod ord">
          <ac:chgData name="Michael Whitehouse" userId="0ecba9273f6ad366" providerId="LiveId" clId="{F36E82C0-65ED-4BE7-8730-0F102FB388DD}" dt="2026-06-11T12:25:29.391" v="57" actId="700"/>
          <ac:spMkLst>
            <pc:docMk/>
            <pc:sldMk cId="1196485604" sldId="2147479767"/>
            <ac:spMk id="8" creationId="{13F9A67F-9E05-4A1C-BFF3-5B0F68E043E2}"/>
          </ac:spMkLst>
        </pc:spChg>
      </pc:sldChg>
      <pc:sldChg chg="del">
        <pc:chgData name="Michael Whitehouse" userId="0ecba9273f6ad366" providerId="LiveId" clId="{F36E82C0-65ED-4BE7-8730-0F102FB388DD}" dt="2026-06-11T12:26:50.379" v="59" actId="47"/>
        <pc:sldMkLst>
          <pc:docMk/>
          <pc:sldMk cId="1044302820" sldId="2147479768"/>
        </pc:sldMkLst>
      </pc:sldChg>
      <pc:sldChg chg="del">
        <pc:chgData name="Michael Whitehouse" userId="0ecba9273f6ad366" providerId="LiveId" clId="{F36E82C0-65ED-4BE7-8730-0F102FB388DD}" dt="2026-06-11T12:27:59.274" v="60" actId="47"/>
        <pc:sldMkLst>
          <pc:docMk/>
          <pc:sldMk cId="3399284304" sldId="2147479770"/>
        </pc:sldMkLst>
      </pc:sldChg>
      <pc:sldChg chg="del">
        <pc:chgData name="Michael Whitehouse" userId="0ecba9273f6ad366" providerId="LiveId" clId="{F36E82C0-65ED-4BE7-8730-0F102FB388DD}" dt="2026-06-11T12:07:45.294" v="32" actId="47"/>
        <pc:sldMkLst>
          <pc:docMk/>
          <pc:sldMk cId="118262214" sldId="2147479777"/>
        </pc:sldMkLst>
      </pc:sldChg>
      <pc:sldChg chg="del">
        <pc:chgData name="Michael Whitehouse" userId="0ecba9273f6ad366" providerId="LiveId" clId="{F36E82C0-65ED-4BE7-8730-0F102FB388DD}" dt="2026-06-11T12:07:45.294" v="32" actId="47"/>
        <pc:sldMkLst>
          <pc:docMk/>
          <pc:sldMk cId="648946101" sldId="2147479778"/>
        </pc:sldMkLst>
      </pc:sldChg>
      <pc:sldChg chg="del">
        <pc:chgData name="Michael Whitehouse" userId="0ecba9273f6ad366" providerId="LiveId" clId="{F36E82C0-65ED-4BE7-8730-0F102FB388DD}" dt="2026-06-11T12:27:59.274" v="60" actId="47"/>
        <pc:sldMkLst>
          <pc:docMk/>
          <pc:sldMk cId="1151168509" sldId="2147479784"/>
        </pc:sldMkLst>
      </pc:sldChg>
      <pc:sldChg chg="del">
        <pc:chgData name="Michael Whitehouse" userId="0ecba9273f6ad366" providerId="LiveId" clId="{F36E82C0-65ED-4BE7-8730-0F102FB388DD}" dt="2026-06-11T12:27:59.274" v="60" actId="47"/>
        <pc:sldMkLst>
          <pc:docMk/>
          <pc:sldMk cId="1482701507" sldId="2147479785"/>
        </pc:sldMkLst>
      </pc:sldChg>
      <pc:sldChg chg="del">
        <pc:chgData name="Michael Whitehouse" userId="0ecba9273f6ad366" providerId="LiveId" clId="{F36E82C0-65ED-4BE7-8730-0F102FB388DD}" dt="2026-06-11T12:27:59.274" v="60" actId="47"/>
        <pc:sldMkLst>
          <pc:docMk/>
          <pc:sldMk cId="4050247529" sldId="2147479786"/>
        </pc:sldMkLst>
      </pc:sldChg>
      <pc:sldChg chg="del">
        <pc:chgData name="Michael Whitehouse" userId="0ecba9273f6ad366" providerId="LiveId" clId="{F36E82C0-65ED-4BE7-8730-0F102FB388DD}" dt="2026-06-11T12:27:59.274" v="60" actId="47"/>
        <pc:sldMkLst>
          <pc:docMk/>
          <pc:sldMk cId="3103576862" sldId="2147479787"/>
        </pc:sldMkLst>
      </pc:sldChg>
      <pc:sldChg chg="add">
        <pc:chgData name="Michael Whitehouse" userId="0ecba9273f6ad366" providerId="LiveId" clId="{F36E82C0-65ED-4BE7-8730-0F102FB388DD}" dt="2026-06-11T12:34:21.234" v="63" actId="26606"/>
        <pc:sldMkLst>
          <pc:docMk/>
          <pc:sldMk cId="362017516" sldId="2147479804"/>
        </pc:sldMkLst>
      </pc:sldChg>
      <pc:sldChg chg="del">
        <pc:chgData name="Michael Whitehouse" userId="0ecba9273f6ad366" providerId="LiveId" clId="{F36E82C0-65ED-4BE7-8730-0F102FB388DD}" dt="2026-06-11T12:27:59.274" v="60" actId="47"/>
        <pc:sldMkLst>
          <pc:docMk/>
          <pc:sldMk cId="2222275809" sldId="2147479804"/>
        </pc:sldMkLst>
      </pc:sldChg>
      <pc:sldChg chg="add">
        <pc:chgData name="Michael Whitehouse" userId="0ecba9273f6ad366" providerId="LiveId" clId="{F36E82C0-65ED-4BE7-8730-0F102FB388DD}" dt="2026-06-11T12:34:21.234" v="63" actId="26606"/>
        <pc:sldMkLst>
          <pc:docMk/>
          <pc:sldMk cId="1248607981" sldId="2147479805"/>
        </pc:sldMkLst>
      </pc:sldChg>
      <pc:sldChg chg="add">
        <pc:chgData name="Michael Whitehouse" userId="0ecba9273f6ad366" providerId="LiveId" clId="{F36E82C0-65ED-4BE7-8730-0F102FB388DD}" dt="2026-06-11T12:34:21.234" v="63" actId="26606"/>
        <pc:sldMkLst>
          <pc:docMk/>
          <pc:sldMk cId="1248607981" sldId="2147479806"/>
        </pc:sldMkLst>
      </pc:sldChg>
      <pc:sldChg chg="add">
        <pc:chgData name="Michael Whitehouse" userId="0ecba9273f6ad366" providerId="LiveId" clId="{F36E82C0-65ED-4BE7-8730-0F102FB388DD}" dt="2026-06-11T12:34:21.234" v="63" actId="26606"/>
        <pc:sldMkLst>
          <pc:docMk/>
          <pc:sldMk cId="1248607981" sldId="2147479807"/>
        </pc:sldMkLst>
      </pc:sldChg>
      <pc:sldChg chg="add">
        <pc:chgData name="Michael Whitehouse" userId="0ecba9273f6ad366" providerId="LiveId" clId="{F36E82C0-65ED-4BE7-8730-0F102FB388DD}" dt="2026-06-11T12:34:21.234" v="63" actId="26606"/>
        <pc:sldMkLst>
          <pc:docMk/>
          <pc:sldMk cId="1248607981" sldId="2147479808"/>
        </pc:sldMkLst>
      </pc:sldChg>
      <pc:sldChg chg="modSp add mod">
        <pc:chgData name="Michael Whitehouse" userId="0ecba9273f6ad366" providerId="LiveId" clId="{F36E82C0-65ED-4BE7-8730-0F102FB388DD}" dt="2026-06-11T12:35:41.693" v="64" actId="1076"/>
        <pc:sldMkLst>
          <pc:docMk/>
          <pc:sldMk cId="1248607981" sldId="2147479809"/>
        </pc:sldMkLst>
        <pc:spChg chg="mod">
          <ac:chgData name="Michael Whitehouse" userId="0ecba9273f6ad366" providerId="LiveId" clId="{F36E82C0-65ED-4BE7-8730-0F102FB388DD}" dt="2026-06-11T12:35:41.693" v="64" actId="1076"/>
          <ac:spMkLst>
            <pc:docMk/>
            <pc:sldMk cId="1248607981" sldId="2147479809"/>
            <ac:spMk id="8" creationId="{13F9A67F-9E05-4A1C-BFF3-5B0F68E043E2}"/>
          </ac:spMkLst>
        </pc:spChg>
      </pc:sldChg>
      <pc:sldMasterChg chg="delSp mod delSldLayout modSldLayout">
        <pc:chgData name="Michael Whitehouse" userId="0ecba9273f6ad366" providerId="LiveId" clId="{F36E82C0-65ED-4BE7-8730-0F102FB388DD}" dt="2026-06-11T12:27:59.274" v="60" actId="47"/>
        <pc:sldMasterMkLst>
          <pc:docMk/>
          <pc:sldMasterMk cId="4036975980" sldId="2147484912"/>
        </pc:sldMasterMkLst>
        <pc:sldLayoutChg chg="addSp delSp modSp">
          <pc:chgData name="Michael Whitehouse" userId="0ecba9273f6ad366" providerId="LiveId" clId="{F36E82C0-65ED-4BE7-8730-0F102FB388DD}" dt="2026-06-09T10:57:54.721" v="11"/>
          <pc:sldLayoutMkLst>
            <pc:docMk/>
            <pc:sldMasterMk cId="4036975980" sldId="2147484912"/>
            <pc:sldLayoutMk cId="731760499" sldId="2147484913"/>
          </pc:sldLayoutMkLst>
          <pc:spChg chg="add del">
            <ac:chgData name="Michael Whitehouse" userId="0ecba9273f6ad366" providerId="LiveId" clId="{F36E82C0-65ED-4BE7-8730-0F102FB388DD}" dt="2026-06-09T10:57:54.721" v="11"/>
            <ac:spMkLst>
              <pc:docMk/>
              <pc:sldMasterMk cId="4036975980" sldId="2147484912"/>
              <pc:sldLayoutMk cId="731760499" sldId="2147484913"/>
              <ac:spMk id="3" creationId="{3E21C31D-925C-53B5-2E40-C54FF245B41E}"/>
            </ac:spMkLst>
          </pc:spChg>
        </pc:sldLayoutChg>
        <pc:sldLayoutChg chg="del">
          <pc:chgData name="Michael Whitehouse" userId="0ecba9273f6ad366" providerId="LiveId" clId="{F36E82C0-65ED-4BE7-8730-0F102FB388DD}" dt="2026-06-11T12:27:59.274" v="60" actId="47"/>
          <pc:sldLayoutMkLst>
            <pc:docMk/>
            <pc:sldMasterMk cId="4036975980" sldId="2147484912"/>
            <pc:sldLayoutMk cId="2630241926" sldId="2147485071"/>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r>
              <a:rPr lang="en-US" dirty="0">
                <a:latin typeface="Segoe UI" pitchFamily="34" charset="0"/>
              </a:rPr>
              <a:t>5: Hyper-V virtualization and containers in Windows Server</a:t>
            </a: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r>
              <a:rPr lang="en-US" dirty="0">
                <a:latin typeface="Segoe UI" pitchFamily="34" charset="0"/>
              </a:rPr>
              <a:t>WS-011T Windows Server 2019 Administration</a:t>
            </a: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Slide Number Placeholder 12"/>
          <p:cNvSpPr>
            <a:spLocks noGrp="1"/>
          </p:cNvSpPr>
          <p:nvPr>
            <p:ph type="sldNum" sz="quarter" idx="5"/>
          </p:nvPr>
        </p:nvSpPr>
        <p:spPr>
          <a:xfrm>
            <a:off x="5909309" y="8846819"/>
            <a:ext cx="947103" cy="295593"/>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dirty="0"/>
          </a:p>
        </p:txBody>
      </p:sp>
      <p:sp>
        <p:nvSpPr>
          <p:cNvPr id="12" name="Notes Placeholder 11"/>
          <p:cNvSpPr>
            <a:spLocks noGrp="1"/>
          </p:cNvSpPr>
          <p:nvPr>
            <p:ph type="body" sz="quarter" idx="3"/>
          </p:nvPr>
        </p:nvSpPr>
        <p:spPr>
          <a:xfrm>
            <a:off x="190500" y="1943100"/>
            <a:ext cx="6477000" cy="680407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Image Placeholder 1">
            <a:extLst>
              <a:ext uri="{FF2B5EF4-FFF2-40B4-BE49-F238E27FC236}">
                <a16:creationId xmlns:a16="http://schemas.microsoft.com/office/drawing/2014/main" id="{5551E636-9FD4-47A6-8CA4-4979951D8312}"/>
              </a:ext>
            </a:extLst>
          </p:cNvPr>
          <p:cNvSpPr>
            <a:spLocks noGrp="1" noRot="1" noChangeAspect="1"/>
          </p:cNvSpPr>
          <p:nvPr>
            <p:ph type="sldImg" idx="2"/>
          </p:nvPr>
        </p:nvSpPr>
        <p:spPr>
          <a:xfrm>
            <a:off x="3838575" y="65088"/>
            <a:ext cx="2914650" cy="1671637"/>
          </a:xfrm>
          <a:prstGeom prst="rect">
            <a:avLst/>
          </a:prstGeom>
          <a:noFill/>
          <a:ln w="12700">
            <a:solidFill>
              <a:prstClr val="black"/>
            </a:solidFill>
          </a:ln>
        </p:spPr>
        <p:txBody>
          <a:bodyPr vert="horz" lIns="91440" tIns="45720" rIns="91440" bIns="45720" rtlCol="0" anchor="ctr"/>
          <a:lstStyle/>
          <a:p>
            <a:endParaRPr lang="en-US" dirty="0"/>
          </a:p>
        </p:txBody>
      </p:sp>
      <p:sp>
        <p:nvSpPr>
          <p:cNvPr id="11" name="Date Placeholder 10"/>
          <p:cNvSpPr>
            <a:spLocks noGrp="1"/>
          </p:cNvSpPr>
          <p:nvPr>
            <p:ph type="dt" idx="1"/>
          </p:nvPr>
        </p:nvSpPr>
        <p:spPr>
          <a:xfrm>
            <a:off x="63500" y="492511"/>
            <a:ext cx="3596639" cy="249284"/>
          </a:xfrm>
          <a:prstGeom prst="rect">
            <a:avLst/>
          </a:prstGeom>
        </p:spPr>
        <p:txBody>
          <a:bodyPr vert="horz" lIns="91440" tIns="45720" rIns="91440" bIns="45720" rtlCol="0"/>
          <a:lstStyle>
            <a:lvl1pPr algn="l">
              <a:defRPr sz="1200">
                <a:latin typeface="Segoe UI Semibold" panose="020B0702040204020203" pitchFamily="34" charset="0"/>
                <a:cs typeface="Segoe UI Semibold" panose="020B0702040204020203" pitchFamily="34" charset="0"/>
              </a:defRPr>
            </a:lvl1pPr>
          </a:lstStyle>
          <a:p>
            <a:r>
              <a:rPr lang="en-US" dirty="0"/>
              <a:t>WS-011T Windows Server 2019 Administration</a:t>
            </a:r>
          </a:p>
        </p:txBody>
      </p:sp>
      <p:sp>
        <p:nvSpPr>
          <p:cNvPr id="8" name="Header Placeholder 7"/>
          <p:cNvSpPr>
            <a:spLocks noGrp="1"/>
          </p:cNvSpPr>
          <p:nvPr>
            <p:ph type="hdr" sz="quarter"/>
          </p:nvPr>
        </p:nvSpPr>
        <p:spPr>
          <a:xfrm>
            <a:off x="76199" y="81348"/>
            <a:ext cx="3596640" cy="249284"/>
          </a:xfrm>
          <a:prstGeom prst="rect">
            <a:avLst/>
          </a:prstGeom>
        </p:spPr>
        <p:txBody>
          <a:bodyPr vert="horz" lIns="91440" tIns="45720" rIns="91440" bIns="45720" rtlCol="0"/>
          <a:lstStyle>
            <a:lvl1pPr algn="l">
              <a:defRPr sz="1200" b="1">
                <a:solidFill>
                  <a:srgbClr val="336699"/>
                </a:solidFill>
                <a:latin typeface="Segoe UI Semibold" panose="020B0702040204020203" pitchFamily="34" charset="0"/>
                <a:cs typeface="Segoe UI Semibold" panose="020B0702040204020203" pitchFamily="34" charset="0"/>
              </a:defRPr>
            </a:lvl1pPr>
          </a:lstStyle>
          <a:p>
            <a:r>
              <a:rPr lang="en-US" dirty="0"/>
              <a:t>5: Hyper-V virtualization and containers in Windows Server</a:t>
            </a:r>
          </a:p>
        </p:txBody>
      </p:sp>
      <p:sp>
        <p:nvSpPr>
          <p:cNvPr id="14" name="Footer Placeholder 4">
            <a:extLst>
              <a:ext uri="{FF2B5EF4-FFF2-40B4-BE49-F238E27FC236}">
                <a16:creationId xmlns:a16="http://schemas.microsoft.com/office/drawing/2014/main" id="{23C91451-486A-4309-90D9-256CF4930F1C}"/>
              </a:ext>
            </a:extLst>
          </p:cNvPr>
          <p:cNvSpPr>
            <a:spLocks noGrp="1"/>
          </p:cNvSpPr>
          <p:nvPr>
            <p:ph type="ftr" sz="quarter" idx="4"/>
          </p:nvPr>
        </p:nvSpPr>
        <p:spPr>
          <a:xfrm>
            <a:off x="109220" y="8846820"/>
            <a:ext cx="5811520" cy="195944"/>
          </a:xfrm>
          <a:prstGeom prst="rect">
            <a:avLst/>
          </a:prstGeom>
        </p:spPr>
        <p:txBody>
          <a:bodyPr/>
          <a:lstStyle>
            <a:lvl1pPr>
              <a:defRPr sz="1000"/>
            </a:lvl1pPr>
          </a:lstStyle>
          <a:p>
            <a:pPr defTabSz="914099" eaLnBrk="0" hangingPunct="0"/>
            <a:r>
              <a:rPr lang="en-US"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32742" rtl="0" eaLnBrk="1" latinLnBrk="0" hangingPunct="1">
      <a:lnSpc>
        <a:spcPct val="90000"/>
      </a:lnSpc>
      <a:spcAft>
        <a:spcPts val="600"/>
      </a:spcAft>
      <a:defRPr sz="1000" kern="1200" baseline="0">
        <a:solidFill>
          <a:schemeClr val="tx1"/>
        </a:solidFill>
        <a:latin typeface="Segoe UI" panose="020B0502040204020203" pitchFamily="34" charset="0"/>
        <a:ea typeface="+mn-ea"/>
        <a:cs typeface="+mn-cs"/>
      </a:defRPr>
    </a:lvl1pPr>
    <a:lvl2pPr marL="217262" indent="-107956" algn="l" defTabSz="932742" rtl="0" eaLnBrk="1" latinLnBrk="0" hangingPunct="1">
      <a:lnSpc>
        <a:spcPct val="90000"/>
      </a:lnSpc>
      <a:spcAft>
        <a:spcPts val="600"/>
      </a:spcAft>
      <a:buFont typeface="Arial" pitchFamily="34" charset="0"/>
      <a:buChar char="•"/>
      <a:defRPr sz="1000" kern="1200" baseline="0">
        <a:solidFill>
          <a:schemeClr val="tx1"/>
        </a:solidFill>
        <a:latin typeface="Segoe UI" panose="020B0502040204020203" pitchFamily="34" charset="0"/>
        <a:ea typeface="+mn-ea"/>
        <a:cs typeface="+mn-cs"/>
      </a:defRPr>
    </a:lvl2pPr>
    <a:lvl3pPr marL="334664" indent="-117403" algn="l" defTabSz="932742" rtl="0" eaLnBrk="1" latinLnBrk="0" hangingPunct="1">
      <a:lnSpc>
        <a:spcPct val="90000"/>
      </a:lnSpc>
      <a:spcAft>
        <a:spcPts val="600"/>
      </a:spcAft>
      <a:buFont typeface="Arial" pitchFamily="34" charset="0"/>
      <a:buChar char="•"/>
      <a:defRPr sz="1000" kern="1200" baseline="0">
        <a:solidFill>
          <a:schemeClr val="tx1"/>
        </a:solidFill>
        <a:latin typeface="Segoe UI" panose="020B0502040204020203" pitchFamily="34" charset="0"/>
        <a:ea typeface="+mn-ea"/>
        <a:cs typeface="+mn-cs"/>
      </a:defRPr>
    </a:lvl3pPr>
    <a:lvl4pPr marL="492551" indent="-149789" algn="l" defTabSz="932742" rtl="0" eaLnBrk="1" latinLnBrk="0" hangingPunct="1">
      <a:lnSpc>
        <a:spcPct val="90000"/>
      </a:lnSpc>
      <a:spcAft>
        <a:spcPts val="600"/>
      </a:spcAft>
      <a:buFont typeface="Arial" pitchFamily="34" charset="0"/>
      <a:buChar char="•"/>
      <a:defRPr sz="1000" kern="1200" baseline="0">
        <a:solidFill>
          <a:schemeClr val="tx1"/>
        </a:solidFill>
        <a:latin typeface="Segoe UI" panose="020B0502040204020203" pitchFamily="34" charset="0"/>
        <a:ea typeface="+mn-ea"/>
        <a:cs typeface="+mn-cs"/>
      </a:defRPr>
    </a:lvl4pPr>
    <a:lvl5pPr marL="627496" indent="-117403" algn="l" defTabSz="932742" rtl="0" eaLnBrk="1" latinLnBrk="0" hangingPunct="1">
      <a:lnSpc>
        <a:spcPct val="90000"/>
      </a:lnSpc>
      <a:spcAft>
        <a:spcPts val="600"/>
      </a:spcAft>
      <a:buFont typeface="Arial" pitchFamily="34" charset="0"/>
      <a:buChar char="•"/>
      <a:defRPr sz="1000" kern="1200" baseline="0">
        <a:solidFill>
          <a:schemeClr val="tx1"/>
        </a:solidFill>
        <a:latin typeface="Segoe UI" panose="020B0502040204020203" pitchFamily="34" charset="0"/>
        <a:ea typeface="+mn-ea"/>
        <a:cs typeface="+mn-cs"/>
      </a:defRPr>
    </a:lvl5pPr>
    <a:lvl6pPr marL="2331856" algn="l" defTabSz="932742" rtl="0" eaLnBrk="1" latinLnBrk="0" hangingPunct="1">
      <a:defRPr sz="1200" kern="1200">
        <a:solidFill>
          <a:schemeClr val="tx1"/>
        </a:solidFill>
        <a:latin typeface="+mn-lt"/>
        <a:ea typeface="+mn-ea"/>
        <a:cs typeface="+mn-cs"/>
      </a:defRPr>
    </a:lvl6pPr>
    <a:lvl7pPr marL="2798226" algn="l" defTabSz="932742" rtl="0" eaLnBrk="1" latinLnBrk="0" hangingPunct="1">
      <a:defRPr sz="1200" kern="1200">
        <a:solidFill>
          <a:schemeClr val="tx1"/>
        </a:solidFill>
        <a:latin typeface="+mn-lt"/>
        <a:ea typeface="+mn-ea"/>
        <a:cs typeface="+mn-cs"/>
      </a:defRPr>
    </a:lvl7pPr>
    <a:lvl8pPr marL="3264597" algn="l" defTabSz="932742" rtl="0" eaLnBrk="1" latinLnBrk="0" hangingPunct="1">
      <a:defRPr sz="1200" kern="1200">
        <a:solidFill>
          <a:schemeClr val="tx1"/>
        </a:solidFill>
        <a:latin typeface="+mn-lt"/>
        <a:ea typeface="+mn-ea"/>
        <a:cs typeface="+mn-cs"/>
      </a:defRPr>
    </a:lvl8pPr>
    <a:lvl9pPr marL="3730969" algn="l" defTabSz="9327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learn.microsoft.com/en-us/virtualization/hyper-v-on-windows/user-guide/enable-nested-virtualization"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learn.microsoft.com/en-us/windows-server/virtualization/hyper-v/learn-more/use-local-resources-on-hyper-v-virtual-machine-with-vmconnect"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learn.microsoft.com/en-us/windows-server/virtualization/hyper-v/gpu-partitioning"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learn.microsoft.com/en-us/virtualization/hyper-v-on-windows/reference/integration-services"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learn.microsoft.com/en-us/previous-versions/windows/it-pro/windows-server-2012-r2-and-2012/hh831766%28v=ws.11%29"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learn.microsoft.com/en-us/windows-server/virtualization/hyper-v/manage/choose-between-standard-or-production-checkpoints-in-hyper-v" TargetMode="External"/><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900" kern="1200" dirty="0">
                <a:solidFill>
                  <a:schemeClr val="tx1"/>
                </a:solidFill>
                <a:latin typeface="Segoe UI Light" pitchFamily="34" charset="0"/>
                <a:ea typeface="+mn-ea"/>
                <a:cs typeface="+mn-cs"/>
              </a:rPr>
              <a:t>In this Module, you learn the key features of the Hyper-V server role in Windows Server. You learn how </a:t>
            </a:r>
            <a:br>
              <a:rPr lang="en-US" sz="900" kern="1200" dirty="0">
                <a:solidFill>
                  <a:schemeClr val="tx1"/>
                </a:solidFill>
                <a:latin typeface="Segoe UI Light" pitchFamily="34" charset="0"/>
                <a:ea typeface="+mn-ea"/>
                <a:cs typeface="+mn-cs"/>
              </a:rPr>
            </a:br>
            <a:r>
              <a:rPr lang="en-US" sz="900" kern="1200" dirty="0">
                <a:solidFill>
                  <a:schemeClr val="tx1"/>
                </a:solidFill>
                <a:latin typeface="Segoe UI Light" pitchFamily="34" charset="0"/>
                <a:ea typeface="+mn-ea"/>
                <a:cs typeface="+mn-cs"/>
              </a:rPr>
              <a:t>to configure Hyper-V networking and are introduced to nested virtualization.</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900" b="1" dirty="0"/>
          </a:p>
          <a:p>
            <a:pPr marL="0" marR="0" lvl="0" indent="0" algn="l" defTabSz="914367" rtl="0" eaLnBrk="1" fontAlgn="auto" latinLnBrk="0" hangingPunct="1">
              <a:lnSpc>
                <a:spcPct val="90000"/>
              </a:lnSpc>
              <a:spcBef>
                <a:spcPts val="0"/>
              </a:spcBef>
              <a:spcAft>
                <a:spcPts val="333"/>
              </a:spcAft>
              <a:buClrTx/>
              <a:buSzTx/>
              <a:buFontTx/>
              <a:buNone/>
              <a:tabLst/>
              <a:defRPr/>
            </a:pPr>
            <a:r>
              <a:rPr lang="en-US" sz="900" b="1" dirty="0"/>
              <a:t>Note</a:t>
            </a:r>
            <a:r>
              <a:rPr lang="en-US" sz="900" dirty="0"/>
              <a:t>: This is a Module overview page which is meant to function as a Module organizer. The slide does not always list every unit in the equivalent Learn Module, instead highlights the main content areas in the Module, but the flow is the same. Recommended video demonstration are sometimes listed on this slide but are always included in the equivalent Learn Module. Students can also find those as individual units in the Learn content.</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1000" kern="1200" dirty="0">
              <a:solidFill>
                <a:schemeClr val="tx1"/>
              </a:solidFill>
              <a:latin typeface="Segoe UI Light" pitchFamily="34" charset="0"/>
              <a:ea typeface="+mn-ea"/>
              <a:cs typeface="+mn-cs"/>
            </a:endParaRP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1000" kern="1200" dirty="0">
              <a:solidFill>
                <a:schemeClr val="tx1"/>
              </a:solidFill>
              <a:latin typeface="Segoe UI Light" pitchFamily="34" charset="0"/>
              <a:ea typeface="+mn-ea"/>
              <a:cs typeface="+mn-cs"/>
            </a:endParaRP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900" dirty="0"/>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900" dirty="0"/>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900" dirty="0"/>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900" dirty="0"/>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900" dirty="0"/>
          </a:p>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2</a:t>
            </a:fld>
            <a:endParaRPr lang="en-US" dirty="0"/>
          </a:p>
        </p:txBody>
      </p:sp>
    </p:spTree>
    <p:extLst>
      <p:ext uri="{BB962C8B-B14F-4D97-AF65-F5344CB8AC3E}">
        <p14:creationId xmlns:p14="http://schemas.microsoft.com/office/powerpoint/2010/main" val="25858807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5DEBD-53CE-4DEF-AD47-F86CAF4BE4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48F1B6-FD7E-8B50-3760-70A9A7342821}"/>
              </a:ext>
            </a:extLst>
          </p:cNvPr>
          <p:cNvSpPr>
            <a:spLocks noGrp="1" noRot="1" noChangeAspect="1"/>
          </p:cNvSpPr>
          <p:nvPr>
            <p:ph type="sldImg"/>
          </p:nvPr>
        </p:nvSpPr>
        <p:spPr>
          <a:xfrm>
            <a:off x="3838575" y="65088"/>
            <a:ext cx="2914650" cy="1671637"/>
          </a:xfrm>
        </p:spPr>
      </p:sp>
      <p:sp>
        <p:nvSpPr>
          <p:cNvPr id="3" name="Notes Placeholder 2">
            <a:extLst>
              <a:ext uri="{FF2B5EF4-FFF2-40B4-BE49-F238E27FC236}">
                <a16:creationId xmlns:a16="http://schemas.microsoft.com/office/drawing/2014/main" id="{FE7F514F-95CE-9F73-B689-EC6C7112C29E}"/>
              </a:ext>
            </a:extLst>
          </p:cNvPr>
          <p:cNvSpPr>
            <a:spLocks noGrp="1"/>
          </p:cNvSpPr>
          <p:nvPr>
            <p:ph type="body" idx="1"/>
          </p:nvPr>
        </p:nvSpPr>
        <p:spPr>
          <a:xfrm>
            <a:off x="190500" y="1943100"/>
            <a:ext cx="6141720" cy="6804071"/>
          </a:xfrm>
        </p:spPr>
        <p:txBody>
          <a:bodyPr/>
          <a:lstStyle/>
          <a:p>
            <a:r>
              <a:rPr lang="en-US" sz="880" kern="1200" baseline="0" dirty="0">
                <a:solidFill>
                  <a:schemeClr val="tx1"/>
                </a:solidFill>
                <a:latin typeface="Segoe UI" panose="020B0502040204020203" pitchFamily="34" charset="0"/>
                <a:ea typeface="+mn-ea"/>
                <a:cs typeface="+mn-cs"/>
              </a:rPr>
              <a:t>Learn – https://docs.microsoft.com/en-us/learn/modules/configure-manage-hyper-v/2-define-hyper-v</a:t>
            </a:r>
          </a:p>
          <a:p>
            <a:endParaRPr lang="en-US" sz="880" dirty="0">
              <a:hlinkClick r:id="" action="ppaction://noaction"/>
            </a:endParaRPr>
          </a:p>
          <a:p>
            <a:r>
              <a:rPr lang="en-US" sz="880" dirty="0">
                <a:hlinkClick r:id="" action="ppaction://noaction"/>
              </a:rPr>
              <a:t>Hyper-V Technology Overview | Microsoft Docs</a:t>
            </a:r>
            <a:endParaRPr lang="en-US" sz="880" dirty="0"/>
          </a:p>
          <a:p>
            <a:r>
              <a:rPr lang="en-US" sz="880" dirty="0"/>
              <a:t>https://docs.microsoft.com/en-us/windows-server/virtualization/hyper-v/hyper-v-technology-overview</a:t>
            </a:r>
          </a:p>
          <a:p>
            <a:endParaRPr lang="en-US" sz="880" dirty="0"/>
          </a:p>
          <a:p>
            <a:endParaRPr lang="en-US" sz="880" dirty="0"/>
          </a:p>
          <a:p>
            <a:endParaRPr lang="en-US" dirty="0"/>
          </a:p>
        </p:txBody>
      </p:sp>
      <p:sp>
        <p:nvSpPr>
          <p:cNvPr id="4" name="Header Placeholder 3">
            <a:extLst>
              <a:ext uri="{FF2B5EF4-FFF2-40B4-BE49-F238E27FC236}">
                <a16:creationId xmlns:a16="http://schemas.microsoft.com/office/drawing/2014/main" id="{73B3DF53-1A85-602D-887D-5A3DDCB309E2}"/>
              </a:ext>
            </a:extLst>
          </p:cNvPr>
          <p:cNvSpPr>
            <a:spLocks noGrp="1"/>
          </p:cNvSpPr>
          <p:nvPr>
            <p:ph type="hdr" sz="quarter"/>
          </p:nvPr>
        </p:nvSpPr>
        <p:spPr/>
        <p:txBody>
          <a:bodyPr/>
          <a:lstStyle/>
          <a:p>
            <a:r>
              <a:rPr lang="en-US" dirty="0"/>
              <a:t>5: Hyper-V virtualization and containers in Windows Server</a:t>
            </a:r>
          </a:p>
        </p:txBody>
      </p:sp>
      <p:sp>
        <p:nvSpPr>
          <p:cNvPr id="6" name="Slide Number Placeholder 5">
            <a:extLst>
              <a:ext uri="{FF2B5EF4-FFF2-40B4-BE49-F238E27FC236}">
                <a16:creationId xmlns:a16="http://schemas.microsoft.com/office/drawing/2014/main" id="{8F885825-F279-A3C8-3333-4D3B156A1EA3}"/>
              </a:ext>
            </a:extLst>
          </p:cNvPr>
          <p:cNvSpPr>
            <a:spLocks noGrp="1"/>
          </p:cNvSpPr>
          <p:nvPr>
            <p:ph type="sldNum" sz="quarter" idx="5"/>
          </p:nvPr>
        </p:nvSpPr>
        <p:spPr/>
        <p:txBody>
          <a:bodyPr/>
          <a:lstStyle/>
          <a:p>
            <a:fld id="{B4008EB6-D09E-4580-8CD6-DDB14511944F}" type="slidenum">
              <a:rPr lang="en-US" smtClean="0"/>
              <a:pPr/>
              <a:t>3</a:t>
            </a:fld>
            <a:endParaRPr lang="en-US" dirty="0"/>
          </a:p>
        </p:txBody>
      </p:sp>
      <p:sp>
        <p:nvSpPr>
          <p:cNvPr id="7" name="Date Placeholder 6">
            <a:extLst>
              <a:ext uri="{FF2B5EF4-FFF2-40B4-BE49-F238E27FC236}">
                <a16:creationId xmlns:a16="http://schemas.microsoft.com/office/drawing/2014/main" id="{A1ABE5BD-CC22-1ED9-76FC-1C0BC6E16B2E}"/>
              </a:ext>
            </a:extLst>
          </p:cNvPr>
          <p:cNvSpPr>
            <a:spLocks noGrp="1"/>
          </p:cNvSpPr>
          <p:nvPr>
            <p:ph type="dt" idx="1"/>
          </p:nvPr>
        </p:nvSpPr>
        <p:spPr/>
        <p:txBody>
          <a:bodyPr/>
          <a:lstStyle/>
          <a:p>
            <a:r>
              <a:rPr lang="en-US" dirty="0"/>
              <a:t>WS-011T Windows Server 2019 Administration</a:t>
            </a:r>
          </a:p>
        </p:txBody>
      </p:sp>
      <p:sp>
        <p:nvSpPr>
          <p:cNvPr id="8" name="Footer Placeholder 4">
            <a:extLst>
              <a:ext uri="{FF2B5EF4-FFF2-40B4-BE49-F238E27FC236}">
                <a16:creationId xmlns:a16="http://schemas.microsoft.com/office/drawing/2014/main" id="{B1D58933-7BCB-E1D0-0E95-33507DE9B55D}"/>
              </a:ext>
            </a:extLst>
          </p:cNvPr>
          <p:cNvSpPr>
            <a:spLocks noGrp="1"/>
          </p:cNvSpPr>
          <p:nvPr>
            <p:ph type="ftr" sz="quarter" idx="4"/>
          </p:nvPr>
        </p:nvSpPr>
        <p:spPr>
          <a:xfrm>
            <a:off x="109220" y="8846820"/>
            <a:ext cx="5811520" cy="195944"/>
          </a:xfrm>
          <a:prstGeom prst="rect">
            <a:avLst/>
          </a:prstGeom>
        </p:spPr>
        <p:txBody>
          <a:bodyPr/>
          <a:lstStyle>
            <a:lvl1pPr>
              <a:defRPr sz="1000"/>
            </a:lvl1pPr>
          </a:lstStyle>
          <a:p>
            <a:pPr defTabSz="914099" eaLnBrk="0" hangingPunct="0"/>
            <a:r>
              <a:rPr lang="en-US"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Tree>
    <p:extLst>
      <p:ext uri="{BB962C8B-B14F-4D97-AF65-F5344CB8AC3E}">
        <p14:creationId xmlns:p14="http://schemas.microsoft.com/office/powerpoint/2010/main" val="42081821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38575" y="65088"/>
            <a:ext cx="2914650" cy="1671637"/>
          </a:xfrm>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600"/>
              </a:spcAft>
              <a:buClrTx/>
              <a:buSzTx/>
              <a:buFontTx/>
              <a:buNone/>
              <a:tabLst/>
              <a:defRPr/>
            </a:pPr>
            <a:r>
              <a:rPr lang="en-US" sz="1000" kern="1200" baseline="0" dirty="0">
                <a:solidFill>
                  <a:schemeClr val="tx1"/>
                </a:solidFill>
                <a:latin typeface="Segoe UI" panose="020B0502040204020203" pitchFamily="34" charset="0"/>
                <a:ea typeface="+mn-ea"/>
                <a:cs typeface="+mn-cs"/>
              </a:rPr>
              <a:t>Learn – https://docs.microsoft.com/en-us/learn/modules/configure-manage-hyper-v/2-define-hyper-v</a:t>
            </a:r>
          </a:p>
          <a:p>
            <a:pPr marL="0" marR="0" lvl="0" indent="0" algn="l" defTabSz="932742" rtl="0" eaLnBrk="1" fontAlgn="auto" latinLnBrk="0" hangingPunct="1">
              <a:lnSpc>
                <a:spcPct val="90000"/>
              </a:lnSpc>
              <a:spcBef>
                <a:spcPts val="0"/>
              </a:spcBef>
              <a:spcAft>
                <a:spcPts val="600"/>
              </a:spcAft>
              <a:buClrTx/>
              <a:buSzTx/>
              <a:buFontTx/>
              <a:buNone/>
              <a:tabLst/>
              <a:defRPr/>
            </a:pPr>
            <a:endParaRPr lang="en-US" sz="1000" kern="1200" baseline="0" dirty="0">
              <a:solidFill>
                <a:schemeClr val="tx1"/>
              </a:solidFill>
              <a:latin typeface="Segoe UI" panose="020B0502040204020203" pitchFamily="34" charset="0"/>
              <a:ea typeface="+mn-ea"/>
              <a:cs typeface="+mn-cs"/>
            </a:endParaRPr>
          </a:p>
          <a:p>
            <a:pPr marL="0" marR="0" lvl="0" indent="0" algn="l" defTabSz="932742" rtl="0" eaLnBrk="1" fontAlgn="auto" latinLnBrk="0" hangingPunct="1">
              <a:lnSpc>
                <a:spcPct val="90000"/>
              </a:lnSpc>
              <a:spcBef>
                <a:spcPts val="0"/>
              </a:spcBef>
              <a:spcAft>
                <a:spcPts val="600"/>
              </a:spcAft>
              <a:buClrTx/>
              <a:buSzTx/>
              <a:buFontTx/>
              <a:buNone/>
              <a:tabLst/>
              <a:defRPr/>
            </a:pPr>
            <a:r>
              <a:rPr lang="en-US" sz="1000" kern="1200" baseline="0" dirty="0">
                <a:solidFill>
                  <a:schemeClr val="tx1"/>
                </a:solidFill>
                <a:latin typeface="Segoe UI" panose="020B0502040204020203" pitchFamily="34" charset="0"/>
                <a:ea typeface="+mn-ea"/>
                <a:cs typeface="+mn-cs"/>
              </a:rPr>
              <a:t>Supported Windows guest operating systems for Hyper-V on Windows, Windows Server, and Azure Local.</a:t>
            </a:r>
          </a:p>
          <a:p>
            <a:pPr marL="0" marR="0" lvl="0" indent="0" algn="l" defTabSz="932742" rtl="0" eaLnBrk="1" fontAlgn="auto" latinLnBrk="0" hangingPunct="1">
              <a:lnSpc>
                <a:spcPct val="90000"/>
              </a:lnSpc>
              <a:spcBef>
                <a:spcPts val="0"/>
              </a:spcBef>
              <a:spcAft>
                <a:spcPts val="600"/>
              </a:spcAft>
              <a:buClrTx/>
              <a:buSzTx/>
              <a:buFontTx/>
              <a:buNone/>
              <a:tabLst/>
              <a:defRPr/>
            </a:pPr>
            <a:endParaRPr lang="en-US" sz="1000" kern="1200" baseline="0" dirty="0">
              <a:solidFill>
                <a:schemeClr val="tx1"/>
              </a:solidFill>
              <a:latin typeface="Segoe UI" panose="020B0502040204020203" pitchFamily="34" charset="0"/>
              <a:ea typeface="+mn-ea"/>
              <a:cs typeface="+mn-cs"/>
            </a:endParaRPr>
          </a:p>
          <a:p>
            <a:pPr marL="0" marR="0" lvl="0" indent="0" algn="l" defTabSz="932742" rtl="0" eaLnBrk="1" fontAlgn="auto" latinLnBrk="0" hangingPunct="1">
              <a:lnSpc>
                <a:spcPct val="90000"/>
              </a:lnSpc>
              <a:spcBef>
                <a:spcPts val="0"/>
              </a:spcBef>
              <a:spcAft>
                <a:spcPts val="600"/>
              </a:spcAft>
              <a:buClrTx/>
              <a:buSzTx/>
              <a:buFontTx/>
              <a:buNone/>
              <a:tabLst/>
              <a:defRPr/>
            </a:pPr>
            <a:r>
              <a:rPr lang="en-US" sz="1000" kern="1200" baseline="0" dirty="0">
                <a:solidFill>
                  <a:schemeClr val="tx1"/>
                </a:solidFill>
                <a:latin typeface="Segoe UI" panose="020B0502040204020203" pitchFamily="34" charset="0"/>
                <a:ea typeface="+mn-ea"/>
                <a:cs typeface="+mn-cs"/>
              </a:rPr>
              <a:t>Windows Server</a:t>
            </a:r>
          </a:p>
          <a:p>
            <a:pPr marL="171450" marR="0" lvl="0" indent="-171450" algn="l" defTabSz="932742" rtl="0" eaLnBrk="1" fontAlgn="auto" latinLnBrk="0" hangingPunct="1">
              <a:lnSpc>
                <a:spcPct val="90000"/>
              </a:lnSpc>
              <a:spcBef>
                <a:spcPts val="0"/>
              </a:spcBef>
              <a:spcAft>
                <a:spcPts val="600"/>
              </a:spcAft>
              <a:buClrTx/>
              <a:buSzTx/>
              <a:buFont typeface="Arial" panose="020B0604020202020204" pitchFamily="34" charset="0"/>
              <a:buChar char="•"/>
              <a:tabLst/>
              <a:defRPr/>
            </a:pPr>
            <a:r>
              <a:rPr lang="en-US" sz="1000" kern="1200" baseline="0" dirty="0">
                <a:solidFill>
                  <a:schemeClr val="tx1"/>
                </a:solidFill>
                <a:latin typeface="Segoe UI" panose="020B0502040204020203" pitchFamily="34" charset="0"/>
                <a:ea typeface="+mn-ea"/>
                <a:cs typeface="+mn-cs"/>
              </a:rPr>
              <a:t>Windows Server 2025</a:t>
            </a:r>
          </a:p>
          <a:p>
            <a:pPr marL="171450" marR="0" lvl="0" indent="-171450" algn="l" defTabSz="932742" rtl="0" eaLnBrk="1" fontAlgn="auto" latinLnBrk="0" hangingPunct="1">
              <a:lnSpc>
                <a:spcPct val="90000"/>
              </a:lnSpc>
              <a:spcBef>
                <a:spcPts val="0"/>
              </a:spcBef>
              <a:spcAft>
                <a:spcPts val="600"/>
              </a:spcAft>
              <a:buClrTx/>
              <a:buSzTx/>
              <a:buFont typeface="Arial" panose="020B0604020202020204" pitchFamily="34" charset="0"/>
              <a:buChar char="•"/>
              <a:tabLst/>
              <a:defRPr/>
            </a:pPr>
            <a:r>
              <a:rPr lang="en-US" sz="1000" kern="1200" baseline="0" dirty="0">
                <a:solidFill>
                  <a:schemeClr val="tx1"/>
                </a:solidFill>
                <a:latin typeface="Segoe UI" panose="020B0502040204020203" pitchFamily="34" charset="0"/>
                <a:ea typeface="+mn-ea"/>
                <a:cs typeface="+mn-cs"/>
              </a:rPr>
              <a:t>Windows Server 2022</a:t>
            </a:r>
          </a:p>
          <a:p>
            <a:pPr marL="171450" marR="0" lvl="0" indent="-171450" algn="l" defTabSz="932742" rtl="0" eaLnBrk="1" fontAlgn="auto" latinLnBrk="0" hangingPunct="1">
              <a:lnSpc>
                <a:spcPct val="90000"/>
              </a:lnSpc>
              <a:spcBef>
                <a:spcPts val="0"/>
              </a:spcBef>
              <a:spcAft>
                <a:spcPts val="600"/>
              </a:spcAft>
              <a:buClrTx/>
              <a:buSzTx/>
              <a:buFont typeface="Arial" panose="020B0604020202020204" pitchFamily="34" charset="0"/>
              <a:buChar char="•"/>
              <a:tabLst/>
              <a:defRPr/>
            </a:pPr>
            <a:r>
              <a:rPr lang="en-US" sz="1000" kern="1200" baseline="0" dirty="0">
                <a:solidFill>
                  <a:schemeClr val="tx1"/>
                </a:solidFill>
                <a:latin typeface="Segoe UI" panose="020B0502040204020203" pitchFamily="34" charset="0"/>
                <a:ea typeface="+mn-ea"/>
                <a:cs typeface="+mn-cs"/>
              </a:rPr>
              <a:t>Windows Server 2019</a:t>
            </a:r>
          </a:p>
          <a:p>
            <a:pPr marL="171450" marR="0" lvl="0" indent="-171450" algn="l" defTabSz="932742" rtl="0" eaLnBrk="1" fontAlgn="auto" latinLnBrk="0" hangingPunct="1">
              <a:lnSpc>
                <a:spcPct val="90000"/>
              </a:lnSpc>
              <a:spcBef>
                <a:spcPts val="0"/>
              </a:spcBef>
              <a:spcAft>
                <a:spcPts val="600"/>
              </a:spcAft>
              <a:buClrTx/>
              <a:buSzTx/>
              <a:buFont typeface="Arial" panose="020B0604020202020204" pitchFamily="34" charset="0"/>
              <a:buChar char="•"/>
              <a:tabLst/>
              <a:defRPr/>
            </a:pPr>
            <a:r>
              <a:rPr lang="en-US" sz="1000" kern="1200" baseline="0" dirty="0">
                <a:solidFill>
                  <a:schemeClr val="tx1"/>
                </a:solidFill>
                <a:latin typeface="Segoe UI" panose="020B0502040204020203" pitchFamily="34" charset="0"/>
                <a:ea typeface="+mn-ea"/>
                <a:cs typeface="+mn-cs"/>
              </a:rPr>
              <a:t>Windows Server 2016</a:t>
            </a:r>
          </a:p>
          <a:p>
            <a:pPr marL="171450" marR="0" lvl="0" indent="-171450" algn="l" defTabSz="932742" rtl="0" eaLnBrk="1" fontAlgn="auto" latinLnBrk="0" hangingPunct="1">
              <a:lnSpc>
                <a:spcPct val="90000"/>
              </a:lnSpc>
              <a:spcBef>
                <a:spcPts val="0"/>
              </a:spcBef>
              <a:spcAft>
                <a:spcPts val="600"/>
              </a:spcAft>
              <a:buClrTx/>
              <a:buSzTx/>
              <a:buFont typeface="Arial" panose="020B0604020202020204" pitchFamily="34" charset="0"/>
              <a:buChar char="•"/>
              <a:tabLst/>
              <a:defRPr/>
            </a:pPr>
            <a:r>
              <a:rPr lang="en-US" sz="1000" kern="1200" baseline="0" dirty="0">
                <a:solidFill>
                  <a:schemeClr val="tx1"/>
                </a:solidFill>
                <a:latin typeface="Segoe UI" panose="020B0502040204020203" pitchFamily="34" charset="0"/>
                <a:ea typeface="+mn-ea"/>
                <a:cs typeface="+mn-cs"/>
              </a:rPr>
              <a:t>Windows Server 2012 R2</a:t>
            </a:r>
          </a:p>
          <a:p>
            <a:pPr marL="171450" marR="0" lvl="0" indent="-171450" algn="l" defTabSz="932742" rtl="0" eaLnBrk="1" fontAlgn="auto" latinLnBrk="0" hangingPunct="1">
              <a:lnSpc>
                <a:spcPct val="90000"/>
              </a:lnSpc>
              <a:spcBef>
                <a:spcPts val="0"/>
              </a:spcBef>
              <a:spcAft>
                <a:spcPts val="600"/>
              </a:spcAft>
              <a:buClrTx/>
              <a:buSzTx/>
              <a:buFont typeface="Arial" panose="020B0604020202020204" pitchFamily="34" charset="0"/>
              <a:buChar char="•"/>
              <a:tabLst/>
              <a:defRPr/>
            </a:pPr>
            <a:r>
              <a:rPr lang="en-US" sz="1000" kern="1200" baseline="0" dirty="0">
                <a:solidFill>
                  <a:schemeClr val="tx1"/>
                </a:solidFill>
                <a:latin typeface="Segoe UI" panose="020B0502040204020203" pitchFamily="34" charset="0"/>
                <a:ea typeface="+mn-ea"/>
                <a:cs typeface="+mn-cs"/>
              </a:rPr>
              <a:t>Windows Server 2012</a:t>
            </a:r>
          </a:p>
          <a:p>
            <a:pPr marL="171450" marR="0" lvl="0" indent="-171450" algn="l" defTabSz="932742" rtl="0" eaLnBrk="1" fontAlgn="auto" latinLnBrk="0" hangingPunct="1">
              <a:lnSpc>
                <a:spcPct val="90000"/>
              </a:lnSpc>
              <a:spcBef>
                <a:spcPts val="0"/>
              </a:spcBef>
              <a:spcAft>
                <a:spcPts val="600"/>
              </a:spcAft>
              <a:buClrTx/>
              <a:buSzTx/>
              <a:buFont typeface="Arial" panose="020B0604020202020204" pitchFamily="34" charset="0"/>
              <a:buChar char="•"/>
              <a:tabLst/>
              <a:defRPr/>
            </a:pPr>
            <a:r>
              <a:rPr lang="en-US" sz="1000" kern="1200" baseline="0" dirty="0">
                <a:solidFill>
                  <a:schemeClr val="tx1"/>
                </a:solidFill>
                <a:latin typeface="Segoe UI" panose="020B0502040204020203" pitchFamily="34" charset="0"/>
                <a:ea typeface="+mn-ea"/>
                <a:cs typeface="+mn-cs"/>
              </a:rPr>
              <a:t>Windows Server 2008 R2 with Service Pack 1 (SP1)</a:t>
            </a:r>
          </a:p>
          <a:p>
            <a:pPr marL="171450" marR="0" lvl="0" indent="-171450" algn="l" defTabSz="932742" rtl="0" eaLnBrk="1" fontAlgn="auto" latinLnBrk="0" hangingPunct="1">
              <a:lnSpc>
                <a:spcPct val="90000"/>
              </a:lnSpc>
              <a:spcBef>
                <a:spcPts val="0"/>
              </a:spcBef>
              <a:spcAft>
                <a:spcPts val="600"/>
              </a:spcAft>
              <a:buClrTx/>
              <a:buSzTx/>
              <a:buFont typeface="Arial" panose="020B0604020202020204" pitchFamily="34" charset="0"/>
              <a:buChar char="•"/>
              <a:tabLst/>
              <a:defRPr/>
            </a:pPr>
            <a:r>
              <a:rPr lang="en-US" sz="1000" kern="1200" baseline="0" dirty="0">
                <a:solidFill>
                  <a:schemeClr val="tx1"/>
                </a:solidFill>
                <a:latin typeface="Segoe UI" panose="020B0502040204020203" pitchFamily="34" charset="0"/>
                <a:ea typeface="+mn-ea"/>
                <a:cs typeface="+mn-cs"/>
              </a:rPr>
              <a:t>Windows Server 2008 with Service Pack 2 (SP2)</a:t>
            </a:r>
          </a:p>
          <a:p>
            <a:pPr marL="0" marR="0" lvl="0" indent="0" algn="l" defTabSz="932742" rtl="0" eaLnBrk="1" fontAlgn="auto" latinLnBrk="0" hangingPunct="1">
              <a:lnSpc>
                <a:spcPct val="90000"/>
              </a:lnSpc>
              <a:spcBef>
                <a:spcPts val="0"/>
              </a:spcBef>
              <a:spcAft>
                <a:spcPts val="600"/>
              </a:spcAft>
              <a:buClrTx/>
              <a:buSzTx/>
              <a:buFontTx/>
              <a:buNone/>
              <a:tabLst/>
              <a:defRPr/>
            </a:pPr>
            <a:endParaRPr lang="en-US" sz="1000" kern="1200" baseline="0" dirty="0">
              <a:solidFill>
                <a:schemeClr val="tx1"/>
              </a:solidFill>
              <a:latin typeface="Segoe UI" panose="020B0502040204020203" pitchFamily="34" charset="0"/>
              <a:ea typeface="+mn-ea"/>
              <a:cs typeface="+mn-cs"/>
            </a:endParaRPr>
          </a:p>
          <a:p>
            <a:pPr marL="0" marR="0" lvl="0" indent="0" algn="l" defTabSz="932742" rtl="0" eaLnBrk="1" fontAlgn="auto" latinLnBrk="0" hangingPunct="1">
              <a:lnSpc>
                <a:spcPct val="90000"/>
              </a:lnSpc>
              <a:spcBef>
                <a:spcPts val="0"/>
              </a:spcBef>
              <a:spcAft>
                <a:spcPts val="600"/>
              </a:spcAft>
              <a:buClrTx/>
              <a:buSzTx/>
              <a:buFontTx/>
              <a:buNone/>
              <a:tabLst/>
              <a:defRPr/>
            </a:pPr>
            <a:r>
              <a:rPr lang="en-US" sz="1000" kern="1200" baseline="0" dirty="0">
                <a:solidFill>
                  <a:schemeClr val="tx1"/>
                </a:solidFill>
                <a:latin typeface="Segoe UI" panose="020B0502040204020203" pitchFamily="34" charset="0"/>
                <a:ea typeface="+mn-ea"/>
                <a:cs typeface="+mn-cs"/>
              </a:rPr>
              <a:t>Windows Client</a:t>
            </a:r>
          </a:p>
          <a:p>
            <a:pPr marL="171450" marR="0" lvl="0" indent="-171450" algn="l" defTabSz="932742" rtl="0" eaLnBrk="1" fontAlgn="auto" latinLnBrk="0" hangingPunct="1">
              <a:lnSpc>
                <a:spcPct val="90000"/>
              </a:lnSpc>
              <a:spcBef>
                <a:spcPts val="0"/>
              </a:spcBef>
              <a:spcAft>
                <a:spcPts val="600"/>
              </a:spcAft>
              <a:buClrTx/>
              <a:buSzTx/>
              <a:buFont typeface="Arial" panose="020B0604020202020204" pitchFamily="34" charset="0"/>
              <a:buChar char="•"/>
              <a:tabLst/>
              <a:defRPr/>
            </a:pPr>
            <a:r>
              <a:rPr lang="en-US" sz="1000" kern="1200" baseline="0" dirty="0">
                <a:solidFill>
                  <a:schemeClr val="tx1"/>
                </a:solidFill>
                <a:latin typeface="Segoe UI" panose="020B0502040204020203" pitchFamily="34" charset="0"/>
                <a:ea typeface="+mn-ea"/>
                <a:cs typeface="+mn-cs"/>
              </a:rPr>
              <a:t>Windows 11</a:t>
            </a:r>
          </a:p>
          <a:p>
            <a:pPr marL="171450" marR="0" lvl="0" indent="-171450" algn="l" defTabSz="932742" rtl="0" eaLnBrk="1" fontAlgn="auto" latinLnBrk="0" hangingPunct="1">
              <a:lnSpc>
                <a:spcPct val="90000"/>
              </a:lnSpc>
              <a:spcBef>
                <a:spcPts val="0"/>
              </a:spcBef>
              <a:spcAft>
                <a:spcPts val="600"/>
              </a:spcAft>
              <a:buClrTx/>
              <a:buSzTx/>
              <a:buFont typeface="Arial" panose="020B0604020202020204" pitchFamily="34" charset="0"/>
              <a:buChar char="•"/>
              <a:tabLst/>
              <a:defRPr/>
            </a:pPr>
            <a:r>
              <a:rPr lang="en-US" sz="1000" kern="1200" baseline="0" dirty="0">
                <a:solidFill>
                  <a:schemeClr val="tx1"/>
                </a:solidFill>
                <a:latin typeface="Segoe UI" panose="020B0502040204020203" pitchFamily="34" charset="0"/>
                <a:ea typeface="+mn-ea"/>
                <a:cs typeface="+mn-cs"/>
              </a:rPr>
              <a:t>Windows 10</a:t>
            </a:r>
          </a:p>
          <a:p>
            <a:pPr marL="0" marR="0" lvl="0" indent="0" algn="l" defTabSz="932742" rtl="0" eaLnBrk="1" fontAlgn="auto" latinLnBrk="0" hangingPunct="1">
              <a:lnSpc>
                <a:spcPct val="90000"/>
              </a:lnSpc>
              <a:spcBef>
                <a:spcPts val="0"/>
              </a:spcBef>
              <a:spcAft>
                <a:spcPts val="600"/>
              </a:spcAft>
              <a:buClrTx/>
              <a:buSzTx/>
              <a:buFontTx/>
              <a:buNone/>
              <a:tabLst/>
              <a:defRPr/>
            </a:pPr>
            <a:endParaRPr lang="en-US" sz="1000" kern="1200" baseline="0" dirty="0">
              <a:solidFill>
                <a:schemeClr val="tx1"/>
              </a:solidFill>
              <a:latin typeface="Segoe UI" panose="020B0502040204020203" pitchFamily="34" charset="0"/>
              <a:ea typeface="+mn-ea"/>
              <a:cs typeface="+mn-cs"/>
            </a:endParaRPr>
          </a:p>
          <a:p>
            <a:pPr marL="0" marR="0" lvl="0" indent="0" algn="l" defTabSz="932742" rtl="0" eaLnBrk="1" fontAlgn="auto" latinLnBrk="0" hangingPunct="1">
              <a:lnSpc>
                <a:spcPct val="90000"/>
              </a:lnSpc>
              <a:spcBef>
                <a:spcPts val="0"/>
              </a:spcBef>
              <a:spcAft>
                <a:spcPts val="600"/>
              </a:spcAft>
              <a:buClrTx/>
              <a:buSzTx/>
              <a:buFontTx/>
              <a:buNone/>
              <a:tabLst/>
              <a:defRPr/>
            </a:pPr>
            <a:endParaRPr lang="en-US" sz="1000" kern="1200" baseline="0" dirty="0">
              <a:solidFill>
                <a:schemeClr val="tx1"/>
              </a:solidFill>
              <a:latin typeface="Segoe UI" panose="020B0502040204020203" pitchFamily="34" charset="0"/>
              <a:ea typeface="+mn-ea"/>
              <a:cs typeface="+mn-cs"/>
            </a:endParaRPr>
          </a:p>
          <a:p>
            <a:pPr marL="0" marR="0" lvl="0" indent="0" algn="l" defTabSz="932742" rtl="0" eaLnBrk="1" fontAlgn="auto" latinLnBrk="0" hangingPunct="1">
              <a:lnSpc>
                <a:spcPct val="90000"/>
              </a:lnSpc>
              <a:spcBef>
                <a:spcPts val="0"/>
              </a:spcBef>
              <a:spcAft>
                <a:spcPts val="600"/>
              </a:spcAft>
              <a:buClrTx/>
              <a:buSzTx/>
              <a:buFontTx/>
              <a:buNone/>
              <a:tabLst/>
              <a:defRPr/>
            </a:pPr>
            <a:endParaRPr lang="en-US" sz="1000" kern="1200" baseline="0" dirty="0">
              <a:solidFill>
                <a:schemeClr val="tx1"/>
              </a:solidFill>
              <a:latin typeface="Segoe UI" panose="020B0502040204020203" pitchFamily="34" charset="0"/>
              <a:ea typeface="+mn-ea"/>
              <a:cs typeface="+mn-cs"/>
            </a:endParaRPr>
          </a:p>
          <a:p>
            <a:pPr marL="0" marR="0" lvl="0" indent="0" algn="l" defTabSz="932742" rtl="0" eaLnBrk="1" fontAlgn="auto" latinLnBrk="0" hangingPunct="1">
              <a:lnSpc>
                <a:spcPct val="90000"/>
              </a:lnSpc>
              <a:spcBef>
                <a:spcPts val="0"/>
              </a:spcBef>
              <a:spcAft>
                <a:spcPts val="600"/>
              </a:spcAft>
              <a:buClrTx/>
              <a:buSzTx/>
              <a:buFontTx/>
              <a:buNone/>
              <a:tabLst/>
              <a:defRPr/>
            </a:pPr>
            <a:endParaRPr lang="en-US" sz="1000" kern="1200" baseline="0" dirty="0">
              <a:solidFill>
                <a:schemeClr val="tx1"/>
              </a:solidFill>
              <a:latin typeface="Segoe UI" panose="020B0502040204020203" pitchFamily="34" charset="0"/>
              <a:ea typeface="+mn-ea"/>
              <a:cs typeface="+mn-cs"/>
            </a:endParaRPr>
          </a:p>
          <a:p>
            <a:pPr marL="0" marR="0" lvl="0" indent="0" algn="l" defTabSz="932742" rtl="0" eaLnBrk="1" fontAlgn="auto" latinLnBrk="0" hangingPunct="1">
              <a:lnSpc>
                <a:spcPct val="90000"/>
              </a:lnSpc>
              <a:spcBef>
                <a:spcPts val="0"/>
              </a:spcBef>
              <a:spcAft>
                <a:spcPts val="600"/>
              </a:spcAft>
              <a:buClrTx/>
              <a:buSzTx/>
              <a:buFontTx/>
              <a:buNone/>
              <a:tabLst/>
              <a:defRPr/>
            </a:pPr>
            <a:endParaRPr lang="en-US" sz="1000" kern="1200" baseline="0" dirty="0">
              <a:solidFill>
                <a:schemeClr val="tx1"/>
              </a:solidFill>
              <a:latin typeface="Segoe UI" panose="020B0502040204020203" pitchFamily="34" charset="0"/>
              <a:ea typeface="+mn-ea"/>
              <a:cs typeface="+mn-cs"/>
            </a:endParaRPr>
          </a:p>
          <a:p>
            <a:pPr marL="0" marR="0" lvl="0" indent="0" algn="l" defTabSz="932742" rtl="0" eaLnBrk="1" fontAlgn="auto" latinLnBrk="0" hangingPunct="1">
              <a:lnSpc>
                <a:spcPct val="90000"/>
              </a:lnSpc>
              <a:spcBef>
                <a:spcPts val="0"/>
              </a:spcBef>
              <a:spcAft>
                <a:spcPts val="600"/>
              </a:spcAft>
              <a:buClrTx/>
              <a:buSzTx/>
              <a:buFontTx/>
              <a:buNone/>
              <a:tabLst/>
              <a:defRPr/>
            </a:pPr>
            <a:endParaRPr lang="en-US" sz="1000" kern="1200" baseline="0" dirty="0">
              <a:solidFill>
                <a:schemeClr val="tx1"/>
              </a:solidFill>
              <a:latin typeface="Segoe UI" panose="020B0502040204020203" pitchFamily="34" charset="0"/>
              <a:ea typeface="+mn-ea"/>
              <a:cs typeface="+mn-cs"/>
            </a:endParaRPr>
          </a:p>
          <a:p>
            <a:pPr marL="0" marR="0" lvl="0" indent="0" algn="l" defTabSz="932742" rtl="0" eaLnBrk="1" fontAlgn="auto" latinLnBrk="0" hangingPunct="1">
              <a:lnSpc>
                <a:spcPct val="90000"/>
              </a:lnSpc>
              <a:spcBef>
                <a:spcPts val="0"/>
              </a:spcBef>
              <a:spcAft>
                <a:spcPts val="600"/>
              </a:spcAft>
              <a:buClrTx/>
              <a:buSzTx/>
              <a:buFontTx/>
              <a:buNone/>
              <a:tabLst/>
              <a:defRPr/>
            </a:pPr>
            <a:endParaRPr lang="en-US" sz="1000" kern="1200" baseline="0" dirty="0">
              <a:solidFill>
                <a:schemeClr val="tx1"/>
              </a:solidFill>
              <a:latin typeface="Segoe UI" panose="020B0502040204020203" pitchFamily="34" charset="0"/>
              <a:ea typeface="+mn-ea"/>
              <a:cs typeface="+mn-cs"/>
            </a:endParaRPr>
          </a:p>
          <a:p>
            <a:endParaRPr lang="en-US" dirty="0"/>
          </a:p>
        </p:txBody>
      </p:sp>
      <p:sp>
        <p:nvSpPr>
          <p:cNvPr id="4" name="Slide Number Placeholder 3"/>
          <p:cNvSpPr>
            <a:spLocks noGrp="1"/>
          </p:cNvSpPr>
          <p:nvPr>
            <p:ph type="sldNum" sz="quarter" idx="5"/>
          </p:nvPr>
        </p:nvSpPr>
        <p:spPr/>
        <p:txBody>
          <a:bodyPr/>
          <a:lstStyle/>
          <a:p>
            <a:fld id="{B4008EB6-D09E-4580-8CD6-DDB14511944F}" type="slidenum">
              <a:rPr lang="en-US" smtClean="0"/>
              <a:pPr/>
              <a:t>4</a:t>
            </a:fld>
            <a:endParaRPr lang="en-US" dirty="0"/>
          </a:p>
        </p:txBody>
      </p:sp>
      <p:sp>
        <p:nvSpPr>
          <p:cNvPr id="5" name="Date Placeholder 4"/>
          <p:cNvSpPr>
            <a:spLocks noGrp="1"/>
          </p:cNvSpPr>
          <p:nvPr>
            <p:ph type="dt" idx="1"/>
          </p:nvPr>
        </p:nvSpPr>
        <p:spPr/>
        <p:txBody>
          <a:bodyPr/>
          <a:lstStyle/>
          <a:p>
            <a:r>
              <a:rPr lang="en-US" dirty="0"/>
              <a:t>WS-011T Windows Server 2019 Administration</a:t>
            </a:r>
          </a:p>
        </p:txBody>
      </p:sp>
      <p:sp>
        <p:nvSpPr>
          <p:cNvPr id="6" name="Header Placeholder 5"/>
          <p:cNvSpPr>
            <a:spLocks noGrp="1"/>
          </p:cNvSpPr>
          <p:nvPr>
            <p:ph type="hdr" sz="quarter"/>
          </p:nvPr>
        </p:nvSpPr>
        <p:spPr/>
        <p:txBody>
          <a:bodyPr/>
          <a:lstStyle/>
          <a:p>
            <a:r>
              <a:rPr lang="en-US" dirty="0"/>
              <a:t>5: Hyper-V virtualization and containers in Windows Server</a:t>
            </a:r>
          </a:p>
        </p:txBody>
      </p:sp>
      <p:sp>
        <p:nvSpPr>
          <p:cNvPr id="7" name="Footer Placeholder 6"/>
          <p:cNvSpPr>
            <a:spLocks noGrp="1"/>
          </p:cNvSpPr>
          <p:nvPr>
            <p:ph type="ftr" sz="quarter" idx="4"/>
          </p:nvPr>
        </p:nvSpPr>
        <p:spPr/>
        <p:txBody>
          <a:bodyPr/>
          <a:lstStyle/>
          <a:p>
            <a:pPr defTabSz="914099" eaLnBrk="0" hangingPunct="0"/>
            <a:r>
              <a:rPr lang="en-US"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Tree>
    <p:extLst>
      <p:ext uri="{BB962C8B-B14F-4D97-AF65-F5344CB8AC3E}">
        <p14:creationId xmlns:p14="http://schemas.microsoft.com/office/powerpoint/2010/main" val="7765368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38575" y="65088"/>
            <a:ext cx="2914650" cy="1671637"/>
          </a:xfrm>
        </p:spPr>
      </p:sp>
      <p:sp>
        <p:nvSpPr>
          <p:cNvPr id="3" name="Notes Placeholder 2"/>
          <p:cNvSpPr>
            <a:spLocks noGrp="1"/>
          </p:cNvSpPr>
          <p:nvPr>
            <p:ph type="body" idx="1"/>
          </p:nvPr>
        </p:nvSpPr>
        <p:spPr/>
        <p:txBody>
          <a:bodyPr/>
          <a:lstStyle/>
          <a:p>
            <a:r>
              <a:rPr lang="en-US" dirty="0"/>
              <a:t>Learn – https://docs.microsoft.com/en-us/learn/modules/configure-manage-hyper-v/3-define-hyper-v-manager</a:t>
            </a:r>
          </a:p>
          <a:p>
            <a:endParaRPr lang="en-US" dirty="0"/>
          </a:p>
          <a:p>
            <a:r>
              <a:rPr lang="en-US" dirty="0"/>
              <a:t>Describe the Hyper-V Manager and the features that are used to connect to and manage virtual machines and switches. You may want to start the Hyper-V Manager on SEA-ADM1 to show an example as you discuss the console.</a:t>
            </a:r>
          </a:p>
          <a:p>
            <a:r>
              <a:rPr lang="en-US" dirty="0"/>
              <a:t>Also describe other methods for managing Hyper-V, including PowerShell, PowerShell Direct, Windows Admin Center, and SSH Direct.</a:t>
            </a:r>
          </a:p>
          <a:p>
            <a:endParaRPr lang="en-US" dirty="0"/>
          </a:p>
          <a:p>
            <a:r>
              <a:rPr lang="en-US" b="1" dirty="0"/>
              <a:t>Note</a:t>
            </a:r>
            <a:r>
              <a:rPr lang="en-US" dirty="0"/>
              <a:t>: While this module focuses on using Hyper-V Manager to manage individual hosts and perform basic VM functions, it’s worth pointing out to students that there are some other options for managing larger scale environments.</a:t>
            </a:r>
          </a:p>
          <a:p>
            <a:pPr marL="171450" indent="-171450">
              <a:buFont typeface="Arial" panose="020B0604020202020204" pitchFamily="34" charset="0"/>
              <a:buChar char="•"/>
            </a:pPr>
            <a:r>
              <a:rPr lang="en-US" b="1" dirty="0"/>
              <a:t>Virtual Machine Manager (VMM</a:t>
            </a:r>
            <a:r>
              <a:rPr lang="en-US" dirty="0"/>
              <a:t>): designed for managing large-scale virtual environments, including multiple hosts and clusters. </a:t>
            </a:r>
          </a:p>
          <a:p>
            <a:pPr marL="171450" indent="-171450">
              <a:buFont typeface="Arial" panose="020B0604020202020204" pitchFamily="34" charset="0"/>
              <a:buChar char="•"/>
            </a:pPr>
            <a:r>
              <a:rPr lang="en-US" b="1" dirty="0"/>
              <a:t>Windows Failover Cluster</a:t>
            </a:r>
            <a:r>
              <a:rPr lang="en-US" dirty="0"/>
              <a:t>: provides high availability and disaster recovery capabilities for VMs.</a:t>
            </a:r>
          </a:p>
          <a:p>
            <a:endParaRPr lang="en-US" dirty="0"/>
          </a:p>
          <a:p>
            <a:br>
              <a:rPr lang="en-US" dirty="0"/>
            </a:br>
            <a:br>
              <a:rPr lang="en-US" dirty="0"/>
            </a:br>
            <a:endParaRPr lang="en-US" dirty="0"/>
          </a:p>
        </p:txBody>
      </p:sp>
      <p:sp>
        <p:nvSpPr>
          <p:cNvPr id="4" name="Header Placeholder 3"/>
          <p:cNvSpPr>
            <a:spLocks noGrp="1"/>
          </p:cNvSpPr>
          <p:nvPr>
            <p:ph type="hdr" sz="quarter"/>
          </p:nvPr>
        </p:nvSpPr>
        <p:spPr/>
        <p:txBody>
          <a:bodyPr/>
          <a:lstStyle/>
          <a:p>
            <a:r>
              <a:rPr lang="en-US" dirty="0"/>
              <a:t>5: Hyper-V virtualization and containers in Windows Server</a:t>
            </a:r>
          </a:p>
        </p:txBody>
      </p:sp>
      <p:sp>
        <p:nvSpPr>
          <p:cNvPr id="6" name="Slide Number Placeholder 5"/>
          <p:cNvSpPr>
            <a:spLocks noGrp="1"/>
          </p:cNvSpPr>
          <p:nvPr>
            <p:ph type="sldNum" sz="quarter" idx="5"/>
          </p:nvPr>
        </p:nvSpPr>
        <p:spPr/>
        <p:txBody>
          <a:bodyPr/>
          <a:lstStyle/>
          <a:p>
            <a:fld id="{B4008EB6-D09E-4580-8CD6-DDB14511944F}" type="slidenum">
              <a:rPr lang="en-US" smtClean="0"/>
              <a:pPr/>
              <a:t>5</a:t>
            </a:fld>
            <a:endParaRPr lang="en-US" dirty="0"/>
          </a:p>
        </p:txBody>
      </p:sp>
      <p:sp>
        <p:nvSpPr>
          <p:cNvPr id="7" name="Date Placeholder 6">
            <a:extLst>
              <a:ext uri="{FF2B5EF4-FFF2-40B4-BE49-F238E27FC236}">
                <a16:creationId xmlns:a16="http://schemas.microsoft.com/office/drawing/2014/main" id="{3725C5AA-FE06-4390-AE02-A59ADB9615CF}"/>
              </a:ext>
            </a:extLst>
          </p:cNvPr>
          <p:cNvSpPr>
            <a:spLocks noGrp="1"/>
          </p:cNvSpPr>
          <p:nvPr>
            <p:ph type="dt" idx="1"/>
          </p:nvPr>
        </p:nvSpPr>
        <p:spPr/>
        <p:txBody>
          <a:bodyPr/>
          <a:lstStyle/>
          <a:p>
            <a:r>
              <a:rPr lang="en-US" dirty="0"/>
              <a:t>WS-011T Windows Server 2019 Administration</a:t>
            </a:r>
          </a:p>
        </p:txBody>
      </p:sp>
      <p:sp>
        <p:nvSpPr>
          <p:cNvPr id="8" name="Footer Placeholder 4">
            <a:extLst>
              <a:ext uri="{FF2B5EF4-FFF2-40B4-BE49-F238E27FC236}">
                <a16:creationId xmlns:a16="http://schemas.microsoft.com/office/drawing/2014/main" id="{AAFEEB6A-5CF9-4F9A-B635-34A89F077F2A}"/>
              </a:ext>
            </a:extLst>
          </p:cNvPr>
          <p:cNvSpPr>
            <a:spLocks noGrp="1"/>
          </p:cNvSpPr>
          <p:nvPr>
            <p:ph type="ftr" sz="quarter" idx="4"/>
          </p:nvPr>
        </p:nvSpPr>
        <p:spPr>
          <a:xfrm>
            <a:off x="109220" y="8846820"/>
            <a:ext cx="5811520" cy="195944"/>
          </a:xfrm>
          <a:prstGeom prst="rect">
            <a:avLst/>
          </a:prstGeom>
        </p:spPr>
        <p:txBody>
          <a:bodyPr/>
          <a:lstStyle>
            <a:lvl1pPr>
              <a:defRPr sz="1000"/>
            </a:lvl1pPr>
          </a:lstStyle>
          <a:p>
            <a:pPr defTabSz="914099" eaLnBrk="0" hangingPunct="0"/>
            <a:r>
              <a:rPr lang="en-US"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Tree>
    <p:extLst>
      <p:ext uri="{BB962C8B-B14F-4D97-AF65-F5344CB8AC3E}">
        <p14:creationId xmlns:p14="http://schemas.microsoft.com/office/powerpoint/2010/main" val="22181409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38575" y="65088"/>
            <a:ext cx="2914650" cy="1671637"/>
          </a:xfrm>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600"/>
              </a:spcAft>
              <a:buClrTx/>
              <a:buSzTx/>
              <a:buFontTx/>
              <a:buNone/>
              <a:tabLst/>
              <a:defRPr/>
            </a:pPr>
            <a:r>
              <a:rPr lang="en-US" sz="1000" b="0" kern="1200" baseline="0" dirty="0">
                <a:solidFill>
                  <a:schemeClr val="tx1"/>
                </a:solidFill>
                <a:effectLst/>
                <a:latin typeface="Segoe UI" panose="020B0502040204020203" pitchFamily="34" charset="0"/>
                <a:ea typeface="+mn-ea"/>
                <a:cs typeface="+mn-cs"/>
              </a:rPr>
              <a:t>Learn – https://docs.microsoft.com/en-us/learn/modules/configure-manage-hyper-v/4-configure-hyper-v-hosts-using-best-practices</a:t>
            </a:r>
          </a:p>
          <a:p>
            <a:pPr marL="0" marR="0" lvl="0" indent="0" algn="l" defTabSz="932742" rtl="0" eaLnBrk="1" fontAlgn="auto" latinLnBrk="0" hangingPunct="1">
              <a:lnSpc>
                <a:spcPct val="90000"/>
              </a:lnSpc>
              <a:spcBef>
                <a:spcPts val="0"/>
              </a:spcBef>
              <a:spcAft>
                <a:spcPts val="600"/>
              </a:spcAft>
              <a:buClrTx/>
              <a:buSzTx/>
              <a:buFontTx/>
              <a:buNone/>
              <a:tabLst/>
              <a:defRPr/>
            </a:pPr>
            <a:endParaRPr lang="en-US" sz="1000" b="0" kern="1200" baseline="0" dirty="0">
              <a:solidFill>
                <a:schemeClr val="tx1"/>
              </a:solidFill>
              <a:effectLst/>
              <a:latin typeface="Segoe UI" panose="020B0502040204020203" pitchFamily="34" charset="0"/>
              <a:ea typeface="+mn-ea"/>
              <a:cs typeface="+mn-cs"/>
            </a:endParaRPr>
          </a:p>
          <a:p>
            <a:pPr marL="0" marR="0" lvl="0" indent="0" algn="l" defTabSz="932742" rtl="0" eaLnBrk="1" fontAlgn="auto" latinLnBrk="0" hangingPunct="1">
              <a:lnSpc>
                <a:spcPct val="90000"/>
              </a:lnSpc>
              <a:spcBef>
                <a:spcPts val="0"/>
              </a:spcBef>
              <a:spcAft>
                <a:spcPts val="600"/>
              </a:spcAft>
              <a:buClrTx/>
              <a:buSzTx/>
              <a:buFontTx/>
              <a:buNone/>
              <a:tabLst/>
              <a:defRPr/>
            </a:pPr>
            <a:r>
              <a:rPr lang="en-US" sz="1000" b="0" kern="1200" baseline="0" dirty="0">
                <a:solidFill>
                  <a:schemeClr val="tx1"/>
                </a:solidFill>
                <a:effectLst/>
                <a:latin typeface="Segoe UI" panose="020B0502040204020203" pitchFamily="34" charset="0"/>
                <a:ea typeface="+mn-ea"/>
                <a:cs typeface="+mn-cs"/>
              </a:rPr>
              <a:t>Describe the best practices for configuring Hyper-V hosts and running virtual machines.</a:t>
            </a:r>
          </a:p>
          <a:p>
            <a:pPr marL="0" marR="0" lvl="0" indent="0" algn="l" defTabSz="932742" rtl="0" eaLnBrk="1" fontAlgn="auto" latinLnBrk="0" hangingPunct="1">
              <a:lnSpc>
                <a:spcPct val="90000"/>
              </a:lnSpc>
              <a:spcBef>
                <a:spcPts val="0"/>
              </a:spcBef>
              <a:spcAft>
                <a:spcPts val="600"/>
              </a:spcAft>
              <a:buClrTx/>
              <a:buSzTx/>
              <a:buFontTx/>
              <a:buNone/>
              <a:tabLst/>
              <a:defRPr/>
            </a:pPr>
            <a:endParaRPr lang="en-US" sz="1000" b="0" kern="1200" baseline="0" dirty="0">
              <a:solidFill>
                <a:schemeClr val="tx1"/>
              </a:solidFill>
              <a:effectLst/>
              <a:latin typeface="Segoe UI" panose="020B0502040204020203" pitchFamily="34" charset="0"/>
              <a:ea typeface="+mn-ea"/>
              <a:cs typeface="+mn-cs"/>
            </a:endParaRPr>
          </a:p>
          <a:p>
            <a:pPr marL="0" marR="0" lvl="0" indent="0" algn="l" defTabSz="932742" rtl="0" eaLnBrk="1" fontAlgn="auto" latinLnBrk="0" hangingPunct="1">
              <a:lnSpc>
                <a:spcPct val="90000"/>
              </a:lnSpc>
              <a:spcBef>
                <a:spcPts val="0"/>
              </a:spcBef>
              <a:spcAft>
                <a:spcPts val="600"/>
              </a:spcAft>
              <a:buClrTx/>
              <a:buSzTx/>
              <a:buFontTx/>
              <a:buNone/>
              <a:tabLst/>
              <a:defRPr/>
            </a:pPr>
            <a:r>
              <a:rPr lang="en-US" sz="1000" b="1" kern="1200" baseline="0" dirty="0">
                <a:solidFill>
                  <a:schemeClr val="tx1"/>
                </a:solidFill>
                <a:effectLst/>
                <a:latin typeface="Segoe UI" panose="020B0502040204020203" pitchFamily="34" charset="0"/>
                <a:ea typeface="+mn-ea"/>
                <a:cs typeface="+mn-cs"/>
              </a:rPr>
              <a:t>Note</a:t>
            </a:r>
            <a:r>
              <a:rPr lang="en-US" sz="1000" b="0" kern="1200" baseline="0" dirty="0">
                <a:solidFill>
                  <a:schemeClr val="tx1"/>
                </a:solidFill>
                <a:effectLst/>
                <a:latin typeface="Segoe UI" panose="020B0502040204020203" pitchFamily="34" charset="0"/>
                <a:ea typeface="+mn-ea"/>
                <a:cs typeface="+mn-cs"/>
              </a:rPr>
              <a:t>: Enhanced Session Mode is listed as optional as there are limitations on the ESM policy, including no support for non-Windows OS, Windows Hello, and resolution issues with low bandwidth.</a:t>
            </a:r>
          </a:p>
          <a:p>
            <a:pPr marL="0" marR="0" lvl="0" indent="0" algn="l" defTabSz="932742" rtl="0" eaLnBrk="1" fontAlgn="auto" latinLnBrk="0" hangingPunct="1">
              <a:lnSpc>
                <a:spcPct val="90000"/>
              </a:lnSpc>
              <a:spcBef>
                <a:spcPts val="0"/>
              </a:spcBef>
              <a:spcAft>
                <a:spcPts val="600"/>
              </a:spcAft>
              <a:buClrTx/>
              <a:buSzTx/>
              <a:buFontTx/>
              <a:buNone/>
              <a:tabLst/>
              <a:defRPr/>
            </a:pPr>
            <a:endParaRPr lang="en-US" sz="1000" b="0" kern="1200" baseline="0" dirty="0">
              <a:solidFill>
                <a:schemeClr val="tx1"/>
              </a:solidFill>
              <a:effectLst/>
              <a:latin typeface="Segoe UI" panose="020B0502040204020203" pitchFamily="34" charset="0"/>
              <a:ea typeface="+mn-ea"/>
              <a:cs typeface="+mn-cs"/>
            </a:endParaRPr>
          </a:p>
          <a:p>
            <a:pPr marL="0" marR="0" lvl="0" indent="0" algn="l" defTabSz="932742" rtl="0" eaLnBrk="1" fontAlgn="auto" latinLnBrk="0" hangingPunct="1">
              <a:lnSpc>
                <a:spcPct val="90000"/>
              </a:lnSpc>
              <a:spcBef>
                <a:spcPts val="0"/>
              </a:spcBef>
              <a:spcAft>
                <a:spcPts val="600"/>
              </a:spcAft>
              <a:buClrTx/>
              <a:buSzTx/>
              <a:buFontTx/>
              <a:buNone/>
              <a:tabLst/>
              <a:defRPr/>
            </a:pPr>
            <a:endParaRPr lang="en-US" sz="1800" dirty="0">
              <a:effectLst/>
              <a:latin typeface="Arial" panose="020B0604020202020204" pitchFamily="34" charset="0"/>
            </a:endParaRPr>
          </a:p>
          <a:p>
            <a:pPr marL="0" marR="0" lvl="0" indent="0" algn="l" defTabSz="932742" rtl="0" eaLnBrk="1" fontAlgn="auto" latinLnBrk="0" hangingPunct="1">
              <a:lnSpc>
                <a:spcPct val="90000"/>
              </a:lnSpc>
              <a:spcBef>
                <a:spcPts val="0"/>
              </a:spcBef>
              <a:spcAft>
                <a:spcPts val="600"/>
              </a:spcAft>
              <a:buClrTx/>
              <a:buSzTx/>
              <a:buFontTx/>
              <a:buNone/>
              <a:tabLst/>
              <a:defRPr/>
            </a:pPr>
            <a:endParaRPr lang="en-US" sz="1000" b="0" kern="1200" baseline="0" dirty="0">
              <a:solidFill>
                <a:schemeClr val="tx1"/>
              </a:solidFill>
              <a:effectLst/>
              <a:latin typeface="Segoe UI" panose="020B0502040204020203" pitchFamily="34" charset="0"/>
              <a:ea typeface="+mn-ea"/>
              <a:cs typeface="+mn-cs"/>
            </a:endParaRPr>
          </a:p>
          <a:p>
            <a:endParaRPr lang="en-US" dirty="0"/>
          </a:p>
        </p:txBody>
      </p:sp>
      <p:sp>
        <p:nvSpPr>
          <p:cNvPr id="4" name="Header Placeholder 3"/>
          <p:cNvSpPr>
            <a:spLocks noGrp="1"/>
          </p:cNvSpPr>
          <p:nvPr>
            <p:ph type="hdr" sz="quarter"/>
          </p:nvPr>
        </p:nvSpPr>
        <p:spPr/>
        <p:txBody>
          <a:bodyPr/>
          <a:lstStyle/>
          <a:p>
            <a:r>
              <a:rPr lang="en-US" dirty="0"/>
              <a:t>5: Hyper-V virtualization and containers in Windows Server</a:t>
            </a:r>
          </a:p>
        </p:txBody>
      </p:sp>
      <p:sp>
        <p:nvSpPr>
          <p:cNvPr id="6" name="Slide Number Placeholder 5"/>
          <p:cNvSpPr>
            <a:spLocks noGrp="1"/>
          </p:cNvSpPr>
          <p:nvPr>
            <p:ph type="sldNum" sz="quarter" idx="5"/>
          </p:nvPr>
        </p:nvSpPr>
        <p:spPr/>
        <p:txBody>
          <a:bodyPr/>
          <a:lstStyle/>
          <a:p>
            <a:fld id="{B4008EB6-D09E-4580-8CD6-DDB14511944F}" type="slidenum">
              <a:rPr lang="en-US" smtClean="0"/>
              <a:pPr/>
              <a:t>6</a:t>
            </a:fld>
            <a:endParaRPr lang="en-US" dirty="0"/>
          </a:p>
        </p:txBody>
      </p:sp>
      <p:sp>
        <p:nvSpPr>
          <p:cNvPr id="7" name="Date Placeholder 6">
            <a:extLst>
              <a:ext uri="{FF2B5EF4-FFF2-40B4-BE49-F238E27FC236}">
                <a16:creationId xmlns:a16="http://schemas.microsoft.com/office/drawing/2014/main" id="{7B19C529-C2F5-475B-8F6A-2AFAD78D63AB}"/>
              </a:ext>
            </a:extLst>
          </p:cNvPr>
          <p:cNvSpPr>
            <a:spLocks noGrp="1"/>
          </p:cNvSpPr>
          <p:nvPr>
            <p:ph type="dt" idx="1"/>
          </p:nvPr>
        </p:nvSpPr>
        <p:spPr/>
        <p:txBody>
          <a:bodyPr/>
          <a:lstStyle/>
          <a:p>
            <a:r>
              <a:rPr lang="en-US" dirty="0"/>
              <a:t>WS-011T Windows Server 2019 Administration</a:t>
            </a:r>
          </a:p>
        </p:txBody>
      </p:sp>
      <p:sp>
        <p:nvSpPr>
          <p:cNvPr id="8" name="Footer Placeholder 4">
            <a:extLst>
              <a:ext uri="{FF2B5EF4-FFF2-40B4-BE49-F238E27FC236}">
                <a16:creationId xmlns:a16="http://schemas.microsoft.com/office/drawing/2014/main" id="{8B77BCA3-BFD0-4840-A6EC-33D30A06DA5B}"/>
              </a:ext>
            </a:extLst>
          </p:cNvPr>
          <p:cNvSpPr>
            <a:spLocks noGrp="1"/>
          </p:cNvSpPr>
          <p:nvPr>
            <p:ph type="ftr" sz="quarter" idx="4"/>
          </p:nvPr>
        </p:nvSpPr>
        <p:spPr>
          <a:xfrm>
            <a:off x="109220" y="8846820"/>
            <a:ext cx="5811520" cy="195944"/>
          </a:xfrm>
          <a:prstGeom prst="rect">
            <a:avLst/>
          </a:prstGeom>
        </p:spPr>
        <p:txBody>
          <a:bodyPr/>
          <a:lstStyle>
            <a:lvl1pPr>
              <a:defRPr sz="1000"/>
            </a:lvl1pPr>
          </a:lstStyle>
          <a:p>
            <a:pPr defTabSz="914099" eaLnBrk="0" hangingPunct="0"/>
            <a:r>
              <a:rPr lang="en-US"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Tree>
    <p:extLst>
      <p:ext uri="{BB962C8B-B14F-4D97-AF65-F5344CB8AC3E}">
        <p14:creationId xmlns:p14="http://schemas.microsoft.com/office/powerpoint/2010/main" val="12587903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38575" y="65088"/>
            <a:ext cx="2914650" cy="1671637"/>
          </a:xfrm>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600"/>
              </a:spcAft>
              <a:buClrTx/>
              <a:buSzTx/>
              <a:buFontTx/>
              <a:buNone/>
              <a:tabLst/>
              <a:defRPr/>
            </a:pPr>
            <a:r>
              <a:rPr lang="en-US" sz="1000" b="0" kern="1200" baseline="0" dirty="0">
                <a:solidFill>
                  <a:schemeClr val="tx1"/>
                </a:solidFill>
                <a:effectLst/>
                <a:latin typeface="Segoe UI" panose="020B0502040204020203" pitchFamily="34" charset="0"/>
                <a:ea typeface="+mn-ea"/>
                <a:cs typeface="+mn-cs"/>
              </a:rPr>
              <a:t>Learn – https://docs.microsoft.com/en-us/learn/modules/configure-manage-hyper-v/5-configure-hyper-v-networking</a:t>
            </a:r>
          </a:p>
          <a:p>
            <a:pPr marL="0" marR="0" lvl="0" indent="0" algn="l" defTabSz="932742" rtl="0" eaLnBrk="1" fontAlgn="auto" latinLnBrk="0" hangingPunct="1">
              <a:lnSpc>
                <a:spcPct val="90000"/>
              </a:lnSpc>
              <a:spcBef>
                <a:spcPts val="0"/>
              </a:spcBef>
              <a:spcAft>
                <a:spcPts val="600"/>
              </a:spcAft>
              <a:buClrTx/>
              <a:buSzTx/>
              <a:buFontTx/>
              <a:buNone/>
              <a:tabLst/>
              <a:defRPr/>
            </a:pPr>
            <a:endParaRPr lang="en-US" sz="1000" b="0" kern="1200" baseline="0" dirty="0">
              <a:solidFill>
                <a:schemeClr val="tx1"/>
              </a:solidFill>
              <a:effectLst/>
              <a:latin typeface="Segoe UI" panose="020B0502040204020203" pitchFamily="34" charset="0"/>
              <a:ea typeface="+mn-ea"/>
              <a:cs typeface="+mn-cs"/>
            </a:endParaRPr>
          </a:p>
          <a:p>
            <a:pPr marL="0" marR="0" lvl="0" indent="0" algn="l" defTabSz="932742" rtl="0" eaLnBrk="1" fontAlgn="auto" latinLnBrk="0" hangingPunct="1">
              <a:lnSpc>
                <a:spcPct val="90000"/>
              </a:lnSpc>
              <a:spcBef>
                <a:spcPts val="0"/>
              </a:spcBef>
              <a:spcAft>
                <a:spcPts val="600"/>
              </a:spcAft>
              <a:buClrTx/>
              <a:buSzTx/>
              <a:buFontTx/>
              <a:buNone/>
              <a:tabLst/>
              <a:defRPr/>
            </a:pPr>
            <a:r>
              <a:rPr lang="en-US" sz="1000" b="0" kern="1200" baseline="0" dirty="0">
                <a:solidFill>
                  <a:schemeClr val="tx1"/>
                </a:solidFill>
                <a:effectLst/>
                <a:latin typeface="Segoe UI" panose="020B0502040204020203" pitchFamily="34" charset="0"/>
                <a:ea typeface="+mn-ea"/>
                <a:cs typeface="+mn-cs"/>
              </a:rPr>
              <a:t>Provide an overview of Hyper-V networking by introducing virtual network adapters and virtual switches. </a:t>
            </a:r>
          </a:p>
          <a:p>
            <a:pPr marL="0" marR="0" lvl="0" indent="0" algn="l" defTabSz="932742" rtl="0" eaLnBrk="1" fontAlgn="auto" latinLnBrk="0" hangingPunct="1">
              <a:lnSpc>
                <a:spcPct val="90000"/>
              </a:lnSpc>
              <a:spcBef>
                <a:spcPts val="0"/>
              </a:spcBef>
              <a:spcAft>
                <a:spcPts val="600"/>
              </a:spcAft>
              <a:buClrTx/>
              <a:buSzTx/>
              <a:buFontTx/>
              <a:buNone/>
              <a:tabLst/>
              <a:defRPr/>
            </a:pPr>
            <a:r>
              <a:rPr lang="en-US" sz="1000" b="0" kern="1200" baseline="0" dirty="0">
                <a:solidFill>
                  <a:schemeClr val="tx1"/>
                </a:solidFill>
                <a:effectLst/>
                <a:latin typeface="Segoe UI" panose="020B0502040204020203" pitchFamily="34" charset="0"/>
                <a:ea typeface="+mn-ea"/>
                <a:cs typeface="+mn-cs"/>
              </a:rPr>
              <a:t>Explain that typically, you would select the standard Network Adapter; however, if you need the virtual machine to be able to boot to the network, then a Legacy Network Adapter is required.</a:t>
            </a:r>
          </a:p>
          <a:p>
            <a:pPr marL="0" marR="0" lvl="0" indent="0" algn="l" defTabSz="932742" rtl="0" eaLnBrk="1" fontAlgn="auto" latinLnBrk="0" hangingPunct="1">
              <a:lnSpc>
                <a:spcPct val="90000"/>
              </a:lnSpc>
              <a:spcBef>
                <a:spcPts val="0"/>
              </a:spcBef>
              <a:spcAft>
                <a:spcPts val="600"/>
              </a:spcAft>
              <a:buClrTx/>
              <a:buSzTx/>
              <a:buFontTx/>
              <a:buNone/>
              <a:tabLst/>
              <a:defRPr/>
            </a:pPr>
            <a:r>
              <a:rPr lang="en-US" sz="1000" b="0" kern="1200" baseline="0" dirty="0">
                <a:solidFill>
                  <a:schemeClr val="tx1"/>
                </a:solidFill>
                <a:effectLst/>
                <a:latin typeface="Segoe UI" panose="020B0502040204020203" pitchFamily="34" charset="0"/>
                <a:ea typeface="+mn-ea"/>
                <a:cs typeface="+mn-cs"/>
              </a:rPr>
              <a:t>Also explain that the External switch is used to configure direct access to an external network.</a:t>
            </a:r>
          </a:p>
          <a:p>
            <a:pPr marL="0" marR="0" lvl="0" indent="0" algn="l" defTabSz="932742" rtl="0" eaLnBrk="1" fontAlgn="auto" latinLnBrk="0" hangingPunct="1">
              <a:lnSpc>
                <a:spcPct val="90000"/>
              </a:lnSpc>
              <a:spcBef>
                <a:spcPts val="0"/>
              </a:spcBef>
              <a:spcAft>
                <a:spcPts val="600"/>
              </a:spcAft>
              <a:buClrTx/>
              <a:buSzTx/>
              <a:buFontTx/>
              <a:buNone/>
              <a:tabLst/>
              <a:defRPr/>
            </a:pPr>
            <a:r>
              <a:rPr lang="en-US" sz="1000" b="0" kern="1200" baseline="0" dirty="0">
                <a:solidFill>
                  <a:schemeClr val="tx1"/>
                </a:solidFill>
                <a:effectLst/>
                <a:latin typeface="Segoe UI" panose="020B0502040204020203" pitchFamily="34" charset="0"/>
                <a:ea typeface="+mn-ea"/>
                <a:cs typeface="+mn-cs"/>
              </a:rPr>
              <a:t>However, if a private network is routed through a router (such as a virtual machine configured as a router), it can also access external networks such as the Internet.</a:t>
            </a:r>
          </a:p>
          <a:p>
            <a:endParaRPr lang="en-US" dirty="0"/>
          </a:p>
        </p:txBody>
      </p:sp>
      <p:sp>
        <p:nvSpPr>
          <p:cNvPr id="4" name="Header Placeholder 3"/>
          <p:cNvSpPr>
            <a:spLocks noGrp="1"/>
          </p:cNvSpPr>
          <p:nvPr>
            <p:ph type="hdr" sz="quarter"/>
          </p:nvPr>
        </p:nvSpPr>
        <p:spPr/>
        <p:txBody>
          <a:bodyPr/>
          <a:lstStyle/>
          <a:p>
            <a:r>
              <a:rPr lang="en-US" dirty="0"/>
              <a:t>5: Hyper-V virtualization and containers in Windows Server</a:t>
            </a:r>
          </a:p>
        </p:txBody>
      </p:sp>
      <p:sp>
        <p:nvSpPr>
          <p:cNvPr id="6" name="Slide Number Placeholder 5"/>
          <p:cNvSpPr>
            <a:spLocks noGrp="1"/>
          </p:cNvSpPr>
          <p:nvPr>
            <p:ph type="sldNum" sz="quarter" idx="5"/>
          </p:nvPr>
        </p:nvSpPr>
        <p:spPr/>
        <p:txBody>
          <a:bodyPr/>
          <a:lstStyle/>
          <a:p>
            <a:fld id="{B4008EB6-D09E-4580-8CD6-DDB14511944F}" type="slidenum">
              <a:rPr lang="en-US" smtClean="0"/>
              <a:pPr/>
              <a:t>7</a:t>
            </a:fld>
            <a:endParaRPr lang="en-US" dirty="0"/>
          </a:p>
        </p:txBody>
      </p:sp>
      <p:sp>
        <p:nvSpPr>
          <p:cNvPr id="7" name="Date Placeholder 6">
            <a:extLst>
              <a:ext uri="{FF2B5EF4-FFF2-40B4-BE49-F238E27FC236}">
                <a16:creationId xmlns:a16="http://schemas.microsoft.com/office/drawing/2014/main" id="{5342F47B-B00A-4105-AB65-EF5CA6AAB208}"/>
              </a:ext>
            </a:extLst>
          </p:cNvPr>
          <p:cNvSpPr>
            <a:spLocks noGrp="1"/>
          </p:cNvSpPr>
          <p:nvPr>
            <p:ph type="dt" idx="1"/>
          </p:nvPr>
        </p:nvSpPr>
        <p:spPr/>
        <p:txBody>
          <a:bodyPr/>
          <a:lstStyle/>
          <a:p>
            <a:r>
              <a:rPr lang="en-US" dirty="0"/>
              <a:t>WS-011T Windows Server 2019 Administration</a:t>
            </a:r>
          </a:p>
        </p:txBody>
      </p:sp>
      <p:sp>
        <p:nvSpPr>
          <p:cNvPr id="8" name="Footer Placeholder 4">
            <a:extLst>
              <a:ext uri="{FF2B5EF4-FFF2-40B4-BE49-F238E27FC236}">
                <a16:creationId xmlns:a16="http://schemas.microsoft.com/office/drawing/2014/main" id="{443D0DEE-3CB2-402C-B56E-CCC32F9277B1}"/>
              </a:ext>
            </a:extLst>
          </p:cNvPr>
          <p:cNvSpPr>
            <a:spLocks noGrp="1"/>
          </p:cNvSpPr>
          <p:nvPr>
            <p:ph type="ftr" sz="quarter" idx="4"/>
          </p:nvPr>
        </p:nvSpPr>
        <p:spPr>
          <a:xfrm>
            <a:off x="109220" y="8846820"/>
            <a:ext cx="5811520" cy="195944"/>
          </a:xfrm>
          <a:prstGeom prst="rect">
            <a:avLst/>
          </a:prstGeom>
        </p:spPr>
        <p:txBody>
          <a:bodyPr/>
          <a:lstStyle>
            <a:lvl1pPr>
              <a:defRPr sz="1000"/>
            </a:lvl1pPr>
          </a:lstStyle>
          <a:p>
            <a:pPr defTabSz="914099" eaLnBrk="0" hangingPunct="0"/>
            <a:r>
              <a:rPr lang="en-US"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Tree>
    <p:extLst>
      <p:ext uri="{BB962C8B-B14F-4D97-AF65-F5344CB8AC3E}">
        <p14:creationId xmlns:p14="http://schemas.microsoft.com/office/powerpoint/2010/main" val="17768814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 https://docs.microsoft.com/en-us/learn/modules/configure-manage-hyper-v/6-assess-advanced-hyper-v-networking-features </a:t>
            </a:r>
          </a:p>
          <a:p>
            <a:endParaRPr lang="en-US" dirty="0"/>
          </a:p>
          <a:p>
            <a:r>
              <a:rPr lang="en-US" dirty="0"/>
              <a:t>Don’t spend a lot of time on this slide but provide a brief overview of the features that support Hyper-V networking. Point out that some of these are Network Adapter settings, while others are switch configuration options. The Learn content covers these features in a little more detail and you can refer students to the link at the beginning of the instructor notes.</a:t>
            </a:r>
          </a:p>
          <a:p>
            <a:endParaRPr lang="en-US" dirty="0"/>
          </a:p>
          <a:p>
            <a:r>
              <a:rPr lang="en-US" b="1" dirty="0"/>
              <a:t>Hyper-V network virtualization – </a:t>
            </a:r>
            <a:r>
              <a:rPr lang="en-US" b="0" i="0" dirty="0">
                <a:solidFill>
                  <a:srgbClr val="424242"/>
                </a:solidFill>
                <a:effectLst/>
                <a:latin typeface="Segoe Sans"/>
              </a:rPr>
              <a:t>decouples virtual networks from physical infrastructure, removing VLAN and IP address constraints. This enhances agility and mobility in VM and tenant workload management. It can be implemented using components like Microsoft Network Controller, network virtualization gateways, and load balancers in Windows Server or System Center Virtual Machine Manager.</a:t>
            </a:r>
          </a:p>
          <a:p>
            <a:endParaRPr lang="en-US" b="0" i="0" dirty="0">
              <a:solidFill>
                <a:srgbClr val="424242"/>
              </a:solidFill>
              <a:effectLst/>
              <a:latin typeface="Segoe Sans"/>
            </a:endParaRPr>
          </a:p>
          <a:p>
            <a:r>
              <a:rPr lang="en-US" b="1" i="0" dirty="0">
                <a:solidFill>
                  <a:srgbClr val="424242"/>
                </a:solidFill>
                <a:effectLst/>
                <a:latin typeface="Segoe Sans"/>
              </a:rPr>
              <a:t>Bandwidth management – </a:t>
            </a:r>
            <a:r>
              <a:rPr lang="en-US" dirty="0"/>
              <a:t>specify minimum and maximum bandwidth for a virtual network adapter. Hyper-V reserves minimum bandwidth even when other adapters on the same host are at capacity.</a:t>
            </a:r>
          </a:p>
          <a:p>
            <a:endParaRPr lang="en-US" dirty="0"/>
          </a:p>
          <a:p>
            <a:r>
              <a:rPr lang="en-US" b="1" dirty="0"/>
              <a:t>DHCP Guard – </a:t>
            </a:r>
            <a:r>
              <a:rPr lang="en-US" dirty="0"/>
              <a:t>drops DHCP messages from VMs acting as rogue DHCP servers. This is useful when you don't control a VM's configuration, but it is hosted on a Hyper-V Server you manage.</a:t>
            </a:r>
          </a:p>
          <a:p>
            <a:endParaRPr lang="en-US" dirty="0"/>
          </a:p>
          <a:p>
            <a:r>
              <a:rPr lang="en-US" b="1" dirty="0"/>
              <a:t>Router Guard</a:t>
            </a:r>
            <a:r>
              <a:rPr lang="en-US" dirty="0"/>
              <a:t> – drops </a:t>
            </a:r>
            <a:r>
              <a:rPr lang="en-US" b="0" i="0" dirty="0">
                <a:solidFill>
                  <a:srgbClr val="424242"/>
                </a:solidFill>
                <a:effectLst/>
                <a:latin typeface="Segoe Sans"/>
              </a:rPr>
              <a:t>router advertisement and redirection messages from VMs acting as unauthorized routers. This is useful when you don't control the configuration of VMs hosted on a Hyper-V Server you manage.</a:t>
            </a:r>
          </a:p>
          <a:p>
            <a:endParaRPr lang="en-US" b="0" i="0" dirty="0">
              <a:solidFill>
                <a:srgbClr val="424242"/>
              </a:solidFill>
              <a:effectLst/>
              <a:latin typeface="Segoe Sans"/>
            </a:endParaRPr>
          </a:p>
          <a:p>
            <a:r>
              <a:rPr lang="en-US" b="1" dirty="0"/>
              <a:t>Port mirroring</a:t>
            </a:r>
            <a:r>
              <a:rPr lang="en-US" dirty="0"/>
              <a:t> – </a:t>
            </a:r>
            <a:r>
              <a:rPr lang="en-US" b="0" i="0" dirty="0">
                <a:solidFill>
                  <a:srgbClr val="424242"/>
                </a:solidFill>
                <a:effectLst/>
                <a:latin typeface="Segoe Sans"/>
              </a:rPr>
              <a:t>copies incoming and outgoing packets from a network adapter to another VM configured for monitoring.</a:t>
            </a:r>
            <a:endParaRPr lang="en-US" dirty="0"/>
          </a:p>
          <a:p>
            <a:endParaRPr lang="en-US" dirty="0"/>
          </a:p>
          <a:p>
            <a:r>
              <a:rPr lang="en-US" sz="1000" b="1" dirty="0">
                <a:latin typeface="+mn-lt"/>
              </a:rPr>
              <a:t>Network Interface Card (NIC) Teaming</a:t>
            </a:r>
            <a:r>
              <a:rPr lang="en-US" sz="1000" dirty="0">
                <a:latin typeface="+mn-lt"/>
              </a:rPr>
              <a:t>  - also called load balancing and failover (LBFO). </a:t>
            </a:r>
          </a:p>
          <a:p>
            <a:r>
              <a:rPr lang="en-US" sz="1000" dirty="0">
                <a:latin typeface="+mn-lt"/>
              </a:rPr>
              <a:t>It places multiple network adapters on a computer into a team for:</a:t>
            </a:r>
          </a:p>
          <a:p>
            <a:pPr marL="288000"/>
            <a:r>
              <a:rPr lang="en-US" sz="1000" dirty="0">
                <a:latin typeface="+mn-lt"/>
              </a:rPr>
              <a:t>Aggregating bandwidth</a:t>
            </a:r>
          </a:p>
          <a:p>
            <a:pPr marL="288000"/>
            <a:r>
              <a:rPr lang="en-US" sz="1000" dirty="0">
                <a:latin typeface="+mn-lt"/>
              </a:rPr>
              <a:t>Preventing connectivity loss by traffic failover in case of network component failure</a:t>
            </a:r>
          </a:p>
          <a:p>
            <a:endParaRPr lang="en-US" dirty="0"/>
          </a:p>
          <a:p>
            <a:pPr marL="0" marR="0" lvl="0" indent="0" algn="l" defTabSz="932742" rtl="0" eaLnBrk="1" fontAlgn="auto" latinLnBrk="0" hangingPunct="1">
              <a:lnSpc>
                <a:spcPct val="90000"/>
              </a:lnSpc>
              <a:spcBef>
                <a:spcPts val="0"/>
              </a:spcBef>
              <a:spcAft>
                <a:spcPts val="600"/>
              </a:spcAft>
              <a:buClrTx/>
              <a:buSzTx/>
              <a:buFontTx/>
              <a:buNone/>
              <a:tabLst/>
              <a:defRPr/>
            </a:pPr>
            <a:r>
              <a:rPr lang="en-US" b="1" dirty="0"/>
              <a:t>Virtual Machine Queue (VMQ)</a:t>
            </a:r>
            <a:r>
              <a:rPr lang="en-US" dirty="0"/>
              <a:t> –  requires a host computer with a network adapter that supports the feature. Uses hardware packet filtering to deliver network traffic directly to a guest, improving performance by eliminating the need to copy packets from the host OS to the VM. Only network adapters specific to Hyper-V support VMQ </a:t>
            </a:r>
          </a:p>
          <a:p>
            <a:endParaRPr lang="en-US" dirty="0"/>
          </a:p>
          <a:p>
            <a:r>
              <a:rPr lang="en-US" b="1" dirty="0"/>
              <a:t>IP security (IPSec) task offloading</a:t>
            </a:r>
            <a:r>
              <a:rPr lang="en-US" dirty="0"/>
              <a:t> – the guest OS and network adapter must explicitly support this feature. It allows a host's network adapter to perform calculation-intensive, security-association tasks. If hardware resources are insufficient, the guest OS handles these tasks. You can set the maximum number of offloaded security associations from 1 to 4,096. Only network adapters specific to Hyper-V support this feature.</a:t>
            </a:r>
          </a:p>
          <a:p>
            <a:endParaRPr lang="en-US" dirty="0"/>
          </a:p>
          <a:p>
            <a:r>
              <a:rPr lang="en-US" b="1" dirty="0"/>
              <a:t>Single-root I/O virtualization (SR-IOV)</a:t>
            </a:r>
            <a:r>
              <a:rPr lang="en-US" dirty="0"/>
              <a:t> – to use SR-IOV, you must install specific hardware and special drivers on the guest OS. SR-IOV allows multiple VMs to share the same physical PCI Express hardware resources. If resources are insufficient, the virtual switch provides network connectivity. Only network adapters specific to Hyper-V support this feature. </a:t>
            </a:r>
          </a:p>
          <a:p>
            <a:endParaRPr lang="en-US" dirty="0"/>
          </a:p>
          <a:p>
            <a:endParaRPr lang="en-US" dirty="0"/>
          </a:p>
          <a:p>
            <a:endParaRPr lang="en-US" dirty="0"/>
          </a:p>
          <a:p>
            <a:pPr marL="0" marR="0" lvl="0" indent="0" algn="l" defTabSz="932742" rtl="0" eaLnBrk="1" fontAlgn="auto" latinLnBrk="0" hangingPunct="1">
              <a:lnSpc>
                <a:spcPct val="90000"/>
              </a:lnSpc>
              <a:spcBef>
                <a:spcPts val="0"/>
              </a:spcBef>
              <a:spcAft>
                <a:spcPts val="600"/>
              </a:spcAft>
              <a:buClrTx/>
              <a:buSzTx/>
              <a:buFontTx/>
              <a:buNone/>
              <a:tabLst/>
              <a:defRPr/>
            </a:pPr>
            <a:r>
              <a:rPr lang="en-US" dirty="0"/>
              <a:t>In addition to the network features listed on the slide, the following additional Hyper-V networking features support Software-Defined Networking (SDN) infrastructures. Most of these features were introduced in Windows Server 2016 and later.</a:t>
            </a:r>
          </a:p>
          <a:p>
            <a:pPr marL="0" marR="0" lvl="0" indent="0" algn="l" defTabSz="932742" rtl="0" eaLnBrk="1" fontAlgn="auto" latinLnBrk="0" hangingPunct="1">
              <a:lnSpc>
                <a:spcPct val="90000"/>
              </a:lnSpc>
              <a:spcBef>
                <a:spcPts val="0"/>
              </a:spcBef>
              <a:spcAft>
                <a:spcPts val="600"/>
              </a:spcAft>
              <a:buClrTx/>
              <a:buSzTx/>
              <a:buFontTx/>
              <a:buNone/>
              <a:tabLst/>
              <a:defRPr/>
            </a:pPr>
            <a:endParaRPr lang="en-US" dirty="0"/>
          </a:p>
          <a:p>
            <a:pPr marL="0" marR="0" lvl="0" indent="0" algn="l" defTabSz="932742" rtl="0" eaLnBrk="1" fontAlgn="auto" latinLnBrk="0" hangingPunct="1">
              <a:lnSpc>
                <a:spcPct val="90000"/>
              </a:lnSpc>
              <a:spcBef>
                <a:spcPts val="0"/>
              </a:spcBef>
              <a:spcAft>
                <a:spcPts val="600"/>
              </a:spcAft>
              <a:buClrTx/>
              <a:buSzTx/>
              <a:buFontTx/>
              <a:buNone/>
              <a:tabLst/>
              <a:defRPr/>
            </a:pPr>
            <a:r>
              <a:rPr lang="en-US" b="1" dirty="0"/>
              <a:t>Switch Embedded Teaming (SET) – </a:t>
            </a:r>
            <a:r>
              <a:rPr lang="en-US" b="0" i="0" dirty="0">
                <a:solidFill>
                  <a:srgbClr val="424242"/>
                </a:solidFill>
                <a:effectLst/>
                <a:latin typeface="Segoe Sans"/>
              </a:rPr>
              <a:t> NIC Teaming option for Hyper-V networks that offers faster performance and better fault tolerance than traditional teams. Unlike traditional teams, SET allows the addition of multiple RDMA network adapters.</a:t>
            </a:r>
          </a:p>
          <a:p>
            <a:pPr marL="0" marR="0" lvl="0" indent="0" algn="l" defTabSz="932742" rtl="0" eaLnBrk="1" fontAlgn="auto" latinLnBrk="0" hangingPunct="1">
              <a:lnSpc>
                <a:spcPct val="90000"/>
              </a:lnSpc>
              <a:spcBef>
                <a:spcPts val="0"/>
              </a:spcBef>
              <a:spcAft>
                <a:spcPts val="600"/>
              </a:spcAft>
              <a:buClrTx/>
              <a:buSzTx/>
              <a:buFontTx/>
              <a:buNone/>
              <a:tabLst/>
              <a:defRPr/>
            </a:pPr>
            <a:endParaRPr lang="en-US" b="0" i="0" dirty="0">
              <a:solidFill>
                <a:srgbClr val="424242"/>
              </a:solidFill>
              <a:effectLst/>
              <a:latin typeface="Segoe Sans"/>
            </a:endParaRPr>
          </a:p>
          <a:p>
            <a:pPr marL="0" marR="0" lvl="0" indent="0" algn="l" defTabSz="932742" rtl="0" eaLnBrk="1" fontAlgn="auto" latinLnBrk="0" hangingPunct="1">
              <a:lnSpc>
                <a:spcPct val="90000"/>
              </a:lnSpc>
              <a:spcBef>
                <a:spcPts val="0"/>
              </a:spcBef>
              <a:spcAft>
                <a:spcPts val="600"/>
              </a:spcAft>
              <a:buClrTx/>
              <a:buSzTx/>
              <a:buFontTx/>
              <a:buNone/>
              <a:tabLst/>
              <a:defRPr/>
            </a:pPr>
            <a:r>
              <a:rPr lang="en-US" b="1" dirty="0"/>
              <a:t>RDMA with Hyper-V </a:t>
            </a:r>
            <a:r>
              <a:rPr lang="en-US" b="0" dirty="0"/>
              <a:t>– also </a:t>
            </a:r>
            <a:r>
              <a:rPr lang="en-US" b="0" i="0" dirty="0">
                <a:solidFill>
                  <a:srgbClr val="424242"/>
                </a:solidFill>
                <a:effectLst/>
                <a:latin typeface="Segoe Sans"/>
              </a:rPr>
              <a:t>known as Server Message Block (SMB) Direct, RDMA with Hyper-V requires hardware support in the network adapter. An RDMA-enabled network adapter functions at full speed with low resource utilization, resulting in higher throughput. This is crucial for busy servers with high-speed network adapters like 10 Gbps.</a:t>
            </a:r>
          </a:p>
          <a:p>
            <a:pPr marL="0" marR="0" lvl="0" indent="0" algn="l" defTabSz="932742" rtl="0" eaLnBrk="1" fontAlgn="auto" latinLnBrk="0" hangingPunct="1">
              <a:lnSpc>
                <a:spcPct val="90000"/>
              </a:lnSpc>
              <a:spcBef>
                <a:spcPts val="0"/>
              </a:spcBef>
              <a:spcAft>
                <a:spcPts val="600"/>
              </a:spcAft>
              <a:buClrTx/>
              <a:buSzTx/>
              <a:buFontTx/>
              <a:buNone/>
              <a:tabLst/>
              <a:defRPr/>
            </a:pPr>
            <a:endParaRPr lang="en-US" b="0" i="0" dirty="0">
              <a:solidFill>
                <a:srgbClr val="424242"/>
              </a:solidFill>
              <a:effectLst/>
              <a:latin typeface="Segoe Sans"/>
            </a:endParaRPr>
          </a:p>
          <a:p>
            <a:pPr marL="0" marR="0" lvl="0" indent="0" algn="l" defTabSz="932742" rtl="0" eaLnBrk="1" fontAlgn="auto" latinLnBrk="0" hangingPunct="1">
              <a:lnSpc>
                <a:spcPct val="90000"/>
              </a:lnSpc>
              <a:spcBef>
                <a:spcPts val="0"/>
              </a:spcBef>
              <a:spcAft>
                <a:spcPts val="600"/>
              </a:spcAft>
              <a:buClrTx/>
              <a:buSzTx/>
              <a:buFontTx/>
              <a:buNone/>
              <a:tabLst/>
              <a:defRPr/>
            </a:pPr>
            <a:r>
              <a:rPr lang="en-US" b="1" i="0" dirty="0">
                <a:solidFill>
                  <a:srgbClr val="424242"/>
                </a:solidFill>
                <a:effectLst/>
                <a:latin typeface="Segoe Sans"/>
              </a:rPr>
              <a:t>Note</a:t>
            </a:r>
            <a:r>
              <a:rPr lang="en-US" b="0" i="0" dirty="0">
                <a:solidFill>
                  <a:srgbClr val="424242"/>
                </a:solidFill>
                <a:effectLst/>
                <a:latin typeface="Segoe Sans"/>
              </a:rPr>
              <a:t>: </a:t>
            </a:r>
            <a:r>
              <a:rPr lang="en-US" b="0" i="0" dirty="0">
                <a:solidFill>
                  <a:srgbClr val="161616"/>
                </a:solidFill>
                <a:effectLst/>
                <a:latin typeface="Segoe UI" panose="020B0502040204020203" pitchFamily="34" charset="0"/>
              </a:rPr>
              <a:t>RDMA services can use Hyper-V switches. This feature can be enabled with or without SET.</a:t>
            </a:r>
            <a:endParaRPr lang="en-US" dirty="0"/>
          </a:p>
          <a:p>
            <a:pPr marL="0" marR="0" lvl="0" indent="0" algn="l" defTabSz="932742" rtl="0" eaLnBrk="1" fontAlgn="auto" latinLnBrk="0" hangingPunct="1">
              <a:lnSpc>
                <a:spcPct val="90000"/>
              </a:lnSpc>
              <a:spcBef>
                <a:spcPts val="0"/>
              </a:spcBef>
              <a:spcAft>
                <a:spcPts val="600"/>
              </a:spcAft>
              <a:buClrTx/>
              <a:buSzTx/>
              <a:buFontTx/>
              <a:buNone/>
              <a:tabLst/>
              <a:defRPr/>
            </a:pPr>
            <a:endParaRPr lang="en-US" b="1" dirty="0"/>
          </a:p>
          <a:p>
            <a:pPr marL="0" marR="0" lvl="0" indent="0" algn="l" defTabSz="932742" rtl="0" eaLnBrk="1" fontAlgn="auto" latinLnBrk="0" hangingPunct="1">
              <a:lnSpc>
                <a:spcPct val="90000"/>
              </a:lnSpc>
              <a:spcBef>
                <a:spcPts val="0"/>
              </a:spcBef>
              <a:spcAft>
                <a:spcPts val="600"/>
              </a:spcAft>
              <a:buClrTx/>
              <a:buSzTx/>
              <a:buFontTx/>
              <a:buNone/>
              <a:tabLst/>
              <a:defRPr/>
            </a:pPr>
            <a:r>
              <a:rPr lang="en-US" b="1" dirty="0"/>
              <a:t>Virtual Machine Multi-Queue (VMMQ)</a:t>
            </a:r>
            <a:r>
              <a:rPr lang="en-US" b="0" dirty="0"/>
              <a:t> – enhances VMQ by allocating multiple queues per VM and distributing traffic across these queues. </a:t>
            </a:r>
          </a:p>
          <a:p>
            <a:pPr marL="0" marR="0" lvl="0" indent="0" algn="l" defTabSz="932742" rtl="0" eaLnBrk="1" fontAlgn="auto" latinLnBrk="0" hangingPunct="1">
              <a:lnSpc>
                <a:spcPct val="90000"/>
              </a:lnSpc>
              <a:spcBef>
                <a:spcPts val="0"/>
              </a:spcBef>
              <a:spcAft>
                <a:spcPts val="600"/>
              </a:spcAft>
              <a:buClrTx/>
              <a:buSzTx/>
              <a:buFontTx/>
              <a:buNone/>
              <a:tabLst/>
              <a:defRPr/>
            </a:pPr>
            <a:endParaRPr lang="en-US" b="0" dirty="0"/>
          </a:p>
          <a:p>
            <a:pPr marL="0" marR="0" lvl="0" indent="0" algn="l" defTabSz="932742" rtl="0" eaLnBrk="1" fontAlgn="auto" latinLnBrk="0" hangingPunct="1">
              <a:lnSpc>
                <a:spcPct val="90000"/>
              </a:lnSpc>
              <a:spcBef>
                <a:spcPts val="0"/>
              </a:spcBef>
              <a:spcAft>
                <a:spcPts val="600"/>
              </a:spcAft>
              <a:buClrTx/>
              <a:buSzTx/>
              <a:buFontTx/>
              <a:buNone/>
              <a:tabLst/>
              <a:defRPr/>
            </a:pPr>
            <a:r>
              <a:rPr lang="en-US" b="1" dirty="0"/>
              <a:t>Note</a:t>
            </a:r>
            <a:r>
              <a:rPr lang="en-US" b="0" dirty="0"/>
              <a:t>: d.VMMQ improves on VMMQ by dynamically allocating traffic to CPUs. As network throughput changes, Windows Server 2019 automatically adjusts the number of CPUs processing network packets, maximizing CPU efficiency in the Hyper-V host server and maintaining consistent network throughput for each VM. To use d.VMMQ, you must install a d.VMMQ-capable driver for your network adapters, but no additional setup is required for virtual workloads in Hyper-V</a:t>
            </a:r>
          </a:p>
          <a:p>
            <a:endParaRPr lang="en-US" dirty="0"/>
          </a:p>
          <a:p>
            <a:pPr marL="0" marR="0" lvl="0" indent="0" algn="l" defTabSz="932742" rtl="0" eaLnBrk="1" fontAlgn="auto" latinLnBrk="0" hangingPunct="1">
              <a:lnSpc>
                <a:spcPct val="90000"/>
              </a:lnSpc>
              <a:spcBef>
                <a:spcPts val="0"/>
              </a:spcBef>
              <a:spcAft>
                <a:spcPts val="600"/>
              </a:spcAft>
              <a:buClrTx/>
              <a:buSzTx/>
              <a:buFontTx/>
              <a:buNone/>
              <a:tabLst/>
              <a:defRPr/>
            </a:pPr>
            <a:r>
              <a:rPr lang="en-US" b="1" dirty="0"/>
              <a:t>Converged network adapters</a:t>
            </a:r>
            <a:r>
              <a:rPr lang="en-US" b="0" dirty="0"/>
              <a:t> – </a:t>
            </a:r>
            <a:r>
              <a:rPr lang="en-US" b="0" i="0" dirty="0">
                <a:solidFill>
                  <a:srgbClr val="424242"/>
                </a:solidFill>
                <a:effectLst/>
                <a:latin typeface="Segoe Sans"/>
              </a:rPr>
              <a:t>a converged network adapter allows a single network adapter or a team of network adapters to manage multiple types of traffic, including management, RDMA, and VM traffic. This reduces the need for specialized adapters for each host..</a:t>
            </a:r>
            <a:endParaRPr lang="en-US" dirty="0"/>
          </a:p>
          <a:p>
            <a:endParaRPr lang="en-US" dirty="0"/>
          </a:p>
          <a:p>
            <a:pPr marL="0" marR="0" lvl="0" indent="0" algn="l" defTabSz="932742" rtl="0" eaLnBrk="1" fontAlgn="auto" latinLnBrk="0" hangingPunct="1">
              <a:lnSpc>
                <a:spcPct val="90000"/>
              </a:lnSpc>
              <a:spcBef>
                <a:spcPts val="0"/>
              </a:spcBef>
              <a:spcAft>
                <a:spcPts val="600"/>
              </a:spcAft>
              <a:buClrTx/>
              <a:buSzTx/>
              <a:buFontTx/>
              <a:buNone/>
              <a:tabLst/>
              <a:defRPr/>
            </a:pPr>
            <a:r>
              <a:rPr lang="en-US" b="1" dirty="0"/>
              <a:t>Network address translation (NAT) object</a:t>
            </a:r>
            <a:r>
              <a:rPr lang="en-US" b="0" dirty="0"/>
              <a:t> – </a:t>
            </a:r>
            <a:r>
              <a:rPr lang="en-US" b="0" i="0" dirty="0">
                <a:solidFill>
                  <a:srgbClr val="424242"/>
                </a:solidFill>
                <a:effectLst/>
                <a:latin typeface="Segoe Sans"/>
              </a:rPr>
              <a:t>Windows Server includes a </a:t>
            </a:r>
            <a:r>
              <a:rPr lang="en-US" b="0" i="1" dirty="0">
                <a:solidFill>
                  <a:srgbClr val="424242"/>
                </a:solidFill>
                <a:effectLst/>
                <a:latin typeface="Segoe Sans"/>
              </a:rPr>
              <a:t>NAT</a:t>
            </a:r>
            <a:r>
              <a:rPr lang="en-US" b="0" i="0" dirty="0">
                <a:solidFill>
                  <a:srgbClr val="424242"/>
                </a:solidFill>
                <a:effectLst/>
                <a:latin typeface="Segoe Sans"/>
              </a:rPr>
              <a:t> object that translates internal network addresses to external addresses. This is useful for IP address management, especially when many VMs need internet access. Communication does not need to be initiated from the internet back to the internal VMs.</a:t>
            </a:r>
          </a:p>
          <a:p>
            <a:pPr marL="0" marR="0" lvl="0" indent="0" algn="l" defTabSz="932742" rtl="0" eaLnBrk="1" fontAlgn="auto" latinLnBrk="0" hangingPunct="1">
              <a:lnSpc>
                <a:spcPct val="90000"/>
              </a:lnSpc>
              <a:spcBef>
                <a:spcPts val="0"/>
              </a:spcBef>
              <a:spcAft>
                <a:spcPts val="600"/>
              </a:spcAft>
              <a:buClrTx/>
              <a:buSzTx/>
              <a:buFontTx/>
              <a:buNone/>
              <a:tabLst/>
              <a:defRPr/>
            </a:pPr>
            <a:endParaRPr lang="en-US" b="0" i="0" dirty="0">
              <a:solidFill>
                <a:srgbClr val="424242"/>
              </a:solidFill>
              <a:effectLst/>
              <a:latin typeface="Segoe Sans"/>
            </a:endParaRPr>
          </a:p>
          <a:p>
            <a:pPr marL="0" marR="0" lvl="0" indent="0" algn="l" defTabSz="932742" rtl="0" eaLnBrk="1" fontAlgn="auto" latinLnBrk="0" hangingPunct="1">
              <a:lnSpc>
                <a:spcPct val="90000"/>
              </a:lnSpc>
              <a:spcBef>
                <a:spcPts val="0"/>
              </a:spcBef>
              <a:spcAft>
                <a:spcPts val="600"/>
              </a:spcAft>
              <a:buClrTx/>
              <a:buSzTx/>
              <a:buFontTx/>
              <a:buNone/>
              <a:tabLst/>
              <a:defRPr/>
            </a:pPr>
            <a:r>
              <a:rPr lang="en-US" b="1" i="0" dirty="0">
                <a:solidFill>
                  <a:srgbClr val="424242"/>
                </a:solidFill>
                <a:effectLst/>
                <a:latin typeface="Segoe Sans"/>
              </a:rPr>
              <a:t>Tip</a:t>
            </a:r>
            <a:r>
              <a:rPr lang="en-US" b="0" i="0" dirty="0">
                <a:solidFill>
                  <a:srgbClr val="424242"/>
                </a:solidFill>
                <a:effectLst/>
                <a:latin typeface="Segoe Sans"/>
              </a:rPr>
              <a:t>: You can use the </a:t>
            </a:r>
            <a:r>
              <a:rPr lang="en-US" b="1" i="0" dirty="0">
                <a:solidFill>
                  <a:srgbClr val="424242"/>
                </a:solidFill>
                <a:effectLst/>
                <a:latin typeface="Segoe Sans"/>
              </a:rPr>
              <a:t>New-NetNat</a:t>
            </a:r>
            <a:r>
              <a:rPr lang="en-US" b="0" i="0" dirty="0">
                <a:solidFill>
                  <a:srgbClr val="424242"/>
                </a:solidFill>
                <a:effectLst/>
                <a:latin typeface="Segoe Sans"/>
              </a:rPr>
              <a:t> cmdlet to create a NAT object.</a:t>
            </a:r>
            <a:endParaRPr lang="en-US" dirty="0"/>
          </a:p>
        </p:txBody>
      </p:sp>
      <p:sp>
        <p:nvSpPr>
          <p:cNvPr id="4" name="Slide Number Placeholder 3"/>
          <p:cNvSpPr>
            <a:spLocks noGrp="1"/>
          </p:cNvSpPr>
          <p:nvPr>
            <p:ph type="sldNum" sz="quarter" idx="5"/>
          </p:nvPr>
        </p:nvSpPr>
        <p:spPr/>
        <p:txBody>
          <a:bodyPr/>
          <a:lstStyle/>
          <a:p>
            <a:fld id="{B4008EB6-D09E-4580-8CD6-DDB14511944F}" type="slidenum">
              <a:rPr lang="en-US" smtClean="0"/>
              <a:pPr/>
              <a:t>8</a:t>
            </a:fld>
            <a:endParaRPr lang="en-US" dirty="0"/>
          </a:p>
        </p:txBody>
      </p:sp>
      <p:sp>
        <p:nvSpPr>
          <p:cNvPr id="5" name="Date Placeholder 4"/>
          <p:cNvSpPr>
            <a:spLocks noGrp="1"/>
          </p:cNvSpPr>
          <p:nvPr>
            <p:ph type="dt" idx="1"/>
          </p:nvPr>
        </p:nvSpPr>
        <p:spPr/>
        <p:txBody>
          <a:bodyPr/>
          <a:lstStyle/>
          <a:p>
            <a:r>
              <a:rPr lang="en-US" dirty="0"/>
              <a:t>WS-011T Windows Server 2019 Administration</a:t>
            </a:r>
          </a:p>
        </p:txBody>
      </p:sp>
      <p:sp>
        <p:nvSpPr>
          <p:cNvPr id="6" name="Header Placeholder 5"/>
          <p:cNvSpPr>
            <a:spLocks noGrp="1"/>
          </p:cNvSpPr>
          <p:nvPr>
            <p:ph type="hdr" sz="quarter"/>
          </p:nvPr>
        </p:nvSpPr>
        <p:spPr/>
        <p:txBody>
          <a:bodyPr/>
          <a:lstStyle/>
          <a:p>
            <a:r>
              <a:rPr lang="en-US" dirty="0"/>
              <a:t>5: Hyper-V virtualization and containers in Windows Server</a:t>
            </a:r>
          </a:p>
        </p:txBody>
      </p:sp>
      <p:sp>
        <p:nvSpPr>
          <p:cNvPr id="7" name="Footer Placeholder 6"/>
          <p:cNvSpPr>
            <a:spLocks noGrp="1"/>
          </p:cNvSpPr>
          <p:nvPr>
            <p:ph type="ftr" sz="quarter" idx="4"/>
          </p:nvPr>
        </p:nvSpPr>
        <p:spPr/>
        <p:txBody>
          <a:bodyPr/>
          <a:lstStyle/>
          <a:p>
            <a:pPr defTabSz="914099" eaLnBrk="0" hangingPunct="0"/>
            <a:r>
              <a:rPr lang="en-US"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Tree>
    <p:extLst>
      <p:ext uri="{BB962C8B-B14F-4D97-AF65-F5344CB8AC3E}">
        <p14:creationId xmlns:p14="http://schemas.microsoft.com/office/powerpoint/2010/main" val="29213509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9D263-37F2-687C-B2DE-82FC15B157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30E322-4C1D-7D35-6515-9F27FF1E9880}"/>
              </a:ext>
            </a:extLst>
          </p:cNvPr>
          <p:cNvSpPr>
            <a:spLocks noGrp="1" noRot="1" noChangeAspect="1"/>
          </p:cNvSpPr>
          <p:nvPr>
            <p:ph type="sldImg"/>
          </p:nvPr>
        </p:nvSpPr>
        <p:spPr>
          <a:xfrm>
            <a:off x="3838575" y="65088"/>
            <a:ext cx="2914650" cy="1671637"/>
          </a:xfrm>
        </p:spPr>
      </p:sp>
      <p:sp>
        <p:nvSpPr>
          <p:cNvPr id="3" name="Notes Placeholder 2">
            <a:extLst>
              <a:ext uri="{FF2B5EF4-FFF2-40B4-BE49-F238E27FC236}">
                <a16:creationId xmlns:a16="http://schemas.microsoft.com/office/drawing/2014/main" id="{72FE9D7D-C6FE-6BB3-D56A-C60DD04B6ED1}"/>
              </a:ext>
            </a:extLst>
          </p:cNvPr>
          <p:cNvSpPr>
            <a:spLocks noGrp="1"/>
          </p:cNvSpPr>
          <p:nvPr>
            <p:ph type="body" idx="1"/>
          </p:nvPr>
        </p:nvSpPr>
        <p:spPr>
          <a:xfrm>
            <a:off x="190500" y="1943100"/>
            <a:ext cx="6141720" cy="6804071"/>
          </a:xfrm>
        </p:spPr>
        <p:txBody>
          <a:bodyPr/>
          <a:lstStyle/>
          <a:p>
            <a:r>
              <a:rPr lang="en-US" sz="900" dirty="0"/>
              <a:t>Learn – https://docs.microsoft.com/en-us/learn/modules/configure-manage-hyper-v/7-define-nested-virtualization</a:t>
            </a:r>
          </a:p>
          <a:p>
            <a:endParaRPr lang="en-US" sz="900" dirty="0"/>
          </a:p>
          <a:p>
            <a:r>
              <a:rPr lang="en-US" sz="900" dirty="0"/>
              <a:t>Describe the Hyper-V nested virtualization feature – Hyper-V feature that you can use to install and run Hyper-V inside a guest VM. It's a virtualized environment running inside a virtualized environment. Nested virtualization enables a guest VM to be a Hyper-V host, which can then host other guest VMs. Nested virtualization can be extremely useful for implementing virtual test and development environments that would otherwise require physical hardware to run. </a:t>
            </a:r>
          </a:p>
          <a:p>
            <a:endParaRPr lang="en-US" sz="900" dirty="0"/>
          </a:p>
          <a:p>
            <a:endParaRPr lang="en-US" sz="900" dirty="0"/>
          </a:p>
          <a:p>
            <a:endParaRPr lang="en-US" sz="900" dirty="0"/>
          </a:p>
          <a:p>
            <a:endParaRPr lang="en-US" sz="900" dirty="0"/>
          </a:p>
          <a:p>
            <a:endParaRPr lang="en-US" sz="900" dirty="0"/>
          </a:p>
          <a:p>
            <a:endParaRPr lang="en-US" sz="900" dirty="0"/>
          </a:p>
          <a:p>
            <a:endParaRPr lang="en-US" sz="880" dirty="0"/>
          </a:p>
          <a:p>
            <a:endParaRPr lang="en-US" sz="880" dirty="0"/>
          </a:p>
          <a:p>
            <a:endParaRPr lang="en-US" sz="880" dirty="0"/>
          </a:p>
          <a:p>
            <a:endParaRPr lang="en-US" dirty="0"/>
          </a:p>
        </p:txBody>
      </p:sp>
      <p:sp>
        <p:nvSpPr>
          <p:cNvPr id="4" name="Header Placeholder 3">
            <a:extLst>
              <a:ext uri="{FF2B5EF4-FFF2-40B4-BE49-F238E27FC236}">
                <a16:creationId xmlns:a16="http://schemas.microsoft.com/office/drawing/2014/main" id="{F325E473-7250-3AB9-9CA8-785BB5C23C3D}"/>
              </a:ext>
            </a:extLst>
          </p:cNvPr>
          <p:cNvSpPr>
            <a:spLocks noGrp="1"/>
          </p:cNvSpPr>
          <p:nvPr>
            <p:ph type="hdr" sz="quarter"/>
          </p:nvPr>
        </p:nvSpPr>
        <p:spPr/>
        <p:txBody>
          <a:bodyPr/>
          <a:lstStyle/>
          <a:p>
            <a:r>
              <a:rPr lang="en-US" dirty="0"/>
              <a:t>5: Hyper-V virtualization and containers in Windows Server</a:t>
            </a:r>
          </a:p>
        </p:txBody>
      </p:sp>
      <p:sp>
        <p:nvSpPr>
          <p:cNvPr id="6" name="Slide Number Placeholder 5">
            <a:extLst>
              <a:ext uri="{FF2B5EF4-FFF2-40B4-BE49-F238E27FC236}">
                <a16:creationId xmlns:a16="http://schemas.microsoft.com/office/drawing/2014/main" id="{F70CC463-40D9-33E0-4261-7E09811822D6}"/>
              </a:ext>
            </a:extLst>
          </p:cNvPr>
          <p:cNvSpPr>
            <a:spLocks noGrp="1"/>
          </p:cNvSpPr>
          <p:nvPr>
            <p:ph type="sldNum" sz="quarter" idx="5"/>
          </p:nvPr>
        </p:nvSpPr>
        <p:spPr/>
        <p:txBody>
          <a:bodyPr/>
          <a:lstStyle/>
          <a:p>
            <a:fld id="{B4008EB6-D09E-4580-8CD6-DDB14511944F}" type="slidenum">
              <a:rPr lang="en-US" smtClean="0"/>
              <a:pPr/>
              <a:t>9</a:t>
            </a:fld>
            <a:endParaRPr lang="en-US" dirty="0"/>
          </a:p>
        </p:txBody>
      </p:sp>
      <p:sp>
        <p:nvSpPr>
          <p:cNvPr id="7" name="Date Placeholder 6">
            <a:extLst>
              <a:ext uri="{FF2B5EF4-FFF2-40B4-BE49-F238E27FC236}">
                <a16:creationId xmlns:a16="http://schemas.microsoft.com/office/drawing/2014/main" id="{FBAB3095-4E31-AC2D-F776-721B5614846A}"/>
              </a:ext>
            </a:extLst>
          </p:cNvPr>
          <p:cNvSpPr>
            <a:spLocks noGrp="1"/>
          </p:cNvSpPr>
          <p:nvPr>
            <p:ph type="dt" idx="1"/>
          </p:nvPr>
        </p:nvSpPr>
        <p:spPr/>
        <p:txBody>
          <a:bodyPr/>
          <a:lstStyle/>
          <a:p>
            <a:r>
              <a:rPr lang="en-US" dirty="0"/>
              <a:t>WS-011T Windows Server 2019 Administration</a:t>
            </a:r>
          </a:p>
        </p:txBody>
      </p:sp>
      <p:sp>
        <p:nvSpPr>
          <p:cNvPr id="8" name="Footer Placeholder 4">
            <a:extLst>
              <a:ext uri="{FF2B5EF4-FFF2-40B4-BE49-F238E27FC236}">
                <a16:creationId xmlns:a16="http://schemas.microsoft.com/office/drawing/2014/main" id="{5FA3E363-D43C-168F-6827-4EF67FE7C5CB}"/>
              </a:ext>
            </a:extLst>
          </p:cNvPr>
          <p:cNvSpPr>
            <a:spLocks noGrp="1"/>
          </p:cNvSpPr>
          <p:nvPr>
            <p:ph type="ftr" sz="quarter" idx="4"/>
          </p:nvPr>
        </p:nvSpPr>
        <p:spPr>
          <a:xfrm>
            <a:off x="109220" y="8846820"/>
            <a:ext cx="5811520" cy="195944"/>
          </a:xfrm>
          <a:prstGeom prst="rect">
            <a:avLst/>
          </a:prstGeom>
        </p:spPr>
        <p:txBody>
          <a:bodyPr/>
          <a:lstStyle>
            <a:lvl1pPr>
              <a:defRPr sz="1000"/>
            </a:lvl1pPr>
          </a:lstStyle>
          <a:p>
            <a:pPr defTabSz="914099" eaLnBrk="0" hangingPunct="0"/>
            <a:r>
              <a:rPr lang="en-US"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Tree>
    <p:extLst>
      <p:ext uri="{BB962C8B-B14F-4D97-AF65-F5344CB8AC3E}">
        <p14:creationId xmlns:p14="http://schemas.microsoft.com/office/powerpoint/2010/main" val="15583270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61EEA-F7AD-EA06-08CA-844CC56897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A37352-91CA-9043-5B62-5A2CAF6E57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1FCD00-E1AD-BB1C-69AF-FBB4C87CD50E}"/>
              </a:ext>
            </a:extLst>
          </p:cNvPr>
          <p:cNvSpPr>
            <a:spLocks noGrp="1"/>
          </p:cNvSpPr>
          <p:nvPr>
            <p:ph type="body" idx="1"/>
          </p:nvPr>
        </p:nvSpPr>
        <p:spPr/>
        <p:txBody>
          <a:bodyPr/>
          <a:lstStyle/>
          <a:p>
            <a:r>
              <a:rPr lang="en-US" dirty="0"/>
              <a:t>For more information, see: </a:t>
            </a:r>
            <a:r>
              <a:rPr lang="en-US" dirty="0">
                <a:hlinkClick r:id="rId3"/>
              </a:rPr>
              <a:t>Run Hyper-V in a Virtual Machine with Nested Virtualization | Microsoft Learn</a:t>
            </a:r>
            <a:endParaRPr lang="en-US" dirty="0"/>
          </a:p>
          <a:p>
            <a:r>
              <a:rPr lang="en-US" dirty="0"/>
              <a:t>https://learn.microsoft.com/en-us/virtualization/hyper-v-on-windows/user-guide/enable-nested-virtualization</a:t>
            </a: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sz="900" b="0" dirty="0"/>
          </a:p>
          <a:p>
            <a:r>
              <a:rPr lang="en-US" sz="900" dirty="0"/>
              <a:t>To configure nested virtualization:</a:t>
            </a:r>
          </a:p>
          <a:p>
            <a:pPr algn="l">
              <a:buFont typeface="+mj-lt"/>
              <a:buAutoNum type="arabicPeriod"/>
            </a:pPr>
            <a:r>
              <a:rPr lang="en-US" sz="900" b="0" i="0" dirty="0">
                <a:effectLst/>
              </a:rPr>
              <a:t>Create a VM. See the prerequisites above for the required OS and VM versions.</a:t>
            </a:r>
          </a:p>
          <a:p>
            <a:pPr algn="l">
              <a:buFont typeface="+mj-lt"/>
              <a:buAutoNum type="arabicPeriod"/>
            </a:pPr>
            <a:r>
              <a:rPr lang="en-US" sz="900" b="0" i="0" dirty="0">
                <a:effectLst/>
              </a:rPr>
              <a:t>While the VM is in the OFF state, run the command as shown on the slide on the physical Hyper-V host. This enables nested virtualization for the virtual machine.</a:t>
            </a:r>
          </a:p>
          <a:p>
            <a:pPr algn="l"/>
            <a:r>
              <a:rPr lang="en-US" sz="900" b="0" i="0" dirty="0">
                <a:effectLst/>
              </a:rPr>
              <a:t> Install Hyper-V within the virtual machine, just like you would for a physical server.  </a:t>
            </a:r>
          </a:p>
          <a:p>
            <a:pPr marL="0" indent="0">
              <a:buFont typeface="+mj-lt"/>
              <a:buNone/>
            </a:pPr>
            <a:endParaRPr lang="en-US" sz="900" dirty="0"/>
          </a:p>
          <a:p>
            <a:pPr marL="0" indent="0">
              <a:buFont typeface="+mj-lt"/>
              <a:buNone/>
            </a:pPr>
            <a:r>
              <a:rPr lang="en-US" sz="900" dirty="0"/>
              <a:t>You can enable or disable nested virtualization with the help of the cmdlets given on the slide.</a:t>
            </a:r>
          </a:p>
          <a:p>
            <a:pPr marL="0" indent="0">
              <a:buFont typeface="+mj-lt"/>
              <a:buNone/>
            </a:pPr>
            <a:endParaRPr lang="en-US" sz="900" dirty="0"/>
          </a:p>
          <a:p>
            <a:r>
              <a:rPr lang="en-US" sz="900" dirty="0"/>
              <a:t>You may also want to mention that a second option for networking with nested virtual machines is to create a virtual NAT Network (using the </a:t>
            </a:r>
            <a:r>
              <a:rPr lang="en-US" sz="900" b="1" dirty="0"/>
              <a:t>New-NetNat</a:t>
            </a:r>
            <a:r>
              <a:rPr lang="en-US" sz="900" dirty="0"/>
              <a:t> command) on the physical host machine. </a:t>
            </a:r>
          </a:p>
          <a:p>
            <a:r>
              <a:rPr lang="en-US" sz="900" dirty="0"/>
              <a:t>This option might be best where MAC address spoofing is not possible.</a:t>
            </a:r>
          </a:p>
          <a:p>
            <a:pPr marL="0" indent="0">
              <a:buFont typeface="+mj-lt"/>
              <a:buNone/>
            </a:pPr>
            <a:endParaRPr lang="en-US" sz="900" dirty="0"/>
          </a:p>
          <a:p>
            <a:pPr marL="0" indent="0">
              <a:buFont typeface="+mj-lt"/>
              <a:buNone/>
            </a:pPr>
            <a:r>
              <a:rPr lang="en-US" sz="900" b="1" dirty="0"/>
              <a:t>Note</a:t>
            </a:r>
            <a:r>
              <a:rPr lang="en-US" sz="900" dirty="0"/>
              <a:t>: For Windows Server 2022 or newer, and Windows 11 or later, the VM configuration version must be 9.3 or higher. Mention in addition that Windows 10 or later can also support nested virtualization.</a:t>
            </a:r>
          </a:p>
          <a:p>
            <a:pPr marL="0" indent="0">
              <a:buFont typeface="+mj-lt"/>
              <a:buNone/>
            </a:pPr>
            <a:endParaRPr lang="en-US" sz="900" dirty="0"/>
          </a:p>
          <a:p>
            <a:endParaRPr lang="en-US" sz="900" dirty="0">
              <a:solidFill>
                <a:srgbClr val="000000"/>
              </a:solidFill>
              <a:latin typeface="Segoe UI"/>
              <a:cs typeface="+mn-cs"/>
            </a:endParaRPr>
          </a:p>
        </p:txBody>
      </p:sp>
      <p:sp>
        <p:nvSpPr>
          <p:cNvPr id="4" name="Header Placeholder 3">
            <a:extLst>
              <a:ext uri="{FF2B5EF4-FFF2-40B4-BE49-F238E27FC236}">
                <a16:creationId xmlns:a16="http://schemas.microsoft.com/office/drawing/2014/main" id="{979ABBE6-76CD-9FD6-5A86-4A9EA1706273}"/>
              </a:ext>
            </a:extLst>
          </p:cNvPr>
          <p:cNvSpPr>
            <a:spLocks noGrp="1"/>
          </p:cNvSpPr>
          <p:nvPr>
            <p:ph type="hdr" sz="quarter"/>
          </p:nvPr>
        </p:nvSpPr>
        <p:spPr/>
        <p:txBody>
          <a:bodyPr/>
          <a:lstStyle/>
          <a:p>
            <a:endParaRPr lang="en-US" dirty="0"/>
          </a:p>
        </p:txBody>
      </p:sp>
      <p:sp>
        <p:nvSpPr>
          <p:cNvPr id="5" name="Footer Placeholder 4">
            <a:extLst>
              <a:ext uri="{FF2B5EF4-FFF2-40B4-BE49-F238E27FC236}">
                <a16:creationId xmlns:a16="http://schemas.microsoft.com/office/drawing/2014/main" id="{6F445B01-E5D5-FF43-8BEF-A577B571296F}"/>
              </a:ext>
            </a:extLst>
          </p:cNvPr>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a:extLst>
              <a:ext uri="{FF2B5EF4-FFF2-40B4-BE49-F238E27FC236}">
                <a16:creationId xmlns:a16="http://schemas.microsoft.com/office/drawing/2014/main" id="{9C653E09-A668-99DD-E5DE-95A885B13CA2}"/>
              </a:ext>
            </a:extLst>
          </p:cNvPr>
          <p:cNvSpPr>
            <a:spLocks noGrp="1"/>
          </p:cNvSpPr>
          <p:nvPr>
            <p:ph type="sldNum" sz="quarter" idx="5"/>
          </p:nvPr>
        </p:nvSpPr>
        <p:spPr/>
        <p:txBody>
          <a:bodyPr/>
          <a:lstStyle/>
          <a:p>
            <a:fld id="{B4008EB6-D09E-4580-8CD6-DDB14511944F}" type="slidenum">
              <a:rPr lang="en-US" smtClean="0"/>
              <a:pPr/>
              <a:t>10</a:t>
            </a:fld>
            <a:endParaRPr lang="en-US" dirty="0"/>
          </a:p>
        </p:txBody>
      </p:sp>
    </p:spTree>
    <p:extLst>
      <p:ext uri="{BB962C8B-B14F-4D97-AF65-F5344CB8AC3E}">
        <p14:creationId xmlns:p14="http://schemas.microsoft.com/office/powerpoint/2010/main" val="27825011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A842C-60E3-9D0B-45EE-FE814BD208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92D687-A735-795A-EA1E-4B9A2FD1B9C1}"/>
              </a:ext>
            </a:extLst>
          </p:cNvPr>
          <p:cNvSpPr>
            <a:spLocks noGrp="1" noRot="1" noChangeAspect="1"/>
          </p:cNvSpPr>
          <p:nvPr>
            <p:ph type="sldImg"/>
          </p:nvPr>
        </p:nvSpPr>
        <p:spPr>
          <a:xfrm>
            <a:off x="3838575" y="65088"/>
            <a:ext cx="2914650" cy="1671637"/>
          </a:xfrm>
        </p:spPr>
      </p:sp>
      <p:sp>
        <p:nvSpPr>
          <p:cNvPr id="3" name="Notes Placeholder 2">
            <a:extLst>
              <a:ext uri="{FF2B5EF4-FFF2-40B4-BE49-F238E27FC236}">
                <a16:creationId xmlns:a16="http://schemas.microsoft.com/office/drawing/2014/main" id="{8978E66F-5653-F120-50B0-9C448EDEA3E2}"/>
              </a:ext>
            </a:extLst>
          </p:cNvPr>
          <p:cNvSpPr>
            <a:spLocks noGrp="1"/>
          </p:cNvSpPr>
          <p:nvPr>
            <p:ph type="body" idx="1"/>
          </p:nvPr>
        </p:nvSpPr>
        <p:spPr/>
        <p:txBody>
          <a:bodyPr/>
          <a:lstStyle/>
          <a:p>
            <a:r>
              <a:rPr lang="en-US" dirty="0"/>
              <a:t>For more information, see: </a:t>
            </a:r>
            <a:r>
              <a:rPr lang="en-US" dirty="0">
                <a:hlinkClick r:id="rId3"/>
              </a:rPr>
              <a:t>Use local resources on Hyper-V with VMConnect | Microsoft Learn</a:t>
            </a:r>
            <a:endParaRPr lang="en-US" dirty="0"/>
          </a:p>
          <a:p>
            <a:r>
              <a:rPr lang="en-US" dirty="0"/>
              <a:t>https://learn.microsoft.com/en-us/windows-server/virtualization/hyper-v/learn-more/use-local-resources-on-hyper-v-virtual-machine-with-vmconnect</a:t>
            </a:r>
          </a:p>
          <a:p>
            <a:endParaRPr lang="en-US" dirty="0"/>
          </a:p>
          <a:p>
            <a:pPr marL="0" indent="0">
              <a:buFont typeface="+mj-lt"/>
              <a:buNone/>
            </a:pPr>
            <a:r>
              <a:rPr lang="en-US" sz="1800" b="0" i="0" dirty="0">
                <a:solidFill>
                  <a:srgbClr val="000000"/>
                </a:solidFill>
                <a:effectLst/>
                <a:latin typeface="Segoe UI" panose="020B0502040204020203" pitchFamily="34" charset="0"/>
              </a:rPr>
              <a:t>Enhanced Session Mode enables you to move easily between the Hyper-V host and the guest using the virtual machine Connect window. When Enhanced Session Mode is enabled, the user can copy and paste text and files between the guest and host. Also, Enhanced Session Mode enables the user to change the resolution of the virtual machine to match a resolution suitable for the users display. </a:t>
            </a:r>
          </a:p>
          <a:p>
            <a:pPr marL="0" indent="0">
              <a:buFont typeface="+mj-lt"/>
              <a:buNone/>
            </a:pPr>
            <a:endParaRPr lang="en-US" sz="1800" b="0" i="0" dirty="0">
              <a:solidFill>
                <a:srgbClr val="000000"/>
              </a:solidFill>
              <a:effectLst/>
              <a:latin typeface="Segoe UI" panose="020B0502040204020203" pitchFamily="34" charset="0"/>
            </a:endParaRPr>
          </a:p>
          <a:p>
            <a:pPr marL="0" indent="0">
              <a:buFont typeface="+mj-lt"/>
              <a:buNone/>
            </a:pPr>
            <a:r>
              <a:rPr lang="en-US" b="0" i="0" dirty="0">
                <a:solidFill>
                  <a:srgbClr val="161616"/>
                </a:solidFill>
                <a:effectLst/>
                <a:latin typeface="Segoe UI" panose="020B0502040204020203" pitchFamily="34" charset="0"/>
              </a:rPr>
              <a:t>When you use enhanced session mode in the Virtual Machine Connection tool (VMConnect), you can connect to Hyper-V virtual machines (VMs) by using remote desktop protocol (RDP). Not only does this capability improve your general VM viewing experience, using RDP also provides a way for the VM and your computer to share devices. This functionality is only available for Windows VMs.</a:t>
            </a:r>
          </a:p>
          <a:p>
            <a:pPr marL="0" indent="0">
              <a:buFont typeface="+mj-lt"/>
              <a:buNone/>
            </a:pPr>
            <a:endParaRPr lang="en-US" b="0" i="0" dirty="0">
              <a:solidFill>
                <a:srgbClr val="161616"/>
              </a:solidFill>
              <a:effectLst/>
              <a:latin typeface="Segoe UI" panose="020B0502040204020203" pitchFamily="34" charset="0"/>
            </a:endParaRPr>
          </a:p>
          <a:p>
            <a:pPr marL="0" indent="0">
              <a:buFont typeface="+mj-lt"/>
              <a:buNone/>
            </a:pPr>
            <a:r>
              <a:rPr lang="en-US" dirty="0"/>
              <a:t>Using RDP in enhanced session mode offers many benefits:</a:t>
            </a:r>
          </a:p>
          <a:p>
            <a:pPr marL="0" indent="0">
              <a:buFont typeface="+mj-lt"/>
              <a:buNone/>
            </a:pPr>
            <a:endParaRPr lang="en-US" dirty="0"/>
          </a:p>
          <a:p>
            <a:pPr marL="171450" indent="-171450">
              <a:buFont typeface="Arial" panose="020B0604020202020204" pitchFamily="34" charset="0"/>
              <a:buChar char="•"/>
            </a:pPr>
            <a:r>
              <a:rPr lang="en-US" dirty="0"/>
              <a:t>Makes VMs resizable and high-DPI aware</a:t>
            </a:r>
          </a:p>
          <a:p>
            <a:pPr marL="171450" indent="-171450">
              <a:buFont typeface="Arial" panose="020B0604020202020204" pitchFamily="34" charset="0"/>
              <a:buChar char="•"/>
            </a:pPr>
            <a:r>
              <a:rPr lang="en-US" dirty="0"/>
              <a:t>Improves VM integration:</a:t>
            </a:r>
          </a:p>
          <a:p>
            <a:pPr marL="171450" indent="-171450">
              <a:buFont typeface="Arial" panose="020B0604020202020204" pitchFamily="34" charset="0"/>
              <a:buChar char="•"/>
            </a:pPr>
            <a:r>
              <a:rPr lang="en-US" dirty="0"/>
              <a:t>Shared clipboard</a:t>
            </a:r>
          </a:p>
          <a:p>
            <a:pPr marL="171450" indent="-171450">
              <a:buFont typeface="Arial" panose="020B0604020202020204" pitchFamily="34" charset="0"/>
              <a:buChar char="•"/>
            </a:pPr>
            <a:r>
              <a:rPr lang="en-US" dirty="0"/>
              <a:t>File sharing via dragging or copying and pasting</a:t>
            </a:r>
          </a:p>
          <a:p>
            <a:pPr marL="171450" indent="-171450">
              <a:buFont typeface="Arial" panose="020B0604020202020204" pitchFamily="34" charset="0"/>
              <a:buChar char="•"/>
            </a:pPr>
            <a:r>
              <a:rPr lang="en-US" dirty="0"/>
              <a:t>Makes device sharing possible:</a:t>
            </a:r>
          </a:p>
          <a:p>
            <a:pPr marL="171450" indent="-171450">
              <a:buFont typeface="Arial" panose="020B0604020202020204" pitchFamily="34" charset="0"/>
              <a:buChar char="•"/>
            </a:pPr>
            <a:r>
              <a:rPr lang="en-US" dirty="0"/>
              <a:t>Microphone and speakers</a:t>
            </a:r>
          </a:p>
          <a:p>
            <a:pPr marL="171450" indent="-171450">
              <a:buFont typeface="Arial" panose="020B0604020202020204" pitchFamily="34" charset="0"/>
              <a:buChar char="•"/>
            </a:pPr>
            <a:r>
              <a:rPr lang="en-US" dirty="0"/>
              <a:t>USB devices</a:t>
            </a:r>
          </a:p>
          <a:p>
            <a:pPr marL="171450" indent="-171450">
              <a:buFont typeface="Arial" panose="020B0604020202020204" pitchFamily="34" charset="0"/>
              <a:buChar char="•"/>
            </a:pPr>
            <a:r>
              <a:rPr lang="en-US" dirty="0"/>
              <a:t>Data disks, including drive C</a:t>
            </a:r>
          </a:p>
          <a:p>
            <a:pPr marL="171450" indent="-171450">
              <a:buFont typeface="Arial" panose="020B0604020202020204" pitchFamily="34" charset="0"/>
              <a:buChar char="•"/>
            </a:pPr>
            <a:r>
              <a:rPr lang="en-US" dirty="0"/>
              <a:t>Printers</a:t>
            </a:r>
          </a:p>
        </p:txBody>
      </p:sp>
      <p:sp>
        <p:nvSpPr>
          <p:cNvPr id="4" name="Header Placeholder 3">
            <a:extLst>
              <a:ext uri="{FF2B5EF4-FFF2-40B4-BE49-F238E27FC236}">
                <a16:creationId xmlns:a16="http://schemas.microsoft.com/office/drawing/2014/main" id="{D95193B0-98DC-2E2F-FBDD-F03281528234}"/>
              </a:ext>
            </a:extLst>
          </p:cNvPr>
          <p:cNvSpPr>
            <a:spLocks noGrp="1"/>
          </p:cNvSpPr>
          <p:nvPr>
            <p:ph type="hdr" sz="quarter"/>
          </p:nvPr>
        </p:nvSpPr>
        <p:spPr/>
        <p:txBody>
          <a:bodyPr/>
          <a:lstStyle/>
          <a:p>
            <a:r>
              <a:rPr lang="en-US" dirty="0"/>
              <a:t>5: Hyper-V virtualization and containers in Windows Server</a:t>
            </a:r>
          </a:p>
        </p:txBody>
      </p:sp>
      <p:sp>
        <p:nvSpPr>
          <p:cNvPr id="6" name="Slide Number Placeholder 5">
            <a:extLst>
              <a:ext uri="{FF2B5EF4-FFF2-40B4-BE49-F238E27FC236}">
                <a16:creationId xmlns:a16="http://schemas.microsoft.com/office/drawing/2014/main" id="{7C3D10E0-E10D-8DED-E8CA-66221FEB83BD}"/>
              </a:ext>
            </a:extLst>
          </p:cNvPr>
          <p:cNvSpPr>
            <a:spLocks noGrp="1"/>
          </p:cNvSpPr>
          <p:nvPr>
            <p:ph type="sldNum" sz="quarter" idx="5"/>
          </p:nvPr>
        </p:nvSpPr>
        <p:spPr/>
        <p:txBody>
          <a:bodyPr/>
          <a:lstStyle/>
          <a:p>
            <a:fld id="{B4008EB6-D09E-4580-8CD6-DDB14511944F}" type="slidenum">
              <a:rPr lang="en-US" smtClean="0"/>
              <a:pPr/>
              <a:t>11</a:t>
            </a:fld>
            <a:endParaRPr lang="en-US" dirty="0"/>
          </a:p>
        </p:txBody>
      </p:sp>
      <p:sp>
        <p:nvSpPr>
          <p:cNvPr id="7" name="Date Placeholder 6">
            <a:extLst>
              <a:ext uri="{FF2B5EF4-FFF2-40B4-BE49-F238E27FC236}">
                <a16:creationId xmlns:a16="http://schemas.microsoft.com/office/drawing/2014/main" id="{09788FD3-D113-3362-DBC2-EDE324F3B150}"/>
              </a:ext>
            </a:extLst>
          </p:cNvPr>
          <p:cNvSpPr>
            <a:spLocks noGrp="1"/>
          </p:cNvSpPr>
          <p:nvPr>
            <p:ph type="dt" idx="1"/>
          </p:nvPr>
        </p:nvSpPr>
        <p:spPr/>
        <p:txBody>
          <a:bodyPr/>
          <a:lstStyle/>
          <a:p>
            <a:r>
              <a:rPr lang="en-US" dirty="0"/>
              <a:t>WS-011T Windows Server 2019 Administration</a:t>
            </a:r>
          </a:p>
        </p:txBody>
      </p:sp>
      <p:sp>
        <p:nvSpPr>
          <p:cNvPr id="8" name="Footer Placeholder 4">
            <a:extLst>
              <a:ext uri="{FF2B5EF4-FFF2-40B4-BE49-F238E27FC236}">
                <a16:creationId xmlns:a16="http://schemas.microsoft.com/office/drawing/2014/main" id="{E051A1C4-A079-5F10-E79F-B2626BB7C5B2}"/>
              </a:ext>
            </a:extLst>
          </p:cNvPr>
          <p:cNvSpPr>
            <a:spLocks noGrp="1"/>
          </p:cNvSpPr>
          <p:nvPr>
            <p:ph type="ftr" sz="quarter" idx="4"/>
          </p:nvPr>
        </p:nvSpPr>
        <p:spPr>
          <a:xfrm>
            <a:off x="109220" y="8846820"/>
            <a:ext cx="5811520" cy="195944"/>
          </a:xfrm>
          <a:prstGeom prst="rect">
            <a:avLst/>
          </a:prstGeom>
        </p:spPr>
        <p:txBody>
          <a:bodyPr/>
          <a:lstStyle>
            <a:lvl1pPr>
              <a:defRPr sz="1000"/>
            </a:lvl1pPr>
          </a:lstStyle>
          <a:p>
            <a:pPr defTabSz="914099" eaLnBrk="0" hangingPunct="0"/>
            <a:r>
              <a:rPr lang="en-US"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Tree>
    <p:extLst>
      <p:ext uri="{BB962C8B-B14F-4D97-AF65-F5344CB8AC3E}">
        <p14:creationId xmlns:p14="http://schemas.microsoft.com/office/powerpoint/2010/main" val="30312990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CD495-3163-C98B-6623-1887511045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B478E9-E68D-BA97-8749-D6920C20BA19}"/>
              </a:ext>
            </a:extLst>
          </p:cNvPr>
          <p:cNvSpPr>
            <a:spLocks noGrp="1" noRot="1" noChangeAspect="1"/>
          </p:cNvSpPr>
          <p:nvPr>
            <p:ph type="sldImg"/>
          </p:nvPr>
        </p:nvSpPr>
        <p:spPr>
          <a:xfrm>
            <a:off x="3838575" y="65088"/>
            <a:ext cx="2914650" cy="1671637"/>
          </a:xfrm>
        </p:spPr>
      </p:sp>
      <p:sp>
        <p:nvSpPr>
          <p:cNvPr id="3" name="Notes Placeholder 2">
            <a:extLst>
              <a:ext uri="{FF2B5EF4-FFF2-40B4-BE49-F238E27FC236}">
                <a16:creationId xmlns:a16="http://schemas.microsoft.com/office/drawing/2014/main" id="{3DBE6E2F-1323-37EE-AD14-EE525F9DE691}"/>
              </a:ext>
            </a:extLst>
          </p:cNvPr>
          <p:cNvSpPr>
            <a:spLocks noGrp="1"/>
          </p:cNvSpPr>
          <p:nvPr>
            <p:ph type="body" idx="1"/>
          </p:nvPr>
        </p:nvSpPr>
        <p:spPr/>
        <p:txBody>
          <a:bodyPr/>
          <a:lstStyle/>
          <a:p>
            <a:r>
              <a:rPr lang="en-US" dirty="0"/>
              <a:t>For more information, see: </a:t>
            </a:r>
            <a:r>
              <a:rPr lang="en-US" dirty="0">
                <a:hlinkClick r:id="rId3"/>
              </a:rPr>
              <a:t>Partition and share GPUs with virtual machines on Hyper-V | Microsoft Learn</a:t>
            </a:r>
            <a:endParaRPr lang="en-US" dirty="0"/>
          </a:p>
          <a:p>
            <a:r>
              <a:rPr lang="en-US" dirty="0"/>
              <a:t>https://learn.microsoft.com/en-us/windows-server/virtualization/hyper-v/gpu-partitioning</a:t>
            </a:r>
          </a:p>
          <a:p>
            <a:endParaRPr lang="en-US" dirty="0"/>
          </a:p>
          <a:p>
            <a:pPr marL="0" marR="0" lvl="0" indent="0" algn="l" defTabSz="914367" rtl="0" eaLnBrk="1" fontAlgn="auto" latinLnBrk="0" hangingPunct="1">
              <a:lnSpc>
                <a:spcPct val="90000"/>
              </a:lnSpc>
              <a:spcBef>
                <a:spcPts val="0"/>
              </a:spcBef>
              <a:spcAft>
                <a:spcPts val="333"/>
              </a:spcAft>
              <a:buClrTx/>
              <a:buSzTx/>
              <a:buFontTx/>
              <a:buNone/>
              <a:tabLst/>
              <a:defRPr/>
            </a:pPr>
            <a:r>
              <a:rPr lang="en-US" dirty="0"/>
              <a:t>GPU partitioning (GPU-P) uses a well-known technology called Single Root I/O Virtualization (SR-IOV) to partition a GPU in hardware.</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dirty="0"/>
              <a:t>GPU-P</a:t>
            </a:r>
            <a:r>
              <a:rPr lang="en-US" sz="800" dirty="0">
                <a:effectLst/>
                <a:latin typeface="Aptos" panose="020B0004020202020204" pitchFamily="34" charset="0"/>
              </a:rPr>
              <a:t> allows you to divide a physical GPU among different virtual machines and ensures predictable performance and secure isolation.</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800" dirty="0">
                <a:effectLst/>
                <a:latin typeface="Aptos" panose="020B0004020202020204" pitchFamily="34" charset="0"/>
              </a:rPr>
              <a:t>Windows Server 2025 now supports </a:t>
            </a:r>
            <a:r>
              <a:rPr lang="en-US" sz="800" dirty="0"/>
              <a:t>support high availability and live migration with GPU-P.</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800" dirty="0"/>
          </a:p>
          <a:p>
            <a:pPr marL="0" marR="0" lvl="0" indent="0" algn="l" defTabSz="914367" rtl="0" eaLnBrk="1" fontAlgn="auto" latinLnBrk="0" hangingPunct="1">
              <a:lnSpc>
                <a:spcPct val="90000"/>
              </a:lnSpc>
              <a:spcBef>
                <a:spcPts val="0"/>
              </a:spcBef>
              <a:spcAft>
                <a:spcPts val="333"/>
              </a:spcAft>
              <a:buClrTx/>
              <a:buSzTx/>
              <a:buFontTx/>
              <a:buNone/>
              <a:tabLst/>
              <a:defRPr/>
            </a:pPr>
            <a:r>
              <a:rPr lang="en-US" sz="1400" b="0" i="0" dirty="0">
                <a:solidFill>
                  <a:srgbClr val="424242"/>
                </a:solidFill>
                <a:effectLst/>
                <a:latin typeface="Segoe Sans"/>
              </a:rPr>
              <a:t>Workloads like virtual desktop infrastructure (VDI), AI, and ML inferencing need GPU acceleration. GPU partitioning can lower your infrastructure's total cost of ownership.</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800" dirty="0"/>
              <a:t>You can achieve this via DDA or GPU partitioning. GPU partitioning allows creating multiple partitions and assigning each to a VM hosting a VDI environment.</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800" dirty="0"/>
              <a:t>This helps achieve the desired density and scale the number of supported users significant.</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800" b="0" i="0" dirty="0">
              <a:solidFill>
                <a:srgbClr val="424242"/>
              </a:solidFill>
              <a:effectLst/>
              <a:latin typeface="Segoe Sans"/>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US" sz="800" b="0" i="0" dirty="0">
                <a:solidFill>
                  <a:srgbClr val="424242"/>
                </a:solidFill>
                <a:effectLst/>
                <a:latin typeface="Segoe Sans"/>
              </a:rPr>
              <a:t>Using GPUs, ML models can deliver quick results that can be acted on before data is sent to the cloud. The full data set can optionally be transferred to retrain and improve ML models. Along with DDA, where an entire physical GPU is assigned to a VM, GPU partitioning allows multiple inferencing applications to run in parallel on the same GPU, utilizing it to the maximum.</a:t>
            </a:r>
            <a:endParaRPr lang="en-US" sz="200" dirty="0"/>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800" dirty="0">
              <a:effectLst/>
              <a:latin typeface="Calibri" panose="020F0502020204030204" pitchFamily="34" charset="0"/>
            </a:endParaRPr>
          </a:p>
          <a:p>
            <a:endParaRPr lang="en-US" dirty="0"/>
          </a:p>
          <a:p>
            <a:br>
              <a:rPr lang="en-US" dirty="0"/>
            </a:br>
            <a:br>
              <a:rPr lang="en-US" dirty="0"/>
            </a:br>
            <a:endParaRPr lang="en-US" dirty="0"/>
          </a:p>
        </p:txBody>
      </p:sp>
      <p:sp>
        <p:nvSpPr>
          <p:cNvPr id="4" name="Header Placeholder 3">
            <a:extLst>
              <a:ext uri="{FF2B5EF4-FFF2-40B4-BE49-F238E27FC236}">
                <a16:creationId xmlns:a16="http://schemas.microsoft.com/office/drawing/2014/main" id="{22EBB221-5023-52E9-CF38-1143185D9966}"/>
              </a:ext>
            </a:extLst>
          </p:cNvPr>
          <p:cNvSpPr>
            <a:spLocks noGrp="1"/>
          </p:cNvSpPr>
          <p:nvPr>
            <p:ph type="hdr" sz="quarter"/>
          </p:nvPr>
        </p:nvSpPr>
        <p:spPr/>
        <p:txBody>
          <a:bodyPr/>
          <a:lstStyle/>
          <a:p>
            <a:r>
              <a:rPr lang="en-US" dirty="0"/>
              <a:t>5: Hyper-V virtualization and containers in Windows Server</a:t>
            </a:r>
          </a:p>
        </p:txBody>
      </p:sp>
      <p:sp>
        <p:nvSpPr>
          <p:cNvPr id="6" name="Slide Number Placeholder 5">
            <a:extLst>
              <a:ext uri="{FF2B5EF4-FFF2-40B4-BE49-F238E27FC236}">
                <a16:creationId xmlns:a16="http://schemas.microsoft.com/office/drawing/2014/main" id="{76EF09F0-A543-B31D-9664-0FB5DB099544}"/>
              </a:ext>
            </a:extLst>
          </p:cNvPr>
          <p:cNvSpPr>
            <a:spLocks noGrp="1"/>
          </p:cNvSpPr>
          <p:nvPr>
            <p:ph type="sldNum" sz="quarter" idx="5"/>
          </p:nvPr>
        </p:nvSpPr>
        <p:spPr/>
        <p:txBody>
          <a:bodyPr/>
          <a:lstStyle/>
          <a:p>
            <a:fld id="{B4008EB6-D09E-4580-8CD6-DDB14511944F}" type="slidenum">
              <a:rPr lang="en-US" smtClean="0"/>
              <a:pPr/>
              <a:t>12</a:t>
            </a:fld>
            <a:endParaRPr lang="en-US" dirty="0"/>
          </a:p>
        </p:txBody>
      </p:sp>
      <p:sp>
        <p:nvSpPr>
          <p:cNvPr id="7" name="Date Placeholder 6">
            <a:extLst>
              <a:ext uri="{FF2B5EF4-FFF2-40B4-BE49-F238E27FC236}">
                <a16:creationId xmlns:a16="http://schemas.microsoft.com/office/drawing/2014/main" id="{4AD6F007-48A0-86EF-9DC6-90F45ABD44FD}"/>
              </a:ext>
            </a:extLst>
          </p:cNvPr>
          <p:cNvSpPr>
            <a:spLocks noGrp="1"/>
          </p:cNvSpPr>
          <p:nvPr>
            <p:ph type="dt" idx="1"/>
          </p:nvPr>
        </p:nvSpPr>
        <p:spPr/>
        <p:txBody>
          <a:bodyPr/>
          <a:lstStyle/>
          <a:p>
            <a:r>
              <a:rPr lang="en-US" dirty="0"/>
              <a:t>WS-011T Windows Server 2019 Administration</a:t>
            </a:r>
          </a:p>
        </p:txBody>
      </p:sp>
      <p:sp>
        <p:nvSpPr>
          <p:cNvPr id="8" name="Footer Placeholder 4">
            <a:extLst>
              <a:ext uri="{FF2B5EF4-FFF2-40B4-BE49-F238E27FC236}">
                <a16:creationId xmlns:a16="http://schemas.microsoft.com/office/drawing/2014/main" id="{58C6CC2B-2401-16FF-4CCE-1DE2A3B16231}"/>
              </a:ext>
            </a:extLst>
          </p:cNvPr>
          <p:cNvSpPr>
            <a:spLocks noGrp="1"/>
          </p:cNvSpPr>
          <p:nvPr>
            <p:ph type="ftr" sz="quarter" idx="4"/>
          </p:nvPr>
        </p:nvSpPr>
        <p:spPr>
          <a:xfrm>
            <a:off x="109220" y="8846820"/>
            <a:ext cx="5811520" cy="195944"/>
          </a:xfrm>
          <a:prstGeom prst="rect">
            <a:avLst/>
          </a:prstGeom>
        </p:spPr>
        <p:txBody>
          <a:bodyPr/>
          <a:lstStyle>
            <a:lvl1pPr>
              <a:defRPr sz="1000"/>
            </a:lvl1pPr>
          </a:lstStyle>
          <a:p>
            <a:pPr defTabSz="914099" eaLnBrk="0" hangingPunct="0"/>
            <a:r>
              <a:rPr lang="en-US"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Tree>
    <p:extLst>
      <p:ext uri="{BB962C8B-B14F-4D97-AF65-F5344CB8AC3E}">
        <p14:creationId xmlns:p14="http://schemas.microsoft.com/office/powerpoint/2010/main" val="7927356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more information, see: </a:t>
            </a:r>
            <a:r>
              <a:rPr lang="en-US" dirty="0">
                <a:hlinkClick r:id="rId3"/>
              </a:rPr>
              <a:t>Hyper-V Integration Services | Microsoft Learn</a:t>
            </a:r>
            <a:endParaRPr lang="en-US" dirty="0"/>
          </a:p>
          <a:p>
            <a:r>
              <a:rPr lang="en-US" dirty="0"/>
              <a:t>https://learn.microsoft.com/en-us/virtualization/hyper-v-on-windows/reference/integration-services</a:t>
            </a:r>
          </a:p>
          <a:p>
            <a:endParaRPr lang="en-US" dirty="0"/>
          </a:p>
          <a:p>
            <a:r>
              <a:rPr lang="en-US" dirty="0"/>
              <a:t>Integration services (often called integration components), – services that allow the virtual machine to communicate with the Hyper-V host.’</a:t>
            </a:r>
          </a:p>
          <a:p>
            <a:r>
              <a:rPr lang="en-US" dirty="0"/>
              <a:t>These services differ in importance as some offer convenience while others have more of an impact on the virtual machine’s ability to function correctly.</a:t>
            </a:r>
          </a:p>
          <a:p>
            <a:endParaRPr lang="en-US" dirty="0"/>
          </a:p>
          <a:p>
            <a:pPr marL="0" indent="0" algn="l" defTabSz="932742" rtl="0" eaLnBrk="1" fontAlgn="t" latinLnBrk="0" hangingPunct="1">
              <a:lnSpc>
                <a:spcPct val="90000"/>
              </a:lnSpc>
              <a:spcAft>
                <a:spcPts val="600"/>
              </a:spcAft>
              <a:buNone/>
            </a:pPr>
            <a:r>
              <a:rPr lang="en-US" sz="1800" b="1" i="0" u="none" strike="noStrike" kern="1200" baseline="0" dirty="0">
                <a:solidFill>
                  <a:srgbClr val="000000"/>
                </a:solidFill>
                <a:effectLst/>
                <a:latin typeface="Segoe UI" panose="020B0502040204020203" pitchFamily="34" charset="0"/>
                <a:ea typeface="+mn-ea"/>
                <a:cs typeface="+mn-cs"/>
              </a:rPr>
              <a:t>Hyper-V Heartbeat Service</a:t>
            </a:r>
          </a:p>
          <a:p>
            <a:pPr marL="0" indent="0" algn="l" defTabSz="932742" rtl="0" eaLnBrk="1" fontAlgn="t" latinLnBrk="0" hangingPunct="1">
              <a:lnSpc>
                <a:spcPct val="90000"/>
              </a:lnSpc>
              <a:spcAft>
                <a:spcPts val="600"/>
              </a:spcAft>
              <a:buNone/>
            </a:pPr>
            <a:r>
              <a:rPr lang="en-US" sz="4000" b="0" i="0" dirty="0">
                <a:solidFill>
                  <a:srgbClr val="161616"/>
                </a:solidFill>
                <a:effectLst/>
                <a:latin typeface="Segoe UI" panose="020B0502040204020203" pitchFamily="34" charset="0"/>
              </a:rPr>
              <a:t>The heartbeat service tells Hyper-V that the operating system inside the virtual machine has booted. When disabled, the virtual machine can't report that the operating system inside of the virtual machine is operating correctly. This may impact some kinds of monitoring and host-side diagnostics.</a:t>
            </a:r>
            <a:endParaRPr lang="en-US" sz="1800" b="0" i="0" u="none" strike="noStrike" kern="1200" baseline="0" dirty="0">
              <a:solidFill>
                <a:srgbClr val="000000"/>
              </a:solidFill>
              <a:effectLst/>
              <a:latin typeface="Segoe UI" panose="020B0502040204020203" pitchFamily="34" charset="0"/>
              <a:ea typeface="+mn-ea"/>
              <a:cs typeface="+mn-cs"/>
            </a:endParaRPr>
          </a:p>
          <a:p>
            <a:pPr marL="0" indent="0" algn="l" defTabSz="932742" rtl="0" eaLnBrk="1" fontAlgn="t" latinLnBrk="0" hangingPunct="1">
              <a:lnSpc>
                <a:spcPct val="90000"/>
              </a:lnSpc>
              <a:spcAft>
                <a:spcPts val="600"/>
              </a:spcAft>
              <a:buNone/>
            </a:pPr>
            <a:endParaRPr lang="en-US" sz="1800" b="0" i="0" u="none" strike="noStrike" kern="1200" baseline="0" dirty="0">
              <a:solidFill>
                <a:srgbClr val="000000"/>
              </a:solidFill>
              <a:effectLst/>
              <a:latin typeface="Segoe UI" panose="020B0502040204020203" pitchFamily="34" charset="0"/>
              <a:ea typeface="+mn-ea"/>
              <a:cs typeface="+mn-cs"/>
            </a:endParaRPr>
          </a:p>
          <a:p>
            <a:pPr marL="0" indent="0" algn="l" rtl="0" eaLnBrk="1" fontAlgn="t" latinLnBrk="0" hangingPunct="1">
              <a:buNone/>
            </a:pPr>
            <a:r>
              <a:rPr lang="en-US" sz="1800" b="1" i="0" u="none" strike="noStrike" kern="1200" dirty="0">
                <a:solidFill>
                  <a:srgbClr val="000000"/>
                </a:solidFill>
                <a:effectLst/>
                <a:latin typeface="Segoe UI" panose="020B0502040204020203" pitchFamily="34" charset="0"/>
              </a:rPr>
              <a:t>Hyper-V Guest Shutdown Service</a:t>
            </a:r>
            <a:endParaRPr lang="en-US" sz="1800" b="1" i="0" u="none" strike="noStrike" dirty="0">
              <a:effectLst/>
              <a:latin typeface="Arial" panose="020B0604020202020204" pitchFamily="34" charset="0"/>
            </a:endParaRPr>
          </a:p>
          <a:p>
            <a:pPr marL="0" indent="0" algn="l" rtl="0" eaLnBrk="1" fontAlgn="t" latinLnBrk="0" hangingPunct="1">
              <a:buNone/>
            </a:pPr>
            <a:r>
              <a:rPr lang="en-US" sz="4000" b="0" i="0" dirty="0">
                <a:solidFill>
                  <a:srgbClr val="373737"/>
                </a:solidFill>
                <a:effectLst/>
                <a:latin typeface="OpenSans"/>
              </a:rPr>
              <a:t>This Hyper-V integration service allows you to gracefully shut down a guest OS within a virtual machine directly from Hyper-V Manager. You don’t have to log into the virtual machine and manually initiate the OS shutdown. After starting the shutdown process, the guest VM will close any open applications, stop running services, and save the data to the disk. However, if this service is disabled, the host can’t trigger a friendly shutdown inside the virtual machine, causing potential data loss or data corruption.</a:t>
            </a:r>
            <a:endParaRPr lang="en-US" sz="1800" b="0" i="0" u="none" strike="noStrike" dirty="0">
              <a:effectLst/>
              <a:latin typeface="Arial" panose="020B0604020202020204" pitchFamily="34" charset="0"/>
            </a:endParaRPr>
          </a:p>
          <a:p>
            <a:pPr marL="0" indent="0" algn="l" rtl="0" eaLnBrk="1" fontAlgn="t" latinLnBrk="0" hangingPunct="1">
              <a:buNone/>
            </a:pPr>
            <a:endParaRPr lang="en-US" sz="1800" b="0" i="0" u="none" strike="noStrike" dirty="0">
              <a:effectLst/>
              <a:latin typeface="Arial" panose="020B0604020202020204" pitchFamily="34" charset="0"/>
            </a:endParaRPr>
          </a:p>
          <a:p>
            <a:pPr marL="0" indent="0" algn="l" rtl="0" eaLnBrk="1" fontAlgn="t" latinLnBrk="0" hangingPunct="1">
              <a:buNone/>
            </a:pPr>
            <a:r>
              <a:rPr lang="en-US" sz="1800" b="1" i="0" u="none" strike="noStrike" kern="1200" dirty="0">
                <a:solidFill>
                  <a:srgbClr val="000000"/>
                </a:solidFill>
                <a:effectLst/>
                <a:latin typeface="Segoe UI" panose="020B0502040204020203" pitchFamily="34" charset="0"/>
              </a:rPr>
              <a:t>Hyper-V Time Synchronization Service</a:t>
            </a:r>
          </a:p>
          <a:p>
            <a:pPr marL="0" indent="0" algn="l" rtl="0" eaLnBrk="1" fontAlgn="t" latinLnBrk="0" hangingPunct="1">
              <a:buNone/>
            </a:pPr>
            <a:r>
              <a:rPr lang="en-US" sz="1800" b="0" i="0" u="none" strike="noStrike" kern="1200" dirty="0">
                <a:solidFill>
                  <a:srgbClr val="000000"/>
                </a:solidFill>
                <a:effectLst/>
                <a:latin typeface="Segoe UI" panose="020B0502040204020203" pitchFamily="34" charset="0"/>
              </a:rPr>
              <a:t>This Hyper-V integration service </a:t>
            </a:r>
            <a:r>
              <a:rPr lang="en-US" sz="1800" b="0" i="0" dirty="0">
                <a:solidFill>
                  <a:srgbClr val="161616"/>
                </a:solidFill>
                <a:effectLst/>
                <a:latin typeface="Segoe UI" panose="020B0502040204020203" pitchFamily="34" charset="0"/>
              </a:rPr>
              <a:t>synchronizes the virtual machine's system clock with the system clock of the host computer</a:t>
            </a:r>
            <a:r>
              <a:rPr lang="en-US" sz="1800" b="0" i="0" u="none" strike="noStrike" kern="1200" dirty="0">
                <a:solidFill>
                  <a:srgbClr val="000000"/>
                </a:solidFill>
                <a:effectLst/>
                <a:latin typeface="Segoe UI" panose="020B0502040204020203" pitchFamily="34" charset="0"/>
              </a:rPr>
              <a:t>, which is vital when performing operations in a single virtual environment. </a:t>
            </a:r>
            <a:r>
              <a:rPr lang="en-US" sz="4000" b="0" i="0" dirty="0">
                <a:solidFill>
                  <a:srgbClr val="424242"/>
                </a:solidFill>
                <a:effectLst/>
                <a:latin typeface="Segoe Sans"/>
              </a:rPr>
              <a:t>Disabling this service would result in the virtual machine’s clock becoming inaccurate.</a:t>
            </a:r>
            <a:endParaRPr lang="en-US" sz="1800" b="0" i="0" u="none" strike="noStrike" kern="1200" dirty="0">
              <a:solidFill>
                <a:srgbClr val="000000"/>
              </a:solidFill>
              <a:effectLst/>
              <a:latin typeface="Segoe UI" panose="020B0502040204020203" pitchFamily="34" charset="0"/>
            </a:endParaRPr>
          </a:p>
          <a:p>
            <a:pPr marL="0" indent="0" algn="l" rtl="0" eaLnBrk="1" fontAlgn="t" latinLnBrk="0" hangingPunct="1">
              <a:buNone/>
            </a:pPr>
            <a:endParaRPr lang="en-US" sz="1800" b="0" i="0" u="none" strike="noStrike" kern="1200" dirty="0">
              <a:solidFill>
                <a:srgbClr val="000000"/>
              </a:solidFill>
              <a:effectLst/>
              <a:latin typeface="Segoe UI" panose="020B0502040204020203" pitchFamily="34" charset="0"/>
            </a:endParaRPr>
          </a:p>
          <a:p>
            <a:pPr marL="0" indent="0" algn="l" rtl="0" eaLnBrk="1" fontAlgn="t" latinLnBrk="0" hangingPunct="1">
              <a:buNone/>
            </a:pPr>
            <a:r>
              <a:rPr lang="en-US" sz="1800" b="1" i="0" u="none" strike="noStrike" kern="1200" dirty="0">
                <a:solidFill>
                  <a:srgbClr val="000000"/>
                </a:solidFill>
                <a:effectLst/>
                <a:latin typeface="Segoe UI" panose="020B0502040204020203" pitchFamily="34" charset="0"/>
              </a:rPr>
              <a:t>Hyper-V Data Exchange Service (KVP)</a:t>
            </a:r>
          </a:p>
          <a:p>
            <a:pPr marL="0" indent="0" algn="l" rtl="0" eaLnBrk="1" fontAlgn="t" latinLnBrk="0" hangingPunct="1">
              <a:buNone/>
            </a:pPr>
            <a:r>
              <a:rPr lang="en-US" sz="1800" b="0" i="0" u="none" strike="noStrike" kern="1200" dirty="0">
                <a:solidFill>
                  <a:srgbClr val="000000"/>
                </a:solidFill>
                <a:effectLst/>
                <a:latin typeface="Segoe UI" panose="020B0502040204020203" pitchFamily="34" charset="0"/>
              </a:rPr>
              <a:t>The data exchange service (sometimes called KVP) shares small amounts of machine information between virtual machine and the Hyper-V host using key-value pairs (KVP) through the Windows registry. </a:t>
            </a:r>
            <a:r>
              <a:rPr lang="en-US" sz="4000" b="0" i="0" dirty="0">
                <a:solidFill>
                  <a:srgbClr val="161616"/>
                </a:solidFill>
                <a:effectLst/>
                <a:latin typeface="Segoe UI" panose="020B0502040204020203" pitchFamily="34" charset="0"/>
              </a:rPr>
              <a:t>Disabling data exchange may also impact some kinds of monitoring and host-side diagnostics.</a:t>
            </a:r>
            <a:endParaRPr lang="en-US" sz="1800" b="0" i="0" u="none" strike="noStrike" kern="1200" dirty="0">
              <a:solidFill>
                <a:srgbClr val="000000"/>
              </a:solidFill>
              <a:effectLst/>
              <a:latin typeface="Segoe UI" panose="020B0502040204020203" pitchFamily="34" charset="0"/>
            </a:endParaRPr>
          </a:p>
          <a:p>
            <a:pPr marL="0" indent="0" algn="l" rtl="0" eaLnBrk="1" fontAlgn="t" latinLnBrk="0" hangingPunct="1">
              <a:buNone/>
            </a:pPr>
            <a:endParaRPr lang="en-US" sz="1800" b="0" i="0" u="none" strike="noStrike" dirty="0">
              <a:effectLst/>
              <a:latin typeface="Arial" panose="020B0604020202020204" pitchFamily="34" charset="0"/>
            </a:endParaRPr>
          </a:p>
          <a:p>
            <a:pPr marL="0" indent="0" algn="l" rtl="0" eaLnBrk="1" fontAlgn="t" latinLnBrk="0" hangingPunct="1">
              <a:buNone/>
            </a:pPr>
            <a:r>
              <a:rPr lang="en-US" sz="1800" b="1" i="0" u="none" strike="noStrike" kern="1200" dirty="0">
                <a:solidFill>
                  <a:srgbClr val="000000"/>
                </a:solidFill>
                <a:effectLst/>
                <a:latin typeface="Segoe UI" panose="020B0502040204020203" pitchFamily="34" charset="0"/>
              </a:rPr>
              <a:t>Hyper-V Volume Shadow Copy Requestor</a:t>
            </a:r>
          </a:p>
          <a:p>
            <a:pPr marL="0" indent="0" algn="l" rtl="0" eaLnBrk="1" fontAlgn="t" latinLnBrk="0" hangingPunct="1">
              <a:buNone/>
            </a:pPr>
            <a:r>
              <a:rPr lang="en-US" sz="1800" b="0" i="0" u="none" strike="noStrike" kern="1200" dirty="0">
                <a:solidFill>
                  <a:srgbClr val="000000"/>
                </a:solidFill>
                <a:effectLst/>
                <a:latin typeface="Segoe UI" panose="020B0502040204020203" pitchFamily="34" charset="0"/>
              </a:rPr>
              <a:t>This Hyper-V integration service is required for Volume Shadow Copy Service (VSS), and allows (VSS) to back up applications and data on the virtual machine. VSS captures and copies images for backup on running systems, particularly servers, without unduly degrading the performance and stability of the services they provide. </a:t>
            </a:r>
            <a:r>
              <a:rPr lang="en-US" sz="4000" b="0" i="0" dirty="0">
                <a:solidFill>
                  <a:srgbClr val="161616"/>
                </a:solidFill>
                <a:effectLst/>
                <a:latin typeface="Segoe UI" panose="020B0502040204020203" pitchFamily="34" charset="0"/>
              </a:rPr>
              <a:t>When disabled, the virtual machine can not be backed up while running (using VSS).</a:t>
            </a:r>
            <a:endParaRPr lang="en-US" sz="1800" b="0" i="0" u="none" strike="noStrike" kern="1200" dirty="0">
              <a:solidFill>
                <a:srgbClr val="000000"/>
              </a:solidFill>
              <a:effectLst/>
              <a:latin typeface="Segoe UI" panose="020B0502040204020203" pitchFamily="34" charset="0"/>
            </a:endParaRPr>
          </a:p>
          <a:p>
            <a:pPr marL="0" indent="0" algn="l" rtl="0" eaLnBrk="1" fontAlgn="t" latinLnBrk="0" hangingPunct="1">
              <a:buNone/>
            </a:pPr>
            <a:endParaRPr lang="en-US" sz="1800" b="0" i="0" u="none" strike="noStrike" dirty="0">
              <a:effectLst/>
              <a:latin typeface="Arial" panose="020B0604020202020204" pitchFamily="34" charset="0"/>
            </a:endParaRPr>
          </a:p>
          <a:p>
            <a:pPr marL="0" indent="0" algn="l" rtl="0" eaLnBrk="1" fontAlgn="t" latinLnBrk="0" hangingPunct="1">
              <a:buNone/>
            </a:pPr>
            <a:r>
              <a:rPr lang="en-US" sz="1800" b="1" i="0" u="none" strike="noStrike" kern="1200" dirty="0">
                <a:solidFill>
                  <a:srgbClr val="000000"/>
                </a:solidFill>
                <a:effectLst/>
                <a:latin typeface="Segoe UI" panose="020B0502040204020203" pitchFamily="34" charset="0"/>
              </a:rPr>
              <a:t>Hyper-V Guest Service Interface</a:t>
            </a:r>
          </a:p>
          <a:p>
            <a:pPr marL="0" indent="0" algn="l" rtl="0" eaLnBrk="1" fontAlgn="t" latinLnBrk="0" hangingPunct="1">
              <a:buNone/>
            </a:pPr>
            <a:r>
              <a:rPr lang="en-US" sz="1800" b="0" i="0" u="none" strike="noStrike" kern="1200" dirty="0">
                <a:solidFill>
                  <a:srgbClr val="000000"/>
                </a:solidFill>
                <a:effectLst/>
                <a:latin typeface="Segoe UI" panose="020B0502040204020203" pitchFamily="34" charset="0"/>
              </a:rPr>
              <a:t>This Hyper-V integration service enables copying files from a Hyper-V host to a running virtual machine and vice versa. With Hyper-V Guest Services, you no longer need a network connection for the guest and host machines to communicate. To copy files to and from the guest, run the </a:t>
            </a:r>
            <a:r>
              <a:rPr lang="en-US" sz="1800" b="1" i="0" u="none" strike="noStrike" kern="1200" dirty="0">
                <a:solidFill>
                  <a:srgbClr val="000000"/>
                </a:solidFill>
                <a:effectLst/>
                <a:latin typeface="Segoe UI" panose="020B0502040204020203" pitchFamily="34" charset="0"/>
              </a:rPr>
              <a:t>Copy-VMFile</a:t>
            </a:r>
            <a:r>
              <a:rPr lang="en-US" sz="1800" b="0" i="0" u="none" strike="noStrike" kern="1200" dirty="0">
                <a:solidFill>
                  <a:srgbClr val="000000"/>
                </a:solidFill>
                <a:effectLst/>
                <a:latin typeface="Segoe UI" panose="020B0502040204020203" pitchFamily="34" charset="0"/>
              </a:rPr>
              <a:t> cmdlet in PowerShell. Note that this feature is disabled by default.</a:t>
            </a:r>
          </a:p>
          <a:p>
            <a:pPr marL="0" indent="0" algn="l" rtl="0" eaLnBrk="1" fontAlgn="t" latinLnBrk="0" hangingPunct="1">
              <a:buNone/>
            </a:pPr>
            <a:endParaRPr lang="en-US" sz="1800" b="0" i="0" u="none" strike="noStrike" dirty="0">
              <a:effectLst/>
              <a:latin typeface="Arial" panose="020B0604020202020204" pitchFamily="34" charset="0"/>
            </a:endParaRPr>
          </a:p>
          <a:p>
            <a:pPr marL="0" indent="0" algn="l" rtl="0" eaLnBrk="1" fontAlgn="t" latinLnBrk="0" hangingPunct="1"/>
            <a:r>
              <a:rPr lang="en-US" sz="1800" b="1" i="0" u="none" strike="noStrike" kern="1200" dirty="0">
                <a:solidFill>
                  <a:srgbClr val="000000"/>
                </a:solidFill>
                <a:effectLst/>
                <a:latin typeface="Segoe UI" panose="020B0502040204020203" pitchFamily="34" charset="0"/>
              </a:rPr>
              <a:t>Hyper-V PowerShell Direct Service</a:t>
            </a:r>
            <a:endParaRPr lang="en-US" sz="1800" b="1" i="0" u="none" strike="noStrike" dirty="0">
              <a:effectLst/>
              <a:latin typeface="Arial" panose="020B0604020202020204" pitchFamily="34" charset="0"/>
            </a:endParaRPr>
          </a:p>
          <a:p>
            <a:r>
              <a:rPr lang="en-US" b="0" i="0" dirty="0">
                <a:solidFill>
                  <a:srgbClr val="161616"/>
                </a:solidFill>
                <a:effectLst/>
                <a:latin typeface="Segoe UI" panose="020B0502040204020203" pitchFamily="34" charset="0"/>
              </a:rPr>
              <a:t>This Hyper-V integration service provides a mechanism to manage a virtual machine with PowerShell via a VM session without a virtual network.</a:t>
            </a:r>
          </a:p>
          <a:p>
            <a:r>
              <a:rPr lang="en-US" b="0" i="0" dirty="0">
                <a:solidFill>
                  <a:srgbClr val="161616"/>
                </a:solidFill>
                <a:effectLst/>
                <a:latin typeface="Segoe UI" panose="020B0502040204020203" pitchFamily="34" charset="0"/>
              </a:rPr>
              <a:t>PowerShell Direct allows PowerShell management inside a virtual machine from the Hyper-V host regardless of any network configuration or remote management settings on either the Hyper-V host or the virtual machine.</a:t>
            </a:r>
          </a:p>
          <a:p>
            <a:endParaRPr lang="en-US" b="0" i="0" dirty="0">
              <a:solidFill>
                <a:srgbClr val="161616"/>
              </a:solidFill>
              <a:effectLst/>
              <a:latin typeface="Segoe UI" panose="020B0502040204020203" pitchFamily="34" charset="0"/>
            </a:endParaRPr>
          </a:p>
          <a:p>
            <a:endParaRPr lang="en-US" b="0" i="0" dirty="0">
              <a:solidFill>
                <a:srgbClr val="161616"/>
              </a:solidFill>
              <a:effectLst/>
              <a:latin typeface="Segoe UI" panose="020B0502040204020203" pitchFamily="34" charset="0"/>
            </a:endParaRPr>
          </a:p>
          <a:p>
            <a:endParaRPr lang="en-US" b="0" i="0" dirty="0">
              <a:solidFill>
                <a:srgbClr val="161616"/>
              </a:solidFill>
              <a:effectLst/>
              <a:latin typeface="Segoe UI" panose="020B0502040204020203" pitchFamily="34" charset="0"/>
            </a:endParaRPr>
          </a:p>
          <a:p>
            <a:endParaRPr lang="en-US" b="0" i="0" dirty="0">
              <a:solidFill>
                <a:srgbClr val="161616"/>
              </a:solidFill>
              <a:effectLst/>
              <a:latin typeface="Segoe UI" panose="020B0502040204020203" pitchFamily="34" charset="0"/>
            </a:endParaRPr>
          </a:p>
          <a:p>
            <a:endParaRPr lang="en-US" b="0" i="0" dirty="0">
              <a:solidFill>
                <a:srgbClr val="161616"/>
              </a:solidFill>
              <a:effectLst/>
              <a:latin typeface="Segoe UI" panose="020B0502040204020203" pitchFamily="34" charset="0"/>
            </a:endParaRPr>
          </a:p>
          <a:p>
            <a:endParaRPr lang="en-US" b="0" i="0" dirty="0">
              <a:solidFill>
                <a:srgbClr val="161616"/>
              </a:solidFill>
              <a:effectLst/>
              <a:latin typeface="Segoe UI" panose="020B0502040204020203" pitchFamily="34" charset="0"/>
            </a:endParaRPr>
          </a:p>
          <a:p>
            <a:endParaRPr lang="en-US" b="0" i="0" dirty="0">
              <a:solidFill>
                <a:srgbClr val="161616"/>
              </a:solidFill>
              <a:effectLst/>
              <a:latin typeface="Segoe UI" panose="020B0502040204020203" pitchFamily="34" charset="0"/>
            </a:endParaRPr>
          </a:p>
          <a:p>
            <a:endParaRPr lang="en-US" b="0" i="0" dirty="0">
              <a:solidFill>
                <a:srgbClr val="161616"/>
              </a:solidFill>
              <a:effectLst/>
              <a:latin typeface="Segoe UI" panose="020B0502040204020203" pitchFamily="34" charset="0"/>
            </a:endParaRPr>
          </a:p>
          <a:p>
            <a:endParaRPr lang="en-US" b="0" i="0" dirty="0">
              <a:solidFill>
                <a:srgbClr val="161616"/>
              </a:solidFill>
              <a:effectLst/>
              <a:latin typeface="Segoe UI" panose="020B0502040204020203" pitchFamily="34" charset="0"/>
            </a:endParaRPr>
          </a:p>
          <a:p>
            <a:endParaRPr lang="en-US" b="0" i="0" dirty="0">
              <a:solidFill>
                <a:srgbClr val="161616"/>
              </a:solidFill>
              <a:effectLst/>
              <a:latin typeface="Segoe UI" panose="020B0502040204020203" pitchFamily="34" charset="0"/>
            </a:endParaRPr>
          </a:p>
          <a:p>
            <a:endParaRPr lang="en-US" b="0" i="0" dirty="0">
              <a:solidFill>
                <a:srgbClr val="161616"/>
              </a:solidFill>
              <a:effectLst/>
              <a:latin typeface="Segoe UI" panose="020B0502040204020203" pitchFamily="34" charset="0"/>
            </a:endParaRPr>
          </a:p>
          <a:p>
            <a:endParaRPr lang="en-US" b="0" i="0" dirty="0">
              <a:solidFill>
                <a:srgbClr val="161616"/>
              </a:solidFill>
              <a:effectLst/>
              <a:latin typeface="Segoe UI" panose="020B0502040204020203" pitchFamily="34" charset="0"/>
            </a:endParaRPr>
          </a:p>
          <a:p>
            <a:endParaRPr lang="en-US" b="0" i="0" dirty="0">
              <a:solidFill>
                <a:srgbClr val="161616"/>
              </a:solidFill>
              <a:effectLst/>
              <a:latin typeface="Segoe UI" panose="020B0502040204020203" pitchFamily="34" charset="0"/>
            </a:endParaRPr>
          </a:p>
          <a:p>
            <a:endParaRPr lang="en-US" b="0" i="0" dirty="0">
              <a:solidFill>
                <a:srgbClr val="161616"/>
              </a:solidFill>
              <a:effectLst/>
              <a:latin typeface="Segoe UI" panose="020B0502040204020203" pitchFamily="34" charset="0"/>
            </a:endParaRPr>
          </a:p>
          <a:p>
            <a:endParaRPr lang="en-US" dirty="0"/>
          </a:p>
          <a:p>
            <a:endParaRPr lang="en-US" dirty="0"/>
          </a:p>
        </p:txBody>
      </p:sp>
      <p:sp>
        <p:nvSpPr>
          <p:cNvPr id="4" name="Slide Number Placeholder 3"/>
          <p:cNvSpPr>
            <a:spLocks noGrp="1"/>
          </p:cNvSpPr>
          <p:nvPr>
            <p:ph type="sldNum" sz="quarter" idx="5"/>
          </p:nvPr>
        </p:nvSpPr>
        <p:spPr/>
        <p:txBody>
          <a:bodyPr/>
          <a:lstStyle/>
          <a:p>
            <a:fld id="{B4008EB6-D09E-4580-8CD6-DDB14511944F}" type="slidenum">
              <a:rPr lang="en-US" smtClean="0"/>
              <a:pPr/>
              <a:t>13</a:t>
            </a:fld>
            <a:endParaRPr lang="en-US" dirty="0"/>
          </a:p>
        </p:txBody>
      </p:sp>
      <p:sp>
        <p:nvSpPr>
          <p:cNvPr id="5" name="Date Placeholder 4"/>
          <p:cNvSpPr>
            <a:spLocks noGrp="1"/>
          </p:cNvSpPr>
          <p:nvPr>
            <p:ph type="dt" idx="1"/>
          </p:nvPr>
        </p:nvSpPr>
        <p:spPr/>
        <p:txBody>
          <a:bodyPr/>
          <a:lstStyle/>
          <a:p>
            <a:r>
              <a:rPr lang="en-US" dirty="0"/>
              <a:t>WS-011T Windows Server 2019 Administration</a:t>
            </a:r>
          </a:p>
        </p:txBody>
      </p:sp>
      <p:sp>
        <p:nvSpPr>
          <p:cNvPr id="6" name="Header Placeholder 5"/>
          <p:cNvSpPr>
            <a:spLocks noGrp="1"/>
          </p:cNvSpPr>
          <p:nvPr>
            <p:ph type="hdr" sz="quarter"/>
          </p:nvPr>
        </p:nvSpPr>
        <p:spPr/>
        <p:txBody>
          <a:bodyPr/>
          <a:lstStyle/>
          <a:p>
            <a:r>
              <a:rPr lang="en-US" dirty="0"/>
              <a:t>5: Hyper-V virtualization and containers in Windows Server</a:t>
            </a:r>
          </a:p>
        </p:txBody>
      </p:sp>
      <p:sp>
        <p:nvSpPr>
          <p:cNvPr id="7" name="Footer Placeholder 6"/>
          <p:cNvSpPr>
            <a:spLocks noGrp="1"/>
          </p:cNvSpPr>
          <p:nvPr>
            <p:ph type="ftr" sz="quarter" idx="4"/>
          </p:nvPr>
        </p:nvSpPr>
        <p:spPr/>
        <p:txBody>
          <a:bodyPr/>
          <a:lstStyle/>
          <a:p>
            <a:pPr defTabSz="914099" eaLnBrk="0" hangingPunct="0"/>
            <a:r>
              <a:rPr lang="en-US"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Tree>
    <p:extLst>
      <p:ext uri="{BB962C8B-B14F-4D97-AF65-F5344CB8AC3E}">
        <p14:creationId xmlns:p14="http://schemas.microsoft.com/office/powerpoint/2010/main" val="14176089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38575" y="65088"/>
            <a:ext cx="2914650" cy="1671637"/>
          </a:xfrm>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Segoe UI" pitchFamily="34" charset="0"/>
                <a:ea typeface="+mn-ea"/>
                <a:cs typeface="Segoe UI Semibold" panose="020B0702040204020203" pitchFamily="34" charset="0"/>
              </a:rPr>
              <a:t>AZ-800 Administer Windows Server Hybrid Core Infrastructure</a:t>
            </a: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41670890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900" dirty="0"/>
              <a:t>In this Module, you learn about virtual machine storage and how to manage the state of a virtual machine.</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900" kern="1200" dirty="0">
              <a:solidFill>
                <a:schemeClr val="tx1"/>
              </a:solidFill>
              <a:latin typeface="Segoe UI Light" pitchFamily="34" charset="0"/>
              <a:ea typeface="+mn-ea"/>
              <a:cs typeface="+mn-cs"/>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US" sz="900" b="1" dirty="0"/>
              <a:t>Note</a:t>
            </a:r>
            <a:r>
              <a:rPr lang="en-US" sz="900" dirty="0"/>
              <a:t>: This is a Module overview page which is meant to function as a Module organizer. The slide does not always list every Unit in the equivalent Learn Module, instead highlights the main content areas in the Module, but the flow is the same. Recommended video demonstration are sometimes listed on this slide but are always included in the equivalent Learn Module. Students can also find those as individual units in the Learn content.</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900" dirty="0"/>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900" dirty="0"/>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900" dirty="0"/>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900" dirty="0"/>
          </a:p>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15</a:t>
            </a:fld>
            <a:endParaRPr lang="en-US" dirty="0"/>
          </a:p>
        </p:txBody>
      </p:sp>
    </p:spTree>
    <p:extLst>
      <p:ext uri="{BB962C8B-B14F-4D97-AF65-F5344CB8AC3E}">
        <p14:creationId xmlns:p14="http://schemas.microsoft.com/office/powerpoint/2010/main" val="2364583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7D090-361D-191D-64FE-6D380EB4F3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0A006B-C773-3426-7A49-A1E9A47672D3}"/>
              </a:ext>
            </a:extLst>
          </p:cNvPr>
          <p:cNvSpPr>
            <a:spLocks noGrp="1" noRot="1" noChangeAspect="1"/>
          </p:cNvSpPr>
          <p:nvPr>
            <p:ph type="sldImg"/>
          </p:nvPr>
        </p:nvSpPr>
        <p:spPr>
          <a:xfrm>
            <a:off x="3838575" y="65088"/>
            <a:ext cx="2914650" cy="1671637"/>
          </a:xfrm>
        </p:spPr>
      </p:sp>
      <p:sp>
        <p:nvSpPr>
          <p:cNvPr id="3" name="Notes Placeholder 2">
            <a:extLst>
              <a:ext uri="{FF2B5EF4-FFF2-40B4-BE49-F238E27FC236}">
                <a16:creationId xmlns:a16="http://schemas.microsoft.com/office/drawing/2014/main" id="{75C6AAC6-F5BC-0E65-A66F-7B24E6FBFF62}"/>
              </a:ext>
            </a:extLst>
          </p:cNvPr>
          <p:cNvSpPr>
            <a:spLocks noGrp="1"/>
          </p:cNvSpPr>
          <p:nvPr>
            <p:ph type="body" idx="1"/>
          </p:nvPr>
        </p:nvSpPr>
        <p:spPr/>
        <p:txBody>
          <a:bodyPr/>
          <a:lstStyle/>
          <a:p>
            <a:r>
              <a:rPr lang="en-US" sz="1000" b="0" kern="1200" baseline="0" dirty="0">
                <a:solidFill>
                  <a:schemeClr val="tx1"/>
                </a:solidFill>
                <a:effectLst/>
                <a:latin typeface="Segoe UI" panose="020B0502040204020203" pitchFamily="34" charset="0"/>
                <a:ea typeface="+mn-ea"/>
                <a:cs typeface="+mn-cs"/>
              </a:rPr>
              <a:t>Learn – https://docs.microsoft.com/en-us/learn/modules/configure-manage-hyper-v-virtual-machines/2-list-virtual-machine-configuration-versions</a:t>
            </a:r>
          </a:p>
          <a:p>
            <a:r>
              <a:rPr lang="en-US" sz="1000" b="0" kern="1200" baseline="0" dirty="0">
                <a:solidFill>
                  <a:schemeClr val="tx1"/>
                </a:solidFill>
                <a:effectLst/>
                <a:latin typeface="Segoe UI" panose="020B0502040204020203" pitchFamily="34" charset="0"/>
                <a:ea typeface="+mn-ea"/>
                <a:cs typeface="+mn-cs"/>
              </a:rPr>
              <a:t>Learn – https://docs.microsoft.com/en-us/learn/modules/configure-manage-hyper-v-virtual-machines/3-list-virtual-machine-generation-versions</a:t>
            </a:r>
          </a:p>
          <a:p>
            <a:endParaRPr lang="en-US" sz="1000" b="0" kern="1200" baseline="0" dirty="0">
              <a:solidFill>
                <a:schemeClr val="tx1"/>
              </a:solidFill>
              <a:effectLst/>
              <a:latin typeface="Segoe UI" panose="020B0502040204020203" pitchFamily="34" charset="0"/>
              <a:ea typeface="+mn-ea"/>
              <a:cs typeface="+mn-cs"/>
            </a:endParaRPr>
          </a:p>
          <a:p>
            <a:r>
              <a:rPr lang="en-US" sz="1000" b="0" kern="1200" baseline="0" dirty="0">
                <a:solidFill>
                  <a:schemeClr val="tx1"/>
                </a:solidFill>
                <a:effectLst/>
                <a:latin typeface="Segoe UI" panose="020B0502040204020203" pitchFamily="34" charset="0"/>
                <a:ea typeface="+mn-ea"/>
                <a:cs typeface="+mn-cs"/>
              </a:rPr>
              <a:t>Describe the decisions required for choosing a virtual machine configuration version and generation version.</a:t>
            </a:r>
          </a:p>
          <a:p>
            <a:r>
              <a:rPr lang="en-US" sz="1000" b="0" kern="1200" baseline="0" dirty="0">
                <a:solidFill>
                  <a:schemeClr val="tx1"/>
                </a:solidFill>
                <a:effectLst/>
                <a:latin typeface="Segoe UI" panose="020B0502040204020203" pitchFamily="34" charset="0"/>
                <a:ea typeface="+mn-ea"/>
                <a:cs typeface="+mn-cs"/>
              </a:rPr>
              <a:t>You should also state that generation 2 virtual machines do not use emulation for keyboard, mouse, and video, which also results in using fewer resources and reducing the attack surface from the guest operating system.</a:t>
            </a:r>
          </a:p>
          <a:p>
            <a:endParaRPr lang="en-US" dirty="0"/>
          </a:p>
        </p:txBody>
      </p:sp>
      <p:sp>
        <p:nvSpPr>
          <p:cNvPr id="4" name="Header Placeholder 3">
            <a:extLst>
              <a:ext uri="{FF2B5EF4-FFF2-40B4-BE49-F238E27FC236}">
                <a16:creationId xmlns:a16="http://schemas.microsoft.com/office/drawing/2014/main" id="{4D0E064C-3A8C-EF57-5D3F-34FD024A119E}"/>
              </a:ext>
            </a:extLst>
          </p:cNvPr>
          <p:cNvSpPr>
            <a:spLocks noGrp="1"/>
          </p:cNvSpPr>
          <p:nvPr>
            <p:ph type="hdr" sz="quarter"/>
          </p:nvPr>
        </p:nvSpPr>
        <p:spPr/>
        <p:txBody>
          <a:bodyPr/>
          <a:lstStyle/>
          <a:p>
            <a:r>
              <a:rPr lang="en-US" dirty="0"/>
              <a:t>5: Hyper-V virtualization and containers in Windows Server</a:t>
            </a:r>
          </a:p>
        </p:txBody>
      </p:sp>
      <p:sp>
        <p:nvSpPr>
          <p:cNvPr id="6" name="Slide Number Placeholder 5">
            <a:extLst>
              <a:ext uri="{FF2B5EF4-FFF2-40B4-BE49-F238E27FC236}">
                <a16:creationId xmlns:a16="http://schemas.microsoft.com/office/drawing/2014/main" id="{F443D391-C70B-0760-7C57-EEE879C1A282}"/>
              </a:ext>
            </a:extLst>
          </p:cNvPr>
          <p:cNvSpPr>
            <a:spLocks noGrp="1"/>
          </p:cNvSpPr>
          <p:nvPr>
            <p:ph type="sldNum" sz="quarter" idx="5"/>
          </p:nvPr>
        </p:nvSpPr>
        <p:spPr/>
        <p:txBody>
          <a:bodyPr/>
          <a:lstStyle/>
          <a:p>
            <a:fld id="{B4008EB6-D09E-4580-8CD6-DDB14511944F}" type="slidenum">
              <a:rPr lang="en-US" smtClean="0"/>
              <a:pPr/>
              <a:t>16</a:t>
            </a:fld>
            <a:endParaRPr lang="en-US" dirty="0"/>
          </a:p>
        </p:txBody>
      </p:sp>
      <p:sp>
        <p:nvSpPr>
          <p:cNvPr id="7" name="Date Placeholder 6">
            <a:extLst>
              <a:ext uri="{FF2B5EF4-FFF2-40B4-BE49-F238E27FC236}">
                <a16:creationId xmlns:a16="http://schemas.microsoft.com/office/drawing/2014/main" id="{431C156E-12AF-222B-1FBF-4BF07F5BDB37}"/>
              </a:ext>
            </a:extLst>
          </p:cNvPr>
          <p:cNvSpPr>
            <a:spLocks noGrp="1"/>
          </p:cNvSpPr>
          <p:nvPr>
            <p:ph type="dt" idx="1"/>
          </p:nvPr>
        </p:nvSpPr>
        <p:spPr/>
        <p:txBody>
          <a:bodyPr/>
          <a:lstStyle/>
          <a:p>
            <a:r>
              <a:rPr lang="en-US" dirty="0"/>
              <a:t>WS-011T Windows Server 2019 Administration</a:t>
            </a:r>
          </a:p>
        </p:txBody>
      </p:sp>
      <p:sp>
        <p:nvSpPr>
          <p:cNvPr id="8" name="Footer Placeholder 4">
            <a:extLst>
              <a:ext uri="{FF2B5EF4-FFF2-40B4-BE49-F238E27FC236}">
                <a16:creationId xmlns:a16="http://schemas.microsoft.com/office/drawing/2014/main" id="{BE5A59B7-E08D-39D0-2253-4B645EA5DC8D}"/>
              </a:ext>
            </a:extLst>
          </p:cNvPr>
          <p:cNvSpPr>
            <a:spLocks noGrp="1"/>
          </p:cNvSpPr>
          <p:nvPr>
            <p:ph type="ftr" sz="quarter" idx="4"/>
          </p:nvPr>
        </p:nvSpPr>
        <p:spPr>
          <a:xfrm>
            <a:off x="109220" y="8846820"/>
            <a:ext cx="5811520" cy="195944"/>
          </a:xfrm>
          <a:prstGeom prst="rect">
            <a:avLst/>
          </a:prstGeom>
        </p:spPr>
        <p:txBody>
          <a:bodyPr/>
          <a:lstStyle>
            <a:lvl1pPr>
              <a:defRPr sz="1000"/>
            </a:lvl1pPr>
          </a:lstStyle>
          <a:p>
            <a:pPr defTabSz="914099" eaLnBrk="0" hangingPunct="0"/>
            <a:r>
              <a:rPr lang="en-US"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Tree>
    <p:extLst>
      <p:ext uri="{BB962C8B-B14F-4D97-AF65-F5344CB8AC3E}">
        <p14:creationId xmlns:p14="http://schemas.microsoft.com/office/powerpoint/2010/main" val="34109384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38575" y="65088"/>
            <a:ext cx="2914650" cy="1671637"/>
          </a:xfrm>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600"/>
              </a:spcAft>
              <a:buClrTx/>
              <a:buSzTx/>
              <a:buFontTx/>
              <a:buNone/>
              <a:tabLst/>
              <a:defRPr/>
            </a:pPr>
            <a:r>
              <a:rPr lang="en-US" sz="1000" b="0" kern="1200" baseline="0" dirty="0">
                <a:solidFill>
                  <a:schemeClr val="tx1"/>
                </a:solidFill>
                <a:effectLst/>
                <a:latin typeface="Segoe UI" panose="020B0502040204020203" pitchFamily="34" charset="0"/>
                <a:ea typeface="+mn-ea"/>
                <a:cs typeface="+mn-cs"/>
              </a:rPr>
              <a:t>Describe the virtual machine settings. These are displayed in the Settings dialog box for a virtual machine in Hyper-V Manager.</a:t>
            </a:r>
          </a:p>
          <a:p>
            <a:endParaRPr lang="en-US" dirty="0"/>
          </a:p>
        </p:txBody>
      </p:sp>
      <p:sp>
        <p:nvSpPr>
          <p:cNvPr id="4" name="Header Placeholder 3"/>
          <p:cNvSpPr>
            <a:spLocks noGrp="1"/>
          </p:cNvSpPr>
          <p:nvPr>
            <p:ph type="hdr" sz="quarter"/>
          </p:nvPr>
        </p:nvSpPr>
        <p:spPr/>
        <p:txBody>
          <a:bodyPr/>
          <a:lstStyle/>
          <a:p>
            <a:r>
              <a:rPr lang="en-US" dirty="0"/>
              <a:t>5: Hyper-V virtualization and containers in Windows Server</a:t>
            </a:r>
          </a:p>
        </p:txBody>
      </p:sp>
      <p:sp>
        <p:nvSpPr>
          <p:cNvPr id="6" name="Slide Number Placeholder 5"/>
          <p:cNvSpPr>
            <a:spLocks noGrp="1"/>
          </p:cNvSpPr>
          <p:nvPr>
            <p:ph type="sldNum" sz="quarter" idx="5"/>
          </p:nvPr>
        </p:nvSpPr>
        <p:spPr/>
        <p:txBody>
          <a:bodyPr/>
          <a:lstStyle/>
          <a:p>
            <a:fld id="{B4008EB6-D09E-4580-8CD6-DDB14511944F}" type="slidenum">
              <a:rPr lang="en-US" smtClean="0"/>
              <a:pPr/>
              <a:t>17</a:t>
            </a:fld>
            <a:endParaRPr lang="en-US" dirty="0"/>
          </a:p>
        </p:txBody>
      </p:sp>
      <p:sp>
        <p:nvSpPr>
          <p:cNvPr id="7" name="Date Placeholder 6">
            <a:extLst>
              <a:ext uri="{FF2B5EF4-FFF2-40B4-BE49-F238E27FC236}">
                <a16:creationId xmlns:a16="http://schemas.microsoft.com/office/drawing/2014/main" id="{0B1664BE-4CFA-432D-9BAA-AC2C2ECE98A6}"/>
              </a:ext>
            </a:extLst>
          </p:cNvPr>
          <p:cNvSpPr>
            <a:spLocks noGrp="1"/>
          </p:cNvSpPr>
          <p:nvPr>
            <p:ph type="dt" idx="1"/>
          </p:nvPr>
        </p:nvSpPr>
        <p:spPr/>
        <p:txBody>
          <a:bodyPr/>
          <a:lstStyle/>
          <a:p>
            <a:r>
              <a:rPr lang="en-US" dirty="0"/>
              <a:t>WS-011T Windows Server 2019 Administration</a:t>
            </a:r>
          </a:p>
        </p:txBody>
      </p:sp>
      <p:sp>
        <p:nvSpPr>
          <p:cNvPr id="8" name="Footer Placeholder 4">
            <a:extLst>
              <a:ext uri="{FF2B5EF4-FFF2-40B4-BE49-F238E27FC236}">
                <a16:creationId xmlns:a16="http://schemas.microsoft.com/office/drawing/2014/main" id="{B9323453-C1E3-49BD-ABF9-97BB3BA034B6}"/>
              </a:ext>
            </a:extLst>
          </p:cNvPr>
          <p:cNvSpPr>
            <a:spLocks noGrp="1"/>
          </p:cNvSpPr>
          <p:nvPr>
            <p:ph type="ftr" sz="quarter" idx="4"/>
          </p:nvPr>
        </p:nvSpPr>
        <p:spPr>
          <a:xfrm>
            <a:off x="109220" y="8846820"/>
            <a:ext cx="5811520" cy="195944"/>
          </a:xfrm>
          <a:prstGeom prst="rect">
            <a:avLst/>
          </a:prstGeom>
        </p:spPr>
        <p:txBody>
          <a:bodyPr/>
          <a:lstStyle>
            <a:lvl1pPr>
              <a:defRPr sz="1000"/>
            </a:lvl1pPr>
          </a:lstStyle>
          <a:p>
            <a:pPr defTabSz="914099" eaLnBrk="0" hangingPunct="0"/>
            <a:r>
              <a:rPr lang="en-US"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Tree>
    <p:extLst>
      <p:ext uri="{BB962C8B-B14F-4D97-AF65-F5344CB8AC3E}">
        <p14:creationId xmlns:p14="http://schemas.microsoft.com/office/powerpoint/2010/main" val="27083657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33333"/>
                </a:solidFill>
                <a:effectLst/>
                <a:latin typeface="Arial" panose="020B0604020202020204" pitchFamily="34" charset="0"/>
              </a:rPr>
              <a:t>For more information, see: </a:t>
            </a:r>
            <a:r>
              <a:rPr lang="en-US" dirty="0">
                <a:hlinkClick r:id="rId3"/>
              </a:rPr>
              <a:t>Hyper-V Dynamic Memory Overview | Microsoft Learn</a:t>
            </a:r>
            <a:endParaRPr lang="en-US" b="0" i="0" dirty="0">
              <a:solidFill>
                <a:srgbClr val="333333"/>
              </a:solidFill>
              <a:effectLst/>
              <a:latin typeface="Arial" panose="020B0604020202020204" pitchFamily="34" charset="0"/>
            </a:endParaRPr>
          </a:p>
          <a:p>
            <a:r>
              <a:rPr lang="en-US" b="0" i="0" dirty="0">
                <a:solidFill>
                  <a:srgbClr val="333333"/>
                </a:solidFill>
                <a:effectLst/>
                <a:latin typeface="Arial" panose="020B0604020202020204" pitchFamily="34" charset="0"/>
              </a:rPr>
              <a:t>https://learn.microsoft.com/en-us/previous-versions/windows/it-pro/windows-server-2012-r2-and-2012/hh831766%28v=ws.11%29</a:t>
            </a:r>
          </a:p>
          <a:p>
            <a:endParaRPr lang="en-US" b="0" i="0" dirty="0">
              <a:solidFill>
                <a:srgbClr val="424242"/>
              </a:solidFill>
              <a:effectLst/>
              <a:latin typeface="Segoe Sans"/>
            </a:endParaRPr>
          </a:p>
          <a:p>
            <a:r>
              <a:rPr lang="en-US" b="0" i="0" dirty="0">
                <a:solidFill>
                  <a:srgbClr val="424242"/>
                </a:solidFill>
                <a:effectLst/>
                <a:latin typeface="Segoe Sans"/>
              </a:rPr>
              <a:t>With dynamic memory, the hypervisor can retrieve unused RAM from VMs, enabling a greater number of VMs to run on a single host. </a:t>
            </a:r>
            <a:r>
              <a:rPr lang="en-US" b="0" i="0" dirty="0">
                <a:solidFill>
                  <a:srgbClr val="333333"/>
                </a:solidFill>
                <a:effectLst/>
                <a:latin typeface="Arial" panose="020B0604020202020204" pitchFamily="34" charset="0"/>
              </a:rPr>
              <a:t>However, configuring dynamic memory presents some challenges and is not as straightforward as configuring static memory. It’s advisable to determine your memory requirements upfront as some configuration options might impact each other in ways that are not necessarily immediately obvious. This is particularly the case when enabling dynamic memory. </a:t>
            </a:r>
          </a:p>
          <a:p>
            <a:endParaRPr lang="en-US" b="0" i="0" dirty="0">
              <a:solidFill>
                <a:srgbClr val="333333"/>
              </a:solidFill>
              <a:effectLst/>
              <a:latin typeface="Arial" panose="020B0604020202020204" pitchFamily="34" charset="0"/>
            </a:endParaRPr>
          </a:p>
          <a:p>
            <a:pPr marL="0" marR="0" lvl="0" indent="0" algn="l" defTabSz="932742" rtl="0" eaLnBrk="1" fontAlgn="auto" latinLnBrk="0" hangingPunct="1">
              <a:lnSpc>
                <a:spcPct val="90000"/>
              </a:lnSpc>
              <a:spcBef>
                <a:spcPts val="0"/>
              </a:spcBef>
              <a:spcAft>
                <a:spcPts val="600"/>
              </a:spcAft>
              <a:buClrTx/>
              <a:buSzTx/>
              <a:buFontTx/>
              <a:buNone/>
              <a:tabLst/>
              <a:defRPr/>
            </a:pPr>
            <a:r>
              <a:rPr lang="en-US" b="1" i="0" dirty="0">
                <a:solidFill>
                  <a:srgbClr val="424242"/>
                </a:solidFill>
                <a:effectLst/>
                <a:latin typeface="Segoe Sans"/>
              </a:rPr>
              <a:t>Note</a:t>
            </a:r>
            <a:r>
              <a:rPr lang="en-US" b="0" i="0" dirty="0">
                <a:solidFill>
                  <a:srgbClr val="424242"/>
                </a:solidFill>
                <a:effectLst/>
                <a:latin typeface="Segoe Sans"/>
              </a:rPr>
              <a:t>: Mention that some older applications may require a fixed amount of memory because they don’t support dynamic memory, for example older versions of SQL Server.</a:t>
            </a:r>
          </a:p>
          <a:p>
            <a:pPr marL="0" marR="0" lvl="0" indent="0" algn="l" defTabSz="932742" rtl="0" eaLnBrk="1" fontAlgn="auto" latinLnBrk="0" hangingPunct="1">
              <a:lnSpc>
                <a:spcPct val="90000"/>
              </a:lnSpc>
              <a:spcBef>
                <a:spcPts val="0"/>
              </a:spcBef>
              <a:spcAft>
                <a:spcPts val="600"/>
              </a:spcAft>
              <a:buClrTx/>
              <a:buSzTx/>
              <a:buFontTx/>
              <a:buNone/>
              <a:tabLst/>
              <a:defRPr/>
            </a:pPr>
            <a:endParaRPr lang="en-US" b="0" i="0" dirty="0">
              <a:solidFill>
                <a:srgbClr val="424242"/>
              </a:solidFill>
              <a:effectLst/>
              <a:latin typeface="Segoe Sans"/>
            </a:endParaRPr>
          </a:p>
          <a:p>
            <a:pPr marL="0" marR="0" lvl="0" indent="0" algn="l" defTabSz="932742" rtl="0" eaLnBrk="1" fontAlgn="auto" latinLnBrk="0" hangingPunct="1">
              <a:lnSpc>
                <a:spcPct val="90000"/>
              </a:lnSpc>
              <a:spcBef>
                <a:spcPts val="0"/>
              </a:spcBef>
              <a:spcAft>
                <a:spcPts val="600"/>
              </a:spcAft>
              <a:buClrTx/>
              <a:buSzTx/>
              <a:buFontTx/>
              <a:buNone/>
              <a:tabLst/>
              <a:defRPr/>
            </a:pPr>
            <a:r>
              <a:rPr lang="en-US" b="1" i="0" dirty="0">
                <a:solidFill>
                  <a:srgbClr val="424242"/>
                </a:solidFill>
                <a:effectLst/>
                <a:latin typeface="Segoe Sans"/>
              </a:rPr>
              <a:t>Choosing minimum and maximum RAM values</a:t>
            </a:r>
          </a:p>
          <a:p>
            <a:pPr marL="0" marR="0" lvl="0" indent="0" algn="l" defTabSz="932742" rtl="0" eaLnBrk="1" fontAlgn="auto" latinLnBrk="0" hangingPunct="1">
              <a:lnSpc>
                <a:spcPct val="90000"/>
              </a:lnSpc>
              <a:spcBef>
                <a:spcPts val="0"/>
              </a:spcBef>
              <a:spcAft>
                <a:spcPts val="600"/>
              </a:spcAft>
              <a:buClrTx/>
              <a:buSzTx/>
              <a:buFontTx/>
              <a:buNone/>
              <a:tabLst/>
              <a:defRPr/>
            </a:pPr>
            <a:r>
              <a:rPr lang="en-US" b="0" i="0" dirty="0">
                <a:solidFill>
                  <a:srgbClr val="333333"/>
                </a:solidFill>
                <a:effectLst/>
                <a:latin typeface="Arial" panose="020B0604020202020204" pitchFamily="34" charset="0"/>
              </a:rPr>
              <a:t>When configuring the minimum RAM value, make sure you don’t set it too low, as the operating system generally requires more RAM during startup or upgrade operations than during regular operations.</a:t>
            </a:r>
          </a:p>
          <a:p>
            <a:pPr marL="0" marR="0" lvl="0" indent="0" algn="l" defTabSz="932742" rtl="0" eaLnBrk="1" fontAlgn="auto" latinLnBrk="0" hangingPunct="1">
              <a:lnSpc>
                <a:spcPct val="90000"/>
              </a:lnSpc>
              <a:spcBef>
                <a:spcPts val="0"/>
              </a:spcBef>
              <a:spcAft>
                <a:spcPts val="600"/>
              </a:spcAft>
              <a:buClrTx/>
              <a:buSzTx/>
              <a:buFontTx/>
              <a:buNone/>
              <a:tabLst/>
              <a:defRPr/>
            </a:pPr>
            <a:endParaRPr lang="en-US" b="0" i="0" dirty="0">
              <a:solidFill>
                <a:srgbClr val="333333"/>
              </a:solidFill>
              <a:effectLst/>
              <a:latin typeface="Arial" panose="020B0604020202020204" pitchFamily="34" charset="0"/>
            </a:endParaRPr>
          </a:p>
          <a:p>
            <a:pPr marL="0" marR="0" lvl="0" indent="0" algn="l" defTabSz="932742" rtl="0" eaLnBrk="1" fontAlgn="auto" latinLnBrk="0" hangingPunct="1">
              <a:lnSpc>
                <a:spcPct val="90000"/>
              </a:lnSpc>
              <a:spcBef>
                <a:spcPts val="0"/>
              </a:spcBef>
              <a:spcAft>
                <a:spcPts val="600"/>
              </a:spcAft>
              <a:buClrTx/>
              <a:buSzTx/>
              <a:buFontTx/>
              <a:buNone/>
              <a:tabLst/>
              <a:defRPr/>
            </a:pPr>
            <a:r>
              <a:rPr lang="en-US" b="0" i="0" dirty="0">
                <a:solidFill>
                  <a:srgbClr val="333333"/>
                </a:solidFill>
                <a:effectLst/>
                <a:latin typeface="Arial" panose="020B0604020202020204" pitchFamily="34" charset="0"/>
              </a:rPr>
              <a:t>Alternatively, make sure you don’t set the minimum RAM value too high, putting a burden on the host’s physical memory. This may occur if several VMs boot simultaneously as for example, during an automatic startup, potentially causing VM initialization failures.</a:t>
            </a:r>
          </a:p>
          <a:p>
            <a:pPr marL="0" marR="0" lvl="0" indent="0" algn="l" defTabSz="932742" rtl="0" eaLnBrk="1" fontAlgn="auto" latinLnBrk="0" hangingPunct="1">
              <a:lnSpc>
                <a:spcPct val="90000"/>
              </a:lnSpc>
              <a:spcBef>
                <a:spcPts val="0"/>
              </a:spcBef>
              <a:spcAft>
                <a:spcPts val="600"/>
              </a:spcAft>
              <a:buClrTx/>
              <a:buSzTx/>
              <a:buFontTx/>
              <a:buNone/>
              <a:tabLst/>
              <a:defRPr/>
            </a:pPr>
            <a:endParaRPr lang="en-US" b="0" i="0" dirty="0">
              <a:solidFill>
                <a:srgbClr val="333333"/>
              </a:solidFill>
              <a:effectLst/>
              <a:latin typeface="Arial" panose="020B0604020202020204" pitchFamily="34" charset="0"/>
            </a:endParaRPr>
          </a:p>
          <a:p>
            <a:pPr marL="0" marR="0" lvl="0" indent="0" algn="l" defTabSz="932742" rtl="0" eaLnBrk="1" fontAlgn="auto" latinLnBrk="0" hangingPunct="1">
              <a:lnSpc>
                <a:spcPct val="90000"/>
              </a:lnSpc>
              <a:spcBef>
                <a:spcPts val="0"/>
              </a:spcBef>
              <a:spcAft>
                <a:spcPts val="600"/>
              </a:spcAft>
              <a:buClrTx/>
              <a:buSzTx/>
              <a:buFontTx/>
              <a:buNone/>
              <a:tabLst/>
              <a:defRPr/>
            </a:pPr>
            <a:r>
              <a:rPr lang="en-US" b="0" i="0" dirty="0">
                <a:solidFill>
                  <a:srgbClr val="333333"/>
                </a:solidFill>
                <a:effectLst/>
                <a:latin typeface="Arial" panose="020B0604020202020204" pitchFamily="34" charset="0"/>
              </a:rPr>
              <a:t>The maximum RAM value cannot be lower than the startup memory and is limited to 1 TB. The default setting is 1,048,576 MB (1 TB).</a:t>
            </a:r>
          </a:p>
          <a:p>
            <a:pPr marL="0" marR="0" lvl="0" indent="0" algn="l" defTabSz="932742" rtl="0" eaLnBrk="1" fontAlgn="auto" latinLnBrk="0" hangingPunct="1">
              <a:lnSpc>
                <a:spcPct val="90000"/>
              </a:lnSpc>
              <a:spcBef>
                <a:spcPts val="0"/>
              </a:spcBef>
              <a:spcAft>
                <a:spcPts val="600"/>
              </a:spcAft>
              <a:buClrTx/>
              <a:buSzTx/>
              <a:buFontTx/>
              <a:buNone/>
              <a:tabLst/>
              <a:defRPr/>
            </a:pPr>
            <a:endParaRPr lang="en-US" b="0" i="0" dirty="0">
              <a:solidFill>
                <a:srgbClr val="333333"/>
              </a:solidFill>
              <a:effectLst/>
              <a:latin typeface="Arial" panose="020B0604020202020204" pitchFamily="34" charset="0"/>
            </a:endParaRPr>
          </a:p>
          <a:p>
            <a:pPr marL="0" marR="0" lvl="0" indent="0" algn="l" defTabSz="932742" rtl="0" eaLnBrk="1" fontAlgn="auto" latinLnBrk="0" hangingPunct="1">
              <a:lnSpc>
                <a:spcPct val="90000"/>
              </a:lnSpc>
              <a:spcBef>
                <a:spcPts val="0"/>
              </a:spcBef>
              <a:spcAft>
                <a:spcPts val="600"/>
              </a:spcAft>
              <a:buClrTx/>
              <a:buSzTx/>
              <a:buFontTx/>
              <a:buNone/>
              <a:tabLst/>
              <a:defRPr/>
            </a:pPr>
            <a:r>
              <a:rPr lang="en-US" b="0" i="0" dirty="0">
                <a:solidFill>
                  <a:srgbClr val="333333"/>
                </a:solidFill>
                <a:effectLst/>
                <a:latin typeface="Arial" panose="020B0604020202020204" pitchFamily="34" charset="0"/>
              </a:rPr>
              <a:t>After the startup process completes, Hyper-V dynamically adjusts the memory allocated to the VM to its current needs, based on the parameters specified within the minimum and maximum RAM values.</a:t>
            </a:r>
          </a:p>
          <a:p>
            <a:pPr marL="0" marR="0" lvl="0" indent="0" algn="l" defTabSz="932742" rtl="0" eaLnBrk="1" fontAlgn="auto" latinLnBrk="0" hangingPunct="1">
              <a:lnSpc>
                <a:spcPct val="90000"/>
              </a:lnSpc>
              <a:spcBef>
                <a:spcPts val="0"/>
              </a:spcBef>
              <a:spcAft>
                <a:spcPts val="600"/>
              </a:spcAft>
              <a:buClrTx/>
              <a:buSzTx/>
              <a:buFontTx/>
              <a:buNone/>
              <a:tabLst/>
              <a:defRPr/>
            </a:pPr>
            <a:endParaRPr lang="en-US" b="0" i="0" dirty="0">
              <a:solidFill>
                <a:srgbClr val="333333"/>
              </a:solidFill>
              <a:effectLst/>
              <a:latin typeface="Arial" panose="020B0604020202020204" pitchFamily="34" charset="0"/>
            </a:endParaRPr>
          </a:p>
          <a:p>
            <a:pPr algn="l" rtl="0">
              <a:lnSpc>
                <a:spcPts val="1800"/>
              </a:lnSpc>
              <a:spcAft>
                <a:spcPts val="1500"/>
              </a:spcAft>
              <a:buNone/>
            </a:pPr>
            <a:r>
              <a:rPr lang="en-US" b="1" i="0" dirty="0">
                <a:solidFill>
                  <a:srgbClr val="444444"/>
                </a:solidFill>
                <a:effectLst/>
                <a:latin typeface="Arial" panose="020B0604020202020204" pitchFamily="34" charset="0"/>
              </a:rPr>
              <a:t>Memory Buffer</a:t>
            </a:r>
          </a:p>
          <a:p>
            <a:pPr algn="l" rtl="0">
              <a:lnSpc>
                <a:spcPts val="1800"/>
              </a:lnSpc>
              <a:spcAft>
                <a:spcPts val="1500"/>
              </a:spcAft>
              <a:buNone/>
            </a:pPr>
            <a:r>
              <a:rPr lang="en-US" b="0" i="0" dirty="0">
                <a:solidFill>
                  <a:srgbClr val="444444"/>
                </a:solidFill>
                <a:effectLst/>
                <a:latin typeface="Arial" panose="020B0604020202020204" pitchFamily="34" charset="0"/>
              </a:rPr>
              <a:t>When a VM that has dynamic memory enabled experiences a sudden surge in demand, the hypervisor needs to quickly increase the available RAM. But if an application is already constrained at the top level of its resource limits, this process may not happen quickly enough. This can cause performance to quickly deteriorate. Hyper-V addresses this by allocating a bit more memory to a VM than it requests. The extra memory provides a buffer and better allows the VM to handle sudden increases in memory demand.</a:t>
            </a:r>
          </a:p>
          <a:p>
            <a:pPr algn="l" rtl="0">
              <a:lnSpc>
                <a:spcPts val="1800"/>
              </a:lnSpc>
              <a:spcAft>
                <a:spcPts val="1500"/>
              </a:spcAft>
              <a:buNone/>
            </a:pPr>
            <a:endParaRPr lang="en-US" b="0" i="0" dirty="0">
              <a:solidFill>
                <a:srgbClr val="444444"/>
              </a:solidFill>
              <a:effectLst/>
              <a:latin typeface="Arial" panose="020B0604020202020204" pitchFamily="34" charset="0"/>
            </a:endParaRPr>
          </a:p>
          <a:p>
            <a:pPr algn="l" rtl="0">
              <a:lnSpc>
                <a:spcPts val="1800"/>
              </a:lnSpc>
              <a:spcAft>
                <a:spcPts val="1500"/>
              </a:spcAft>
              <a:buNone/>
            </a:pPr>
            <a:r>
              <a:rPr lang="en-US" b="1" i="0" dirty="0">
                <a:solidFill>
                  <a:srgbClr val="444444"/>
                </a:solidFill>
                <a:effectLst/>
                <a:latin typeface="Arial" panose="020B0604020202020204" pitchFamily="34" charset="0"/>
              </a:rPr>
              <a:t>Memory weight</a:t>
            </a:r>
          </a:p>
          <a:p>
            <a:pPr algn="l" rtl="0">
              <a:lnSpc>
                <a:spcPts val="1800"/>
              </a:lnSpc>
              <a:spcAft>
                <a:spcPts val="1500"/>
              </a:spcAft>
              <a:buNone/>
            </a:pPr>
            <a:r>
              <a:rPr lang="en-US" b="0" i="0" dirty="0">
                <a:solidFill>
                  <a:srgbClr val="444444"/>
                </a:solidFill>
                <a:effectLst/>
                <a:latin typeface="Arial" panose="020B0604020202020204" pitchFamily="34" charset="0"/>
              </a:rPr>
              <a:t>Provides Hyper-V with a way to determine how to distribute memory among virtual machines if there is not enough physical memory available in the computer to give every virtual machine its requested amount of memory.</a:t>
            </a:r>
          </a:p>
          <a:p>
            <a:pPr algn="l" rtl="0">
              <a:lnSpc>
                <a:spcPts val="1800"/>
              </a:lnSpc>
              <a:spcAft>
                <a:spcPts val="1500"/>
              </a:spcAft>
              <a:buNone/>
            </a:pPr>
            <a:endParaRPr lang="en-US" b="0" i="0" dirty="0">
              <a:solidFill>
                <a:srgbClr val="444444"/>
              </a:solidFill>
              <a:effectLst/>
              <a:latin typeface="Arial" panose="020B0604020202020204" pitchFamily="34" charset="0"/>
            </a:endParaRPr>
          </a:p>
          <a:p>
            <a:pPr marL="0" marR="0" lvl="0" indent="0" algn="l" defTabSz="932742" rtl="0" eaLnBrk="1" fontAlgn="auto" latinLnBrk="0" hangingPunct="1">
              <a:lnSpc>
                <a:spcPts val="1800"/>
              </a:lnSpc>
              <a:spcBef>
                <a:spcPts val="0"/>
              </a:spcBef>
              <a:spcAft>
                <a:spcPts val="1500"/>
              </a:spcAft>
              <a:buClrTx/>
              <a:buSzTx/>
              <a:buFontTx/>
              <a:buNone/>
              <a:tabLst/>
              <a:defRPr/>
            </a:pPr>
            <a:r>
              <a:rPr lang="en-US" b="1" i="0" dirty="0">
                <a:solidFill>
                  <a:srgbClr val="444444"/>
                </a:solidFill>
                <a:effectLst/>
                <a:latin typeface="Arial" panose="020B0604020202020204" pitchFamily="34" charset="0"/>
              </a:rPr>
              <a:t>Recommendation</a:t>
            </a:r>
            <a:r>
              <a:rPr lang="en-US" b="0" i="0" dirty="0">
                <a:solidFill>
                  <a:srgbClr val="444444"/>
                </a:solidFill>
                <a:effectLst/>
                <a:latin typeface="Arial" panose="020B0604020202020204" pitchFamily="34" charset="0"/>
              </a:rPr>
              <a:t>: Use a monitoring tool to monitor your VMs  and choose minimum and maximum values for RAM based on the monitoring results.</a:t>
            </a:r>
          </a:p>
          <a:p>
            <a:pPr algn="l" rtl="0">
              <a:lnSpc>
                <a:spcPts val="1800"/>
              </a:lnSpc>
              <a:spcAft>
                <a:spcPts val="1500"/>
              </a:spcAft>
              <a:buNone/>
            </a:pPr>
            <a:endParaRPr lang="en-US" b="0" i="0" dirty="0">
              <a:solidFill>
                <a:srgbClr val="444444"/>
              </a:solidFill>
              <a:effectLst/>
              <a:latin typeface="Arial" panose="020B0604020202020204" pitchFamily="34" charset="0"/>
            </a:endParaRPr>
          </a:p>
          <a:p>
            <a:pPr algn="l" rtl="0">
              <a:lnSpc>
                <a:spcPts val="1800"/>
              </a:lnSpc>
              <a:spcAft>
                <a:spcPts val="1500"/>
              </a:spcAft>
              <a:buNone/>
            </a:pPr>
            <a:endParaRPr lang="en-US" b="1" i="0" dirty="0">
              <a:solidFill>
                <a:srgbClr val="444444"/>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B4008EB6-D09E-4580-8CD6-DDB14511944F}" type="slidenum">
              <a:rPr lang="en-US" smtClean="0"/>
              <a:pPr/>
              <a:t>18</a:t>
            </a:fld>
            <a:endParaRPr lang="en-US" dirty="0"/>
          </a:p>
        </p:txBody>
      </p:sp>
      <p:sp>
        <p:nvSpPr>
          <p:cNvPr id="5" name="Date Placeholder 4"/>
          <p:cNvSpPr>
            <a:spLocks noGrp="1"/>
          </p:cNvSpPr>
          <p:nvPr>
            <p:ph type="dt" idx="1"/>
          </p:nvPr>
        </p:nvSpPr>
        <p:spPr/>
        <p:txBody>
          <a:bodyPr/>
          <a:lstStyle/>
          <a:p>
            <a:r>
              <a:rPr lang="en-US" dirty="0"/>
              <a:t>WS-011T Windows Server 2019 Administration</a:t>
            </a:r>
          </a:p>
        </p:txBody>
      </p:sp>
      <p:sp>
        <p:nvSpPr>
          <p:cNvPr id="6" name="Header Placeholder 5"/>
          <p:cNvSpPr>
            <a:spLocks noGrp="1"/>
          </p:cNvSpPr>
          <p:nvPr>
            <p:ph type="hdr" sz="quarter"/>
          </p:nvPr>
        </p:nvSpPr>
        <p:spPr/>
        <p:txBody>
          <a:bodyPr/>
          <a:lstStyle/>
          <a:p>
            <a:r>
              <a:rPr lang="en-US" dirty="0"/>
              <a:t>5: Hyper-V virtualization and containers in Windows Server</a:t>
            </a:r>
          </a:p>
        </p:txBody>
      </p:sp>
      <p:sp>
        <p:nvSpPr>
          <p:cNvPr id="7" name="Footer Placeholder 6"/>
          <p:cNvSpPr>
            <a:spLocks noGrp="1"/>
          </p:cNvSpPr>
          <p:nvPr>
            <p:ph type="ftr" sz="quarter" idx="4"/>
          </p:nvPr>
        </p:nvSpPr>
        <p:spPr/>
        <p:txBody>
          <a:bodyPr/>
          <a:lstStyle/>
          <a:p>
            <a:pPr defTabSz="914099" eaLnBrk="0" hangingPunct="0"/>
            <a:r>
              <a:rPr lang="en-US"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Tree>
    <p:extLst>
      <p:ext uri="{BB962C8B-B14F-4D97-AF65-F5344CB8AC3E}">
        <p14:creationId xmlns:p14="http://schemas.microsoft.com/office/powerpoint/2010/main" val="22833781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38575" y="65088"/>
            <a:ext cx="2914650" cy="1671637"/>
          </a:xfrm>
        </p:spPr>
      </p:sp>
      <p:sp>
        <p:nvSpPr>
          <p:cNvPr id="3" name="Notes Placeholder 2"/>
          <p:cNvSpPr>
            <a:spLocks noGrp="1"/>
          </p:cNvSpPr>
          <p:nvPr>
            <p:ph type="body" idx="1"/>
          </p:nvPr>
        </p:nvSpPr>
        <p:spPr/>
        <p:txBody>
          <a:bodyPr/>
          <a:lstStyle/>
          <a:p>
            <a:r>
              <a:rPr lang="en-US" dirty="0"/>
              <a:t>Learn – https://docs.microsoft.com/en-us/learn/modules/configure-manage-hyper-v-virtual-machines/6-determine-storage-options-for-vms</a:t>
            </a:r>
          </a:p>
          <a:p>
            <a:endParaRPr lang="en-US" dirty="0"/>
          </a:p>
          <a:p>
            <a:r>
              <a:rPr lang="en-US" dirty="0"/>
              <a:t>Provide an overview of storage options for Hyper-V. Focus this discussion on considerations for where to store the Hyper-V files. The next couple of topics will cover the details on the types and formats of Hyper-V files.</a:t>
            </a:r>
          </a:p>
          <a:p>
            <a:endParaRPr lang="en-US" dirty="0"/>
          </a:p>
          <a:p>
            <a:endParaRPr lang="en-US" dirty="0"/>
          </a:p>
          <a:p>
            <a:endParaRPr lang="en-US" dirty="0"/>
          </a:p>
          <a:p>
            <a:endParaRPr lang="en-US" dirty="0"/>
          </a:p>
        </p:txBody>
      </p:sp>
      <p:sp>
        <p:nvSpPr>
          <p:cNvPr id="4" name="Header Placeholder 3"/>
          <p:cNvSpPr>
            <a:spLocks noGrp="1"/>
          </p:cNvSpPr>
          <p:nvPr>
            <p:ph type="hdr" sz="quarter"/>
          </p:nvPr>
        </p:nvSpPr>
        <p:spPr/>
        <p:txBody>
          <a:bodyPr/>
          <a:lstStyle/>
          <a:p>
            <a:r>
              <a:rPr lang="en-US" dirty="0"/>
              <a:t>5: Hyper-V virtualization and containers in Windows Server</a:t>
            </a:r>
          </a:p>
        </p:txBody>
      </p:sp>
      <p:sp>
        <p:nvSpPr>
          <p:cNvPr id="6" name="Slide Number Placeholder 5"/>
          <p:cNvSpPr>
            <a:spLocks noGrp="1"/>
          </p:cNvSpPr>
          <p:nvPr>
            <p:ph type="sldNum" sz="quarter" idx="5"/>
          </p:nvPr>
        </p:nvSpPr>
        <p:spPr/>
        <p:txBody>
          <a:bodyPr/>
          <a:lstStyle/>
          <a:p>
            <a:fld id="{B4008EB6-D09E-4580-8CD6-DDB14511944F}" type="slidenum">
              <a:rPr lang="en-US" smtClean="0"/>
              <a:pPr/>
              <a:t>19</a:t>
            </a:fld>
            <a:endParaRPr lang="en-US" dirty="0"/>
          </a:p>
        </p:txBody>
      </p:sp>
      <p:sp>
        <p:nvSpPr>
          <p:cNvPr id="7" name="Date Placeholder 6">
            <a:extLst>
              <a:ext uri="{FF2B5EF4-FFF2-40B4-BE49-F238E27FC236}">
                <a16:creationId xmlns:a16="http://schemas.microsoft.com/office/drawing/2014/main" id="{6D36742F-5D8F-4562-B48D-E2E3A005348C}"/>
              </a:ext>
            </a:extLst>
          </p:cNvPr>
          <p:cNvSpPr>
            <a:spLocks noGrp="1"/>
          </p:cNvSpPr>
          <p:nvPr>
            <p:ph type="dt" idx="1"/>
          </p:nvPr>
        </p:nvSpPr>
        <p:spPr/>
        <p:txBody>
          <a:bodyPr/>
          <a:lstStyle/>
          <a:p>
            <a:r>
              <a:rPr lang="en-US" dirty="0"/>
              <a:t>WS-011T Windows Server 2019 Administration</a:t>
            </a:r>
          </a:p>
        </p:txBody>
      </p:sp>
      <p:sp>
        <p:nvSpPr>
          <p:cNvPr id="8" name="Footer Placeholder 4">
            <a:extLst>
              <a:ext uri="{FF2B5EF4-FFF2-40B4-BE49-F238E27FC236}">
                <a16:creationId xmlns:a16="http://schemas.microsoft.com/office/drawing/2014/main" id="{A3D383D6-D418-4BE4-9AD3-B5AECD648A41}"/>
              </a:ext>
            </a:extLst>
          </p:cNvPr>
          <p:cNvSpPr>
            <a:spLocks noGrp="1"/>
          </p:cNvSpPr>
          <p:nvPr>
            <p:ph type="ftr" sz="quarter" idx="4"/>
          </p:nvPr>
        </p:nvSpPr>
        <p:spPr>
          <a:xfrm>
            <a:off x="109220" y="8846820"/>
            <a:ext cx="5811520" cy="195944"/>
          </a:xfrm>
          <a:prstGeom prst="rect">
            <a:avLst/>
          </a:prstGeom>
        </p:spPr>
        <p:txBody>
          <a:bodyPr/>
          <a:lstStyle>
            <a:lvl1pPr>
              <a:defRPr sz="1000"/>
            </a:lvl1pPr>
          </a:lstStyle>
          <a:p>
            <a:pPr defTabSz="914099" eaLnBrk="0" hangingPunct="0"/>
            <a:r>
              <a:rPr lang="en-US"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Tree>
    <p:extLst>
      <p:ext uri="{BB962C8B-B14F-4D97-AF65-F5344CB8AC3E}">
        <p14:creationId xmlns:p14="http://schemas.microsoft.com/office/powerpoint/2010/main" val="28681265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38575" y="65088"/>
            <a:ext cx="2914650" cy="1671637"/>
          </a:xfrm>
        </p:spPr>
      </p:sp>
      <p:sp>
        <p:nvSpPr>
          <p:cNvPr id="3" name="Notes Placeholder 2"/>
          <p:cNvSpPr>
            <a:spLocks noGrp="1"/>
          </p:cNvSpPr>
          <p:nvPr>
            <p:ph type="body" idx="1"/>
          </p:nvPr>
        </p:nvSpPr>
        <p:spPr/>
        <p:txBody>
          <a:bodyPr/>
          <a:lstStyle/>
          <a:p>
            <a:r>
              <a:rPr lang="en-US" dirty="0"/>
              <a:t>Learn – https://docs.microsoft.com/en-us/learn/modules/configure-manage-hyper-v-virtual-machines/4-list-available-vhd-formats-types</a:t>
            </a:r>
          </a:p>
          <a:p>
            <a:endParaRPr lang="en-US" dirty="0"/>
          </a:p>
          <a:p>
            <a:r>
              <a:rPr lang="en-US" dirty="0"/>
              <a:t>Provide an overview of the virtual hard disk (VHD) formats and types. Point out that .VHD files were used in previous versions of Windows Hyper-V. Windows Server 2012 introduced the .vhdx file format. You may also want to mention that when you create a new dynamically expanding disk, .vhd files start at approximately 260 kilobytes (KB). VHDX files start at approximately 4,096 KB. Also point out that if using differencing disks, care needs to take place for the parent disk. If the parent disk is modified, linked differencing disks may fail. Also, if you move the parent disk, you will need to relink the differencing disks to point to the new location.</a:t>
            </a:r>
          </a:p>
          <a:p>
            <a:endParaRPr lang="en-US" dirty="0"/>
          </a:p>
          <a:p>
            <a:endParaRPr lang="en-US" dirty="0"/>
          </a:p>
          <a:p>
            <a:endParaRPr lang="en-US" dirty="0"/>
          </a:p>
          <a:p>
            <a:endParaRPr lang="en-US" dirty="0"/>
          </a:p>
          <a:p>
            <a:endParaRPr lang="en-US" dirty="0"/>
          </a:p>
        </p:txBody>
      </p:sp>
      <p:sp>
        <p:nvSpPr>
          <p:cNvPr id="4" name="Header Placeholder 3"/>
          <p:cNvSpPr>
            <a:spLocks noGrp="1"/>
          </p:cNvSpPr>
          <p:nvPr>
            <p:ph type="hdr" sz="quarter"/>
          </p:nvPr>
        </p:nvSpPr>
        <p:spPr/>
        <p:txBody>
          <a:bodyPr/>
          <a:lstStyle/>
          <a:p>
            <a:r>
              <a:rPr lang="en-US" dirty="0"/>
              <a:t>5: Hyper-V virtualization and containers in Windows Server</a:t>
            </a:r>
          </a:p>
        </p:txBody>
      </p:sp>
      <p:sp>
        <p:nvSpPr>
          <p:cNvPr id="6" name="Slide Number Placeholder 5"/>
          <p:cNvSpPr>
            <a:spLocks noGrp="1"/>
          </p:cNvSpPr>
          <p:nvPr>
            <p:ph type="sldNum" sz="quarter" idx="5"/>
          </p:nvPr>
        </p:nvSpPr>
        <p:spPr/>
        <p:txBody>
          <a:bodyPr/>
          <a:lstStyle/>
          <a:p>
            <a:fld id="{B4008EB6-D09E-4580-8CD6-DDB14511944F}" type="slidenum">
              <a:rPr lang="en-US" smtClean="0"/>
              <a:pPr/>
              <a:t>20</a:t>
            </a:fld>
            <a:endParaRPr lang="en-US" dirty="0"/>
          </a:p>
        </p:txBody>
      </p:sp>
      <p:sp>
        <p:nvSpPr>
          <p:cNvPr id="7" name="Date Placeholder 6">
            <a:extLst>
              <a:ext uri="{FF2B5EF4-FFF2-40B4-BE49-F238E27FC236}">
                <a16:creationId xmlns:a16="http://schemas.microsoft.com/office/drawing/2014/main" id="{BCBD079C-4E79-4A7D-841B-AD3938E9E322}"/>
              </a:ext>
            </a:extLst>
          </p:cNvPr>
          <p:cNvSpPr>
            <a:spLocks noGrp="1"/>
          </p:cNvSpPr>
          <p:nvPr>
            <p:ph type="dt" idx="1"/>
          </p:nvPr>
        </p:nvSpPr>
        <p:spPr/>
        <p:txBody>
          <a:bodyPr/>
          <a:lstStyle/>
          <a:p>
            <a:r>
              <a:rPr lang="en-US" dirty="0"/>
              <a:t>WS-011T Windows Server 2019 Administration</a:t>
            </a:r>
          </a:p>
        </p:txBody>
      </p:sp>
      <p:sp>
        <p:nvSpPr>
          <p:cNvPr id="8" name="Footer Placeholder 4">
            <a:extLst>
              <a:ext uri="{FF2B5EF4-FFF2-40B4-BE49-F238E27FC236}">
                <a16:creationId xmlns:a16="http://schemas.microsoft.com/office/drawing/2014/main" id="{C2B5B97E-6ABB-45BF-8373-226C2B061EDC}"/>
              </a:ext>
            </a:extLst>
          </p:cNvPr>
          <p:cNvSpPr>
            <a:spLocks noGrp="1"/>
          </p:cNvSpPr>
          <p:nvPr>
            <p:ph type="ftr" sz="quarter" idx="4"/>
          </p:nvPr>
        </p:nvSpPr>
        <p:spPr>
          <a:xfrm>
            <a:off x="109220" y="8846820"/>
            <a:ext cx="5811520" cy="195944"/>
          </a:xfrm>
          <a:prstGeom prst="rect">
            <a:avLst/>
          </a:prstGeom>
        </p:spPr>
        <p:txBody>
          <a:bodyPr/>
          <a:lstStyle>
            <a:lvl1pPr>
              <a:defRPr sz="1000"/>
            </a:lvl1pPr>
          </a:lstStyle>
          <a:p>
            <a:pPr defTabSz="914099" eaLnBrk="0" hangingPunct="0"/>
            <a:r>
              <a:rPr lang="en-US"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Tree>
    <p:extLst>
      <p:ext uri="{BB962C8B-B14F-4D97-AF65-F5344CB8AC3E}">
        <p14:creationId xmlns:p14="http://schemas.microsoft.com/office/powerpoint/2010/main" val="28167136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38575" y="65088"/>
            <a:ext cx="2914650" cy="1671637"/>
          </a:xfrm>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600"/>
              </a:spcAft>
              <a:buClrTx/>
              <a:buSzTx/>
              <a:buFontTx/>
              <a:buNone/>
              <a:tabLst/>
              <a:defRPr/>
            </a:pPr>
            <a:r>
              <a:rPr lang="en-US" dirty="0"/>
              <a:t>Learn – https://docs.microsoft.com/en-us/learn/modules/configure-manage-hyper-v-virtual-machines/4-list-available-vhd-formats-types</a:t>
            </a:r>
          </a:p>
          <a:p>
            <a:endParaRPr lang="en-US" dirty="0"/>
          </a:p>
        </p:txBody>
      </p:sp>
      <p:sp>
        <p:nvSpPr>
          <p:cNvPr id="4" name="Header Placeholder 3"/>
          <p:cNvSpPr>
            <a:spLocks noGrp="1"/>
          </p:cNvSpPr>
          <p:nvPr>
            <p:ph type="hdr" sz="quarter"/>
          </p:nvPr>
        </p:nvSpPr>
        <p:spPr/>
        <p:txBody>
          <a:bodyPr/>
          <a:lstStyle/>
          <a:p>
            <a:r>
              <a:rPr lang="en-US" dirty="0"/>
              <a:t>5: Hyper-V virtualization and containers in Windows Server</a:t>
            </a:r>
          </a:p>
        </p:txBody>
      </p:sp>
      <p:sp>
        <p:nvSpPr>
          <p:cNvPr id="6" name="Slide Number Placeholder 5"/>
          <p:cNvSpPr>
            <a:spLocks noGrp="1"/>
          </p:cNvSpPr>
          <p:nvPr>
            <p:ph type="sldNum" sz="quarter" idx="5"/>
          </p:nvPr>
        </p:nvSpPr>
        <p:spPr/>
        <p:txBody>
          <a:bodyPr/>
          <a:lstStyle/>
          <a:p>
            <a:fld id="{B4008EB6-D09E-4580-8CD6-DDB14511944F}" type="slidenum">
              <a:rPr lang="en-US" smtClean="0"/>
              <a:pPr/>
              <a:t>21</a:t>
            </a:fld>
            <a:endParaRPr lang="en-US" dirty="0"/>
          </a:p>
        </p:txBody>
      </p:sp>
      <p:sp>
        <p:nvSpPr>
          <p:cNvPr id="7" name="Date Placeholder 6">
            <a:extLst>
              <a:ext uri="{FF2B5EF4-FFF2-40B4-BE49-F238E27FC236}">
                <a16:creationId xmlns:a16="http://schemas.microsoft.com/office/drawing/2014/main" id="{9E66B3C2-BE40-4A06-B743-4120FA534219}"/>
              </a:ext>
            </a:extLst>
          </p:cNvPr>
          <p:cNvSpPr>
            <a:spLocks noGrp="1"/>
          </p:cNvSpPr>
          <p:nvPr>
            <p:ph type="dt" idx="1"/>
          </p:nvPr>
        </p:nvSpPr>
        <p:spPr/>
        <p:txBody>
          <a:bodyPr/>
          <a:lstStyle/>
          <a:p>
            <a:r>
              <a:rPr lang="en-US" dirty="0"/>
              <a:t>WS-011T Windows Server 2019 Administration</a:t>
            </a:r>
          </a:p>
        </p:txBody>
      </p:sp>
      <p:sp>
        <p:nvSpPr>
          <p:cNvPr id="8" name="Footer Placeholder 4">
            <a:extLst>
              <a:ext uri="{FF2B5EF4-FFF2-40B4-BE49-F238E27FC236}">
                <a16:creationId xmlns:a16="http://schemas.microsoft.com/office/drawing/2014/main" id="{170D687F-D519-450D-B025-ACB9C325CD79}"/>
              </a:ext>
            </a:extLst>
          </p:cNvPr>
          <p:cNvSpPr>
            <a:spLocks noGrp="1"/>
          </p:cNvSpPr>
          <p:nvPr>
            <p:ph type="ftr" sz="quarter" idx="4"/>
          </p:nvPr>
        </p:nvSpPr>
        <p:spPr>
          <a:xfrm>
            <a:off x="109220" y="8846820"/>
            <a:ext cx="5811520" cy="195944"/>
          </a:xfrm>
          <a:prstGeom prst="rect">
            <a:avLst/>
          </a:prstGeom>
        </p:spPr>
        <p:txBody>
          <a:bodyPr/>
          <a:lstStyle>
            <a:lvl1pPr>
              <a:defRPr sz="1000"/>
            </a:lvl1pPr>
          </a:lstStyle>
          <a:p>
            <a:pPr defTabSz="914099" eaLnBrk="0" hangingPunct="0"/>
            <a:r>
              <a:rPr lang="en-US"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Tree>
    <p:extLst>
      <p:ext uri="{BB962C8B-B14F-4D97-AF65-F5344CB8AC3E}">
        <p14:creationId xmlns:p14="http://schemas.microsoft.com/office/powerpoint/2010/main" val="34894290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38575" y="65088"/>
            <a:ext cx="2914650" cy="1671637"/>
          </a:xfrm>
        </p:spPr>
      </p:sp>
      <p:sp>
        <p:nvSpPr>
          <p:cNvPr id="3" name="Notes Placeholder 2"/>
          <p:cNvSpPr>
            <a:spLocks noGrp="1"/>
          </p:cNvSpPr>
          <p:nvPr>
            <p:ph type="body" idx="1"/>
          </p:nvPr>
        </p:nvSpPr>
        <p:spPr/>
        <p:txBody>
          <a:bodyPr/>
          <a:lstStyle/>
          <a:p>
            <a:r>
              <a:rPr lang="en-US" sz="1000" b="0" kern="1200" baseline="0" dirty="0">
                <a:solidFill>
                  <a:schemeClr val="tx1"/>
                </a:solidFill>
                <a:effectLst/>
                <a:latin typeface="Segoe UI" panose="020B0502040204020203" pitchFamily="34" charset="0"/>
                <a:ea typeface="+mn-ea"/>
                <a:cs typeface="+mn-cs"/>
              </a:rPr>
              <a:t>Learn – https://docs.microsoft.com/en-us/learn/modules/configure-manage-hyper-v-virtual-machines/7-define-shared-vhds-vhd-sets</a:t>
            </a:r>
          </a:p>
          <a:p>
            <a:endParaRPr lang="en-US" sz="1000" b="0" kern="1200" baseline="0" dirty="0">
              <a:solidFill>
                <a:schemeClr val="tx1"/>
              </a:solidFill>
              <a:effectLst/>
              <a:latin typeface="Segoe UI" panose="020B0502040204020203" pitchFamily="34" charset="0"/>
              <a:ea typeface="+mn-ea"/>
              <a:cs typeface="+mn-cs"/>
            </a:endParaRPr>
          </a:p>
          <a:p>
            <a:r>
              <a:rPr lang="en-US" sz="1000" b="0" kern="1200" baseline="0" dirty="0">
                <a:solidFill>
                  <a:schemeClr val="tx1"/>
                </a:solidFill>
                <a:effectLst/>
                <a:latin typeface="Segoe UI" panose="020B0502040204020203" pitchFamily="34" charset="0"/>
                <a:ea typeface="+mn-ea"/>
                <a:cs typeface="+mn-cs"/>
              </a:rPr>
              <a:t>Point out that sharing a virtual disk is typically used in failover clustering scenarios. Using a VHD Set is the </a:t>
            </a:r>
          </a:p>
          <a:p>
            <a:r>
              <a:rPr lang="en-US" sz="1000" b="0" kern="1200" baseline="0" dirty="0">
                <a:solidFill>
                  <a:schemeClr val="tx1"/>
                </a:solidFill>
                <a:effectLst/>
                <a:latin typeface="Segoe UI" panose="020B0502040204020203" pitchFamily="34" charset="0"/>
                <a:ea typeface="+mn-ea"/>
                <a:cs typeface="+mn-cs"/>
              </a:rPr>
              <a:t>recommended method over the legacy Shared VHDX method when using the latest versions of Windows Server. </a:t>
            </a:r>
          </a:p>
          <a:p>
            <a:br>
              <a:rPr lang="en-US" sz="1000" b="0" kern="1200" baseline="0" dirty="0">
                <a:solidFill>
                  <a:schemeClr val="tx1"/>
                </a:solidFill>
                <a:effectLst/>
                <a:latin typeface="Segoe UI" panose="020B0502040204020203" pitchFamily="34" charset="0"/>
                <a:ea typeface="+mn-ea"/>
                <a:cs typeface="+mn-cs"/>
              </a:rPr>
            </a:br>
            <a:endParaRPr lang="en-US" sz="1000" b="0" kern="1200" baseline="0" dirty="0">
              <a:solidFill>
                <a:schemeClr val="tx1"/>
              </a:solidFill>
              <a:effectLst/>
              <a:latin typeface="Segoe UI" panose="020B0502040204020203" pitchFamily="34" charset="0"/>
              <a:ea typeface="+mn-ea"/>
              <a:cs typeface="+mn-cs"/>
            </a:endParaRPr>
          </a:p>
          <a:p>
            <a:endParaRPr lang="en-US" dirty="0"/>
          </a:p>
        </p:txBody>
      </p:sp>
      <p:sp>
        <p:nvSpPr>
          <p:cNvPr id="4" name="Header Placeholder 3"/>
          <p:cNvSpPr>
            <a:spLocks noGrp="1"/>
          </p:cNvSpPr>
          <p:nvPr>
            <p:ph type="hdr" sz="quarter"/>
          </p:nvPr>
        </p:nvSpPr>
        <p:spPr/>
        <p:txBody>
          <a:bodyPr/>
          <a:lstStyle/>
          <a:p>
            <a:r>
              <a:rPr lang="en-US" dirty="0"/>
              <a:t>5: Hyper-V virtualization and containers in Windows Server</a:t>
            </a:r>
          </a:p>
        </p:txBody>
      </p:sp>
      <p:sp>
        <p:nvSpPr>
          <p:cNvPr id="6" name="Slide Number Placeholder 5"/>
          <p:cNvSpPr>
            <a:spLocks noGrp="1"/>
          </p:cNvSpPr>
          <p:nvPr>
            <p:ph type="sldNum" sz="quarter" idx="5"/>
          </p:nvPr>
        </p:nvSpPr>
        <p:spPr/>
        <p:txBody>
          <a:bodyPr/>
          <a:lstStyle/>
          <a:p>
            <a:fld id="{B4008EB6-D09E-4580-8CD6-DDB14511944F}" type="slidenum">
              <a:rPr lang="en-US" smtClean="0"/>
              <a:pPr/>
              <a:t>22</a:t>
            </a:fld>
            <a:endParaRPr lang="en-US" dirty="0"/>
          </a:p>
        </p:txBody>
      </p:sp>
      <p:sp>
        <p:nvSpPr>
          <p:cNvPr id="7" name="Date Placeholder 6">
            <a:extLst>
              <a:ext uri="{FF2B5EF4-FFF2-40B4-BE49-F238E27FC236}">
                <a16:creationId xmlns:a16="http://schemas.microsoft.com/office/drawing/2014/main" id="{257035CC-8948-42BE-8C98-916B79ADE176}"/>
              </a:ext>
            </a:extLst>
          </p:cNvPr>
          <p:cNvSpPr>
            <a:spLocks noGrp="1"/>
          </p:cNvSpPr>
          <p:nvPr>
            <p:ph type="dt" idx="1"/>
          </p:nvPr>
        </p:nvSpPr>
        <p:spPr/>
        <p:txBody>
          <a:bodyPr/>
          <a:lstStyle/>
          <a:p>
            <a:r>
              <a:rPr lang="en-US" dirty="0"/>
              <a:t>WS-011T Windows Server 2019 Administration</a:t>
            </a:r>
          </a:p>
        </p:txBody>
      </p:sp>
      <p:sp>
        <p:nvSpPr>
          <p:cNvPr id="8" name="Footer Placeholder 4">
            <a:extLst>
              <a:ext uri="{FF2B5EF4-FFF2-40B4-BE49-F238E27FC236}">
                <a16:creationId xmlns:a16="http://schemas.microsoft.com/office/drawing/2014/main" id="{2E7C2D47-79D4-4A42-9FC6-5AC4CDFC7FBC}"/>
              </a:ext>
            </a:extLst>
          </p:cNvPr>
          <p:cNvSpPr>
            <a:spLocks noGrp="1"/>
          </p:cNvSpPr>
          <p:nvPr>
            <p:ph type="ftr" sz="quarter" idx="4"/>
          </p:nvPr>
        </p:nvSpPr>
        <p:spPr>
          <a:xfrm>
            <a:off x="109220" y="8846820"/>
            <a:ext cx="5811520" cy="195944"/>
          </a:xfrm>
          <a:prstGeom prst="rect">
            <a:avLst/>
          </a:prstGeom>
        </p:spPr>
        <p:txBody>
          <a:bodyPr/>
          <a:lstStyle>
            <a:lvl1pPr>
              <a:defRPr sz="1000"/>
            </a:lvl1pPr>
          </a:lstStyle>
          <a:p>
            <a:pPr defTabSz="914099" eaLnBrk="0" hangingPunct="0"/>
            <a:r>
              <a:rPr lang="en-US"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Tree>
    <p:extLst>
      <p:ext uri="{BB962C8B-B14F-4D97-AF65-F5344CB8AC3E}">
        <p14:creationId xmlns:p14="http://schemas.microsoft.com/office/powerpoint/2010/main" val="32070862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38575" y="65088"/>
            <a:ext cx="2914650" cy="1671637"/>
          </a:xfrm>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600"/>
              </a:spcAft>
              <a:buClrTx/>
              <a:buSzTx/>
              <a:buFontTx/>
              <a:buNone/>
              <a:tabLst/>
              <a:defRPr/>
            </a:pPr>
            <a:r>
              <a:rPr lang="en-US" sz="1000" b="0" kern="1200" baseline="0" dirty="0">
                <a:solidFill>
                  <a:schemeClr val="tx1"/>
                </a:solidFill>
                <a:effectLst/>
                <a:latin typeface="Segoe UI" panose="020B0502040204020203" pitchFamily="34" charset="0"/>
                <a:ea typeface="+mn-ea"/>
                <a:cs typeface="+mn-cs"/>
              </a:rPr>
              <a:t>As you describe the use of checkpoints, stress that these are not a replacement for backups. Checkpoints used to be called snapshots in previous Windows versions. You may want to explain and show how to disable checkpoints for a specific VM by opening the Settings box of a VM. The option is located on the Checkpoints page.</a:t>
            </a:r>
          </a:p>
          <a:p>
            <a:pPr marL="0" marR="0" lvl="0" indent="0" algn="l" defTabSz="932742" rtl="0" eaLnBrk="1" fontAlgn="auto" latinLnBrk="0" hangingPunct="1">
              <a:lnSpc>
                <a:spcPct val="90000"/>
              </a:lnSpc>
              <a:spcBef>
                <a:spcPts val="0"/>
              </a:spcBef>
              <a:spcAft>
                <a:spcPts val="600"/>
              </a:spcAft>
              <a:buClrTx/>
              <a:buSzTx/>
              <a:buFontTx/>
              <a:buNone/>
              <a:tabLst/>
              <a:defRPr/>
            </a:pPr>
            <a:endParaRPr lang="en-US" sz="1000" b="0" kern="1200" baseline="0" dirty="0">
              <a:solidFill>
                <a:schemeClr val="tx1"/>
              </a:solidFill>
              <a:effectLst/>
              <a:latin typeface="Segoe UI" panose="020B0502040204020203" pitchFamily="34" charset="0"/>
              <a:ea typeface="+mn-ea"/>
              <a:cs typeface="+mn-cs"/>
            </a:endParaRPr>
          </a:p>
          <a:p>
            <a:pPr marL="0" marR="0" lvl="0" indent="0" algn="l" defTabSz="932742" rtl="0" eaLnBrk="1" fontAlgn="auto" latinLnBrk="0" hangingPunct="1">
              <a:lnSpc>
                <a:spcPct val="90000"/>
              </a:lnSpc>
              <a:spcBef>
                <a:spcPts val="0"/>
              </a:spcBef>
              <a:spcAft>
                <a:spcPts val="600"/>
              </a:spcAft>
              <a:buClrTx/>
              <a:buSzTx/>
              <a:buFontTx/>
              <a:buNone/>
              <a:tabLst/>
              <a:defRPr/>
            </a:pPr>
            <a:r>
              <a:rPr lang="en-US" sz="1000" b="0" i="0" kern="1200" baseline="0" dirty="0">
                <a:solidFill>
                  <a:schemeClr val="tx1"/>
                </a:solidFill>
                <a:effectLst/>
                <a:latin typeface="Segoe UI" panose="020B0502040204020203" pitchFamily="34" charset="0"/>
                <a:ea typeface="+mn-ea"/>
                <a:cs typeface="+mn-cs"/>
              </a:rPr>
              <a:t>Starting with Windows Server 2016 and Windows 10, you can choose between standard and production checkpoints for each virtual machine. Production checkpoints are the default for new virtual machines.</a:t>
            </a:r>
          </a:p>
          <a:p>
            <a:pPr marL="171450" marR="0" lvl="0" indent="-171450" algn="l" defTabSz="932742" rtl="0" eaLnBrk="1" fontAlgn="auto" latinLnBrk="0" hangingPunct="1">
              <a:lnSpc>
                <a:spcPct val="90000"/>
              </a:lnSpc>
              <a:spcBef>
                <a:spcPts val="0"/>
              </a:spcBef>
              <a:spcAft>
                <a:spcPts val="600"/>
              </a:spcAft>
              <a:buClrTx/>
              <a:buSzTx/>
              <a:buFont typeface="Arial" panose="020B0604020202020204" pitchFamily="34" charset="0"/>
              <a:buChar char="•"/>
              <a:tabLst/>
              <a:defRPr/>
            </a:pPr>
            <a:r>
              <a:rPr lang="en-US" sz="1000" b="1" i="0" kern="1200" baseline="0" dirty="0">
                <a:solidFill>
                  <a:schemeClr val="tx1"/>
                </a:solidFill>
                <a:effectLst/>
                <a:latin typeface="Segoe UI" panose="020B0502040204020203" pitchFamily="34" charset="0"/>
                <a:ea typeface="+mn-ea"/>
                <a:cs typeface="+mn-cs"/>
              </a:rPr>
              <a:t>Production checkpoints</a:t>
            </a:r>
            <a:r>
              <a:rPr lang="en-US" sz="1000" b="0" i="0" kern="1200" baseline="0" dirty="0">
                <a:solidFill>
                  <a:schemeClr val="tx1"/>
                </a:solidFill>
                <a:effectLst/>
                <a:latin typeface="Segoe UI" panose="020B0502040204020203" pitchFamily="34" charset="0"/>
                <a:ea typeface="+mn-ea"/>
                <a:cs typeface="+mn-cs"/>
              </a:rPr>
              <a:t> are "point in time" images of a virtual machine, which can be restored later on in a way that is completely supported for all production workloads. This is achieved by using backup technology inside the guest to create the checkpoint, instead of using saved state technology.</a:t>
            </a:r>
          </a:p>
          <a:p>
            <a:pPr marL="171450" marR="0" lvl="0" indent="-171450" algn="l" defTabSz="932742" rtl="0" eaLnBrk="1" fontAlgn="auto" latinLnBrk="0" hangingPunct="1">
              <a:lnSpc>
                <a:spcPct val="90000"/>
              </a:lnSpc>
              <a:spcBef>
                <a:spcPts val="0"/>
              </a:spcBef>
              <a:spcAft>
                <a:spcPts val="600"/>
              </a:spcAft>
              <a:buClrTx/>
              <a:buSzTx/>
              <a:buFont typeface="Arial" panose="020B0604020202020204" pitchFamily="34" charset="0"/>
              <a:buChar char="•"/>
              <a:tabLst/>
              <a:defRPr/>
            </a:pPr>
            <a:r>
              <a:rPr lang="en-US" sz="1000" b="1" i="0" kern="1200" baseline="0" dirty="0">
                <a:solidFill>
                  <a:schemeClr val="tx1"/>
                </a:solidFill>
                <a:effectLst/>
                <a:latin typeface="Segoe UI" panose="020B0502040204020203" pitchFamily="34" charset="0"/>
                <a:ea typeface="+mn-ea"/>
                <a:cs typeface="+mn-cs"/>
              </a:rPr>
              <a:t>Standard checkpoints</a:t>
            </a:r>
            <a:r>
              <a:rPr lang="en-US" sz="1000" b="0" i="0" kern="1200" baseline="0" dirty="0">
                <a:solidFill>
                  <a:schemeClr val="tx1"/>
                </a:solidFill>
                <a:effectLst/>
                <a:latin typeface="Segoe UI" panose="020B0502040204020203" pitchFamily="34" charset="0"/>
                <a:ea typeface="+mn-ea"/>
                <a:cs typeface="+mn-cs"/>
              </a:rPr>
              <a:t> capture the state, data, and hardware configuration of a running virtual machine and are intended for use in development and test scenarios. Standard checkpoints can be useful if you need to recreate a specific state or condition of a running virtual machine so that you can troubleshoot a problem.</a:t>
            </a:r>
          </a:p>
          <a:p>
            <a:pPr marL="0" marR="0" lvl="0" indent="0" algn="l" defTabSz="932742" rtl="0" eaLnBrk="1" fontAlgn="auto" latinLnBrk="0" hangingPunct="1">
              <a:lnSpc>
                <a:spcPct val="90000"/>
              </a:lnSpc>
              <a:spcBef>
                <a:spcPts val="0"/>
              </a:spcBef>
              <a:spcAft>
                <a:spcPts val="600"/>
              </a:spcAft>
              <a:buClrTx/>
              <a:buSzTx/>
              <a:buFontTx/>
              <a:buNone/>
              <a:tabLst/>
              <a:defRPr/>
            </a:pPr>
            <a:endParaRPr lang="en-US" sz="1000" b="0" i="0" kern="1200" baseline="0" dirty="0">
              <a:solidFill>
                <a:schemeClr val="tx1"/>
              </a:solidFill>
              <a:effectLst/>
              <a:latin typeface="Segoe UI" panose="020B0502040204020203" pitchFamily="34" charset="0"/>
              <a:ea typeface="+mn-ea"/>
              <a:cs typeface="+mn-cs"/>
            </a:endParaRPr>
          </a:p>
          <a:p>
            <a:pPr marL="0" marR="0" lvl="0" indent="0" algn="l" defTabSz="932742" rtl="0" eaLnBrk="1" fontAlgn="auto" latinLnBrk="0" hangingPunct="1">
              <a:lnSpc>
                <a:spcPct val="90000"/>
              </a:lnSpc>
              <a:spcBef>
                <a:spcPts val="0"/>
              </a:spcBef>
              <a:spcAft>
                <a:spcPts val="600"/>
              </a:spcAft>
              <a:buClrTx/>
              <a:buSzTx/>
              <a:buFontTx/>
              <a:buNone/>
              <a:tabLst/>
              <a:defRPr/>
            </a:pPr>
            <a:r>
              <a:rPr lang="en-US" sz="1000" b="0" i="0" kern="1200" baseline="0" dirty="0">
                <a:solidFill>
                  <a:schemeClr val="tx1"/>
                </a:solidFill>
                <a:effectLst/>
                <a:latin typeface="Segoe UI" panose="020B0502040204020203" pitchFamily="34" charset="0"/>
                <a:ea typeface="+mn-ea"/>
                <a:cs typeface="+mn-cs"/>
              </a:rPr>
              <a:t>For more information, see: </a:t>
            </a:r>
            <a:r>
              <a:rPr lang="en-US" dirty="0">
                <a:hlinkClick r:id="rId3"/>
              </a:rPr>
              <a:t>Choose between standard or production checkpoints in Hyper-V | Microsoft Learn</a:t>
            </a:r>
            <a:endParaRPr lang="en-US" sz="1000" b="0" i="0" kern="1200" baseline="0" dirty="0">
              <a:solidFill>
                <a:schemeClr val="tx1"/>
              </a:solidFill>
              <a:effectLst/>
              <a:latin typeface="Segoe UI" panose="020B0502040204020203" pitchFamily="34" charset="0"/>
              <a:ea typeface="+mn-ea"/>
              <a:cs typeface="+mn-cs"/>
            </a:endParaRPr>
          </a:p>
          <a:p>
            <a:pPr marL="0" marR="0" lvl="0" indent="0" algn="l" defTabSz="932742" rtl="0" eaLnBrk="1" fontAlgn="auto" latinLnBrk="0" hangingPunct="1">
              <a:lnSpc>
                <a:spcPct val="90000"/>
              </a:lnSpc>
              <a:spcBef>
                <a:spcPts val="0"/>
              </a:spcBef>
              <a:spcAft>
                <a:spcPts val="600"/>
              </a:spcAft>
              <a:buClrTx/>
              <a:buSzTx/>
              <a:buFontTx/>
              <a:buNone/>
              <a:tabLst/>
              <a:defRPr/>
            </a:pPr>
            <a:r>
              <a:rPr lang="en-US" sz="1000" b="0" i="0" kern="1200" baseline="0" dirty="0">
                <a:solidFill>
                  <a:schemeClr val="tx1"/>
                </a:solidFill>
                <a:effectLst/>
                <a:latin typeface="Segoe UI" panose="020B0502040204020203" pitchFamily="34" charset="0"/>
                <a:ea typeface="+mn-ea"/>
                <a:cs typeface="+mn-cs"/>
              </a:rPr>
              <a:t>https://learn.microsoft.com/en-us/windows-server/virtualization/hyper-v/manage/choose-between-standard-or-production-checkpoints-in-hyper-v</a:t>
            </a:r>
          </a:p>
          <a:p>
            <a:pPr marL="0" marR="0" lvl="0" indent="0" algn="l" defTabSz="932742" rtl="0" eaLnBrk="1" fontAlgn="auto" latinLnBrk="0" hangingPunct="1">
              <a:lnSpc>
                <a:spcPct val="90000"/>
              </a:lnSpc>
              <a:spcBef>
                <a:spcPts val="0"/>
              </a:spcBef>
              <a:spcAft>
                <a:spcPts val="600"/>
              </a:spcAft>
              <a:buClrTx/>
              <a:buSzTx/>
              <a:buFontTx/>
              <a:buNone/>
              <a:tabLst/>
              <a:defRPr/>
            </a:pPr>
            <a:endParaRPr lang="en-US" sz="1000" b="0" kern="1200" baseline="0" dirty="0">
              <a:solidFill>
                <a:schemeClr val="tx1"/>
              </a:solidFill>
              <a:effectLst/>
              <a:latin typeface="Segoe UI" panose="020B0502040204020203" pitchFamily="34" charset="0"/>
              <a:ea typeface="+mn-ea"/>
              <a:cs typeface="+mn-cs"/>
            </a:endParaRP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23</a:t>
            </a:fld>
            <a:endParaRPr lang="en-US" dirty="0"/>
          </a:p>
        </p:txBody>
      </p:sp>
    </p:spTree>
    <p:extLst>
      <p:ext uri="{BB962C8B-B14F-4D97-AF65-F5344CB8AC3E}">
        <p14:creationId xmlns:p14="http://schemas.microsoft.com/office/powerpoint/2010/main" val="33026012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38575" y="65088"/>
            <a:ext cx="2914650" cy="1671637"/>
          </a:xfrm>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600"/>
              </a:spcAft>
              <a:buClrTx/>
              <a:buSzTx/>
              <a:buFontTx/>
              <a:buNone/>
              <a:tabLst/>
              <a:defRPr/>
            </a:pPr>
            <a:r>
              <a:rPr lang="en-US" sz="1000" b="0" kern="1200" baseline="0" dirty="0">
                <a:solidFill>
                  <a:schemeClr val="tx1"/>
                </a:solidFill>
                <a:effectLst/>
                <a:latin typeface="Segoe UI" panose="020B0502040204020203" pitchFamily="34" charset="0"/>
                <a:ea typeface="+mn-ea"/>
                <a:cs typeface="+mn-cs"/>
              </a:rPr>
              <a:t>Describe options for importing and exporting VMs.</a:t>
            </a:r>
          </a:p>
          <a:p>
            <a:endParaRPr lang="en-US" dirty="0"/>
          </a:p>
        </p:txBody>
      </p:sp>
      <p:sp>
        <p:nvSpPr>
          <p:cNvPr id="4" name="Header Placeholder 3"/>
          <p:cNvSpPr>
            <a:spLocks noGrp="1"/>
          </p:cNvSpPr>
          <p:nvPr>
            <p:ph type="hdr" sz="quarter"/>
          </p:nvPr>
        </p:nvSpPr>
        <p:spPr/>
        <p:txBody>
          <a:bodyPr/>
          <a:lstStyle/>
          <a:p>
            <a:r>
              <a:rPr lang="en-US" dirty="0"/>
              <a:t>5: Hyper-V virtualization and containers in Windows Server</a:t>
            </a:r>
          </a:p>
        </p:txBody>
      </p:sp>
      <p:sp>
        <p:nvSpPr>
          <p:cNvPr id="6" name="Slide Number Placeholder 5"/>
          <p:cNvSpPr>
            <a:spLocks noGrp="1"/>
          </p:cNvSpPr>
          <p:nvPr>
            <p:ph type="sldNum" sz="quarter" idx="5"/>
          </p:nvPr>
        </p:nvSpPr>
        <p:spPr/>
        <p:txBody>
          <a:bodyPr/>
          <a:lstStyle/>
          <a:p>
            <a:fld id="{B4008EB6-D09E-4580-8CD6-DDB14511944F}" type="slidenum">
              <a:rPr lang="en-US" smtClean="0"/>
              <a:pPr/>
              <a:t>24</a:t>
            </a:fld>
            <a:endParaRPr lang="en-US" dirty="0"/>
          </a:p>
        </p:txBody>
      </p:sp>
      <p:sp>
        <p:nvSpPr>
          <p:cNvPr id="7" name="Date Placeholder 6">
            <a:extLst>
              <a:ext uri="{FF2B5EF4-FFF2-40B4-BE49-F238E27FC236}">
                <a16:creationId xmlns:a16="http://schemas.microsoft.com/office/drawing/2014/main" id="{E709A480-412C-4D09-B31D-2E14BE0284C4}"/>
              </a:ext>
            </a:extLst>
          </p:cNvPr>
          <p:cNvSpPr>
            <a:spLocks noGrp="1"/>
          </p:cNvSpPr>
          <p:nvPr>
            <p:ph type="dt" idx="1"/>
          </p:nvPr>
        </p:nvSpPr>
        <p:spPr/>
        <p:txBody>
          <a:bodyPr/>
          <a:lstStyle/>
          <a:p>
            <a:r>
              <a:rPr lang="en-US" dirty="0"/>
              <a:t>WS-011T Windows Server 2019 Administration</a:t>
            </a:r>
          </a:p>
        </p:txBody>
      </p:sp>
      <p:sp>
        <p:nvSpPr>
          <p:cNvPr id="8" name="Footer Placeholder 4">
            <a:extLst>
              <a:ext uri="{FF2B5EF4-FFF2-40B4-BE49-F238E27FC236}">
                <a16:creationId xmlns:a16="http://schemas.microsoft.com/office/drawing/2014/main" id="{8A933DD3-BD8B-4A99-AC7B-3696F0DC4F71}"/>
              </a:ext>
            </a:extLst>
          </p:cNvPr>
          <p:cNvSpPr>
            <a:spLocks noGrp="1"/>
          </p:cNvSpPr>
          <p:nvPr>
            <p:ph type="ftr" sz="quarter" idx="4"/>
          </p:nvPr>
        </p:nvSpPr>
        <p:spPr>
          <a:xfrm>
            <a:off x="109220" y="8846820"/>
            <a:ext cx="5811520" cy="195944"/>
          </a:xfrm>
          <a:prstGeom prst="rect">
            <a:avLst/>
          </a:prstGeom>
        </p:spPr>
        <p:txBody>
          <a:bodyPr/>
          <a:lstStyle>
            <a:lvl1pPr>
              <a:defRPr sz="1000"/>
            </a:lvl1pPr>
          </a:lstStyle>
          <a:p>
            <a:pPr defTabSz="914099" eaLnBrk="0" hangingPunct="0"/>
            <a:r>
              <a:rPr lang="en-US"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Tree>
    <p:extLst>
      <p:ext uri="{BB962C8B-B14F-4D97-AF65-F5344CB8AC3E}">
        <p14:creationId xmlns:p14="http://schemas.microsoft.com/office/powerpoint/2010/main" val="15100292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38575" y="65088"/>
            <a:ext cx="2914650" cy="1671637"/>
          </a:xfrm>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Segoe UI" pitchFamily="34" charset="0"/>
                <a:ea typeface="+mn-ea"/>
                <a:cs typeface="Segoe UI Semibold" panose="020B0702040204020203" pitchFamily="34" charset="0"/>
              </a:rPr>
              <a:t>AZ-800 Administer Windows Server Hybrid Core Infrastructure</a:t>
            </a: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0594497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600"/>
              </a:spcAft>
              <a:buClrTx/>
              <a:buSzTx/>
              <a:buFontTx/>
              <a:buNone/>
              <a:tabLst/>
              <a:defRPr/>
            </a:pPr>
            <a:r>
              <a:rPr lang="en-US" sz="900" dirty="0"/>
              <a:t>In this Module, </a:t>
            </a:r>
            <a:r>
              <a:rPr lang="en-US" sz="900" kern="1200" dirty="0">
                <a:solidFill>
                  <a:schemeClr val="tx1"/>
                </a:solidFill>
                <a:latin typeface="Segoe UI Light" pitchFamily="34" charset="0"/>
                <a:ea typeface="+mn-ea"/>
                <a:cs typeface="+mn-cs"/>
              </a:rPr>
              <a:t>you learn how to secure the Hyper-V host and associated virtual machines using security features within a guarded fabric provided by Windows Server. </a:t>
            </a:r>
          </a:p>
          <a:p>
            <a:pPr marL="0" marR="0" lvl="0" indent="0" algn="l" defTabSz="932742" rtl="0" eaLnBrk="1" fontAlgn="auto" latinLnBrk="0" hangingPunct="1">
              <a:lnSpc>
                <a:spcPct val="90000"/>
              </a:lnSpc>
              <a:spcBef>
                <a:spcPts val="0"/>
              </a:spcBef>
              <a:spcAft>
                <a:spcPts val="600"/>
              </a:spcAft>
              <a:buClrTx/>
              <a:buSzTx/>
              <a:buFontTx/>
              <a:buNone/>
              <a:tabLst/>
              <a:defRPr/>
            </a:pPr>
            <a:endParaRPr lang="en-US" sz="900" kern="1200" dirty="0">
              <a:solidFill>
                <a:schemeClr val="tx1"/>
              </a:solidFill>
              <a:latin typeface="Segoe UI Light" pitchFamily="34" charset="0"/>
              <a:ea typeface="+mn-ea"/>
              <a:cs typeface="+mn-cs"/>
            </a:endParaRPr>
          </a:p>
          <a:p>
            <a:pPr marL="0" marR="0" lvl="0" indent="0" algn="l" defTabSz="932742" rtl="0" eaLnBrk="1" fontAlgn="auto" latinLnBrk="0" hangingPunct="1">
              <a:lnSpc>
                <a:spcPct val="90000"/>
              </a:lnSpc>
              <a:spcBef>
                <a:spcPts val="0"/>
              </a:spcBef>
              <a:spcAft>
                <a:spcPts val="600"/>
              </a:spcAft>
              <a:buClrTx/>
              <a:buSzTx/>
              <a:buFontTx/>
              <a:buNone/>
              <a:tabLst/>
              <a:defRPr/>
            </a:pPr>
            <a:r>
              <a:rPr lang="en-US" sz="900" b="1" dirty="0"/>
              <a:t>Note</a:t>
            </a:r>
            <a:r>
              <a:rPr lang="en-US" sz="900" dirty="0"/>
              <a:t>: This is a Module overview page which is meant to function as a Module organizer. The slide does not always list every Unit in the equivalent Learn Module, instead highlights the main content areas in the Module, but the flow is the same. Recommended video demonstration are sometimes listed on this slide but are always included in the equivalent Learn Module. Students can also find those as individual units in the Learn content.</a:t>
            </a:r>
          </a:p>
          <a:p>
            <a:pPr marL="0" marR="0" lvl="0" indent="0" algn="l" defTabSz="932742" rtl="0" eaLnBrk="1" fontAlgn="auto" latinLnBrk="0" hangingPunct="1">
              <a:lnSpc>
                <a:spcPct val="90000"/>
              </a:lnSpc>
              <a:spcBef>
                <a:spcPts val="0"/>
              </a:spcBef>
              <a:spcAft>
                <a:spcPts val="600"/>
              </a:spcAft>
              <a:buClrTx/>
              <a:buSzTx/>
              <a:buFontTx/>
              <a:buNone/>
              <a:tabLst/>
              <a:defRPr/>
            </a:pPr>
            <a:endParaRPr lang="en-US" sz="900" kern="1200" dirty="0">
              <a:solidFill>
                <a:schemeClr val="tx1"/>
              </a:solidFill>
              <a:latin typeface="Segoe UI Light" pitchFamily="34" charset="0"/>
              <a:ea typeface="+mn-ea"/>
              <a:cs typeface="+mn-cs"/>
            </a:endParaRPr>
          </a:p>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26</a:t>
            </a:fld>
            <a:endParaRPr lang="en-US" dirty="0"/>
          </a:p>
        </p:txBody>
      </p:sp>
    </p:spTree>
    <p:extLst>
      <p:ext uri="{BB962C8B-B14F-4D97-AF65-F5344CB8AC3E}">
        <p14:creationId xmlns:p14="http://schemas.microsoft.com/office/powerpoint/2010/main" val="25178701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38575" y="65088"/>
            <a:ext cx="2914650" cy="1671637"/>
          </a:xfrm>
        </p:spPr>
      </p:sp>
      <p:sp>
        <p:nvSpPr>
          <p:cNvPr id="3" name="Notes Placeholder 2"/>
          <p:cNvSpPr>
            <a:spLocks noGrp="1"/>
          </p:cNvSpPr>
          <p:nvPr>
            <p:ph type="body" idx="1"/>
          </p:nvPr>
        </p:nvSpPr>
        <p:spPr/>
        <p:txBody>
          <a:bodyPr/>
          <a:lstStyle/>
          <a:p>
            <a:r>
              <a:rPr lang="en-US" dirty="0"/>
              <a:t>Learn - https://docs.microsoft.com/en-us/learn/modules/secure-hyper-v-workloads/2-define-guarded-fabric</a:t>
            </a:r>
          </a:p>
          <a:p>
            <a:endParaRPr lang="en-US" dirty="0"/>
          </a:p>
          <a:p>
            <a:r>
              <a:rPr lang="en-US" dirty="0"/>
              <a:t>Provide an overview of the concept of a guarded fabric. Use the diagram on the PowerPoint slide to visually represent each of the components that you introduce.</a:t>
            </a:r>
          </a:p>
          <a:p>
            <a:endParaRPr lang="en-US" dirty="0"/>
          </a:p>
          <a:p>
            <a:endParaRPr lang="en-US" dirty="0"/>
          </a:p>
        </p:txBody>
      </p:sp>
      <p:sp>
        <p:nvSpPr>
          <p:cNvPr id="4" name="Header Placeholder 3"/>
          <p:cNvSpPr>
            <a:spLocks noGrp="1"/>
          </p:cNvSpPr>
          <p:nvPr>
            <p:ph type="hdr" sz="quarter"/>
          </p:nvPr>
        </p:nvSpPr>
        <p:spPr/>
        <p:txBody>
          <a:bodyPr/>
          <a:lstStyle/>
          <a:p>
            <a:r>
              <a:rPr lang="en-US" dirty="0"/>
              <a:t>5: Hyper-V virtualization and containers in Windows Server</a:t>
            </a:r>
          </a:p>
        </p:txBody>
      </p:sp>
      <p:sp>
        <p:nvSpPr>
          <p:cNvPr id="6" name="Slide Number Placeholder 5"/>
          <p:cNvSpPr>
            <a:spLocks noGrp="1"/>
          </p:cNvSpPr>
          <p:nvPr>
            <p:ph type="sldNum" sz="quarter" idx="5"/>
          </p:nvPr>
        </p:nvSpPr>
        <p:spPr/>
        <p:txBody>
          <a:bodyPr/>
          <a:lstStyle/>
          <a:p>
            <a:fld id="{B4008EB6-D09E-4580-8CD6-DDB14511944F}" type="slidenum">
              <a:rPr lang="en-US" smtClean="0"/>
              <a:pPr/>
              <a:t>27</a:t>
            </a:fld>
            <a:endParaRPr lang="en-US" dirty="0"/>
          </a:p>
        </p:txBody>
      </p:sp>
      <p:sp>
        <p:nvSpPr>
          <p:cNvPr id="7" name="Date Placeholder 6">
            <a:extLst>
              <a:ext uri="{FF2B5EF4-FFF2-40B4-BE49-F238E27FC236}">
                <a16:creationId xmlns:a16="http://schemas.microsoft.com/office/drawing/2014/main" id="{2AEBCFDD-1F11-4A37-969D-00F687DB94F1}"/>
              </a:ext>
            </a:extLst>
          </p:cNvPr>
          <p:cNvSpPr>
            <a:spLocks noGrp="1"/>
          </p:cNvSpPr>
          <p:nvPr>
            <p:ph type="dt" idx="1"/>
          </p:nvPr>
        </p:nvSpPr>
        <p:spPr/>
        <p:txBody>
          <a:bodyPr/>
          <a:lstStyle/>
          <a:p>
            <a:r>
              <a:rPr lang="en-US" dirty="0"/>
              <a:t>WS-011T Windows Server 2019 Administration</a:t>
            </a:r>
          </a:p>
        </p:txBody>
      </p:sp>
      <p:sp>
        <p:nvSpPr>
          <p:cNvPr id="8" name="Footer Placeholder 4">
            <a:extLst>
              <a:ext uri="{FF2B5EF4-FFF2-40B4-BE49-F238E27FC236}">
                <a16:creationId xmlns:a16="http://schemas.microsoft.com/office/drawing/2014/main" id="{99EE9B2D-F161-4EF9-92C2-2BD9E8B2A2B9}"/>
              </a:ext>
            </a:extLst>
          </p:cNvPr>
          <p:cNvSpPr>
            <a:spLocks noGrp="1"/>
          </p:cNvSpPr>
          <p:nvPr>
            <p:ph type="ftr" sz="quarter" idx="4"/>
          </p:nvPr>
        </p:nvSpPr>
        <p:spPr>
          <a:xfrm>
            <a:off x="109220" y="8846820"/>
            <a:ext cx="5811520" cy="195944"/>
          </a:xfrm>
          <a:prstGeom prst="rect">
            <a:avLst/>
          </a:prstGeom>
        </p:spPr>
        <p:txBody>
          <a:bodyPr/>
          <a:lstStyle>
            <a:lvl1pPr>
              <a:defRPr sz="1000"/>
            </a:lvl1pPr>
          </a:lstStyle>
          <a:p>
            <a:pPr defTabSz="914099" eaLnBrk="0" hangingPunct="0"/>
            <a:r>
              <a:rPr lang="en-US"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Tree>
    <p:extLst>
      <p:ext uri="{BB962C8B-B14F-4D97-AF65-F5344CB8AC3E}">
        <p14:creationId xmlns:p14="http://schemas.microsoft.com/office/powerpoint/2010/main" val="276894721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38575" y="65088"/>
            <a:ext cx="2914650" cy="1671637"/>
          </a:xfrm>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600"/>
              </a:spcAft>
              <a:buClrTx/>
              <a:buSzTx/>
              <a:buFontTx/>
              <a:buNone/>
              <a:tabLst/>
              <a:defRPr/>
            </a:pPr>
            <a:r>
              <a:rPr lang="en-US" dirty="0"/>
              <a:t>Learn - https://docs.microsoft.com/en-us/learn/modules/secure-hyper-v-workloads/2-define-guarded-fabric</a:t>
            </a:r>
          </a:p>
          <a:p>
            <a:pPr marL="0" marR="0" lvl="0" indent="0" algn="l" defTabSz="932742" rtl="0" eaLnBrk="1" fontAlgn="auto" latinLnBrk="0" hangingPunct="1">
              <a:lnSpc>
                <a:spcPct val="90000"/>
              </a:lnSpc>
              <a:spcBef>
                <a:spcPts val="0"/>
              </a:spcBef>
              <a:spcAft>
                <a:spcPts val="600"/>
              </a:spcAft>
              <a:buClrTx/>
              <a:buSzTx/>
              <a:buFontTx/>
              <a:buNone/>
              <a:tabLst/>
              <a:defRPr/>
            </a:pPr>
            <a:endParaRPr lang="en-US" sz="1000" b="0" kern="1200" baseline="0" dirty="0">
              <a:solidFill>
                <a:schemeClr val="tx1"/>
              </a:solidFill>
              <a:effectLst/>
              <a:latin typeface="Segoe UI" panose="020B0502040204020203" pitchFamily="34" charset="0"/>
              <a:ea typeface="+mn-ea"/>
              <a:cs typeface="+mn-cs"/>
            </a:endParaRPr>
          </a:p>
          <a:p>
            <a:pPr marL="0" marR="0" lvl="0" indent="0" algn="l" defTabSz="932742" rtl="0" eaLnBrk="1" fontAlgn="auto" latinLnBrk="0" hangingPunct="1">
              <a:lnSpc>
                <a:spcPct val="90000"/>
              </a:lnSpc>
              <a:spcBef>
                <a:spcPts val="0"/>
              </a:spcBef>
              <a:spcAft>
                <a:spcPts val="600"/>
              </a:spcAft>
              <a:buClrTx/>
              <a:buSzTx/>
              <a:buFontTx/>
              <a:buNone/>
              <a:tabLst/>
              <a:defRPr/>
            </a:pPr>
            <a:r>
              <a:rPr lang="en-US" sz="1000" b="0" kern="1200" baseline="0" dirty="0">
                <a:solidFill>
                  <a:schemeClr val="tx1"/>
                </a:solidFill>
                <a:effectLst/>
                <a:latin typeface="Segoe UI" panose="020B0502040204020203" pitchFamily="34" charset="0"/>
                <a:ea typeface="+mn-ea"/>
                <a:cs typeface="+mn-cs"/>
              </a:rPr>
              <a:t>Introduce each of the components </a:t>
            </a:r>
          </a:p>
          <a:p>
            <a:pPr lvl="2"/>
            <a:r>
              <a:rPr lang="en-US" dirty="0"/>
              <a:t>Guarded Hyper-V hosts</a:t>
            </a:r>
          </a:p>
          <a:p>
            <a:pPr lvl="2"/>
            <a:r>
              <a:rPr lang="en-US" dirty="0"/>
              <a:t>Host Guardian Service</a:t>
            </a:r>
          </a:p>
          <a:p>
            <a:pPr lvl="2"/>
            <a:r>
              <a:rPr lang="en-US" dirty="0"/>
              <a:t>Shielded or encryption-supported virtual machines</a:t>
            </a:r>
          </a:p>
          <a:p>
            <a:pPr marL="217261" lvl="2" indent="0">
              <a:buNone/>
            </a:pPr>
            <a:endParaRPr lang="en-US" dirty="0"/>
          </a:p>
          <a:p>
            <a:pPr marL="0" lvl="0" indent="-117403">
              <a:buNone/>
            </a:pPr>
            <a:r>
              <a:rPr lang="en-US" dirty="0"/>
              <a:t>Also include tools used to automate and manage a guarded fabric.</a:t>
            </a:r>
          </a:p>
          <a:p>
            <a:pPr lvl="2"/>
            <a:r>
              <a:rPr lang="en-US" dirty="0"/>
              <a:t>System Center Virtual Machine Manager (VMM)</a:t>
            </a:r>
          </a:p>
          <a:p>
            <a:pPr lvl="2"/>
            <a:r>
              <a:rPr lang="en-US" dirty="0"/>
              <a:t>PowerShell</a:t>
            </a:r>
          </a:p>
          <a:p>
            <a:pPr marL="217261" lvl="2" indent="0">
              <a:buNone/>
            </a:pPr>
            <a:endParaRPr lang="en-US" dirty="0"/>
          </a:p>
          <a:p>
            <a:endParaRPr lang="en-US" dirty="0"/>
          </a:p>
        </p:txBody>
      </p:sp>
      <p:sp>
        <p:nvSpPr>
          <p:cNvPr id="4" name="Header Placeholder 3"/>
          <p:cNvSpPr>
            <a:spLocks noGrp="1"/>
          </p:cNvSpPr>
          <p:nvPr>
            <p:ph type="hdr" sz="quarter"/>
          </p:nvPr>
        </p:nvSpPr>
        <p:spPr/>
        <p:txBody>
          <a:bodyPr/>
          <a:lstStyle/>
          <a:p>
            <a:r>
              <a:rPr lang="en-US" dirty="0"/>
              <a:t>5: Hyper-V virtualization and containers in Windows Server</a:t>
            </a:r>
          </a:p>
        </p:txBody>
      </p:sp>
      <p:sp>
        <p:nvSpPr>
          <p:cNvPr id="6" name="Slide Number Placeholder 5"/>
          <p:cNvSpPr>
            <a:spLocks noGrp="1"/>
          </p:cNvSpPr>
          <p:nvPr>
            <p:ph type="sldNum" sz="quarter" idx="5"/>
          </p:nvPr>
        </p:nvSpPr>
        <p:spPr/>
        <p:txBody>
          <a:bodyPr/>
          <a:lstStyle/>
          <a:p>
            <a:fld id="{B4008EB6-D09E-4580-8CD6-DDB14511944F}" type="slidenum">
              <a:rPr lang="en-US" smtClean="0"/>
              <a:pPr/>
              <a:t>28</a:t>
            </a:fld>
            <a:endParaRPr lang="en-US" dirty="0"/>
          </a:p>
        </p:txBody>
      </p:sp>
      <p:sp>
        <p:nvSpPr>
          <p:cNvPr id="7" name="Date Placeholder 6">
            <a:extLst>
              <a:ext uri="{FF2B5EF4-FFF2-40B4-BE49-F238E27FC236}">
                <a16:creationId xmlns:a16="http://schemas.microsoft.com/office/drawing/2014/main" id="{A7FD0096-57BC-4E61-971F-C99E1C5F32C1}"/>
              </a:ext>
            </a:extLst>
          </p:cNvPr>
          <p:cNvSpPr>
            <a:spLocks noGrp="1"/>
          </p:cNvSpPr>
          <p:nvPr>
            <p:ph type="dt" idx="1"/>
          </p:nvPr>
        </p:nvSpPr>
        <p:spPr/>
        <p:txBody>
          <a:bodyPr/>
          <a:lstStyle/>
          <a:p>
            <a:r>
              <a:rPr lang="en-US" dirty="0"/>
              <a:t>WS-011T Windows Server 2019 Administration</a:t>
            </a:r>
          </a:p>
        </p:txBody>
      </p:sp>
      <p:sp>
        <p:nvSpPr>
          <p:cNvPr id="8" name="Footer Placeholder 4">
            <a:extLst>
              <a:ext uri="{FF2B5EF4-FFF2-40B4-BE49-F238E27FC236}">
                <a16:creationId xmlns:a16="http://schemas.microsoft.com/office/drawing/2014/main" id="{4F179C0E-17F4-4AD7-A61B-F80EE2A8CA22}"/>
              </a:ext>
            </a:extLst>
          </p:cNvPr>
          <p:cNvSpPr>
            <a:spLocks noGrp="1"/>
          </p:cNvSpPr>
          <p:nvPr>
            <p:ph type="ftr" sz="quarter" idx="4"/>
          </p:nvPr>
        </p:nvSpPr>
        <p:spPr>
          <a:xfrm>
            <a:off x="109220" y="8846820"/>
            <a:ext cx="5811520" cy="195944"/>
          </a:xfrm>
          <a:prstGeom prst="rect">
            <a:avLst/>
          </a:prstGeom>
        </p:spPr>
        <p:txBody>
          <a:bodyPr/>
          <a:lstStyle>
            <a:lvl1pPr>
              <a:defRPr sz="1000"/>
            </a:lvl1pPr>
          </a:lstStyle>
          <a:p>
            <a:pPr defTabSz="914099" eaLnBrk="0" hangingPunct="0"/>
            <a:r>
              <a:rPr lang="en-US"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Tree>
    <p:extLst>
      <p:ext uri="{BB962C8B-B14F-4D97-AF65-F5344CB8AC3E}">
        <p14:creationId xmlns:p14="http://schemas.microsoft.com/office/powerpoint/2010/main" val="411589218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38575" y="65088"/>
            <a:ext cx="2914650" cy="1671637"/>
          </a:xfrm>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600"/>
              </a:spcAft>
              <a:buClrTx/>
              <a:buSzTx/>
              <a:buFontTx/>
              <a:buNone/>
              <a:tabLst/>
              <a:defRPr/>
            </a:pPr>
            <a:r>
              <a:rPr lang="en-US" sz="1000" b="0" kern="1200" baseline="0" dirty="0">
                <a:solidFill>
                  <a:schemeClr val="tx1"/>
                </a:solidFill>
                <a:effectLst/>
                <a:latin typeface="Segoe UI" panose="020B0502040204020203" pitchFamily="34" charset="0"/>
                <a:ea typeface="+mn-ea"/>
                <a:cs typeface="+mn-cs"/>
              </a:rPr>
              <a:t>Learn – https://docs.microsoft.com/en-us/learn/modules/secure-hyper-v-workloads/3-define-host-guardian-service</a:t>
            </a:r>
          </a:p>
          <a:p>
            <a:pPr marL="0" marR="0" lvl="0" indent="0" algn="l" defTabSz="932742" rtl="0" eaLnBrk="1" fontAlgn="auto" latinLnBrk="0" hangingPunct="1">
              <a:lnSpc>
                <a:spcPct val="90000"/>
              </a:lnSpc>
              <a:spcBef>
                <a:spcPts val="0"/>
              </a:spcBef>
              <a:spcAft>
                <a:spcPts val="600"/>
              </a:spcAft>
              <a:buClrTx/>
              <a:buSzTx/>
              <a:buFontTx/>
              <a:buNone/>
              <a:tabLst/>
              <a:defRPr/>
            </a:pPr>
            <a:endParaRPr lang="en-US" sz="1000" b="0" kern="1200" baseline="0" dirty="0">
              <a:solidFill>
                <a:schemeClr val="tx1"/>
              </a:solidFill>
              <a:effectLst/>
              <a:latin typeface="Segoe UI" panose="020B0502040204020203" pitchFamily="34" charset="0"/>
              <a:ea typeface="+mn-ea"/>
              <a:cs typeface="+mn-cs"/>
            </a:endParaRPr>
          </a:p>
          <a:p>
            <a:pPr marL="0" marR="0" lvl="0" indent="0" algn="l" defTabSz="932742" rtl="0" eaLnBrk="1" fontAlgn="auto" latinLnBrk="0" hangingPunct="1">
              <a:lnSpc>
                <a:spcPct val="90000"/>
              </a:lnSpc>
              <a:spcBef>
                <a:spcPts val="0"/>
              </a:spcBef>
              <a:spcAft>
                <a:spcPts val="600"/>
              </a:spcAft>
              <a:buClrTx/>
              <a:buSzTx/>
              <a:buFontTx/>
              <a:buNone/>
              <a:tabLst/>
              <a:defRPr/>
            </a:pPr>
            <a:r>
              <a:rPr lang="en-US" sz="1000" b="0" kern="1200" baseline="0" dirty="0">
                <a:solidFill>
                  <a:schemeClr val="tx1"/>
                </a:solidFill>
                <a:effectLst/>
                <a:latin typeface="Segoe UI" panose="020B0502040204020203" pitchFamily="34" charset="0"/>
                <a:ea typeface="+mn-ea"/>
                <a:cs typeface="+mn-cs"/>
              </a:rPr>
              <a:t>Describe the attestation modes used to validate a Hyper-V host in a guarded fabric infrastructure.</a:t>
            </a:r>
          </a:p>
          <a:p>
            <a:endParaRPr lang="en-US" dirty="0"/>
          </a:p>
        </p:txBody>
      </p:sp>
      <p:sp>
        <p:nvSpPr>
          <p:cNvPr id="4" name="Header Placeholder 3"/>
          <p:cNvSpPr>
            <a:spLocks noGrp="1"/>
          </p:cNvSpPr>
          <p:nvPr>
            <p:ph type="hdr" sz="quarter"/>
          </p:nvPr>
        </p:nvSpPr>
        <p:spPr/>
        <p:txBody>
          <a:bodyPr/>
          <a:lstStyle/>
          <a:p>
            <a:r>
              <a:rPr lang="en-US" dirty="0"/>
              <a:t>5: Hyper-V virtualization and containers in Windows Server</a:t>
            </a:r>
          </a:p>
        </p:txBody>
      </p:sp>
      <p:sp>
        <p:nvSpPr>
          <p:cNvPr id="6" name="Slide Number Placeholder 5"/>
          <p:cNvSpPr>
            <a:spLocks noGrp="1"/>
          </p:cNvSpPr>
          <p:nvPr>
            <p:ph type="sldNum" sz="quarter" idx="5"/>
          </p:nvPr>
        </p:nvSpPr>
        <p:spPr/>
        <p:txBody>
          <a:bodyPr/>
          <a:lstStyle/>
          <a:p>
            <a:fld id="{B4008EB6-D09E-4580-8CD6-DDB14511944F}" type="slidenum">
              <a:rPr lang="en-US" smtClean="0"/>
              <a:pPr/>
              <a:t>29</a:t>
            </a:fld>
            <a:endParaRPr lang="en-US" dirty="0"/>
          </a:p>
        </p:txBody>
      </p:sp>
      <p:sp>
        <p:nvSpPr>
          <p:cNvPr id="7" name="Date Placeholder 6">
            <a:extLst>
              <a:ext uri="{FF2B5EF4-FFF2-40B4-BE49-F238E27FC236}">
                <a16:creationId xmlns:a16="http://schemas.microsoft.com/office/drawing/2014/main" id="{B3D514F2-5170-48E3-ADF3-3F8A4D4AD1FD}"/>
              </a:ext>
            </a:extLst>
          </p:cNvPr>
          <p:cNvSpPr>
            <a:spLocks noGrp="1"/>
          </p:cNvSpPr>
          <p:nvPr>
            <p:ph type="dt" idx="1"/>
          </p:nvPr>
        </p:nvSpPr>
        <p:spPr/>
        <p:txBody>
          <a:bodyPr/>
          <a:lstStyle/>
          <a:p>
            <a:r>
              <a:rPr lang="en-US" dirty="0"/>
              <a:t>WS-011T Windows Server 2019 Administration</a:t>
            </a:r>
          </a:p>
        </p:txBody>
      </p:sp>
      <p:sp>
        <p:nvSpPr>
          <p:cNvPr id="8" name="Footer Placeholder 4">
            <a:extLst>
              <a:ext uri="{FF2B5EF4-FFF2-40B4-BE49-F238E27FC236}">
                <a16:creationId xmlns:a16="http://schemas.microsoft.com/office/drawing/2014/main" id="{303EE11B-95D3-41E1-B9A7-0B5355CFAFF5}"/>
              </a:ext>
            </a:extLst>
          </p:cNvPr>
          <p:cNvSpPr>
            <a:spLocks noGrp="1"/>
          </p:cNvSpPr>
          <p:nvPr>
            <p:ph type="ftr" sz="quarter" idx="4"/>
          </p:nvPr>
        </p:nvSpPr>
        <p:spPr>
          <a:xfrm>
            <a:off x="109220" y="8846820"/>
            <a:ext cx="5811520" cy="195944"/>
          </a:xfrm>
          <a:prstGeom prst="rect">
            <a:avLst/>
          </a:prstGeom>
        </p:spPr>
        <p:txBody>
          <a:bodyPr/>
          <a:lstStyle>
            <a:lvl1pPr>
              <a:defRPr sz="1000"/>
            </a:lvl1pPr>
          </a:lstStyle>
          <a:p>
            <a:pPr defTabSz="914099" eaLnBrk="0" hangingPunct="0"/>
            <a:r>
              <a:rPr lang="en-US"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Tree>
    <p:extLst>
      <p:ext uri="{BB962C8B-B14F-4D97-AF65-F5344CB8AC3E}">
        <p14:creationId xmlns:p14="http://schemas.microsoft.com/office/powerpoint/2010/main" val="4369037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38575" y="65088"/>
            <a:ext cx="2914650" cy="1671637"/>
          </a:xfrm>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600"/>
              </a:spcAft>
              <a:buClrTx/>
              <a:buSzTx/>
              <a:buFontTx/>
              <a:buNone/>
              <a:tabLst/>
              <a:defRPr/>
            </a:pPr>
            <a:r>
              <a:rPr lang="en-US" sz="1000" b="0" kern="1200" baseline="0" dirty="0">
                <a:solidFill>
                  <a:schemeClr val="tx1"/>
                </a:solidFill>
                <a:effectLst/>
                <a:latin typeface="Segoe UI" panose="020B0502040204020203" pitchFamily="34" charset="0"/>
                <a:ea typeface="+mn-ea"/>
                <a:cs typeface="+mn-cs"/>
              </a:rPr>
              <a:t>Learn – https://docs.microsoft.com/en-us/learn/modules/secure-hyper-v-workloads/3-define-host-guardian-service</a:t>
            </a:r>
          </a:p>
          <a:p>
            <a:pPr marL="0" marR="0" lvl="0" indent="0" algn="l" defTabSz="932742" rtl="0" eaLnBrk="1" fontAlgn="auto" latinLnBrk="0" hangingPunct="1">
              <a:lnSpc>
                <a:spcPct val="90000"/>
              </a:lnSpc>
              <a:spcBef>
                <a:spcPts val="0"/>
              </a:spcBef>
              <a:spcAft>
                <a:spcPts val="600"/>
              </a:spcAft>
              <a:buClrTx/>
              <a:buSzTx/>
              <a:buFontTx/>
              <a:buNone/>
              <a:tabLst/>
              <a:defRPr/>
            </a:pPr>
            <a:endParaRPr lang="en-US" sz="1000" b="0" kern="1200" baseline="0" dirty="0">
              <a:solidFill>
                <a:schemeClr val="tx1"/>
              </a:solidFill>
              <a:effectLst/>
              <a:latin typeface="Segoe UI" panose="020B0502040204020203" pitchFamily="34" charset="0"/>
              <a:ea typeface="+mn-ea"/>
              <a:cs typeface="+mn-cs"/>
            </a:endParaRPr>
          </a:p>
          <a:p>
            <a:pPr marL="0" marR="0" lvl="0" indent="0" algn="l" defTabSz="932742" rtl="0" eaLnBrk="1" fontAlgn="auto" latinLnBrk="0" hangingPunct="1">
              <a:lnSpc>
                <a:spcPct val="90000"/>
              </a:lnSpc>
              <a:spcBef>
                <a:spcPts val="0"/>
              </a:spcBef>
              <a:spcAft>
                <a:spcPts val="600"/>
              </a:spcAft>
              <a:buClrTx/>
              <a:buSzTx/>
              <a:buFontTx/>
              <a:buNone/>
              <a:tabLst/>
              <a:defRPr/>
            </a:pPr>
            <a:r>
              <a:rPr lang="en-US" sz="1000" b="0" kern="1200" baseline="0" dirty="0">
                <a:solidFill>
                  <a:schemeClr val="tx1"/>
                </a:solidFill>
                <a:effectLst/>
                <a:latin typeface="Segoe UI" panose="020B0502040204020203" pitchFamily="34" charset="0"/>
                <a:ea typeface="+mn-ea"/>
                <a:cs typeface="+mn-cs"/>
              </a:rPr>
              <a:t>Provide a high-level overview of what the Host Guardian Service is and considerations for implementing it. </a:t>
            </a:r>
          </a:p>
          <a:p>
            <a:endParaRPr lang="en-US" dirty="0"/>
          </a:p>
        </p:txBody>
      </p:sp>
      <p:sp>
        <p:nvSpPr>
          <p:cNvPr id="4" name="Header Placeholder 3"/>
          <p:cNvSpPr>
            <a:spLocks noGrp="1"/>
          </p:cNvSpPr>
          <p:nvPr>
            <p:ph type="hdr" sz="quarter"/>
          </p:nvPr>
        </p:nvSpPr>
        <p:spPr/>
        <p:txBody>
          <a:bodyPr/>
          <a:lstStyle/>
          <a:p>
            <a:r>
              <a:rPr lang="en-US" dirty="0"/>
              <a:t>5: Hyper-V virtualization and containers in Windows Server</a:t>
            </a:r>
          </a:p>
        </p:txBody>
      </p:sp>
      <p:sp>
        <p:nvSpPr>
          <p:cNvPr id="6" name="Slide Number Placeholder 5"/>
          <p:cNvSpPr>
            <a:spLocks noGrp="1"/>
          </p:cNvSpPr>
          <p:nvPr>
            <p:ph type="sldNum" sz="quarter" idx="5"/>
          </p:nvPr>
        </p:nvSpPr>
        <p:spPr/>
        <p:txBody>
          <a:bodyPr/>
          <a:lstStyle/>
          <a:p>
            <a:fld id="{B4008EB6-D09E-4580-8CD6-DDB14511944F}" type="slidenum">
              <a:rPr lang="en-US" smtClean="0"/>
              <a:pPr/>
              <a:t>30</a:t>
            </a:fld>
            <a:endParaRPr lang="en-US" dirty="0"/>
          </a:p>
        </p:txBody>
      </p:sp>
      <p:sp>
        <p:nvSpPr>
          <p:cNvPr id="7" name="Date Placeholder 6">
            <a:extLst>
              <a:ext uri="{FF2B5EF4-FFF2-40B4-BE49-F238E27FC236}">
                <a16:creationId xmlns:a16="http://schemas.microsoft.com/office/drawing/2014/main" id="{C01472CD-BC4B-43D5-B22A-907F3B627460}"/>
              </a:ext>
            </a:extLst>
          </p:cNvPr>
          <p:cNvSpPr>
            <a:spLocks noGrp="1"/>
          </p:cNvSpPr>
          <p:nvPr>
            <p:ph type="dt" idx="1"/>
          </p:nvPr>
        </p:nvSpPr>
        <p:spPr/>
        <p:txBody>
          <a:bodyPr/>
          <a:lstStyle/>
          <a:p>
            <a:r>
              <a:rPr lang="en-US" dirty="0"/>
              <a:t>WS-011T Windows Server 2019 Administration</a:t>
            </a:r>
          </a:p>
        </p:txBody>
      </p:sp>
      <p:sp>
        <p:nvSpPr>
          <p:cNvPr id="8" name="Footer Placeholder 4">
            <a:extLst>
              <a:ext uri="{FF2B5EF4-FFF2-40B4-BE49-F238E27FC236}">
                <a16:creationId xmlns:a16="http://schemas.microsoft.com/office/drawing/2014/main" id="{788AE89C-602B-4533-B7F6-B32FC1E20E4F}"/>
              </a:ext>
            </a:extLst>
          </p:cNvPr>
          <p:cNvSpPr>
            <a:spLocks noGrp="1"/>
          </p:cNvSpPr>
          <p:nvPr>
            <p:ph type="ftr" sz="quarter" idx="4"/>
          </p:nvPr>
        </p:nvSpPr>
        <p:spPr>
          <a:xfrm>
            <a:off x="109220" y="8846820"/>
            <a:ext cx="5811520" cy="195944"/>
          </a:xfrm>
          <a:prstGeom prst="rect">
            <a:avLst/>
          </a:prstGeom>
        </p:spPr>
        <p:txBody>
          <a:bodyPr/>
          <a:lstStyle>
            <a:lvl1pPr>
              <a:defRPr sz="1000"/>
            </a:lvl1pPr>
          </a:lstStyle>
          <a:p>
            <a:pPr defTabSz="914099" eaLnBrk="0" hangingPunct="0"/>
            <a:r>
              <a:rPr lang="en-US"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Tree>
    <p:extLst>
      <p:ext uri="{BB962C8B-B14F-4D97-AF65-F5344CB8AC3E}">
        <p14:creationId xmlns:p14="http://schemas.microsoft.com/office/powerpoint/2010/main" val="190217546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38575" y="65088"/>
            <a:ext cx="2914650" cy="1671637"/>
          </a:xfrm>
        </p:spPr>
      </p:sp>
      <p:sp>
        <p:nvSpPr>
          <p:cNvPr id="3" name="Notes Placeholder 2"/>
          <p:cNvSpPr>
            <a:spLocks noGrp="1"/>
          </p:cNvSpPr>
          <p:nvPr>
            <p:ph type="body" idx="1"/>
          </p:nvPr>
        </p:nvSpPr>
        <p:spPr/>
        <p:txBody>
          <a:bodyPr/>
          <a:lstStyle/>
          <a:p>
            <a:r>
              <a:rPr lang="en-US" dirty="0"/>
              <a:t>This is slide 1</a:t>
            </a:r>
          </a:p>
          <a:p>
            <a:endParaRPr lang="en-US" dirty="0"/>
          </a:p>
          <a:p>
            <a:r>
              <a:rPr lang="en-US" dirty="0"/>
              <a:t>https://docs.microsoft.com/en-us/windows-server/security/guarded-fabric-shielded-vm/guarded-fabric-and-shielded-vms#what-are-the-types-of-virtual-machines-that-a-guarded-fabric-can-run</a:t>
            </a:r>
          </a:p>
          <a:p>
            <a:endParaRPr lang="en-US" dirty="0"/>
          </a:p>
          <a:p>
            <a:r>
              <a:rPr lang="en-US" dirty="0"/>
              <a:t>Describe the differences between encryption-supported and shielded VMs. Point out that both are considered secure; however, encryption-supported VMs allow more flexibility for trusted fabric administrator configuration changes.</a:t>
            </a:r>
          </a:p>
          <a:p>
            <a:endParaRPr lang="en-US" dirty="0"/>
          </a:p>
          <a:p>
            <a:pPr lvl="0">
              <a:buFont typeface="Arial" panose="020B0604020202020204" pitchFamily="34" charset="0"/>
              <a:buChar char="•"/>
            </a:pPr>
            <a:r>
              <a:rPr lang="en-US" dirty="0"/>
              <a:t>A guarded fabric is capable of running:</a:t>
            </a:r>
          </a:p>
          <a:p>
            <a:pPr lvl="1"/>
            <a:r>
              <a:rPr lang="en-US" dirty="0"/>
              <a:t>Shielded VMs</a:t>
            </a:r>
          </a:p>
          <a:p>
            <a:pPr lvl="1"/>
            <a:r>
              <a:rPr lang="en-US" dirty="0"/>
              <a:t>Encryption-supported VMs</a:t>
            </a:r>
          </a:p>
          <a:p>
            <a:pPr lvl="1"/>
            <a:r>
              <a:rPr lang="en-US" dirty="0"/>
              <a:t>Normal VMs</a:t>
            </a:r>
          </a:p>
          <a:p>
            <a:endParaRPr lang="en-US" dirty="0"/>
          </a:p>
          <a:p>
            <a:endParaRPr lang="en-US" dirty="0"/>
          </a:p>
          <a:p>
            <a:endParaRPr lang="en-US" dirty="0"/>
          </a:p>
        </p:txBody>
      </p:sp>
      <p:sp>
        <p:nvSpPr>
          <p:cNvPr id="4" name="Header Placeholder 3"/>
          <p:cNvSpPr>
            <a:spLocks noGrp="1"/>
          </p:cNvSpPr>
          <p:nvPr>
            <p:ph type="hdr" sz="quarter"/>
          </p:nvPr>
        </p:nvSpPr>
        <p:spPr/>
        <p:txBody>
          <a:bodyPr/>
          <a:lstStyle/>
          <a:p>
            <a:r>
              <a:rPr lang="en-US" dirty="0"/>
              <a:t>5: Hyper-V virtualization and containers in Windows Server</a:t>
            </a:r>
          </a:p>
        </p:txBody>
      </p:sp>
      <p:sp>
        <p:nvSpPr>
          <p:cNvPr id="6" name="Slide Number Placeholder 5"/>
          <p:cNvSpPr>
            <a:spLocks noGrp="1"/>
          </p:cNvSpPr>
          <p:nvPr>
            <p:ph type="sldNum" sz="quarter" idx="5"/>
          </p:nvPr>
        </p:nvSpPr>
        <p:spPr/>
        <p:txBody>
          <a:bodyPr/>
          <a:lstStyle/>
          <a:p>
            <a:fld id="{B4008EB6-D09E-4580-8CD6-DDB14511944F}" type="slidenum">
              <a:rPr lang="en-US" smtClean="0"/>
              <a:pPr/>
              <a:t>31</a:t>
            </a:fld>
            <a:endParaRPr lang="en-US" dirty="0"/>
          </a:p>
        </p:txBody>
      </p:sp>
      <p:sp>
        <p:nvSpPr>
          <p:cNvPr id="7" name="Date Placeholder 6">
            <a:extLst>
              <a:ext uri="{FF2B5EF4-FFF2-40B4-BE49-F238E27FC236}">
                <a16:creationId xmlns:a16="http://schemas.microsoft.com/office/drawing/2014/main" id="{CD48BB3D-493B-42E5-B98E-5E4CC655FDED}"/>
              </a:ext>
            </a:extLst>
          </p:cNvPr>
          <p:cNvSpPr>
            <a:spLocks noGrp="1"/>
          </p:cNvSpPr>
          <p:nvPr>
            <p:ph type="dt" idx="1"/>
          </p:nvPr>
        </p:nvSpPr>
        <p:spPr/>
        <p:txBody>
          <a:bodyPr/>
          <a:lstStyle/>
          <a:p>
            <a:r>
              <a:rPr lang="en-US" dirty="0"/>
              <a:t>WS-011T Windows Server 2019 Administration</a:t>
            </a:r>
          </a:p>
        </p:txBody>
      </p:sp>
      <p:sp>
        <p:nvSpPr>
          <p:cNvPr id="8" name="Footer Placeholder 4">
            <a:extLst>
              <a:ext uri="{FF2B5EF4-FFF2-40B4-BE49-F238E27FC236}">
                <a16:creationId xmlns:a16="http://schemas.microsoft.com/office/drawing/2014/main" id="{BE7A02F6-B759-4EB3-BAA8-B7A91167CE8B}"/>
              </a:ext>
            </a:extLst>
          </p:cNvPr>
          <p:cNvSpPr>
            <a:spLocks noGrp="1"/>
          </p:cNvSpPr>
          <p:nvPr>
            <p:ph type="ftr" sz="quarter" idx="4"/>
          </p:nvPr>
        </p:nvSpPr>
        <p:spPr>
          <a:xfrm>
            <a:off x="109220" y="8846820"/>
            <a:ext cx="5811520" cy="195944"/>
          </a:xfrm>
          <a:prstGeom prst="rect">
            <a:avLst/>
          </a:prstGeom>
        </p:spPr>
        <p:txBody>
          <a:bodyPr/>
          <a:lstStyle>
            <a:lvl1pPr>
              <a:defRPr sz="1000"/>
            </a:lvl1pPr>
          </a:lstStyle>
          <a:p>
            <a:pPr defTabSz="914099" eaLnBrk="0" hangingPunct="0"/>
            <a:r>
              <a:rPr lang="en-US"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Tree>
    <p:extLst>
      <p:ext uri="{BB962C8B-B14F-4D97-AF65-F5344CB8AC3E}">
        <p14:creationId xmlns:p14="http://schemas.microsoft.com/office/powerpoint/2010/main" val="388014622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72353F-500B-0935-FC16-8BBD7DBC0A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E6809F-9783-28A6-5711-670D5606C20A}"/>
              </a:ext>
            </a:extLst>
          </p:cNvPr>
          <p:cNvSpPr>
            <a:spLocks noGrp="1" noRot="1" noChangeAspect="1"/>
          </p:cNvSpPr>
          <p:nvPr>
            <p:ph type="sldImg"/>
          </p:nvPr>
        </p:nvSpPr>
        <p:spPr>
          <a:xfrm>
            <a:off x="3838575" y="65088"/>
            <a:ext cx="2914650" cy="1671637"/>
          </a:xfrm>
        </p:spPr>
      </p:sp>
      <p:sp>
        <p:nvSpPr>
          <p:cNvPr id="3" name="Notes Placeholder 2">
            <a:extLst>
              <a:ext uri="{FF2B5EF4-FFF2-40B4-BE49-F238E27FC236}">
                <a16:creationId xmlns:a16="http://schemas.microsoft.com/office/drawing/2014/main" id="{76749990-035A-52D9-0354-346E773B67B4}"/>
              </a:ext>
            </a:extLst>
          </p:cNvPr>
          <p:cNvSpPr>
            <a:spLocks noGrp="1"/>
          </p:cNvSpPr>
          <p:nvPr>
            <p:ph type="body" idx="1"/>
          </p:nvPr>
        </p:nvSpPr>
        <p:spPr/>
        <p:txBody>
          <a:bodyPr/>
          <a:lstStyle/>
          <a:p>
            <a:r>
              <a:rPr lang="en-US" dirty="0"/>
              <a:t>This is slide 2</a:t>
            </a:r>
          </a:p>
          <a:p>
            <a:endParaRPr lang="en-US" dirty="0"/>
          </a:p>
        </p:txBody>
      </p:sp>
      <p:sp>
        <p:nvSpPr>
          <p:cNvPr id="4" name="Header Placeholder 3">
            <a:extLst>
              <a:ext uri="{FF2B5EF4-FFF2-40B4-BE49-F238E27FC236}">
                <a16:creationId xmlns:a16="http://schemas.microsoft.com/office/drawing/2014/main" id="{190AFB9E-927C-9B0E-11D8-86353ABF7B04}"/>
              </a:ext>
            </a:extLst>
          </p:cNvPr>
          <p:cNvSpPr>
            <a:spLocks noGrp="1"/>
          </p:cNvSpPr>
          <p:nvPr>
            <p:ph type="hdr" sz="quarter"/>
          </p:nvPr>
        </p:nvSpPr>
        <p:spPr/>
        <p:txBody>
          <a:bodyPr/>
          <a:lstStyle/>
          <a:p>
            <a:r>
              <a:rPr lang="en-US" dirty="0"/>
              <a:t>5: Hyper-V virtualization and containers in Windows Server</a:t>
            </a:r>
          </a:p>
        </p:txBody>
      </p:sp>
      <p:sp>
        <p:nvSpPr>
          <p:cNvPr id="6" name="Slide Number Placeholder 5">
            <a:extLst>
              <a:ext uri="{FF2B5EF4-FFF2-40B4-BE49-F238E27FC236}">
                <a16:creationId xmlns:a16="http://schemas.microsoft.com/office/drawing/2014/main" id="{9F3CEF3E-406A-E77B-74D4-BD0F5DE20BCF}"/>
              </a:ext>
            </a:extLst>
          </p:cNvPr>
          <p:cNvSpPr>
            <a:spLocks noGrp="1"/>
          </p:cNvSpPr>
          <p:nvPr>
            <p:ph type="sldNum" sz="quarter" idx="5"/>
          </p:nvPr>
        </p:nvSpPr>
        <p:spPr/>
        <p:txBody>
          <a:bodyPr/>
          <a:lstStyle/>
          <a:p>
            <a:fld id="{B4008EB6-D09E-4580-8CD6-DDB14511944F}" type="slidenum">
              <a:rPr lang="en-US" smtClean="0"/>
              <a:pPr/>
              <a:t>32</a:t>
            </a:fld>
            <a:endParaRPr lang="en-US" dirty="0"/>
          </a:p>
        </p:txBody>
      </p:sp>
      <p:sp>
        <p:nvSpPr>
          <p:cNvPr id="7" name="Date Placeholder 6">
            <a:extLst>
              <a:ext uri="{FF2B5EF4-FFF2-40B4-BE49-F238E27FC236}">
                <a16:creationId xmlns:a16="http://schemas.microsoft.com/office/drawing/2014/main" id="{7B918BA2-76F1-2EE3-1176-A11F3D0D2DA7}"/>
              </a:ext>
            </a:extLst>
          </p:cNvPr>
          <p:cNvSpPr>
            <a:spLocks noGrp="1"/>
          </p:cNvSpPr>
          <p:nvPr>
            <p:ph type="dt" idx="1"/>
          </p:nvPr>
        </p:nvSpPr>
        <p:spPr/>
        <p:txBody>
          <a:bodyPr/>
          <a:lstStyle/>
          <a:p>
            <a:r>
              <a:rPr lang="en-US" dirty="0"/>
              <a:t>WS-011T Windows Server 2019 Administration</a:t>
            </a:r>
          </a:p>
        </p:txBody>
      </p:sp>
      <p:sp>
        <p:nvSpPr>
          <p:cNvPr id="8" name="Footer Placeholder 4">
            <a:extLst>
              <a:ext uri="{FF2B5EF4-FFF2-40B4-BE49-F238E27FC236}">
                <a16:creationId xmlns:a16="http://schemas.microsoft.com/office/drawing/2014/main" id="{AF2C6446-4D65-A6A9-595C-81C9F5415ED5}"/>
              </a:ext>
            </a:extLst>
          </p:cNvPr>
          <p:cNvSpPr>
            <a:spLocks noGrp="1"/>
          </p:cNvSpPr>
          <p:nvPr>
            <p:ph type="ftr" sz="quarter" idx="4"/>
          </p:nvPr>
        </p:nvSpPr>
        <p:spPr>
          <a:xfrm>
            <a:off x="109220" y="8846820"/>
            <a:ext cx="5811520" cy="195944"/>
          </a:xfrm>
          <a:prstGeom prst="rect">
            <a:avLst/>
          </a:prstGeom>
        </p:spPr>
        <p:txBody>
          <a:bodyPr/>
          <a:lstStyle>
            <a:lvl1pPr>
              <a:defRPr sz="1000"/>
            </a:lvl1pPr>
          </a:lstStyle>
          <a:p>
            <a:pPr defTabSz="914099" eaLnBrk="0" hangingPunct="0"/>
            <a:r>
              <a:rPr lang="en-US"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Tree>
    <p:extLst>
      <p:ext uri="{BB962C8B-B14F-4D97-AF65-F5344CB8AC3E}">
        <p14:creationId xmlns:p14="http://schemas.microsoft.com/office/powerpoint/2010/main" val="340569277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38575" y="65088"/>
            <a:ext cx="2914650" cy="1671637"/>
          </a:xfrm>
        </p:spPr>
      </p:sp>
      <p:sp>
        <p:nvSpPr>
          <p:cNvPr id="3" name="Notes Placeholder 2"/>
          <p:cNvSpPr>
            <a:spLocks noGrp="1"/>
          </p:cNvSpPr>
          <p:nvPr>
            <p:ph type="body" idx="1"/>
          </p:nvPr>
        </p:nvSpPr>
        <p:spPr/>
        <p:txBody>
          <a:bodyPr/>
          <a:lstStyle/>
          <a:p>
            <a:r>
              <a:rPr lang="en-US" dirty="0"/>
              <a:t>Learn – https://docs.microsoft.com/en-us/learn/modules/secure-hyper-v-workloads/8-implement-shielded-vm</a:t>
            </a:r>
          </a:p>
          <a:p>
            <a:endParaRPr lang="en-US" dirty="0"/>
          </a:p>
          <a:p>
            <a:r>
              <a:rPr lang="en-US" dirty="0"/>
              <a:t>Provide a high-level overview of how to create a shielded virtual machine. Note that this is a general process, and students should refer to the Microsoft Docs site for more detailed information. There is no need to go into a lot of detail at this point.</a:t>
            </a:r>
          </a:p>
          <a:p>
            <a:endParaRPr lang="en-US" dirty="0"/>
          </a:p>
          <a:p>
            <a:r>
              <a:rPr lang="en-US" b="1" dirty="0"/>
              <a:t>Note</a:t>
            </a:r>
            <a:r>
              <a:rPr lang="en-US" dirty="0"/>
              <a:t>: When creating the shielded VM signed template disk for the shielded VM, you must first prepare the OS disk on which to install the OS. The disk must be a .vhdx file format. In addition to the requirements listed on the slide, the supported OS must be generalized and be able to be support generation 2 VMs and the Microsoft Secure Boot process. The </a:t>
            </a:r>
            <a:r>
              <a:rPr lang="en-US" b="0" i="0" dirty="0">
                <a:solidFill>
                  <a:srgbClr val="161616"/>
                </a:solidFill>
                <a:effectLst/>
                <a:latin typeface="Segoe UI" panose="020B0502040204020203" pitchFamily="34" charset="0"/>
              </a:rPr>
              <a:t>generalized disk must be prepared and encrypted with BitLocker. You can perform this task by using the </a:t>
            </a:r>
            <a:r>
              <a:rPr lang="en-US" b="1" i="0" dirty="0">
                <a:solidFill>
                  <a:srgbClr val="161616"/>
                </a:solidFill>
                <a:effectLst/>
                <a:latin typeface="Segoe UI" panose="020B0502040204020203" pitchFamily="34" charset="0"/>
              </a:rPr>
              <a:t>Shielded Template Disk Creation Wizard</a:t>
            </a:r>
            <a:r>
              <a:rPr lang="en-US" b="0" i="0" dirty="0">
                <a:solidFill>
                  <a:srgbClr val="161616"/>
                </a:solidFill>
                <a:effectLst/>
                <a:latin typeface="Segoe UI" panose="020B0502040204020203" pitchFamily="34" charset="0"/>
              </a:rPr>
              <a:t>. </a:t>
            </a:r>
            <a:endParaRPr lang="en-US" dirty="0"/>
          </a:p>
          <a:p>
            <a:endParaRPr lang="en-US" dirty="0"/>
          </a:p>
          <a:p>
            <a:endParaRPr lang="en-US" dirty="0"/>
          </a:p>
          <a:p>
            <a:endParaRPr lang="en-US" dirty="0"/>
          </a:p>
        </p:txBody>
      </p:sp>
      <p:sp>
        <p:nvSpPr>
          <p:cNvPr id="4" name="Header Placeholder 3"/>
          <p:cNvSpPr>
            <a:spLocks noGrp="1"/>
          </p:cNvSpPr>
          <p:nvPr>
            <p:ph type="hdr" sz="quarter"/>
          </p:nvPr>
        </p:nvSpPr>
        <p:spPr/>
        <p:txBody>
          <a:bodyPr/>
          <a:lstStyle/>
          <a:p>
            <a:r>
              <a:rPr lang="en-US" dirty="0"/>
              <a:t>5: Hyper-V virtualization and containers in Windows Server</a:t>
            </a:r>
          </a:p>
        </p:txBody>
      </p:sp>
      <p:sp>
        <p:nvSpPr>
          <p:cNvPr id="6" name="Slide Number Placeholder 5"/>
          <p:cNvSpPr>
            <a:spLocks noGrp="1"/>
          </p:cNvSpPr>
          <p:nvPr>
            <p:ph type="sldNum" sz="quarter" idx="5"/>
          </p:nvPr>
        </p:nvSpPr>
        <p:spPr/>
        <p:txBody>
          <a:bodyPr/>
          <a:lstStyle/>
          <a:p>
            <a:fld id="{B4008EB6-D09E-4580-8CD6-DDB14511944F}" type="slidenum">
              <a:rPr lang="en-US" smtClean="0"/>
              <a:pPr/>
              <a:t>33</a:t>
            </a:fld>
            <a:endParaRPr lang="en-US" dirty="0"/>
          </a:p>
        </p:txBody>
      </p:sp>
      <p:sp>
        <p:nvSpPr>
          <p:cNvPr id="7" name="Date Placeholder 6">
            <a:extLst>
              <a:ext uri="{FF2B5EF4-FFF2-40B4-BE49-F238E27FC236}">
                <a16:creationId xmlns:a16="http://schemas.microsoft.com/office/drawing/2014/main" id="{828C5E01-5BBF-43A7-9D12-2CA0361ADD64}"/>
              </a:ext>
            </a:extLst>
          </p:cNvPr>
          <p:cNvSpPr>
            <a:spLocks noGrp="1"/>
          </p:cNvSpPr>
          <p:nvPr>
            <p:ph type="dt" idx="1"/>
          </p:nvPr>
        </p:nvSpPr>
        <p:spPr/>
        <p:txBody>
          <a:bodyPr/>
          <a:lstStyle/>
          <a:p>
            <a:r>
              <a:rPr lang="en-US" dirty="0"/>
              <a:t>WS-011T Windows Server 2019 Administration</a:t>
            </a:r>
          </a:p>
        </p:txBody>
      </p:sp>
      <p:sp>
        <p:nvSpPr>
          <p:cNvPr id="8" name="Footer Placeholder 4">
            <a:extLst>
              <a:ext uri="{FF2B5EF4-FFF2-40B4-BE49-F238E27FC236}">
                <a16:creationId xmlns:a16="http://schemas.microsoft.com/office/drawing/2014/main" id="{E2D08091-CC8E-4EB9-9571-7B5E90651305}"/>
              </a:ext>
            </a:extLst>
          </p:cNvPr>
          <p:cNvSpPr>
            <a:spLocks noGrp="1"/>
          </p:cNvSpPr>
          <p:nvPr>
            <p:ph type="ftr" sz="quarter" idx="4"/>
          </p:nvPr>
        </p:nvSpPr>
        <p:spPr>
          <a:xfrm>
            <a:off x="109220" y="8846820"/>
            <a:ext cx="5811520" cy="195944"/>
          </a:xfrm>
          <a:prstGeom prst="rect">
            <a:avLst/>
          </a:prstGeom>
        </p:spPr>
        <p:txBody>
          <a:bodyPr/>
          <a:lstStyle>
            <a:lvl1pPr>
              <a:defRPr sz="1000"/>
            </a:lvl1pPr>
          </a:lstStyle>
          <a:p>
            <a:pPr defTabSz="914099" eaLnBrk="0" hangingPunct="0"/>
            <a:r>
              <a:rPr lang="en-US"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Tree>
    <p:extLst>
      <p:ext uri="{BB962C8B-B14F-4D97-AF65-F5344CB8AC3E}">
        <p14:creationId xmlns:p14="http://schemas.microsoft.com/office/powerpoint/2010/main" val="279636905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38575" y="65088"/>
            <a:ext cx="2914650" cy="1671637"/>
          </a:xfrm>
        </p:spPr>
      </p:sp>
      <p:sp>
        <p:nvSpPr>
          <p:cNvPr id="3" name="Notes Placeholder 2"/>
          <p:cNvSpPr>
            <a:spLocks noGrp="1"/>
          </p:cNvSpPr>
          <p:nvPr>
            <p:ph type="body" idx="1"/>
          </p:nvPr>
        </p:nvSpPr>
        <p:spPr/>
        <p:txBody>
          <a:bodyPr/>
          <a:lstStyle/>
          <a:p>
            <a:r>
              <a:rPr lang="en-US" sz="1000" kern="1200" baseline="0" dirty="0">
                <a:solidFill>
                  <a:schemeClr val="tx1"/>
                </a:solidFill>
                <a:effectLst/>
                <a:latin typeface="Segoe UI" panose="020B0502040204020203" pitchFamily="34" charset="0"/>
                <a:ea typeface="+mn-ea"/>
                <a:cs typeface="+mn-cs"/>
              </a:rPr>
              <a:t>Explain that the illustration represents the Process for powering-on shielded virtual machines. Elaborate on the process.</a:t>
            </a:r>
            <a:br>
              <a:rPr lang="en-US" sz="1000" kern="1200" baseline="0" dirty="0">
                <a:solidFill>
                  <a:schemeClr val="tx1"/>
                </a:solidFill>
                <a:effectLst/>
                <a:latin typeface="Segoe UI" panose="020B0502040204020203" pitchFamily="34" charset="0"/>
                <a:ea typeface="+mn-ea"/>
                <a:cs typeface="+mn-cs"/>
              </a:rPr>
            </a:br>
            <a:endParaRPr lang="en-US" sz="1000" kern="1200" baseline="0" dirty="0">
              <a:solidFill>
                <a:schemeClr val="tx1"/>
              </a:solidFill>
              <a:effectLst/>
              <a:latin typeface="Segoe UI" panose="020B0502040204020203" pitchFamily="34" charset="0"/>
              <a:ea typeface="+mn-ea"/>
              <a:cs typeface="+mn-cs"/>
            </a:endParaRPr>
          </a:p>
          <a:p>
            <a:pPr marL="228600" indent="-228600">
              <a:buFont typeface="+mj-lt"/>
              <a:buAutoNum type="arabicPeriod"/>
            </a:pPr>
            <a:r>
              <a:rPr lang="en-US" sz="1000" b="0" kern="1200" baseline="0" dirty="0">
                <a:solidFill>
                  <a:schemeClr val="tx1"/>
                </a:solidFill>
                <a:effectLst/>
                <a:latin typeface="Segoe UI" panose="020B0502040204020203" pitchFamily="34" charset="0"/>
                <a:ea typeface="+mn-ea"/>
                <a:cs typeface="+mn-cs"/>
              </a:rPr>
              <a:t>User requests to start a shielded VM </a:t>
            </a:r>
            <a:br>
              <a:rPr lang="en-US" sz="1000" b="0" kern="1200" baseline="0" dirty="0">
                <a:solidFill>
                  <a:schemeClr val="tx1"/>
                </a:solidFill>
                <a:effectLst/>
                <a:latin typeface="Segoe UI" panose="020B0502040204020203" pitchFamily="34" charset="0"/>
                <a:ea typeface="+mn-ea"/>
                <a:cs typeface="+mn-cs"/>
              </a:rPr>
            </a:br>
            <a:endParaRPr lang="en-US" sz="1000" b="0" kern="1200" baseline="0" dirty="0">
              <a:solidFill>
                <a:schemeClr val="tx1"/>
              </a:solidFill>
              <a:effectLst/>
              <a:latin typeface="Segoe UI" panose="020B0502040204020203" pitchFamily="34" charset="0"/>
              <a:ea typeface="+mn-ea"/>
              <a:cs typeface="+mn-cs"/>
            </a:endParaRPr>
          </a:p>
          <a:p>
            <a:pPr marL="228600" indent="-228600">
              <a:buFont typeface="+mj-lt"/>
              <a:buAutoNum type="arabicPeriod"/>
            </a:pPr>
            <a:r>
              <a:rPr lang="en-US" sz="1000" b="0" kern="1200" baseline="0" dirty="0">
                <a:solidFill>
                  <a:schemeClr val="tx1"/>
                </a:solidFill>
                <a:effectLst/>
                <a:latin typeface="Segoe UI" panose="020B0502040204020203" pitchFamily="34" charset="0"/>
                <a:ea typeface="+mn-ea"/>
                <a:cs typeface="+mn-cs"/>
              </a:rPr>
              <a:t>Attestation requested</a:t>
            </a:r>
            <a:br>
              <a:rPr lang="en-US" sz="1000" b="0" kern="1200" baseline="0" dirty="0">
                <a:solidFill>
                  <a:schemeClr val="tx1"/>
                </a:solidFill>
                <a:effectLst/>
                <a:latin typeface="Segoe UI" panose="020B0502040204020203" pitchFamily="34" charset="0"/>
                <a:ea typeface="+mn-ea"/>
                <a:cs typeface="+mn-cs"/>
              </a:rPr>
            </a:br>
            <a:endParaRPr lang="en-US" sz="1000" b="0" kern="1200" baseline="0" dirty="0">
              <a:solidFill>
                <a:schemeClr val="tx1"/>
              </a:solidFill>
              <a:effectLst/>
              <a:latin typeface="Segoe UI" panose="020B0502040204020203" pitchFamily="34" charset="0"/>
              <a:ea typeface="+mn-ea"/>
              <a:cs typeface="+mn-cs"/>
            </a:endParaRPr>
          </a:p>
          <a:p>
            <a:pPr marL="228600" indent="-228600">
              <a:buFont typeface="+mj-lt"/>
              <a:buAutoNum type="arabicPeriod"/>
            </a:pPr>
            <a:r>
              <a:rPr lang="en-US" sz="1000" b="0" kern="1200" baseline="0" dirty="0">
                <a:solidFill>
                  <a:schemeClr val="tx1"/>
                </a:solidFill>
                <a:effectLst/>
                <a:latin typeface="Segoe UI" panose="020B0502040204020203" pitchFamily="34" charset="0"/>
                <a:ea typeface="+mn-ea"/>
                <a:cs typeface="+mn-cs"/>
              </a:rPr>
              <a:t>Attestation succeeds or fails The attestation mode determines which checks are needed to successfully attest the host is healthy. </a:t>
            </a:r>
            <a:br>
              <a:rPr lang="en-US" sz="1000" b="0" kern="1200" baseline="0" dirty="0">
                <a:solidFill>
                  <a:schemeClr val="tx1"/>
                </a:solidFill>
                <a:effectLst/>
                <a:latin typeface="Segoe UI" panose="020B0502040204020203" pitchFamily="34" charset="0"/>
                <a:ea typeface="+mn-ea"/>
                <a:cs typeface="+mn-cs"/>
              </a:rPr>
            </a:br>
            <a:endParaRPr lang="en-US" sz="1000" b="0" kern="1200" baseline="0" dirty="0">
              <a:solidFill>
                <a:schemeClr val="tx1"/>
              </a:solidFill>
              <a:effectLst/>
              <a:latin typeface="Segoe UI" panose="020B0502040204020203" pitchFamily="34" charset="0"/>
              <a:ea typeface="+mn-ea"/>
              <a:cs typeface="+mn-cs"/>
            </a:endParaRPr>
          </a:p>
          <a:p>
            <a:pPr marL="228600" indent="-228600">
              <a:buFont typeface="+mj-lt"/>
              <a:buAutoNum type="arabicPeriod"/>
            </a:pPr>
            <a:r>
              <a:rPr lang="en-US" sz="1000" b="0" kern="1200" baseline="0" dirty="0">
                <a:solidFill>
                  <a:schemeClr val="tx1"/>
                </a:solidFill>
                <a:effectLst/>
                <a:latin typeface="Segoe UI" panose="020B0502040204020203" pitchFamily="34" charset="0"/>
                <a:ea typeface="+mn-ea"/>
                <a:cs typeface="+mn-cs"/>
              </a:rPr>
              <a:t>Attestation certificate sent to host If attestation is successful, a health certificate is sent to the host</a:t>
            </a:r>
            <a:br>
              <a:rPr lang="en-US" sz="1000" b="0" kern="1200" baseline="0" dirty="0">
                <a:solidFill>
                  <a:schemeClr val="tx1"/>
                </a:solidFill>
                <a:effectLst/>
                <a:latin typeface="Segoe UI" panose="020B0502040204020203" pitchFamily="34" charset="0"/>
                <a:ea typeface="+mn-ea"/>
                <a:cs typeface="+mn-cs"/>
              </a:rPr>
            </a:br>
            <a:endParaRPr lang="en-US" sz="1000" b="0" kern="1200" baseline="0" dirty="0">
              <a:solidFill>
                <a:schemeClr val="tx1"/>
              </a:solidFill>
              <a:effectLst/>
              <a:latin typeface="Segoe UI" panose="020B0502040204020203" pitchFamily="34" charset="0"/>
              <a:ea typeface="+mn-ea"/>
              <a:cs typeface="+mn-cs"/>
            </a:endParaRPr>
          </a:p>
          <a:p>
            <a:pPr marL="228600" indent="-228600">
              <a:buFont typeface="+mj-lt"/>
              <a:buAutoNum type="arabicPeriod"/>
            </a:pPr>
            <a:r>
              <a:rPr lang="en-US" sz="1000" b="0" kern="1200" baseline="0" dirty="0">
                <a:solidFill>
                  <a:schemeClr val="tx1"/>
                </a:solidFill>
                <a:effectLst/>
                <a:latin typeface="Segoe UI" panose="020B0502040204020203" pitchFamily="34" charset="0"/>
                <a:ea typeface="+mn-ea"/>
                <a:cs typeface="+mn-cs"/>
              </a:rPr>
              <a:t>Host requests VM key. Guarded hosts need to request the necessary keys from the KPS on the HGS.</a:t>
            </a:r>
            <a:br>
              <a:rPr lang="en-US" sz="1000" b="0" kern="1200" baseline="0" dirty="0">
                <a:solidFill>
                  <a:schemeClr val="tx1"/>
                </a:solidFill>
                <a:effectLst/>
                <a:latin typeface="Segoe UI" panose="020B0502040204020203" pitchFamily="34" charset="0"/>
                <a:ea typeface="+mn-ea"/>
                <a:cs typeface="+mn-cs"/>
              </a:rPr>
            </a:br>
            <a:endParaRPr lang="en-US" sz="1000" b="0" kern="1200" baseline="0" dirty="0">
              <a:solidFill>
                <a:schemeClr val="tx1"/>
              </a:solidFill>
              <a:effectLst/>
              <a:latin typeface="Segoe UI" panose="020B0502040204020203" pitchFamily="34" charset="0"/>
              <a:ea typeface="+mn-ea"/>
              <a:cs typeface="+mn-cs"/>
            </a:endParaRPr>
          </a:p>
          <a:p>
            <a:pPr marL="228600" indent="-228600">
              <a:buFont typeface="+mj-lt"/>
              <a:buAutoNum type="arabicPeriod"/>
            </a:pPr>
            <a:r>
              <a:rPr lang="en-US" sz="1000" b="0" kern="1200" baseline="0" dirty="0">
                <a:solidFill>
                  <a:schemeClr val="tx1"/>
                </a:solidFill>
                <a:effectLst/>
                <a:latin typeface="Segoe UI" panose="020B0502040204020203" pitchFamily="34" charset="0"/>
                <a:ea typeface="+mn-ea"/>
                <a:cs typeface="+mn-cs"/>
              </a:rPr>
              <a:t>Key is released The KPS examines the health certificate provided by the guarded host to determine its validity. </a:t>
            </a:r>
            <a:br>
              <a:rPr lang="en-US" sz="1000" b="0" kern="1200" baseline="0" dirty="0">
                <a:solidFill>
                  <a:schemeClr val="tx1"/>
                </a:solidFill>
                <a:effectLst/>
                <a:latin typeface="Segoe UI" panose="020B0502040204020203" pitchFamily="34" charset="0"/>
                <a:ea typeface="+mn-ea"/>
                <a:cs typeface="+mn-cs"/>
              </a:rPr>
            </a:br>
            <a:endParaRPr lang="en-US" sz="1000" b="0" kern="1200" baseline="0" dirty="0">
              <a:solidFill>
                <a:schemeClr val="tx1"/>
              </a:solidFill>
              <a:effectLst/>
              <a:latin typeface="Segoe UI" panose="020B0502040204020203" pitchFamily="34" charset="0"/>
              <a:ea typeface="+mn-ea"/>
              <a:cs typeface="+mn-cs"/>
            </a:endParaRPr>
          </a:p>
          <a:p>
            <a:pPr marL="228600" marR="0" lvl="0" indent="-228600" algn="l" defTabSz="932742" rtl="0" eaLnBrk="1" fontAlgn="auto" latinLnBrk="0" hangingPunct="1">
              <a:lnSpc>
                <a:spcPct val="90000"/>
              </a:lnSpc>
              <a:spcBef>
                <a:spcPts val="0"/>
              </a:spcBef>
              <a:spcAft>
                <a:spcPts val="600"/>
              </a:spcAft>
              <a:buClrTx/>
              <a:buSzTx/>
              <a:buFont typeface="+mj-lt"/>
              <a:buAutoNum type="arabicPeriod"/>
              <a:tabLst/>
              <a:defRPr/>
            </a:pPr>
            <a:r>
              <a:rPr lang="en-US" sz="1000" b="0" kern="1200" baseline="0" dirty="0">
                <a:solidFill>
                  <a:schemeClr val="tx1"/>
                </a:solidFill>
                <a:effectLst/>
                <a:latin typeface="Segoe UI" panose="020B0502040204020203" pitchFamily="34" charset="0"/>
                <a:ea typeface="+mn-ea"/>
                <a:cs typeface="+mn-cs"/>
              </a:rPr>
              <a:t>Key is returned to host If the health certificate is valid, the KPS attempts to decrypt the provided secret from the guarded host </a:t>
            </a:r>
            <a:br>
              <a:rPr lang="en-US" sz="1000" b="0" kern="1200" baseline="0" dirty="0">
                <a:solidFill>
                  <a:schemeClr val="tx1"/>
                </a:solidFill>
                <a:effectLst/>
                <a:latin typeface="Segoe UI" panose="020B0502040204020203" pitchFamily="34" charset="0"/>
                <a:ea typeface="+mn-ea"/>
                <a:cs typeface="+mn-cs"/>
              </a:rPr>
            </a:br>
            <a:br>
              <a:rPr lang="en-US" sz="1000" b="0" kern="1200" baseline="0" dirty="0">
                <a:solidFill>
                  <a:schemeClr val="tx1"/>
                </a:solidFill>
                <a:effectLst/>
                <a:latin typeface="Segoe UI" panose="020B0502040204020203" pitchFamily="34" charset="0"/>
                <a:ea typeface="+mn-ea"/>
                <a:cs typeface="+mn-cs"/>
              </a:rPr>
            </a:br>
            <a:r>
              <a:rPr lang="en-US" sz="1000" b="0" kern="1200" baseline="0" dirty="0">
                <a:solidFill>
                  <a:schemeClr val="tx1"/>
                </a:solidFill>
                <a:effectLst/>
                <a:latin typeface="Segoe UI" panose="020B0502040204020203" pitchFamily="34" charset="0"/>
                <a:ea typeface="+mn-ea"/>
                <a:cs typeface="+mn-cs"/>
              </a:rPr>
              <a:t>vides powers on shielded VM The guarded host can now unlock and power-on the shielded VM.</a:t>
            </a:r>
          </a:p>
          <a:p>
            <a:pPr marL="0" indent="0">
              <a:buFont typeface="+mj-lt"/>
              <a:buNone/>
            </a:pPr>
            <a:br>
              <a:rPr lang="en-US" sz="1000" b="0" kern="1200" baseline="0" dirty="0">
                <a:solidFill>
                  <a:schemeClr val="tx1"/>
                </a:solidFill>
                <a:effectLst/>
                <a:latin typeface="Segoe UI" panose="020B0502040204020203" pitchFamily="34" charset="0"/>
                <a:ea typeface="+mn-ea"/>
                <a:cs typeface="+mn-cs"/>
              </a:rPr>
            </a:br>
            <a:endParaRPr lang="en-US" sz="1000" b="0" kern="1200" baseline="0" dirty="0">
              <a:solidFill>
                <a:schemeClr val="tx1"/>
              </a:solidFill>
              <a:effectLst/>
              <a:latin typeface="Segoe UI" panose="020B0502040204020203" pitchFamily="34" charset="0"/>
              <a:ea typeface="+mn-ea"/>
              <a:cs typeface="+mn-cs"/>
            </a:endParaRPr>
          </a:p>
          <a:p>
            <a:br>
              <a:rPr lang="en-US" sz="1000" b="0" kern="1200" baseline="0" dirty="0">
                <a:solidFill>
                  <a:schemeClr val="tx1"/>
                </a:solidFill>
                <a:effectLst/>
                <a:latin typeface="Segoe UI" panose="020B0502040204020203" pitchFamily="34" charset="0"/>
                <a:ea typeface="+mn-ea"/>
                <a:cs typeface="+mn-cs"/>
              </a:rPr>
            </a:br>
            <a:endParaRPr lang="en-US" sz="1000" b="0" kern="1200" baseline="0" dirty="0">
              <a:solidFill>
                <a:schemeClr val="tx1"/>
              </a:solidFill>
              <a:effectLst/>
              <a:latin typeface="Segoe UI" panose="020B0502040204020203" pitchFamily="34" charset="0"/>
              <a:ea typeface="+mn-ea"/>
              <a:cs typeface="+mn-cs"/>
            </a:endParaRPr>
          </a:p>
          <a:p>
            <a:endParaRPr lang="en-US" dirty="0"/>
          </a:p>
        </p:txBody>
      </p:sp>
      <p:sp>
        <p:nvSpPr>
          <p:cNvPr id="4" name="Header Placeholder 3"/>
          <p:cNvSpPr>
            <a:spLocks noGrp="1"/>
          </p:cNvSpPr>
          <p:nvPr>
            <p:ph type="hdr" sz="quarter"/>
          </p:nvPr>
        </p:nvSpPr>
        <p:spPr/>
        <p:txBody>
          <a:bodyPr/>
          <a:lstStyle/>
          <a:p>
            <a:r>
              <a:rPr lang="en-US" dirty="0"/>
              <a:t>5: Hyper-V virtualization and containers in Windows Server</a:t>
            </a:r>
          </a:p>
        </p:txBody>
      </p:sp>
      <p:sp>
        <p:nvSpPr>
          <p:cNvPr id="6" name="Slide Number Placeholder 5"/>
          <p:cNvSpPr>
            <a:spLocks noGrp="1"/>
          </p:cNvSpPr>
          <p:nvPr>
            <p:ph type="sldNum" sz="quarter" idx="5"/>
          </p:nvPr>
        </p:nvSpPr>
        <p:spPr/>
        <p:txBody>
          <a:bodyPr/>
          <a:lstStyle/>
          <a:p>
            <a:fld id="{B4008EB6-D09E-4580-8CD6-DDB14511944F}" type="slidenum">
              <a:rPr lang="en-US" smtClean="0"/>
              <a:pPr/>
              <a:t>34</a:t>
            </a:fld>
            <a:endParaRPr lang="en-US" dirty="0"/>
          </a:p>
        </p:txBody>
      </p:sp>
      <p:sp>
        <p:nvSpPr>
          <p:cNvPr id="7" name="Date Placeholder 6">
            <a:extLst>
              <a:ext uri="{FF2B5EF4-FFF2-40B4-BE49-F238E27FC236}">
                <a16:creationId xmlns:a16="http://schemas.microsoft.com/office/drawing/2014/main" id="{FD50B932-B550-4BCF-9DCE-1389B776FD6C}"/>
              </a:ext>
            </a:extLst>
          </p:cNvPr>
          <p:cNvSpPr>
            <a:spLocks noGrp="1"/>
          </p:cNvSpPr>
          <p:nvPr>
            <p:ph type="dt" idx="1"/>
          </p:nvPr>
        </p:nvSpPr>
        <p:spPr/>
        <p:txBody>
          <a:bodyPr/>
          <a:lstStyle/>
          <a:p>
            <a:r>
              <a:rPr lang="en-US" dirty="0"/>
              <a:t>WS-011T Windows Server 2019 Administration</a:t>
            </a:r>
          </a:p>
        </p:txBody>
      </p:sp>
      <p:sp>
        <p:nvSpPr>
          <p:cNvPr id="8" name="Footer Placeholder 4">
            <a:extLst>
              <a:ext uri="{FF2B5EF4-FFF2-40B4-BE49-F238E27FC236}">
                <a16:creationId xmlns:a16="http://schemas.microsoft.com/office/drawing/2014/main" id="{CC1CAF75-4DE5-47A1-A392-63A9172A061A}"/>
              </a:ext>
            </a:extLst>
          </p:cNvPr>
          <p:cNvSpPr>
            <a:spLocks noGrp="1"/>
          </p:cNvSpPr>
          <p:nvPr>
            <p:ph type="ftr" sz="quarter" idx="4"/>
          </p:nvPr>
        </p:nvSpPr>
        <p:spPr>
          <a:xfrm>
            <a:off x="109220" y="8846820"/>
            <a:ext cx="5811520" cy="195944"/>
          </a:xfrm>
          <a:prstGeom prst="rect">
            <a:avLst/>
          </a:prstGeom>
        </p:spPr>
        <p:txBody>
          <a:bodyPr/>
          <a:lstStyle>
            <a:lvl1pPr>
              <a:defRPr sz="1000"/>
            </a:lvl1pPr>
          </a:lstStyle>
          <a:p>
            <a:pPr defTabSz="914099" eaLnBrk="0" hangingPunct="0"/>
            <a:r>
              <a:rPr lang="en-US"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Tree>
    <p:extLst>
      <p:ext uri="{BB962C8B-B14F-4D97-AF65-F5344CB8AC3E}">
        <p14:creationId xmlns:p14="http://schemas.microsoft.com/office/powerpoint/2010/main" val="287351950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14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E8E6DF"/>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B334D90-2717-2269-E486-F1900244A628}"/>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994525"/>
          </a:xfrm>
          <a:prstGeom prst="rect">
            <a:avLst/>
          </a:prstGeom>
        </p:spPr>
      </p:pic>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userDrawn="1"/>
        </p:nvPicPr>
        <p:blipFill>
          <a:blip r:embed="rId3"/>
          <a:stretch>
            <a:fillRect/>
          </a:stretch>
        </p:blipFill>
        <p:spPr bwMode="black">
          <a:xfrm>
            <a:off x="584200" y="597450"/>
            <a:ext cx="1366440" cy="298433"/>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569913" y="3497263"/>
            <a:ext cx="5686955" cy="1255614"/>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Event name or </a:t>
            </a:r>
            <a:br>
              <a:rPr lang="en-US"/>
            </a:br>
            <a:r>
              <a:rPr lang="en-US"/>
              <a:t>presentation title </a:t>
            </a:r>
          </a:p>
        </p:txBody>
      </p:sp>
      <p:sp>
        <p:nvSpPr>
          <p:cNvPr id="6" name="Text Placeholder 4">
            <a:extLst>
              <a:ext uri="{FF2B5EF4-FFF2-40B4-BE49-F238E27FC236}">
                <a16:creationId xmlns:a16="http://schemas.microsoft.com/office/drawing/2014/main" id="{1DDA2A08-4E66-0E3E-D138-C376487FF5F2}"/>
              </a:ext>
            </a:extLst>
          </p:cNvPr>
          <p:cNvSpPr>
            <a:spLocks noGrp="1"/>
          </p:cNvSpPr>
          <p:nvPr>
            <p:ph type="body" sz="quarter" idx="13" hasCustomPrompt="1"/>
          </p:nvPr>
        </p:nvSpPr>
        <p:spPr>
          <a:xfrm>
            <a:off x="4756150" y="6574853"/>
            <a:ext cx="1645920" cy="156952"/>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Date</a:t>
            </a:r>
          </a:p>
        </p:txBody>
      </p:sp>
      <p:sp>
        <p:nvSpPr>
          <p:cNvPr id="2" name="Footer Placeholder 2">
            <a:extLst>
              <a:ext uri="{FF2B5EF4-FFF2-40B4-BE49-F238E27FC236}">
                <a16:creationId xmlns:a16="http://schemas.microsoft.com/office/drawing/2014/main" id="{85BED6C2-A7E0-FF4A-9938-5E97C08B8C9F}"/>
              </a:ext>
            </a:extLst>
          </p:cNvPr>
          <p:cNvSpPr txBox="1">
            <a:spLocks/>
          </p:cNvSpPr>
          <p:nvPr userDrawn="1"/>
        </p:nvSpPr>
        <p:spPr>
          <a:xfrm>
            <a:off x="579438" y="6548910"/>
            <a:ext cx="4151312" cy="201917"/>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mn-cs"/>
              </a:rPr>
              <a:t>© Copyright Microsoft Corporation. All rights reserved.</a:t>
            </a:r>
          </a:p>
        </p:txBody>
      </p:sp>
    </p:spTree>
    <p:extLst>
      <p:ext uri="{BB962C8B-B14F-4D97-AF65-F5344CB8AC3E}">
        <p14:creationId xmlns:p14="http://schemas.microsoft.com/office/powerpoint/2010/main" val="73176049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rgbClr val="E8E6D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D1096F-1307-5006-527D-D3AF4C75C5EF}"/>
              </a:ext>
              <a:ext uri="{C183D7F6-B498-43B3-948B-1728B52AA6E4}">
                <adec:decorative xmlns:adec="http://schemas.microsoft.com/office/drawing/2017/decorative" val="1"/>
              </a:ext>
            </a:extLst>
          </p:cNvPr>
          <p:cNvPicPr>
            <a:picLocks noChangeAspect="1"/>
          </p:cNvPicPr>
          <p:nvPr userDrawn="1"/>
        </p:nvPicPr>
        <p:blipFill rotWithShape="1">
          <a:blip r:embed="rId2"/>
          <a:srcRect r="19824"/>
          <a:stretch/>
        </p:blipFill>
        <p:spPr>
          <a:xfrm>
            <a:off x="2417010" y="0"/>
            <a:ext cx="9774990" cy="6994525"/>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2" y="3451989"/>
            <a:ext cx="6345239" cy="627807"/>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Section divider title</a:t>
            </a:r>
          </a:p>
        </p:txBody>
      </p:sp>
    </p:spTree>
    <p:extLst>
      <p:ext uri="{BB962C8B-B14F-4D97-AF65-F5344CB8AC3E}">
        <p14:creationId xmlns:p14="http://schemas.microsoft.com/office/powerpoint/2010/main" val="418573905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_1-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96867"/>
            <a:ext cx="8193024" cy="502246"/>
          </a:xfrm>
        </p:spPr>
        <p:txBody>
          <a:bodyPr/>
          <a:lstStyle>
            <a:lvl1pPr>
              <a:defRPr sz="3200" b="0" i="0">
                <a:solidFill>
                  <a:schemeClr val="tx1"/>
                </a:solidFill>
                <a:latin typeface="+mj-lt"/>
                <a:cs typeface="Segoe UI Semibold" panose="020B0502040204020203" pitchFamily="34" charset="0"/>
              </a:defRPr>
            </a:lvl1pPr>
          </a:lstStyle>
          <a:p>
            <a:r>
              <a:rPr lang="en-US"/>
              <a:t>Agenda</a:t>
            </a:r>
          </a:p>
        </p:txBody>
      </p:sp>
      <p:sp>
        <p:nvSpPr>
          <p:cNvPr id="3" name="Text Placeholder 3">
            <a:extLst>
              <a:ext uri="{FF2B5EF4-FFF2-40B4-BE49-F238E27FC236}">
                <a16:creationId xmlns:a16="http://schemas.microsoft.com/office/drawing/2014/main" id="{CAC2502E-5D9F-F851-3464-EDB3AAD612FA}"/>
              </a:ext>
            </a:extLst>
          </p:cNvPr>
          <p:cNvSpPr>
            <a:spLocks noGrp="1"/>
          </p:cNvSpPr>
          <p:nvPr>
            <p:ph type="body" sz="quarter" idx="15"/>
          </p:nvPr>
        </p:nvSpPr>
        <p:spPr>
          <a:xfrm>
            <a:off x="586390" y="1854373"/>
            <a:ext cx="5033361" cy="350003"/>
          </a:xfrm>
          <a:prstGeom prst="rect">
            <a:avLst/>
          </a:prstGeom>
        </p:spPr>
        <p:txBody>
          <a:bodyPr wrap="square">
            <a:spAutoFit/>
          </a:bodyPr>
          <a:lstStyle>
            <a:lvl1pPr marL="215900" indent="-215900">
              <a:lnSpc>
                <a:spcPct val="100000"/>
              </a:lnSpc>
              <a:spcBef>
                <a:spcPts val="0"/>
              </a:spcBef>
              <a:spcAft>
                <a:spcPts val="1200"/>
              </a:spcAft>
              <a:buFont typeface="Arial" panose="020B0604020202020204" pitchFamily="34" charset="0"/>
              <a:buChar char="•"/>
              <a:defRPr sz="2200">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406896011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guide id="40"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Agenda_2-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96867"/>
            <a:ext cx="8193024" cy="502246"/>
          </a:xfrm>
        </p:spPr>
        <p:txBody>
          <a:bodyPr/>
          <a:lstStyle>
            <a:lvl1pPr>
              <a:defRPr sz="3200"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F340DCC4-9FA9-09C4-BB96-6B9979AA256C}"/>
              </a:ext>
              <a:ext uri="{C183D7F6-B498-43B3-948B-1728B52AA6E4}">
                <adec:decorative xmlns:adec="http://schemas.microsoft.com/office/drawing/2017/decorative" val="1"/>
              </a:ext>
            </a:extLst>
          </p:cNvPr>
          <p:cNvCxnSpPr>
            <a:cxnSpLocks/>
          </p:cNvCxnSpPr>
          <p:nvPr userDrawn="1"/>
        </p:nvCxnSpPr>
        <p:spPr>
          <a:xfrm>
            <a:off x="585216" y="1314712"/>
            <a:ext cx="3182112"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Text Placeholder 3">
            <a:extLst>
              <a:ext uri="{FF2B5EF4-FFF2-40B4-BE49-F238E27FC236}">
                <a16:creationId xmlns:a16="http://schemas.microsoft.com/office/drawing/2014/main" id="{4D82F77F-F413-CFB2-A490-42936771DAD7}"/>
              </a:ext>
            </a:extLst>
          </p:cNvPr>
          <p:cNvSpPr>
            <a:spLocks noGrp="1"/>
          </p:cNvSpPr>
          <p:nvPr>
            <p:ph type="body" sz="quarter" idx="17"/>
          </p:nvPr>
        </p:nvSpPr>
        <p:spPr>
          <a:xfrm>
            <a:off x="586390" y="1854372"/>
            <a:ext cx="4719695" cy="345294"/>
          </a:xfrm>
          <a:prstGeom prst="rect">
            <a:avLst/>
          </a:prstGeom>
        </p:spPr>
        <p:txBody>
          <a:bodyPr vert="horz" wrap="square" lIns="0" tIns="0" rIns="0" bIns="0" rtlCol="0">
            <a:spAutoFit/>
          </a:bodyPr>
          <a:lstStyle>
            <a:lvl1pPr>
              <a:defRPr lang="en-US" sz="2200"/>
            </a:lvl1pPr>
          </a:lstStyle>
          <a:p>
            <a:pPr marL="215900" lvl="0" indent="-215900">
              <a:spcBef>
                <a:spcPts val="0"/>
              </a:spcBef>
              <a:spcAft>
                <a:spcPts val="1200"/>
              </a:spcAft>
            </a:pPr>
            <a:r>
              <a:rPr lang="en-US"/>
              <a:t>Click to edit Master text styles</a:t>
            </a:r>
          </a:p>
        </p:txBody>
      </p:sp>
      <p:sp>
        <p:nvSpPr>
          <p:cNvPr id="6" name="Text Placeholder 3">
            <a:extLst>
              <a:ext uri="{FF2B5EF4-FFF2-40B4-BE49-F238E27FC236}">
                <a16:creationId xmlns:a16="http://schemas.microsoft.com/office/drawing/2014/main" id="{6F9FBD2C-38D6-C1BF-620A-300B1F4C5CF2}"/>
              </a:ext>
            </a:extLst>
          </p:cNvPr>
          <p:cNvSpPr>
            <a:spLocks noGrp="1"/>
          </p:cNvSpPr>
          <p:nvPr>
            <p:ph type="body" sz="quarter" idx="18"/>
          </p:nvPr>
        </p:nvSpPr>
        <p:spPr>
          <a:xfrm>
            <a:off x="6891339" y="1854372"/>
            <a:ext cx="4719695" cy="345294"/>
          </a:xfrm>
          <a:prstGeom prst="rect">
            <a:avLst/>
          </a:prstGeom>
        </p:spPr>
        <p:txBody>
          <a:bodyPr vert="horz" wrap="square" lIns="0" tIns="0" rIns="0" bIns="0" rtlCol="0">
            <a:spAutoFit/>
          </a:bodyPr>
          <a:lstStyle>
            <a:lvl1pPr>
              <a:defRPr lang="en-US" sz="2200"/>
            </a:lvl1pPr>
          </a:lstStyle>
          <a:p>
            <a:pPr marL="215900" lvl="0" indent="-215900">
              <a:spcBef>
                <a:spcPts val="0"/>
              </a:spcBef>
              <a:spcAft>
                <a:spcPts val="1200"/>
              </a:spcAft>
            </a:pPr>
            <a:r>
              <a:rPr lang="en-US"/>
              <a:t>Click to edit Master text styles</a:t>
            </a:r>
          </a:p>
        </p:txBody>
      </p:sp>
    </p:spTree>
    <p:extLst>
      <p:ext uri="{BB962C8B-B14F-4D97-AF65-F5344CB8AC3E}">
        <p14:creationId xmlns:p14="http://schemas.microsoft.com/office/powerpoint/2010/main" val="151957276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resenter-BIo">
    <p:bg>
      <p:bgPr>
        <a:solidFill>
          <a:srgbClr val="E8E6D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AA94852-62BE-D975-5820-B3227B110B53}"/>
              </a:ext>
            </a:extLst>
          </p:cNvPr>
          <p:cNvSpPr/>
          <p:nvPr userDrawn="1"/>
        </p:nvSpPr>
        <p:spPr bwMode="auto">
          <a:xfrm>
            <a:off x="1" y="0"/>
            <a:ext cx="7036066" cy="6994525"/>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5749038" cy="502246"/>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D63B5AFD-1A0C-9C6A-B579-7F4B7918234D}"/>
              </a:ext>
            </a:extLst>
          </p:cNvPr>
          <p:cNvSpPr>
            <a:spLocks noGrp="1"/>
          </p:cNvSpPr>
          <p:nvPr>
            <p:ph type="pic" sz="quarter" idx="19"/>
          </p:nvPr>
        </p:nvSpPr>
        <p:spPr bwMode="ltGray">
          <a:xfrm>
            <a:off x="7554590" y="3910054"/>
            <a:ext cx="1069848" cy="1091146"/>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dirty="0"/>
              <a:t>Click icon to add picture</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78B296A1-E2FF-6AD0-056E-6FFA0EA08B6A}"/>
              </a:ext>
            </a:extLst>
          </p:cNvPr>
          <p:cNvSpPr>
            <a:spLocks noGrp="1"/>
          </p:cNvSpPr>
          <p:nvPr>
            <p:ph type="pic" sz="quarter" idx="30"/>
          </p:nvPr>
        </p:nvSpPr>
        <p:spPr bwMode="ltGray">
          <a:xfrm>
            <a:off x="10568728" y="3910054"/>
            <a:ext cx="1069848" cy="1091146"/>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dirty="0"/>
              <a:t>Click icon to add picture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D58F4ACC-A223-94FA-AF57-8B62501B059F}"/>
              </a:ext>
            </a:extLst>
          </p:cNvPr>
          <p:cNvSpPr>
            <a:spLocks noGrp="1"/>
          </p:cNvSpPr>
          <p:nvPr>
            <p:ph type="pic" sz="quarter" idx="31"/>
          </p:nvPr>
        </p:nvSpPr>
        <p:spPr bwMode="ltGray">
          <a:xfrm>
            <a:off x="9061659" y="3910054"/>
            <a:ext cx="1069848" cy="1091146"/>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dirty="0"/>
              <a:t>Click icon to add picture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88133D48-744E-F029-079E-2E16C2809895}"/>
              </a:ext>
            </a:extLst>
          </p:cNvPr>
          <p:cNvSpPr>
            <a:spLocks noGrp="1"/>
          </p:cNvSpPr>
          <p:nvPr>
            <p:ph type="pic" sz="quarter" idx="32"/>
          </p:nvPr>
        </p:nvSpPr>
        <p:spPr bwMode="ltGray">
          <a:xfrm>
            <a:off x="7554590" y="5302692"/>
            <a:ext cx="1069848" cy="1091146"/>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dirty="0"/>
              <a:t>Click icon to add picture</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09D3DDE-EAFB-B57D-9147-8827F7743E1A}"/>
              </a:ext>
            </a:extLst>
          </p:cNvPr>
          <p:cNvSpPr>
            <a:spLocks noGrp="1"/>
          </p:cNvSpPr>
          <p:nvPr>
            <p:ph type="pic" sz="quarter" idx="33"/>
          </p:nvPr>
        </p:nvSpPr>
        <p:spPr bwMode="ltGray">
          <a:xfrm>
            <a:off x="10568728" y="5302692"/>
            <a:ext cx="1069848" cy="1091146"/>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dirty="0"/>
              <a:t>Click icon to add picture</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DFDB12BE-8B16-4DC3-C014-945C54E8CD7D}"/>
              </a:ext>
            </a:extLst>
          </p:cNvPr>
          <p:cNvSpPr>
            <a:spLocks noGrp="1"/>
          </p:cNvSpPr>
          <p:nvPr>
            <p:ph type="pic" sz="quarter" idx="34"/>
          </p:nvPr>
        </p:nvSpPr>
        <p:spPr bwMode="ltGray">
          <a:xfrm>
            <a:off x="9061659" y="5302692"/>
            <a:ext cx="1069848" cy="1091146"/>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dirty="0"/>
              <a:t>Click icon to add picture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0375802-7BB3-7A20-1210-E5FEEE1A56F8}"/>
              </a:ext>
            </a:extLst>
          </p:cNvPr>
          <p:cNvSpPr>
            <a:spLocks noGrp="1"/>
          </p:cNvSpPr>
          <p:nvPr>
            <p:ph type="pic" sz="quarter" idx="14" hasCustomPrompt="1"/>
          </p:nvPr>
        </p:nvSpPr>
        <p:spPr bwMode="ltGray">
          <a:xfrm>
            <a:off x="8165232" y="466302"/>
            <a:ext cx="2849035" cy="2931430"/>
          </a:xfrm>
          <a:prstGeom prst="roundRect">
            <a:avLst>
              <a:gd name="adj" fmla="val 21738"/>
            </a:avLst>
          </a:prstGeom>
          <a:blipFill>
            <a:blip r:embed="rId2"/>
            <a:stretch>
              <a:fillRect/>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640" b="1">
                <a:solidFill>
                  <a:srgbClr val="000000"/>
                </a:solidFill>
                <a:latin typeface="+mn-lt"/>
                <a:cs typeface="Segoe UI" panose="020B0502040204020203" pitchFamily="34" charset="0"/>
              </a:defRPr>
            </a:lvl1pPr>
          </a:lstStyle>
          <a:p>
            <a:r>
              <a:rPr lang="en-US" dirty="0"/>
              <a:t>Click icon to </a:t>
            </a:r>
            <a:br>
              <a:rPr lang="en-US" dirty="0"/>
            </a:br>
            <a:r>
              <a:rPr lang="en-US" dirty="0"/>
              <a:t>add your picture here</a:t>
            </a:r>
          </a:p>
        </p:txBody>
      </p:sp>
      <p:sp>
        <p:nvSpPr>
          <p:cNvPr id="7" name="Footer Placeholder 2">
            <a:extLst>
              <a:ext uri="{FF2B5EF4-FFF2-40B4-BE49-F238E27FC236}">
                <a16:creationId xmlns:a16="http://schemas.microsoft.com/office/drawing/2014/main" id="{FEE9CA35-7E2C-1B90-FD18-D2DBFD0DA24A}"/>
              </a:ext>
            </a:extLst>
          </p:cNvPr>
          <p:cNvSpPr txBox="1">
            <a:spLocks/>
          </p:cNvSpPr>
          <p:nvPr userDrawn="1"/>
        </p:nvSpPr>
        <p:spPr>
          <a:xfrm>
            <a:off x="579438" y="6548910"/>
            <a:ext cx="4151312" cy="201917"/>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mn-cs"/>
              </a:rPr>
              <a:t>© Copyright Microsoft Corporation. All rights reserved.</a:t>
            </a:r>
          </a:p>
        </p:txBody>
      </p:sp>
    </p:spTree>
    <p:extLst>
      <p:ext uri="{BB962C8B-B14F-4D97-AF65-F5344CB8AC3E}">
        <p14:creationId xmlns:p14="http://schemas.microsoft.com/office/powerpoint/2010/main" val="2221729542"/>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ummary page_Big headline_Learn">
    <p:bg>
      <p:bgPr>
        <a:solidFill>
          <a:srgbClr val="E8E6D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361096-DA6C-ED52-FA05-5031C6CAB2F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994525"/>
          </a:xfrm>
          <a:prstGeom prst="rect">
            <a:avLst/>
          </a:prstGeom>
        </p:spPr>
      </p:pic>
      <p:sp>
        <p:nvSpPr>
          <p:cNvPr id="5" name="Title 4">
            <a:extLst>
              <a:ext uri="{FF2B5EF4-FFF2-40B4-BE49-F238E27FC236}">
                <a16:creationId xmlns:a16="http://schemas.microsoft.com/office/drawing/2014/main" id="{22E59AFC-909D-1098-D672-A384B97467B1}"/>
              </a:ext>
            </a:extLst>
          </p:cNvPr>
          <p:cNvSpPr>
            <a:spLocks noGrp="1"/>
          </p:cNvSpPr>
          <p:nvPr>
            <p:ph type="title" hasCustomPrompt="1"/>
          </p:nvPr>
        </p:nvSpPr>
        <p:spPr>
          <a:xfrm>
            <a:off x="525082" y="2496797"/>
            <a:ext cx="10430257" cy="1035882"/>
          </a:xfrm>
        </p:spPr>
        <p:txBody>
          <a:bodyPr anchor="b" anchorCtr="0"/>
          <a:lstStyle>
            <a:lvl1pPr>
              <a:defRPr sz="6600" spc="-100" baseline="0">
                <a:latin typeface="+mn-lt"/>
              </a:defRPr>
            </a:lvl1pPr>
          </a:lstStyle>
          <a:p>
            <a:r>
              <a:rPr lang="en-US"/>
              <a:t>Big headline</a:t>
            </a:r>
          </a:p>
        </p:txBody>
      </p:sp>
      <p:sp>
        <p:nvSpPr>
          <p:cNvPr id="9" name="Text Placeholder 3">
            <a:extLst>
              <a:ext uri="{FF2B5EF4-FFF2-40B4-BE49-F238E27FC236}">
                <a16:creationId xmlns:a16="http://schemas.microsoft.com/office/drawing/2014/main" id="{EAE3F76B-93DD-2A11-C7C5-3051EECE9777}"/>
              </a:ext>
            </a:extLst>
          </p:cNvPr>
          <p:cNvSpPr>
            <a:spLocks noGrp="1"/>
          </p:cNvSpPr>
          <p:nvPr>
            <p:ph type="body" sz="quarter" idx="15"/>
          </p:nvPr>
        </p:nvSpPr>
        <p:spPr>
          <a:xfrm>
            <a:off x="586390" y="4363484"/>
            <a:ext cx="4712686" cy="74081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7477A8E4-EDF0-DDB3-8098-28D44E2342D6}"/>
              </a:ext>
            </a:extLst>
          </p:cNvPr>
          <p:cNvSpPr>
            <a:spLocks noGrp="1"/>
          </p:cNvSpPr>
          <p:nvPr>
            <p:ph type="body" sz="quarter" idx="16"/>
          </p:nvPr>
        </p:nvSpPr>
        <p:spPr>
          <a:xfrm>
            <a:off x="6246410" y="4363484"/>
            <a:ext cx="3765954" cy="74081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2" name="Footer Placeholder 2">
            <a:extLst>
              <a:ext uri="{FF2B5EF4-FFF2-40B4-BE49-F238E27FC236}">
                <a16:creationId xmlns:a16="http://schemas.microsoft.com/office/drawing/2014/main" id="{89CAA6EA-34FD-6A61-2DD4-EAAB33642A7B}"/>
              </a:ext>
            </a:extLst>
          </p:cNvPr>
          <p:cNvSpPr txBox="1">
            <a:spLocks/>
          </p:cNvSpPr>
          <p:nvPr userDrawn="1"/>
        </p:nvSpPr>
        <p:spPr>
          <a:xfrm>
            <a:off x="579438" y="6548910"/>
            <a:ext cx="4151312" cy="201917"/>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mn-cs"/>
              </a:rPr>
              <a:t>© Copyright Microsoft Corporation. All rights reserved.</a:t>
            </a:r>
          </a:p>
        </p:txBody>
      </p:sp>
    </p:spTree>
    <p:extLst>
      <p:ext uri="{BB962C8B-B14F-4D97-AF65-F5344CB8AC3E}">
        <p14:creationId xmlns:p14="http://schemas.microsoft.com/office/powerpoint/2010/main" val="6832180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68">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36">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11013474" cy="502246"/>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622730"/>
            <a:ext cx="11013474" cy="74081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73434247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11011601" cy="502246"/>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11">
            <a:extLst>
              <a:ext uri="{FF2B5EF4-FFF2-40B4-BE49-F238E27FC236}">
                <a16:creationId xmlns:a16="http://schemas.microsoft.com/office/drawing/2014/main" id="{CA4E92E8-A50E-5AB4-8891-983AC58DB6A9}"/>
              </a:ext>
            </a:extLst>
          </p:cNvPr>
          <p:cNvSpPr>
            <a:spLocks noGrp="1"/>
          </p:cNvSpPr>
          <p:nvPr>
            <p:ph type="body" sz="quarter" idx="17"/>
          </p:nvPr>
        </p:nvSpPr>
        <p:spPr>
          <a:xfrm>
            <a:off x="584200" y="1414373"/>
            <a:ext cx="11011601" cy="345294"/>
          </a:xfrm>
          <a:prstGeom prst="rect">
            <a:avLst/>
          </a:prstGeo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823116680"/>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11011601" cy="502246"/>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5" name="Text Placeholder 11">
            <a:extLst>
              <a:ext uri="{FF2B5EF4-FFF2-40B4-BE49-F238E27FC236}">
                <a16:creationId xmlns:a16="http://schemas.microsoft.com/office/drawing/2014/main" id="{A790AA64-2857-089A-38D7-2F214254E968}"/>
              </a:ext>
            </a:extLst>
          </p:cNvPr>
          <p:cNvSpPr>
            <a:spLocks noGrp="1"/>
          </p:cNvSpPr>
          <p:nvPr>
            <p:ph type="body" sz="quarter" idx="17"/>
          </p:nvPr>
        </p:nvSpPr>
        <p:spPr>
          <a:xfrm>
            <a:off x="584200" y="1625890"/>
            <a:ext cx="5364224" cy="345294"/>
          </a:xfrm>
          <a:prstGeom prst="rect">
            <a:avLst/>
          </a:prstGeo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55AAAF14-6312-27D6-344A-FC49DD3F1116}"/>
              </a:ext>
            </a:extLst>
          </p:cNvPr>
          <p:cNvSpPr>
            <a:spLocks noGrp="1"/>
          </p:cNvSpPr>
          <p:nvPr>
            <p:ph type="body" sz="quarter" idx="15"/>
          </p:nvPr>
        </p:nvSpPr>
        <p:spPr>
          <a:xfrm>
            <a:off x="586390" y="2127287"/>
            <a:ext cx="5361973" cy="74081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07199866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11011600" cy="502246"/>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12" name="Text Placeholder 3">
            <a:extLst>
              <a:ext uri="{FF2B5EF4-FFF2-40B4-BE49-F238E27FC236}">
                <a16:creationId xmlns:a16="http://schemas.microsoft.com/office/drawing/2014/main" id="{53CBC165-170D-08C9-3B02-A3330AE9A5C6}"/>
              </a:ext>
            </a:extLst>
          </p:cNvPr>
          <p:cNvSpPr>
            <a:spLocks noGrp="1"/>
          </p:cNvSpPr>
          <p:nvPr>
            <p:ph type="body" sz="quarter" idx="15"/>
          </p:nvPr>
        </p:nvSpPr>
        <p:spPr>
          <a:xfrm>
            <a:off x="586390" y="1622730"/>
            <a:ext cx="5217510" cy="74081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3">
            <a:extLst>
              <a:ext uri="{FF2B5EF4-FFF2-40B4-BE49-F238E27FC236}">
                <a16:creationId xmlns:a16="http://schemas.microsoft.com/office/drawing/2014/main" id="{7382E19E-C6C9-5DF7-1994-AFE741475188}"/>
              </a:ext>
            </a:extLst>
          </p:cNvPr>
          <p:cNvSpPr>
            <a:spLocks noGrp="1"/>
          </p:cNvSpPr>
          <p:nvPr>
            <p:ph type="body" sz="quarter" idx="20"/>
          </p:nvPr>
        </p:nvSpPr>
        <p:spPr>
          <a:xfrm>
            <a:off x="6253664" y="1622730"/>
            <a:ext cx="5187106" cy="74081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47451928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88">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11011600" cy="502246"/>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7" name="Text Placeholder 11">
            <a:extLst>
              <a:ext uri="{FF2B5EF4-FFF2-40B4-BE49-F238E27FC236}">
                <a16:creationId xmlns:a16="http://schemas.microsoft.com/office/drawing/2014/main" id="{B99DE518-C598-A940-A59E-AD0A05432BA4}"/>
              </a:ext>
            </a:extLst>
          </p:cNvPr>
          <p:cNvSpPr>
            <a:spLocks noGrp="1"/>
          </p:cNvSpPr>
          <p:nvPr>
            <p:ph type="body" sz="quarter" idx="16"/>
          </p:nvPr>
        </p:nvSpPr>
        <p:spPr>
          <a:xfrm>
            <a:off x="584200" y="1625890"/>
            <a:ext cx="5219700" cy="345294"/>
          </a:xfrm>
          <a:prstGeom prst="rect">
            <a:avLst/>
          </a:prstGeo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24E25ABE-71E1-BA48-6C8C-383755934901}"/>
              </a:ext>
            </a:extLst>
          </p:cNvPr>
          <p:cNvSpPr>
            <a:spLocks noGrp="1"/>
          </p:cNvSpPr>
          <p:nvPr>
            <p:ph type="body" sz="quarter" idx="15"/>
          </p:nvPr>
        </p:nvSpPr>
        <p:spPr>
          <a:xfrm>
            <a:off x="586390" y="2127287"/>
            <a:ext cx="5217510" cy="74081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11">
            <a:extLst>
              <a:ext uri="{FF2B5EF4-FFF2-40B4-BE49-F238E27FC236}">
                <a16:creationId xmlns:a16="http://schemas.microsoft.com/office/drawing/2014/main" id="{1B7E7F6E-4D9D-5F8C-A5F0-526CA973BE99}"/>
              </a:ext>
            </a:extLst>
          </p:cNvPr>
          <p:cNvSpPr>
            <a:spLocks noGrp="1"/>
          </p:cNvSpPr>
          <p:nvPr>
            <p:ph type="body" sz="quarter" idx="19"/>
          </p:nvPr>
        </p:nvSpPr>
        <p:spPr>
          <a:xfrm>
            <a:off x="6244220" y="1625890"/>
            <a:ext cx="5219700" cy="345294"/>
          </a:xfrm>
          <a:prstGeom prst="rect">
            <a:avLst/>
          </a:prstGeo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37DAE155-2008-5357-51E8-E6B1FA7558C2}"/>
              </a:ext>
            </a:extLst>
          </p:cNvPr>
          <p:cNvSpPr>
            <a:spLocks noGrp="1"/>
          </p:cNvSpPr>
          <p:nvPr>
            <p:ph type="body" sz="quarter" idx="20"/>
          </p:nvPr>
        </p:nvSpPr>
        <p:spPr>
          <a:xfrm>
            <a:off x="6253664" y="2127287"/>
            <a:ext cx="5187106" cy="74081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04814126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11011600" cy="502246"/>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F940B0D9-7832-B819-D230-4F210761A29F}"/>
              </a:ext>
            </a:extLst>
          </p:cNvPr>
          <p:cNvSpPr>
            <a:spLocks noGrp="1"/>
          </p:cNvSpPr>
          <p:nvPr>
            <p:ph type="body" sz="quarter" idx="15"/>
          </p:nvPr>
        </p:nvSpPr>
        <p:spPr>
          <a:xfrm>
            <a:off x="586390" y="1622989"/>
            <a:ext cx="3479198" cy="74081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Text Placeholder 3">
            <a:extLst>
              <a:ext uri="{FF2B5EF4-FFF2-40B4-BE49-F238E27FC236}">
                <a16:creationId xmlns:a16="http://schemas.microsoft.com/office/drawing/2014/main" id="{C0D492BA-29A5-F31A-7F93-39ADE3E5EDA1}"/>
              </a:ext>
            </a:extLst>
          </p:cNvPr>
          <p:cNvSpPr>
            <a:spLocks noGrp="1"/>
          </p:cNvSpPr>
          <p:nvPr>
            <p:ph type="body" sz="quarter" idx="16"/>
          </p:nvPr>
        </p:nvSpPr>
        <p:spPr>
          <a:xfrm>
            <a:off x="4362862" y="1622989"/>
            <a:ext cx="3479198" cy="74081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36EDCFC9-DB25-88C3-92DA-E2554C14A27E}"/>
              </a:ext>
            </a:extLst>
          </p:cNvPr>
          <p:cNvSpPr>
            <a:spLocks noGrp="1"/>
          </p:cNvSpPr>
          <p:nvPr>
            <p:ph type="body" sz="quarter" idx="17"/>
          </p:nvPr>
        </p:nvSpPr>
        <p:spPr>
          <a:xfrm>
            <a:off x="8130190" y="1622989"/>
            <a:ext cx="3479198" cy="74081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12430511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11011600" cy="502246"/>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1" y="1625891"/>
            <a:ext cx="3479071" cy="313904"/>
          </a:xfrm>
          <a:prstGeom prst="rect">
            <a:avLst/>
          </a:prstGeo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1" y="2331509"/>
            <a:ext cx="3477611" cy="74081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8" y="1625891"/>
            <a:ext cx="3479071" cy="313904"/>
          </a:xfrm>
          <a:prstGeom prst="rect">
            <a:avLst/>
          </a:prstGeo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8" y="2331509"/>
            <a:ext cx="3477611" cy="74081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5" y="1625891"/>
            <a:ext cx="3479071" cy="313904"/>
          </a:xfrm>
          <a:prstGeom prst="rect">
            <a:avLst/>
          </a:prstGeo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5" y="2331509"/>
            <a:ext cx="3477611" cy="74081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8665967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column_Text_with Subheads-Ic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11011600" cy="502246"/>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1" y="2455781"/>
            <a:ext cx="3479071" cy="313904"/>
          </a:xfrm>
          <a:prstGeom prst="rect">
            <a:avLst/>
          </a:prstGeo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1" y="3161398"/>
            <a:ext cx="3477611" cy="74081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8" y="2455781"/>
            <a:ext cx="3479071" cy="313904"/>
          </a:xfrm>
          <a:prstGeom prst="rect">
            <a:avLst/>
          </a:prstGeo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8" y="3161398"/>
            <a:ext cx="3477611" cy="74081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5" y="2455781"/>
            <a:ext cx="3479071" cy="313904"/>
          </a:xfrm>
          <a:prstGeom prst="rect">
            <a:avLst/>
          </a:prstGeo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5" y="3161398"/>
            <a:ext cx="3477611" cy="74081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10583836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2988">
          <p15:clr>
            <a:srgbClr val="FBAE40"/>
          </p15:clr>
        </p15:guide>
        <p15:guide id="42" pos="5352">
          <p15:clr>
            <a:srgbClr val="FBAE40"/>
          </p15:clr>
        </p15:guide>
        <p15:guide id="43" orient="horz" pos="1085">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userDrawn="1"/>
        </p:nvCxnSpPr>
        <p:spPr>
          <a:xfrm>
            <a:off x="1768" y="2082808"/>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11011600" cy="502246"/>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1" y="3054912"/>
            <a:ext cx="3479071" cy="313904"/>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4201" y="3688492"/>
            <a:ext cx="3479071" cy="251123"/>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8" y="3054912"/>
            <a:ext cx="3479071" cy="313904"/>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8" y="3688492"/>
            <a:ext cx="3477611" cy="251123"/>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5" y="3054912"/>
            <a:ext cx="3479071" cy="313904"/>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5" y="3688492"/>
            <a:ext cx="3477611" cy="251123"/>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13247730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6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4-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userDrawn="1"/>
        </p:nvCxnSpPr>
        <p:spPr>
          <a:xfrm>
            <a:off x="1766" y="2082808"/>
            <a:ext cx="12188952"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11011600" cy="502246"/>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1" y="3054912"/>
            <a:ext cx="3479071" cy="313904"/>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8" y="3054912"/>
            <a:ext cx="3479071" cy="313904"/>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3054912"/>
            <a:ext cx="3479071" cy="313904"/>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10" name="Text Placeholder 3">
            <a:extLst>
              <a:ext uri="{FF2B5EF4-FFF2-40B4-BE49-F238E27FC236}">
                <a16:creationId xmlns:a16="http://schemas.microsoft.com/office/drawing/2014/main" id="{244C1821-6346-D755-83F0-EC5D04C1AFA5}"/>
              </a:ext>
            </a:extLst>
          </p:cNvPr>
          <p:cNvSpPr>
            <a:spLocks noGrp="1"/>
          </p:cNvSpPr>
          <p:nvPr>
            <p:ph type="body" sz="quarter" idx="15"/>
          </p:nvPr>
        </p:nvSpPr>
        <p:spPr>
          <a:xfrm>
            <a:off x="584201" y="3688492"/>
            <a:ext cx="3479071" cy="251123"/>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5" name="Text Placeholder 3">
            <a:extLst>
              <a:ext uri="{FF2B5EF4-FFF2-40B4-BE49-F238E27FC236}">
                <a16:creationId xmlns:a16="http://schemas.microsoft.com/office/drawing/2014/main" id="{AE8BC1E6-3311-A73F-871A-923C49C012F0}"/>
              </a:ext>
            </a:extLst>
          </p:cNvPr>
          <p:cNvSpPr>
            <a:spLocks noGrp="1"/>
          </p:cNvSpPr>
          <p:nvPr>
            <p:ph type="body" sz="quarter" idx="23"/>
          </p:nvPr>
        </p:nvSpPr>
        <p:spPr>
          <a:xfrm>
            <a:off x="4357548" y="3688492"/>
            <a:ext cx="3479071" cy="251123"/>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6" name="Text Placeholder 3">
            <a:extLst>
              <a:ext uri="{FF2B5EF4-FFF2-40B4-BE49-F238E27FC236}">
                <a16:creationId xmlns:a16="http://schemas.microsoft.com/office/drawing/2014/main" id="{888C01D0-23FB-7438-A9BF-8E99080C98BE}"/>
              </a:ext>
            </a:extLst>
          </p:cNvPr>
          <p:cNvSpPr>
            <a:spLocks noGrp="1"/>
          </p:cNvSpPr>
          <p:nvPr>
            <p:ph type="body" sz="quarter" idx="25"/>
          </p:nvPr>
        </p:nvSpPr>
        <p:spPr>
          <a:xfrm>
            <a:off x="8130894" y="3688492"/>
            <a:ext cx="3479071" cy="251123"/>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8" name="Oval 7">
            <a:extLst>
              <a:ext uri="{FF2B5EF4-FFF2-40B4-BE49-F238E27FC236}">
                <a16:creationId xmlns:a16="http://schemas.microsoft.com/office/drawing/2014/main" id="{6E673AD2-B8AF-CC3C-D898-30292FC1719F}"/>
              </a:ext>
              <a:ext uri="{C183D7F6-B498-43B3-948B-1728B52AA6E4}">
                <adec:decorative xmlns:adec="http://schemas.microsoft.com/office/drawing/2017/decorative" val="1"/>
              </a:ext>
            </a:extLst>
          </p:cNvPr>
          <p:cNvSpPr/>
          <p:nvPr userDrawn="1"/>
        </p:nvSpPr>
        <p:spPr bwMode="auto">
          <a:xfrm>
            <a:off x="1843209" y="1573694"/>
            <a:ext cx="982928" cy="1002496"/>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50800" tIns="50800" rIns="50800" bIns="50800" numCol="1" spcCol="38100" rtlCol="0" anchor="ctr">
            <a:noAutofit/>
          </a:bodyPr>
          <a:lstStyle/>
          <a:p>
            <a:pPr marL="4571" marR="0" lvl="0" indent="0" algn="l" defTabSz="412667" rtl="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dirty="0">
              <a:ln>
                <a:noFill/>
              </a:ln>
              <a:solidFill>
                <a:srgbClr val="2F2F2F"/>
              </a:solidFill>
              <a:effectLst/>
              <a:uLnTx/>
              <a:uFillTx/>
              <a:latin typeface="Segoe UI"/>
              <a:ea typeface="+mn-ea"/>
              <a:cs typeface="Segoe UI" panose="020B0502040204020203" pitchFamily="34" charset="0"/>
            </a:endParaRPr>
          </a:p>
        </p:txBody>
      </p:sp>
      <p:sp>
        <p:nvSpPr>
          <p:cNvPr id="9" name="Oval 8">
            <a:extLst>
              <a:ext uri="{FF2B5EF4-FFF2-40B4-BE49-F238E27FC236}">
                <a16:creationId xmlns:a16="http://schemas.microsoft.com/office/drawing/2014/main" id="{56859B90-45D2-D990-09AA-8F85B79F1077}"/>
              </a:ext>
              <a:ext uri="{C183D7F6-B498-43B3-948B-1728B52AA6E4}">
                <adec:decorative xmlns:adec="http://schemas.microsoft.com/office/drawing/2017/decorative" val="1"/>
              </a:ext>
            </a:extLst>
          </p:cNvPr>
          <p:cNvSpPr/>
          <p:nvPr userDrawn="1"/>
        </p:nvSpPr>
        <p:spPr bwMode="auto">
          <a:xfrm>
            <a:off x="5604535" y="1573694"/>
            <a:ext cx="982928" cy="1002496"/>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50800" tIns="50800" rIns="50800" bIns="50800" numCol="1" spcCol="38100" rtlCol="0" anchor="ctr">
            <a:noAutofit/>
          </a:bodyPr>
          <a:lstStyle/>
          <a:p>
            <a:pPr marL="4571" marR="0" lvl="0" indent="0" algn="l" defTabSz="412667" rtl="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dirty="0">
              <a:ln>
                <a:noFill/>
              </a:ln>
              <a:solidFill>
                <a:srgbClr val="2F2F2F"/>
              </a:solidFill>
              <a:effectLst/>
              <a:uLnTx/>
              <a:uFillTx/>
              <a:latin typeface="Segoe UI"/>
              <a:ea typeface="+mn-ea"/>
              <a:cs typeface="Segoe UI" panose="020B0502040204020203" pitchFamily="34" charset="0"/>
            </a:endParaRPr>
          </a:p>
        </p:txBody>
      </p:sp>
      <p:sp>
        <p:nvSpPr>
          <p:cNvPr id="12" name="Oval 11">
            <a:extLst>
              <a:ext uri="{FF2B5EF4-FFF2-40B4-BE49-F238E27FC236}">
                <a16:creationId xmlns:a16="http://schemas.microsoft.com/office/drawing/2014/main" id="{287FE1B2-0C16-29CA-99C4-4C44A8047A50}"/>
              </a:ext>
              <a:ext uri="{C183D7F6-B498-43B3-948B-1728B52AA6E4}">
                <adec:decorative xmlns:adec="http://schemas.microsoft.com/office/drawing/2017/decorative" val="1"/>
              </a:ext>
            </a:extLst>
          </p:cNvPr>
          <p:cNvSpPr/>
          <p:nvPr userDrawn="1"/>
        </p:nvSpPr>
        <p:spPr bwMode="auto">
          <a:xfrm>
            <a:off x="9365862" y="1573694"/>
            <a:ext cx="982928" cy="1002496"/>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50800" tIns="50800" rIns="50800" bIns="50800" numCol="1" spcCol="38100" rtlCol="0" anchor="ctr">
            <a:noAutofit/>
          </a:bodyPr>
          <a:lstStyle/>
          <a:p>
            <a:pPr marL="4571" marR="0" lvl="0" indent="0" algn="l" defTabSz="412667" rtl="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dirty="0">
              <a:ln>
                <a:noFill/>
              </a:ln>
              <a:solidFill>
                <a:srgbClr val="2F2F2F"/>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226368031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32">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3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column_Callou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11044938" cy="502246"/>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064000" y="1612627"/>
            <a:ext cx="7535862" cy="451892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6" name="Text Placeholder 11">
            <a:extLst>
              <a:ext uri="{FF2B5EF4-FFF2-40B4-BE49-F238E27FC236}">
                <a16:creationId xmlns:a16="http://schemas.microsoft.com/office/drawing/2014/main" id="{BA3E60F0-F025-04E8-0E46-71699A62E435}"/>
              </a:ext>
            </a:extLst>
          </p:cNvPr>
          <p:cNvSpPr>
            <a:spLocks noGrp="1"/>
          </p:cNvSpPr>
          <p:nvPr>
            <p:ph type="body" sz="quarter" idx="16"/>
          </p:nvPr>
        </p:nvSpPr>
        <p:spPr>
          <a:xfrm>
            <a:off x="584201" y="1625891"/>
            <a:ext cx="3174143" cy="25112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4D105096-7BC3-1383-8EE1-744002B706B2}"/>
              </a:ext>
            </a:extLst>
          </p:cNvPr>
          <p:cNvSpPr>
            <a:spLocks noGrp="1"/>
          </p:cNvSpPr>
          <p:nvPr>
            <p:ph type="body" sz="quarter" idx="15"/>
          </p:nvPr>
        </p:nvSpPr>
        <p:spPr>
          <a:xfrm>
            <a:off x="586390" y="2127287"/>
            <a:ext cx="3172811" cy="74081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65422523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5077998"/>
            <a:ext cx="5217510" cy="74081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5077998"/>
            <a:ext cx="5187106" cy="74081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D54F7E24-0716-000F-A23E-D45713ECDD7E}"/>
              </a:ext>
            </a:extLst>
          </p:cNvPr>
          <p:cNvSpPr>
            <a:spLocks noGrp="1"/>
          </p:cNvSpPr>
          <p:nvPr>
            <p:ph type="pic" sz="quarter" idx="21" hasCustomPrompt="1"/>
          </p:nvPr>
        </p:nvSpPr>
        <p:spPr bwMode="ltGray">
          <a:xfrm>
            <a:off x="0" y="1175714"/>
            <a:ext cx="12192000" cy="3513208"/>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 name="Title 1">
            <a:extLst>
              <a:ext uri="{FF2B5EF4-FFF2-40B4-BE49-F238E27FC236}">
                <a16:creationId xmlns:a16="http://schemas.microsoft.com/office/drawing/2014/main" id="{64830DA7-1CDF-18F6-E151-AAB776959AA8}"/>
              </a:ext>
            </a:extLst>
          </p:cNvPr>
          <p:cNvSpPr>
            <a:spLocks noGrp="1"/>
          </p:cNvSpPr>
          <p:nvPr>
            <p:ph type="title"/>
          </p:nvPr>
        </p:nvSpPr>
        <p:spPr>
          <a:xfrm>
            <a:off x="588262" y="596867"/>
            <a:ext cx="11011600" cy="502246"/>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1700267999"/>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op horizontal photo">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5077998"/>
            <a:ext cx="5217510" cy="74081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5077998"/>
            <a:ext cx="5187106" cy="74081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2" name="Picture Placeholder" descr="This photo is a 'placeholder' only. Drag or drop your photo here, or click and tap the center to insert a photo.">
            <a:extLst>
              <a:ext uri="{FF2B5EF4-FFF2-40B4-BE49-F238E27FC236}">
                <a16:creationId xmlns:a16="http://schemas.microsoft.com/office/drawing/2014/main" id="{E6FC6DD5-F717-45AB-C65A-E483E17C4FEC}"/>
              </a:ext>
            </a:extLst>
          </p:cNvPr>
          <p:cNvSpPr>
            <a:spLocks noGrp="1"/>
          </p:cNvSpPr>
          <p:nvPr>
            <p:ph type="pic" sz="quarter" idx="21" hasCustomPrompt="1"/>
          </p:nvPr>
        </p:nvSpPr>
        <p:spPr bwMode="ltGray">
          <a:xfrm>
            <a:off x="0" y="0"/>
            <a:ext cx="12192000" cy="4688922"/>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Tree>
    <p:extLst>
      <p:ext uri="{BB962C8B-B14F-4D97-AF65-F5344CB8AC3E}">
        <p14:creationId xmlns:p14="http://schemas.microsoft.com/office/powerpoint/2010/main" val="2770285828"/>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op horizontal photo, subheads, and title">
    <p:spTree>
      <p:nvGrpSpPr>
        <p:cNvPr id="1" name=""/>
        <p:cNvGrpSpPr/>
        <p:nvPr/>
      </p:nvGrpSpPr>
      <p:grpSpPr>
        <a:xfrm>
          <a:off x="0" y="0"/>
          <a:ext cx="0" cy="0"/>
          <a:chOff x="0" y="0"/>
          <a:chExt cx="0" cy="0"/>
        </a:xfrm>
      </p:grpSpPr>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200" y="5054767"/>
            <a:ext cx="5364429" cy="188342"/>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464096"/>
            <a:ext cx="5362178" cy="156952"/>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5054767"/>
            <a:ext cx="5356490" cy="188342"/>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464095"/>
            <a:ext cx="5357598" cy="156952"/>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4" name="Title 1">
            <a:extLst>
              <a:ext uri="{FF2B5EF4-FFF2-40B4-BE49-F238E27FC236}">
                <a16:creationId xmlns:a16="http://schemas.microsoft.com/office/drawing/2014/main" id="{A1F55E03-DF85-0E93-780C-71A8898D2AD4}"/>
              </a:ext>
            </a:extLst>
          </p:cNvPr>
          <p:cNvSpPr>
            <a:spLocks noGrp="1"/>
          </p:cNvSpPr>
          <p:nvPr>
            <p:ph type="title"/>
          </p:nvPr>
        </p:nvSpPr>
        <p:spPr>
          <a:xfrm>
            <a:off x="588262" y="596867"/>
            <a:ext cx="11011600" cy="502246"/>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6624839F-BBCE-45B6-246E-E8C737903DF8}"/>
              </a:ext>
            </a:extLst>
          </p:cNvPr>
          <p:cNvSpPr>
            <a:spLocks noGrp="1"/>
          </p:cNvSpPr>
          <p:nvPr>
            <p:ph type="pic" sz="quarter" idx="21" hasCustomPrompt="1"/>
          </p:nvPr>
        </p:nvSpPr>
        <p:spPr bwMode="ltGray">
          <a:xfrm>
            <a:off x="0" y="1175714"/>
            <a:ext cx="12192000" cy="3513208"/>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Tree>
    <p:extLst>
      <p:ext uri="{BB962C8B-B14F-4D97-AF65-F5344CB8AC3E}">
        <p14:creationId xmlns:p14="http://schemas.microsoft.com/office/powerpoint/2010/main" val="2396843706"/>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op horizontal photo and subhead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39E0A83-7ED9-6F5C-AEC4-5B98F5388F70}"/>
              </a:ext>
            </a:extLst>
          </p:cNvPr>
          <p:cNvSpPr/>
          <p:nvPr userDrawn="1"/>
        </p:nvSpPr>
        <p:spPr bwMode="auto">
          <a:xfrm>
            <a:off x="0" y="0"/>
            <a:ext cx="12192000" cy="4663017"/>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200" y="5054767"/>
            <a:ext cx="5364429" cy="188342"/>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464096"/>
            <a:ext cx="5362178" cy="156952"/>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5054767"/>
            <a:ext cx="5356490" cy="188342"/>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464095"/>
            <a:ext cx="5357598" cy="156952"/>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E7ADEB9F-DC30-5B40-6D59-13194450FB08}"/>
              </a:ext>
            </a:extLst>
          </p:cNvPr>
          <p:cNvSpPr>
            <a:spLocks noGrp="1"/>
          </p:cNvSpPr>
          <p:nvPr>
            <p:ph type="pic" sz="quarter" idx="21" hasCustomPrompt="1"/>
          </p:nvPr>
        </p:nvSpPr>
        <p:spPr bwMode="ltGray">
          <a:xfrm>
            <a:off x="0" y="0"/>
            <a:ext cx="12192000" cy="4663017"/>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Tree>
    <p:extLst>
      <p:ext uri="{BB962C8B-B14F-4D97-AF65-F5344CB8AC3E}">
        <p14:creationId xmlns:p14="http://schemas.microsoft.com/office/powerpoint/2010/main" val="1885789963"/>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6"/>
            <a:ext cx="4710689" cy="1004492"/>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8" name="Text Placeholder 11">
            <a:extLst>
              <a:ext uri="{FF2B5EF4-FFF2-40B4-BE49-F238E27FC236}">
                <a16:creationId xmlns:a16="http://schemas.microsoft.com/office/drawing/2014/main" id="{4ACB92EB-B163-EB38-0156-C028F872F1C8}"/>
              </a:ext>
            </a:extLst>
          </p:cNvPr>
          <p:cNvSpPr>
            <a:spLocks noGrp="1"/>
          </p:cNvSpPr>
          <p:nvPr>
            <p:ph type="body" sz="quarter" idx="16"/>
          </p:nvPr>
        </p:nvSpPr>
        <p:spPr>
          <a:xfrm>
            <a:off x="584201" y="1625891"/>
            <a:ext cx="4714663" cy="25112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9" name="Text Placeholder 3">
            <a:extLst>
              <a:ext uri="{FF2B5EF4-FFF2-40B4-BE49-F238E27FC236}">
                <a16:creationId xmlns:a16="http://schemas.microsoft.com/office/drawing/2014/main" id="{20190326-CB8A-9A65-714A-07CD312C349A}"/>
              </a:ext>
            </a:extLst>
          </p:cNvPr>
          <p:cNvSpPr>
            <a:spLocks noGrp="1"/>
          </p:cNvSpPr>
          <p:nvPr>
            <p:ph type="body" sz="quarter" idx="15"/>
          </p:nvPr>
        </p:nvSpPr>
        <p:spPr>
          <a:xfrm>
            <a:off x="586390" y="2127287"/>
            <a:ext cx="4712685" cy="74081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7E90DBB6-E167-EFBB-7028-79615839561D}"/>
              </a:ext>
            </a:extLst>
          </p:cNvPr>
          <p:cNvSpPr>
            <a:spLocks noGrp="1"/>
          </p:cNvSpPr>
          <p:nvPr>
            <p:ph type="pic" sz="quarter" idx="19" hasCustomPrompt="1"/>
          </p:nvPr>
        </p:nvSpPr>
        <p:spPr bwMode="ltGray">
          <a:xfrm>
            <a:off x="6096000" y="0"/>
            <a:ext cx="6096000" cy="6994525"/>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a:p>
            <a:endParaRPr lang="en-US" dirty="0"/>
          </a:p>
          <a:p>
            <a:endParaRPr lang="en-US" dirty="0"/>
          </a:p>
        </p:txBody>
      </p:sp>
    </p:spTree>
    <p:extLst>
      <p:ext uri="{BB962C8B-B14F-4D97-AF65-F5344CB8AC3E}">
        <p14:creationId xmlns:p14="http://schemas.microsoft.com/office/powerpoint/2010/main" val="287162960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6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68">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7248356" cy="502246"/>
          </a:xfrm>
        </p:spPr>
        <p:txBody>
          <a:bodyPr/>
          <a:lstStyle>
            <a:lvl1pPr>
              <a:defRPr sz="3200" b="0" i="0">
                <a:solidFill>
                  <a:srgbClr val="001F2D"/>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1" y="1625891"/>
            <a:ext cx="3479071" cy="25112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1" y="2127287"/>
            <a:ext cx="3477611" cy="74081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8" y="1625891"/>
            <a:ext cx="3479071" cy="25112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8" y="2127287"/>
            <a:ext cx="3477611" cy="74081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59B1DE51-5CDE-B96B-62FD-3A69CF692881}"/>
              </a:ext>
            </a:extLst>
          </p:cNvPr>
          <p:cNvSpPr>
            <a:spLocks noGrp="1"/>
          </p:cNvSpPr>
          <p:nvPr>
            <p:ph type="pic" sz="quarter" idx="19" hasCustomPrompt="1"/>
          </p:nvPr>
        </p:nvSpPr>
        <p:spPr bwMode="ltGray">
          <a:xfrm>
            <a:off x="8128000" y="0"/>
            <a:ext cx="4064000" cy="6994525"/>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a:p>
            <a:endParaRPr lang="en-US" dirty="0"/>
          </a:p>
          <a:p>
            <a:endParaRPr lang="en-US" dirty="0"/>
          </a:p>
        </p:txBody>
      </p:sp>
    </p:spTree>
    <p:extLst>
      <p:ext uri="{BB962C8B-B14F-4D97-AF65-F5344CB8AC3E}">
        <p14:creationId xmlns:p14="http://schemas.microsoft.com/office/powerpoint/2010/main" val="414342451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wo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8193024" cy="502246"/>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716CBF8D-4C8A-D667-58CE-C8A22C93DED8}"/>
              </a:ext>
            </a:extLst>
          </p:cNvPr>
          <p:cNvSpPr>
            <a:spLocks noGrp="1"/>
          </p:cNvSpPr>
          <p:nvPr>
            <p:ph type="pic" sz="quarter" idx="19" hasCustomPrompt="1"/>
          </p:nvPr>
        </p:nvSpPr>
        <p:spPr bwMode="ltGray">
          <a:xfrm>
            <a:off x="584200" y="1622989"/>
            <a:ext cx="5365752" cy="274049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18" name="Text Placeholder 11">
            <a:extLst>
              <a:ext uri="{FF2B5EF4-FFF2-40B4-BE49-F238E27FC236}">
                <a16:creationId xmlns:a16="http://schemas.microsoft.com/office/drawing/2014/main" id="{FF2BCABA-7928-0037-D0EF-38F1FAAC5362}"/>
              </a:ext>
            </a:extLst>
          </p:cNvPr>
          <p:cNvSpPr>
            <a:spLocks noGrp="1"/>
          </p:cNvSpPr>
          <p:nvPr>
            <p:ph type="body" sz="quarter" idx="16"/>
          </p:nvPr>
        </p:nvSpPr>
        <p:spPr>
          <a:xfrm>
            <a:off x="584200" y="4666183"/>
            <a:ext cx="5364429" cy="25112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9" name="Text Placeholder 3">
            <a:extLst>
              <a:ext uri="{FF2B5EF4-FFF2-40B4-BE49-F238E27FC236}">
                <a16:creationId xmlns:a16="http://schemas.microsoft.com/office/drawing/2014/main" id="{1056B6E8-083F-87EA-AD66-DF2D022A2515}"/>
              </a:ext>
            </a:extLst>
          </p:cNvPr>
          <p:cNvSpPr>
            <a:spLocks noGrp="1"/>
          </p:cNvSpPr>
          <p:nvPr>
            <p:ph type="body" sz="quarter" idx="15"/>
          </p:nvPr>
        </p:nvSpPr>
        <p:spPr>
          <a:xfrm>
            <a:off x="586390" y="5075511"/>
            <a:ext cx="5362178" cy="219733"/>
          </a:xfrm>
          <a:prstGeom prst="rect">
            <a:avLst/>
          </a:prstGeom>
        </p:spPr>
        <p:txBody>
          <a:bodyPr wrap="square">
            <a:spAutoFit/>
          </a:bodyPr>
          <a:lstStyle>
            <a:lvl1pPr marL="0" indent="0">
              <a:buFont typeface="Arial" panose="020B0604020202020204" pitchFamily="34" charset="0"/>
              <a:buNone/>
              <a:defRPr sz="14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6242050" y="1622989"/>
            <a:ext cx="5357813" cy="274049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6243372" y="4666183"/>
            <a:ext cx="5356490" cy="25112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6252435" y="5075510"/>
            <a:ext cx="5357598" cy="219733"/>
          </a:xfrm>
          <a:prstGeom prst="rect">
            <a:avLst/>
          </a:prstGeom>
        </p:spPr>
        <p:txBody>
          <a:bodyPr wrap="square">
            <a:spAutoFit/>
          </a:bodyPr>
          <a:lstStyle>
            <a:lvl1pPr marL="0" indent="0">
              <a:buFont typeface="Arial" panose="020B0604020202020204" pitchFamily="34" charset="0"/>
              <a:buNone/>
              <a:defRPr sz="14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206808128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hree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8193024" cy="502246"/>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716CBF8D-4C8A-D667-58CE-C8A22C93DED8}"/>
              </a:ext>
            </a:extLst>
          </p:cNvPr>
          <p:cNvSpPr>
            <a:spLocks noGrp="1"/>
          </p:cNvSpPr>
          <p:nvPr>
            <p:ph type="pic" sz="quarter" idx="19" hasCustomPrompt="1"/>
          </p:nvPr>
        </p:nvSpPr>
        <p:spPr bwMode="ltGray">
          <a:xfrm>
            <a:off x="584200" y="1622989"/>
            <a:ext cx="3481388" cy="274049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18" name="Text Placeholder 11">
            <a:extLst>
              <a:ext uri="{FF2B5EF4-FFF2-40B4-BE49-F238E27FC236}">
                <a16:creationId xmlns:a16="http://schemas.microsoft.com/office/drawing/2014/main" id="{FF2BCABA-7928-0037-D0EF-38F1FAAC5362}"/>
              </a:ext>
            </a:extLst>
          </p:cNvPr>
          <p:cNvSpPr>
            <a:spLocks noGrp="1"/>
          </p:cNvSpPr>
          <p:nvPr>
            <p:ph type="body" sz="quarter" idx="16"/>
          </p:nvPr>
        </p:nvSpPr>
        <p:spPr>
          <a:xfrm>
            <a:off x="584200" y="4666183"/>
            <a:ext cx="3479070" cy="251123"/>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19" name="Text Placeholder 3">
            <a:extLst>
              <a:ext uri="{FF2B5EF4-FFF2-40B4-BE49-F238E27FC236}">
                <a16:creationId xmlns:a16="http://schemas.microsoft.com/office/drawing/2014/main" id="{1056B6E8-083F-87EA-AD66-DF2D022A2515}"/>
              </a:ext>
            </a:extLst>
          </p:cNvPr>
          <p:cNvSpPr>
            <a:spLocks noGrp="1"/>
          </p:cNvSpPr>
          <p:nvPr>
            <p:ph type="body" sz="quarter" idx="15"/>
          </p:nvPr>
        </p:nvSpPr>
        <p:spPr>
          <a:xfrm>
            <a:off x="586390" y="5075511"/>
            <a:ext cx="3477610" cy="219733"/>
          </a:xfrm>
          <a:prstGeom prst="rect">
            <a:avLst/>
          </a:prstGeom>
        </p:spPr>
        <p:txBody>
          <a:bodyPr vert="horz" wrap="square" lIns="0" tIns="0" rIns="0" bIns="0" rtlCol="0">
            <a:spAutoFit/>
          </a:bodyPr>
          <a:lstStyle>
            <a:lvl1pPr>
              <a:defRPr lang="en-US" sz="1400"/>
            </a:lvl1pPr>
          </a:lstStyle>
          <a:p>
            <a:pPr marL="0" lvl="0" indent="0">
              <a:buNone/>
            </a:pPr>
            <a:r>
              <a:rPr lang="en-US"/>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353560" y="1622989"/>
            <a:ext cx="3481388" cy="274049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4374793" y="4666183"/>
            <a:ext cx="3476891" cy="251123"/>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4383855" y="5075510"/>
            <a:ext cx="3477610" cy="219733"/>
          </a:xfrm>
          <a:prstGeom prst="rect">
            <a:avLst/>
          </a:prstGeom>
        </p:spPr>
        <p:txBody>
          <a:bodyPr vert="horz" wrap="square" lIns="0" tIns="0" rIns="0" bIns="0" rtlCol="0">
            <a:spAutoFit/>
          </a:bodyPr>
          <a:lstStyle>
            <a:lvl1pPr>
              <a:defRPr lang="en-US" sz="1400"/>
            </a:lvl1pPr>
          </a:lstStyle>
          <a:p>
            <a:pPr marL="0" lvl="0" indent="0">
              <a:buNone/>
            </a:pPr>
            <a:r>
              <a:rPr lang="en-US"/>
              <a:t>Click to edit Master text styles</a:t>
            </a:r>
          </a:p>
        </p:txBody>
      </p:sp>
      <p:sp>
        <p:nvSpPr>
          <p:cNvPr id="8" name="Picture Placeholder" descr="This photo is a 'placeholder' only. Drag or drop your photo here, or click and tap the center to insert a photo.">
            <a:extLst>
              <a:ext uri="{FF2B5EF4-FFF2-40B4-BE49-F238E27FC236}">
                <a16:creationId xmlns:a16="http://schemas.microsoft.com/office/drawing/2014/main" id="{BAAE6802-21C6-E5BE-3A2D-31CF010C9EFB}"/>
              </a:ext>
            </a:extLst>
          </p:cNvPr>
          <p:cNvSpPr>
            <a:spLocks noGrp="1"/>
          </p:cNvSpPr>
          <p:nvPr>
            <p:ph type="pic" sz="quarter" idx="21" hasCustomPrompt="1"/>
          </p:nvPr>
        </p:nvSpPr>
        <p:spPr bwMode="ltGray">
          <a:xfrm>
            <a:off x="8128000" y="1622988"/>
            <a:ext cx="3486092" cy="2737594"/>
          </a:xfrm>
          <a:prstGeom prst="rect">
            <a:avLst/>
          </a:prstGeom>
          <a:solidFill>
            <a:srgbClr val="F4F4F7"/>
          </a:solidFill>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1" name="Text Placeholder 11">
            <a:extLst>
              <a:ext uri="{FF2B5EF4-FFF2-40B4-BE49-F238E27FC236}">
                <a16:creationId xmlns:a16="http://schemas.microsoft.com/office/drawing/2014/main" id="{F80D639A-857F-73A5-343B-28EC4082B8E5}"/>
              </a:ext>
            </a:extLst>
          </p:cNvPr>
          <p:cNvSpPr>
            <a:spLocks noGrp="1"/>
          </p:cNvSpPr>
          <p:nvPr>
            <p:ph type="body" sz="quarter" idx="24"/>
          </p:nvPr>
        </p:nvSpPr>
        <p:spPr>
          <a:xfrm>
            <a:off x="8133627" y="4662928"/>
            <a:ext cx="3485371" cy="251123"/>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24" name="Text Placeholder 3">
            <a:extLst>
              <a:ext uri="{FF2B5EF4-FFF2-40B4-BE49-F238E27FC236}">
                <a16:creationId xmlns:a16="http://schemas.microsoft.com/office/drawing/2014/main" id="{5712E1C1-EE18-EA11-6D06-673117B00DCD}"/>
              </a:ext>
            </a:extLst>
          </p:cNvPr>
          <p:cNvSpPr>
            <a:spLocks noGrp="1"/>
          </p:cNvSpPr>
          <p:nvPr>
            <p:ph type="body" sz="quarter" idx="34"/>
          </p:nvPr>
        </p:nvSpPr>
        <p:spPr>
          <a:xfrm>
            <a:off x="8128000" y="5072799"/>
            <a:ext cx="3486092" cy="219733"/>
          </a:xfrm>
          <a:prstGeom prst="rect">
            <a:avLst/>
          </a:prstGeom>
        </p:spPr>
        <p:txBody>
          <a:bodyPr vert="horz" wrap="square" lIns="0" tIns="0" rIns="0" bIns="0" rtlCol="0">
            <a:spAutoFit/>
          </a:bodyPr>
          <a:lstStyle>
            <a:lvl1pPr>
              <a:defRPr lang="en-US" sz="1400"/>
            </a:lvl1pPr>
          </a:lstStyle>
          <a:p>
            <a:pPr marL="0" lvl="0" indent="0">
              <a:buNone/>
            </a:pPr>
            <a:r>
              <a:rPr lang="en-US"/>
              <a:t>Click to edit Master text styles</a:t>
            </a:r>
          </a:p>
        </p:txBody>
      </p:sp>
    </p:spTree>
    <p:extLst>
      <p:ext uri="{BB962C8B-B14F-4D97-AF65-F5344CB8AC3E}">
        <p14:creationId xmlns:p14="http://schemas.microsoft.com/office/powerpoint/2010/main" val="32573821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Four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8193024" cy="502246"/>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4C58661F-95C1-B4E4-0A23-B8DF22E7890D}"/>
              </a:ext>
            </a:extLst>
          </p:cNvPr>
          <p:cNvSpPr>
            <a:spLocks noGrp="1"/>
          </p:cNvSpPr>
          <p:nvPr>
            <p:ph type="pic" sz="quarter" idx="19"/>
          </p:nvPr>
        </p:nvSpPr>
        <p:spPr bwMode="ltGray">
          <a:xfrm>
            <a:off x="584201" y="2329889"/>
            <a:ext cx="2538413" cy="2036832"/>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anose="020B0502040204020203" pitchFamily="34" charset="0"/>
              </a:defRPr>
            </a:lvl1pPr>
          </a:lstStyle>
          <a:p>
            <a:r>
              <a:rPr lang="en-US" dirty="0"/>
              <a:t>Click icon to add picture</a:t>
            </a:r>
          </a:p>
        </p:txBody>
      </p:sp>
      <p:sp>
        <p:nvSpPr>
          <p:cNvPr id="8" name="Text Placeholder 11">
            <a:extLst>
              <a:ext uri="{FF2B5EF4-FFF2-40B4-BE49-F238E27FC236}">
                <a16:creationId xmlns:a16="http://schemas.microsoft.com/office/drawing/2014/main" id="{10B31DB7-7E61-84AD-6FD2-E7035923C566}"/>
              </a:ext>
            </a:extLst>
          </p:cNvPr>
          <p:cNvSpPr>
            <a:spLocks noGrp="1"/>
          </p:cNvSpPr>
          <p:nvPr>
            <p:ph type="body" sz="quarter" idx="16"/>
          </p:nvPr>
        </p:nvSpPr>
        <p:spPr>
          <a:xfrm>
            <a:off x="584201" y="4666182"/>
            <a:ext cx="2535699" cy="219733"/>
          </a:xfrm>
          <a:prstGeom prst="rect">
            <a:avLst/>
          </a:prstGeom>
        </p:spPr>
        <p:txBody>
          <a:bodyPr vert="horz" wrap="square" lIns="0" tIns="0" rIns="0" bIns="0" rtlCol="0" anchor="t">
            <a:spAutoFit/>
          </a:bodyPr>
          <a:lstStyle>
            <a:lvl1pPr>
              <a:defRPr lang="en-US" sz="1400">
                <a:latin typeface="+mj-lt"/>
              </a:defRPr>
            </a:lvl1pPr>
          </a:lstStyle>
          <a:p>
            <a:pPr marL="0" lvl="0" indent="0">
              <a:spcBef>
                <a:spcPts val="0"/>
              </a:spcBef>
              <a:buNone/>
            </a:pPr>
            <a:r>
              <a:rPr lang="en-US"/>
              <a:t>Click to edit Master text styles</a:t>
            </a:r>
          </a:p>
        </p:txBody>
      </p:sp>
      <p:sp>
        <p:nvSpPr>
          <p:cNvPr id="10" name="Text Placeholder 3">
            <a:extLst>
              <a:ext uri="{FF2B5EF4-FFF2-40B4-BE49-F238E27FC236}">
                <a16:creationId xmlns:a16="http://schemas.microsoft.com/office/drawing/2014/main" id="{EC05A197-25AD-0D46-72B3-478F9182C5B6}"/>
              </a:ext>
            </a:extLst>
          </p:cNvPr>
          <p:cNvSpPr>
            <a:spLocks noGrp="1"/>
          </p:cNvSpPr>
          <p:nvPr>
            <p:ph type="body" sz="quarter" idx="15"/>
          </p:nvPr>
        </p:nvSpPr>
        <p:spPr>
          <a:xfrm>
            <a:off x="586391" y="5075511"/>
            <a:ext cx="2534635" cy="188342"/>
          </a:xfrm>
          <a:prstGeom prst="rect">
            <a:avLst/>
          </a:prstGeom>
        </p:spPr>
        <p:txBody>
          <a:bodyPr vert="horz" wrap="square" lIns="0" tIns="0" rIns="0" bIns="0" rtlCol="0">
            <a:spAutoFit/>
          </a:bodyPr>
          <a:lstStyle>
            <a:lvl1pPr>
              <a:defRPr lang="en-US" sz="1200"/>
            </a:lvl1pPr>
          </a:lstStyle>
          <a:p>
            <a:pPr marL="0" lvl="0" indent="0">
              <a:buNone/>
            </a:pPr>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FDC00AC3-107E-A09F-8DF5-09CDA496E0EE}"/>
              </a:ext>
            </a:extLst>
          </p:cNvPr>
          <p:cNvSpPr>
            <a:spLocks noGrp="1"/>
          </p:cNvSpPr>
          <p:nvPr>
            <p:ph type="pic" sz="quarter" idx="29"/>
          </p:nvPr>
        </p:nvSpPr>
        <p:spPr bwMode="ltGray">
          <a:xfrm>
            <a:off x="3429001" y="2329889"/>
            <a:ext cx="2538413" cy="2036832"/>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anose="020B0502040204020203" pitchFamily="34" charset="0"/>
              </a:defRPr>
            </a:lvl1pPr>
          </a:lstStyle>
          <a:p>
            <a:r>
              <a:rPr lang="en-US" dirty="0"/>
              <a:t>Click icon to add picture</a:t>
            </a:r>
          </a:p>
        </p:txBody>
      </p:sp>
      <p:sp>
        <p:nvSpPr>
          <p:cNvPr id="11" name="Text Placeholder 11">
            <a:extLst>
              <a:ext uri="{FF2B5EF4-FFF2-40B4-BE49-F238E27FC236}">
                <a16:creationId xmlns:a16="http://schemas.microsoft.com/office/drawing/2014/main" id="{5E8CE4D2-B387-0A2B-B7D1-7F14B8920487}"/>
              </a:ext>
            </a:extLst>
          </p:cNvPr>
          <p:cNvSpPr>
            <a:spLocks noGrp="1"/>
          </p:cNvSpPr>
          <p:nvPr>
            <p:ph type="body" sz="quarter" idx="22"/>
          </p:nvPr>
        </p:nvSpPr>
        <p:spPr>
          <a:xfrm>
            <a:off x="3413126" y="4666182"/>
            <a:ext cx="2534111" cy="219733"/>
          </a:xfrm>
          <a:prstGeom prst="rect">
            <a:avLst/>
          </a:prstGeom>
        </p:spPr>
        <p:txBody>
          <a:bodyPr vert="horz" wrap="square" lIns="0" tIns="0" rIns="0" bIns="0" rtlCol="0" anchor="t">
            <a:spAutoFit/>
          </a:bodyPr>
          <a:lstStyle>
            <a:lvl1pPr>
              <a:defRPr lang="en-US" sz="1400">
                <a:latin typeface="+mj-lt"/>
              </a:defRPr>
            </a:lvl1pPr>
          </a:lstStyle>
          <a:p>
            <a:pPr marL="0" lvl="0" indent="0">
              <a:spcBef>
                <a:spcPts val="0"/>
              </a:spcBef>
              <a:buNone/>
            </a:pPr>
            <a:r>
              <a:rPr lang="en-US"/>
              <a:t>Click to edit Master text styles</a:t>
            </a:r>
          </a:p>
        </p:txBody>
      </p:sp>
      <p:sp>
        <p:nvSpPr>
          <p:cNvPr id="22" name="Text Placeholder 3">
            <a:extLst>
              <a:ext uri="{FF2B5EF4-FFF2-40B4-BE49-F238E27FC236}">
                <a16:creationId xmlns:a16="http://schemas.microsoft.com/office/drawing/2014/main" id="{A6618941-6CC1-7AAC-4FE2-94D7D46F7971}"/>
              </a:ext>
            </a:extLst>
          </p:cNvPr>
          <p:cNvSpPr>
            <a:spLocks noGrp="1"/>
          </p:cNvSpPr>
          <p:nvPr>
            <p:ph type="body" sz="quarter" idx="33"/>
          </p:nvPr>
        </p:nvSpPr>
        <p:spPr>
          <a:xfrm>
            <a:off x="3422189" y="5075511"/>
            <a:ext cx="2534635" cy="188342"/>
          </a:xfrm>
          <a:prstGeom prst="rect">
            <a:avLst/>
          </a:prstGeom>
        </p:spPr>
        <p:txBody>
          <a:bodyPr vert="horz" wrap="square" lIns="0" tIns="0" rIns="0" bIns="0" rtlCol="0">
            <a:spAutoFit/>
          </a:bodyPr>
          <a:lstStyle>
            <a:lvl1pPr>
              <a:defRPr lang="en-US" sz="1200"/>
            </a:lvl1pPr>
          </a:lstStyle>
          <a:p>
            <a:pPr marL="0" lvl="0" indent="0">
              <a:buNone/>
            </a:pPr>
            <a:r>
              <a:rPr lang="en-US"/>
              <a:t>Click to edit Master text styles</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DA62A022-68CB-A937-A489-4F6F1B7467B9}"/>
              </a:ext>
            </a:extLst>
          </p:cNvPr>
          <p:cNvSpPr>
            <a:spLocks noGrp="1"/>
          </p:cNvSpPr>
          <p:nvPr>
            <p:ph type="pic" sz="quarter" idx="30"/>
          </p:nvPr>
        </p:nvSpPr>
        <p:spPr bwMode="ltGray">
          <a:xfrm>
            <a:off x="6248401" y="2329889"/>
            <a:ext cx="2538413" cy="2036832"/>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anose="020B0502040204020203" pitchFamily="34" charset="0"/>
              </a:defRPr>
            </a:lvl1pPr>
          </a:lstStyle>
          <a:p>
            <a:r>
              <a:rPr lang="en-US" dirty="0"/>
              <a:t>Click icon to add picture</a:t>
            </a:r>
          </a:p>
        </p:txBody>
      </p:sp>
      <p:sp>
        <p:nvSpPr>
          <p:cNvPr id="18" name="Text Placeholder 11">
            <a:extLst>
              <a:ext uri="{FF2B5EF4-FFF2-40B4-BE49-F238E27FC236}">
                <a16:creationId xmlns:a16="http://schemas.microsoft.com/office/drawing/2014/main" id="{F7F06D45-B145-3780-49F6-BE617DDBDE41}"/>
              </a:ext>
            </a:extLst>
          </p:cNvPr>
          <p:cNvSpPr>
            <a:spLocks noGrp="1"/>
          </p:cNvSpPr>
          <p:nvPr>
            <p:ph type="body" sz="quarter" idx="24"/>
          </p:nvPr>
        </p:nvSpPr>
        <p:spPr>
          <a:xfrm>
            <a:off x="6240463" y="4666182"/>
            <a:ext cx="2534111" cy="219733"/>
          </a:xfrm>
          <a:prstGeom prst="rect">
            <a:avLst/>
          </a:prstGeom>
        </p:spPr>
        <p:txBody>
          <a:bodyPr vert="horz" wrap="square" lIns="0" tIns="0" rIns="0" bIns="0" rtlCol="0" anchor="t">
            <a:spAutoFit/>
          </a:bodyPr>
          <a:lstStyle>
            <a:lvl1pPr>
              <a:defRPr lang="en-US" sz="1400">
                <a:latin typeface="+mj-lt"/>
              </a:defRPr>
            </a:lvl1pPr>
          </a:lstStyle>
          <a:p>
            <a:pPr marL="0" lvl="0" indent="0">
              <a:spcBef>
                <a:spcPts val="0"/>
              </a:spcBef>
              <a:buNone/>
            </a:pPr>
            <a:r>
              <a:rPr lang="en-US"/>
              <a:t>Click to edit Master text styles</a:t>
            </a:r>
          </a:p>
        </p:txBody>
      </p:sp>
      <p:sp>
        <p:nvSpPr>
          <p:cNvPr id="23" name="Text Placeholder 3">
            <a:extLst>
              <a:ext uri="{FF2B5EF4-FFF2-40B4-BE49-F238E27FC236}">
                <a16:creationId xmlns:a16="http://schemas.microsoft.com/office/drawing/2014/main" id="{8B0B40D6-1117-8B24-4089-BB3CEF4DAF3E}"/>
              </a:ext>
            </a:extLst>
          </p:cNvPr>
          <p:cNvSpPr>
            <a:spLocks noGrp="1"/>
          </p:cNvSpPr>
          <p:nvPr>
            <p:ph type="body" sz="quarter" idx="34"/>
          </p:nvPr>
        </p:nvSpPr>
        <p:spPr>
          <a:xfrm>
            <a:off x="6234837" y="5075511"/>
            <a:ext cx="2534635" cy="188342"/>
          </a:xfrm>
          <a:prstGeom prst="rect">
            <a:avLst/>
          </a:prstGeom>
        </p:spPr>
        <p:txBody>
          <a:bodyPr vert="horz" wrap="square" lIns="0" tIns="0" rIns="0" bIns="0" rtlCol="0">
            <a:spAutoFit/>
          </a:bodyPr>
          <a:lstStyle>
            <a:lvl1pPr>
              <a:defRPr lang="en-US" sz="1200"/>
            </a:lvl1pPr>
          </a:lstStyle>
          <a:p>
            <a:pPr marL="0" lvl="0" indent="0">
              <a:buNone/>
            </a:pPr>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341013BA-5459-4F89-B59D-0ADC194876D5}"/>
              </a:ext>
            </a:extLst>
          </p:cNvPr>
          <p:cNvSpPr>
            <a:spLocks noGrp="1"/>
          </p:cNvSpPr>
          <p:nvPr>
            <p:ph type="pic" sz="quarter" idx="31"/>
          </p:nvPr>
        </p:nvSpPr>
        <p:spPr bwMode="ltGray">
          <a:xfrm>
            <a:off x="9067801" y="2329889"/>
            <a:ext cx="2538413" cy="2036832"/>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anose="020B0502040204020203" pitchFamily="34" charset="0"/>
              </a:defRPr>
            </a:lvl1pPr>
          </a:lstStyle>
          <a:p>
            <a:r>
              <a:rPr lang="en-US" dirty="0"/>
              <a:t>Click icon to add picture</a:t>
            </a:r>
          </a:p>
        </p:txBody>
      </p:sp>
      <p:sp>
        <p:nvSpPr>
          <p:cNvPr id="20" name="Text Placeholder 11">
            <a:extLst>
              <a:ext uri="{FF2B5EF4-FFF2-40B4-BE49-F238E27FC236}">
                <a16:creationId xmlns:a16="http://schemas.microsoft.com/office/drawing/2014/main" id="{9C586E8F-D3A3-C215-76A4-E3A03A5104EB}"/>
              </a:ext>
            </a:extLst>
          </p:cNvPr>
          <p:cNvSpPr>
            <a:spLocks noGrp="1"/>
          </p:cNvSpPr>
          <p:nvPr>
            <p:ph type="body" sz="quarter" idx="26"/>
          </p:nvPr>
        </p:nvSpPr>
        <p:spPr>
          <a:xfrm>
            <a:off x="9076260" y="4666182"/>
            <a:ext cx="2534111" cy="219733"/>
          </a:xfrm>
          <a:prstGeom prst="rect">
            <a:avLst/>
          </a:prstGeom>
        </p:spPr>
        <p:txBody>
          <a:bodyPr vert="horz" wrap="square" lIns="0" tIns="0" rIns="0" bIns="0" rtlCol="0" anchor="t">
            <a:spAutoFit/>
          </a:bodyPr>
          <a:lstStyle>
            <a:lvl1pPr>
              <a:defRPr lang="en-US" sz="1400">
                <a:latin typeface="+mj-lt"/>
              </a:defRPr>
            </a:lvl1pPr>
          </a:lstStyle>
          <a:p>
            <a:pPr marL="0" lvl="0" indent="0">
              <a:spcBef>
                <a:spcPts val="0"/>
              </a:spcBef>
              <a:buNone/>
            </a:pPr>
            <a:r>
              <a:rPr lang="en-US"/>
              <a:t>Click to edit Master text styles</a:t>
            </a:r>
          </a:p>
        </p:txBody>
      </p:sp>
      <p:sp>
        <p:nvSpPr>
          <p:cNvPr id="24" name="Text Placeholder 3">
            <a:extLst>
              <a:ext uri="{FF2B5EF4-FFF2-40B4-BE49-F238E27FC236}">
                <a16:creationId xmlns:a16="http://schemas.microsoft.com/office/drawing/2014/main" id="{311900E2-1D2D-6D0A-7E29-8FAEA637B2C7}"/>
              </a:ext>
            </a:extLst>
          </p:cNvPr>
          <p:cNvSpPr>
            <a:spLocks noGrp="1"/>
          </p:cNvSpPr>
          <p:nvPr>
            <p:ph type="body" sz="quarter" idx="35"/>
          </p:nvPr>
        </p:nvSpPr>
        <p:spPr>
          <a:xfrm>
            <a:off x="9082209" y="5075511"/>
            <a:ext cx="2534635" cy="188342"/>
          </a:xfrm>
          <a:prstGeom prst="rect">
            <a:avLst/>
          </a:prstGeom>
        </p:spPr>
        <p:txBody>
          <a:bodyPr vert="horz" wrap="square" lIns="0" tIns="0" rIns="0" bIns="0" rtlCol="0">
            <a:spAutoFit/>
          </a:bodyPr>
          <a:lstStyle>
            <a:lvl1pPr>
              <a:defRPr lang="en-US" sz="1200"/>
            </a:lvl1pPr>
          </a:lstStyle>
          <a:p>
            <a:pPr marL="0" lvl="0" indent="0">
              <a:buNone/>
            </a:pPr>
            <a:r>
              <a:rPr lang="en-US"/>
              <a:t>Click to edit Master text styles</a:t>
            </a:r>
          </a:p>
        </p:txBody>
      </p:sp>
    </p:spTree>
    <p:extLst>
      <p:ext uri="{BB962C8B-B14F-4D97-AF65-F5344CB8AC3E}">
        <p14:creationId xmlns:p14="http://schemas.microsoft.com/office/powerpoint/2010/main" val="215108428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userDrawn="1"/>
        </p:nvSpPr>
        <p:spPr bwMode="auto">
          <a:xfrm>
            <a:off x="1071532" y="6463459"/>
            <a:ext cx="2667000" cy="29791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11011600" cy="502246"/>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51559"/>
            <a:ext cx="3121026" cy="5042966"/>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64823"/>
            <a:ext cx="5364224" cy="25112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30" y="2629424"/>
            <a:ext cx="5361973" cy="74081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92725"/>
            <a:ext cx="2027938" cy="502246"/>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userDrawn="1"/>
        </p:nvSpPr>
        <p:spPr>
          <a:xfrm>
            <a:off x="4356100" y="6548910"/>
            <a:ext cx="4151312" cy="201917"/>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mn-cs"/>
              </a:rPr>
              <a:t>© Copyright Microsoft Corporation. All rights reserved.</a:t>
            </a:r>
          </a:p>
        </p:txBody>
      </p:sp>
      <p:grpSp>
        <p:nvGrpSpPr>
          <p:cNvPr id="9" name="Group 8">
            <a:extLst>
              <a:ext uri="{FF2B5EF4-FFF2-40B4-BE49-F238E27FC236}">
                <a16:creationId xmlns:a16="http://schemas.microsoft.com/office/drawing/2014/main" id="{F80D2B25-7521-D486-405F-9309E22E85E1}"/>
              </a:ext>
              <a:ext uri="{C183D7F6-B498-43B3-948B-1728B52AA6E4}">
                <adec:decorative xmlns:adec="http://schemas.microsoft.com/office/drawing/2017/decorative" val="1"/>
              </a:ext>
            </a:extLst>
          </p:cNvPr>
          <p:cNvGrpSpPr/>
          <p:nvPr userDrawn="1"/>
        </p:nvGrpSpPr>
        <p:grpSpPr>
          <a:xfrm>
            <a:off x="2563579" y="1617484"/>
            <a:ext cx="1110600" cy="1132709"/>
            <a:chOff x="5540700" y="2116300"/>
            <a:chExt cx="1110600" cy="1110600"/>
          </a:xfrm>
        </p:grpSpPr>
        <p:sp>
          <p:nvSpPr>
            <p:cNvPr id="10" name="Oval 9">
              <a:extLst>
                <a:ext uri="{FF2B5EF4-FFF2-40B4-BE49-F238E27FC236}">
                  <a16:creationId xmlns:a16="http://schemas.microsoft.com/office/drawing/2014/main" id="{01434F67-B3AA-41BB-E81D-4AD05F409F6D}"/>
                </a:ext>
              </a:extLst>
            </p:cNvPr>
            <p:cNvSpPr/>
            <p:nvPr/>
          </p:nvSpPr>
          <p:spPr>
            <a:xfrm>
              <a:off x="5540700"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10">
              <a:extLst>
                <a:ext uri="{FF2B5EF4-FFF2-40B4-BE49-F238E27FC236}">
                  <a16:creationId xmlns:a16="http://schemas.microsoft.com/office/drawing/2014/main" id="{6D011E5C-69E1-0316-E865-3BCC8E8B2EBB}"/>
                </a:ext>
              </a:extLst>
            </p:cNvPr>
            <p:cNvPicPr/>
            <p:nvPr/>
          </p:nvPicPr>
          <p:blipFill>
            <a:blip r:embed="rId2"/>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3595384955"/>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Knowledg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userDrawn="1"/>
        </p:nvSpPr>
        <p:spPr bwMode="auto">
          <a:xfrm>
            <a:off x="1071532" y="6463459"/>
            <a:ext cx="2667000" cy="29791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11011600" cy="502246"/>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51559"/>
            <a:ext cx="3121026" cy="5042966"/>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64823"/>
            <a:ext cx="5364224" cy="25112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30" y="2629424"/>
            <a:ext cx="5361973" cy="74081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92725"/>
            <a:ext cx="2027938" cy="502246"/>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userDrawn="1"/>
        </p:nvSpPr>
        <p:spPr>
          <a:xfrm>
            <a:off x="4356100" y="6548910"/>
            <a:ext cx="4151312" cy="201917"/>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mn-cs"/>
              </a:rPr>
              <a:t>© Copyright Microsoft Corporation. All rights reserved.</a:t>
            </a:r>
          </a:p>
        </p:txBody>
      </p:sp>
      <p:grpSp>
        <p:nvGrpSpPr>
          <p:cNvPr id="5" name="Group 4">
            <a:extLst>
              <a:ext uri="{FF2B5EF4-FFF2-40B4-BE49-F238E27FC236}">
                <a16:creationId xmlns:a16="http://schemas.microsoft.com/office/drawing/2014/main" id="{BA3DF09A-F855-F868-80F5-0BE1A95EAC15}"/>
              </a:ext>
              <a:ext uri="{C183D7F6-B498-43B3-948B-1728B52AA6E4}">
                <adec:decorative xmlns:adec="http://schemas.microsoft.com/office/drawing/2017/decorative" val="1"/>
              </a:ext>
            </a:extLst>
          </p:cNvPr>
          <p:cNvGrpSpPr/>
          <p:nvPr userDrawn="1"/>
        </p:nvGrpSpPr>
        <p:grpSpPr>
          <a:xfrm>
            <a:off x="2563579" y="1617484"/>
            <a:ext cx="1110600" cy="1132709"/>
            <a:chOff x="5540700" y="2116300"/>
            <a:chExt cx="1110600" cy="1110600"/>
          </a:xfrm>
        </p:grpSpPr>
        <p:sp>
          <p:nvSpPr>
            <p:cNvPr id="12" name="Oval 11">
              <a:extLst>
                <a:ext uri="{FF2B5EF4-FFF2-40B4-BE49-F238E27FC236}">
                  <a16:creationId xmlns:a16="http://schemas.microsoft.com/office/drawing/2014/main" id="{E02F3D99-76D3-5383-A61D-215BC38D43E1}"/>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3" name="Picture 12">
              <a:extLst>
                <a:ext uri="{FF2B5EF4-FFF2-40B4-BE49-F238E27FC236}">
                  <a16:creationId xmlns:a16="http://schemas.microsoft.com/office/drawing/2014/main" id="{136F99C5-D16E-7540-C83D-3442D1FCD55D}"/>
                </a:ext>
              </a:extLst>
            </p:cNvPr>
            <p:cNvPicPr/>
            <p:nvPr/>
          </p:nvPicPr>
          <p:blipFill>
            <a:blip r:embed="rId2"/>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3645059726"/>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userDrawn="1"/>
        </p:nvSpPr>
        <p:spPr bwMode="auto">
          <a:xfrm>
            <a:off x="1071532" y="6463459"/>
            <a:ext cx="2667000" cy="29791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11011600" cy="502246"/>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51559"/>
            <a:ext cx="3121026" cy="5042966"/>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64823"/>
            <a:ext cx="5364224" cy="25112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30" y="2629424"/>
            <a:ext cx="5361973" cy="74081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92725"/>
            <a:ext cx="2027938" cy="502246"/>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userDrawn="1"/>
        </p:nvSpPr>
        <p:spPr>
          <a:xfrm>
            <a:off x="4356100" y="6548910"/>
            <a:ext cx="4151312" cy="201917"/>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mn-cs"/>
              </a:rPr>
              <a:t>© Copyright Microsoft Corporation. All rights reserved.</a:t>
            </a:r>
          </a:p>
        </p:txBody>
      </p:sp>
      <p:grpSp>
        <p:nvGrpSpPr>
          <p:cNvPr id="9" name="Group 8">
            <a:extLst>
              <a:ext uri="{FF2B5EF4-FFF2-40B4-BE49-F238E27FC236}">
                <a16:creationId xmlns:a16="http://schemas.microsoft.com/office/drawing/2014/main" id="{76EA3CFB-9697-C0F0-7B4C-7E3873DE53FB}"/>
              </a:ext>
              <a:ext uri="{C183D7F6-B498-43B3-948B-1728B52AA6E4}">
                <adec:decorative xmlns:adec="http://schemas.microsoft.com/office/drawing/2017/decorative" val="1"/>
              </a:ext>
            </a:extLst>
          </p:cNvPr>
          <p:cNvGrpSpPr/>
          <p:nvPr userDrawn="1"/>
        </p:nvGrpSpPr>
        <p:grpSpPr>
          <a:xfrm>
            <a:off x="2563579" y="1617484"/>
            <a:ext cx="1110600" cy="1132709"/>
            <a:chOff x="5540700" y="2116300"/>
            <a:chExt cx="1110600" cy="1110600"/>
          </a:xfrm>
        </p:grpSpPr>
        <p:sp>
          <p:nvSpPr>
            <p:cNvPr id="10" name="Oval 9">
              <a:extLst>
                <a:ext uri="{FF2B5EF4-FFF2-40B4-BE49-F238E27FC236}">
                  <a16:creationId xmlns:a16="http://schemas.microsoft.com/office/drawing/2014/main" id="{746C21DA-1493-FA44-3F9C-34E05FF08B74}"/>
                </a:ext>
              </a:extLst>
            </p:cNvPr>
            <p:cNvSpPr/>
            <p:nvPr/>
          </p:nvSpPr>
          <p:spPr>
            <a:xfrm>
              <a:off x="5540700" y="2116300"/>
              <a:ext cx="1110600" cy="1110600"/>
            </a:xfrm>
            <a:prstGeom prst="ellipse">
              <a:avLst/>
            </a:prstGeom>
            <a:solidFill>
              <a:srgbClr val="8D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33">
              <a:extLst>
                <a:ext uri="{FF2B5EF4-FFF2-40B4-BE49-F238E27FC236}">
                  <a16:creationId xmlns:a16="http://schemas.microsoft.com/office/drawing/2014/main" id="{645CE35C-3A93-7951-31D3-E08248B1C9C4}"/>
                </a:ext>
              </a:extLst>
            </p:cNvPr>
            <p:cNvPicPr/>
            <p:nvPr/>
          </p:nvPicPr>
          <p:blipFill>
            <a:blip>
              <a:extLst>
                <a:ext uri="{96DAC541-7B7A-43D3-8B79-37D633B846F1}">
                  <asvg:svgBlip xmlns:asvg="http://schemas.microsoft.com/office/drawing/2016/SVG/main" r:embed="rId2"/>
                </a:ext>
              </a:extLst>
            </a:blip>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3764715800"/>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Prepare for lab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userDrawn="1"/>
        </p:nvSpPr>
        <p:spPr bwMode="auto">
          <a:xfrm>
            <a:off x="1071532" y="6463459"/>
            <a:ext cx="2667000" cy="29791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11011600" cy="502246"/>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51559"/>
            <a:ext cx="3121026" cy="5042966"/>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64823"/>
            <a:ext cx="5364224" cy="25112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30" y="2629424"/>
            <a:ext cx="5361973" cy="74081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92725"/>
            <a:ext cx="2027938" cy="502246"/>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userDrawn="1"/>
        </p:nvSpPr>
        <p:spPr>
          <a:xfrm>
            <a:off x="4356100" y="6548910"/>
            <a:ext cx="4151312" cy="201917"/>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mn-cs"/>
              </a:rPr>
              <a:t>© Copyright Microsoft Corporation. All rights reserved.</a:t>
            </a:r>
          </a:p>
        </p:txBody>
      </p:sp>
      <p:grpSp>
        <p:nvGrpSpPr>
          <p:cNvPr id="9" name="Group 8">
            <a:extLst>
              <a:ext uri="{FF2B5EF4-FFF2-40B4-BE49-F238E27FC236}">
                <a16:creationId xmlns:a16="http://schemas.microsoft.com/office/drawing/2014/main" id="{F260BCEF-BA8C-42B9-D1E6-EED60C93E5F0}"/>
              </a:ext>
            </a:extLst>
          </p:cNvPr>
          <p:cNvGrpSpPr/>
          <p:nvPr userDrawn="1"/>
        </p:nvGrpSpPr>
        <p:grpSpPr>
          <a:xfrm>
            <a:off x="2563579" y="1617484"/>
            <a:ext cx="1110600" cy="1132709"/>
            <a:chOff x="2563579" y="1272115"/>
            <a:chExt cx="1110600" cy="1110600"/>
          </a:xfrm>
        </p:grpSpPr>
        <p:sp>
          <p:nvSpPr>
            <p:cNvPr id="10" name="Oval 9">
              <a:extLst>
                <a:ext uri="{FF2B5EF4-FFF2-40B4-BE49-F238E27FC236}">
                  <a16:creationId xmlns:a16="http://schemas.microsoft.com/office/drawing/2014/main" id="{34F743EF-1C3F-2BB6-EC5C-14389E448E71}"/>
                </a:ext>
              </a:extLst>
            </p:cNvPr>
            <p:cNvSpPr/>
            <p:nvPr/>
          </p:nvSpPr>
          <p:spPr>
            <a:xfrm>
              <a:off x="2563579" y="1272115"/>
              <a:ext cx="1110600" cy="1110600"/>
            </a:xfrm>
            <a:prstGeom prst="ellipse">
              <a:avLst/>
            </a:prstGeom>
            <a:solidFill>
              <a:srgbClr val="C5B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10" descr="A wrench and screwdriver on a black background&#10;&#10;Description automatically generated with medium confidence">
              <a:extLst>
                <a:ext uri="{FF2B5EF4-FFF2-40B4-BE49-F238E27FC236}">
                  <a16:creationId xmlns:a16="http://schemas.microsoft.com/office/drawing/2014/main" id="{22B6CEF7-CC05-CD93-EBB0-70FB66F30432}"/>
                </a:ext>
              </a:extLst>
            </p:cNvPr>
            <p:cNvPicPr/>
            <p:nvPr/>
          </p:nvPicPr>
          <p:blipFill>
            <a:blip r:embed="rId2"/>
            <a:stretch>
              <a:fillRect/>
            </a:stretch>
          </p:blipFill>
          <p:spPr>
            <a:xfrm>
              <a:off x="2766997" y="1476753"/>
              <a:ext cx="694944" cy="694944"/>
            </a:xfrm>
            <a:prstGeom prst="rect">
              <a:avLst/>
            </a:prstGeom>
          </p:spPr>
        </p:pic>
      </p:grpSp>
    </p:spTree>
    <p:extLst>
      <p:ext uri="{BB962C8B-B14F-4D97-AF65-F5344CB8AC3E}">
        <p14:creationId xmlns:p14="http://schemas.microsoft.com/office/powerpoint/2010/main" val="607921831"/>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ricin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userDrawn="1"/>
        </p:nvSpPr>
        <p:spPr bwMode="auto">
          <a:xfrm>
            <a:off x="1071532" y="6463459"/>
            <a:ext cx="2667000" cy="29791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11011600" cy="502246"/>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51559"/>
            <a:ext cx="3121026" cy="5042966"/>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64823"/>
            <a:ext cx="5364224" cy="25112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30" y="2629424"/>
            <a:ext cx="5361973" cy="74081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92725"/>
            <a:ext cx="2027938" cy="502246"/>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userDrawn="1"/>
        </p:nvSpPr>
        <p:spPr>
          <a:xfrm>
            <a:off x="4356100" y="6548910"/>
            <a:ext cx="4151312" cy="201917"/>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mn-cs"/>
              </a:rPr>
              <a:t>© Copyright Microsoft Corporation. All rights reserved.</a:t>
            </a:r>
          </a:p>
        </p:txBody>
      </p:sp>
      <p:grpSp>
        <p:nvGrpSpPr>
          <p:cNvPr id="5" name="Group 4">
            <a:extLst>
              <a:ext uri="{FF2B5EF4-FFF2-40B4-BE49-F238E27FC236}">
                <a16:creationId xmlns:a16="http://schemas.microsoft.com/office/drawing/2014/main" id="{F5C0986E-B689-6782-2E7B-724249108539}"/>
              </a:ext>
              <a:ext uri="{C183D7F6-B498-43B3-948B-1728B52AA6E4}">
                <adec:decorative xmlns:adec="http://schemas.microsoft.com/office/drawing/2017/decorative" val="1"/>
              </a:ext>
            </a:extLst>
          </p:cNvPr>
          <p:cNvGrpSpPr>
            <a:grpSpLocks/>
          </p:cNvGrpSpPr>
          <p:nvPr userDrawn="1"/>
        </p:nvGrpSpPr>
        <p:grpSpPr>
          <a:xfrm>
            <a:off x="2563579" y="1617484"/>
            <a:ext cx="1110600" cy="1132709"/>
            <a:chOff x="1742946" y="2116300"/>
            <a:chExt cx="1110600" cy="1110600"/>
          </a:xfrm>
        </p:grpSpPr>
        <p:sp>
          <p:nvSpPr>
            <p:cNvPr id="12" name="Oval 11">
              <a:extLst>
                <a:ext uri="{FF2B5EF4-FFF2-40B4-BE49-F238E27FC236}">
                  <a16:creationId xmlns:a16="http://schemas.microsoft.com/office/drawing/2014/main" id="{6CAA49E0-DE74-4741-67A0-EFF39DD2D638}"/>
                </a:ext>
              </a:extLst>
            </p:cNvPr>
            <p:cNvSpPr/>
            <p:nvPr/>
          </p:nvSpPr>
          <p:spPr>
            <a:xfrm>
              <a:off x="1742946"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3" name="Picture 12">
              <a:extLst>
                <a:ext uri="{FF2B5EF4-FFF2-40B4-BE49-F238E27FC236}">
                  <a16:creationId xmlns:a16="http://schemas.microsoft.com/office/drawing/2014/main" id="{B35AFCD5-9997-32A3-C847-E02AC6233D3B}"/>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2006529" y="2335581"/>
              <a:ext cx="613466" cy="613466"/>
            </a:xfrm>
            <a:prstGeom prst="rect">
              <a:avLst/>
            </a:prstGeom>
          </p:spPr>
        </p:pic>
      </p:grpSp>
    </p:spTree>
    <p:extLst>
      <p:ext uri="{BB962C8B-B14F-4D97-AF65-F5344CB8AC3E}">
        <p14:creationId xmlns:p14="http://schemas.microsoft.com/office/powerpoint/2010/main" val="6518581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UI La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11011600" cy="502246"/>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2" y="1318480"/>
            <a:ext cx="10074975" cy="484453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grpSp>
        <p:nvGrpSpPr>
          <p:cNvPr id="5" name="Group 4">
            <a:extLst>
              <a:ext uri="{FF2B5EF4-FFF2-40B4-BE49-F238E27FC236}">
                <a16:creationId xmlns:a16="http://schemas.microsoft.com/office/drawing/2014/main" id="{6E20E92D-9C4E-2BF7-F5C3-1126C809696B}"/>
              </a:ext>
            </a:extLst>
          </p:cNvPr>
          <p:cNvGrpSpPr/>
          <p:nvPr userDrawn="1"/>
        </p:nvGrpSpPr>
        <p:grpSpPr>
          <a:xfrm>
            <a:off x="10112348" y="911556"/>
            <a:ext cx="1110600" cy="1132709"/>
            <a:chOff x="10112348" y="738519"/>
            <a:chExt cx="1110600" cy="1110600"/>
          </a:xfrm>
        </p:grpSpPr>
        <p:sp>
          <p:nvSpPr>
            <p:cNvPr id="10" name="Oval 9">
              <a:extLst>
                <a:ext uri="{FF2B5EF4-FFF2-40B4-BE49-F238E27FC236}">
                  <a16:creationId xmlns:a16="http://schemas.microsoft.com/office/drawing/2014/main" id="{7567CE8E-AD7A-BEDE-7D43-4F2561774537}"/>
                </a:ext>
              </a:extLst>
            </p:cNvPr>
            <p:cNvSpPr/>
            <p:nvPr/>
          </p:nvSpPr>
          <p:spPr>
            <a:xfrm>
              <a:off x="10112348" y="738519"/>
              <a:ext cx="1110600" cy="1110600"/>
            </a:xfrm>
            <a:prstGeom prst="ellipse">
              <a:avLst/>
            </a:prstGeom>
            <a:solidFill>
              <a:srgbClr val="C5B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10" descr="A wrench and screwdriver on a black background&#10;&#10;Description automatically generated with medium confidence">
              <a:extLst>
                <a:ext uri="{FF2B5EF4-FFF2-40B4-BE49-F238E27FC236}">
                  <a16:creationId xmlns:a16="http://schemas.microsoft.com/office/drawing/2014/main" id="{081CBB52-335F-8D52-200D-2D007D689042}"/>
                </a:ext>
              </a:extLst>
            </p:cNvPr>
            <p:cNvPicPr/>
            <p:nvPr/>
          </p:nvPicPr>
          <p:blipFill>
            <a:blip r:embed="rId2"/>
            <a:stretch>
              <a:fillRect/>
            </a:stretch>
          </p:blipFill>
          <p:spPr>
            <a:xfrm>
              <a:off x="10315766" y="945273"/>
              <a:ext cx="694944" cy="694944"/>
            </a:xfrm>
            <a:prstGeom prst="rect">
              <a:avLst/>
            </a:prstGeom>
          </p:spPr>
        </p:pic>
      </p:grpSp>
    </p:spTree>
    <p:extLst>
      <p:ext uri="{BB962C8B-B14F-4D97-AF65-F5344CB8AC3E}">
        <p14:creationId xmlns:p14="http://schemas.microsoft.com/office/powerpoint/2010/main" val="3374766373"/>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ricing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11011600" cy="502246"/>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2" y="1318480"/>
            <a:ext cx="10074975" cy="484453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grpSp>
        <p:nvGrpSpPr>
          <p:cNvPr id="4" name="Group 3">
            <a:extLst>
              <a:ext uri="{FF2B5EF4-FFF2-40B4-BE49-F238E27FC236}">
                <a16:creationId xmlns:a16="http://schemas.microsoft.com/office/drawing/2014/main" id="{EB724FB4-110F-14DB-C9A2-8DC893034C9B}"/>
              </a:ext>
              <a:ext uri="{C183D7F6-B498-43B3-948B-1728B52AA6E4}">
                <adec:decorative xmlns:adec="http://schemas.microsoft.com/office/drawing/2017/decorative" val="1"/>
              </a:ext>
            </a:extLst>
          </p:cNvPr>
          <p:cNvGrpSpPr/>
          <p:nvPr userDrawn="1"/>
        </p:nvGrpSpPr>
        <p:grpSpPr>
          <a:xfrm>
            <a:off x="10107938" y="911556"/>
            <a:ext cx="1110600" cy="1132709"/>
            <a:chOff x="1742946" y="2116300"/>
            <a:chExt cx="1110600" cy="1110600"/>
          </a:xfrm>
        </p:grpSpPr>
        <p:sp>
          <p:nvSpPr>
            <p:cNvPr id="6" name="Oval 5">
              <a:extLst>
                <a:ext uri="{FF2B5EF4-FFF2-40B4-BE49-F238E27FC236}">
                  <a16:creationId xmlns:a16="http://schemas.microsoft.com/office/drawing/2014/main" id="{CEC0BCC3-7EC5-6F81-B1AA-80A4894ABF0C}"/>
                </a:ext>
              </a:extLst>
            </p:cNvPr>
            <p:cNvSpPr/>
            <p:nvPr/>
          </p:nvSpPr>
          <p:spPr>
            <a:xfrm>
              <a:off x="1742946"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7" name="Picture 6">
              <a:extLst>
                <a:ext uri="{FF2B5EF4-FFF2-40B4-BE49-F238E27FC236}">
                  <a16:creationId xmlns:a16="http://schemas.microsoft.com/office/drawing/2014/main" id="{9D467AA4-32D7-985C-93B4-6A2CF9D380C2}"/>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2006529" y="2335581"/>
              <a:ext cx="613466" cy="613466"/>
            </a:xfrm>
            <a:prstGeom prst="rect">
              <a:avLst/>
            </a:prstGeom>
          </p:spPr>
        </p:pic>
      </p:grpSp>
    </p:spTree>
    <p:extLst>
      <p:ext uri="{BB962C8B-B14F-4D97-AF65-F5344CB8AC3E}">
        <p14:creationId xmlns:p14="http://schemas.microsoft.com/office/powerpoint/2010/main" val="1808818184"/>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column_Callout_with Image">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A0C1B43-5B0F-7090-B43D-4D154AC01AF9}"/>
              </a:ext>
              <a:ext uri="{C183D7F6-B498-43B3-948B-1728B52AA6E4}">
                <adec:decorative xmlns:adec="http://schemas.microsoft.com/office/drawing/2017/decorative" val="1"/>
              </a:ext>
            </a:extLst>
          </p:cNvPr>
          <p:cNvSpPr/>
          <p:nvPr userDrawn="1"/>
        </p:nvSpPr>
        <p:spPr bwMode="auto">
          <a:xfrm>
            <a:off x="1071532" y="6463459"/>
            <a:ext cx="2667000" cy="29791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6" name="Footer Placeholder 2">
            <a:extLst>
              <a:ext uri="{FF2B5EF4-FFF2-40B4-BE49-F238E27FC236}">
                <a16:creationId xmlns:a16="http://schemas.microsoft.com/office/drawing/2014/main" id="{2E22E512-824E-5687-C33B-5B41FE43E981}"/>
              </a:ext>
            </a:extLst>
          </p:cNvPr>
          <p:cNvSpPr txBox="1">
            <a:spLocks/>
          </p:cNvSpPr>
          <p:nvPr userDrawn="1"/>
        </p:nvSpPr>
        <p:spPr>
          <a:xfrm>
            <a:off x="4356100" y="6548910"/>
            <a:ext cx="4151312" cy="201917"/>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mn-cs"/>
              </a:rPr>
              <a:t>© Copyright Microsoft Corporation. All rights reserved.</a:t>
            </a: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11011600" cy="502246"/>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064000" y="1317958"/>
            <a:ext cx="7535862" cy="334506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4064000" y="4926468"/>
            <a:ext cx="7535862" cy="188342"/>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4073063" y="5335795"/>
            <a:ext cx="7526800" cy="156952"/>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Rectangle: Single Corner Rounded 4">
            <a:extLst>
              <a:ext uri="{FF2B5EF4-FFF2-40B4-BE49-F238E27FC236}">
                <a16:creationId xmlns:a16="http://schemas.microsoft.com/office/drawing/2014/main" id="{F30B2090-3FEF-BD7A-3D1A-F15263CED050}"/>
              </a:ext>
              <a:ext uri="{C183D7F6-B498-43B3-948B-1728B52AA6E4}">
                <adec:decorative xmlns:adec="http://schemas.microsoft.com/office/drawing/2017/decorative" val="1"/>
              </a:ext>
            </a:extLst>
          </p:cNvPr>
          <p:cNvSpPr/>
          <p:nvPr userDrawn="1"/>
        </p:nvSpPr>
        <p:spPr bwMode="auto">
          <a:xfrm>
            <a:off x="-1" y="1317957"/>
            <a:ext cx="3121026" cy="5676568"/>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9" name="Text Placeholder 11">
            <a:extLst>
              <a:ext uri="{FF2B5EF4-FFF2-40B4-BE49-F238E27FC236}">
                <a16:creationId xmlns:a16="http://schemas.microsoft.com/office/drawing/2014/main" id="{69AA33E8-65E2-5482-066C-B301F74B3FCC}"/>
              </a:ext>
            </a:extLst>
          </p:cNvPr>
          <p:cNvSpPr>
            <a:spLocks noGrp="1"/>
          </p:cNvSpPr>
          <p:nvPr>
            <p:ph type="body" sz="quarter" idx="34"/>
          </p:nvPr>
        </p:nvSpPr>
        <p:spPr>
          <a:xfrm>
            <a:off x="588262" y="2254099"/>
            <a:ext cx="2113253" cy="502246"/>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233362945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Learn Clickdown">
    <p:bg>
      <p:bgPr>
        <a:solidFill>
          <a:srgbClr val="E8E6D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E890A9B-98DE-E407-1677-225E1CB27E04}"/>
              </a:ext>
              <a:ext uri="{C183D7F6-B498-43B3-948B-1728B52AA6E4}">
                <adec:decorative xmlns:adec="http://schemas.microsoft.com/office/drawing/2017/decorative" val="1"/>
              </a:ext>
            </a:extLst>
          </p:cNvPr>
          <p:cNvSpPr/>
          <p:nvPr userDrawn="1"/>
        </p:nvSpPr>
        <p:spPr bwMode="auto">
          <a:xfrm>
            <a:off x="1888" y="0"/>
            <a:ext cx="6891565" cy="699452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Rectangle: Top Corners Rounded 1">
            <a:extLst>
              <a:ext uri="{FF2B5EF4-FFF2-40B4-BE49-F238E27FC236}">
                <a16:creationId xmlns:a16="http://schemas.microsoft.com/office/drawing/2014/main" id="{960FA2C5-0F45-1F96-1312-4AD604060381}"/>
              </a:ext>
              <a:ext uri="{C183D7F6-B498-43B3-948B-1728B52AA6E4}">
                <adec:decorative xmlns:adec="http://schemas.microsoft.com/office/drawing/2017/decorative" val="1"/>
              </a:ext>
            </a:extLst>
          </p:cNvPr>
          <p:cNvSpPr>
            <a:spLocks/>
          </p:cNvSpPr>
          <p:nvPr userDrawn="1"/>
        </p:nvSpPr>
        <p:spPr bwMode="auto">
          <a:xfrm rot="16200000" flipH="1">
            <a:off x="7920912" y="1422098"/>
            <a:ext cx="3868580" cy="4707465"/>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74320" tIns="0" rIns="274320" bIns="9144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30000" noProof="0" dirty="0">
              <a:ln>
                <a:noFill/>
              </a:ln>
              <a:solidFill>
                <a:srgbClr val="FFFFFF"/>
              </a:solidFill>
              <a:effectLst/>
              <a:uLnTx/>
              <a:uFillTx/>
              <a:latin typeface="Segoe UI"/>
              <a:ea typeface="+mn-ea"/>
              <a:cs typeface="+mn-cs"/>
            </a:endParaRPr>
          </a:p>
        </p:txBody>
      </p:sp>
      <p:pic>
        <p:nvPicPr>
          <p:cNvPr id="3" name="Picture 2">
            <a:extLst>
              <a:ext uri="{FF2B5EF4-FFF2-40B4-BE49-F238E27FC236}">
                <a16:creationId xmlns:a16="http://schemas.microsoft.com/office/drawing/2014/main" id="{C7858406-DE31-8249-0E02-6D12B1500EBC}"/>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7458887" y="1794186"/>
            <a:ext cx="4737876" cy="3947735"/>
          </a:xfrm>
          <a:prstGeom prst="rect">
            <a:avLst/>
          </a:prstGeom>
          <a:noFill/>
          <a:ln w="38100">
            <a:noFill/>
          </a:ln>
          <a:effectLst/>
        </p:spPr>
      </p:pic>
      <p:sp>
        <p:nvSpPr>
          <p:cNvPr id="4" name="Picture Placeholder" descr="This photo is a 'placeholder' only. Drag or drop your photo here, or click and tap the center to insert a photo.">
            <a:extLst>
              <a:ext uri="{FF2B5EF4-FFF2-40B4-BE49-F238E27FC236}">
                <a16:creationId xmlns:a16="http://schemas.microsoft.com/office/drawing/2014/main" id="{D5402C46-D31C-FDEF-C231-716FBE6417FF}"/>
              </a:ext>
            </a:extLst>
          </p:cNvPr>
          <p:cNvSpPr>
            <a:spLocks noGrp="1"/>
          </p:cNvSpPr>
          <p:nvPr>
            <p:ph type="pic" sz="quarter" idx="20" hasCustomPrompt="1"/>
          </p:nvPr>
        </p:nvSpPr>
        <p:spPr bwMode="ltGray">
          <a:xfrm>
            <a:off x="7724776" y="2082167"/>
            <a:ext cx="4467225" cy="3377448"/>
          </a:xfrm>
          <a:prstGeom prst="rect">
            <a:avLst/>
          </a:prstGeom>
          <a:solidFill>
            <a:srgbClr val="F4F4F7"/>
          </a:solidFill>
          <a:ln>
            <a:noFill/>
          </a:ln>
        </p:spPr>
        <p:txBody>
          <a:bodyPr lIns="914400" tIns="0" rIns="914400" bIns="146304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website screenshot here or click or tap icon below to insert</a:t>
            </a:r>
          </a:p>
          <a:p>
            <a:endParaRPr lang="en-US" dirty="0"/>
          </a:p>
          <a:p>
            <a:endParaRPr lang="en-US" dirty="0"/>
          </a:p>
        </p:txBody>
      </p:sp>
      <p:sp>
        <p:nvSpPr>
          <p:cNvPr id="5" name="Title 1">
            <a:extLst>
              <a:ext uri="{FF2B5EF4-FFF2-40B4-BE49-F238E27FC236}">
                <a16:creationId xmlns:a16="http://schemas.microsoft.com/office/drawing/2014/main" id="{7B5F9DFC-8F86-66C5-68A6-019BCDEDB8C2}"/>
              </a:ext>
            </a:extLst>
          </p:cNvPr>
          <p:cNvSpPr>
            <a:spLocks noGrp="1"/>
          </p:cNvSpPr>
          <p:nvPr>
            <p:ph type="title"/>
          </p:nvPr>
        </p:nvSpPr>
        <p:spPr>
          <a:xfrm>
            <a:off x="588263" y="596867"/>
            <a:ext cx="5652201" cy="502246"/>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10" name="Text Placeholder 11">
            <a:extLst>
              <a:ext uri="{FF2B5EF4-FFF2-40B4-BE49-F238E27FC236}">
                <a16:creationId xmlns:a16="http://schemas.microsoft.com/office/drawing/2014/main" id="{5FD7D075-9E51-3CE8-5505-AE5C8CAB0439}"/>
              </a:ext>
            </a:extLst>
          </p:cNvPr>
          <p:cNvSpPr>
            <a:spLocks noGrp="1"/>
          </p:cNvSpPr>
          <p:nvPr>
            <p:ph type="body" sz="quarter" idx="16"/>
          </p:nvPr>
        </p:nvSpPr>
        <p:spPr>
          <a:xfrm>
            <a:off x="584200" y="1625891"/>
            <a:ext cx="5654573" cy="25112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1" name="Text Placeholder 3">
            <a:extLst>
              <a:ext uri="{FF2B5EF4-FFF2-40B4-BE49-F238E27FC236}">
                <a16:creationId xmlns:a16="http://schemas.microsoft.com/office/drawing/2014/main" id="{F4BA9016-5747-B1D1-36DE-145A4E94C4B2}"/>
              </a:ext>
            </a:extLst>
          </p:cNvPr>
          <p:cNvSpPr>
            <a:spLocks noGrp="1"/>
          </p:cNvSpPr>
          <p:nvPr>
            <p:ph type="body" sz="quarter" idx="15"/>
          </p:nvPr>
        </p:nvSpPr>
        <p:spPr>
          <a:xfrm>
            <a:off x="586390" y="2127287"/>
            <a:ext cx="5652201" cy="74081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2">
            <a:extLst>
              <a:ext uri="{FF2B5EF4-FFF2-40B4-BE49-F238E27FC236}">
                <a16:creationId xmlns:a16="http://schemas.microsoft.com/office/drawing/2014/main" id="{6F36D75B-95FF-2F0D-75F2-EF58B69B29D9}"/>
              </a:ext>
            </a:extLst>
          </p:cNvPr>
          <p:cNvSpPr txBox="1">
            <a:spLocks/>
          </p:cNvSpPr>
          <p:nvPr userDrawn="1"/>
        </p:nvSpPr>
        <p:spPr>
          <a:xfrm>
            <a:off x="579438" y="6548910"/>
            <a:ext cx="4151312" cy="201917"/>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a:ea typeface="+mn-ea"/>
                <a:cs typeface="+mn-cs"/>
              </a:rPr>
              <a:t>© Copyright Microsoft Corporation. All rights reserved.</a:t>
            </a:r>
          </a:p>
        </p:txBody>
      </p:sp>
    </p:spTree>
    <p:extLst>
      <p:ext uri="{BB962C8B-B14F-4D97-AF65-F5344CB8AC3E}">
        <p14:creationId xmlns:p14="http://schemas.microsoft.com/office/powerpoint/2010/main" val="240415777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2">
          <p15:clr>
            <a:srgbClr val="5ACBF0"/>
          </p15:clr>
        </p15:guide>
        <p15:guide id="30" orient="horz" pos="288">
          <p15:clr>
            <a:srgbClr val="5ACBF0"/>
          </p15:clr>
        </p15:guide>
        <p15:guide id="31" orient="horz" pos="3600">
          <p15:clr>
            <a:srgbClr val="FBAE40"/>
          </p15:clr>
        </p15:guide>
        <p15:guide id="32" orient="horz" pos="3408">
          <p15:clr>
            <a:srgbClr val="FBAE40"/>
          </p15:clr>
        </p15:guide>
        <p15:guide id="33" pos="108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lank_with 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11011600" cy="502246"/>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spTree>
    <p:extLst>
      <p:ext uri="{BB962C8B-B14F-4D97-AF65-F5344CB8AC3E}">
        <p14:creationId xmlns:p14="http://schemas.microsoft.com/office/powerpoint/2010/main" val="97021535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lank_with Head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11011600" cy="502246"/>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1344586646"/>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lank_with Head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11011600" cy="502246"/>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spTree>
    <p:extLst>
      <p:ext uri="{BB962C8B-B14F-4D97-AF65-F5344CB8AC3E}">
        <p14:creationId xmlns:p14="http://schemas.microsoft.com/office/powerpoint/2010/main" val="2998749372"/>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column contain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11011600" cy="502246"/>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2" y="1318480"/>
            <a:ext cx="10074975" cy="484453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807230"/>
            <a:ext cx="8778782" cy="25112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2308626"/>
            <a:ext cx="8775098" cy="74081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858333836"/>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Knowledge Chec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11011600" cy="502246"/>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2" y="1318480"/>
            <a:ext cx="10074975" cy="484453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625887"/>
            <a:ext cx="8778782" cy="430887"/>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2033822"/>
            <a:ext cx="8775098" cy="219733"/>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userDrawn="1"/>
        </p:nvGrpSpPr>
        <p:grpSpPr>
          <a:xfrm>
            <a:off x="10107938" y="911556"/>
            <a:ext cx="1110600" cy="1132709"/>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581865"/>
            <a:ext cx="8778782" cy="215444"/>
          </a:xfrm>
          <a:prstGeom prst="rect">
            <a:avLst/>
          </a:prstGeom>
        </p:spPr>
        <p:txBody>
          <a:bodyPr anchor="t"/>
          <a:lstStyle>
            <a:lvl1pPr marL="0" indent="0">
              <a:spcBef>
                <a:spcPts val="0"/>
              </a:spcBef>
              <a:buNone/>
              <a:defRPr sz="14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5" y="4996276"/>
            <a:ext cx="8775098" cy="219733"/>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103262"/>
            <a:ext cx="8778782" cy="430887"/>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5" y="3517674"/>
            <a:ext cx="8775098" cy="219733"/>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2623115040"/>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Knowledge Check">
    <p:spTree>
      <p:nvGrpSpPr>
        <p:cNvPr id="1" name=""/>
        <p:cNvGrpSpPr/>
        <p:nvPr/>
      </p:nvGrpSpPr>
      <p:grpSpPr>
        <a:xfrm>
          <a:off x="0" y="0"/>
          <a:ext cx="0" cy="0"/>
          <a:chOff x="0" y="0"/>
          <a:chExt cx="0" cy="0"/>
        </a:xfrm>
      </p:grpSpPr>
      <p:sp>
        <p:nvSpPr>
          <p:cNvPr id="3" name="Rounded Rectangle 3_1">
            <a:extLst>
              <a:ext uri="{FF2B5EF4-FFF2-40B4-BE49-F238E27FC236}">
                <a16:creationId xmlns:a16="http://schemas.microsoft.com/office/drawing/2014/main" id="{4CCBFB5E-1851-2876-A431-5DF81265739D}"/>
              </a:ext>
            </a:extLst>
          </p:cNvPr>
          <p:cNvSpPr/>
          <p:nvPr userDrawn="1"/>
        </p:nvSpPr>
        <p:spPr>
          <a:xfrm>
            <a:off x="588262" y="1318480"/>
            <a:ext cx="10074975" cy="4844530"/>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11011600" cy="502246"/>
          </a:xfrm>
        </p:spPr>
        <p:txBody>
          <a:bodyPr vert="horz" wrap="square" lIns="0" tIns="0" rIns="0" bIns="0" rtlCol="0" anchor="t">
            <a:spAutoFit/>
          </a:bodyPr>
          <a:lstStyle>
            <a:lvl1pPr>
              <a:defRPr lang="en-US" i="0">
                <a:cs typeface="Segoe UI Semibold" panose="020B0502040204020203" pitchFamily="34" charset="0"/>
              </a:defRPr>
            </a:lvl1pPr>
          </a:lstStyle>
          <a:p>
            <a:pPr lvl="0"/>
            <a:r>
              <a:rPr lang="en-US"/>
              <a:t>Click to edit Master title style</a:t>
            </a: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625887"/>
            <a:ext cx="8778782" cy="430887"/>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2033822"/>
            <a:ext cx="8775098" cy="219733"/>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userDrawn="1"/>
        </p:nvGrpSpPr>
        <p:grpSpPr>
          <a:xfrm>
            <a:off x="10107938" y="911556"/>
            <a:ext cx="1110600" cy="1132709"/>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581865"/>
            <a:ext cx="8778782" cy="215444"/>
          </a:xfrm>
          <a:prstGeom prst="rect">
            <a:avLst/>
          </a:prstGeom>
        </p:spPr>
        <p:txBody>
          <a:bodyPr anchor="t"/>
          <a:lstStyle>
            <a:lvl1pPr marL="0" indent="0">
              <a:spcBef>
                <a:spcPts val="0"/>
              </a:spcBef>
              <a:buNone/>
              <a:defRPr sz="14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5" y="4996276"/>
            <a:ext cx="8775098" cy="219733"/>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103262"/>
            <a:ext cx="8778782" cy="430887"/>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5" y="3517674"/>
            <a:ext cx="8775098" cy="219733"/>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1566869103"/>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11011600" cy="502246"/>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2884141"/>
            <a:ext cx="12192001" cy="3095623"/>
          </a:xfrm>
          <a:prstGeom prst="rect">
            <a:avLst/>
          </a:prstGeom>
        </p:spPr>
      </p:pic>
    </p:spTree>
    <p:extLst>
      <p:ext uri="{BB962C8B-B14F-4D97-AF65-F5344CB8AC3E}">
        <p14:creationId xmlns:p14="http://schemas.microsoft.com/office/powerpoint/2010/main" val="3582082602"/>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11011600" cy="502246"/>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3207262"/>
            <a:ext cx="12192001" cy="3095623"/>
          </a:xfrm>
          <a:prstGeom prst="rect">
            <a:avLst/>
          </a:prstGeom>
        </p:spPr>
      </p:pic>
    </p:spTree>
    <p:extLst>
      <p:ext uri="{BB962C8B-B14F-4D97-AF65-F5344CB8AC3E}">
        <p14:creationId xmlns:p14="http://schemas.microsoft.com/office/powerpoint/2010/main" val="1275113094"/>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11011600" cy="502246"/>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2884141"/>
            <a:ext cx="12192001" cy="3095623"/>
          </a:xfrm>
          <a:prstGeom prst="rect">
            <a:avLst/>
          </a:prstGeom>
        </p:spPr>
      </p:pic>
      <p:sp>
        <p:nvSpPr>
          <p:cNvPr id="3" name="Rounded Rectangle 3_1">
            <a:extLst>
              <a:ext uri="{FF2B5EF4-FFF2-40B4-BE49-F238E27FC236}">
                <a16:creationId xmlns:a16="http://schemas.microsoft.com/office/drawing/2014/main" id="{EA6FD2A8-720D-4961-EE5A-DE1728EBB8A1}"/>
              </a:ext>
              <a:ext uri="{C183D7F6-B498-43B3-948B-1728B52AA6E4}">
                <adec:decorative xmlns:adec="http://schemas.microsoft.com/office/drawing/2017/decorative" val="1"/>
              </a:ext>
            </a:extLst>
          </p:cNvPr>
          <p:cNvSpPr/>
          <p:nvPr userDrawn="1"/>
        </p:nvSpPr>
        <p:spPr>
          <a:xfrm>
            <a:off x="580398" y="1822862"/>
            <a:ext cx="10633034" cy="3710677"/>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numCol="1" spcCol="457200" rtlCol="0" anchor="t"/>
          <a:lstStyle/>
          <a:p>
            <a:pPr marL="0" marR="0" lvl="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a:pPr>
            <a:endParaRPr kumimoji="0" lang="en-US" sz="16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3611636041"/>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11011600" cy="502246"/>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3207262"/>
            <a:ext cx="12192001" cy="3095623"/>
          </a:xfrm>
          <a:prstGeom prst="rect">
            <a:avLst/>
          </a:prstGeom>
        </p:spPr>
      </p:pic>
      <p:sp>
        <p:nvSpPr>
          <p:cNvPr id="3" name="Rounded Rectangle 3_1">
            <a:extLst>
              <a:ext uri="{FF2B5EF4-FFF2-40B4-BE49-F238E27FC236}">
                <a16:creationId xmlns:a16="http://schemas.microsoft.com/office/drawing/2014/main" id="{3C1E8CAF-6128-384E-E21D-0DE6DC548F23}"/>
              </a:ext>
              <a:ext uri="{C183D7F6-B498-43B3-948B-1728B52AA6E4}">
                <adec:decorative xmlns:adec="http://schemas.microsoft.com/office/drawing/2017/decorative" val="1"/>
              </a:ext>
            </a:extLst>
          </p:cNvPr>
          <p:cNvSpPr/>
          <p:nvPr userDrawn="1"/>
        </p:nvSpPr>
        <p:spPr>
          <a:xfrm>
            <a:off x="580398" y="1822862"/>
            <a:ext cx="10633034" cy="3710677"/>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numCol="1" spcCol="457200" rtlCol="0" anchor="t"/>
          <a:lstStyle/>
          <a:p>
            <a:pPr marL="0" marR="0" lvl="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a:pPr>
            <a:endParaRPr kumimoji="0" lang="en-US" sz="16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619036484"/>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Developer code full page">
    <p:bg>
      <p:bgPr>
        <a:solidFill>
          <a:srgbClr val="E8E6DF"/>
        </a:solidFill>
        <a:effectLst/>
      </p:bgPr>
    </p:bg>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A2F35014-FB65-ACD9-730E-E1D616E56103}"/>
              </a:ext>
            </a:extLst>
          </p:cNvPr>
          <p:cNvSpPr>
            <a:spLocks noGrp="1"/>
          </p:cNvSpPr>
          <p:nvPr>
            <p:ph type="body" sz="quarter" idx="13" hasCustomPrompt="1"/>
          </p:nvPr>
        </p:nvSpPr>
        <p:spPr>
          <a:xfrm>
            <a:off x="1" y="0"/>
            <a:ext cx="4491999" cy="643502"/>
          </a:xfrm>
          <a:gradFill flip="none" rotWithShape="1">
            <a:gsLst>
              <a:gs pos="0">
                <a:srgbClr val="000000"/>
              </a:gs>
              <a:gs pos="92000">
                <a:srgbClr val="000000"/>
              </a:gs>
              <a:gs pos="92000">
                <a:schemeClr val="accent3"/>
              </a:gs>
            </a:gsLst>
            <a:lin ang="16200000" scaled="1"/>
            <a:tileRect/>
          </a:gradFill>
        </p:spPr>
        <p:txBody>
          <a:bodyPr vert="horz" wrap="square" lIns="585216" tIns="91440" rIns="585216" bIns="45720" rtlCol="0">
            <a:spAutoFit/>
          </a:bodyPr>
          <a:lstStyle>
            <a:lvl1pPr marL="0" indent="0">
              <a:buNone/>
              <a:defRPr kumimoji="0" lang="en-US" sz="3200" b="0" i="0" u="none" strike="noStrike" cap="none" normalizeH="0" dirty="0">
                <a:ln>
                  <a:noFill/>
                </a:ln>
                <a:solidFill>
                  <a:srgbClr val="FFFFFF"/>
                </a:solidFill>
                <a:effectLst/>
                <a:uLnTx/>
                <a:uFillTx/>
                <a:latin typeface="+mj-lt"/>
              </a:defRPr>
            </a:lvl1pPr>
          </a:lstStyle>
          <a:p>
            <a:pPr marL="228600" lvl="0" indent="-228600"/>
            <a:r>
              <a:rPr lang="en-US"/>
              <a:t>Click to enter title</a:t>
            </a:r>
          </a:p>
        </p:txBody>
      </p:sp>
      <p:sp>
        <p:nvSpPr>
          <p:cNvPr id="8" name="Text Placeholder 3">
            <a:extLst>
              <a:ext uri="{FF2B5EF4-FFF2-40B4-BE49-F238E27FC236}">
                <a16:creationId xmlns:a16="http://schemas.microsoft.com/office/drawing/2014/main" id="{642E0005-D466-9A2B-2F72-437D2E7450DA}"/>
              </a:ext>
            </a:extLst>
          </p:cNvPr>
          <p:cNvSpPr txBox="1">
            <a:spLocks/>
          </p:cNvSpPr>
          <p:nvPr userDrawn="1"/>
        </p:nvSpPr>
        <p:spPr>
          <a:xfrm>
            <a:off x="295276" y="785805"/>
            <a:ext cx="11604624" cy="5614510"/>
          </a:xfrm>
          <a:prstGeom prst="rect">
            <a:avLst/>
          </a:prstGeom>
          <a:solidFill>
            <a:srgbClr val="FFFFFF"/>
          </a:solidFill>
        </p:spPr>
        <p:txBody>
          <a:bodyPr vert="horz" lIns="274320" tIns="182880" rIns="182880" bIns="182880" rtlCol="0">
            <a:noAutofit/>
          </a:bodyPr>
          <a:lstStyle>
            <a:lvl1pPr marL="0" indent="0" algn="l" defTabSz="914132" rtl="0" eaLnBrk="1" latinLnBrk="0" hangingPunct="1">
              <a:lnSpc>
                <a:spcPct val="150000"/>
              </a:lnSpc>
              <a:spcBef>
                <a:spcPts val="0"/>
              </a:spcBef>
              <a:spcAft>
                <a:spcPts val="600"/>
              </a:spcAft>
              <a:buClr>
                <a:schemeClr val="bg1"/>
              </a:buClr>
              <a:buSzPct val="120000"/>
              <a:buFontTx/>
              <a:buNone/>
              <a:defRPr lang="en-US" sz="1400" b="0" i="0" kern="1200">
                <a:solidFill>
                  <a:schemeClr val="tx1"/>
                </a:solidFill>
                <a:effectLst/>
                <a:latin typeface="Consolas" panose="020B0609020204030204" pitchFamily="49" charset="0"/>
                <a:ea typeface="Segoe UI Semibold" charset="0"/>
                <a:cs typeface="Segoe UI Semibold" charset="0"/>
              </a:defRPr>
            </a:lvl1pPr>
            <a:lvl2pPr marL="0" indent="0" algn="l" defTabSz="914132" rtl="0" eaLnBrk="1" latinLnBrk="0" hangingPunct="1">
              <a:lnSpc>
                <a:spcPct val="110000"/>
              </a:lnSpc>
              <a:spcBef>
                <a:spcPts val="0"/>
              </a:spcBef>
              <a:spcAft>
                <a:spcPts val="600"/>
              </a:spcAft>
              <a:buClrTx/>
              <a:buSzPct val="110000"/>
              <a:buFont typeface="Arial" charset="0"/>
              <a:buNone/>
              <a:defRPr lang="en-US" sz="2000" b="0" i="0" kern="1200" dirty="0" smtClean="0">
                <a:solidFill>
                  <a:schemeClr val="tx1"/>
                </a:solidFill>
                <a:effectLst/>
                <a:latin typeface="Segoe UI" charset="0"/>
                <a:ea typeface="Segoe UI" charset="0"/>
                <a:cs typeface="Segoe UI" charset="0"/>
              </a:defRPr>
            </a:lvl2pPr>
            <a:lvl3pPr marL="288925" indent="-222250" algn="l" defTabSz="914132" rtl="0" eaLnBrk="1" latinLnBrk="0" hangingPunct="1">
              <a:lnSpc>
                <a:spcPct val="110000"/>
              </a:lnSpc>
              <a:spcBef>
                <a:spcPts val="0"/>
              </a:spcBef>
              <a:spcAft>
                <a:spcPts val="600"/>
              </a:spcAft>
              <a:buClrTx/>
              <a:buSzPct val="120000"/>
              <a:buFont typeface="Arial" charset="0"/>
              <a:buChar char="•"/>
              <a:defRPr lang="en-US" sz="2000" b="0" i="0" kern="1200" dirty="0" smtClean="0">
                <a:solidFill>
                  <a:schemeClr val="tx1"/>
                </a:solidFill>
                <a:effectLst/>
                <a:latin typeface="Segoe UI" charset="0"/>
                <a:ea typeface="Segoe UI" charset="0"/>
                <a:cs typeface="Segoe UI" charset="0"/>
              </a:defRPr>
            </a:lvl3pPr>
            <a:lvl4pPr marL="631825" indent="-182880" algn="l" defTabSz="914132" rtl="0" eaLnBrk="1" latinLnBrk="0" hangingPunct="1">
              <a:lnSpc>
                <a:spcPct val="110000"/>
              </a:lnSpc>
              <a:spcBef>
                <a:spcPts val="0"/>
              </a:spcBef>
              <a:spcAft>
                <a:spcPts val="600"/>
              </a:spcAft>
              <a:buClrTx/>
              <a:buFont typeface="Arial" charset="0"/>
              <a:buChar char="•"/>
              <a:tabLst/>
              <a:defRPr lang="en-US" sz="1800" b="0" i="0" kern="1200" dirty="0" smtClean="0">
                <a:solidFill>
                  <a:schemeClr val="tx1"/>
                </a:solidFill>
                <a:effectLst/>
                <a:latin typeface="Segoe UI" charset="0"/>
                <a:ea typeface="Segoe UI" charset="0"/>
                <a:cs typeface="Segoe UI" charset="0"/>
              </a:defRPr>
            </a:lvl4pPr>
            <a:lvl5pPr marL="1162685" indent="-194310" algn="l" defTabSz="914132" rtl="0" eaLnBrk="1" latinLnBrk="0" hangingPunct="1">
              <a:lnSpc>
                <a:spcPct val="110000"/>
              </a:lnSpc>
              <a:spcBef>
                <a:spcPts val="500"/>
              </a:spcBef>
              <a:buClr>
                <a:schemeClr val="tx1"/>
              </a:buClr>
              <a:buFont typeface="Arial"/>
              <a:buChar char="•"/>
              <a:defRPr lang="en-US" sz="1600" b="0" i="0" kern="1200" dirty="0">
                <a:solidFill>
                  <a:schemeClr val="tx1"/>
                </a:solidFill>
                <a:effectLst/>
                <a:latin typeface="Segoe UI" charset="0"/>
                <a:ea typeface="Segoe UI" charset="0"/>
                <a:cs typeface="Segoe UI" charset="0"/>
              </a:defRPr>
            </a:lvl5pPr>
            <a:lvl6pPr marL="1873781" indent="-228533" algn="l" defTabSz="914132"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6pPr>
            <a:lvl7pPr marL="2970926"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7992"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5057"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a:lstStyle>
          <a:p>
            <a:pPr marL="0" marR="0" lvl="0" indent="0" algn="l" defTabSz="914132" rtl="0" eaLnBrk="1" fontAlgn="auto" latinLnBrk="0" hangingPunct="1">
              <a:lnSpc>
                <a:spcPct val="150000"/>
              </a:lnSpc>
              <a:spcBef>
                <a:spcPts val="0"/>
              </a:spcBef>
              <a:spcAft>
                <a:spcPts val="600"/>
              </a:spcAft>
              <a:buClr>
                <a:srgbClr val="E9E9E9"/>
              </a:buClr>
              <a:buSzPct val="120000"/>
              <a:buFontTx/>
              <a:buNone/>
              <a:tabLst/>
              <a:defRPr/>
            </a:pPr>
            <a:endParaRPr kumimoji="0" lang="en-US" sz="1400" b="0" i="0" u="none" strike="noStrike" kern="1200" cap="none" spc="0" normalizeH="0" baseline="0" noProof="0" dirty="0">
              <a:ln>
                <a:noFill/>
              </a:ln>
              <a:solidFill>
                <a:srgbClr val="000000"/>
              </a:solidFill>
              <a:effectLst/>
              <a:uLnTx/>
              <a:uFillTx/>
              <a:latin typeface="Consolas" panose="020B0609020204030204" pitchFamily="49" charset="0"/>
              <a:cs typeface="Segoe UI Semibold" charset="0"/>
            </a:endParaRPr>
          </a:p>
        </p:txBody>
      </p:sp>
      <p:sp>
        <p:nvSpPr>
          <p:cNvPr id="9" name="Text Placeholder 4" descr="This layout should only be used for developer code. The font used is a monospace font which is ideal for showing code.">
            <a:extLst>
              <a:ext uri="{FF2B5EF4-FFF2-40B4-BE49-F238E27FC236}">
                <a16:creationId xmlns:a16="http://schemas.microsoft.com/office/drawing/2014/main" id="{3EC8DAD9-3274-7DD3-8458-A6CF6E36618D}"/>
              </a:ext>
            </a:extLst>
          </p:cNvPr>
          <p:cNvSpPr>
            <a:spLocks noGrp="1"/>
          </p:cNvSpPr>
          <p:nvPr>
            <p:ph type="body" sz="quarter" idx="11" hasCustomPrompt="1"/>
          </p:nvPr>
        </p:nvSpPr>
        <p:spPr>
          <a:xfrm>
            <a:off x="579439" y="1105308"/>
            <a:ext cx="11020425" cy="215444"/>
          </a:xfrm>
        </p:spPr>
        <p:txBody>
          <a:bodyPr/>
          <a:lstStyle>
            <a:lvl1pPr marL="0" indent="0">
              <a:buNone/>
              <a:tabLst/>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95029668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Developer code right">
    <p:bg>
      <p:bgPr>
        <a:solidFill>
          <a:srgbClr val="E8E6D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994525"/>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4" name="Title 1">
            <a:extLst>
              <a:ext uri="{FF2B5EF4-FFF2-40B4-BE49-F238E27FC236}">
                <a16:creationId xmlns:a16="http://schemas.microsoft.com/office/drawing/2014/main" id="{DFD107E2-140D-CB86-9FA1-B9481E49E6FE}"/>
              </a:ext>
            </a:extLst>
          </p:cNvPr>
          <p:cNvSpPr>
            <a:spLocks noGrp="1"/>
          </p:cNvSpPr>
          <p:nvPr>
            <p:ph type="title"/>
          </p:nvPr>
        </p:nvSpPr>
        <p:spPr>
          <a:xfrm>
            <a:off x="588263" y="596866"/>
            <a:ext cx="4042761" cy="1004492"/>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Text Placeholder 3">
            <a:extLst>
              <a:ext uri="{FF2B5EF4-FFF2-40B4-BE49-F238E27FC236}">
                <a16:creationId xmlns:a16="http://schemas.microsoft.com/office/drawing/2014/main" id="{277F5E94-C055-4558-A211-EF7933FCA82F}"/>
              </a:ext>
            </a:extLst>
          </p:cNvPr>
          <p:cNvSpPr>
            <a:spLocks noGrp="1"/>
          </p:cNvSpPr>
          <p:nvPr>
            <p:ph type="body" sz="quarter" idx="15"/>
          </p:nvPr>
        </p:nvSpPr>
        <p:spPr>
          <a:xfrm>
            <a:off x="586390" y="1625891"/>
            <a:ext cx="4042761" cy="740813"/>
          </a:xfrm>
          <a:prstGeom prst="rect">
            <a:avLst/>
          </a:prstGeom>
        </p:spPr>
        <p:txBody>
          <a:bodyPr wrap="square">
            <a:spAutoFit/>
          </a:bodyPr>
          <a:lstStyle>
            <a:lvl1pPr marL="0" indent="0">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Text Placeholder 4" descr="This layout should only be used for developer code. The font used is a monospace font which is ideal for showing code.">
            <a:extLst>
              <a:ext uri="{FF2B5EF4-FFF2-40B4-BE49-F238E27FC236}">
                <a16:creationId xmlns:a16="http://schemas.microsoft.com/office/drawing/2014/main" id="{A89B3FAE-417F-41EF-9D05-0D6CAF8EC76C}"/>
              </a:ext>
            </a:extLst>
          </p:cNvPr>
          <p:cNvSpPr>
            <a:spLocks noGrp="1"/>
          </p:cNvSpPr>
          <p:nvPr>
            <p:ph type="body" sz="quarter" idx="11" hasCustomPrompt="1"/>
          </p:nvPr>
        </p:nvSpPr>
        <p:spPr>
          <a:xfrm>
            <a:off x="5800725" y="594212"/>
            <a:ext cx="5799138" cy="215444"/>
          </a:xfrm>
        </p:spPr>
        <p:txBody>
          <a:bodyPr/>
          <a:lstStyle>
            <a:lvl1pPr marL="0" indent="0">
              <a:buNone/>
              <a:tabLst/>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42252991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Resources">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11011600" cy="502246"/>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622730"/>
            <a:ext cx="8193024" cy="504754"/>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5F055FC1-EF87-C5EC-9545-B346C73ACDA3}"/>
              </a:ext>
            </a:extLst>
          </p:cNvPr>
          <p:cNvSpPr>
            <a:spLocks noGrp="1"/>
          </p:cNvSpPr>
          <p:nvPr>
            <p:ph type="body" sz="quarter" idx="19"/>
          </p:nvPr>
        </p:nvSpPr>
        <p:spPr>
          <a:xfrm>
            <a:off x="586389" y="2123152"/>
            <a:ext cx="8193024" cy="911019"/>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3">
            <a:extLst>
              <a:ext uri="{FF2B5EF4-FFF2-40B4-BE49-F238E27FC236}">
                <a16:creationId xmlns:a16="http://schemas.microsoft.com/office/drawing/2014/main" id="{5EBA1527-2F4C-29A6-6A08-4FBA5CAE4E7E}"/>
              </a:ext>
            </a:extLst>
          </p:cNvPr>
          <p:cNvSpPr>
            <a:spLocks noGrp="1"/>
          </p:cNvSpPr>
          <p:nvPr>
            <p:ph type="body" sz="quarter" idx="20"/>
          </p:nvPr>
        </p:nvSpPr>
        <p:spPr>
          <a:xfrm>
            <a:off x="586389" y="3658535"/>
            <a:ext cx="8193024" cy="504754"/>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3B81DC28-90DC-14C9-6ED7-101D16E58FA0}"/>
              </a:ext>
            </a:extLst>
          </p:cNvPr>
          <p:cNvSpPr>
            <a:spLocks noGrp="1"/>
          </p:cNvSpPr>
          <p:nvPr>
            <p:ph type="body" sz="quarter" idx="21"/>
          </p:nvPr>
        </p:nvSpPr>
        <p:spPr>
          <a:xfrm>
            <a:off x="586389" y="4158956"/>
            <a:ext cx="8193024" cy="911019"/>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83161009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ext option_3 rows">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CB19F3EF-E352-4C65-98EB-C1D64E0A7284}"/>
              </a:ext>
            </a:extLst>
          </p:cNvPr>
          <p:cNvSpPr>
            <a:spLocks noGrp="1"/>
          </p:cNvSpPr>
          <p:nvPr>
            <p:ph type="body" sz="quarter" idx="11" hasCustomPrompt="1"/>
          </p:nvPr>
        </p:nvSpPr>
        <p:spPr>
          <a:xfrm>
            <a:off x="1389460" y="1485899"/>
            <a:ext cx="10210404" cy="792713"/>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0" name="Text Placeholder 4">
            <a:extLst>
              <a:ext uri="{FF2B5EF4-FFF2-40B4-BE49-F238E27FC236}">
                <a16:creationId xmlns:a16="http://schemas.microsoft.com/office/drawing/2014/main" id="{E93C46D7-E811-4904-971C-BDAE52869A61}"/>
              </a:ext>
            </a:extLst>
          </p:cNvPr>
          <p:cNvSpPr>
            <a:spLocks noGrp="1"/>
          </p:cNvSpPr>
          <p:nvPr>
            <p:ph type="body" sz="quarter" idx="15" hasCustomPrompt="1"/>
          </p:nvPr>
        </p:nvSpPr>
        <p:spPr>
          <a:xfrm>
            <a:off x="1389460" y="2548865"/>
            <a:ext cx="10210404" cy="796735"/>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2" name="Text Placeholder 4">
            <a:extLst>
              <a:ext uri="{FF2B5EF4-FFF2-40B4-BE49-F238E27FC236}">
                <a16:creationId xmlns:a16="http://schemas.microsoft.com/office/drawing/2014/main" id="{C84EFDE3-C2B4-4663-8852-A0D2423EB125}"/>
              </a:ext>
            </a:extLst>
          </p:cNvPr>
          <p:cNvSpPr>
            <a:spLocks noGrp="1"/>
          </p:cNvSpPr>
          <p:nvPr>
            <p:ph type="body" sz="quarter" idx="17" hasCustomPrompt="1"/>
          </p:nvPr>
        </p:nvSpPr>
        <p:spPr>
          <a:xfrm>
            <a:off x="1389460" y="3615853"/>
            <a:ext cx="10210404" cy="796735"/>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5" name="Title 1">
            <a:extLst>
              <a:ext uri="{FF2B5EF4-FFF2-40B4-BE49-F238E27FC236}">
                <a16:creationId xmlns:a16="http://schemas.microsoft.com/office/drawing/2014/main" id="{AC67A521-F4FD-E8EE-E376-D23CEA345620}"/>
              </a:ext>
            </a:extLst>
          </p:cNvPr>
          <p:cNvSpPr>
            <a:spLocks noGrp="1"/>
          </p:cNvSpPr>
          <p:nvPr>
            <p:ph type="title"/>
          </p:nvPr>
        </p:nvSpPr>
        <p:spPr>
          <a:xfrm>
            <a:off x="588262" y="596867"/>
            <a:ext cx="8193024" cy="502246"/>
          </a:xfrm>
        </p:spPr>
        <p:txBody>
          <a:bodyPr/>
          <a:lstStyle>
            <a:lvl1pPr algn="l" defTabSz="932742" rtl="0" eaLnBrk="1" latinLnBrk="0" hangingPunct="1">
              <a:lnSpc>
                <a:spcPct val="100000"/>
              </a:lnSpc>
              <a:spcBef>
                <a:spcPct val="0"/>
              </a:spcBef>
              <a:buNone/>
              <a:defRPr lang="en-US" sz="3200" b="0" i="0" kern="1200" cap="none" spc="0" baseline="0" dirty="0">
                <a:ln w="3175">
                  <a:noFill/>
                </a:ln>
                <a:solidFill>
                  <a:schemeClr val="tx1"/>
                </a:solidFill>
                <a:effectLst/>
                <a:latin typeface="+mj-lt"/>
                <a:ea typeface="+mn-ea"/>
                <a:cs typeface="Segoe UI Semibold" panose="020B0502040204020203" pitchFamily="34" charset="0"/>
              </a:defRPr>
            </a:lvl1pPr>
          </a:lstStyle>
          <a:p>
            <a:r>
              <a:rPr lang="en-US"/>
              <a:t>Click to edit Master title style</a:t>
            </a:r>
          </a:p>
        </p:txBody>
      </p:sp>
      <p:cxnSp>
        <p:nvCxnSpPr>
          <p:cNvPr id="7" name="Straight Connector 6">
            <a:extLst>
              <a:ext uri="{FF2B5EF4-FFF2-40B4-BE49-F238E27FC236}">
                <a16:creationId xmlns:a16="http://schemas.microsoft.com/office/drawing/2014/main" id="{984A61D4-2EBC-3C89-B9B9-A7E3006349EC}"/>
              </a:ext>
              <a:ext uri="{C183D7F6-B498-43B3-948B-1728B52AA6E4}">
                <adec:decorative xmlns:adec="http://schemas.microsoft.com/office/drawing/2017/decorative" val="1"/>
              </a:ext>
            </a:extLst>
          </p:cNvPr>
          <p:cNvCxnSpPr>
            <a:cxnSpLocks/>
          </p:cNvCxnSpPr>
          <p:nvPr userDrawn="1"/>
        </p:nvCxnSpPr>
        <p:spPr>
          <a:xfrm>
            <a:off x="1389696" y="2413738"/>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15C7F07-21BA-232C-099C-2DFC70761A21}"/>
              </a:ext>
              <a:ext uri="{C183D7F6-B498-43B3-948B-1728B52AA6E4}">
                <adec:decorative xmlns:adec="http://schemas.microsoft.com/office/drawing/2017/decorative" val="1"/>
              </a:ext>
            </a:extLst>
          </p:cNvPr>
          <p:cNvCxnSpPr>
            <a:cxnSpLocks/>
          </p:cNvCxnSpPr>
          <p:nvPr userDrawn="1"/>
        </p:nvCxnSpPr>
        <p:spPr>
          <a:xfrm>
            <a:off x="1389696" y="3480727"/>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0828323"/>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ext option_4 rows">
    <p:spTree>
      <p:nvGrpSpPr>
        <p:cNvPr id="1" name=""/>
        <p:cNvGrpSpPr/>
        <p:nvPr/>
      </p:nvGrpSpPr>
      <p:grpSpPr>
        <a:xfrm>
          <a:off x="0" y="0"/>
          <a:ext cx="0" cy="0"/>
          <a:chOff x="0" y="0"/>
          <a:chExt cx="0" cy="0"/>
        </a:xfrm>
      </p:grpSpPr>
      <p:sp>
        <p:nvSpPr>
          <p:cNvPr id="12" name="Text Placeholder 4">
            <a:extLst>
              <a:ext uri="{FF2B5EF4-FFF2-40B4-BE49-F238E27FC236}">
                <a16:creationId xmlns:a16="http://schemas.microsoft.com/office/drawing/2014/main" id="{BDF9284C-6F78-4885-87E1-4AAD9E8090B1}"/>
              </a:ext>
            </a:extLst>
          </p:cNvPr>
          <p:cNvSpPr>
            <a:spLocks noGrp="1"/>
          </p:cNvSpPr>
          <p:nvPr>
            <p:ph type="body" sz="quarter" idx="11" hasCustomPrompt="1"/>
          </p:nvPr>
        </p:nvSpPr>
        <p:spPr>
          <a:xfrm>
            <a:off x="1389460" y="1485899"/>
            <a:ext cx="10210404" cy="792713"/>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0" name="Straight Connector 19">
            <a:extLst>
              <a:ext uri="{FF2B5EF4-FFF2-40B4-BE49-F238E27FC236}">
                <a16:creationId xmlns:a16="http://schemas.microsoft.com/office/drawing/2014/main" id="{4E9EA958-BE84-43C9-98F0-0C08E8EDD63F}"/>
              </a:ext>
              <a:ext uri="{C183D7F6-B498-43B3-948B-1728B52AA6E4}">
                <adec:decorative xmlns:adec="http://schemas.microsoft.com/office/drawing/2017/decorative" val="1"/>
              </a:ext>
            </a:extLst>
          </p:cNvPr>
          <p:cNvCxnSpPr>
            <a:cxnSpLocks/>
          </p:cNvCxnSpPr>
          <p:nvPr userDrawn="1"/>
        </p:nvCxnSpPr>
        <p:spPr>
          <a:xfrm>
            <a:off x="1389696" y="2413738"/>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D0E35C16-1FD5-43B8-8A48-E2CAEC4A6EA2}"/>
              </a:ext>
            </a:extLst>
          </p:cNvPr>
          <p:cNvSpPr>
            <a:spLocks noGrp="1"/>
          </p:cNvSpPr>
          <p:nvPr>
            <p:ph type="body" sz="quarter" idx="15" hasCustomPrompt="1"/>
          </p:nvPr>
        </p:nvSpPr>
        <p:spPr>
          <a:xfrm>
            <a:off x="1389460" y="2548865"/>
            <a:ext cx="10210404" cy="796735"/>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1" name="Straight Connector 20">
            <a:extLst>
              <a:ext uri="{FF2B5EF4-FFF2-40B4-BE49-F238E27FC236}">
                <a16:creationId xmlns:a16="http://schemas.microsoft.com/office/drawing/2014/main" id="{FC78D634-25BA-4087-A772-1E555254B97D}"/>
              </a:ext>
              <a:ext uri="{C183D7F6-B498-43B3-948B-1728B52AA6E4}">
                <adec:decorative xmlns:adec="http://schemas.microsoft.com/office/drawing/2017/decorative" val="1"/>
              </a:ext>
            </a:extLst>
          </p:cNvPr>
          <p:cNvCxnSpPr>
            <a:cxnSpLocks/>
          </p:cNvCxnSpPr>
          <p:nvPr userDrawn="1"/>
        </p:nvCxnSpPr>
        <p:spPr>
          <a:xfrm>
            <a:off x="1389696" y="3480727"/>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7" name="Text Placeholder 4">
            <a:extLst>
              <a:ext uri="{FF2B5EF4-FFF2-40B4-BE49-F238E27FC236}">
                <a16:creationId xmlns:a16="http://schemas.microsoft.com/office/drawing/2014/main" id="{9F7B3EC7-70FC-4307-BB11-53CB4E14FFB9}"/>
              </a:ext>
            </a:extLst>
          </p:cNvPr>
          <p:cNvSpPr>
            <a:spLocks noGrp="1"/>
          </p:cNvSpPr>
          <p:nvPr>
            <p:ph type="body" sz="quarter" idx="17" hasCustomPrompt="1"/>
          </p:nvPr>
        </p:nvSpPr>
        <p:spPr>
          <a:xfrm>
            <a:off x="1389460" y="3615853"/>
            <a:ext cx="10210404" cy="796735"/>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2" name="Straight Connector 21">
            <a:extLst>
              <a:ext uri="{FF2B5EF4-FFF2-40B4-BE49-F238E27FC236}">
                <a16:creationId xmlns:a16="http://schemas.microsoft.com/office/drawing/2014/main" id="{71CE9993-705A-488D-910E-290FD0A522F4}"/>
              </a:ext>
              <a:ext uri="{C183D7F6-B498-43B3-948B-1728B52AA6E4}">
                <adec:decorative xmlns:adec="http://schemas.microsoft.com/office/drawing/2017/decorative" val="1"/>
              </a:ext>
            </a:extLst>
          </p:cNvPr>
          <p:cNvCxnSpPr>
            <a:cxnSpLocks/>
          </p:cNvCxnSpPr>
          <p:nvPr userDrawn="1"/>
        </p:nvCxnSpPr>
        <p:spPr>
          <a:xfrm>
            <a:off x="1389696" y="454771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DC5585A5-DAB7-4EFE-A980-497178E03B1A}"/>
              </a:ext>
            </a:extLst>
          </p:cNvPr>
          <p:cNvSpPr>
            <a:spLocks noGrp="1"/>
          </p:cNvSpPr>
          <p:nvPr>
            <p:ph type="body" sz="quarter" idx="19" hasCustomPrompt="1"/>
          </p:nvPr>
        </p:nvSpPr>
        <p:spPr>
          <a:xfrm>
            <a:off x="1389460" y="4682842"/>
            <a:ext cx="10210404" cy="796735"/>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9" name="Title 1">
            <a:extLst>
              <a:ext uri="{FF2B5EF4-FFF2-40B4-BE49-F238E27FC236}">
                <a16:creationId xmlns:a16="http://schemas.microsoft.com/office/drawing/2014/main" id="{75B21E8C-92C0-72B7-D04D-01894741A0D7}"/>
              </a:ext>
            </a:extLst>
          </p:cNvPr>
          <p:cNvSpPr>
            <a:spLocks noGrp="1"/>
          </p:cNvSpPr>
          <p:nvPr>
            <p:ph type="title"/>
          </p:nvPr>
        </p:nvSpPr>
        <p:spPr>
          <a:xfrm>
            <a:off x="588262" y="596867"/>
            <a:ext cx="11011602" cy="502246"/>
          </a:xfrm>
        </p:spPr>
        <p:txBody>
          <a:bodyPr/>
          <a:lstStyle>
            <a:lvl1pPr algn="l" defTabSz="932742" rtl="0" eaLnBrk="1" latinLnBrk="0" hangingPunct="1">
              <a:lnSpc>
                <a:spcPct val="100000"/>
              </a:lnSpc>
              <a:spcBef>
                <a:spcPct val="0"/>
              </a:spcBef>
              <a:buNone/>
              <a:defRPr lang="en-US" sz="3200" b="0" i="0" kern="1200" cap="none" spc="0" baseline="0" dirty="0">
                <a:ln w="3175">
                  <a:noFill/>
                </a:ln>
                <a:solidFill>
                  <a:schemeClr val="tx1"/>
                </a:solidFill>
                <a:effectLst/>
                <a:latin typeface="+mj-lt"/>
                <a:ea typeface="+mn-ea"/>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2416199680"/>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ext option_5 rows">
    <p:spTree>
      <p:nvGrpSpPr>
        <p:cNvPr id="1" name=""/>
        <p:cNvGrpSpPr/>
        <p:nvPr/>
      </p:nvGrpSpPr>
      <p:grpSpPr>
        <a:xfrm>
          <a:off x="0" y="0"/>
          <a:ext cx="0" cy="0"/>
          <a:chOff x="0" y="0"/>
          <a:chExt cx="0" cy="0"/>
        </a:xfrm>
      </p:grpSpPr>
      <p:sp>
        <p:nvSpPr>
          <p:cNvPr id="5" name="Text Placeholder 4"/>
          <p:cNvSpPr>
            <a:spLocks noGrp="1"/>
          </p:cNvSpPr>
          <p:nvPr>
            <p:ph type="body" sz="quarter" idx="11" hasCustomPrompt="1"/>
          </p:nvPr>
        </p:nvSpPr>
        <p:spPr>
          <a:xfrm>
            <a:off x="1389460" y="1485899"/>
            <a:ext cx="10210404" cy="658477"/>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F4A35CC4-D06B-40B4-91B1-CDA133426FEF}"/>
              </a:ext>
              <a:ext uri="{C183D7F6-B498-43B3-948B-1728B52AA6E4}">
                <adec:decorative xmlns:adec="http://schemas.microsoft.com/office/drawing/2017/decorative" val="1"/>
              </a:ext>
            </a:extLst>
          </p:cNvPr>
          <p:cNvCxnSpPr>
            <a:cxnSpLocks/>
          </p:cNvCxnSpPr>
          <p:nvPr userDrawn="1"/>
        </p:nvCxnSpPr>
        <p:spPr>
          <a:xfrm>
            <a:off x="1389696" y="2249888"/>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60" y="2355401"/>
            <a:ext cx="10210404" cy="66181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7" name="Straight Connector 16">
            <a:extLst>
              <a:ext uri="{FF2B5EF4-FFF2-40B4-BE49-F238E27FC236}">
                <a16:creationId xmlns:a16="http://schemas.microsoft.com/office/drawing/2014/main" id="{569B8E47-3705-4496-95DB-2F04B39526B5}"/>
              </a:ext>
              <a:ext uri="{C183D7F6-B498-43B3-948B-1728B52AA6E4}">
                <adec:decorative xmlns:adec="http://schemas.microsoft.com/office/drawing/2017/decorative" val="1"/>
              </a:ext>
            </a:extLst>
          </p:cNvPr>
          <p:cNvCxnSpPr>
            <a:cxnSpLocks/>
          </p:cNvCxnSpPr>
          <p:nvPr userDrawn="1"/>
        </p:nvCxnSpPr>
        <p:spPr>
          <a:xfrm>
            <a:off x="1389696" y="3122731"/>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60" y="3228244"/>
            <a:ext cx="10210404" cy="66181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9" name="Straight Connector 18">
            <a:extLst>
              <a:ext uri="{FF2B5EF4-FFF2-40B4-BE49-F238E27FC236}">
                <a16:creationId xmlns:a16="http://schemas.microsoft.com/office/drawing/2014/main" id="{971F4189-FC32-45CA-8DDD-889412FB1B93}"/>
              </a:ext>
              <a:ext uri="{C183D7F6-B498-43B3-948B-1728B52AA6E4}">
                <adec:decorative xmlns:adec="http://schemas.microsoft.com/office/drawing/2017/decorative" val="1"/>
              </a:ext>
            </a:extLst>
          </p:cNvPr>
          <p:cNvCxnSpPr>
            <a:cxnSpLocks/>
          </p:cNvCxnSpPr>
          <p:nvPr userDrawn="1"/>
        </p:nvCxnSpPr>
        <p:spPr>
          <a:xfrm>
            <a:off x="1389696" y="3995574"/>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60" y="4101086"/>
            <a:ext cx="10210404" cy="66181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userDrawn="1"/>
        </p:nvCxnSpPr>
        <p:spPr>
          <a:xfrm>
            <a:off x="1389696" y="4868417"/>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60" y="4973930"/>
            <a:ext cx="10210404" cy="66181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sp>
        <p:nvSpPr>
          <p:cNvPr id="4" name="Title 1">
            <a:extLst>
              <a:ext uri="{FF2B5EF4-FFF2-40B4-BE49-F238E27FC236}">
                <a16:creationId xmlns:a16="http://schemas.microsoft.com/office/drawing/2014/main" id="{8F826457-AD96-78F4-E9DC-B4CC7DCCED84}"/>
              </a:ext>
            </a:extLst>
          </p:cNvPr>
          <p:cNvSpPr>
            <a:spLocks noGrp="1"/>
          </p:cNvSpPr>
          <p:nvPr>
            <p:ph type="title"/>
          </p:nvPr>
        </p:nvSpPr>
        <p:spPr>
          <a:xfrm>
            <a:off x="588262" y="596867"/>
            <a:ext cx="8193024" cy="502246"/>
          </a:xfrm>
        </p:spPr>
        <p:txBody>
          <a:bodyPr/>
          <a:lstStyle>
            <a:lvl1pPr algn="l" defTabSz="932742" rtl="0" eaLnBrk="1" latinLnBrk="0" hangingPunct="1">
              <a:lnSpc>
                <a:spcPct val="100000"/>
              </a:lnSpc>
              <a:spcBef>
                <a:spcPct val="0"/>
              </a:spcBef>
              <a:buNone/>
              <a:defRPr lang="en-US" sz="3200" b="0" i="0" kern="1200" cap="none" spc="0" baseline="0" dirty="0">
                <a:ln w="3175">
                  <a:noFill/>
                </a:ln>
                <a:solidFill>
                  <a:schemeClr val="tx1"/>
                </a:solidFill>
                <a:effectLst/>
                <a:latin typeface="+mj-lt"/>
                <a:ea typeface="+mn-ea"/>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2043912286"/>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97450"/>
            <a:ext cx="1366440" cy="298433"/>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24771"/>
            <a:ext cx="8193024" cy="313904"/>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Tree>
    <p:extLst>
      <p:ext uri="{BB962C8B-B14F-4D97-AF65-F5344CB8AC3E}">
        <p14:creationId xmlns:p14="http://schemas.microsoft.com/office/powerpoint/2010/main" val="2519032573"/>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2_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97450"/>
            <a:ext cx="1366440" cy="298433"/>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28306"/>
            <a:ext cx="8193024" cy="313904"/>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
        <p:nvSpPr>
          <p:cNvPr id="6" name="Text Placeholder 4">
            <a:extLst>
              <a:ext uri="{FF2B5EF4-FFF2-40B4-BE49-F238E27FC236}">
                <a16:creationId xmlns:a16="http://schemas.microsoft.com/office/drawing/2014/main" id="{BD9E8228-6949-BCF9-F825-22D65A43DBCD}"/>
              </a:ext>
            </a:extLst>
          </p:cNvPr>
          <p:cNvSpPr>
            <a:spLocks noGrp="1"/>
          </p:cNvSpPr>
          <p:nvPr>
            <p:ph type="body" sz="quarter" idx="12" hasCustomPrompt="1"/>
          </p:nvPr>
        </p:nvSpPr>
        <p:spPr>
          <a:xfrm>
            <a:off x="585217" y="2121639"/>
            <a:ext cx="3361943" cy="565027"/>
          </a:xfrm>
          <a:noFill/>
        </p:spPr>
        <p:txBody>
          <a:bodyPr wrap="square" lIns="0" tIns="0" rIns="0" bIns="0">
            <a:spAutoFit/>
          </a:bodyPr>
          <a:lstStyle>
            <a:lvl1pPr marL="0" indent="0" algn="l" defTabSz="457200" rtl="0" eaLnBrk="1" latinLnBrk="0" hangingPunct="1">
              <a:lnSpc>
                <a:spcPct val="100000"/>
              </a:lnSpc>
              <a:spcBef>
                <a:spcPct val="0"/>
              </a:spcBef>
              <a:spcAft>
                <a:spcPts val="0"/>
              </a:spcAft>
              <a:buFont typeface="Arial" panose="020B0604020202020204" pitchFamily="34" charset="0"/>
              <a:buNone/>
              <a:defRPr lang="en-US" sz="3600" b="0" kern="1200" cap="none" spc="-50" baseline="0" dirty="0">
                <a:ln w="3175">
                  <a:noFill/>
                </a:ln>
                <a:solidFill>
                  <a:schemeClr val="accent3"/>
                </a:solidFill>
                <a:effectLst/>
                <a:latin typeface="+mj-lt"/>
                <a:ea typeface="+mn-ea"/>
                <a:cs typeface="Segoe UI" panose="020B0502040204020203" pitchFamily="34" charset="0"/>
              </a:defRPr>
            </a:lvl1pPr>
          </a:lstStyle>
          <a:p>
            <a:pPr lvl="0"/>
            <a:r>
              <a:rPr lang="en-US"/>
              <a:t>Thank you.</a:t>
            </a:r>
          </a:p>
        </p:txBody>
      </p:sp>
      <p:sp>
        <p:nvSpPr>
          <p:cNvPr id="9" name="Text Placeholder 8">
            <a:extLst>
              <a:ext uri="{FF2B5EF4-FFF2-40B4-BE49-F238E27FC236}">
                <a16:creationId xmlns:a16="http://schemas.microsoft.com/office/drawing/2014/main" id="{FCDD9B65-7B9C-E803-654B-692D90202D54}"/>
              </a:ext>
            </a:extLst>
          </p:cNvPr>
          <p:cNvSpPr>
            <a:spLocks noGrp="1"/>
          </p:cNvSpPr>
          <p:nvPr>
            <p:ph type="body" sz="quarter" idx="13"/>
          </p:nvPr>
        </p:nvSpPr>
        <p:spPr>
          <a:xfrm>
            <a:off x="4485640" y="2321794"/>
            <a:ext cx="7114222" cy="307777"/>
          </a:xfrm>
        </p:spPr>
        <p:txBody>
          <a:bodyPr/>
          <a:lstStyle>
            <a:lvl1pPr marL="0" indent="0" algn="l" defTabSz="457200" rtl="0" eaLnBrk="1" latinLnBrk="0" hangingPunct="1">
              <a:lnSpc>
                <a:spcPct val="100000"/>
              </a:lnSpc>
              <a:spcBef>
                <a:spcPct val="0"/>
              </a:spcBef>
              <a:buNone/>
              <a:defRPr lang="en-US" sz="2000" b="0" kern="1200" cap="none" spc="-50" baseline="0" dirty="0" smtClean="0">
                <a:ln w="3175">
                  <a:noFill/>
                </a:ln>
                <a:solidFill>
                  <a:schemeClr val="tx1"/>
                </a:solidFill>
                <a:effectLst/>
                <a:latin typeface="+mn-lt"/>
                <a:ea typeface="+mn-ea"/>
                <a:cs typeface="Segoe UI" panose="020B0502040204020203" pitchFamily="34" charset="0"/>
              </a:defRPr>
            </a:lvl1pPr>
            <a:lvl2pPr marL="155448" indent="0">
              <a:buNone/>
              <a:defRPr lang="en-US" sz="2000" b="0" kern="1200" cap="none" spc="-50" baseline="0" dirty="0" smtClean="0">
                <a:ln w="3175">
                  <a:noFill/>
                </a:ln>
                <a:solidFill>
                  <a:schemeClr val="bg1"/>
                </a:solidFill>
                <a:effectLst/>
                <a:latin typeface="+mn-lt"/>
                <a:ea typeface="+mn-ea"/>
                <a:cs typeface="Segoe UI" panose="020B0502040204020203" pitchFamily="34" charset="0"/>
              </a:defRPr>
            </a:lvl2pPr>
            <a:lvl3pPr marL="265176" indent="0">
              <a:buNone/>
              <a:defRPr/>
            </a:lvl3pPr>
            <a:lvl4pPr marL="661988" indent="0">
              <a:buNone/>
              <a:defRPr/>
            </a:lvl4pPr>
            <a:lvl5pPr marL="855663" indent="0">
              <a:buNone/>
              <a:defRPr/>
            </a:lvl5pPr>
          </a:lstStyle>
          <a:p>
            <a:pPr lvl="0"/>
            <a:r>
              <a:rPr lang="en-US"/>
              <a:t>Click to edit Master text styles</a:t>
            </a:r>
          </a:p>
        </p:txBody>
      </p:sp>
    </p:spTree>
    <p:extLst>
      <p:ext uri="{BB962C8B-B14F-4D97-AF65-F5344CB8AC3E}">
        <p14:creationId xmlns:p14="http://schemas.microsoft.com/office/powerpoint/2010/main" val="141702996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592">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cSld name="Title Slide with blue background">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428683" y="3502632"/>
            <a:ext cx="9630389" cy="909031"/>
          </a:xfrm>
          <a:prstGeom prst="rect">
            <a:avLst/>
          </a:prstGeom>
          <a:noFill/>
        </p:spPr>
        <p:txBody>
          <a:bodyPr lIns="0" tIns="0" rIns="0" bIns="182880" anchor="b" anchorCtr="0"/>
          <a:lstStyle>
            <a:lvl1pPr>
              <a:defRPr sz="4707" strike="noStrike" spc="-48" baseline="0">
                <a:solidFill>
                  <a:schemeClr val="bg1"/>
                </a:solidFill>
              </a:defRPr>
            </a:lvl1pPr>
          </a:lstStyle>
          <a:p>
            <a:r>
              <a:rPr lang="en-US"/>
              <a:t>Microsoft 365 title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442468" y="4436715"/>
            <a:ext cx="9602819" cy="543226"/>
          </a:xfrm>
          <a:prstGeom prst="rect">
            <a:avLst/>
          </a:prstGeom>
        </p:spPr>
        <p:txBody>
          <a:bodyPr/>
          <a:lstStyle>
            <a:lvl1pPr>
              <a:defRPr sz="1765">
                <a:solidFill>
                  <a:schemeClr val="bg1"/>
                </a:solidFill>
              </a:defRPr>
            </a:lvl1pPr>
            <a:lvl2pPr>
              <a:defRPr sz="1731">
                <a:solidFill>
                  <a:srgbClr val="000000"/>
                </a:solidFill>
              </a:defRPr>
            </a:lvl2pPr>
            <a:lvl3pPr>
              <a:defRPr sz="1345"/>
            </a:lvl3pPr>
            <a:lvl4pPr>
              <a:defRPr sz="1345"/>
            </a:lvl4pPr>
            <a:lvl5pPr>
              <a:defRPr sz="100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DE984AF9-42B3-4123-927E-CEC8570AFE35}"/>
              </a:ext>
            </a:extLst>
          </p:cNvPr>
          <p:cNvSpPr txBox="1">
            <a:spLocks/>
          </p:cNvSpPr>
          <p:nvPr/>
        </p:nvSpPr>
        <p:spPr>
          <a:xfrm>
            <a:off x="4038600" y="6684381"/>
            <a:ext cx="4114800" cy="135871"/>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83" dirty="0">
              <a:solidFill>
                <a:schemeClr val="bg1"/>
              </a:solidFill>
            </a:endParaRPr>
          </a:p>
        </p:txBody>
      </p:sp>
    </p:spTree>
    <p:extLst>
      <p:ext uri="{BB962C8B-B14F-4D97-AF65-F5344CB8AC3E}">
        <p14:creationId xmlns:p14="http://schemas.microsoft.com/office/powerpoint/2010/main" val="366802104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428682" y="2582863"/>
            <a:ext cx="9630389" cy="1828800"/>
          </a:xfrm>
          <a:prstGeom prst="rect">
            <a:avLst/>
          </a:prstGeom>
          <a:noFill/>
        </p:spPr>
        <p:txBody>
          <a:bodyPr lIns="0" tIns="0" rIns="0" bIns="182880" anchor="b" anchorCtr="0"/>
          <a:lstStyle>
            <a:lvl1pPr>
              <a:defRPr sz="4800" strike="noStrike" spc="-49" baseline="0">
                <a:solidFill>
                  <a:schemeClr val="tx2"/>
                </a:solidFill>
              </a:defRPr>
            </a:lvl1pPr>
          </a:lstStyle>
          <a:p>
            <a:r>
              <a:rPr lang="en-US">
                <a:solidFill>
                  <a:schemeClr val="tx1"/>
                </a:solidFill>
              </a:rPr>
              <a:t>Microsoft Security title</a:t>
            </a:r>
            <a:endParaRPr lang="en-US"/>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442467" y="4436713"/>
            <a:ext cx="9602819" cy="753369"/>
          </a:xfrm>
          <a:prstGeom prst="rect">
            <a:avLst/>
          </a:prstGeom>
        </p:spPr>
        <p:txBody>
          <a:bodyPr/>
          <a:lstStyle>
            <a:lvl1pPr>
              <a:defRPr sz="1800">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82FAE6D0-0992-4139-9359-5135BCE47E11}"/>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pic>
        <p:nvPicPr>
          <p:cNvPr id="3" name="Picture 2" descr="A picture containing drawing&#10;&#10;Description automatically generated">
            <a:extLst>
              <a:ext uri="{FF2B5EF4-FFF2-40B4-BE49-F238E27FC236}">
                <a16:creationId xmlns:a16="http://schemas.microsoft.com/office/drawing/2014/main" id="{50DC78AD-4336-4E8D-8F70-4C35FEF409C7}"/>
              </a:ext>
            </a:extLst>
          </p:cNvPr>
          <p:cNvPicPr>
            <a:picLocks noChangeAspect="1"/>
          </p:cNvPicPr>
          <p:nvPr userDrawn="1"/>
        </p:nvPicPr>
        <p:blipFill>
          <a:blip r:embed="rId2"/>
          <a:stretch>
            <a:fillRect/>
          </a:stretch>
        </p:blipFill>
        <p:spPr>
          <a:xfrm>
            <a:off x="136886" y="162871"/>
            <a:ext cx="2635247" cy="889107"/>
          </a:xfrm>
          <a:prstGeom prst="rect">
            <a:avLst/>
          </a:prstGeom>
        </p:spPr>
      </p:pic>
    </p:spTree>
    <p:extLst>
      <p:ext uri="{BB962C8B-B14F-4D97-AF65-F5344CB8AC3E}">
        <p14:creationId xmlns:p14="http://schemas.microsoft.com/office/powerpoint/2010/main" val="407661870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Slide with blue background">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428682" y="2582863"/>
            <a:ext cx="9630389" cy="1828800"/>
          </a:xfrm>
          <a:prstGeom prst="rect">
            <a:avLst/>
          </a:prstGeom>
          <a:noFill/>
        </p:spPr>
        <p:txBody>
          <a:bodyPr lIns="0" tIns="0" rIns="0" bIns="182880" anchor="b" anchorCtr="0"/>
          <a:lstStyle>
            <a:lvl1pPr>
              <a:defRPr sz="4800" strike="noStrike" spc="-49" baseline="0">
                <a:solidFill>
                  <a:schemeClr val="bg1"/>
                </a:solidFill>
              </a:defRPr>
            </a:lvl1pPr>
          </a:lstStyle>
          <a:p>
            <a:r>
              <a:rPr lang="en-US"/>
              <a:t>Microsoft 365 title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442467" y="4436713"/>
            <a:ext cx="9602819" cy="753369"/>
          </a:xfrm>
          <a:prstGeom prst="rect">
            <a:avLst/>
          </a:prstGeom>
        </p:spPr>
        <p:txBody>
          <a:bodyPr/>
          <a:lstStyle>
            <a:lvl1pPr>
              <a:defRPr sz="1800">
                <a:solidFill>
                  <a:schemeClr val="bg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DE984AF9-42B3-4123-927E-CEC8570AFE35}"/>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solidFill>
                  <a:schemeClr val="bg1"/>
                </a:solidFill>
              </a:rPr>
              <a:t>© Copyright Microsoft Corporation. All rights reserved.</a:t>
            </a:r>
          </a:p>
        </p:txBody>
      </p:sp>
      <p:pic>
        <p:nvPicPr>
          <p:cNvPr id="3" name="Picture 2" descr="A picture containing drawing&#10;&#10;Description automatically generated">
            <a:extLst>
              <a:ext uri="{FF2B5EF4-FFF2-40B4-BE49-F238E27FC236}">
                <a16:creationId xmlns:a16="http://schemas.microsoft.com/office/drawing/2014/main" id="{0AF2B48A-0CD5-4E5D-BBFC-0FF17E42D728}"/>
              </a:ext>
            </a:extLst>
          </p:cNvPr>
          <p:cNvPicPr>
            <a:picLocks noChangeAspect="1"/>
          </p:cNvPicPr>
          <p:nvPr userDrawn="1"/>
        </p:nvPicPr>
        <p:blipFill>
          <a:blip r:embed="rId2"/>
          <a:stretch>
            <a:fillRect/>
          </a:stretch>
        </p:blipFill>
        <p:spPr>
          <a:xfrm>
            <a:off x="136886" y="162871"/>
            <a:ext cx="2635247" cy="889107"/>
          </a:xfrm>
          <a:prstGeom prst="rect">
            <a:avLst/>
          </a:prstGeom>
        </p:spPr>
      </p:pic>
    </p:spTree>
    <p:extLst>
      <p:ext uri="{BB962C8B-B14F-4D97-AF65-F5344CB8AC3E}">
        <p14:creationId xmlns:p14="http://schemas.microsoft.com/office/powerpoint/2010/main" val="175425736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Title slide with graphic 1">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428681" y="2582863"/>
            <a:ext cx="5428936" cy="1828800"/>
          </a:xfrm>
          <a:prstGeom prst="rect">
            <a:avLst/>
          </a:prstGeom>
          <a:noFill/>
        </p:spPr>
        <p:txBody>
          <a:bodyPr lIns="0" tIns="0" rIns="0" bIns="182880" anchor="b" anchorCtr="0"/>
          <a:lstStyle>
            <a:lvl1pPr>
              <a:defRPr sz="4800" strike="noStrike" spc="-49" baseline="0">
                <a:solidFill>
                  <a:srgbClr val="000000"/>
                </a:solidFill>
              </a:defRPr>
            </a:lvl1pPr>
          </a:lstStyle>
          <a:p>
            <a:r>
              <a:rPr lang="en-US"/>
              <a:t>Azure presentation</a:t>
            </a:r>
            <a:br>
              <a:rPr lang="en-US"/>
            </a:br>
            <a:r>
              <a:rPr lang="en-US"/>
              <a:t>title or event name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442466" y="4436713"/>
            <a:ext cx="5413394" cy="753369"/>
          </a:xfrm>
          <a:prstGeom prst="rect">
            <a:avLst/>
          </a:prstGeom>
        </p:spPr>
        <p:txBody>
          <a:bodyPr/>
          <a:lstStyle>
            <a:lvl1pPr>
              <a:defRPr sz="1800">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7" name="Footer Placeholder 1">
            <a:extLst>
              <a:ext uri="{FF2B5EF4-FFF2-40B4-BE49-F238E27FC236}">
                <a16:creationId xmlns:a16="http://schemas.microsoft.com/office/drawing/2014/main" id="{1B6BA0D2-3614-405C-8BB6-C5242154BADB}"/>
              </a:ext>
            </a:extLst>
          </p:cNvPr>
          <p:cNvSpPr txBox="1">
            <a:spLocks/>
          </p:cNvSpPr>
          <p:nvPr userDrawn="1"/>
        </p:nvSpPr>
        <p:spPr>
          <a:xfrm>
            <a:off x="442466"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r>
              <a:rPr lang="en-US" sz="900" dirty="0"/>
              <a:t>© Copyright Microsoft Corporation. All rights reserved.</a:t>
            </a:r>
          </a:p>
        </p:txBody>
      </p:sp>
      <p:pic>
        <p:nvPicPr>
          <p:cNvPr id="3" name="Picture 2" descr="A picture containing drawing&#10;&#10;Description automatically generated">
            <a:extLst>
              <a:ext uri="{FF2B5EF4-FFF2-40B4-BE49-F238E27FC236}">
                <a16:creationId xmlns:a16="http://schemas.microsoft.com/office/drawing/2014/main" id="{DA65376C-9C1C-452A-9C27-75EE7927ABA8}"/>
              </a:ext>
            </a:extLst>
          </p:cNvPr>
          <p:cNvPicPr>
            <a:picLocks noChangeAspect="1"/>
          </p:cNvPicPr>
          <p:nvPr userDrawn="1"/>
        </p:nvPicPr>
        <p:blipFill>
          <a:blip r:embed="rId2"/>
          <a:stretch>
            <a:fillRect/>
          </a:stretch>
        </p:blipFill>
        <p:spPr>
          <a:xfrm>
            <a:off x="136886" y="162871"/>
            <a:ext cx="2635247" cy="889107"/>
          </a:xfrm>
          <a:prstGeom prst="rect">
            <a:avLst/>
          </a:prstGeom>
        </p:spPr>
      </p:pic>
      <p:pic>
        <p:nvPicPr>
          <p:cNvPr id="4" name="Picture 3">
            <a:extLst>
              <a:ext uri="{FF2B5EF4-FFF2-40B4-BE49-F238E27FC236}">
                <a16:creationId xmlns:a16="http://schemas.microsoft.com/office/drawing/2014/main" id="{C4B6689F-D3DF-4DE9-BFA0-0A8E724877B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857617" y="0"/>
            <a:ext cx="5973790" cy="6994525"/>
          </a:xfrm>
          <a:prstGeom prst="rect">
            <a:avLst/>
          </a:prstGeom>
        </p:spPr>
      </p:pic>
    </p:spTree>
    <p:extLst>
      <p:ext uri="{BB962C8B-B14F-4D97-AF65-F5344CB8AC3E}">
        <p14:creationId xmlns:p14="http://schemas.microsoft.com/office/powerpoint/2010/main" val="2633859807"/>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Title slide with graphic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82863"/>
            <a:ext cx="5428936" cy="1828800"/>
          </a:xfrm>
          <a:prstGeom prst="rect">
            <a:avLst/>
          </a:prstGeom>
          <a:noFill/>
        </p:spPr>
        <p:txBody>
          <a:bodyPr lIns="0" tIns="0" rIns="0" bIns="182880" anchor="b" anchorCtr="0"/>
          <a:lstStyle>
            <a:lvl1pPr>
              <a:defRPr sz="4800" strike="noStrike" spc="-49"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436713"/>
            <a:ext cx="5413394" cy="753369"/>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
        <p:nvSpPr>
          <p:cNvPr id="13" name="Oval 12">
            <a:extLst>
              <a:ext uri="{FF2B5EF4-FFF2-40B4-BE49-F238E27FC236}">
                <a16:creationId xmlns:a16="http://schemas.microsoft.com/office/drawing/2014/main" id="{0C62E602-B038-4AA6-A699-B469CFE1AD96}"/>
              </a:ext>
              <a:ext uri="{C183D7F6-B498-43B3-948B-1728B52AA6E4}">
                <adec:decorative xmlns:adec="http://schemas.microsoft.com/office/drawing/2017/decorative" val="1"/>
              </a:ext>
            </a:extLst>
          </p:cNvPr>
          <p:cNvSpPr/>
          <p:nvPr userDrawn="1"/>
        </p:nvSpPr>
        <p:spPr bwMode="auto">
          <a:xfrm>
            <a:off x="6383137" y="601150"/>
            <a:ext cx="5671978" cy="5792226"/>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4" name="Picture 3" descr="A picture containing drawing&#10;&#10;Description automatically generated">
            <a:extLst>
              <a:ext uri="{FF2B5EF4-FFF2-40B4-BE49-F238E27FC236}">
                <a16:creationId xmlns:a16="http://schemas.microsoft.com/office/drawing/2014/main" id="{57D6331F-1A15-46AA-A57A-300CC97487E4}"/>
              </a:ext>
            </a:extLst>
          </p:cNvPr>
          <p:cNvPicPr>
            <a:picLocks noChangeAspect="1"/>
          </p:cNvPicPr>
          <p:nvPr userDrawn="1"/>
        </p:nvPicPr>
        <p:blipFill>
          <a:blip r:embed="rId2"/>
          <a:stretch>
            <a:fillRect/>
          </a:stretch>
        </p:blipFill>
        <p:spPr>
          <a:xfrm>
            <a:off x="136886" y="162871"/>
            <a:ext cx="2635247" cy="889107"/>
          </a:xfrm>
          <a:prstGeom prst="rect">
            <a:avLst/>
          </a:prstGeom>
        </p:spPr>
      </p:pic>
      <p:grpSp>
        <p:nvGrpSpPr>
          <p:cNvPr id="37" name="Group 36">
            <a:extLst>
              <a:ext uri="{FF2B5EF4-FFF2-40B4-BE49-F238E27FC236}">
                <a16:creationId xmlns:a16="http://schemas.microsoft.com/office/drawing/2014/main" id="{695F69F3-6C65-4C67-BE9F-99EE13ECA942}"/>
              </a:ext>
            </a:extLst>
          </p:cNvPr>
          <p:cNvGrpSpPr/>
          <p:nvPr userDrawn="1"/>
        </p:nvGrpSpPr>
        <p:grpSpPr>
          <a:xfrm>
            <a:off x="6600946" y="876893"/>
            <a:ext cx="5148588" cy="5240740"/>
            <a:chOff x="6600946" y="859776"/>
            <a:chExt cx="5148588" cy="5138447"/>
          </a:xfrm>
        </p:grpSpPr>
        <p:grpSp>
          <p:nvGrpSpPr>
            <p:cNvPr id="38" name="Graphic 1">
              <a:extLst>
                <a:ext uri="{FF2B5EF4-FFF2-40B4-BE49-F238E27FC236}">
                  <a16:creationId xmlns:a16="http://schemas.microsoft.com/office/drawing/2014/main" id="{BC070748-6768-4FC2-A431-E43A99B45D24}"/>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48" name="Freeform: Shape 47">
                <a:extLst>
                  <a:ext uri="{FF2B5EF4-FFF2-40B4-BE49-F238E27FC236}">
                    <a16:creationId xmlns:a16="http://schemas.microsoft.com/office/drawing/2014/main" id="{04C016FB-6079-433E-86F5-11870BD5A617}"/>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dirty="0"/>
              </a:p>
            </p:txBody>
          </p:sp>
          <p:sp>
            <p:nvSpPr>
              <p:cNvPr id="49" name="Freeform: Shape 48">
                <a:extLst>
                  <a:ext uri="{FF2B5EF4-FFF2-40B4-BE49-F238E27FC236}">
                    <a16:creationId xmlns:a16="http://schemas.microsoft.com/office/drawing/2014/main" id="{54102133-5E8C-4CB3-AC62-D09FC824D203}"/>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dirty="0"/>
              </a:p>
            </p:txBody>
          </p:sp>
          <p:sp>
            <p:nvSpPr>
              <p:cNvPr id="50" name="Freeform: Shape 49">
                <a:extLst>
                  <a:ext uri="{FF2B5EF4-FFF2-40B4-BE49-F238E27FC236}">
                    <a16:creationId xmlns:a16="http://schemas.microsoft.com/office/drawing/2014/main" id="{0BCE9930-CFBB-4646-901A-120648FA1B9E}"/>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dirty="0"/>
              </a:p>
            </p:txBody>
          </p:sp>
          <p:sp>
            <p:nvSpPr>
              <p:cNvPr id="51" name="Freeform: Shape 50">
                <a:extLst>
                  <a:ext uri="{FF2B5EF4-FFF2-40B4-BE49-F238E27FC236}">
                    <a16:creationId xmlns:a16="http://schemas.microsoft.com/office/drawing/2014/main" id="{8C60FDBA-7C23-4806-88B5-29E31C6583DC}"/>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dirty="0"/>
              </a:p>
            </p:txBody>
          </p:sp>
          <p:sp>
            <p:nvSpPr>
              <p:cNvPr id="52" name="Freeform: Shape 51">
                <a:extLst>
                  <a:ext uri="{FF2B5EF4-FFF2-40B4-BE49-F238E27FC236}">
                    <a16:creationId xmlns:a16="http://schemas.microsoft.com/office/drawing/2014/main" id="{7DC83954-308D-4CAC-ADE0-92CE37FA6207}"/>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dirty="0"/>
              </a:p>
            </p:txBody>
          </p:sp>
          <p:sp>
            <p:nvSpPr>
              <p:cNvPr id="53" name="Freeform: Shape 52">
                <a:extLst>
                  <a:ext uri="{FF2B5EF4-FFF2-40B4-BE49-F238E27FC236}">
                    <a16:creationId xmlns:a16="http://schemas.microsoft.com/office/drawing/2014/main" id="{85339DC7-664E-4BEF-85FE-D1109A719B7E}"/>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dirty="0"/>
              </a:p>
            </p:txBody>
          </p:sp>
          <p:sp>
            <p:nvSpPr>
              <p:cNvPr id="54" name="Freeform: Shape 53">
                <a:extLst>
                  <a:ext uri="{FF2B5EF4-FFF2-40B4-BE49-F238E27FC236}">
                    <a16:creationId xmlns:a16="http://schemas.microsoft.com/office/drawing/2014/main" id="{DED6E3EF-BEB2-400D-A55F-8F548AA8A3C2}"/>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dirty="0"/>
              </a:p>
            </p:txBody>
          </p:sp>
          <p:sp>
            <p:nvSpPr>
              <p:cNvPr id="55" name="Freeform: Shape 54">
                <a:extLst>
                  <a:ext uri="{FF2B5EF4-FFF2-40B4-BE49-F238E27FC236}">
                    <a16:creationId xmlns:a16="http://schemas.microsoft.com/office/drawing/2014/main" id="{4056E671-564E-4828-B12C-3873C15097F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dirty="0"/>
              </a:p>
            </p:txBody>
          </p:sp>
          <p:sp>
            <p:nvSpPr>
              <p:cNvPr id="56" name="Freeform: Shape 55">
                <a:extLst>
                  <a:ext uri="{FF2B5EF4-FFF2-40B4-BE49-F238E27FC236}">
                    <a16:creationId xmlns:a16="http://schemas.microsoft.com/office/drawing/2014/main" id="{CE2375AC-EE5D-462B-8769-A875F92C6D3F}"/>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dirty="0"/>
              </a:p>
            </p:txBody>
          </p:sp>
          <p:sp>
            <p:nvSpPr>
              <p:cNvPr id="57" name="Freeform: Shape 56">
                <a:extLst>
                  <a:ext uri="{FF2B5EF4-FFF2-40B4-BE49-F238E27FC236}">
                    <a16:creationId xmlns:a16="http://schemas.microsoft.com/office/drawing/2014/main" id="{5543C42A-4AA4-4EE3-9D6A-20D705974B93}"/>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dirty="0"/>
              </a:p>
            </p:txBody>
          </p:sp>
          <p:sp>
            <p:nvSpPr>
              <p:cNvPr id="58" name="Freeform: Shape 57">
                <a:extLst>
                  <a:ext uri="{FF2B5EF4-FFF2-40B4-BE49-F238E27FC236}">
                    <a16:creationId xmlns:a16="http://schemas.microsoft.com/office/drawing/2014/main" id="{5A06D381-5E3A-45E2-943A-D8A9CD6DDB02}"/>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dirty="0"/>
              </a:p>
            </p:txBody>
          </p:sp>
          <p:sp>
            <p:nvSpPr>
              <p:cNvPr id="59" name="Freeform: Shape 58">
                <a:extLst>
                  <a:ext uri="{FF2B5EF4-FFF2-40B4-BE49-F238E27FC236}">
                    <a16:creationId xmlns:a16="http://schemas.microsoft.com/office/drawing/2014/main" id="{6A50715D-06C2-4A50-B805-7C779755D7AD}"/>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dirty="0"/>
              </a:p>
            </p:txBody>
          </p:sp>
          <p:sp>
            <p:nvSpPr>
              <p:cNvPr id="60" name="Freeform: Shape 59">
                <a:extLst>
                  <a:ext uri="{FF2B5EF4-FFF2-40B4-BE49-F238E27FC236}">
                    <a16:creationId xmlns:a16="http://schemas.microsoft.com/office/drawing/2014/main" id="{76CB3FBA-91B0-4DCE-AC92-F9A18FF4D65A}"/>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dirty="0"/>
              </a:p>
            </p:txBody>
          </p:sp>
          <p:sp>
            <p:nvSpPr>
              <p:cNvPr id="61" name="Freeform: Shape 60">
                <a:extLst>
                  <a:ext uri="{FF2B5EF4-FFF2-40B4-BE49-F238E27FC236}">
                    <a16:creationId xmlns:a16="http://schemas.microsoft.com/office/drawing/2014/main" id="{22045ED4-534F-4B15-8795-D2C7547978F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dirty="0"/>
              </a:p>
            </p:txBody>
          </p:sp>
          <p:sp>
            <p:nvSpPr>
              <p:cNvPr id="62" name="Freeform: Shape 61">
                <a:extLst>
                  <a:ext uri="{FF2B5EF4-FFF2-40B4-BE49-F238E27FC236}">
                    <a16:creationId xmlns:a16="http://schemas.microsoft.com/office/drawing/2014/main" id="{FEE68F87-0B6B-4885-866B-61423AE3724E}"/>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dirty="0"/>
              </a:p>
            </p:txBody>
          </p:sp>
          <p:sp>
            <p:nvSpPr>
              <p:cNvPr id="63" name="Freeform: Shape 62">
                <a:extLst>
                  <a:ext uri="{FF2B5EF4-FFF2-40B4-BE49-F238E27FC236}">
                    <a16:creationId xmlns:a16="http://schemas.microsoft.com/office/drawing/2014/main" id="{E99B4F58-0E6C-41DE-99A2-C3FCE7F11DB0}"/>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dirty="0"/>
              </a:p>
            </p:txBody>
          </p:sp>
          <p:sp>
            <p:nvSpPr>
              <p:cNvPr id="64" name="Freeform: Shape 63">
                <a:extLst>
                  <a:ext uri="{FF2B5EF4-FFF2-40B4-BE49-F238E27FC236}">
                    <a16:creationId xmlns:a16="http://schemas.microsoft.com/office/drawing/2014/main" id="{98213603-4044-4EDC-B3E0-CE20E3EE9BC2}"/>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dirty="0"/>
              </a:p>
            </p:txBody>
          </p:sp>
          <p:sp>
            <p:nvSpPr>
              <p:cNvPr id="65" name="Freeform: Shape 64">
                <a:extLst>
                  <a:ext uri="{FF2B5EF4-FFF2-40B4-BE49-F238E27FC236}">
                    <a16:creationId xmlns:a16="http://schemas.microsoft.com/office/drawing/2014/main" id="{DB035EF0-F3DA-4581-9198-447F52894F88}"/>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dirty="0"/>
              </a:p>
            </p:txBody>
          </p:sp>
          <p:sp>
            <p:nvSpPr>
              <p:cNvPr id="66" name="Freeform: Shape 65">
                <a:extLst>
                  <a:ext uri="{FF2B5EF4-FFF2-40B4-BE49-F238E27FC236}">
                    <a16:creationId xmlns:a16="http://schemas.microsoft.com/office/drawing/2014/main" id="{41AE2AF0-7DD9-443B-8718-D31F62D3CF64}"/>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dirty="0"/>
              </a:p>
            </p:txBody>
          </p:sp>
          <p:sp>
            <p:nvSpPr>
              <p:cNvPr id="67" name="Freeform: Shape 66">
                <a:extLst>
                  <a:ext uri="{FF2B5EF4-FFF2-40B4-BE49-F238E27FC236}">
                    <a16:creationId xmlns:a16="http://schemas.microsoft.com/office/drawing/2014/main" id="{1CB79995-5784-46B8-8607-92B5827FD726}"/>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dirty="0"/>
              </a:p>
            </p:txBody>
          </p:sp>
          <p:sp>
            <p:nvSpPr>
              <p:cNvPr id="68" name="Freeform: Shape 67">
                <a:extLst>
                  <a:ext uri="{FF2B5EF4-FFF2-40B4-BE49-F238E27FC236}">
                    <a16:creationId xmlns:a16="http://schemas.microsoft.com/office/drawing/2014/main" id="{C2CD6B3F-A5CA-4C9E-A462-6CF2EE2A5719}"/>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dirty="0"/>
              </a:p>
            </p:txBody>
          </p:sp>
          <p:sp>
            <p:nvSpPr>
              <p:cNvPr id="69" name="Freeform: Shape 68">
                <a:extLst>
                  <a:ext uri="{FF2B5EF4-FFF2-40B4-BE49-F238E27FC236}">
                    <a16:creationId xmlns:a16="http://schemas.microsoft.com/office/drawing/2014/main" id="{078CAE18-6328-4577-A1E2-68D4E723AA5D}"/>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dirty="0"/>
              </a:p>
            </p:txBody>
          </p:sp>
          <p:sp>
            <p:nvSpPr>
              <p:cNvPr id="70" name="Freeform: Shape 69">
                <a:extLst>
                  <a:ext uri="{FF2B5EF4-FFF2-40B4-BE49-F238E27FC236}">
                    <a16:creationId xmlns:a16="http://schemas.microsoft.com/office/drawing/2014/main" id="{EBA2E409-2F87-44E1-BDE0-C3F0C5F0EE6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dirty="0"/>
              </a:p>
            </p:txBody>
          </p:sp>
          <p:sp>
            <p:nvSpPr>
              <p:cNvPr id="71" name="Freeform: Shape 70">
                <a:extLst>
                  <a:ext uri="{FF2B5EF4-FFF2-40B4-BE49-F238E27FC236}">
                    <a16:creationId xmlns:a16="http://schemas.microsoft.com/office/drawing/2014/main" id="{4B3569C1-CDDE-4300-A777-F5A88095235D}"/>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dirty="0"/>
              </a:p>
            </p:txBody>
          </p:sp>
        </p:grpSp>
        <p:sp>
          <p:nvSpPr>
            <p:cNvPr id="39" name="Oval 38">
              <a:extLst>
                <a:ext uri="{FF2B5EF4-FFF2-40B4-BE49-F238E27FC236}">
                  <a16:creationId xmlns:a16="http://schemas.microsoft.com/office/drawing/2014/main" id="{9AE111FB-FF99-4626-BF15-A4F33CA3E1B5}"/>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40" name="Oval 39">
              <a:extLst>
                <a:ext uri="{FF2B5EF4-FFF2-40B4-BE49-F238E27FC236}">
                  <a16:creationId xmlns:a16="http://schemas.microsoft.com/office/drawing/2014/main" id="{EEBF4D1F-7718-4CBE-B978-16FFCC2E3239}"/>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41" name="Oval 40">
              <a:extLst>
                <a:ext uri="{FF2B5EF4-FFF2-40B4-BE49-F238E27FC236}">
                  <a16:creationId xmlns:a16="http://schemas.microsoft.com/office/drawing/2014/main" id="{59426D11-A3B4-4FDE-8641-D925588DAB3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42" name="Oval 41">
              <a:extLst>
                <a:ext uri="{FF2B5EF4-FFF2-40B4-BE49-F238E27FC236}">
                  <a16:creationId xmlns:a16="http://schemas.microsoft.com/office/drawing/2014/main" id="{57EDB010-9BE7-4344-984B-7453B4FF8307}"/>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43" name="Oval 42">
              <a:extLst>
                <a:ext uri="{FF2B5EF4-FFF2-40B4-BE49-F238E27FC236}">
                  <a16:creationId xmlns:a16="http://schemas.microsoft.com/office/drawing/2014/main" id="{786CA2CE-9797-4C92-9057-B3C8D9338727}"/>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44" name="Oval 43">
              <a:extLst>
                <a:ext uri="{FF2B5EF4-FFF2-40B4-BE49-F238E27FC236}">
                  <a16:creationId xmlns:a16="http://schemas.microsoft.com/office/drawing/2014/main" id="{F9A1662E-1481-432B-8DC4-FF834AA60F57}"/>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45" name="Oval 44">
              <a:extLst>
                <a:ext uri="{FF2B5EF4-FFF2-40B4-BE49-F238E27FC236}">
                  <a16:creationId xmlns:a16="http://schemas.microsoft.com/office/drawing/2014/main" id="{715F718A-84C5-42DA-9B9C-64E200753714}"/>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46" name="Oval 45">
              <a:extLst>
                <a:ext uri="{FF2B5EF4-FFF2-40B4-BE49-F238E27FC236}">
                  <a16:creationId xmlns:a16="http://schemas.microsoft.com/office/drawing/2014/main" id="{48AC1770-CB0D-4E0F-BBE4-41A23A7256AC}"/>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47" name="Oval 46">
              <a:extLst>
                <a:ext uri="{FF2B5EF4-FFF2-40B4-BE49-F238E27FC236}">
                  <a16:creationId xmlns:a16="http://schemas.microsoft.com/office/drawing/2014/main" id="{4DE4736B-6655-4B31-833F-1C130B67E3D0}"/>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1096315977"/>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slide with graphic 3">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82863"/>
            <a:ext cx="5428936" cy="1828800"/>
          </a:xfrm>
          <a:prstGeom prst="rect">
            <a:avLst/>
          </a:prstGeom>
          <a:noFill/>
        </p:spPr>
        <p:txBody>
          <a:bodyPr lIns="0" tIns="0" rIns="0" bIns="182880" anchor="b" anchorCtr="0"/>
          <a:lstStyle>
            <a:lvl1pPr>
              <a:defRPr sz="4800" strike="noStrike" spc="-49"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436713"/>
            <a:ext cx="5413394" cy="753369"/>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pic>
        <p:nvPicPr>
          <p:cNvPr id="4" name="Picture 3" descr="A picture containing drawing&#10;&#10;Description automatically generated">
            <a:extLst>
              <a:ext uri="{FF2B5EF4-FFF2-40B4-BE49-F238E27FC236}">
                <a16:creationId xmlns:a16="http://schemas.microsoft.com/office/drawing/2014/main" id="{57D6331F-1A15-46AA-A57A-300CC97487E4}"/>
              </a:ext>
            </a:extLst>
          </p:cNvPr>
          <p:cNvPicPr>
            <a:picLocks noChangeAspect="1"/>
          </p:cNvPicPr>
          <p:nvPr userDrawn="1"/>
        </p:nvPicPr>
        <p:blipFill>
          <a:blip r:embed="rId2"/>
          <a:stretch>
            <a:fillRect/>
          </a:stretch>
        </p:blipFill>
        <p:spPr>
          <a:xfrm>
            <a:off x="136886" y="162871"/>
            <a:ext cx="2635247" cy="889107"/>
          </a:xfrm>
          <a:prstGeom prst="rect">
            <a:avLst/>
          </a:prstGeom>
        </p:spPr>
      </p:pic>
      <p:sp>
        <p:nvSpPr>
          <p:cNvPr id="72" name="Rectangle 71">
            <a:extLst>
              <a:ext uri="{FF2B5EF4-FFF2-40B4-BE49-F238E27FC236}">
                <a16:creationId xmlns:a16="http://schemas.microsoft.com/office/drawing/2014/main" id="{5E3B1CB1-53A4-41B0-A2BE-8C0CF51F9838}"/>
              </a:ext>
            </a:extLst>
          </p:cNvPr>
          <p:cNvSpPr/>
          <p:nvPr userDrawn="1"/>
        </p:nvSpPr>
        <p:spPr bwMode="auto">
          <a:xfrm>
            <a:off x="6229842" y="0"/>
            <a:ext cx="5962158" cy="6994525"/>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pic>
        <p:nvPicPr>
          <p:cNvPr id="73" name="Picture 72">
            <a:extLst>
              <a:ext uri="{FF2B5EF4-FFF2-40B4-BE49-F238E27FC236}">
                <a16:creationId xmlns:a16="http://schemas.microsoft.com/office/drawing/2014/main" id="{D680D2A1-07E3-478C-BBA8-560737A24311}"/>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6111902" y="0"/>
            <a:ext cx="6080099" cy="6994525"/>
          </a:xfrm>
          <a:prstGeom prst="rect">
            <a:avLst/>
          </a:prstGeom>
        </p:spPr>
      </p:pic>
      <p:grpSp>
        <p:nvGrpSpPr>
          <p:cNvPr id="74" name="Graphic 1">
            <a:extLst>
              <a:ext uri="{FF2B5EF4-FFF2-40B4-BE49-F238E27FC236}">
                <a16:creationId xmlns:a16="http://schemas.microsoft.com/office/drawing/2014/main" id="{4D1B2C3D-109D-46DF-9BA8-640EAF66A03A}"/>
              </a:ext>
            </a:extLst>
          </p:cNvPr>
          <p:cNvGrpSpPr/>
          <p:nvPr userDrawn="1"/>
        </p:nvGrpSpPr>
        <p:grpSpPr>
          <a:xfrm>
            <a:off x="6600946" y="876893"/>
            <a:ext cx="5148588" cy="5240740"/>
            <a:chOff x="5179859" y="2459480"/>
            <a:chExt cx="2077534" cy="2073148"/>
          </a:xfrm>
          <a:gradFill>
            <a:gsLst>
              <a:gs pos="100000">
                <a:schemeClr val="tx2"/>
              </a:gs>
              <a:gs pos="23000">
                <a:schemeClr val="accent5"/>
              </a:gs>
            </a:gsLst>
            <a:lin ang="10800000" scaled="1"/>
          </a:gradFill>
        </p:grpSpPr>
        <p:sp>
          <p:nvSpPr>
            <p:cNvPr id="75" name="Freeform: Shape 74">
              <a:extLst>
                <a:ext uri="{FF2B5EF4-FFF2-40B4-BE49-F238E27FC236}">
                  <a16:creationId xmlns:a16="http://schemas.microsoft.com/office/drawing/2014/main" id="{4DD6AF04-319F-47B0-AAC8-6520DF9B67CE}"/>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dirty="0"/>
            </a:p>
          </p:txBody>
        </p:sp>
        <p:sp>
          <p:nvSpPr>
            <p:cNvPr id="76" name="Freeform: Shape 75">
              <a:extLst>
                <a:ext uri="{FF2B5EF4-FFF2-40B4-BE49-F238E27FC236}">
                  <a16:creationId xmlns:a16="http://schemas.microsoft.com/office/drawing/2014/main" id="{283985E4-C6DA-4D56-A4B2-188AF3D29025}"/>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dirty="0"/>
            </a:p>
          </p:txBody>
        </p:sp>
        <p:sp>
          <p:nvSpPr>
            <p:cNvPr id="77" name="Freeform: Shape 76">
              <a:extLst>
                <a:ext uri="{FF2B5EF4-FFF2-40B4-BE49-F238E27FC236}">
                  <a16:creationId xmlns:a16="http://schemas.microsoft.com/office/drawing/2014/main" id="{720519B8-1B86-435B-BE56-B5FAEAD39754}"/>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dirty="0"/>
            </a:p>
          </p:txBody>
        </p:sp>
        <p:sp>
          <p:nvSpPr>
            <p:cNvPr id="78" name="Freeform: Shape 77">
              <a:extLst>
                <a:ext uri="{FF2B5EF4-FFF2-40B4-BE49-F238E27FC236}">
                  <a16:creationId xmlns:a16="http://schemas.microsoft.com/office/drawing/2014/main" id="{DF83B222-A47F-44B5-9AB0-6ED40197E618}"/>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dirty="0"/>
            </a:p>
          </p:txBody>
        </p:sp>
        <p:sp>
          <p:nvSpPr>
            <p:cNvPr id="79" name="Freeform: Shape 78">
              <a:extLst>
                <a:ext uri="{FF2B5EF4-FFF2-40B4-BE49-F238E27FC236}">
                  <a16:creationId xmlns:a16="http://schemas.microsoft.com/office/drawing/2014/main" id="{589A001D-6C7B-4022-B9DE-F83CEC98FE10}"/>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dirty="0"/>
            </a:p>
          </p:txBody>
        </p:sp>
        <p:sp>
          <p:nvSpPr>
            <p:cNvPr id="80" name="Freeform: Shape 79">
              <a:extLst>
                <a:ext uri="{FF2B5EF4-FFF2-40B4-BE49-F238E27FC236}">
                  <a16:creationId xmlns:a16="http://schemas.microsoft.com/office/drawing/2014/main" id="{5DCC5C22-8F39-4F71-91FB-71155D0A374F}"/>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dirty="0"/>
            </a:p>
          </p:txBody>
        </p:sp>
        <p:sp>
          <p:nvSpPr>
            <p:cNvPr id="81" name="Freeform: Shape 80">
              <a:extLst>
                <a:ext uri="{FF2B5EF4-FFF2-40B4-BE49-F238E27FC236}">
                  <a16:creationId xmlns:a16="http://schemas.microsoft.com/office/drawing/2014/main" id="{0ABDA59A-625F-451E-BBC5-4F89B8E5CA51}"/>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dirty="0"/>
            </a:p>
          </p:txBody>
        </p:sp>
        <p:sp>
          <p:nvSpPr>
            <p:cNvPr id="82" name="Freeform: Shape 81">
              <a:extLst>
                <a:ext uri="{FF2B5EF4-FFF2-40B4-BE49-F238E27FC236}">
                  <a16:creationId xmlns:a16="http://schemas.microsoft.com/office/drawing/2014/main" id="{8FF37886-1883-475A-9E61-5E78DBBEDDAE}"/>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dirty="0"/>
            </a:p>
          </p:txBody>
        </p:sp>
        <p:sp>
          <p:nvSpPr>
            <p:cNvPr id="83" name="Freeform: Shape 82">
              <a:extLst>
                <a:ext uri="{FF2B5EF4-FFF2-40B4-BE49-F238E27FC236}">
                  <a16:creationId xmlns:a16="http://schemas.microsoft.com/office/drawing/2014/main" id="{798377FB-665F-4899-86A8-48FF769AC164}"/>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dirty="0"/>
            </a:p>
          </p:txBody>
        </p:sp>
        <p:sp>
          <p:nvSpPr>
            <p:cNvPr id="84" name="Freeform: Shape 83">
              <a:extLst>
                <a:ext uri="{FF2B5EF4-FFF2-40B4-BE49-F238E27FC236}">
                  <a16:creationId xmlns:a16="http://schemas.microsoft.com/office/drawing/2014/main" id="{A1B6E554-C7FE-437C-B43A-26461DDBED1D}"/>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dirty="0"/>
            </a:p>
          </p:txBody>
        </p:sp>
        <p:sp>
          <p:nvSpPr>
            <p:cNvPr id="85" name="Freeform: Shape 84">
              <a:extLst>
                <a:ext uri="{FF2B5EF4-FFF2-40B4-BE49-F238E27FC236}">
                  <a16:creationId xmlns:a16="http://schemas.microsoft.com/office/drawing/2014/main" id="{6916078A-4E6C-4B1D-8F43-B3F2605CCBBA}"/>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dirty="0"/>
            </a:p>
          </p:txBody>
        </p:sp>
        <p:sp>
          <p:nvSpPr>
            <p:cNvPr id="86" name="Freeform: Shape 85">
              <a:extLst>
                <a:ext uri="{FF2B5EF4-FFF2-40B4-BE49-F238E27FC236}">
                  <a16:creationId xmlns:a16="http://schemas.microsoft.com/office/drawing/2014/main" id="{870BEE33-905A-44A9-86EB-CC160AFE1010}"/>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dirty="0"/>
            </a:p>
          </p:txBody>
        </p:sp>
        <p:sp>
          <p:nvSpPr>
            <p:cNvPr id="87" name="Freeform: Shape 86">
              <a:extLst>
                <a:ext uri="{FF2B5EF4-FFF2-40B4-BE49-F238E27FC236}">
                  <a16:creationId xmlns:a16="http://schemas.microsoft.com/office/drawing/2014/main" id="{D0FEA133-67C4-462C-B78A-0D3B435D0A56}"/>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dirty="0"/>
            </a:p>
          </p:txBody>
        </p:sp>
        <p:sp>
          <p:nvSpPr>
            <p:cNvPr id="88" name="Freeform: Shape 87">
              <a:extLst>
                <a:ext uri="{FF2B5EF4-FFF2-40B4-BE49-F238E27FC236}">
                  <a16:creationId xmlns:a16="http://schemas.microsoft.com/office/drawing/2014/main" id="{0191B600-F65E-475C-99A2-EDC38A117B47}"/>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dirty="0"/>
            </a:p>
          </p:txBody>
        </p:sp>
        <p:sp>
          <p:nvSpPr>
            <p:cNvPr id="89" name="Freeform: Shape 88">
              <a:extLst>
                <a:ext uri="{FF2B5EF4-FFF2-40B4-BE49-F238E27FC236}">
                  <a16:creationId xmlns:a16="http://schemas.microsoft.com/office/drawing/2014/main" id="{81D1CB41-4153-4C2B-95A8-8E51D544C2A6}"/>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dirty="0"/>
            </a:p>
          </p:txBody>
        </p:sp>
        <p:sp>
          <p:nvSpPr>
            <p:cNvPr id="90" name="Freeform: Shape 89">
              <a:extLst>
                <a:ext uri="{FF2B5EF4-FFF2-40B4-BE49-F238E27FC236}">
                  <a16:creationId xmlns:a16="http://schemas.microsoft.com/office/drawing/2014/main" id="{AD85E53E-76EE-4693-B925-448F1AED55C3}"/>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dirty="0"/>
            </a:p>
          </p:txBody>
        </p:sp>
        <p:sp>
          <p:nvSpPr>
            <p:cNvPr id="91" name="Freeform: Shape 90">
              <a:extLst>
                <a:ext uri="{FF2B5EF4-FFF2-40B4-BE49-F238E27FC236}">
                  <a16:creationId xmlns:a16="http://schemas.microsoft.com/office/drawing/2014/main" id="{FBF422B5-FEC5-4A6F-980D-F4DCB2842F2D}"/>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dirty="0"/>
            </a:p>
          </p:txBody>
        </p:sp>
        <p:sp>
          <p:nvSpPr>
            <p:cNvPr id="92" name="Freeform: Shape 91">
              <a:extLst>
                <a:ext uri="{FF2B5EF4-FFF2-40B4-BE49-F238E27FC236}">
                  <a16:creationId xmlns:a16="http://schemas.microsoft.com/office/drawing/2014/main" id="{73E90C96-7BF3-4653-8F6B-20B2AEFF9C9A}"/>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dirty="0"/>
            </a:p>
          </p:txBody>
        </p:sp>
        <p:sp>
          <p:nvSpPr>
            <p:cNvPr id="93" name="Freeform: Shape 92">
              <a:extLst>
                <a:ext uri="{FF2B5EF4-FFF2-40B4-BE49-F238E27FC236}">
                  <a16:creationId xmlns:a16="http://schemas.microsoft.com/office/drawing/2014/main" id="{10255508-CD31-475F-9938-E6992594AD7F}"/>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dirty="0"/>
            </a:p>
          </p:txBody>
        </p:sp>
        <p:sp>
          <p:nvSpPr>
            <p:cNvPr id="94" name="Freeform: Shape 93">
              <a:extLst>
                <a:ext uri="{FF2B5EF4-FFF2-40B4-BE49-F238E27FC236}">
                  <a16:creationId xmlns:a16="http://schemas.microsoft.com/office/drawing/2014/main" id="{6180CF46-AD3A-4882-BF8C-42A4079F05AC}"/>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dirty="0"/>
            </a:p>
          </p:txBody>
        </p:sp>
        <p:sp>
          <p:nvSpPr>
            <p:cNvPr id="95" name="Freeform: Shape 94">
              <a:extLst>
                <a:ext uri="{FF2B5EF4-FFF2-40B4-BE49-F238E27FC236}">
                  <a16:creationId xmlns:a16="http://schemas.microsoft.com/office/drawing/2014/main" id="{E32DF239-2F1F-4DEF-84E6-8AA4C60B1814}"/>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dirty="0"/>
            </a:p>
          </p:txBody>
        </p:sp>
        <p:sp>
          <p:nvSpPr>
            <p:cNvPr id="96" name="Freeform: Shape 95">
              <a:extLst>
                <a:ext uri="{FF2B5EF4-FFF2-40B4-BE49-F238E27FC236}">
                  <a16:creationId xmlns:a16="http://schemas.microsoft.com/office/drawing/2014/main" id="{1FF529E2-E4DE-4BC2-AD36-9E2F91168396}"/>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dirty="0"/>
            </a:p>
          </p:txBody>
        </p:sp>
        <p:sp>
          <p:nvSpPr>
            <p:cNvPr id="97" name="Freeform: Shape 96">
              <a:extLst>
                <a:ext uri="{FF2B5EF4-FFF2-40B4-BE49-F238E27FC236}">
                  <a16:creationId xmlns:a16="http://schemas.microsoft.com/office/drawing/2014/main" id="{EBD42EE8-F67C-4184-AC55-B277B9D45512}"/>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dirty="0"/>
            </a:p>
          </p:txBody>
        </p:sp>
        <p:sp>
          <p:nvSpPr>
            <p:cNvPr id="98" name="Freeform: Shape 97">
              <a:extLst>
                <a:ext uri="{FF2B5EF4-FFF2-40B4-BE49-F238E27FC236}">
                  <a16:creationId xmlns:a16="http://schemas.microsoft.com/office/drawing/2014/main" id="{2FCFEDC0-0434-46B3-BDE6-2A548497D148}"/>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dirty="0"/>
            </a:p>
          </p:txBody>
        </p:sp>
      </p:grpSp>
    </p:spTree>
    <p:extLst>
      <p:ext uri="{BB962C8B-B14F-4D97-AF65-F5344CB8AC3E}">
        <p14:creationId xmlns:p14="http://schemas.microsoft.com/office/powerpoint/2010/main" val="1481338884"/>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2" name="Footer Placeholder 1">
            <a:extLst>
              <a:ext uri="{FF2B5EF4-FFF2-40B4-BE49-F238E27FC236}">
                <a16:creationId xmlns:a16="http://schemas.microsoft.com/office/drawing/2014/main" id="{B852478B-55EF-4189-A468-2CD5FFD82747}"/>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367378767"/>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418643" y="449263"/>
            <a:ext cx="11341268" cy="655637"/>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432089" y="1104900"/>
            <a:ext cx="11341268" cy="408075"/>
          </a:xfrm>
        </p:spPr>
        <p:txBody>
          <a:bodyPr tIns="45720" rIns="0" bIns="45720"/>
          <a:lstStyle>
            <a:lvl1pPr>
              <a:defRPr sz="2000">
                <a:solidFill>
                  <a:schemeClr val="tx1"/>
                </a:solidFill>
              </a:defRPr>
            </a:lvl1pPr>
          </a:lstStyle>
          <a:p>
            <a:r>
              <a:rPr lang="en-US"/>
              <a:t>Subheading Segoe UI </a:t>
            </a:r>
            <a:r>
              <a:rPr lang="en-US" err="1"/>
              <a:t>Semibold</a:t>
            </a:r>
            <a:r>
              <a:rPr lang="en-US"/>
              <a:t> 20 </a:t>
            </a:r>
            <a:r>
              <a:rPr lang="en-US" err="1"/>
              <a:t>pt</a:t>
            </a:r>
            <a:endParaRPr lang="en-US"/>
          </a:p>
        </p:txBody>
      </p:sp>
      <p:sp>
        <p:nvSpPr>
          <p:cNvPr id="2" name="Footer Placeholder 1">
            <a:extLst>
              <a:ext uri="{FF2B5EF4-FFF2-40B4-BE49-F238E27FC236}">
                <a16:creationId xmlns:a16="http://schemas.microsoft.com/office/drawing/2014/main" id="{64899B17-8D01-4107-A0A6-0451351ABAED}"/>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30891218"/>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9101" y="1485900"/>
            <a:ext cx="11340811" cy="2092691"/>
          </a:xfrm>
        </p:spPr>
        <p:txBody>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F415B60E-29D3-45EF-9FD0-D9924E0B78BB}"/>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3635558411"/>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ext Layout with footno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9101" y="1485900"/>
            <a:ext cx="11340811" cy="2092691"/>
          </a:xfrm>
        </p:spPr>
        <p:txBody>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F5777EA2-9454-422E-AEC3-45CEC596AEB8}"/>
              </a:ext>
            </a:extLst>
          </p:cNvPr>
          <p:cNvSpPr/>
          <p:nvPr userDrawn="1"/>
        </p:nvSpPr>
        <p:spPr bwMode="auto">
          <a:xfrm>
            <a:off x="0" y="5783436"/>
            <a:ext cx="12192000" cy="761825"/>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764357BA-0098-4BE6-A38B-76E4D9E64E6E}"/>
              </a:ext>
            </a:extLst>
          </p:cNvPr>
          <p:cNvSpPr>
            <a:spLocks noGrp="1"/>
          </p:cNvSpPr>
          <p:nvPr>
            <p:ph type="body" sz="quarter" idx="11"/>
          </p:nvPr>
        </p:nvSpPr>
        <p:spPr>
          <a:xfrm>
            <a:off x="418643" y="5913226"/>
            <a:ext cx="11341268" cy="502246"/>
          </a:xfrm>
        </p:spPr>
        <p:txBody>
          <a:bodyPr anchor="ctr"/>
          <a:lstStyle>
            <a:lvl1pPr>
              <a:defRPr sz="2000"/>
            </a:lvl1pPr>
          </a:lstStyle>
          <a:p>
            <a:pPr lvl="0"/>
            <a:r>
              <a:rPr lang="en-US"/>
              <a:t>Click to edit Master text styles</a:t>
            </a:r>
          </a:p>
        </p:txBody>
      </p:sp>
      <p:sp>
        <p:nvSpPr>
          <p:cNvPr id="4" name="Footer Placeholder 1">
            <a:extLst>
              <a:ext uri="{FF2B5EF4-FFF2-40B4-BE49-F238E27FC236}">
                <a16:creationId xmlns:a16="http://schemas.microsoft.com/office/drawing/2014/main" id="{BBE90075-187C-4F60-81BA-E239B43D9044}"/>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502436264"/>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41468" y="1485899"/>
            <a:ext cx="5543785" cy="3837711"/>
          </a:xfrm>
          <a:solidFill>
            <a:schemeClr val="bg1">
              <a:lumMod val="95000"/>
            </a:schemeClr>
          </a:solidFill>
        </p:spPr>
        <p:txBody>
          <a:bodyPr lIns="137160">
            <a:noAutofit/>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1884D379-CA81-40D3-9E78-E89E7861D50F}"/>
              </a:ext>
            </a:extLst>
          </p:cNvPr>
          <p:cNvSpPr>
            <a:spLocks noGrp="1"/>
          </p:cNvSpPr>
          <p:nvPr>
            <p:ph sz="quarter" idx="11"/>
          </p:nvPr>
        </p:nvSpPr>
        <p:spPr>
          <a:xfrm>
            <a:off x="6229350" y="1485899"/>
            <a:ext cx="5543550" cy="3837711"/>
          </a:xfrm>
          <a:solidFill>
            <a:schemeClr val="bg1">
              <a:lumMod val="95000"/>
            </a:schemeClr>
          </a:solidFill>
        </p:spPr>
        <p:txBody>
          <a:bodyPr lIns="137160">
            <a:noAutofit/>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1EECB910-8937-4CC4-AEC5-2DD554C2D636}"/>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477029654"/>
      </p:ext>
    </p:extLst>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9263"/>
            <a:ext cx="11341268" cy="69373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8643" y="1485900"/>
            <a:ext cx="5394960" cy="2537388"/>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3"/>
            <a:r>
              <a:rPr lang="en-US"/>
              <a:t>Third level</a:t>
            </a:r>
          </a:p>
          <a:p>
            <a:pPr lvl="3"/>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6089277" y="1643326"/>
            <a:ext cx="0" cy="2299463"/>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364951" y="1485900"/>
            <a:ext cx="5394960" cy="2537388"/>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3"/>
            <a:r>
              <a:rPr lang="en-US"/>
              <a:t>Third level</a:t>
            </a:r>
          </a:p>
          <a:p>
            <a:pPr lvl="3"/>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p:txBody>
      </p:sp>
      <p:sp>
        <p:nvSpPr>
          <p:cNvPr id="2" name="Footer Placeholder 1">
            <a:extLst>
              <a:ext uri="{FF2B5EF4-FFF2-40B4-BE49-F238E27FC236}">
                <a16:creationId xmlns:a16="http://schemas.microsoft.com/office/drawing/2014/main" id="{7516BD94-AE1C-455F-8D7D-7082BB27F029}"/>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3888515191"/>
      </p:ext>
    </p:extLst>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1_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9263"/>
            <a:ext cx="11341268" cy="69373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8642" y="1485901"/>
            <a:ext cx="5394960" cy="4828883"/>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3"/>
            <a:r>
              <a:rPr lang="en-US"/>
              <a:t>Third level</a:t>
            </a:r>
          </a:p>
          <a:p>
            <a:pPr lvl="3"/>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6089276" y="1643326"/>
            <a:ext cx="0" cy="4654055"/>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364951" y="1485901"/>
            <a:ext cx="5394960" cy="4828883"/>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3"/>
            <a:r>
              <a:rPr lang="en-US"/>
              <a:t>Third level</a:t>
            </a:r>
          </a:p>
          <a:p>
            <a:pPr lvl="3"/>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p:txBody>
      </p:sp>
      <p:sp>
        <p:nvSpPr>
          <p:cNvPr id="2" name="Footer Placeholder 1">
            <a:extLst>
              <a:ext uri="{FF2B5EF4-FFF2-40B4-BE49-F238E27FC236}">
                <a16:creationId xmlns:a16="http://schemas.microsoft.com/office/drawing/2014/main" id="{87A06669-B2CF-43F2-99B5-001A005A3AA1}"/>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2659546032"/>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1_Bulleted 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41468" y="1485899"/>
            <a:ext cx="5543785" cy="1738938"/>
          </a:xfrm>
          <a:solidFill>
            <a:schemeClr val="bg1">
              <a:lumMod val="95000"/>
            </a:schemeClr>
          </a:solidFill>
        </p:spPr>
        <p:txBody>
          <a:bodyPr lIns="137160" rIns="137160"/>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3"/>
            <a:r>
              <a:rPr lang="en-US"/>
              <a:t>Third level</a:t>
            </a:r>
          </a:p>
          <a:p>
            <a:pPr lvl="3"/>
            <a:r>
              <a:rPr lang="en-US"/>
              <a:t>Fourth level</a:t>
            </a:r>
          </a:p>
        </p:txBody>
      </p: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229351" y="1485899"/>
            <a:ext cx="5531577" cy="1738938"/>
          </a:xfrm>
          <a:solidFill>
            <a:schemeClr val="bg1">
              <a:lumMod val="95000"/>
            </a:schemeClr>
          </a:solidFill>
        </p:spPr>
        <p:txBody>
          <a:bodyPr lIns="137160" rIns="137160"/>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3"/>
            <a:r>
              <a:rPr lang="en-US"/>
              <a:t>Third level</a:t>
            </a:r>
          </a:p>
          <a:p>
            <a:pPr lvl="3"/>
            <a:r>
              <a:rPr lang="en-US"/>
              <a:t>Fourth level</a:t>
            </a:r>
          </a:p>
        </p:txBody>
      </p:sp>
      <p:sp>
        <p:nvSpPr>
          <p:cNvPr id="2" name="Footer Placeholder 1">
            <a:extLst>
              <a:ext uri="{FF2B5EF4-FFF2-40B4-BE49-F238E27FC236}">
                <a16:creationId xmlns:a16="http://schemas.microsoft.com/office/drawing/2014/main" id="{FD7644AB-9D01-4585-9388-8EB76A4E16D3}"/>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3281849661"/>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994525"/>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150394"/>
            <a:ext cx="1959432" cy="693737"/>
          </a:xfrm>
        </p:spPr>
        <p:txBody>
          <a:bodyPr anchor="ctr"/>
          <a:lstStyle>
            <a:lvl1pPr>
              <a:defRPr>
                <a:solidFill>
                  <a:schemeClr val="bg1"/>
                </a:solidFill>
              </a:defRPr>
            </a:lvl1pPr>
          </a:lstStyle>
          <a:p>
            <a:r>
              <a:rPr lang="en-US"/>
              <a:t>Agenda</a:t>
            </a:r>
            <a:br>
              <a:rPr lang="en-US"/>
            </a:br>
            <a:r>
              <a:rPr lang="en-US"/>
              <a:t>3 rows</a:t>
            </a:r>
          </a:p>
        </p:txBody>
      </p:sp>
      <p:sp>
        <p:nvSpPr>
          <p:cNvPr id="5" name="Text Placeholder 4"/>
          <p:cNvSpPr>
            <a:spLocks noGrp="1"/>
          </p:cNvSpPr>
          <p:nvPr>
            <p:ph type="body" sz="quarter" idx="11" hasCustomPrompt="1"/>
          </p:nvPr>
        </p:nvSpPr>
        <p:spPr>
          <a:xfrm>
            <a:off x="4078288" y="1385953"/>
            <a:ext cx="7695070" cy="1248809"/>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2872859"/>
            <a:ext cx="7695070" cy="1248809"/>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5" name="Text Placeholder 4">
            <a:extLst>
              <a:ext uri="{FF2B5EF4-FFF2-40B4-BE49-F238E27FC236}">
                <a16:creationId xmlns:a16="http://schemas.microsoft.com/office/drawing/2014/main" id="{17004B21-C7C1-4F96-8432-F7255C26DB8E}"/>
              </a:ext>
            </a:extLst>
          </p:cNvPr>
          <p:cNvSpPr>
            <a:spLocks noGrp="1"/>
          </p:cNvSpPr>
          <p:nvPr>
            <p:ph type="body" sz="quarter" idx="20" hasCustomPrompt="1"/>
          </p:nvPr>
        </p:nvSpPr>
        <p:spPr>
          <a:xfrm>
            <a:off x="4078288" y="4359765"/>
            <a:ext cx="7695070" cy="124880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D3BC550B-9B11-4380-8D6F-F4741FB779EC}"/>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2742957193"/>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994525"/>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150394"/>
            <a:ext cx="1959432" cy="693737"/>
          </a:xfrm>
        </p:spPr>
        <p:txBody>
          <a:bodyPr anchor="ctr"/>
          <a:lstStyle>
            <a:lvl1pPr>
              <a:defRPr>
                <a:solidFill>
                  <a:schemeClr val="bg1"/>
                </a:solidFill>
              </a:defRPr>
            </a:lvl1pPr>
          </a:lstStyle>
          <a:p>
            <a:r>
              <a:rPr lang="en-US"/>
              <a:t>Agenda</a:t>
            </a:r>
            <a:br>
              <a:rPr lang="en-US"/>
            </a:br>
            <a:r>
              <a:rPr lang="en-US"/>
              <a:t>4 rows</a:t>
            </a:r>
          </a:p>
        </p:txBody>
      </p:sp>
      <p:sp>
        <p:nvSpPr>
          <p:cNvPr id="5" name="Text Placeholder 4"/>
          <p:cNvSpPr>
            <a:spLocks noGrp="1"/>
          </p:cNvSpPr>
          <p:nvPr>
            <p:ph type="body" sz="quarter" idx="11" hasCustomPrompt="1"/>
          </p:nvPr>
        </p:nvSpPr>
        <p:spPr>
          <a:xfrm>
            <a:off x="4078288" y="1005327"/>
            <a:ext cx="7695070" cy="914400"/>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2385983"/>
            <a:ext cx="7695070" cy="914400"/>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3766638"/>
            <a:ext cx="7695070" cy="91440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5147293"/>
            <a:ext cx="7695070" cy="91440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1FA6548C-890C-4150-B5BD-A8AF55A82E70}"/>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2858592369"/>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994525"/>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150394"/>
            <a:ext cx="1959432" cy="693737"/>
          </a:xfrm>
        </p:spPr>
        <p:txBody>
          <a:bodyPr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4078288" y="704884"/>
            <a:ext cx="7695070" cy="839022"/>
          </a:xfrm>
        </p:spPr>
        <p:txBody>
          <a:bodyPr vert="horz" wrap="square" lIns="0" tIns="0" rIns="0" bIns="0" rtlCol="0" anchor="ctr">
            <a:noAutofit/>
          </a:bodyPr>
          <a:lstStyle>
            <a:lvl2pPr>
              <a:defRPr lang="en-US" sz="1800" b="0" dirty="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1652182"/>
            <a:ext cx="7695070" cy="839022"/>
          </a:xfr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2599480"/>
            <a:ext cx="7695070" cy="839022"/>
          </a:xfr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4078288" y="3546778"/>
            <a:ext cx="7695070" cy="839022"/>
          </a:xfr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4494077"/>
            <a:ext cx="7695070" cy="83902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8" y="5441377"/>
            <a:ext cx="7695070" cy="83902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3CE3F527-08C7-43D0-8032-F2A71F76D6A3}"/>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2437076040"/>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994525"/>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150394"/>
            <a:ext cx="1959432" cy="693737"/>
          </a:xfrm>
        </p:spPr>
        <p:txBody>
          <a:bodyPr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4078289" y="475632"/>
            <a:ext cx="7695069" cy="689344"/>
          </a:xfr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4" name="Text Placeholder 4"/>
          <p:cNvSpPr>
            <a:spLocks noGrp="1"/>
          </p:cNvSpPr>
          <p:nvPr>
            <p:ph type="body" sz="quarter" idx="15" hasCustomPrompt="1"/>
          </p:nvPr>
        </p:nvSpPr>
        <p:spPr>
          <a:xfrm>
            <a:off x="4078289" y="1240477"/>
            <a:ext cx="7695069" cy="689344"/>
          </a:xfrm>
        </p:spPr>
        <p:txBody>
          <a:bodyPr vert="horz" wrap="square" lIns="0" tIns="0" rIns="0" bIns="0" rtlCol="0" anchor="ctr">
            <a:noAutofit/>
          </a:bodyPr>
          <a:lstStyle>
            <a:lvl2pPr>
              <a:defRPr lang="en-US" sz="1600" b="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6" name="Text Placeholder 4"/>
          <p:cNvSpPr>
            <a:spLocks noGrp="1"/>
          </p:cNvSpPr>
          <p:nvPr>
            <p:ph type="body" sz="quarter" idx="17" hasCustomPrompt="1"/>
          </p:nvPr>
        </p:nvSpPr>
        <p:spPr>
          <a:xfrm>
            <a:off x="4078289" y="2005322"/>
            <a:ext cx="7695069" cy="689344"/>
          </a:xfrm>
        </p:spPr>
        <p:txBody>
          <a:bodyPr vert="horz" wrap="square" lIns="0" tIns="0" rIns="0" bIns="0" rtlCol="0" anchor="ctr">
            <a:noAutofit/>
          </a:bodyPr>
          <a:lstStyle>
            <a:lvl2pPr>
              <a:defRPr lang="en-US" sz="1600" b="0" dirty="0" smtClean="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8" name="Text Placeholder 4"/>
          <p:cNvSpPr>
            <a:spLocks noGrp="1"/>
          </p:cNvSpPr>
          <p:nvPr>
            <p:ph type="body" sz="quarter" idx="19" hasCustomPrompt="1"/>
          </p:nvPr>
        </p:nvSpPr>
        <p:spPr>
          <a:xfrm>
            <a:off x="4078289" y="2770167"/>
            <a:ext cx="7695069" cy="689344"/>
          </a:xfr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20" name="Text Placeholder 4"/>
          <p:cNvSpPr>
            <a:spLocks noGrp="1"/>
          </p:cNvSpPr>
          <p:nvPr>
            <p:ph type="body" sz="quarter" idx="21" hasCustomPrompt="1"/>
          </p:nvPr>
        </p:nvSpPr>
        <p:spPr>
          <a:xfrm>
            <a:off x="4078289" y="3535012"/>
            <a:ext cx="7695069" cy="689344"/>
          </a:xfr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9" y="4299857"/>
            <a:ext cx="7695069" cy="689344"/>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4078289" y="5064702"/>
            <a:ext cx="7695069" cy="689344"/>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1" name="Text Placeholder 4">
            <a:extLst>
              <a:ext uri="{FF2B5EF4-FFF2-40B4-BE49-F238E27FC236}">
                <a16:creationId xmlns:a16="http://schemas.microsoft.com/office/drawing/2014/main" id="{BBE4C696-54C0-4167-89B1-D1FE9690F330}"/>
              </a:ext>
            </a:extLst>
          </p:cNvPr>
          <p:cNvSpPr>
            <a:spLocks noGrp="1"/>
          </p:cNvSpPr>
          <p:nvPr>
            <p:ph type="body" sz="quarter" idx="24" hasCustomPrompt="1"/>
          </p:nvPr>
        </p:nvSpPr>
        <p:spPr>
          <a:xfrm>
            <a:off x="4078289" y="5829550"/>
            <a:ext cx="7695069" cy="689344"/>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4" name="Footer Placeholder 1">
            <a:extLst>
              <a:ext uri="{FF2B5EF4-FFF2-40B4-BE49-F238E27FC236}">
                <a16:creationId xmlns:a16="http://schemas.microsoft.com/office/drawing/2014/main" id="{FCBBA077-FCDA-4F62-B502-F11F61DDA34D}"/>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1824646795"/>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4">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1" y="0"/>
            <a:ext cx="2378075" cy="6994525"/>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150394"/>
            <a:ext cx="1959432" cy="693737"/>
          </a:xfrm>
        </p:spPr>
        <p:txBody>
          <a:bodyPr rIns="0"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3619500" y="475632"/>
            <a:ext cx="3330574" cy="689344"/>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4" name="Text Placeholder 4"/>
          <p:cNvSpPr>
            <a:spLocks noGrp="1"/>
          </p:cNvSpPr>
          <p:nvPr>
            <p:ph type="body" sz="quarter" idx="15" hasCustomPrompt="1"/>
          </p:nvPr>
        </p:nvSpPr>
        <p:spPr>
          <a:xfrm>
            <a:off x="3619500" y="1334664"/>
            <a:ext cx="3330574" cy="689344"/>
          </a:xfrm>
        </p:spPr>
        <p:txBody>
          <a:bodyPr vert="horz" wrap="square" lIns="0" tIns="0" rIns="0" bIns="0" rtlCol="0" anchor="ctr">
            <a:noAutofit/>
          </a:bodyPr>
          <a:lstStyle>
            <a:lvl2pPr>
              <a:defRPr lang="en-US" sz="1400" b="0"/>
            </a:lvl2pPr>
          </a:lstStyle>
          <a:p>
            <a:pPr lvl="1">
              <a:buFont typeface="Arial" panose="020B0604020202020204" pitchFamily="34" charset="0"/>
            </a:pPr>
            <a:r>
              <a:rPr lang="en-US"/>
              <a:t>Body copy Segoe UI Regular 14/18. The quick brown fox jumps over the lazy dog. </a:t>
            </a:r>
          </a:p>
        </p:txBody>
      </p:sp>
      <p:sp>
        <p:nvSpPr>
          <p:cNvPr id="16" name="Text Placeholder 4"/>
          <p:cNvSpPr>
            <a:spLocks noGrp="1"/>
          </p:cNvSpPr>
          <p:nvPr>
            <p:ph type="body" sz="quarter" idx="17" hasCustomPrompt="1"/>
          </p:nvPr>
        </p:nvSpPr>
        <p:spPr>
          <a:xfrm>
            <a:off x="3619500" y="2193695"/>
            <a:ext cx="3330574" cy="689344"/>
          </a:xfr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a:t>Body copy Segoe UI Regular 14/18. The quick brown fox jumps over the lazy dog. </a:t>
            </a:r>
          </a:p>
        </p:txBody>
      </p:sp>
      <p:sp>
        <p:nvSpPr>
          <p:cNvPr id="18" name="Text Placeholder 4"/>
          <p:cNvSpPr>
            <a:spLocks noGrp="1"/>
          </p:cNvSpPr>
          <p:nvPr>
            <p:ph type="body" sz="quarter" idx="19" hasCustomPrompt="1"/>
          </p:nvPr>
        </p:nvSpPr>
        <p:spPr>
          <a:xfrm>
            <a:off x="3619500" y="3052726"/>
            <a:ext cx="3330574" cy="689344"/>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20" name="Text Placeholder 4"/>
          <p:cNvSpPr>
            <a:spLocks noGrp="1"/>
          </p:cNvSpPr>
          <p:nvPr>
            <p:ph type="body" sz="quarter" idx="21" hasCustomPrompt="1"/>
          </p:nvPr>
        </p:nvSpPr>
        <p:spPr>
          <a:xfrm>
            <a:off x="3619500" y="3911758"/>
            <a:ext cx="3330574" cy="689344"/>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619500" y="4770789"/>
            <a:ext cx="3330574" cy="689344"/>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3619500" y="5629818"/>
            <a:ext cx="3330574" cy="689344"/>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8331201" y="475632"/>
            <a:ext cx="3442157" cy="689344"/>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8331201" y="1334664"/>
            <a:ext cx="3442157" cy="689344"/>
          </a:xfrm>
        </p:spPr>
        <p:txBody>
          <a:bodyPr vert="horz" wrap="square" lIns="0" tIns="0" rIns="0" bIns="0" rtlCol="0" anchor="ctr">
            <a:noAutofit/>
          </a:bodyPr>
          <a:lstStyle>
            <a:lvl2pPr>
              <a:defRPr lang="en-US" sz="1400" b="0"/>
            </a:lvl2pPr>
          </a:lstStyle>
          <a:p>
            <a:pPr lvl="1">
              <a:buFont typeface="Arial" panose="020B0604020202020204" pitchFamily="34" charset="0"/>
            </a:pPr>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8331201" y="2193695"/>
            <a:ext cx="3442157" cy="689344"/>
          </a:xfr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8331201" y="3052726"/>
            <a:ext cx="3442157" cy="689344"/>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8331201" y="3911758"/>
            <a:ext cx="3442157" cy="689344"/>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8331201" y="4770789"/>
            <a:ext cx="3442157" cy="689344"/>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p>
        </p:txBody>
      </p:sp>
      <p:sp>
        <p:nvSpPr>
          <p:cNvPr id="22" name="Text Placeholder 4">
            <a:extLst>
              <a:ext uri="{FF2B5EF4-FFF2-40B4-BE49-F238E27FC236}">
                <a16:creationId xmlns:a16="http://schemas.microsoft.com/office/drawing/2014/main" id="{1BAD9B5E-AACF-4B5D-9D05-A8B6E03E279B}"/>
              </a:ext>
            </a:extLst>
          </p:cNvPr>
          <p:cNvSpPr>
            <a:spLocks noGrp="1"/>
          </p:cNvSpPr>
          <p:nvPr>
            <p:ph type="body" sz="quarter" idx="30" hasCustomPrompt="1"/>
          </p:nvPr>
        </p:nvSpPr>
        <p:spPr>
          <a:xfrm>
            <a:off x="8331201" y="5629818"/>
            <a:ext cx="3442157" cy="689344"/>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9F52899F-4DD5-4919-A5F9-0A5E692D4537}"/>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1008106382"/>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280">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ext option 3">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DB14B4B7-6595-4F80-A720-AEE6406FDDDB}"/>
              </a:ext>
            </a:extLst>
          </p:cNvPr>
          <p:cNvSpPr>
            <a:spLocks noGrp="1"/>
          </p:cNvSpPr>
          <p:nvPr>
            <p:ph type="title" hasCustomPrompt="1"/>
          </p:nvPr>
        </p:nvSpPr>
        <p:spPr/>
        <p:txBody>
          <a:bodyPr/>
          <a:lstStyle/>
          <a:p>
            <a:r>
              <a:rPr lang="en-US"/>
              <a:t>Text layout three columns images and text</a:t>
            </a:r>
          </a:p>
        </p:txBody>
      </p:sp>
      <p:sp>
        <p:nvSpPr>
          <p:cNvPr id="16" name="Rectangle 15">
            <a:extLst>
              <a:ext uri="{FF2B5EF4-FFF2-40B4-BE49-F238E27FC236}">
                <a16:creationId xmlns:a16="http://schemas.microsoft.com/office/drawing/2014/main" id="{A6AC17A7-7CAA-4CA5-89CD-184D76C19F56}"/>
              </a:ext>
              <a:ext uri="{C183D7F6-B498-43B3-948B-1728B52AA6E4}">
                <adec:decorative xmlns:adec="http://schemas.microsoft.com/office/drawing/2017/decorative" val="1"/>
              </a:ext>
            </a:extLst>
          </p:cNvPr>
          <p:cNvSpPr/>
          <p:nvPr userDrawn="1"/>
        </p:nvSpPr>
        <p:spPr bwMode="auto">
          <a:xfrm>
            <a:off x="468134" y="1485899"/>
            <a:ext cx="3603442" cy="3162300"/>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592759" y="1595268"/>
            <a:ext cx="3354191" cy="2943564"/>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5" name="Text Placeholder 4"/>
          <p:cNvSpPr>
            <a:spLocks noGrp="1"/>
          </p:cNvSpPr>
          <p:nvPr>
            <p:ph type="body" sz="quarter" idx="11" hasCustomPrompt="1"/>
          </p:nvPr>
        </p:nvSpPr>
        <p:spPr>
          <a:xfrm>
            <a:off x="418644" y="4801944"/>
            <a:ext cx="3652931" cy="596416"/>
          </a:xfrm>
          <a:prstGeom prst="rect">
            <a:avLst/>
          </a:prstGeom>
        </p:spPr>
        <p:txBody>
          <a:bodyPr lIns="0" tIns="45720" rIns="0" bIns="45720"/>
          <a:lstStyle>
            <a:lvl1pPr marL="0" indent="0">
              <a:lnSpc>
                <a:spcPct val="100000"/>
              </a:lnSpc>
              <a:spcBef>
                <a:spcPts val="1200"/>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418644" y="5114661"/>
            <a:ext cx="3652931" cy="973101"/>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7A2E6301-6404-4EF3-A39A-8E79FFA3C974}"/>
              </a:ext>
              <a:ext uri="{C183D7F6-B498-43B3-948B-1728B52AA6E4}">
                <adec:decorative xmlns:adec="http://schemas.microsoft.com/office/drawing/2017/decorative" val="1"/>
              </a:ext>
            </a:extLst>
          </p:cNvPr>
          <p:cNvSpPr/>
          <p:nvPr userDrawn="1"/>
        </p:nvSpPr>
        <p:spPr bwMode="auto">
          <a:xfrm>
            <a:off x="4308909" y="1485899"/>
            <a:ext cx="3603442" cy="3162300"/>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31" name="Picture Placeholder 7">
            <a:extLst>
              <a:ext uri="{FF2B5EF4-FFF2-40B4-BE49-F238E27FC236}">
                <a16:creationId xmlns:a16="http://schemas.microsoft.com/office/drawing/2014/main" id="{1BE65963-6DE8-471D-88DB-2FC78087003C}"/>
              </a:ext>
            </a:extLst>
          </p:cNvPr>
          <p:cNvSpPr>
            <a:spLocks noGrp="1"/>
          </p:cNvSpPr>
          <p:nvPr>
            <p:ph type="pic" sz="quarter" idx="26" hasCustomPrompt="1"/>
          </p:nvPr>
        </p:nvSpPr>
        <p:spPr>
          <a:xfrm>
            <a:off x="4433535" y="1595268"/>
            <a:ext cx="3354191" cy="2943564"/>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32" name="Text Placeholder 4">
            <a:extLst>
              <a:ext uri="{FF2B5EF4-FFF2-40B4-BE49-F238E27FC236}">
                <a16:creationId xmlns:a16="http://schemas.microsoft.com/office/drawing/2014/main" id="{197742EC-5845-4BB1-84A3-00C1CF89012A}"/>
              </a:ext>
            </a:extLst>
          </p:cNvPr>
          <p:cNvSpPr>
            <a:spLocks noGrp="1"/>
          </p:cNvSpPr>
          <p:nvPr>
            <p:ph type="body" sz="quarter" idx="20" hasCustomPrompt="1"/>
          </p:nvPr>
        </p:nvSpPr>
        <p:spPr>
          <a:xfrm>
            <a:off x="4293970" y="4801944"/>
            <a:ext cx="3618381" cy="596416"/>
          </a:xfrm>
          <a:prstGeom prst="rect">
            <a:avLst/>
          </a:prstGeom>
        </p:spPr>
        <p:txBody>
          <a:bodyPr lIns="0" tIns="45720" rIns="0" bIns="45720"/>
          <a:lstStyle>
            <a:lvl1pPr marL="0" indent="0">
              <a:lnSpc>
                <a:spcPct val="100000"/>
              </a:lnSpc>
              <a:spcBef>
                <a:spcPts val="1200"/>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4293970" y="5114661"/>
            <a:ext cx="3618381" cy="973101"/>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The quick brown fox jumps over the lazy dog. The quick brown fox jumps over the lazy dog.</a:t>
            </a:r>
          </a:p>
        </p:txBody>
      </p:sp>
      <p:sp>
        <p:nvSpPr>
          <p:cNvPr id="17" name="Rectangle 16">
            <a:extLst>
              <a:ext uri="{FF2B5EF4-FFF2-40B4-BE49-F238E27FC236}">
                <a16:creationId xmlns:a16="http://schemas.microsoft.com/office/drawing/2014/main" id="{5EC0DAC3-9E26-491C-A10D-7D086E91DB76}"/>
              </a:ext>
              <a:ext uri="{C183D7F6-B498-43B3-948B-1728B52AA6E4}">
                <adec:decorative xmlns:adec="http://schemas.microsoft.com/office/drawing/2017/decorative" val="1"/>
              </a:ext>
            </a:extLst>
          </p:cNvPr>
          <p:cNvSpPr/>
          <p:nvPr userDrawn="1"/>
        </p:nvSpPr>
        <p:spPr bwMode="auto">
          <a:xfrm>
            <a:off x="8159021" y="1485899"/>
            <a:ext cx="3603442" cy="3162300"/>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33" name="Picture Placeholder 7">
            <a:extLst>
              <a:ext uri="{FF2B5EF4-FFF2-40B4-BE49-F238E27FC236}">
                <a16:creationId xmlns:a16="http://schemas.microsoft.com/office/drawing/2014/main" id="{907DE53F-AA57-4741-9DAA-A44C19F78D30}"/>
              </a:ext>
            </a:extLst>
          </p:cNvPr>
          <p:cNvSpPr>
            <a:spLocks noGrp="1"/>
          </p:cNvSpPr>
          <p:nvPr>
            <p:ph type="pic" sz="quarter" idx="27" hasCustomPrompt="1"/>
          </p:nvPr>
        </p:nvSpPr>
        <p:spPr>
          <a:xfrm>
            <a:off x="8283648" y="1595268"/>
            <a:ext cx="3354191" cy="2943564"/>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10" name="Text Placeholder 4"/>
          <p:cNvSpPr>
            <a:spLocks noGrp="1"/>
          </p:cNvSpPr>
          <p:nvPr>
            <p:ph type="body" sz="quarter" idx="13" hasCustomPrompt="1"/>
          </p:nvPr>
        </p:nvSpPr>
        <p:spPr>
          <a:xfrm>
            <a:off x="8144084" y="4801944"/>
            <a:ext cx="3618381" cy="596416"/>
          </a:xfrm>
          <a:prstGeom prst="rect">
            <a:avLst/>
          </a:prstGeom>
        </p:spPr>
        <p:txBody>
          <a:bodyPr lIns="0" tIns="45720" rIns="0" bIns="45720"/>
          <a:lstStyle>
            <a:lvl1pPr marL="0" indent="0">
              <a:lnSpc>
                <a:spcPct val="100000"/>
              </a:lnSpc>
              <a:spcBef>
                <a:spcPts val="1200"/>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8144084" y="5114661"/>
            <a:ext cx="3618381" cy="973101"/>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D26B0962-7685-4EBF-B99E-792210E71636}"/>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1509478406"/>
      </p:ext>
    </p:extLst>
  </p:cSld>
  <p:clrMapOvr>
    <a:masterClrMapping/>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userDrawn="1"/>
        </p:nvSpPr>
        <p:spPr bwMode="auto">
          <a:xfrm>
            <a:off x="1" y="2576945"/>
            <a:ext cx="9697686" cy="1819564"/>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418644" y="2576945"/>
            <a:ext cx="9189910" cy="1819564"/>
          </a:xfrm>
          <a:prstGeom prst="rect">
            <a:avLst/>
          </a:prstGeom>
          <a:noFill/>
        </p:spPr>
        <p:txBody>
          <a:bodyPr vert="horz" wrap="square" lIns="0" tIns="0" rIns="0" bIns="0" rtlCol="0" anchor="ctr" anchorCtr="0">
            <a:noAutofit/>
          </a:bodyPr>
          <a:lstStyle>
            <a:lvl1pPr>
              <a:defRPr lang="en-US" sz="3600" spc="-49" baseline="0" dirty="0">
                <a:solidFill>
                  <a:schemeClr val="bg1"/>
                </a:solidFill>
              </a:defRPr>
            </a:lvl1pPr>
          </a:lstStyle>
          <a:p>
            <a:pPr marL="0" lvl="0">
              <a:lnSpc>
                <a:spcPts val="5490"/>
              </a:lnSpc>
            </a:pPr>
            <a:r>
              <a:rPr lang="en-US"/>
              <a:t>Section title</a:t>
            </a:r>
          </a:p>
        </p:txBody>
      </p:sp>
      <p:sp>
        <p:nvSpPr>
          <p:cNvPr id="6" name="Rectangle 5">
            <a:extLst>
              <a:ext uri="{FF2B5EF4-FFF2-40B4-BE49-F238E27FC236}">
                <a16:creationId xmlns:a16="http://schemas.microsoft.com/office/drawing/2014/main" id="{E7A7DCD7-2A9A-4303-B73A-A8AA23BAF4B6}"/>
              </a:ext>
            </a:extLst>
          </p:cNvPr>
          <p:cNvSpPr/>
          <p:nvPr userDrawn="1"/>
        </p:nvSpPr>
        <p:spPr bwMode="auto">
          <a:xfrm>
            <a:off x="9697687" y="2576945"/>
            <a:ext cx="2082603" cy="1819564"/>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userDrawn="1"/>
        </p:nvSpPr>
        <p:spPr bwMode="auto">
          <a:xfrm>
            <a:off x="11569483" y="2530475"/>
            <a:ext cx="203874" cy="191250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userDrawn="1"/>
        </p:nvSpPr>
        <p:spPr bwMode="auto">
          <a:xfrm flipH="1">
            <a:off x="9697686" y="2530475"/>
            <a:ext cx="203874" cy="191250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10098361" y="2833254"/>
            <a:ext cx="1281254" cy="1306946"/>
          </a:xfrm>
        </p:spPr>
        <p:txBody>
          <a:bodyPr anchor="ctr">
            <a:noAutofit/>
          </a:bodyPr>
          <a:lstStyle>
            <a:lvl1pPr algn="ctr">
              <a:defRPr/>
            </a:lvl1pPr>
          </a:lstStyle>
          <a:p>
            <a:endParaRPr lang="en-US" dirty="0"/>
          </a:p>
        </p:txBody>
      </p:sp>
      <p:sp>
        <p:nvSpPr>
          <p:cNvPr id="3" name="Footer Placeholder 1">
            <a:extLst>
              <a:ext uri="{FF2B5EF4-FFF2-40B4-BE49-F238E27FC236}">
                <a16:creationId xmlns:a16="http://schemas.microsoft.com/office/drawing/2014/main" id="{C6B75234-9944-48A2-8A21-99500C7BBB40}"/>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4059029112"/>
      </p:ext>
    </p:extLst>
  </p:cSld>
  <p:clrMapOvr>
    <a:masterClrMapping/>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Photo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9263"/>
            <a:ext cx="5543516" cy="742950"/>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85901"/>
            <a:ext cx="5579310" cy="313904"/>
          </a:xfrm>
          <a:prstGeom prst="rect">
            <a:avLst/>
          </a:prstGeom>
        </p:spPr>
        <p:txBody>
          <a:bodyPr wrap="square" lIns="0" tIns="0" rIns="0" bIns="0">
            <a:spAutoFit/>
          </a:bodyPr>
          <a:lstStyle>
            <a:lvl1pPr marL="0" indent="0">
              <a:lnSpc>
                <a:spcPts val="2353"/>
              </a:lnSpc>
              <a:buNone/>
              <a:defRPr lang="en-US" sz="20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418644" y="2204661"/>
            <a:ext cx="5579311" cy="345294"/>
          </a:xfrm>
          <a:prstGeom prst="rect">
            <a:avLst/>
          </a:prstGeom>
        </p:spPr>
        <p:txBody>
          <a:bodyPr lIns="0" tIns="45720" rIns="0" bIns="45720"/>
          <a:lstStyle>
            <a:lvl1pPr marL="0" indent="0">
              <a:lnSpc>
                <a:spcPct val="100000"/>
              </a:lnSpc>
              <a:spcBef>
                <a:spcPts val="1200"/>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523354"/>
            <a:ext cx="5579310" cy="738664"/>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7" name="Text Placeholder 4">
            <a:extLst>
              <a:ext uri="{FF2B5EF4-FFF2-40B4-BE49-F238E27FC236}">
                <a16:creationId xmlns:a16="http://schemas.microsoft.com/office/drawing/2014/main" id="{0D336736-F7E2-BA48-AD3E-B0037BAC6816}"/>
              </a:ext>
            </a:extLst>
          </p:cNvPr>
          <p:cNvSpPr>
            <a:spLocks noGrp="1"/>
          </p:cNvSpPr>
          <p:nvPr>
            <p:ph type="body" sz="quarter" idx="43" hasCustomPrompt="1"/>
          </p:nvPr>
        </p:nvSpPr>
        <p:spPr>
          <a:xfrm>
            <a:off x="418644" y="3701119"/>
            <a:ext cx="5579311" cy="345294"/>
          </a:xfrm>
          <a:prstGeom prst="rect">
            <a:avLst/>
          </a:prstGeom>
        </p:spPr>
        <p:txBody>
          <a:bodyPr lIns="0" tIns="45720" rIns="0" bIns="45720"/>
          <a:lstStyle>
            <a:lvl1pPr marL="0" indent="0">
              <a:lnSpc>
                <a:spcPct val="100000"/>
              </a:lnSpc>
              <a:spcBef>
                <a:spcPts val="1200"/>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4007229"/>
            <a:ext cx="5579310" cy="738664"/>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3" y="-1"/>
            <a:ext cx="5973053" cy="6994526"/>
          </a:xfrm>
          <a:prstGeom prst="rect">
            <a:avLst/>
          </a:prstGeom>
          <a:blipFill>
            <a:blip r:embed="rId2"/>
            <a:stretch>
              <a:fillRect/>
            </a:stretch>
          </a:blipFill>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C3405CC5-9896-4E3A-9373-436306F5BF12}"/>
              </a:ext>
            </a:extLst>
          </p:cNvPr>
          <p:cNvSpPr txBox="1">
            <a:spLocks/>
          </p:cNvSpPr>
          <p:nvPr userDrawn="1"/>
        </p:nvSpPr>
        <p:spPr>
          <a:xfrm>
            <a:off x="418644"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r>
              <a:rPr lang="en-US" sz="900" dirty="0"/>
              <a:t>© Copyright Microsoft Corporation. All rights reserved.</a:t>
            </a:r>
          </a:p>
        </p:txBody>
      </p:sp>
    </p:spTree>
    <p:extLst>
      <p:ext uri="{BB962C8B-B14F-4D97-AF65-F5344CB8AC3E}">
        <p14:creationId xmlns:p14="http://schemas.microsoft.com/office/powerpoint/2010/main" val="36872750"/>
      </p:ext>
    </p:extLst>
  </p:cSld>
  <p:clrMapOvr>
    <a:masterClrMapping/>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Photo layout with bullet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9263"/>
            <a:ext cx="5543516" cy="742950"/>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85899"/>
            <a:ext cx="5579310" cy="376684"/>
          </a:xfrm>
          <a:prstGeom prst="rect">
            <a:avLst/>
          </a:prstGeom>
        </p:spPr>
        <p:txBody>
          <a:bodyPr wrap="square" lIns="0" tIns="0" rIns="0" bIns="0" anchor="t">
            <a:spAutoFit/>
          </a:bodyPr>
          <a:lstStyle>
            <a:lvl1pPr marL="0" indent="0">
              <a:lnSpc>
                <a:spcPct val="100000"/>
              </a:lnSpc>
              <a:buNone/>
              <a:defRPr lang="en-US" sz="24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314116"/>
            <a:ext cx="5579310" cy="596416"/>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418644" y="3129121"/>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3347711"/>
            <a:ext cx="5579310" cy="596416"/>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418644" y="4162716"/>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418644" y="4381307"/>
            <a:ext cx="5579310" cy="596416"/>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418644" y="5196312"/>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418644" y="5414901"/>
            <a:ext cx="5579310" cy="596416"/>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56B6D240-D672-4F0A-95ED-D92FC8351E6D}"/>
              </a:ext>
              <a:ext uri="{C183D7F6-B498-43B3-948B-1728B52AA6E4}">
                <adec:decorative xmlns:adec="http://schemas.microsoft.com/office/drawing/2017/decorative" val="1"/>
              </a:ext>
            </a:extLst>
          </p:cNvPr>
          <p:cNvSpPr/>
          <p:nvPr userDrawn="1"/>
        </p:nvSpPr>
        <p:spPr bwMode="auto">
          <a:xfrm>
            <a:off x="6229842" y="1485899"/>
            <a:ext cx="5543514" cy="5059364"/>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19" name="Picture Placeholder 7">
            <a:extLst>
              <a:ext uri="{FF2B5EF4-FFF2-40B4-BE49-F238E27FC236}">
                <a16:creationId xmlns:a16="http://schemas.microsoft.com/office/drawing/2014/main" id="{CA973F78-0779-41C2-98B4-4547D2CD7C11}"/>
              </a:ext>
            </a:extLst>
          </p:cNvPr>
          <p:cNvSpPr>
            <a:spLocks noGrp="1"/>
          </p:cNvSpPr>
          <p:nvPr>
            <p:ph type="pic" sz="quarter" idx="47" hasCustomPrompt="1"/>
          </p:nvPr>
        </p:nvSpPr>
        <p:spPr>
          <a:xfrm>
            <a:off x="6349679" y="1595268"/>
            <a:ext cx="5303845" cy="4840626"/>
          </a:xfrm>
          <a:prstGeom prst="rect">
            <a:avLst/>
          </a:prstGeom>
          <a:blipFill dpi="0" rotWithShape="1">
            <a:blip r:embed="rId2"/>
            <a:srcRect/>
            <a:stretch>
              <a:fillRect/>
            </a:stretch>
          </a:blipFill>
          <a:ln w="19050">
            <a:noFill/>
          </a:ln>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Footer Placeholder 1">
            <a:extLst>
              <a:ext uri="{FF2B5EF4-FFF2-40B4-BE49-F238E27FC236}">
                <a16:creationId xmlns:a16="http://schemas.microsoft.com/office/drawing/2014/main" id="{B3B62F3E-D0DF-4A13-A005-3CCFDD6DFC1A}"/>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1043837702"/>
      </p:ext>
    </p:extLst>
  </p:cSld>
  <p:clrMapOvr>
    <a:masterClrMapping/>
  </p:clrMapOvr>
  <p:transition>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_Photo layout with bullet text &amp; icon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9263"/>
            <a:ext cx="5543516" cy="742950"/>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743525"/>
            <a:ext cx="5579310" cy="376684"/>
          </a:xfrm>
          <a:prstGeom prst="rect">
            <a:avLst/>
          </a:prstGeom>
        </p:spPr>
        <p:txBody>
          <a:bodyPr wrap="square" lIns="0" tIns="0" rIns="0" bIns="0" anchor="b">
            <a:spAutoFit/>
          </a:bodyPr>
          <a:lstStyle>
            <a:lvl1pPr marL="0" indent="0">
              <a:lnSpc>
                <a:spcPct val="100000"/>
              </a:lnSpc>
              <a:buNone/>
              <a:defRPr lang="en-US" sz="24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1422400" y="2312456"/>
            <a:ext cx="4575554" cy="596416"/>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1422400" y="3127461"/>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1422400" y="3346052"/>
            <a:ext cx="4575554" cy="596416"/>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1422400" y="4161057"/>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1422400" y="4379647"/>
            <a:ext cx="4575554" cy="596416"/>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1422400" y="5194653"/>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1422400" y="5413242"/>
            <a:ext cx="4575554" cy="596416"/>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3" y="-1"/>
            <a:ext cx="5973053" cy="6994526"/>
          </a:xfrm>
          <a:prstGeom prst="rect">
            <a:avLst/>
          </a:prstGeom>
          <a:blipFill>
            <a:blip r:embed="rId2"/>
            <a:stretch>
              <a:fillRect/>
            </a:stretch>
          </a:blipFill>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5F6EB83D-C2A5-4189-B12B-1320B6ADB9B8}"/>
              </a:ext>
            </a:extLst>
          </p:cNvPr>
          <p:cNvSpPr txBox="1">
            <a:spLocks/>
          </p:cNvSpPr>
          <p:nvPr userDrawn="1"/>
        </p:nvSpPr>
        <p:spPr>
          <a:xfrm>
            <a:off x="418644"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r>
              <a:rPr lang="en-US" sz="900" dirty="0"/>
              <a:t>© Copyright Microsoft Corporation. All rights reserved.</a:t>
            </a:r>
          </a:p>
        </p:txBody>
      </p:sp>
    </p:spTree>
    <p:extLst>
      <p:ext uri="{BB962C8B-B14F-4D97-AF65-F5344CB8AC3E}">
        <p14:creationId xmlns:p14="http://schemas.microsoft.com/office/powerpoint/2010/main" val="2504710067"/>
      </p:ext>
    </p:extLst>
  </p:cSld>
  <p:clrMapOvr>
    <a:masterClrMapping/>
  </p:clrMapOvr>
  <p:transition>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Photo layout with 4 rows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9263"/>
            <a:ext cx="11354712" cy="742950"/>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85901"/>
            <a:ext cx="5579310" cy="1151293"/>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788590"/>
            <a:ext cx="5579310" cy="1151293"/>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4091280"/>
            <a:ext cx="5579310" cy="1151293"/>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5393972"/>
            <a:ext cx="5579310" cy="1151293"/>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2" name="Rectangle 1">
            <a:extLst>
              <a:ext uri="{FF2B5EF4-FFF2-40B4-BE49-F238E27FC236}">
                <a16:creationId xmlns:a16="http://schemas.microsoft.com/office/drawing/2014/main" id="{680D905E-E7A9-44EC-830B-323C290AAA27}"/>
              </a:ext>
              <a:ext uri="{C183D7F6-B498-43B3-948B-1728B52AA6E4}">
                <adec:decorative xmlns:adec="http://schemas.microsoft.com/office/drawing/2017/decorative" val="1"/>
              </a:ext>
            </a:extLst>
          </p:cNvPr>
          <p:cNvSpPr/>
          <p:nvPr userDrawn="1"/>
        </p:nvSpPr>
        <p:spPr bwMode="auto">
          <a:xfrm>
            <a:off x="6229842" y="1485899"/>
            <a:ext cx="5543514" cy="5059364"/>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9" y="1595268"/>
            <a:ext cx="5303845" cy="4840626"/>
          </a:xfrm>
          <a:prstGeom prst="rect">
            <a:avLst/>
          </a:prstGeom>
          <a:blipFill dpi="0" rotWithShape="1">
            <a:blip r:embed="rId2"/>
            <a:srcRect/>
            <a:stretch>
              <a:fillRect/>
            </a:stretch>
          </a:blipFill>
          <a:ln w="19050">
            <a:noFill/>
          </a:ln>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cxnSp>
        <p:nvCxnSpPr>
          <p:cNvPr id="9" name="Straight Connector 8">
            <a:extLst>
              <a:ext uri="{FF2B5EF4-FFF2-40B4-BE49-F238E27FC236}">
                <a16:creationId xmlns:a16="http://schemas.microsoft.com/office/drawing/2014/main" id="{5E2F051F-FAD1-40B7-AD8D-86ACA838D32B}"/>
              </a:ext>
              <a:ext uri="{C183D7F6-B498-43B3-948B-1728B52AA6E4}">
                <adec:decorative xmlns:adec="http://schemas.microsoft.com/office/drawing/2017/decorative" val="1"/>
              </a:ext>
            </a:extLst>
          </p:cNvPr>
          <p:cNvCxnSpPr>
            <a:cxnSpLocks/>
          </p:cNvCxnSpPr>
          <p:nvPr userDrawn="1"/>
        </p:nvCxnSpPr>
        <p:spPr>
          <a:xfrm>
            <a:off x="418644" y="2713003"/>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966B79-BC7C-4DB8-80D4-01380DB97330}"/>
              </a:ext>
              <a:ext uri="{C183D7F6-B498-43B3-948B-1728B52AA6E4}">
                <adec:decorative xmlns:adec="http://schemas.microsoft.com/office/drawing/2017/decorative" val="1"/>
              </a:ext>
            </a:extLst>
          </p:cNvPr>
          <p:cNvCxnSpPr>
            <a:cxnSpLocks/>
          </p:cNvCxnSpPr>
          <p:nvPr userDrawn="1"/>
        </p:nvCxnSpPr>
        <p:spPr>
          <a:xfrm>
            <a:off x="418644" y="4015509"/>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69D048A-1B0B-4837-8CE2-BD16F3AE2B1C}"/>
              </a:ext>
              <a:ext uri="{C183D7F6-B498-43B3-948B-1728B52AA6E4}">
                <adec:decorative xmlns:adec="http://schemas.microsoft.com/office/drawing/2017/decorative" val="1"/>
              </a:ext>
            </a:extLst>
          </p:cNvPr>
          <p:cNvCxnSpPr>
            <a:cxnSpLocks/>
          </p:cNvCxnSpPr>
          <p:nvPr userDrawn="1"/>
        </p:nvCxnSpPr>
        <p:spPr>
          <a:xfrm>
            <a:off x="418644" y="5318015"/>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 name="Footer Placeholder 1">
            <a:extLst>
              <a:ext uri="{FF2B5EF4-FFF2-40B4-BE49-F238E27FC236}">
                <a16:creationId xmlns:a16="http://schemas.microsoft.com/office/drawing/2014/main" id="{B394CE8A-C8F7-40DD-84CF-FE592D7BC2D8}"/>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3466066920"/>
      </p:ext>
    </p:extLst>
  </p:cSld>
  <p:clrMapOvr>
    <a:masterClrMapping/>
  </p:clrMapOvr>
  <p:transition>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Photo layout with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9263"/>
            <a:ext cx="11354714" cy="742950"/>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85901"/>
            <a:ext cx="5579310" cy="1151293"/>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788590"/>
            <a:ext cx="5579310" cy="1151293"/>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4091280"/>
            <a:ext cx="5579310" cy="1151293"/>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5393972"/>
            <a:ext cx="5579310" cy="1151293"/>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6229842" y="1485899"/>
            <a:ext cx="5543514" cy="5059364"/>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9" y="1595268"/>
            <a:ext cx="5303845" cy="4840626"/>
          </a:xfrm>
          <a:prstGeom prst="rect">
            <a:avLst/>
          </a:prstGeom>
          <a:blipFill dpi="0" rotWithShape="1">
            <a:blip r:embed="rId2"/>
            <a:srcRect/>
            <a:stretch>
              <a:fillRect/>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BDD9959D-3459-4484-BDE0-9F4EABE5443B}"/>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2119834325"/>
      </p:ext>
    </p:extLst>
  </p:cSld>
  <p:clrMapOvr>
    <a:masterClrMapping/>
  </p:clrMapOvr>
  <p:transition>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Demo slide with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9E5E14-01F2-4F10-A177-A81144B86D44}"/>
              </a:ext>
            </a:extLst>
          </p:cNvPr>
          <p:cNvSpPr>
            <a:spLocks noGrp="1"/>
          </p:cNvSpPr>
          <p:nvPr>
            <p:ph type="title"/>
          </p:nvPr>
        </p:nvSpPr>
        <p:spPr>
          <a:xfrm>
            <a:off x="418643" y="449263"/>
            <a:ext cx="11341268" cy="742950"/>
          </a:xfrm>
        </p:spPr>
        <p:txBody>
          <a:bodyPr/>
          <a:lstStyle/>
          <a:p>
            <a:r>
              <a:rPr lang="en-US"/>
              <a:t>Click to edit Master title style</a:t>
            </a:r>
          </a:p>
        </p:txBody>
      </p:sp>
      <p:sp>
        <p:nvSpPr>
          <p:cNvPr id="4" name="Text Placeholder 3"/>
          <p:cNvSpPr>
            <a:spLocks noGrp="1"/>
          </p:cNvSpPr>
          <p:nvPr>
            <p:ph type="body" sz="quarter" idx="10" hasCustomPrompt="1"/>
          </p:nvPr>
        </p:nvSpPr>
        <p:spPr>
          <a:xfrm>
            <a:off x="418644" y="1485902"/>
            <a:ext cx="5408119" cy="627807"/>
          </a:xfrm>
          <a:prstGeom prst="rect">
            <a:avLst/>
          </a:prstGeom>
        </p:spPr>
        <p:txBody>
          <a:bodyPr wrap="square" lIns="0" tIns="0" rIns="0" bIns="0">
            <a:spAutoFit/>
          </a:bodyPr>
          <a:lstStyle>
            <a:lvl1pPr marL="0" indent="0">
              <a:lnSpc>
                <a:spcPts val="2353"/>
              </a:lnSpc>
              <a:buNone/>
              <a:defRPr sz="2400" b="0" i="0" spc="0">
                <a:solidFill>
                  <a:schemeClr val="tx1"/>
                </a:solidFill>
                <a:latin typeface="+mj-lt"/>
              </a:defRPr>
            </a:lvl1pPr>
            <a:lvl2pPr marL="224097" indent="0">
              <a:buNone/>
              <a:defRPr/>
            </a:lvl2pPr>
            <a:lvl3pPr marL="448193" indent="0">
              <a:buNone/>
              <a:defRPr/>
            </a:lvl3pPr>
            <a:lvl4pPr marL="672290" indent="0">
              <a:buNone/>
              <a:defRPr/>
            </a:lvl4pPr>
            <a:lvl5pPr marL="896386" indent="0">
              <a:buNone/>
              <a:defRPr/>
            </a:lvl5pPr>
          </a:lstStyle>
          <a:p>
            <a:pPr lvl="0"/>
            <a:r>
              <a:rPr lang="pt-BR" err="1"/>
              <a:t>Large</a:t>
            </a:r>
            <a:r>
              <a:rPr lang="pt-BR"/>
              <a:t> </a:t>
            </a:r>
            <a:r>
              <a:rPr lang="pt-BR" err="1"/>
              <a:t>subhead</a:t>
            </a:r>
            <a:r>
              <a:rPr lang="pt-BR"/>
              <a:t> Segoe UI </a:t>
            </a:r>
            <a:r>
              <a:rPr lang="pt-BR" err="1"/>
              <a:t>Semibold</a:t>
            </a:r>
            <a:r>
              <a:rPr lang="pt-BR"/>
              <a:t> Regular 20/24</a:t>
            </a:r>
            <a:endParaRPr lang="en-US"/>
          </a:p>
        </p:txBody>
      </p:sp>
      <p:sp>
        <p:nvSpPr>
          <p:cNvPr id="5" name="Text Placeholder 4"/>
          <p:cNvSpPr>
            <a:spLocks noGrp="1"/>
          </p:cNvSpPr>
          <p:nvPr>
            <p:ph type="body" sz="quarter" idx="11" hasCustomPrompt="1"/>
          </p:nvPr>
        </p:nvSpPr>
        <p:spPr>
          <a:xfrm>
            <a:off x="418643" y="2201864"/>
            <a:ext cx="5408118" cy="2385667"/>
          </a:xfrm>
          <a:prstGeom prst="rect">
            <a:avLst/>
          </a:prstGeom>
        </p:spPr>
        <p:txBody>
          <a:bodyPr lIns="0" tIns="45720" rIns="0" bIns="45720"/>
          <a:lstStyle>
            <a:lvl1pPr marL="0" indent="0">
              <a:lnSpc>
                <a:spcPct val="100000"/>
              </a:lnSpc>
              <a:spcBef>
                <a:spcPts val="0"/>
              </a:spcBef>
              <a:spcAft>
                <a:spcPts val="12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p:txBody>
      </p:sp>
      <p:pic>
        <p:nvPicPr>
          <p:cNvPr id="11" name="Picture 10" descr="Tablet image">
            <a:extLst>
              <a:ext uri="{FF2B5EF4-FFF2-40B4-BE49-F238E27FC236}">
                <a16:creationId xmlns:a16="http://schemas.microsoft.com/office/drawing/2014/main" id="{C4B95F29-56C3-4C85-A12B-0B0BE769E70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b="2610"/>
          <a:stretch/>
        </p:blipFill>
        <p:spPr>
          <a:xfrm>
            <a:off x="4444775" y="151053"/>
            <a:ext cx="7747227" cy="6396601"/>
          </a:xfrm>
          <a:prstGeom prst="rect">
            <a:avLst/>
          </a:prstGeom>
        </p:spPr>
      </p:pic>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hasCustomPrompt="1"/>
          </p:nvPr>
        </p:nvSpPr>
        <p:spPr>
          <a:xfrm>
            <a:off x="6357960" y="1306107"/>
            <a:ext cx="5834041" cy="4405313"/>
          </a:xfrm>
          <a:prstGeom prst="rect">
            <a:avLst/>
          </a:prstGeom>
        </p:spPr>
        <p:txBody>
          <a:bodyPr anchor="ctr" anchorCtr="0">
            <a:noAutofit/>
          </a:bodyPr>
          <a:lstStyle>
            <a:lvl1pPr algn="ctr">
              <a:defRPr sz="3529">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8A22579A-F1B5-42C9-964C-C03AC4869056}"/>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2508786379"/>
      </p:ext>
    </p:extLst>
  </p:cSld>
  <p:clrMapOvr>
    <a:masterClrMapping/>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Demo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9A2FC6-09D2-4CBB-A8B4-445680BD8200}"/>
              </a:ext>
            </a:extLst>
          </p:cNvPr>
          <p:cNvSpPr>
            <a:spLocks noGrp="1"/>
          </p:cNvSpPr>
          <p:nvPr>
            <p:ph type="title" hasCustomPrompt="1"/>
          </p:nvPr>
        </p:nvSpPr>
        <p:spPr/>
        <p:txBody>
          <a:bodyPr/>
          <a:lstStyle>
            <a:lvl1pPr>
              <a:defRPr/>
            </a:lvl1pPr>
          </a:lstStyle>
          <a:p>
            <a:r>
              <a:rPr lang="en-US"/>
              <a:t>Demo </a:t>
            </a:r>
          </a:p>
        </p:txBody>
      </p:sp>
      <p:pic>
        <p:nvPicPr>
          <p:cNvPr id="10" name="Picture 9" descr="Tablet image">
            <a:extLst>
              <a:ext uri="{FF2B5EF4-FFF2-40B4-BE49-F238E27FC236}">
                <a16:creationId xmlns:a16="http://schemas.microsoft.com/office/drawing/2014/main" id="{73CDB1EA-72FB-46B3-89D4-DEE1F2EF724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b="1563"/>
          <a:stretch/>
        </p:blipFill>
        <p:spPr>
          <a:xfrm>
            <a:off x="334447" y="598241"/>
            <a:ext cx="10869930" cy="6396284"/>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hasCustomPrompt="1"/>
          </p:nvPr>
        </p:nvSpPr>
        <p:spPr>
          <a:xfrm>
            <a:off x="2265962" y="1736726"/>
            <a:ext cx="7660076" cy="4397375"/>
          </a:xfrm>
          <a:prstGeom prst="rect">
            <a:avLst/>
          </a:prstGeom>
        </p:spPr>
        <p:txBody>
          <a:bodyPr anchor="ctr" anchorCtr="0">
            <a:noAutofit/>
          </a:bodyPr>
          <a:lstStyle>
            <a:lvl1pPr algn="ctr">
              <a:defRPr sz="3529">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E84FE4C0-97E2-47A0-A924-D46358B22C16}"/>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2126324653"/>
      </p:ext>
    </p:extLst>
  </p:cSld>
  <p:clrMapOvr>
    <a:masterClrMapping/>
  </p:clrMapOvr>
  <p:transition>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455997" y="1989615"/>
            <a:ext cx="3618377" cy="3605213"/>
          </a:xfrm>
          <a:prstGeom prst="rect">
            <a:avLst/>
          </a:prstGeom>
        </p:spPr>
        <p:txBody>
          <a:bodyPr anchor="ctr">
            <a:noAutofit/>
          </a:bodyPr>
          <a:lstStyle>
            <a:lvl1pPr marL="0" indent="0" algn="ctr">
              <a:buNone/>
              <a:defRPr sz="2353">
                <a:solidFill>
                  <a:srgbClr val="000000"/>
                </a:solidFill>
              </a:defRPr>
            </a:lvl1pPr>
          </a:lstStyle>
          <a:p>
            <a:r>
              <a:rPr lang="en-US" dirty="0"/>
              <a:t>Click icon to add chart</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55991" y="5783264"/>
            <a:ext cx="3629278" cy="282513"/>
          </a:xfrm>
          <a:prstGeom prst="rect">
            <a:avLst/>
          </a:prstGeom>
        </p:spPr>
        <p:txBody>
          <a:bodyPr t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bold 10/12. </a:t>
            </a:r>
          </a:p>
        </p:txBody>
      </p:sp>
      <p:sp>
        <p:nvSpPr>
          <p:cNvPr id="9" name="Text Placeholder 4"/>
          <p:cNvSpPr>
            <a:spLocks noGrp="1"/>
          </p:cNvSpPr>
          <p:nvPr>
            <p:ph type="body" sz="quarter" idx="12" hasCustomPrompt="1"/>
          </p:nvPr>
        </p:nvSpPr>
        <p:spPr>
          <a:xfrm>
            <a:off x="455993" y="6065777"/>
            <a:ext cx="3618381" cy="313904"/>
          </a:xfrm>
          <a:prstGeom prst="rect">
            <a:avLst/>
          </a:prstGeom>
        </p:spPr>
        <p:txBody>
          <a:bodyPr lIns="0" tIns="0" rIns="0" bIns="0"/>
          <a:lstStyle>
            <a:lvl1pPr marL="0" indent="0">
              <a:lnSpc>
                <a:spcPct val="100000"/>
              </a:lnSpc>
              <a:spcBef>
                <a:spcPts val="882"/>
              </a:spcBef>
              <a:buFont typeface="Arial" panose="020B0604020202020204" pitchFamily="34" charset="0"/>
              <a:buNone/>
              <a:defRPr sz="10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10/12. The quick brown fox jumps over the lazy dog.</a:t>
            </a:r>
          </a:p>
        </p:txBody>
      </p:sp>
      <p:sp>
        <p:nvSpPr>
          <p:cNvPr id="20" name="Chart Placeholder 6"/>
          <p:cNvSpPr>
            <a:spLocks noGrp="1"/>
          </p:cNvSpPr>
          <p:nvPr>
            <p:ph type="chart" sz="quarter" idx="22"/>
          </p:nvPr>
        </p:nvSpPr>
        <p:spPr>
          <a:xfrm>
            <a:off x="4303153" y="1989615"/>
            <a:ext cx="3607487" cy="3605213"/>
          </a:xfrm>
          <a:prstGeom prst="rect">
            <a:avLst/>
          </a:prstGeom>
        </p:spPr>
        <p:txBody>
          <a:bodyPr anchor="ctr">
            <a:noAutofit/>
          </a:bodyPr>
          <a:lstStyle>
            <a:lvl1pPr marL="0" indent="0" algn="ctr">
              <a:buNone/>
              <a:defRPr sz="2353">
                <a:solidFill>
                  <a:srgbClr val="000000"/>
                </a:solidFill>
              </a:defRPr>
            </a:lvl1pPr>
          </a:lstStyle>
          <a:p>
            <a:r>
              <a:rPr lang="en-US" dirty="0"/>
              <a:t>Click icon to add chart</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14044" y="5783264"/>
            <a:ext cx="3629278" cy="282513"/>
          </a:xfrm>
          <a:prstGeom prst="rect">
            <a:avLst/>
          </a:prstGeom>
        </p:spPr>
        <p:txBody>
          <a:bodyPr t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bold 10/12. </a:t>
            </a:r>
          </a:p>
        </p:txBody>
      </p:sp>
      <p:sp>
        <p:nvSpPr>
          <p:cNvPr id="17" name="Text Placeholder 4"/>
          <p:cNvSpPr>
            <a:spLocks noGrp="1"/>
          </p:cNvSpPr>
          <p:nvPr>
            <p:ph type="body" sz="quarter" idx="18" hasCustomPrompt="1"/>
          </p:nvPr>
        </p:nvSpPr>
        <p:spPr>
          <a:xfrm>
            <a:off x="4303153" y="6065777"/>
            <a:ext cx="3607487" cy="313904"/>
          </a:xfrm>
          <a:prstGeom prst="rect">
            <a:avLst/>
          </a:prstGeom>
        </p:spPr>
        <p:txBody>
          <a:bodyPr vert="horz" wrap="square" lIns="0" tIns="0" rIns="0" bIns="0" rtlCol="0">
            <a:spAutoFit/>
          </a:bodyPr>
          <a:lstStyle>
            <a:lvl1pPr>
              <a:lnSpc>
                <a:spcPct val="100000"/>
              </a:lnSpc>
              <a:tabLst/>
              <a:defRPr lang="en-US" sz="1000" b="0" i="0" spc="0" dirty="0" smtClean="0">
                <a:solidFill>
                  <a:srgbClr val="000000"/>
                </a:solidFill>
                <a:latin typeface="+mn-lt"/>
              </a:defRPr>
            </a:lvl1pPr>
          </a:lstStyle>
          <a:p>
            <a:pPr lvl="0"/>
            <a:r>
              <a:rPr lang="en-US"/>
              <a:t>Caption body copy Segoe UI Regular 10/12. The quick brown fox jumps over the lazy dog.</a:t>
            </a:r>
          </a:p>
        </p:txBody>
      </p:sp>
      <p:sp>
        <p:nvSpPr>
          <p:cNvPr id="21" name="Chart Placeholder 6"/>
          <p:cNvSpPr>
            <a:spLocks noGrp="1"/>
          </p:cNvSpPr>
          <p:nvPr>
            <p:ph type="chart" sz="quarter" idx="23"/>
          </p:nvPr>
        </p:nvSpPr>
        <p:spPr>
          <a:xfrm>
            <a:off x="8139413" y="1989615"/>
            <a:ext cx="3623051" cy="3605213"/>
          </a:xfrm>
          <a:prstGeom prst="rect">
            <a:avLst/>
          </a:prstGeom>
        </p:spPr>
        <p:txBody>
          <a:bodyPr anchor="ctr">
            <a:noAutofit/>
          </a:bodyPr>
          <a:lstStyle>
            <a:lvl1pPr marL="0" indent="0" algn="ctr">
              <a:buNone/>
              <a:defRPr sz="2353">
                <a:solidFill>
                  <a:srgbClr val="000000"/>
                </a:solidFill>
              </a:defRPr>
            </a:lvl1pPr>
          </a:lstStyle>
          <a:p>
            <a:r>
              <a:rPr lang="en-US" dirty="0"/>
              <a:t>Click icon to add chart</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39414" y="6065777"/>
            <a:ext cx="3607487" cy="313904"/>
          </a:xfrm>
          <a:prstGeom prst="rect">
            <a:avLst/>
          </a:prstGeom>
        </p:spPr>
        <p:txBody>
          <a:bodyPr vert="horz" wrap="square" lIns="0" tIns="0" rIns="0" bIns="0" rtlCol="0">
            <a:spAutoFit/>
          </a:bodyPr>
          <a:lstStyle>
            <a:lvl1pPr>
              <a:lnSpc>
                <a:spcPct val="100000"/>
              </a:lnSpc>
              <a:tabLst/>
              <a:defRPr lang="en-US" sz="1000" b="0" i="0" spc="0" dirty="0" smtClean="0">
                <a:solidFill>
                  <a:srgbClr val="000000"/>
                </a:solidFill>
                <a:latin typeface="+mn-lt"/>
              </a:defRPr>
            </a:lvl1pPr>
          </a:lstStyle>
          <a:p>
            <a:pPr lvl="0"/>
            <a:r>
              <a:rPr lang="en-US"/>
              <a:t>Caption body copy Segoe UI Regular 10/12.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5783264"/>
            <a:ext cx="3629278" cy="282513"/>
          </a:xfrm>
          <a:prstGeom prst="rect">
            <a:avLst/>
          </a:prstGeom>
        </p:spPr>
        <p:txBody>
          <a:bodyPr t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bold 10/12. </a:t>
            </a:r>
          </a:p>
        </p:txBody>
      </p:sp>
      <p:sp>
        <p:nvSpPr>
          <p:cNvPr id="3" name="Footer Placeholder 1">
            <a:extLst>
              <a:ext uri="{FF2B5EF4-FFF2-40B4-BE49-F238E27FC236}">
                <a16:creationId xmlns:a16="http://schemas.microsoft.com/office/drawing/2014/main" id="{FA5328AC-6A58-453B-9802-C4F04C292953}"/>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
        <p:nvSpPr>
          <p:cNvPr id="5" name="Title 4">
            <a:extLst>
              <a:ext uri="{FF2B5EF4-FFF2-40B4-BE49-F238E27FC236}">
                <a16:creationId xmlns:a16="http://schemas.microsoft.com/office/drawing/2014/main" id="{4C72913C-59D3-4340-A6C5-32B69C2989A0}"/>
              </a:ext>
            </a:extLst>
          </p:cNvPr>
          <p:cNvSpPr>
            <a:spLocks noGrp="1"/>
          </p:cNvSpPr>
          <p:nvPr>
            <p:ph type="title"/>
          </p:nvPr>
        </p:nvSpPr>
        <p:spPr/>
        <p:txBody>
          <a:bodyPr/>
          <a:lstStyle/>
          <a:p>
            <a:r>
              <a:rPr lang="en-US"/>
              <a:t>Click to edit Master title style</a:t>
            </a:r>
            <a:endParaRPr lang="fr-FR"/>
          </a:p>
        </p:txBody>
      </p:sp>
    </p:spTree>
    <p:extLst>
      <p:ext uri="{BB962C8B-B14F-4D97-AF65-F5344CB8AC3E}">
        <p14:creationId xmlns:p14="http://schemas.microsoft.com/office/powerpoint/2010/main" val="3341603305"/>
      </p:ext>
    </p:extLst>
  </p:cSld>
  <p:clrMapOvr>
    <a:masterClrMapping/>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320125-45A4-4C74-9D99-B161A1AC8C9F}"/>
              </a:ext>
            </a:extLst>
          </p:cNvPr>
          <p:cNvSpPr>
            <a:spLocks noGrp="1"/>
          </p:cNvSpPr>
          <p:nvPr>
            <p:ph type="title"/>
          </p:nvPr>
        </p:nvSpPr>
        <p:spPr/>
        <p:txBody>
          <a:bodyPr/>
          <a:lstStyle/>
          <a:p>
            <a:r>
              <a:rPr lang="en-US"/>
              <a:t>Click to edit Master title style</a:t>
            </a:r>
          </a:p>
        </p:txBody>
      </p:sp>
      <p:sp>
        <p:nvSpPr>
          <p:cNvPr id="4" name="Table Placeholder 3"/>
          <p:cNvSpPr>
            <a:spLocks noGrp="1"/>
          </p:cNvSpPr>
          <p:nvPr>
            <p:ph type="tbl" sz="quarter" idx="10"/>
          </p:nvPr>
        </p:nvSpPr>
        <p:spPr>
          <a:xfrm>
            <a:off x="418644" y="3738799"/>
            <a:ext cx="11343820" cy="553998"/>
          </a:xfrm>
          <a:prstGeom prst="rect">
            <a:avLst/>
          </a:prstGeom>
        </p:spPr>
        <p:txBody>
          <a:bodyPr anchor="ctr" anchorCtr="0"/>
          <a:lstStyle>
            <a:lvl1pPr algn="ctr">
              <a:defRPr sz="2400"/>
            </a:lvl1pPr>
          </a:lstStyle>
          <a:p>
            <a:r>
              <a:rPr lang="en-US" dirty="0"/>
              <a:t>Click icon to add table</a:t>
            </a:r>
          </a:p>
        </p:txBody>
      </p:sp>
      <p:sp>
        <p:nvSpPr>
          <p:cNvPr id="2" name="Footer Placeholder 1">
            <a:extLst>
              <a:ext uri="{FF2B5EF4-FFF2-40B4-BE49-F238E27FC236}">
                <a16:creationId xmlns:a16="http://schemas.microsoft.com/office/drawing/2014/main" id="{71E5784C-2CDD-4699-AC34-0D913D75C715}"/>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421483990"/>
      </p:ext>
    </p:extLst>
  </p:cSld>
  <p:clrMapOvr>
    <a:masterClrMapping/>
  </p:clrMapOvr>
  <p:transition>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Lab exercise layout -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two rows</a:t>
            </a:r>
          </a:p>
        </p:txBody>
      </p:sp>
      <p:sp>
        <p:nvSpPr>
          <p:cNvPr id="5" name="Text Placeholder 4"/>
          <p:cNvSpPr>
            <a:spLocks noGrp="1"/>
          </p:cNvSpPr>
          <p:nvPr>
            <p:ph type="body" sz="quarter" idx="11" hasCustomPrompt="1"/>
          </p:nvPr>
        </p:nvSpPr>
        <p:spPr>
          <a:xfrm>
            <a:off x="1568744" y="1485899"/>
            <a:ext cx="10204614" cy="914400"/>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lvl="1"/>
            <a:r>
              <a:rPr lang="en-US"/>
              <a:t>Body copy Segoe UI </a:t>
            </a:r>
            <a:r>
              <a:rPr lang="en-US" err="1"/>
              <a:t>Semibold</a:t>
            </a:r>
            <a:r>
              <a:rPr lang="en-US"/>
              <a:t> 20/24. </a:t>
            </a:r>
          </a:p>
          <a:p>
            <a:pPr lvl="1"/>
            <a:r>
              <a:rPr lang="en-US"/>
              <a:t>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432090" y="3040062"/>
            <a:ext cx="11341268" cy="547870"/>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90" y="3587932"/>
            <a:ext cx="5435768" cy="2046546"/>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6337590" y="3587932"/>
            <a:ext cx="5435768" cy="2046546"/>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6E88CC05-5984-4661-94A2-4BD7378D4A33}"/>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2389272285"/>
      </p:ext>
    </p:extLst>
  </p:cSld>
  <p:clrMapOvr>
    <a:masterClrMapping/>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Lab exercise layout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432090" y="1485899"/>
            <a:ext cx="11341268" cy="547870"/>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90" y="2033769"/>
            <a:ext cx="3650357" cy="2046546"/>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2033769"/>
            <a:ext cx="3650357" cy="2046546"/>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1" y="2033769"/>
            <a:ext cx="3650357" cy="2046546"/>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7A1D06E4-7443-4456-ADAE-C55531420538}"/>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402349049"/>
      </p:ext>
    </p:extLst>
  </p:cSld>
  <p:clrMapOvr>
    <a:masterClrMapping/>
  </p:clrMapOvr>
  <p:transition>
    <p:fade/>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Lab exercise layout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432090" y="1485899"/>
            <a:ext cx="11341268" cy="547870"/>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90" y="2033769"/>
            <a:ext cx="3650357" cy="1787314"/>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2033769"/>
            <a:ext cx="3650357" cy="1787314"/>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1" y="2033769"/>
            <a:ext cx="3650357" cy="1787314"/>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9" name="Text Placeholder 3">
            <a:extLst>
              <a:ext uri="{FF2B5EF4-FFF2-40B4-BE49-F238E27FC236}">
                <a16:creationId xmlns:a16="http://schemas.microsoft.com/office/drawing/2014/main" id="{E6D80433-266B-4248-A258-DDF54D650DFC}"/>
              </a:ext>
            </a:extLst>
          </p:cNvPr>
          <p:cNvSpPr>
            <a:spLocks noGrp="1"/>
          </p:cNvSpPr>
          <p:nvPr>
            <p:ph type="body" sz="quarter" idx="19"/>
          </p:nvPr>
        </p:nvSpPr>
        <p:spPr>
          <a:xfrm>
            <a:off x="432090" y="4002598"/>
            <a:ext cx="3650357" cy="1787314"/>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1CFB4F84-2AE0-40B1-A3E4-5505E85C8B2E}"/>
              </a:ext>
            </a:extLst>
          </p:cNvPr>
          <p:cNvSpPr>
            <a:spLocks noGrp="1"/>
          </p:cNvSpPr>
          <p:nvPr>
            <p:ph type="body" sz="quarter" idx="20"/>
          </p:nvPr>
        </p:nvSpPr>
        <p:spPr>
          <a:xfrm>
            <a:off x="4277544" y="4002598"/>
            <a:ext cx="3650357" cy="1787314"/>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11" name="Text Placeholder 3">
            <a:extLst>
              <a:ext uri="{FF2B5EF4-FFF2-40B4-BE49-F238E27FC236}">
                <a16:creationId xmlns:a16="http://schemas.microsoft.com/office/drawing/2014/main" id="{E6BF108F-CD54-497C-81CA-E67ED2BA7279}"/>
              </a:ext>
            </a:extLst>
          </p:cNvPr>
          <p:cNvSpPr>
            <a:spLocks noGrp="1"/>
          </p:cNvSpPr>
          <p:nvPr>
            <p:ph type="body" sz="quarter" idx="21"/>
          </p:nvPr>
        </p:nvSpPr>
        <p:spPr>
          <a:xfrm>
            <a:off x="8123001" y="4002598"/>
            <a:ext cx="3650357" cy="1787314"/>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B097EA0F-56BD-4B59-86D1-C17851D8F2FF}"/>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4279359024"/>
      </p:ext>
    </p:extLst>
  </p:cSld>
  <p:clrMapOvr>
    <a:masterClrMapping/>
  </p:clrMapOvr>
  <p:transition>
    <p:fade/>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568744" y="1485899"/>
            <a:ext cx="10204614" cy="914400"/>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568744" y="2720181"/>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3040063"/>
            <a:ext cx="10204614" cy="914400"/>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3F2E7435-DA42-4296-B846-4E91740D178D}"/>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585998912"/>
      </p:ext>
    </p:extLst>
  </p:cSld>
  <p:clrMapOvr>
    <a:masterClrMapping/>
  </p:clrMapOvr>
  <p:transition>
    <p:fade/>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568744" y="1485899"/>
            <a:ext cx="10204614" cy="914400"/>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568744" y="2499087"/>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597591"/>
            <a:ext cx="10204614" cy="914400"/>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userDrawn="1"/>
        </p:nvCxnSpPr>
        <p:spPr>
          <a:xfrm>
            <a:off x="1568744" y="3610621"/>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709283"/>
            <a:ext cx="10204614" cy="91440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7A2B48ED-C92C-41E9-BE87-4EFFC1455674}"/>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3366737077"/>
      </p:ext>
    </p:extLst>
  </p:cSld>
  <p:clrMapOvr>
    <a:masterClrMapping/>
  </p:clrMapOvr>
  <p:transition>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568744" y="1485899"/>
            <a:ext cx="10204614" cy="914400"/>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568744" y="254246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597591"/>
            <a:ext cx="10204614" cy="914400"/>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6" name="Text Placeholder 4"/>
          <p:cNvSpPr>
            <a:spLocks noGrp="1"/>
          </p:cNvSpPr>
          <p:nvPr>
            <p:ph type="body" sz="quarter" idx="17" hasCustomPrompt="1"/>
          </p:nvPr>
        </p:nvSpPr>
        <p:spPr>
          <a:xfrm>
            <a:off x="1568744" y="3709283"/>
            <a:ext cx="10204614" cy="91440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8" name="Text Placeholder 4"/>
          <p:cNvSpPr>
            <a:spLocks noGrp="1"/>
          </p:cNvSpPr>
          <p:nvPr>
            <p:ph type="body" sz="quarter" idx="19" hasCustomPrompt="1"/>
          </p:nvPr>
        </p:nvSpPr>
        <p:spPr>
          <a:xfrm>
            <a:off x="1568744" y="4820975"/>
            <a:ext cx="10204614" cy="91440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84CDC89F-49F0-4D24-9E6F-B7B972EB3B8F}"/>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2520581512"/>
      </p:ext>
    </p:extLst>
  </p:cSld>
  <p:clrMapOvr>
    <a:masterClrMapping/>
  </p:clrMapOvr>
  <p:transition>
    <p:fade/>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a:t>
            </a:r>
          </a:p>
        </p:txBody>
      </p:sp>
      <p:sp>
        <p:nvSpPr>
          <p:cNvPr id="5" name="Text Placeholder 4"/>
          <p:cNvSpPr>
            <a:spLocks noGrp="1"/>
          </p:cNvSpPr>
          <p:nvPr>
            <p:ph type="body" sz="quarter" idx="11" hasCustomPrompt="1"/>
          </p:nvPr>
        </p:nvSpPr>
        <p:spPr>
          <a:xfrm>
            <a:off x="1568744" y="1485899"/>
            <a:ext cx="10204614" cy="914400"/>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val="1"/>
              </a:ext>
            </a:extLst>
          </p:cNvPr>
          <p:cNvCxnSpPr>
            <a:cxnSpLocks/>
          </p:cNvCxnSpPr>
          <p:nvPr userDrawn="1"/>
        </p:nvCxnSpPr>
        <p:spPr>
          <a:xfrm>
            <a:off x="1568744" y="2460993"/>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521391"/>
            <a:ext cx="10204614" cy="914400"/>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val="1"/>
              </a:ext>
            </a:extLst>
          </p:cNvPr>
          <p:cNvCxnSpPr>
            <a:cxnSpLocks/>
          </p:cNvCxnSpPr>
          <p:nvPr userDrawn="1"/>
        </p:nvCxnSpPr>
        <p:spPr>
          <a:xfrm>
            <a:off x="1568744" y="3496337"/>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556883"/>
            <a:ext cx="10204614" cy="91440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val="1"/>
              </a:ext>
            </a:extLst>
          </p:cNvPr>
          <p:cNvCxnSpPr>
            <a:cxnSpLocks/>
          </p:cNvCxnSpPr>
          <p:nvPr userDrawn="1"/>
        </p:nvCxnSpPr>
        <p:spPr>
          <a:xfrm>
            <a:off x="1568744" y="4531683"/>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568744" y="4592375"/>
            <a:ext cx="10204614" cy="91440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userDrawn="1"/>
        </p:nvCxnSpPr>
        <p:spPr>
          <a:xfrm>
            <a:off x="1568744" y="5567028"/>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568744" y="5627865"/>
            <a:ext cx="10204614" cy="91440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4ED2AB97-27A5-4C49-966A-5D75D13B8CC2}"/>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3699119188"/>
      </p:ext>
    </p:extLst>
  </p:cSld>
  <p:clrMapOvr>
    <a:masterClrMapping/>
  </p:clrMapOvr>
  <p:transition>
    <p:fade/>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six rows</a:t>
            </a:r>
          </a:p>
        </p:txBody>
      </p:sp>
      <p:sp>
        <p:nvSpPr>
          <p:cNvPr id="5" name="Text Placeholder 4"/>
          <p:cNvSpPr>
            <a:spLocks noGrp="1"/>
          </p:cNvSpPr>
          <p:nvPr>
            <p:ph type="body" sz="quarter" idx="11" hasCustomPrompt="1"/>
          </p:nvPr>
        </p:nvSpPr>
        <p:spPr>
          <a:xfrm>
            <a:off x="1389460" y="1485899"/>
            <a:ext cx="10383899" cy="742950"/>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userDrawn="1"/>
        </p:nvCxnSpPr>
        <p:spPr>
          <a:xfrm>
            <a:off x="1403102" y="2289187"/>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60" y="2349182"/>
            <a:ext cx="10383899" cy="742950"/>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userDrawn="1"/>
        </p:nvCxnSpPr>
        <p:spPr>
          <a:xfrm>
            <a:off x="1403102" y="3152346"/>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60" y="3212465"/>
            <a:ext cx="10383899" cy="74295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userDrawn="1"/>
        </p:nvCxnSpPr>
        <p:spPr>
          <a:xfrm>
            <a:off x="1403102" y="4015506"/>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60" y="4075748"/>
            <a:ext cx="10383899" cy="74295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userDrawn="1"/>
        </p:nvCxnSpPr>
        <p:spPr>
          <a:xfrm>
            <a:off x="1403102" y="4878666"/>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60" y="4939031"/>
            <a:ext cx="10383899" cy="74295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userDrawn="1"/>
        </p:nvCxnSpPr>
        <p:spPr>
          <a:xfrm>
            <a:off x="1403102" y="5741825"/>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389460" y="5802313"/>
            <a:ext cx="10383899" cy="74295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EA2F36BF-4C66-4F60-9687-8A7789E05AB2}"/>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3164303622"/>
      </p:ext>
    </p:extLst>
  </p:cSld>
  <p:clrMapOvr>
    <a:masterClrMapping/>
  </p:clrMapOvr>
  <p:transition>
    <p:fade/>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 &amp; two columns</a:t>
            </a:r>
          </a:p>
        </p:txBody>
      </p:sp>
      <p:sp>
        <p:nvSpPr>
          <p:cNvPr id="5" name="Text Placeholder 4"/>
          <p:cNvSpPr>
            <a:spLocks noGrp="1"/>
          </p:cNvSpPr>
          <p:nvPr>
            <p:ph type="body" sz="quarter" idx="11" hasCustomPrompt="1"/>
          </p:nvPr>
        </p:nvSpPr>
        <p:spPr>
          <a:xfrm>
            <a:off x="1568744" y="1485899"/>
            <a:ext cx="4393416" cy="129718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userDrawn="1"/>
        </p:nvCxnSpPr>
        <p:spPr>
          <a:xfrm>
            <a:off x="1568744" y="2932344"/>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3081601"/>
            <a:ext cx="4393416" cy="129718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userDrawn="1"/>
        </p:nvCxnSpPr>
        <p:spPr>
          <a:xfrm>
            <a:off x="1568744" y="4528046"/>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4677302"/>
            <a:ext cx="4393416" cy="1297188"/>
          </a:xfr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379942" y="1485899"/>
            <a:ext cx="4393416" cy="129718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userDrawn="1"/>
        </p:nvCxnSpPr>
        <p:spPr>
          <a:xfrm>
            <a:off x="7379944" y="2932344"/>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379942" y="3081601"/>
            <a:ext cx="4393416" cy="129718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userDrawn="1"/>
        </p:nvCxnSpPr>
        <p:spPr>
          <a:xfrm>
            <a:off x="7379944" y="4528046"/>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379942" y="4677302"/>
            <a:ext cx="4393416" cy="1297188"/>
          </a:xfr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AFC478E9-3BC1-400C-AA34-1E1599FAEDDC}"/>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1711288223"/>
      </p:ext>
    </p:extLst>
  </p:cSld>
  <p:clrMapOvr>
    <a:masterClrMapping/>
  </p:clrMapOvr>
  <p:transition>
    <p:fade/>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 &amp; two columns</a:t>
            </a:r>
          </a:p>
        </p:txBody>
      </p:sp>
      <p:sp>
        <p:nvSpPr>
          <p:cNvPr id="5" name="Text Placeholder 4"/>
          <p:cNvSpPr>
            <a:spLocks noGrp="1"/>
          </p:cNvSpPr>
          <p:nvPr>
            <p:ph type="body" sz="quarter" idx="11" hasCustomPrompt="1"/>
          </p:nvPr>
        </p:nvSpPr>
        <p:spPr>
          <a:xfrm>
            <a:off x="1568744" y="1485899"/>
            <a:ext cx="4393416" cy="914400"/>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userDrawn="1"/>
        </p:nvCxnSpPr>
        <p:spPr>
          <a:xfrm>
            <a:off x="1568744" y="2460993"/>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521391"/>
            <a:ext cx="4393416" cy="914400"/>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userDrawn="1"/>
        </p:nvCxnSpPr>
        <p:spPr>
          <a:xfrm>
            <a:off x="1568744" y="3496337"/>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556883"/>
            <a:ext cx="4393416" cy="91440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userDrawn="1"/>
        </p:nvCxnSpPr>
        <p:spPr>
          <a:xfrm>
            <a:off x="1568744" y="4531683"/>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568744" y="4592375"/>
            <a:ext cx="4393416" cy="91440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userDrawn="1"/>
        </p:nvCxnSpPr>
        <p:spPr>
          <a:xfrm>
            <a:off x="1568744" y="556702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568744" y="5627865"/>
            <a:ext cx="4393416" cy="91440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379942" y="1485899"/>
            <a:ext cx="4393416" cy="914400"/>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userDrawn="1"/>
        </p:nvCxnSpPr>
        <p:spPr>
          <a:xfrm>
            <a:off x="7379944" y="2460993"/>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379942" y="2521391"/>
            <a:ext cx="4393416" cy="914400"/>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userDrawn="1"/>
        </p:nvCxnSpPr>
        <p:spPr>
          <a:xfrm>
            <a:off x="7379944" y="3496337"/>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379942" y="3556883"/>
            <a:ext cx="4393416" cy="91440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userDrawn="1"/>
        </p:nvCxnSpPr>
        <p:spPr>
          <a:xfrm>
            <a:off x="7379944" y="4531683"/>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7379942" y="4592375"/>
            <a:ext cx="4393416" cy="91440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userDrawn="1"/>
        </p:nvCxnSpPr>
        <p:spPr>
          <a:xfrm>
            <a:off x="7379944" y="556702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7379942" y="5627865"/>
            <a:ext cx="4393416" cy="91440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C7FD0CAD-A9AA-414D-8022-E74A70833154}"/>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2996405566"/>
      </p:ext>
    </p:extLst>
  </p:cSld>
  <p:clrMapOvr>
    <a:masterClrMapping/>
  </p:clrMapOvr>
  <p:transition>
    <p:fade/>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wo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3" y="1486335"/>
            <a:ext cx="5578933" cy="1068456"/>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418643" y="2680516"/>
            <a:ext cx="5562182" cy="788126"/>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229351" y="2680516"/>
            <a:ext cx="5539341" cy="788126"/>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95891" y="1486335"/>
            <a:ext cx="5572801" cy="1068456"/>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3" y="3737413"/>
            <a:ext cx="5562182" cy="788126"/>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229351" y="3737414"/>
            <a:ext cx="5539341" cy="788126"/>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3" y="4794311"/>
            <a:ext cx="5562182" cy="788126"/>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229351" y="4794311"/>
            <a:ext cx="5539341" cy="788126"/>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418643" y="3603027"/>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418643" y="4659923"/>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userDrawn="1">
            <p:ph type="title"/>
          </p:nvPr>
        </p:nvSpPr>
        <p:spPr>
          <a:xfrm>
            <a:off x="418643" y="449263"/>
            <a:ext cx="11341268" cy="69373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6229350" y="3603027"/>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6229350" y="4659923"/>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96EF592D-EEA7-47F4-9146-7AA8A3F44C47}"/>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4075315212"/>
      </p:ext>
    </p:extLst>
  </p:cSld>
  <p:clrMapOvr>
    <a:masterClrMapping/>
  </p:clrMapOvr>
  <p:transition>
    <p:fade/>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hree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3" y="1486335"/>
            <a:ext cx="3629278" cy="1068456"/>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418644" y="2680516"/>
            <a:ext cx="3618381" cy="788126"/>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03152" y="1486335"/>
            <a:ext cx="3629278" cy="1068456"/>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7" name="Text Placeholder 4"/>
          <p:cNvSpPr>
            <a:spLocks noGrp="1"/>
          </p:cNvSpPr>
          <p:nvPr>
            <p:ph type="body" sz="quarter" idx="18" hasCustomPrompt="1"/>
          </p:nvPr>
        </p:nvSpPr>
        <p:spPr>
          <a:xfrm>
            <a:off x="4303153" y="2680516"/>
            <a:ext cx="3607487" cy="788126"/>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61205" y="2680516"/>
            <a:ext cx="3607487" cy="788126"/>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1486335"/>
            <a:ext cx="3629278" cy="1068456"/>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4" y="3737413"/>
            <a:ext cx="3618381" cy="788126"/>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13" name="Text Placeholder 4">
            <a:extLst>
              <a:ext uri="{FF2B5EF4-FFF2-40B4-BE49-F238E27FC236}">
                <a16:creationId xmlns:a16="http://schemas.microsoft.com/office/drawing/2014/main" id="{79BC4586-7FC3-4659-9310-CCDD1B8FB8A1}"/>
              </a:ext>
            </a:extLst>
          </p:cNvPr>
          <p:cNvSpPr>
            <a:spLocks noGrp="1"/>
          </p:cNvSpPr>
          <p:nvPr>
            <p:ph type="body" sz="quarter" idx="29" hasCustomPrompt="1"/>
          </p:nvPr>
        </p:nvSpPr>
        <p:spPr>
          <a:xfrm>
            <a:off x="4303153" y="3737414"/>
            <a:ext cx="3607487" cy="788126"/>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8161205" y="3737414"/>
            <a:ext cx="3607487" cy="788126"/>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4" y="4794311"/>
            <a:ext cx="3618381" cy="788126"/>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18" name="Text Placeholder 4">
            <a:extLst>
              <a:ext uri="{FF2B5EF4-FFF2-40B4-BE49-F238E27FC236}">
                <a16:creationId xmlns:a16="http://schemas.microsoft.com/office/drawing/2014/main" id="{284BF132-1328-44E8-A629-D64096388C74}"/>
              </a:ext>
            </a:extLst>
          </p:cNvPr>
          <p:cNvSpPr>
            <a:spLocks noGrp="1"/>
          </p:cNvSpPr>
          <p:nvPr>
            <p:ph type="body" sz="quarter" idx="32" hasCustomPrompt="1"/>
          </p:nvPr>
        </p:nvSpPr>
        <p:spPr>
          <a:xfrm>
            <a:off x="4303153" y="4794311"/>
            <a:ext cx="3607487" cy="788126"/>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8161205" y="4794311"/>
            <a:ext cx="3607487" cy="788126"/>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418644" y="3603027"/>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418644" y="4659923"/>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F3C7B5-A8EA-4ECD-A968-2546248701F3}"/>
              </a:ext>
              <a:ext uri="{C183D7F6-B498-43B3-948B-1728B52AA6E4}">
                <adec:decorative xmlns:adec="http://schemas.microsoft.com/office/drawing/2017/decorative" val="1"/>
              </a:ext>
            </a:extLst>
          </p:cNvPr>
          <p:cNvCxnSpPr>
            <a:cxnSpLocks/>
          </p:cNvCxnSpPr>
          <p:nvPr userDrawn="1"/>
        </p:nvCxnSpPr>
        <p:spPr>
          <a:xfrm>
            <a:off x="4303713" y="360302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14FEAA1-EB50-4B84-96EB-E171DE39A0A8}"/>
              </a:ext>
              <a:ext uri="{C183D7F6-B498-43B3-948B-1728B52AA6E4}">
                <adec:decorative xmlns:adec="http://schemas.microsoft.com/office/drawing/2017/decorative" val="1"/>
              </a:ext>
            </a:extLst>
          </p:cNvPr>
          <p:cNvCxnSpPr>
            <a:cxnSpLocks/>
          </p:cNvCxnSpPr>
          <p:nvPr userDrawn="1"/>
        </p:nvCxnSpPr>
        <p:spPr>
          <a:xfrm>
            <a:off x="4303713" y="4659923"/>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userDrawn="1">
            <p:ph type="title"/>
          </p:nvPr>
        </p:nvSpPr>
        <p:spPr>
          <a:xfrm>
            <a:off x="418643" y="449263"/>
            <a:ext cx="11341268" cy="69373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8161204" y="360302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8161204" y="4659923"/>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B30B5A80-F666-460D-9090-8493217C8FD1}"/>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293150001"/>
      </p:ext>
    </p:extLst>
  </p:cSld>
  <p:clrMapOvr>
    <a:masterClrMapping/>
  </p:clrMapOvr>
  <p:transition>
    <p:fade/>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itle with graphic">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2" y="1486336"/>
            <a:ext cx="3439206" cy="3507672"/>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4369674" y="1486336"/>
            <a:ext cx="3439206" cy="3507672"/>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8320705" y="1486336"/>
            <a:ext cx="3439206" cy="3507672"/>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2" name="Footer Placeholder 1">
            <a:extLst>
              <a:ext uri="{FF2B5EF4-FFF2-40B4-BE49-F238E27FC236}">
                <a16:creationId xmlns:a16="http://schemas.microsoft.com/office/drawing/2014/main" id="{538B82E4-7444-4181-B6FE-B79D11D3EA6F}"/>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3869390325"/>
      </p:ext>
    </p:extLst>
  </p:cSld>
  <p:clrMapOvr>
    <a:masterClrMapping/>
  </p:clrMapOvr>
  <p:transition>
    <p:fade/>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Title with graphic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3" y="2406566"/>
            <a:ext cx="2138816" cy="2181394"/>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2722617" y="2406566"/>
            <a:ext cx="2138816" cy="2181394"/>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5026591" y="2406566"/>
            <a:ext cx="2138816" cy="2181394"/>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7" name="Text Placeholder 3">
            <a:extLst>
              <a:ext uri="{FF2B5EF4-FFF2-40B4-BE49-F238E27FC236}">
                <a16:creationId xmlns:a16="http://schemas.microsoft.com/office/drawing/2014/main" id="{FFCA379A-FFA6-4179-AD94-3B9D20DBAA50}"/>
              </a:ext>
            </a:extLst>
          </p:cNvPr>
          <p:cNvSpPr>
            <a:spLocks noGrp="1"/>
          </p:cNvSpPr>
          <p:nvPr>
            <p:ph type="body" sz="quarter" idx="13"/>
          </p:nvPr>
        </p:nvSpPr>
        <p:spPr>
          <a:xfrm>
            <a:off x="7330565" y="2406566"/>
            <a:ext cx="2138816" cy="2181394"/>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8" name="Text Placeholder 3">
            <a:extLst>
              <a:ext uri="{FF2B5EF4-FFF2-40B4-BE49-F238E27FC236}">
                <a16:creationId xmlns:a16="http://schemas.microsoft.com/office/drawing/2014/main" id="{86EE9769-6679-49C8-860D-5CACDB09DBD2}"/>
              </a:ext>
            </a:extLst>
          </p:cNvPr>
          <p:cNvSpPr>
            <a:spLocks noGrp="1"/>
          </p:cNvSpPr>
          <p:nvPr>
            <p:ph type="body" sz="quarter" idx="14"/>
          </p:nvPr>
        </p:nvSpPr>
        <p:spPr>
          <a:xfrm>
            <a:off x="9634541" y="2406566"/>
            <a:ext cx="2138816" cy="2181394"/>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2" name="Footer Placeholder 1">
            <a:extLst>
              <a:ext uri="{FF2B5EF4-FFF2-40B4-BE49-F238E27FC236}">
                <a16:creationId xmlns:a16="http://schemas.microsoft.com/office/drawing/2014/main" id="{136AABF9-4169-453B-83D4-823782CAB5B6}"/>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2350843880"/>
      </p:ext>
    </p:extLst>
  </p:cSld>
  <p:clrMapOvr>
    <a:masterClrMapping/>
  </p:clrMapOvr>
  <p:transition>
    <p:fade/>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rgbClr val="243A5E"/>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8830E1E-F06E-469F-9154-F8DEA4B068FE}"/>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solidFill>
                  <a:schemeClr val="bg1"/>
                </a:solidFill>
              </a:rPr>
              <a:t>© Copyright Microsoft Corporation. All rights reserved.</a:t>
            </a:r>
          </a:p>
        </p:txBody>
      </p:sp>
      <p:pic>
        <p:nvPicPr>
          <p:cNvPr id="3" name="Picture 2" descr="A picture containing drawing&#10;&#10;Description automatically generated">
            <a:extLst>
              <a:ext uri="{FF2B5EF4-FFF2-40B4-BE49-F238E27FC236}">
                <a16:creationId xmlns:a16="http://schemas.microsoft.com/office/drawing/2014/main" id="{61A92AD1-6689-41DB-9434-AC98B39D968F}"/>
              </a:ext>
            </a:extLst>
          </p:cNvPr>
          <p:cNvPicPr>
            <a:picLocks noChangeAspect="1"/>
          </p:cNvPicPr>
          <p:nvPr userDrawn="1"/>
        </p:nvPicPr>
        <p:blipFill>
          <a:blip r:embed="rId2"/>
          <a:stretch>
            <a:fillRect/>
          </a:stretch>
        </p:blipFill>
        <p:spPr>
          <a:xfrm>
            <a:off x="136886" y="162871"/>
            <a:ext cx="2635247" cy="889107"/>
          </a:xfrm>
          <a:prstGeom prst="rect">
            <a:avLst/>
          </a:prstGeom>
        </p:spPr>
      </p:pic>
    </p:spTree>
    <p:extLst>
      <p:ext uri="{BB962C8B-B14F-4D97-AF65-F5344CB8AC3E}">
        <p14:creationId xmlns:p14="http://schemas.microsoft.com/office/powerpoint/2010/main" val="2188530622"/>
      </p:ext>
    </p:extLst>
  </p:cSld>
  <p:clrMapOvr>
    <a:masterClrMapping/>
  </p:clrMapOvr>
  <p:transition>
    <p:fade/>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userDrawn="1">
  <p:cSld name="Section divider">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1FDE817-4581-481C-9C54-D23C2F82ACA3}"/>
              </a:ext>
            </a:extLst>
          </p:cNvPr>
          <p:cNvSpPr>
            <a:spLocks noGrp="1"/>
          </p:cNvSpPr>
          <p:nvPr>
            <p:ph type="title" hasCustomPrompt="1"/>
          </p:nvPr>
        </p:nvSpPr>
        <p:spPr>
          <a:xfrm>
            <a:off x="585217" y="3252869"/>
            <a:ext cx="8892608" cy="488788"/>
          </a:xfrm>
          <a:noFill/>
        </p:spPr>
        <p:txBody>
          <a:bodyPr wrap="square" lIns="0" tIns="0" rIns="0" bIns="0" anchor="ctr" anchorCtr="0">
            <a:spAutoFit/>
          </a:bodyPr>
          <a:lstStyle>
            <a:lvl1pPr algn="l" defTabSz="932563" rtl="0" eaLnBrk="1" latinLnBrk="0" hangingPunct="1">
              <a:lnSpc>
                <a:spcPct val="90000"/>
              </a:lnSpc>
              <a:spcBef>
                <a:spcPct val="0"/>
              </a:spcBef>
              <a:buNone/>
              <a:defRPr lang="en-US" sz="3529" b="0" kern="1200" cap="none" spc="-50" baseline="0" dirty="0">
                <a:ln w="3175">
                  <a:noFill/>
                </a:ln>
                <a:solidFill>
                  <a:schemeClr val="bg1"/>
                </a:solidFill>
                <a:effectLst/>
                <a:latin typeface="+mj-lt"/>
                <a:ea typeface="+mn-ea"/>
                <a:cs typeface="Segoe UI" pitchFamily="34" charset="0"/>
              </a:defRPr>
            </a:lvl1pPr>
          </a:lstStyle>
          <a:p>
            <a:r>
              <a:rPr lang="en-US"/>
              <a:t>Section title</a:t>
            </a:r>
          </a:p>
        </p:txBody>
      </p:sp>
      <p:sp>
        <p:nvSpPr>
          <p:cNvPr id="3" name="Footer Placeholder 1">
            <a:extLst>
              <a:ext uri="{FF2B5EF4-FFF2-40B4-BE49-F238E27FC236}">
                <a16:creationId xmlns:a16="http://schemas.microsoft.com/office/drawing/2014/main" id="{1DFB148E-6FF9-4D4C-B7D0-28ACD9A6EB3A}"/>
              </a:ext>
            </a:extLst>
          </p:cNvPr>
          <p:cNvSpPr txBox="1">
            <a:spLocks/>
          </p:cNvSpPr>
          <p:nvPr userDrawn="1"/>
        </p:nvSpPr>
        <p:spPr>
          <a:xfrm>
            <a:off x="8946916" y="6583737"/>
            <a:ext cx="3245085" cy="138499"/>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882" dirty="0"/>
              <a:t>© Copyright Microsoft Corporation. All rights reserved.</a:t>
            </a:r>
          </a:p>
        </p:txBody>
      </p:sp>
    </p:spTree>
    <p:extLst>
      <p:ext uri="{BB962C8B-B14F-4D97-AF65-F5344CB8AC3E}">
        <p14:creationId xmlns:p14="http://schemas.microsoft.com/office/powerpoint/2010/main" val="2699111970"/>
      </p:ext>
    </p:extLst>
  </p:cSld>
  <p:clrMapOvr>
    <a:masterClrMapping/>
  </p:clrMapOvr>
  <p:transition>
    <p:fade/>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cSld name="3_Title">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3292079"/>
            <a:ext cx="2457386" cy="410369"/>
          </a:xfrm>
          <a:prstGeom prst="rect">
            <a:avLst/>
          </a:prstGeom>
        </p:spPr>
        <p:txBody>
          <a:bodyPr wrap="square" lIns="0" tIns="0" rIns="0" bIns="0" anchor="ctr">
            <a:spAutoFit/>
          </a:bodyPr>
          <a:lstStyle>
            <a:lvl1pPr>
              <a:lnSpc>
                <a:spcPts val="3137"/>
              </a:lnSpc>
              <a:defRPr sz="2745" strike="noStrike">
                <a:solidFill>
                  <a:schemeClr val="bg1"/>
                </a:solidFill>
              </a:defRPr>
            </a:lvl1pPr>
          </a:lstStyle>
          <a:p>
            <a:r>
              <a:rPr lang="en-US"/>
              <a:t>Title</a:t>
            </a:r>
          </a:p>
        </p:txBody>
      </p:sp>
      <p:sp>
        <p:nvSpPr>
          <p:cNvPr id="3" name="Footer Placeholder 1">
            <a:extLst>
              <a:ext uri="{FF2B5EF4-FFF2-40B4-BE49-F238E27FC236}">
                <a16:creationId xmlns:a16="http://schemas.microsoft.com/office/drawing/2014/main" id="{43F30B39-D760-4B18-A167-D47C32BD5B77}"/>
              </a:ext>
            </a:extLst>
          </p:cNvPr>
          <p:cNvSpPr txBox="1">
            <a:spLocks/>
          </p:cNvSpPr>
          <p:nvPr userDrawn="1"/>
        </p:nvSpPr>
        <p:spPr>
          <a:xfrm>
            <a:off x="8946916" y="6583737"/>
            <a:ext cx="3245085" cy="138499"/>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882" dirty="0"/>
              <a:t>© Copyright Microsoft Corporation. All rights reserved.</a:t>
            </a:r>
          </a:p>
        </p:txBody>
      </p:sp>
    </p:spTree>
    <p:extLst>
      <p:ext uri="{BB962C8B-B14F-4D97-AF65-F5344CB8AC3E}">
        <p14:creationId xmlns:p14="http://schemas.microsoft.com/office/powerpoint/2010/main" val="2079302589"/>
      </p:ext>
    </p:extLst>
  </p:cSld>
  <p:clrMapOvr>
    <a:masterClrMapping/>
  </p:clrMapOvr>
  <p:transition>
    <p:fade/>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tx">
  <p:cSld name="1_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418643" y="1485902"/>
            <a:ext cx="11341268" cy="20068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01949911"/>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cSld name="Section title 2">
    <p:bg>
      <p:bgPr>
        <a:solidFill>
          <a:schemeClr val="bg2"/>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455994" y="960439"/>
            <a:ext cx="7454643" cy="3629025"/>
          </a:xfrm>
          <a:prstGeom prst="rect">
            <a:avLst/>
          </a:prstGeom>
          <a:noFill/>
        </p:spPr>
        <p:txBody>
          <a:bodyPr vert="horz" wrap="square" lIns="0" tIns="0" rIns="0" bIns="0" rtlCol="0" anchor="t" anchorCtr="0">
            <a:noAutofit/>
          </a:bodyPr>
          <a:lstStyle>
            <a:lvl1pPr>
              <a:defRPr lang="en-US" sz="4705" spc="-49" baseline="0" dirty="0">
                <a:solidFill>
                  <a:srgbClr val="FFFFFF"/>
                </a:solidFill>
              </a:defRPr>
            </a:lvl1pPr>
          </a:lstStyle>
          <a:p>
            <a:pPr marL="0" lvl="0">
              <a:lnSpc>
                <a:spcPts val="5490"/>
              </a:lnSpc>
            </a:pPr>
            <a:r>
              <a:rPr lang="en-US"/>
              <a:t>Section title</a:t>
            </a:r>
          </a:p>
        </p:txBody>
      </p:sp>
    </p:spTree>
    <p:extLst>
      <p:ext uri="{BB962C8B-B14F-4D97-AF65-F5344CB8AC3E}">
        <p14:creationId xmlns:p14="http://schemas.microsoft.com/office/powerpoint/2010/main" val="1937634118"/>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8255402"/>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428682" y="2582863"/>
            <a:ext cx="9630389" cy="1828800"/>
          </a:xfrm>
          <a:prstGeom prst="rect">
            <a:avLst/>
          </a:prstGeom>
          <a:noFill/>
        </p:spPr>
        <p:txBody>
          <a:bodyPr lIns="0" tIns="0" rIns="0" bIns="182880" anchor="b" anchorCtr="0"/>
          <a:lstStyle>
            <a:lvl1pPr>
              <a:defRPr sz="4800" strike="noStrike" spc="-49" baseline="0">
                <a:solidFill>
                  <a:schemeClr val="tx2"/>
                </a:solidFill>
              </a:defRPr>
            </a:lvl1pPr>
          </a:lstStyle>
          <a:p>
            <a:r>
              <a:rPr lang="en-US">
                <a:solidFill>
                  <a:schemeClr val="tx1"/>
                </a:solidFill>
              </a:rPr>
              <a:t>Microsoft Security title</a:t>
            </a:r>
            <a:endParaRPr lang="en-US"/>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442467" y="4436713"/>
            <a:ext cx="9602819" cy="753369"/>
          </a:xfrm>
          <a:prstGeom prst="rect">
            <a:avLst/>
          </a:prstGeom>
        </p:spPr>
        <p:txBody>
          <a:bodyPr/>
          <a:lstStyle>
            <a:lvl1pPr>
              <a:defRPr sz="1800">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82FAE6D0-0992-4139-9359-5135BCE47E11}"/>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pic>
        <p:nvPicPr>
          <p:cNvPr id="3" name="Picture 2" descr="A picture containing drawing&#10;&#10;Description automatically generated">
            <a:extLst>
              <a:ext uri="{FF2B5EF4-FFF2-40B4-BE49-F238E27FC236}">
                <a16:creationId xmlns:a16="http://schemas.microsoft.com/office/drawing/2014/main" id="{50DC78AD-4336-4E8D-8F70-4C35FEF409C7}"/>
              </a:ext>
            </a:extLst>
          </p:cNvPr>
          <p:cNvPicPr>
            <a:picLocks noChangeAspect="1"/>
          </p:cNvPicPr>
          <p:nvPr userDrawn="1"/>
        </p:nvPicPr>
        <p:blipFill>
          <a:blip r:embed="rId2"/>
          <a:stretch>
            <a:fillRect/>
          </a:stretch>
        </p:blipFill>
        <p:spPr>
          <a:xfrm>
            <a:off x="136886" y="162871"/>
            <a:ext cx="2635247" cy="889107"/>
          </a:xfrm>
          <a:prstGeom prst="rect">
            <a:avLst/>
          </a:prstGeom>
        </p:spPr>
      </p:pic>
    </p:spTree>
    <p:extLst>
      <p:ext uri="{BB962C8B-B14F-4D97-AF65-F5344CB8AC3E}">
        <p14:creationId xmlns:p14="http://schemas.microsoft.com/office/powerpoint/2010/main" val="341849041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Title Slide with blue background">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428682" y="2582863"/>
            <a:ext cx="9630389" cy="1828800"/>
          </a:xfrm>
          <a:prstGeom prst="rect">
            <a:avLst/>
          </a:prstGeom>
          <a:noFill/>
        </p:spPr>
        <p:txBody>
          <a:bodyPr lIns="0" tIns="0" rIns="0" bIns="182880" anchor="b" anchorCtr="0"/>
          <a:lstStyle>
            <a:lvl1pPr>
              <a:defRPr sz="4800" strike="noStrike" spc="-49" baseline="0">
                <a:solidFill>
                  <a:schemeClr val="bg1"/>
                </a:solidFill>
              </a:defRPr>
            </a:lvl1pPr>
          </a:lstStyle>
          <a:p>
            <a:r>
              <a:rPr lang="en-US"/>
              <a:t>Microsoft 365 title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442467" y="4436713"/>
            <a:ext cx="9602819" cy="753369"/>
          </a:xfrm>
          <a:prstGeom prst="rect">
            <a:avLst/>
          </a:prstGeom>
        </p:spPr>
        <p:txBody>
          <a:bodyPr/>
          <a:lstStyle>
            <a:lvl1pPr>
              <a:defRPr sz="1800">
                <a:solidFill>
                  <a:schemeClr val="bg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DE984AF9-42B3-4123-927E-CEC8570AFE35}"/>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solidFill>
                  <a:schemeClr val="bg1"/>
                </a:solidFill>
              </a:rPr>
              <a:t>© Copyright Microsoft Corporation. All rights reserved.</a:t>
            </a:r>
          </a:p>
        </p:txBody>
      </p:sp>
      <p:pic>
        <p:nvPicPr>
          <p:cNvPr id="3" name="Picture 2" descr="A picture containing drawing&#10;&#10;Description automatically generated">
            <a:extLst>
              <a:ext uri="{FF2B5EF4-FFF2-40B4-BE49-F238E27FC236}">
                <a16:creationId xmlns:a16="http://schemas.microsoft.com/office/drawing/2014/main" id="{0AF2B48A-0CD5-4E5D-BBFC-0FF17E42D728}"/>
              </a:ext>
            </a:extLst>
          </p:cNvPr>
          <p:cNvPicPr>
            <a:picLocks noChangeAspect="1"/>
          </p:cNvPicPr>
          <p:nvPr userDrawn="1"/>
        </p:nvPicPr>
        <p:blipFill>
          <a:blip r:embed="rId2"/>
          <a:stretch>
            <a:fillRect/>
          </a:stretch>
        </p:blipFill>
        <p:spPr>
          <a:xfrm>
            <a:off x="136886" y="162871"/>
            <a:ext cx="2635247" cy="889107"/>
          </a:xfrm>
          <a:prstGeom prst="rect">
            <a:avLst/>
          </a:prstGeom>
        </p:spPr>
      </p:pic>
    </p:spTree>
    <p:extLst>
      <p:ext uri="{BB962C8B-B14F-4D97-AF65-F5344CB8AC3E}">
        <p14:creationId xmlns:p14="http://schemas.microsoft.com/office/powerpoint/2010/main" val="142958115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Title slide with graphic 1">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428681" y="2582863"/>
            <a:ext cx="5428936" cy="1828800"/>
          </a:xfrm>
          <a:prstGeom prst="rect">
            <a:avLst/>
          </a:prstGeom>
          <a:noFill/>
        </p:spPr>
        <p:txBody>
          <a:bodyPr lIns="0" tIns="0" rIns="0" bIns="182880" anchor="b" anchorCtr="0"/>
          <a:lstStyle>
            <a:lvl1pPr>
              <a:defRPr sz="4800" strike="noStrike" spc="-49" baseline="0">
                <a:solidFill>
                  <a:srgbClr val="000000"/>
                </a:solidFill>
              </a:defRPr>
            </a:lvl1pPr>
          </a:lstStyle>
          <a:p>
            <a:r>
              <a:rPr lang="en-US"/>
              <a:t>Azure presentation</a:t>
            </a:r>
            <a:br>
              <a:rPr lang="en-US"/>
            </a:br>
            <a:r>
              <a:rPr lang="en-US"/>
              <a:t>title or event name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442466" y="4436713"/>
            <a:ext cx="5413394" cy="753369"/>
          </a:xfrm>
          <a:prstGeom prst="rect">
            <a:avLst/>
          </a:prstGeom>
        </p:spPr>
        <p:txBody>
          <a:bodyPr/>
          <a:lstStyle>
            <a:lvl1pPr>
              <a:defRPr sz="1800">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7" name="Footer Placeholder 1">
            <a:extLst>
              <a:ext uri="{FF2B5EF4-FFF2-40B4-BE49-F238E27FC236}">
                <a16:creationId xmlns:a16="http://schemas.microsoft.com/office/drawing/2014/main" id="{1B6BA0D2-3614-405C-8BB6-C5242154BADB}"/>
              </a:ext>
            </a:extLst>
          </p:cNvPr>
          <p:cNvSpPr txBox="1">
            <a:spLocks/>
          </p:cNvSpPr>
          <p:nvPr userDrawn="1"/>
        </p:nvSpPr>
        <p:spPr>
          <a:xfrm>
            <a:off x="442466"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r>
              <a:rPr lang="en-US" sz="900" dirty="0"/>
              <a:t>© Copyright Microsoft Corporation. All rights reserved.</a:t>
            </a:r>
          </a:p>
        </p:txBody>
      </p:sp>
      <p:pic>
        <p:nvPicPr>
          <p:cNvPr id="3" name="Picture 2" descr="A picture containing drawing&#10;&#10;Description automatically generated">
            <a:extLst>
              <a:ext uri="{FF2B5EF4-FFF2-40B4-BE49-F238E27FC236}">
                <a16:creationId xmlns:a16="http://schemas.microsoft.com/office/drawing/2014/main" id="{DA65376C-9C1C-452A-9C27-75EE7927ABA8}"/>
              </a:ext>
            </a:extLst>
          </p:cNvPr>
          <p:cNvPicPr>
            <a:picLocks noChangeAspect="1"/>
          </p:cNvPicPr>
          <p:nvPr userDrawn="1"/>
        </p:nvPicPr>
        <p:blipFill>
          <a:blip r:embed="rId2"/>
          <a:stretch>
            <a:fillRect/>
          </a:stretch>
        </p:blipFill>
        <p:spPr>
          <a:xfrm>
            <a:off x="136886" y="162871"/>
            <a:ext cx="2635247" cy="889107"/>
          </a:xfrm>
          <a:prstGeom prst="rect">
            <a:avLst/>
          </a:prstGeom>
        </p:spPr>
      </p:pic>
      <p:pic>
        <p:nvPicPr>
          <p:cNvPr id="4" name="Picture 3">
            <a:extLst>
              <a:ext uri="{FF2B5EF4-FFF2-40B4-BE49-F238E27FC236}">
                <a16:creationId xmlns:a16="http://schemas.microsoft.com/office/drawing/2014/main" id="{C4B6689F-D3DF-4DE9-BFA0-0A8E724877B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857617" y="0"/>
            <a:ext cx="5973790" cy="6994525"/>
          </a:xfrm>
          <a:prstGeom prst="rect">
            <a:avLst/>
          </a:prstGeom>
        </p:spPr>
      </p:pic>
    </p:spTree>
    <p:extLst>
      <p:ext uri="{BB962C8B-B14F-4D97-AF65-F5344CB8AC3E}">
        <p14:creationId xmlns:p14="http://schemas.microsoft.com/office/powerpoint/2010/main" val="3353085547"/>
      </p:ext>
    </p:extLst>
  </p:cSld>
  <p:clrMapOvr>
    <a:masterClrMapping/>
  </p:clrMapOvr>
  <p:transition>
    <p:fade/>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Title slide with graphic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82863"/>
            <a:ext cx="5428936" cy="1828800"/>
          </a:xfrm>
          <a:prstGeom prst="rect">
            <a:avLst/>
          </a:prstGeom>
          <a:noFill/>
        </p:spPr>
        <p:txBody>
          <a:bodyPr lIns="0" tIns="0" rIns="0" bIns="182880" anchor="b" anchorCtr="0"/>
          <a:lstStyle>
            <a:lvl1pPr>
              <a:defRPr sz="4800" strike="noStrike" spc="-49"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436713"/>
            <a:ext cx="5413394" cy="753369"/>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
        <p:nvSpPr>
          <p:cNvPr id="13" name="Oval 12">
            <a:extLst>
              <a:ext uri="{FF2B5EF4-FFF2-40B4-BE49-F238E27FC236}">
                <a16:creationId xmlns:a16="http://schemas.microsoft.com/office/drawing/2014/main" id="{0C62E602-B038-4AA6-A699-B469CFE1AD96}"/>
              </a:ext>
              <a:ext uri="{C183D7F6-B498-43B3-948B-1728B52AA6E4}">
                <adec:decorative xmlns:adec="http://schemas.microsoft.com/office/drawing/2017/decorative" val="1"/>
              </a:ext>
            </a:extLst>
          </p:cNvPr>
          <p:cNvSpPr/>
          <p:nvPr userDrawn="1"/>
        </p:nvSpPr>
        <p:spPr bwMode="auto">
          <a:xfrm>
            <a:off x="6383137" y="601150"/>
            <a:ext cx="5671978" cy="5792226"/>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4" name="Picture 3" descr="A picture containing drawing&#10;&#10;Description automatically generated">
            <a:extLst>
              <a:ext uri="{FF2B5EF4-FFF2-40B4-BE49-F238E27FC236}">
                <a16:creationId xmlns:a16="http://schemas.microsoft.com/office/drawing/2014/main" id="{57D6331F-1A15-46AA-A57A-300CC97487E4}"/>
              </a:ext>
            </a:extLst>
          </p:cNvPr>
          <p:cNvPicPr>
            <a:picLocks noChangeAspect="1"/>
          </p:cNvPicPr>
          <p:nvPr userDrawn="1"/>
        </p:nvPicPr>
        <p:blipFill>
          <a:blip r:embed="rId2"/>
          <a:stretch>
            <a:fillRect/>
          </a:stretch>
        </p:blipFill>
        <p:spPr>
          <a:xfrm>
            <a:off x="136886" y="162871"/>
            <a:ext cx="2635247" cy="889107"/>
          </a:xfrm>
          <a:prstGeom prst="rect">
            <a:avLst/>
          </a:prstGeom>
        </p:spPr>
      </p:pic>
      <p:grpSp>
        <p:nvGrpSpPr>
          <p:cNvPr id="37" name="Group 36">
            <a:extLst>
              <a:ext uri="{FF2B5EF4-FFF2-40B4-BE49-F238E27FC236}">
                <a16:creationId xmlns:a16="http://schemas.microsoft.com/office/drawing/2014/main" id="{695F69F3-6C65-4C67-BE9F-99EE13ECA942}"/>
              </a:ext>
            </a:extLst>
          </p:cNvPr>
          <p:cNvGrpSpPr/>
          <p:nvPr userDrawn="1"/>
        </p:nvGrpSpPr>
        <p:grpSpPr>
          <a:xfrm>
            <a:off x="6600946" y="876893"/>
            <a:ext cx="5148588" cy="5240740"/>
            <a:chOff x="6600946" y="859776"/>
            <a:chExt cx="5148588" cy="5138447"/>
          </a:xfrm>
        </p:grpSpPr>
        <p:grpSp>
          <p:nvGrpSpPr>
            <p:cNvPr id="38" name="Graphic 1">
              <a:extLst>
                <a:ext uri="{FF2B5EF4-FFF2-40B4-BE49-F238E27FC236}">
                  <a16:creationId xmlns:a16="http://schemas.microsoft.com/office/drawing/2014/main" id="{BC070748-6768-4FC2-A431-E43A99B45D24}"/>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48" name="Freeform: Shape 47">
                <a:extLst>
                  <a:ext uri="{FF2B5EF4-FFF2-40B4-BE49-F238E27FC236}">
                    <a16:creationId xmlns:a16="http://schemas.microsoft.com/office/drawing/2014/main" id="{04C016FB-6079-433E-86F5-11870BD5A617}"/>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dirty="0"/>
              </a:p>
            </p:txBody>
          </p:sp>
          <p:sp>
            <p:nvSpPr>
              <p:cNvPr id="49" name="Freeform: Shape 48">
                <a:extLst>
                  <a:ext uri="{FF2B5EF4-FFF2-40B4-BE49-F238E27FC236}">
                    <a16:creationId xmlns:a16="http://schemas.microsoft.com/office/drawing/2014/main" id="{54102133-5E8C-4CB3-AC62-D09FC824D203}"/>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dirty="0"/>
              </a:p>
            </p:txBody>
          </p:sp>
          <p:sp>
            <p:nvSpPr>
              <p:cNvPr id="50" name="Freeform: Shape 49">
                <a:extLst>
                  <a:ext uri="{FF2B5EF4-FFF2-40B4-BE49-F238E27FC236}">
                    <a16:creationId xmlns:a16="http://schemas.microsoft.com/office/drawing/2014/main" id="{0BCE9930-CFBB-4646-901A-120648FA1B9E}"/>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dirty="0"/>
              </a:p>
            </p:txBody>
          </p:sp>
          <p:sp>
            <p:nvSpPr>
              <p:cNvPr id="51" name="Freeform: Shape 50">
                <a:extLst>
                  <a:ext uri="{FF2B5EF4-FFF2-40B4-BE49-F238E27FC236}">
                    <a16:creationId xmlns:a16="http://schemas.microsoft.com/office/drawing/2014/main" id="{8C60FDBA-7C23-4806-88B5-29E31C6583DC}"/>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dirty="0"/>
              </a:p>
            </p:txBody>
          </p:sp>
          <p:sp>
            <p:nvSpPr>
              <p:cNvPr id="52" name="Freeform: Shape 51">
                <a:extLst>
                  <a:ext uri="{FF2B5EF4-FFF2-40B4-BE49-F238E27FC236}">
                    <a16:creationId xmlns:a16="http://schemas.microsoft.com/office/drawing/2014/main" id="{7DC83954-308D-4CAC-ADE0-92CE37FA6207}"/>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dirty="0"/>
              </a:p>
            </p:txBody>
          </p:sp>
          <p:sp>
            <p:nvSpPr>
              <p:cNvPr id="53" name="Freeform: Shape 52">
                <a:extLst>
                  <a:ext uri="{FF2B5EF4-FFF2-40B4-BE49-F238E27FC236}">
                    <a16:creationId xmlns:a16="http://schemas.microsoft.com/office/drawing/2014/main" id="{85339DC7-664E-4BEF-85FE-D1109A719B7E}"/>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dirty="0"/>
              </a:p>
            </p:txBody>
          </p:sp>
          <p:sp>
            <p:nvSpPr>
              <p:cNvPr id="54" name="Freeform: Shape 53">
                <a:extLst>
                  <a:ext uri="{FF2B5EF4-FFF2-40B4-BE49-F238E27FC236}">
                    <a16:creationId xmlns:a16="http://schemas.microsoft.com/office/drawing/2014/main" id="{DED6E3EF-BEB2-400D-A55F-8F548AA8A3C2}"/>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dirty="0"/>
              </a:p>
            </p:txBody>
          </p:sp>
          <p:sp>
            <p:nvSpPr>
              <p:cNvPr id="55" name="Freeform: Shape 54">
                <a:extLst>
                  <a:ext uri="{FF2B5EF4-FFF2-40B4-BE49-F238E27FC236}">
                    <a16:creationId xmlns:a16="http://schemas.microsoft.com/office/drawing/2014/main" id="{4056E671-564E-4828-B12C-3873C15097F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dirty="0"/>
              </a:p>
            </p:txBody>
          </p:sp>
          <p:sp>
            <p:nvSpPr>
              <p:cNvPr id="56" name="Freeform: Shape 55">
                <a:extLst>
                  <a:ext uri="{FF2B5EF4-FFF2-40B4-BE49-F238E27FC236}">
                    <a16:creationId xmlns:a16="http://schemas.microsoft.com/office/drawing/2014/main" id="{CE2375AC-EE5D-462B-8769-A875F92C6D3F}"/>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dirty="0"/>
              </a:p>
            </p:txBody>
          </p:sp>
          <p:sp>
            <p:nvSpPr>
              <p:cNvPr id="57" name="Freeform: Shape 56">
                <a:extLst>
                  <a:ext uri="{FF2B5EF4-FFF2-40B4-BE49-F238E27FC236}">
                    <a16:creationId xmlns:a16="http://schemas.microsoft.com/office/drawing/2014/main" id="{5543C42A-4AA4-4EE3-9D6A-20D705974B93}"/>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dirty="0"/>
              </a:p>
            </p:txBody>
          </p:sp>
          <p:sp>
            <p:nvSpPr>
              <p:cNvPr id="58" name="Freeform: Shape 57">
                <a:extLst>
                  <a:ext uri="{FF2B5EF4-FFF2-40B4-BE49-F238E27FC236}">
                    <a16:creationId xmlns:a16="http://schemas.microsoft.com/office/drawing/2014/main" id="{5A06D381-5E3A-45E2-943A-D8A9CD6DDB02}"/>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dirty="0"/>
              </a:p>
            </p:txBody>
          </p:sp>
          <p:sp>
            <p:nvSpPr>
              <p:cNvPr id="59" name="Freeform: Shape 58">
                <a:extLst>
                  <a:ext uri="{FF2B5EF4-FFF2-40B4-BE49-F238E27FC236}">
                    <a16:creationId xmlns:a16="http://schemas.microsoft.com/office/drawing/2014/main" id="{6A50715D-06C2-4A50-B805-7C779755D7AD}"/>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dirty="0"/>
              </a:p>
            </p:txBody>
          </p:sp>
          <p:sp>
            <p:nvSpPr>
              <p:cNvPr id="60" name="Freeform: Shape 59">
                <a:extLst>
                  <a:ext uri="{FF2B5EF4-FFF2-40B4-BE49-F238E27FC236}">
                    <a16:creationId xmlns:a16="http://schemas.microsoft.com/office/drawing/2014/main" id="{76CB3FBA-91B0-4DCE-AC92-F9A18FF4D65A}"/>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dirty="0"/>
              </a:p>
            </p:txBody>
          </p:sp>
          <p:sp>
            <p:nvSpPr>
              <p:cNvPr id="61" name="Freeform: Shape 60">
                <a:extLst>
                  <a:ext uri="{FF2B5EF4-FFF2-40B4-BE49-F238E27FC236}">
                    <a16:creationId xmlns:a16="http://schemas.microsoft.com/office/drawing/2014/main" id="{22045ED4-534F-4B15-8795-D2C7547978F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dirty="0"/>
              </a:p>
            </p:txBody>
          </p:sp>
          <p:sp>
            <p:nvSpPr>
              <p:cNvPr id="62" name="Freeform: Shape 61">
                <a:extLst>
                  <a:ext uri="{FF2B5EF4-FFF2-40B4-BE49-F238E27FC236}">
                    <a16:creationId xmlns:a16="http://schemas.microsoft.com/office/drawing/2014/main" id="{FEE68F87-0B6B-4885-866B-61423AE3724E}"/>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dirty="0"/>
              </a:p>
            </p:txBody>
          </p:sp>
          <p:sp>
            <p:nvSpPr>
              <p:cNvPr id="63" name="Freeform: Shape 62">
                <a:extLst>
                  <a:ext uri="{FF2B5EF4-FFF2-40B4-BE49-F238E27FC236}">
                    <a16:creationId xmlns:a16="http://schemas.microsoft.com/office/drawing/2014/main" id="{E99B4F58-0E6C-41DE-99A2-C3FCE7F11DB0}"/>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dirty="0"/>
              </a:p>
            </p:txBody>
          </p:sp>
          <p:sp>
            <p:nvSpPr>
              <p:cNvPr id="64" name="Freeform: Shape 63">
                <a:extLst>
                  <a:ext uri="{FF2B5EF4-FFF2-40B4-BE49-F238E27FC236}">
                    <a16:creationId xmlns:a16="http://schemas.microsoft.com/office/drawing/2014/main" id="{98213603-4044-4EDC-B3E0-CE20E3EE9BC2}"/>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dirty="0"/>
              </a:p>
            </p:txBody>
          </p:sp>
          <p:sp>
            <p:nvSpPr>
              <p:cNvPr id="65" name="Freeform: Shape 64">
                <a:extLst>
                  <a:ext uri="{FF2B5EF4-FFF2-40B4-BE49-F238E27FC236}">
                    <a16:creationId xmlns:a16="http://schemas.microsoft.com/office/drawing/2014/main" id="{DB035EF0-F3DA-4581-9198-447F52894F88}"/>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dirty="0"/>
              </a:p>
            </p:txBody>
          </p:sp>
          <p:sp>
            <p:nvSpPr>
              <p:cNvPr id="66" name="Freeform: Shape 65">
                <a:extLst>
                  <a:ext uri="{FF2B5EF4-FFF2-40B4-BE49-F238E27FC236}">
                    <a16:creationId xmlns:a16="http://schemas.microsoft.com/office/drawing/2014/main" id="{41AE2AF0-7DD9-443B-8718-D31F62D3CF64}"/>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dirty="0"/>
              </a:p>
            </p:txBody>
          </p:sp>
          <p:sp>
            <p:nvSpPr>
              <p:cNvPr id="67" name="Freeform: Shape 66">
                <a:extLst>
                  <a:ext uri="{FF2B5EF4-FFF2-40B4-BE49-F238E27FC236}">
                    <a16:creationId xmlns:a16="http://schemas.microsoft.com/office/drawing/2014/main" id="{1CB79995-5784-46B8-8607-92B5827FD726}"/>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dirty="0"/>
              </a:p>
            </p:txBody>
          </p:sp>
          <p:sp>
            <p:nvSpPr>
              <p:cNvPr id="68" name="Freeform: Shape 67">
                <a:extLst>
                  <a:ext uri="{FF2B5EF4-FFF2-40B4-BE49-F238E27FC236}">
                    <a16:creationId xmlns:a16="http://schemas.microsoft.com/office/drawing/2014/main" id="{C2CD6B3F-A5CA-4C9E-A462-6CF2EE2A5719}"/>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dirty="0"/>
              </a:p>
            </p:txBody>
          </p:sp>
          <p:sp>
            <p:nvSpPr>
              <p:cNvPr id="69" name="Freeform: Shape 68">
                <a:extLst>
                  <a:ext uri="{FF2B5EF4-FFF2-40B4-BE49-F238E27FC236}">
                    <a16:creationId xmlns:a16="http://schemas.microsoft.com/office/drawing/2014/main" id="{078CAE18-6328-4577-A1E2-68D4E723AA5D}"/>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dirty="0"/>
              </a:p>
            </p:txBody>
          </p:sp>
          <p:sp>
            <p:nvSpPr>
              <p:cNvPr id="70" name="Freeform: Shape 69">
                <a:extLst>
                  <a:ext uri="{FF2B5EF4-FFF2-40B4-BE49-F238E27FC236}">
                    <a16:creationId xmlns:a16="http://schemas.microsoft.com/office/drawing/2014/main" id="{EBA2E409-2F87-44E1-BDE0-C3F0C5F0EE6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dirty="0"/>
              </a:p>
            </p:txBody>
          </p:sp>
          <p:sp>
            <p:nvSpPr>
              <p:cNvPr id="71" name="Freeform: Shape 70">
                <a:extLst>
                  <a:ext uri="{FF2B5EF4-FFF2-40B4-BE49-F238E27FC236}">
                    <a16:creationId xmlns:a16="http://schemas.microsoft.com/office/drawing/2014/main" id="{4B3569C1-CDDE-4300-A777-F5A88095235D}"/>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dirty="0"/>
              </a:p>
            </p:txBody>
          </p:sp>
        </p:grpSp>
        <p:sp>
          <p:nvSpPr>
            <p:cNvPr id="39" name="Oval 38">
              <a:extLst>
                <a:ext uri="{FF2B5EF4-FFF2-40B4-BE49-F238E27FC236}">
                  <a16:creationId xmlns:a16="http://schemas.microsoft.com/office/drawing/2014/main" id="{9AE111FB-FF99-4626-BF15-A4F33CA3E1B5}"/>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40" name="Oval 39">
              <a:extLst>
                <a:ext uri="{FF2B5EF4-FFF2-40B4-BE49-F238E27FC236}">
                  <a16:creationId xmlns:a16="http://schemas.microsoft.com/office/drawing/2014/main" id="{EEBF4D1F-7718-4CBE-B978-16FFCC2E3239}"/>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41" name="Oval 40">
              <a:extLst>
                <a:ext uri="{FF2B5EF4-FFF2-40B4-BE49-F238E27FC236}">
                  <a16:creationId xmlns:a16="http://schemas.microsoft.com/office/drawing/2014/main" id="{59426D11-A3B4-4FDE-8641-D925588DAB3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42" name="Oval 41">
              <a:extLst>
                <a:ext uri="{FF2B5EF4-FFF2-40B4-BE49-F238E27FC236}">
                  <a16:creationId xmlns:a16="http://schemas.microsoft.com/office/drawing/2014/main" id="{57EDB010-9BE7-4344-984B-7453B4FF8307}"/>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43" name="Oval 42">
              <a:extLst>
                <a:ext uri="{FF2B5EF4-FFF2-40B4-BE49-F238E27FC236}">
                  <a16:creationId xmlns:a16="http://schemas.microsoft.com/office/drawing/2014/main" id="{786CA2CE-9797-4C92-9057-B3C8D9338727}"/>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44" name="Oval 43">
              <a:extLst>
                <a:ext uri="{FF2B5EF4-FFF2-40B4-BE49-F238E27FC236}">
                  <a16:creationId xmlns:a16="http://schemas.microsoft.com/office/drawing/2014/main" id="{F9A1662E-1481-432B-8DC4-FF834AA60F57}"/>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45" name="Oval 44">
              <a:extLst>
                <a:ext uri="{FF2B5EF4-FFF2-40B4-BE49-F238E27FC236}">
                  <a16:creationId xmlns:a16="http://schemas.microsoft.com/office/drawing/2014/main" id="{715F718A-84C5-42DA-9B9C-64E200753714}"/>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46" name="Oval 45">
              <a:extLst>
                <a:ext uri="{FF2B5EF4-FFF2-40B4-BE49-F238E27FC236}">
                  <a16:creationId xmlns:a16="http://schemas.microsoft.com/office/drawing/2014/main" id="{48AC1770-CB0D-4E0F-BBE4-41A23A7256AC}"/>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47" name="Oval 46">
              <a:extLst>
                <a:ext uri="{FF2B5EF4-FFF2-40B4-BE49-F238E27FC236}">
                  <a16:creationId xmlns:a16="http://schemas.microsoft.com/office/drawing/2014/main" id="{4DE4736B-6655-4B31-833F-1C130B67E3D0}"/>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2841850839"/>
      </p:ext>
    </p:extLst>
  </p:cSld>
  <p:clrMapOvr>
    <a:masterClrMapping/>
  </p:clrMapOvr>
  <p:transition>
    <p:fade/>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itle slide with graphic 3">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82863"/>
            <a:ext cx="5428936" cy="1828800"/>
          </a:xfrm>
          <a:prstGeom prst="rect">
            <a:avLst/>
          </a:prstGeom>
          <a:noFill/>
        </p:spPr>
        <p:txBody>
          <a:bodyPr lIns="0" tIns="0" rIns="0" bIns="182880" anchor="b" anchorCtr="0"/>
          <a:lstStyle>
            <a:lvl1pPr>
              <a:defRPr sz="4800" strike="noStrike" spc="-49"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436713"/>
            <a:ext cx="5413394" cy="753369"/>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pic>
        <p:nvPicPr>
          <p:cNvPr id="4" name="Picture 3" descr="A picture containing drawing&#10;&#10;Description automatically generated">
            <a:extLst>
              <a:ext uri="{FF2B5EF4-FFF2-40B4-BE49-F238E27FC236}">
                <a16:creationId xmlns:a16="http://schemas.microsoft.com/office/drawing/2014/main" id="{57D6331F-1A15-46AA-A57A-300CC97487E4}"/>
              </a:ext>
            </a:extLst>
          </p:cNvPr>
          <p:cNvPicPr>
            <a:picLocks noChangeAspect="1"/>
          </p:cNvPicPr>
          <p:nvPr userDrawn="1"/>
        </p:nvPicPr>
        <p:blipFill>
          <a:blip r:embed="rId2"/>
          <a:stretch>
            <a:fillRect/>
          </a:stretch>
        </p:blipFill>
        <p:spPr>
          <a:xfrm>
            <a:off x="136886" y="162871"/>
            <a:ext cx="2635247" cy="889107"/>
          </a:xfrm>
          <a:prstGeom prst="rect">
            <a:avLst/>
          </a:prstGeom>
        </p:spPr>
      </p:pic>
      <p:sp>
        <p:nvSpPr>
          <p:cNvPr id="72" name="Rectangle 71">
            <a:extLst>
              <a:ext uri="{FF2B5EF4-FFF2-40B4-BE49-F238E27FC236}">
                <a16:creationId xmlns:a16="http://schemas.microsoft.com/office/drawing/2014/main" id="{5E3B1CB1-53A4-41B0-A2BE-8C0CF51F9838}"/>
              </a:ext>
            </a:extLst>
          </p:cNvPr>
          <p:cNvSpPr/>
          <p:nvPr userDrawn="1"/>
        </p:nvSpPr>
        <p:spPr bwMode="auto">
          <a:xfrm>
            <a:off x="6229842" y="0"/>
            <a:ext cx="5962158" cy="6994525"/>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pic>
        <p:nvPicPr>
          <p:cNvPr id="73" name="Picture 72">
            <a:extLst>
              <a:ext uri="{FF2B5EF4-FFF2-40B4-BE49-F238E27FC236}">
                <a16:creationId xmlns:a16="http://schemas.microsoft.com/office/drawing/2014/main" id="{D680D2A1-07E3-478C-BBA8-560737A24311}"/>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6111902" y="0"/>
            <a:ext cx="6080099" cy="6994525"/>
          </a:xfrm>
          <a:prstGeom prst="rect">
            <a:avLst/>
          </a:prstGeom>
        </p:spPr>
      </p:pic>
      <p:grpSp>
        <p:nvGrpSpPr>
          <p:cNvPr id="74" name="Graphic 1">
            <a:extLst>
              <a:ext uri="{FF2B5EF4-FFF2-40B4-BE49-F238E27FC236}">
                <a16:creationId xmlns:a16="http://schemas.microsoft.com/office/drawing/2014/main" id="{4D1B2C3D-109D-46DF-9BA8-640EAF66A03A}"/>
              </a:ext>
            </a:extLst>
          </p:cNvPr>
          <p:cNvGrpSpPr/>
          <p:nvPr userDrawn="1"/>
        </p:nvGrpSpPr>
        <p:grpSpPr>
          <a:xfrm>
            <a:off x="6600946" y="876893"/>
            <a:ext cx="5148588" cy="5240740"/>
            <a:chOff x="5179859" y="2459480"/>
            <a:chExt cx="2077534" cy="2073148"/>
          </a:xfrm>
          <a:gradFill>
            <a:gsLst>
              <a:gs pos="100000">
                <a:schemeClr val="tx2"/>
              </a:gs>
              <a:gs pos="23000">
                <a:schemeClr val="accent5"/>
              </a:gs>
            </a:gsLst>
            <a:lin ang="10800000" scaled="1"/>
          </a:gradFill>
        </p:grpSpPr>
        <p:sp>
          <p:nvSpPr>
            <p:cNvPr id="75" name="Freeform: Shape 74">
              <a:extLst>
                <a:ext uri="{FF2B5EF4-FFF2-40B4-BE49-F238E27FC236}">
                  <a16:creationId xmlns:a16="http://schemas.microsoft.com/office/drawing/2014/main" id="{4DD6AF04-319F-47B0-AAC8-6520DF9B67CE}"/>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dirty="0"/>
            </a:p>
          </p:txBody>
        </p:sp>
        <p:sp>
          <p:nvSpPr>
            <p:cNvPr id="76" name="Freeform: Shape 75">
              <a:extLst>
                <a:ext uri="{FF2B5EF4-FFF2-40B4-BE49-F238E27FC236}">
                  <a16:creationId xmlns:a16="http://schemas.microsoft.com/office/drawing/2014/main" id="{283985E4-C6DA-4D56-A4B2-188AF3D29025}"/>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dirty="0"/>
            </a:p>
          </p:txBody>
        </p:sp>
        <p:sp>
          <p:nvSpPr>
            <p:cNvPr id="77" name="Freeform: Shape 76">
              <a:extLst>
                <a:ext uri="{FF2B5EF4-FFF2-40B4-BE49-F238E27FC236}">
                  <a16:creationId xmlns:a16="http://schemas.microsoft.com/office/drawing/2014/main" id="{720519B8-1B86-435B-BE56-B5FAEAD39754}"/>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dirty="0"/>
            </a:p>
          </p:txBody>
        </p:sp>
        <p:sp>
          <p:nvSpPr>
            <p:cNvPr id="78" name="Freeform: Shape 77">
              <a:extLst>
                <a:ext uri="{FF2B5EF4-FFF2-40B4-BE49-F238E27FC236}">
                  <a16:creationId xmlns:a16="http://schemas.microsoft.com/office/drawing/2014/main" id="{DF83B222-A47F-44B5-9AB0-6ED40197E618}"/>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dirty="0"/>
            </a:p>
          </p:txBody>
        </p:sp>
        <p:sp>
          <p:nvSpPr>
            <p:cNvPr id="79" name="Freeform: Shape 78">
              <a:extLst>
                <a:ext uri="{FF2B5EF4-FFF2-40B4-BE49-F238E27FC236}">
                  <a16:creationId xmlns:a16="http://schemas.microsoft.com/office/drawing/2014/main" id="{589A001D-6C7B-4022-B9DE-F83CEC98FE10}"/>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dirty="0"/>
            </a:p>
          </p:txBody>
        </p:sp>
        <p:sp>
          <p:nvSpPr>
            <p:cNvPr id="80" name="Freeform: Shape 79">
              <a:extLst>
                <a:ext uri="{FF2B5EF4-FFF2-40B4-BE49-F238E27FC236}">
                  <a16:creationId xmlns:a16="http://schemas.microsoft.com/office/drawing/2014/main" id="{5DCC5C22-8F39-4F71-91FB-71155D0A374F}"/>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dirty="0"/>
            </a:p>
          </p:txBody>
        </p:sp>
        <p:sp>
          <p:nvSpPr>
            <p:cNvPr id="81" name="Freeform: Shape 80">
              <a:extLst>
                <a:ext uri="{FF2B5EF4-FFF2-40B4-BE49-F238E27FC236}">
                  <a16:creationId xmlns:a16="http://schemas.microsoft.com/office/drawing/2014/main" id="{0ABDA59A-625F-451E-BBC5-4F89B8E5CA51}"/>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dirty="0"/>
            </a:p>
          </p:txBody>
        </p:sp>
        <p:sp>
          <p:nvSpPr>
            <p:cNvPr id="82" name="Freeform: Shape 81">
              <a:extLst>
                <a:ext uri="{FF2B5EF4-FFF2-40B4-BE49-F238E27FC236}">
                  <a16:creationId xmlns:a16="http://schemas.microsoft.com/office/drawing/2014/main" id="{8FF37886-1883-475A-9E61-5E78DBBEDDAE}"/>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dirty="0"/>
            </a:p>
          </p:txBody>
        </p:sp>
        <p:sp>
          <p:nvSpPr>
            <p:cNvPr id="83" name="Freeform: Shape 82">
              <a:extLst>
                <a:ext uri="{FF2B5EF4-FFF2-40B4-BE49-F238E27FC236}">
                  <a16:creationId xmlns:a16="http://schemas.microsoft.com/office/drawing/2014/main" id="{798377FB-665F-4899-86A8-48FF769AC164}"/>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dirty="0"/>
            </a:p>
          </p:txBody>
        </p:sp>
        <p:sp>
          <p:nvSpPr>
            <p:cNvPr id="84" name="Freeform: Shape 83">
              <a:extLst>
                <a:ext uri="{FF2B5EF4-FFF2-40B4-BE49-F238E27FC236}">
                  <a16:creationId xmlns:a16="http://schemas.microsoft.com/office/drawing/2014/main" id="{A1B6E554-C7FE-437C-B43A-26461DDBED1D}"/>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dirty="0"/>
            </a:p>
          </p:txBody>
        </p:sp>
        <p:sp>
          <p:nvSpPr>
            <p:cNvPr id="85" name="Freeform: Shape 84">
              <a:extLst>
                <a:ext uri="{FF2B5EF4-FFF2-40B4-BE49-F238E27FC236}">
                  <a16:creationId xmlns:a16="http://schemas.microsoft.com/office/drawing/2014/main" id="{6916078A-4E6C-4B1D-8F43-B3F2605CCBBA}"/>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dirty="0"/>
            </a:p>
          </p:txBody>
        </p:sp>
        <p:sp>
          <p:nvSpPr>
            <p:cNvPr id="86" name="Freeform: Shape 85">
              <a:extLst>
                <a:ext uri="{FF2B5EF4-FFF2-40B4-BE49-F238E27FC236}">
                  <a16:creationId xmlns:a16="http://schemas.microsoft.com/office/drawing/2014/main" id="{870BEE33-905A-44A9-86EB-CC160AFE1010}"/>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dirty="0"/>
            </a:p>
          </p:txBody>
        </p:sp>
        <p:sp>
          <p:nvSpPr>
            <p:cNvPr id="87" name="Freeform: Shape 86">
              <a:extLst>
                <a:ext uri="{FF2B5EF4-FFF2-40B4-BE49-F238E27FC236}">
                  <a16:creationId xmlns:a16="http://schemas.microsoft.com/office/drawing/2014/main" id="{D0FEA133-67C4-462C-B78A-0D3B435D0A56}"/>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dirty="0"/>
            </a:p>
          </p:txBody>
        </p:sp>
        <p:sp>
          <p:nvSpPr>
            <p:cNvPr id="88" name="Freeform: Shape 87">
              <a:extLst>
                <a:ext uri="{FF2B5EF4-FFF2-40B4-BE49-F238E27FC236}">
                  <a16:creationId xmlns:a16="http://schemas.microsoft.com/office/drawing/2014/main" id="{0191B600-F65E-475C-99A2-EDC38A117B47}"/>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dirty="0"/>
            </a:p>
          </p:txBody>
        </p:sp>
        <p:sp>
          <p:nvSpPr>
            <p:cNvPr id="89" name="Freeform: Shape 88">
              <a:extLst>
                <a:ext uri="{FF2B5EF4-FFF2-40B4-BE49-F238E27FC236}">
                  <a16:creationId xmlns:a16="http://schemas.microsoft.com/office/drawing/2014/main" id="{81D1CB41-4153-4C2B-95A8-8E51D544C2A6}"/>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dirty="0"/>
            </a:p>
          </p:txBody>
        </p:sp>
        <p:sp>
          <p:nvSpPr>
            <p:cNvPr id="90" name="Freeform: Shape 89">
              <a:extLst>
                <a:ext uri="{FF2B5EF4-FFF2-40B4-BE49-F238E27FC236}">
                  <a16:creationId xmlns:a16="http://schemas.microsoft.com/office/drawing/2014/main" id="{AD85E53E-76EE-4693-B925-448F1AED55C3}"/>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dirty="0"/>
            </a:p>
          </p:txBody>
        </p:sp>
        <p:sp>
          <p:nvSpPr>
            <p:cNvPr id="91" name="Freeform: Shape 90">
              <a:extLst>
                <a:ext uri="{FF2B5EF4-FFF2-40B4-BE49-F238E27FC236}">
                  <a16:creationId xmlns:a16="http://schemas.microsoft.com/office/drawing/2014/main" id="{FBF422B5-FEC5-4A6F-980D-F4DCB2842F2D}"/>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dirty="0"/>
            </a:p>
          </p:txBody>
        </p:sp>
        <p:sp>
          <p:nvSpPr>
            <p:cNvPr id="92" name="Freeform: Shape 91">
              <a:extLst>
                <a:ext uri="{FF2B5EF4-FFF2-40B4-BE49-F238E27FC236}">
                  <a16:creationId xmlns:a16="http://schemas.microsoft.com/office/drawing/2014/main" id="{73E90C96-7BF3-4653-8F6B-20B2AEFF9C9A}"/>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dirty="0"/>
            </a:p>
          </p:txBody>
        </p:sp>
        <p:sp>
          <p:nvSpPr>
            <p:cNvPr id="93" name="Freeform: Shape 92">
              <a:extLst>
                <a:ext uri="{FF2B5EF4-FFF2-40B4-BE49-F238E27FC236}">
                  <a16:creationId xmlns:a16="http://schemas.microsoft.com/office/drawing/2014/main" id="{10255508-CD31-475F-9938-E6992594AD7F}"/>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dirty="0"/>
            </a:p>
          </p:txBody>
        </p:sp>
        <p:sp>
          <p:nvSpPr>
            <p:cNvPr id="94" name="Freeform: Shape 93">
              <a:extLst>
                <a:ext uri="{FF2B5EF4-FFF2-40B4-BE49-F238E27FC236}">
                  <a16:creationId xmlns:a16="http://schemas.microsoft.com/office/drawing/2014/main" id="{6180CF46-AD3A-4882-BF8C-42A4079F05AC}"/>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dirty="0"/>
            </a:p>
          </p:txBody>
        </p:sp>
        <p:sp>
          <p:nvSpPr>
            <p:cNvPr id="95" name="Freeform: Shape 94">
              <a:extLst>
                <a:ext uri="{FF2B5EF4-FFF2-40B4-BE49-F238E27FC236}">
                  <a16:creationId xmlns:a16="http://schemas.microsoft.com/office/drawing/2014/main" id="{E32DF239-2F1F-4DEF-84E6-8AA4C60B1814}"/>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dirty="0"/>
            </a:p>
          </p:txBody>
        </p:sp>
        <p:sp>
          <p:nvSpPr>
            <p:cNvPr id="96" name="Freeform: Shape 95">
              <a:extLst>
                <a:ext uri="{FF2B5EF4-FFF2-40B4-BE49-F238E27FC236}">
                  <a16:creationId xmlns:a16="http://schemas.microsoft.com/office/drawing/2014/main" id="{1FF529E2-E4DE-4BC2-AD36-9E2F91168396}"/>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dirty="0"/>
            </a:p>
          </p:txBody>
        </p:sp>
        <p:sp>
          <p:nvSpPr>
            <p:cNvPr id="97" name="Freeform: Shape 96">
              <a:extLst>
                <a:ext uri="{FF2B5EF4-FFF2-40B4-BE49-F238E27FC236}">
                  <a16:creationId xmlns:a16="http://schemas.microsoft.com/office/drawing/2014/main" id="{EBD42EE8-F67C-4184-AC55-B277B9D45512}"/>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dirty="0"/>
            </a:p>
          </p:txBody>
        </p:sp>
        <p:sp>
          <p:nvSpPr>
            <p:cNvPr id="98" name="Freeform: Shape 97">
              <a:extLst>
                <a:ext uri="{FF2B5EF4-FFF2-40B4-BE49-F238E27FC236}">
                  <a16:creationId xmlns:a16="http://schemas.microsoft.com/office/drawing/2014/main" id="{2FCFEDC0-0434-46B3-BDE6-2A548497D148}"/>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dirty="0"/>
            </a:p>
          </p:txBody>
        </p:sp>
      </p:grpSp>
    </p:spTree>
    <p:extLst>
      <p:ext uri="{BB962C8B-B14F-4D97-AF65-F5344CB8AC3E}">
        <p14:creationId xmlns:p14="http://schemas.microsoft.com/office/powerpoint/2010/main" val="22696366"/>
      </p:ext>
    </p:extLst>
  </p:cSld>
  <p:clrMapOvr>
    <a:masterClrMapping/>
  </p:clrMapOvr>
  <p:transition>
    <p:fade/>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2" name="Footer Placeholder 1">
            <a:extLst>
              <a:ext uri="{FF2B5EF4-FFF2-40B4-BE49-F238E27FC236}">
                <a16:creationId xmlns:a16="http://schemas.microsoft.com/office/drawing/2014/main" id="{B852478B-55EF-4189-A468-2CD5FFD82747}"/>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2732993829"/>
      </p:ext>
    </p:extLst>
  </p:cSld>
  <p:clrMapOvr>
    <a:masterClrMapping/>
  </p:clrMapOvr>
  <p:transition>
    <p:fade/>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418643" y="449263"/>
            <a:ext cx="11341268" cy="655637"/>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432089" y="1104900"/>
            <a:ext cx="11341268" cy="408075"/>
          </a:xfrm>
        </p:spPr>
        <p:txBody>
          <a:bodyPr tIns="45720" rIns="0" bIns="45720"/>
          <a:lstStyle>
            <a:lvl1pPr>
              <a:defRPr sz="2000">
                <a:solidFill>
                  <a:schemeClr val="tx1"/>
                </a:solidFill>
              </a:defRPr>
            </a:lvl1pPr>
          </a:lstStyle>
          <a:p>
            <a:r>
              <a:rPr lang="en-US"/>
              <a:t>Subheading Segoe UI </a:t>
            </a:r>
            <a:r>
              <a:rPr lang="en-US" err="1"/>
              <a:t>Semibold</a:t>
            </a:r>
            <a:r>
              <a:rPr lang="en-US"/>
              <a:t> 20 </a:t>
            </a:r>
            <a:r>
              <a:rPr lang="en-US" err="1"/>
              <a:t>pt</a:t>
            </a:r>
            <a:endParaRPr lang="en-US"/>
          </a:p>
        </p:txBody>
      </p:sp>
      <p:sp>
        <p:nvSpPr>
          <p:cNvPr id="2" name="Footer Placeholder 1">
            <a:extLst>
              <a:ext uri="{FF2B5EF4-FFF2-40B4-BE49-F238E27FC236}">
                <a16:creationId xmlns:a16="http://schemas.microsoft.com/office/drawing/2014/main" id="{64899B17-8D01-4107-A0A6-0451351ABAED}"/>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3426378941"/>
      </p:ext>
    </p:extLst>
  </p:cSld>
  <p:clrMapOvr>
    <a:masterClrMapping/>
  </p:clrMapOvr>
  <p:transition>
    <p:fade/>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1_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9101" y="1485900"/>
            <a:ext cx="11340811" cy="2092691"/>
          </a:xfrm>
        </p:spPr>
        <p:txBody>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F415B60E-29D3-45EF-9FD0-D9924E0B78BB}"/>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3550528836"/>
      </p:ext>
    </p:extLst>
  </p:cSld>
  <p:clrMapOvr>
    <a:masterClrMapping/>
  </p:clrMapOvr>
  <p:transition>
    <p:fade/>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ext Layout with footno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9101" y="1485900"/>
            <a:ext cx="11340811" cy="2092691"/>
          </a:xfrm>
        </p:spPr>
        <p:txBody>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F5777EA2-9454-422E-AEC3-45CEC596AEB8}"/>
              </a:ext>
            </a:extLst>
          </p:cNvPr>
          <p:cNvSpPr/>
          <p:nvPr userDrawn="1"/>
        </p:nvSpPr>
        <p:spPr bwMode="auto">
          <a:xfrm>
            <a:off x="0" y="5783436"/>
            <a:ext cx="12192000" cy="761825"/>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764357BA-0098-4BE6-A38B-76E4D9E64E6E}"/>
              </a:ext>
            </a:extLst>
          </p:cNvPr>
          <p:cNvSpPr>
            <a:spLocks noGrp="1"/>
          </p:cNvSpPr>
          <p:nvPr>
            <p:ph type="body" sz="quarter" idx="11"/>
          </p:nvPr>
        </p:nvSpPr>
        <p:spPr>
          <a:xfrm>
            <a:off x="418643" y="5913226"/>
            <a:ext cx="11341268" cy="502246"/>
          </a:xfrm>
        </p:spPr>
        <p:txBody>
          <a:bodyPr anchor="ctr"/>
          <a:lstStyle>
            <a:lvl1pPr>
              <a:defRPr sz="2000"/>
            </a:lvl1pPr>
          </a:lstStyle>
          <a:p>
            <a:pPr lvl="0"/>
            <a:r>
              <a:rPr lang="en-US"/>
              <a:t>Click to edit Master text styles</a:t>
            </a:r>
          </a:p>
        </p:txBody>
      </p:sp>
      <p:sp>
        <p:nvSpPr>
          <p:cNvPr id="4" name="Footer Placeholder 1">
            <a:extLst>
              <a:ext uri="{FF2B5EF4-FFF2-40B4-BE49-F238E27FC236}">
                <a16:creationId xmlns:a16="http://schemas.microsoft.com/office/drawing/2014/main" id="{BBE90075-187C-4F60-81BA-E239B43D9044}"/>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427754137"/>
      </p:ext>
    </p:extLst>
  </p:cSld>
  <p:clrMapOvr>
    <a:masterClrMapping/>
  </p:clrMapOvr>
  <p:transition>
    <p:fade/>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41468" y="1485899"/>
            <a:ext cx="5543785" cy="3837711"/>
          </a:xfrm>
          <a:solidFill>
            <a:schemeClr val="bg1">
              <a:lumMod val="95000"/>
            </a:schemeClr>
          </a:solidFill>
        </p:spPr>
        <p:txBody>
          <a:bodyPr lIns="137160">
            <a:noAutofit/>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1884D379-CA81-40D3-9E78-E89E7861D50F}"/>
              </a:ext>
            </a:extLst>
          </p:cNvPr>
          <p:cNvSpPr>
            <a:spLocks noGrp="1"/>
          </p:cNvSpPr>
          <p:nvPr>
            <p:ph sz="quarter" idx="11"/>
          </p:nvPr>
        </p:nvSpPr>
        <p:spPr>
          <a:xfrm>
            <a:off x="6229350" y="1485899"/>
            <a:ext cx="5543550" cy="3837711"/>
          </a:xfrm>
          <a:solidFill>
            <a:schemeClr val="bg1">
              <a:lumMod val="95000"/>
            </a:schemeClr>
          </a:solidFill>
        </p:spPr>
        <p:txBody>
          <a:bodyPr lIns="137160">
            <a:noAutofit/>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1EECB910-8937-4CC4-AEC5-2DD554C2D636}"/>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1680105791"/>
      </p:ext>
    </p:extLst>
  </p:cSld>
  <p:clrMapOvr>
    <a:masterClrMapping/>
  </p:clrMapOvr>
  <p:transition>
    <p:fade/>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9263"/>
            <a:ext cx="11341268" cy="69373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8643" y="1485900"/>
            <a:ext cx="5394960" cy="2537388"/>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3"/>
            <a:r>
              <a:rPr lang="en-US"/>
              <a:t>Third level</a:t>
            </a:r>
          </a:p>
          <a:p>
            <a:pPr lvl="3"/>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6089277" y="1643326"/>
            <a:ext cx="0" cy="2299463"/>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364951" y="1485900"/>
            <a:ext cx="5394960" cy="2537388"/>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3"/>
            <a:r>
              <a:rPr lang="en-US"/>
              <a:t>Third level</a:t>
            </a:r>
          </a:p>
          <a:p>
            <a:pPr lvl="3"/>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p:txBody>
      </p:sp>
      <p:sp>
        <p:nvSpPr>
          <p:cNvPr id="2" name="Footer Placeholder 1">
            <a:extLst>
              <a:ext uri="{FF2B5EF4-FFF2-40B4-BE49-F238E27FC236}">
                <a16:creationId xmlns:a16="http://schemas.microsoft.com/office/drawing/2014/main" id="{7516BD94-AE1C-455F-8D7D-7082BB27F029}"/>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1274103492"/>
      </p:ext>
    </p:extLst>
  </p:cSld>
  <p:clrMapOvr>
    <a:masterClrMapping/>
  </p:clrMapOvr>
  <p:transition>
    <p:fade/>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1_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9263"/>
            <a:ext cx="11341268" cy="69373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8642" y="1485901"/>
            <a:ext cx="5394960" cy="4828883"/>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3"/>
            <a:r>
              <a:rPr lang="en-US"/>
              <a:t>Third level</a:t>
            </a:r>
          </a:p>
          <a:p>
            <a:pPr lvl="3"/>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6089276" y="1643326"/>
            <a:ext cx="0" cy="4654055"/>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364951" y="1485901"/>
            <a:ext cx="5394960" cy="4828883"/>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3"/>
            <a:r>
              <a:rPr lang="en-US"/>
              <a:t>Third level</a:t>
            </a:r>
          </a:p>
          <a:p>
            <a:pPr lvl="3"/>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p:txBody>
      </p:sp>
      <p:sp>
        <p:nvSpPr>
          <p:cNvPr id="2" name="Footer Placeholder 1">
            <a:extLst>
              <a:ext uri="{FF2B5EF4-FFF2-40B4-BE49-F238E27FC236}">
                <a16:creationId xmlns:a16="http://schemas.microsoft.com/office/drawing/2014/main" id="{87A06669-B2CF-43F2-99B5-001A005A3AA1}"/>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1931915443"/>
      </p:ext>
    </p:extLst>
  </p:cSld>
  <p:clrMapOvr>
    <a:masterClrMapping/>
  </p:clrMapOvr>
  <p:transition>
    <p:fade/>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1_Bulleted 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41468" y="1485899"/>
            <a:ext cx="5543785" cy="1738938"/>
          </a:xfrm>
          <a:solidFill>
            <a:schemeClr val="bg1">
              <a:lumMod val="95000"/>
            </a:schemeClr>
          </a:solidFill>
        </p:spPr>
        <p:txBody>
          <a:bodyPr lIns="137160" rIns="137160"/>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3"/>
            <a:r>
              <a:rPr lang="en-US"/>
              <a:t>Third level</a:t>
            </a:r>
          </a:p>
          <a:p>
            <a:pPr lvl="3"/>
            <a:r>
              <a:rPr lang="en-US"/>
              <a:t>Fourth level</a:t>
            </a:r>
          </a:p>
        </p:txBody>
      </p: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229351" y="1485899"/>
            <a:ext cx="5531577" cy="1738938"/>
          </a:xfrm>
          <a:solidFill>
            <a:schemeClr val="bg1">
              <a:lumMod val="95000"/>
            </a:schemeClr>
          </a:solidFill>
        </p:spPr>
        <p:txBody>
          <a:bodyPr lIns="137160" rIns="137160"/>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3"/>
            <a:r>
              <a:rPr lang="en-US"/>
              <a:t>Third level</a:t>
            </a:r>
          </a:p>
          <a:p>
            <a:pPr lvl="3"/>
            <a:r>
              <a:rPr lang="en-US"/>
              <a:t>Fourth level</a:t>
            </a:r>
          </a:p>
        </p:txBody>
      </p:sp>
      <p:sp>
        <p:nvSpPr>
          <p:cNvPr id="2" name="Footer Placeholder 1">
            <a:extLst>
              <a:ext uri="{FF2B5EF4-FFF2-40B4-BE49-F238E27FC236}">
                <a16:creationId xmlns:a16="http://schemas.microsoft.com/office/drawing/2014/main" id="{FD7644AB-9D01-4585-9388-8EB76A4E16D3}"/>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2160897392"/>
      </p:ext>
    </p:extLst>
  </p:cSld>
  <p:clrMapOvr>
    <a:masterClrMapping/>
  </p:clrMapOvr>
  <p:transition>
    <p:fade/>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994525"/>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150394"/>
            <a:ext cx="1959432" cy="693737"/>
          </a:xfrm>
        </p:spPr>
        <p:txBody>
          <a:bodyPr anchor="ctr"/>
          <a:lstStyle>
            <a:lvl1pPr>
              <a:defRPr>
                <a:solidFill>
                  <a:schemeClr val="bg1"/>
                </a:solidFill>
              </a:defRPr>
            </a:lvl1pPr>
          </a:lstStyle>
          <a:p>
            <a:r>
              <a:rPr lang="en-US"/>
              <a:t>Agenda</a:t>
            </a:r>
            <a:br>
              <a:rPr lang="en-US"/>
            </a:br>
            <a:r>
              <a:rPr lang="en-US"/>
              <a:t>3 rows</a:t>
            </a:r>
          </a:p>
        </p:txBody>
      </p:sp>
      <p:sp>
        <p:nvSpPr>
          <p:cNvPr id="5" name="Text Placeholder 4"/>
          <p:cNvSpPr>
            <a:spLocks noGrp="1"/>
          </p:cNvSpPr>
          <p:nvPr>
            <p:ph type="body" sz="quarter" idx="11" hasCustomPrompt="1"/>
          </p:nvPr>
        </p:nvSpPr>
        <p:spPr>
          <a:xfrm>
            <a:off x="4078288" y="1385953"/>
            <a:ext cx="7695070" cy="1248809"/>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2872859"/>
            <a:ext cx="7695070" cy="1248809"/>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5" name="Text Placeholder 4">
            <a:extLst>
              <a:ext uri="{FF2B5EF4-FFF2-40B4-BE49-F238E27FC236}">
                <a16:creationId xmlns:a16="http://schemas.microsoft.com/office/drawing/2014/main" id="{17004B21-C7C1-4F96-8432-F7255C26DB8E}"/>
              </a:ext>
            </a:extLst>
          </p:cNvPr>
          <p:cNvSpPr>
            <a:spLocks noGrp="1"/>
          </p:cNvSpPr>
          <p:nvPr>
            <p:ph type="body" sz="quarter" idx="20" hasCustomPrompt="1"/>
          </p:nvPr>
        </p:nvSpPr>
        <p:spPr>
          <a:xfrm>
            <a:off x="4078288" y="4359765"/>
            <a:ext cx="7695070" cy="124880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D3BC550B-9B11-4380-8D6F-F4741FB779EC}"/>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1970518856"/>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994525"/>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150394"/>
            <a:ext cx="1959432" cy="693737"/>
          </a:xfrm>
        </p:spPr>
        <p:txBody>
          <a:bodyPr anchor="ctr"/>
          <a:lstStyle>
            <a:lvl1pPr>
              <a:defRPr>
                <a:solidFill>
                  <a:schemeClr val="bg1"/>
                </a:solidFill>
              </a:defRPr>
            </a:lvl1pPr>
          </a:lstStyle>
          <a:p>
            <a:r>
              <a:rPr lang="en-US"/>
              <a:t>Agenda</a:t>
            </a:r>
            <a:br>
              <a:rPr lang="en-US"/>
            </a:br>
            <a:r>
              <a:rPr lang="en-US"/>
              <a:t>4 rows</a:t>
            </a:r>
          </a:p>
        </p:txBody>
      </p:sp>
      <p:sp>
        <p:nvSpPr>
          <p:cNvPr id="5" name="Text Placeholder 4"/>
          <p:cNvSpPr>
            <a:spLocks noGrp="1"/>
          </p:cNvSpPr>
          <p:nvPr>
            <p:ph type="body" sz="quarter" idx="11" hasCustomPrompt="1"/>
          </p:nvPr>
        </p:nvSpPr>
        <p:spPr>
          <a:xfrm>
            <a:off x="4078288" y="1005327"/>
            <a:ext cx="7695070" cy="914400"/>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2385983"/>
            <a:ext cx="7695070" cy="914400"/>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3766638"/>
            <a:ext cx="7695070" cy="91440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5147293"/>
            <a:ext cx="7695070" cy="91440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1FA6548C-890C-4150-B5BD-A8AF55A82E70}"/>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3483929092"/>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994525"/>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150394"/>
            <a:ext cx="1959432" cy="693737"/>
          </a:xfrm>
        </p:spPr>
        <p:txBody>
          <a:bodyPr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4078288" y="704884"/>
            <a:ext cx="7695070" cy="839022"/>
          </a:xfrm>
        </p:spPr>
        <p:txBody>
          <a:bodyPr vert="horz" wrap="square" lIns="0" tIns="0" rIns="0" bIns="0" rtlCol="0" anchor="ctr">
            <a:noAutofit/>
          </a:bodyPr>
          <a:lstStyle>
            <a:lvl2pPr>
              <a:defRPr lang="en-US" sz="1800" b="0" dirty="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1652182"/>
            <a:ext cx="7695070" cy="839022"/>
          </a:xfr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2599480"/>
            <a:ext cx="7695070" cy="839022"/>
          </a:xfr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4078288" y="3546778"/>
            <a:ext cx="7695070" cy="839022"/>
          </a:xfr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4494077"/>
            <a:ext cx="7695070" cy="83902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8" y="5441377"/>
            <a:ext cx="7695070" cy="83902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3CE3F527-08C7-43D0-8032-F2A71F76D6A3}"/>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3733068538"/>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994525"/>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150394"/>
            <a:ext cx="1959432" cy="693737"/>
          </a:xfrm>
        </p:spPr>
        <p:txBody>
          <a:bodyPr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4078289" y="475632"/>
            <a:ext cx="7695069" cy="689344"/>
          </a:xfr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4" name="Text Placeholder 4"/>
          <p:cNvSpPr>
            <a:spLocks noGrp="1"/>
          </p:cNvSpPr>
          <p:nvPr>
            <p:ph type="body" sz="quarter" idx="15" hasCustomPrompt="1"/>
          </p:nvPr>
        </p:nvSpPr>
        <p:spPr>
          <a:xfrm>
            <a:off x="4078289" y="1240477"/>
            <a:ext cx="7695069" cy="689344"/>
          </a:xfrm>
        </p:spPr>
        <p:txBody>
          <a:bodyPr vert="horz" wrap="square" lIns="0" tIns="0" rIns="0" bIns="0" rtlCol="0" anchor="ctr">
            <a:noAutofit/>
          </a:bodyPr>
          <a:lstStyle>
            <a:lvl2pPr>
              <a:defRPr lang="en-US" sz="1600" b="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6" name="Text Placeholder 4"/>
          <p:cNvSpPr>
            <a:spLocks noGrp="1"/>
          </p:cNvSpPr>
          <p:nvPr>
            <p:ph type="body" sz="quarter" idx="17" hasCustomPrompt="1"/>
          </p:nvPr>
        </p:nvSpPr>
        <p:spPr>
          <a:xfrm>
            <a:off x="4078289" y="2005322"/>
            <a:ext cx="7695069" cy="689344"/>
          </a:xfrm>
        </p:spPr>
        <p:txBody>
          <a:bodyPr vert="horz" wrap="square" lIns="0" tIns="0" rIns="0" bIns="0" rtlCol="0" anchor="ctr">
            <a:noAutofit/>
          </a:bodyPr>
          <a:lstStyle>
            <a:lvl2pPr>
              <a:defRPr lang="en-US" sz="1600" b="0" dirty="0" smtClean="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8" name="Text Placeholder 4"/>
          <p:cNvSpPr>
            <a:spLocks noGrp="1"/>
          </p:cNvSpPr>
          <p:nvPr>
            <p:ph type="body" sz="quarter" idx="19" hasCustomPrompt="1"/>
          </p:nvPr>
        </p:nvSpPr>
        <p:spPr>
          <a:xfrm>
            <a:off x="4078289" y="2770167"/>
            <a:ext cx="7695069" cy="689344"/>
          </a:xfr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20" name="Text Placeholder 4"/>
          <p:cNvSpPr>
            <a:spLocks noGrp="1"/>
          </p:cNvSpPr>
          <p:nvPr>
            <p:ph type="body" sz="quarter" idx="21" hasCustomPrompt="1"/>
          </p:nvPr>
        </p:nvSpPr>
        <p:spPr>
          <a:xfrm>
            <a:off x="4078289" y="3535012"/>
            <a:ext cx="7695069" cy="689344"/>
          </a:xfr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9" y="4299857"/>
            <a:ext cx="7695069" cy="689344"/>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4078289" y="5064702"/>
            <a:ext cx="7695069" cy="689344"/>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1" name="Text Placeholder 4">
            <a:extLst>
              <a:ext uri="{FF2B5EF4-FFF2-40B4-BE49-F238E27FC236}">
                <a16:creationId xmlns:a16="http://schemas.microsoft.com/office/drawing/2014/main" id="{BBE4C696-54C0-4167-89B1-D1FE9690F330}"/>
              </a:ext>
            </a:extLst>
          </p:cNvPr>
          <p:cNvSpPr>
            <a:spLocks noGrp="1"/>
          </p:cNvSpPr>
          <p:nvPr>
            <p:ph type="body" sz="quarter" idx="24" hasCustomPrompt="1"/>
          </p:nvPr>
        </p:nvSpPr>
        <p:spPr>
          <a:xfrm>
            <a:off x="4078289" y="5829550"/>
            <a:ext cx="7695069" cy="689344"/>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4" name="Footer Placeholder 1">
            <a:extLst>
              <a:ext uri="{FF2B5EF4-FFF2-40B4-BE49-F238E27FC236}">
                <a16:creationId xmlns:a16="http://schemas.microsoft.com/office/drawing/2014/main" id="{FCBBA077-FCDA-4F62-B502-F11F61DDA34D}"/>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3682493698"/>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4">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1" y="0"/>
            <a:ext cx="2378075" cy="6994525"/>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150394"/>
            <a:ext cx="1959432" cy="693737"/>
          </a:xfrm>
        </p:spPr>
        <p:txBody>
          <a:bodyPr rIns="0"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3619500" y="475632"/>
            <a:ext cx="3330574" cy="689344"/>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4" name="Text Placeholder 4"/>
          <p:cNvSpPr>
            <a:spLocks noGrp="1"/>
          </p:cNvSpPr>
          <p:nvPr>
            <p:ph type="body" sz="quarter" idx="15" hasCustomPrompt="1"/>
          </p:nvPr>
        </p:nvSpPr>
        <p:spPr>
          <a:xfrm>
            <a:off x="3619500" y="1334664"/>
            <a:ext cx="3330574" cy="689344"/>
          </a:xfrm>
        </p:spPr>
        <p:txBody>
          <a:bodyPr vert="horz" wrap="square" lIns="0" tIns="0" rIns="0" bIns="0" rtlCol="0" anchor="ctr">
            <a:noAutofit/>
          </a:bodyPr>
          <a:lstStyle>
            <a:lvl2pPr>
              <a:defRPr lang="en-US" sz="1400" b="0"/>
            </a:lvl2pPr>
          </a:lstStyle>
          <a:p>
            <a:pPr lvl="1">
              <a:buFont typeface="Arial" panose="020B0604020202020204" pitchFamily="34" charset="0"/>
            </a:pPr>
            <a:r>
              <a:rPr lang="en-US"/>
              <a:t>Body copy Segoe UI Regular 14/18. The quick brown fox jumps over the lazy dog. </a:t>
            </a:r>
          </a:p>
        </p:txBody>
      </p:sp>
      <p:sp>
        <p:nvSpPr>
          <p:cNvPr id="16" name="Text Placeholder 4"/>
          <p:cNvSpPr>
            <a:spLocks noGrp="1"/>
          </p:cNvSpPr>
          <p:nvPr>
            <p:ph type="body" sz="quarter" idx="17" hasCustomPrompt="1"/>
          </p:nvPr>
        </p:nvSpPr>
        <p:spPr>
          <a:xfrm>
            <a:off x="3619500" y="2193695"/>
            <a:ext cx="3330574" cy="689344"/>
          </a:xfr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a:t>Body copy Segoe UI Regular 14/18. The quick brown fox jumps over the lazy dog. </a:t>
            </a:r>
          </a:p>
        </p:txBody>
      </p:sp>
      <p:sp>
        <p:nvSpPr>
          <p:cNvPr id="18" name="Text Placeholder 4"/>
          <p:cNvSpPr>
            <a:spLocks noGrp="1"/>
          </p:cNvSpPr>
          <p:nvPr>
            <p:ph type="body" sz="quarter" idx="19" hasCustomPrompt="1"/>
          </p:nvPr>
        </p:nvSpPr>
        <p:spPr>
          <a:xfrm>
            <a:off x="3619500" y="3052726"/>
            <a:ext cx="3330574" cy="689344"/>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20" name="Text Placeholder 4"/>
          <p:cNvSpPr>
            <a:spLocks noGrp="1"/>
          </p:cNvSpPr>
          <p:nvPr>
            <p:ph type="body" sz="quarter" idx="21" hasCustomPrompt="1"/>
          </p:nvPr>
        </p:nvSpPr>
        <p:spPr>
          <a:xfrm>
            <a:off x="3619500" y="3911758"/>
            <a:ext cx="3330574" cy="689344"/>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619500" y="4770789"/>
            <a:ext cx="3330574" cy="689344"/>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3619500" y="5629818"/>
            <a:ext cx="3330574" cy="689344"/>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8331201" y="475632"/>
            <a:ext cx="3442157" cy="689344"/>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8331201" y="1334664"/>
            <a:ext cx="3442157" cy="689344"/>
          </a:xfrm>
        </p:spPr>
        <p:txBody>
          <a:bodyPr vert="horz" wrap="square" lIns="0" tIns="0" rIns="0" bIns="0" rtlCol="0" anchor="ctr">
            <a:noAutofit/>
          </a:bodyPr>
          <a:lstStyle>
            <a:lvl2pPr>
              <a:defRPr lang="en-US" sz="1400" b="0"/>
            </a:lvl2pPr>
          </a:lstStyle>
          <a:p>
            <a:pPr lvl="1">
              <a:buFont typeface="Arial" panose="020B0604020202020204" pitchFamily="34" charset="0"/>
            </a:pPr>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8331201" y="2193695"/>
            <a:ext cx="3442157" cy="689344"/>
          </a:xfr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8331201" y="3052726"/>
            <a:ext cx="3442157" cy="689344"/>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8331201" y="3911758"/>
            <a:ext cx="3442157" cy="689344"/>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8331201" y="4770789"/>
            <a:ext cx="3442157" cy="689344"/>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p>
        </p:txBody>
      </p:sp>
      <p:sp>
        <p:nvSpPr>
          <p:cNvPr id="22" name="Text Placeholder 4">
            <a:extLst>
              <a:ext uri="{FF2B5EF4-FFF2-40B4-BE49-F238E27FC236}">
                <a16:creationId xmlns:a16="http://schemas.microsoft.com/office/drawing/2014/main" id="{1BAD9B5E-AACF-4B5D-9D05-A8B6E03E279B}"/>
              </a:ext>
            </a:extLst>
          </p:cNvPr>
          <p:cNvSpPr>
            <a:spLocks noGrp="1"/>
          </p:cNvSpPr>
          <p:nvPr>
            <p:ph type="body" sz="quarter" idx="30" hasCustomPrompt="1"/>
          </p:nvPr>
        </p:nvSpPr>
        <p:spPr>
          <a:xfrm>
            <a:off x="8331201" y="5629818"/>
            <a:ext cx="3442157" cy="689344"/>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9F52899F-4DD5-4919-A5F9-0A5E692D4537}"/>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478757397"/>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280">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Text option 3">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DB14B4B7-6595-4F80-A720-AEE6406FDDDB}"/>
              </a:ext>
            </a:extLst>
          </p:cNvPr>
          <p:cNvSpPr>
            <a:spLocks noGrp="1"/>
          </p:cNvSpPr>
          <p:nvPr>
            <p:ph type="title" hasCustomPrompt="1"/>
          </p:nvPr>
        </p:nvSpPr>
        <p:spPr/>
        <p:txBody>
          <a:bodyPr/>
          <a:lstStyle/>
          <a:p>
            <a:r>
              <a:rPr lang="en-US"/>
              <a:t>Text layout three columns images and text</a:t>
            </a:r>
          </a:p>
        </p:txBody>
      </p:sp>
      <p:sp>
        <p:nvSpPr>
          <p:cNvPr id="16" name="Rectangle 15">
            <a:extLst>
              <a:ext uri="{FF2B5EF4-FFF2-40B4-BE49-F238E27FC236}">
                <a16:creationId xmlns:a16="http://schemas.microsoft.com/office/drawing/2014/main" id="{A6AC17A7-7CAA-4CA5-89CD-184D76C19F56}"/>
              </a:ext>
              <a:ext uri="{C183D7F6-B498-43B3-948B-1728B52AA6E4}">
                <adec:decorative xmlns:adec="http://schemas.microsoft.com/office/drawing/2017/decorative" val="1"/>
              </a:ext>
            </a:extLst>
          </p:cNvPr>
          <p:cNvSpPr/>
          <p:nvPr userDrawn="1"/>
        </p:nvSpPr>
        <p:spPr bwMode="auto">
          <a:xfrm>
            <a:off x="468134" y="1485899"/>
            <a:ext cx="3603442" cy="3162300"/>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592759" y="1595268"/>
            <a:ext cx="3354191" cy="2943564"/>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5" name="Text Placeholder 4"/>
          <p:cNvSpPr>
            <a:spLocks noGrp="1"/>
          </p:cNvSpPr>
          <p:nvPr>
            <p:ph type="body" sz="quarter" idx="11" hasCustomPrompt="1"/>
          </p:nvPr>
        </p:nvSpPr>
        <p:spPr>
          <a:xfrm>
            <a:off x="418644" y="4801944"/>
            <a:ext cx="3652931" cy="596416"/>
          </a:xfrm>
          <a:prstGeom prst="rect">
            <a:avLst/>
          </a:prstGeom>
        </p:spPr>
        <p:txBody>
          <a:bodyPr lIns="0" tIns="45720" rIns="0" bIns="45720"/>
          <a:lstStyle>
            <a:lvl1pPr marL="0" indent="0">
              <a:lnSpc>
                <a:spcPct val="100000"/>
              </a:lnSpc>
              <a:spcBef>
                <a:spcPts val="1200"/>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418644" y="5114661"/>
            <a:ext cx="3652931" cy="973101"/>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7A2E6301-6404-4EF3-A39A-8E79FFA3C974}"/>
              </a:ext>
              <a:ext uri="{C183D7F6-B498-43B3-948B-1728B52AA6E4}">
                <adec:decorative xmlns:adec="http://schemas.microsoft.com/office/drawing/2017/decorative" val="1"/>
              </a:ext>
            </a:extLst>
          </p:cNvPr>
          <p:cNvSpPr/>
          <p:nvPr userDrawn="1"/>
        </p:nvSpPr>
        <p:spPr bwMode="auto">
          <a:xfrm>
            <a:off x="4308909" y="1485899"/>
            <a:ext cx="3603442" cy="3162300"/>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31" name="Picture Placeholder 7">
            <a:extLst>
              <a:ext uri="{FF2B5EF4-FFF2-40B4-BE49-F238E27FC236}">
                <a16:creationId xmlns:a16="http://schemas.microsoft.com/office/drawing/2014/main" id="{1BE65963-6DE8-471D-88DB-2FC78087003C}"/>
              </a:ext>
            </a:extLst>
          </p:cNvPr>
          <p:cNvSpPr>
            <a:spLocks noGrp="1"/>
          </p:cNvSpPr>
          <p:nvPr>
            <p:ph type="pic" sz="quarter" idx="26" hasCustomPrompt="1"/>
          </p:nvPr>
        </p:nvSpPr>
        <p:spPr>
          <a:xfrm>
            <a:off x="4433535" y="1595268"/>
            <a:ext cx="3354191" cy="2943564"/>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32" name="Text Placeholder 4">
            <a:extLst>
              <a:ext uri="{FF2B5EF4-FFF2-40B4-BE49-F238E27FC236}">
                <a16:creationId xmlns:a16="http://schemas.microsoft.com/office/drawing/2014/main" id="{197742EC-5845-4BB1-84A3-00C1CF89012A}"/>
              </a:ext>
            </a:extLst>
          </p:cNvPr>
          <p:cNvSpPr>
            <a:spLocks noGrp="1"/>
          </p:cNvSpPr>
          <p:nvPr>
            <p:ph type="body" sz="quarter" idx="20" hasCustomPrompt="1"/>
          </p:nvPr>
        </p:nvSpPr>
        <p:spPr>
          <a:xfrm>
            <a:off x="4293970" y="4801944"/>
            <a:ext cx="3618381" cy="596416"/>
          </a:xfrm>
          <a:prstGeom prst="rect">
            <a:avLst/>
          </a:prstGeom>
        </p:spPr>
        <p:txBody>
          <a:bodyPr lIns="0" tIns="45720" rIns="0" bIns="45720"/>
          <a:lstStyle>
            <a:lvl1pPr marL="0" indent="0">
              <a:lnSpc>
                <a:spcPct val="100000"/>
              </a:lnSpc>
              <a:spcBef>
                <a:spcPts val="1200"/>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4293970" y="5114661"/>
            <a:ext cx="3618381" cy="973101"/>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The quick brown fox jumps over the lazy dog. The quick brown fox jumps over the lazy dog.</a:t>
            </a:r>
          </a:p>
        </p:txBody>
      </p:sp>
      <p:sp>
        <p:nvSpPr>
          <p:cNvPr id="17" name="Rectangle 16">
            <a:extLst>
              <a:ext uri="{FF2B5EF4-FFF2-40B4-BE49-F238E27FC236}">
                <a16:creationId xmlns:a16="http://schemas.microsoft.com/office/drawing/2014/main" id="{5EC0DAC3-9E26-491C-A10D-7D086E91DB76}"/>
              </a:ext>
              <a:ext uri="{C183D7F6-B498-43B3-948B-1728B52AA6E4}">
                <adec:decorative xmlns:adec="http://schemas.microsoft.com/office/drawing/2017/decorative" val="1"/>
              </a:ext>
            </a:extLst>
          </p:cNvPr>
          <p:cNvSpPr/>
          <p:nvPr userDrawn="1"/>
        </p:nvSpPr>
        <p:spPr bwMode="auto">
          <a:xfrm>
            <a:off x="8159021" y="1485899"/>
            <a:ext cx="3603442" cy="3162300"/>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33" name="Picture Placeholder 7">
            <a:extLst>
              <a:ext uri="{FF2B5EF4-FFF2-40B4-BE49-F238E27FC236}">
                <a16:creationId xmlns:a16="http://schemas.microsoft.com/office/drawing/2014/main" id="{907DE53F-AA57-4741-9DAA-A44C19F78D30}"/>
              </a:ext>
            </a:extLst>
          </p:cNvPr>
          <p:cNvSpPr>
            <a:spLocks noGrp="1"/>
          </p:cNvSpPr>
          <p:nvPr>
            <p:ph type="pic" sz="quarter" idx="27" hasCustomPrompt="1"/>
          </p:nvPr>
        </p:nvSpPr>
        <p:spPr>
          <a:xfrm>
            <a:off x="8283648" y="1595268"/>
            <a:ext cx="3354191" cy="2943564"/>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10" name="Text Placeholder 4"/>
          <p:cNvSpPr>
            <a:spLocks noGrp="1"/>
          </p:cNvSpPr>
          <p:nvPr>
            <p:ph type="body" sz="quarter" idx="13" hasCustomPrompt="1"/>
          </p:nvPr>
        </p:nvSpPr>
        <p:spPr>
          <a:xfrm>
            <a:off x="8144084" y="4801944"/>
            <a:ext cx="3618381" cy="596416"/>
          </a:xfrm>
          <a:prstGeom prst="rect">
            <a:avLst/>
          </a:prstGeom>
        </p:spPr>
        <p:txBody>
          <a:bodyPr lIns="0" tIns="45720" rIns="0" bIns="45720"/>
          <a:lstStyle>
            <a:lvl1pPr marL="0" indent="0">
              <a:lnSpc>
                <a:spcPct val="100000"/>
              </a:lnSpc>
              <a:spcBef>
                <a:spcPts val="1200"/>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8144084" y="5114661"/>
            <a:ext cx="3618381" cy="973101"/>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D26B0962-7685-4EBF-B99E-792210E71636}"/>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1416170121"/>
      </p:ext>
    </p:extLst>
  </p:cSld>
  <p:clrMapOvr>
    <a:masterClrMapping/>
  </p:clrMapOvr>
  <p:transition>
    <p:fade/>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userDrawn="1"/>
        </p:nvSpPr>
        <p:spPr bwMode="auto">
          <a:xfrm>
            <a:off x="1" y="2576945"/>
            <a:ext cx="9697686" cy="1819564"/>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418644" y="2576945"/>
            <a:ext cx="9189910" cy="1819564"/>
          </a:xfrm>
          <a:prstGeom prst="rect">
            <a:avLst/>
          </a:prstGeom>
          <a:noFill/>
        </p:spPr>
        <p:txBody>
          <a:bodyPr vert="horz" wrap="square" lIns="0" tIns="0" rIns="0" bIns="0" rtlCol="0" anchor="ctr" anchorCtr="0">
            <a:noAutofit/>
          </a:bodyPr>
          <a:lstStyle>
            <a:lvl1pPr>
              <a:defRPr lang="en-US" sz="3600" spc="-49" baseline="0" dirty="0">
                <a:solidFill>
                  <a:schemeClr val="bg1"/>
                </a:solidFill>
              </a:defRPr>
            </a:lvl1pPr>
          </a:lstStyle>
          <a:p>
            <a:pPr marL="0" lvl="0">
              <a:lnSpc>
                <a:spcPts val="5490"/>
              </a:lnSpc>
            </a:pPr>
            <a:r>
              <a:rPr lang="en-US"/>
              <a:t>Section title</a:t>
            </a:r>
          </a:p>
        </p:txBody>
      </p:sp>
      <p:sp>
        <p:nvSpPr>
          <p:cNvPr id="6" name="Rectangle 5">
            <a:extLst>
              <a:ext uri="{FF2B5EF4-FFF2-40B4-BE49-F238E27FC236}">
                <a16:creationId xmlns:a16="http://schemas.microsoft.com/office/drawing/2014/main" id="{E7A7DCD7-2A9A-4303-B73A-A8AA23BAF4B6}"/>
              </a:ext>
            </a:extLst>
          </p:cNvPr>
          <p:cNvSpPr/>
          <p:nvPr userDrawn="1"/>
        </p:nvSpPr>
        <p:spPr bwMode="auto">
          <a:xfrm>
            <a:off x="9697687" y="2576945"/>
            <a:ext cx="2082603" cy="1819564"/>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userDrawn="1"/>
        </p:nvSpPr>
        <p:spPr bwMode="auto">
          <a:xfrm>
            <a:off x="11569483" y="2530475"/>
            <a:ext cx="203874" cy="191250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userDrawn="1"/>
        </p:nvSpPr>
        <p:spPr bwMode="auto">
          <a:xfrm flipH="1">
            <a:off x="9697686" y="2530475"/>
            <a:ext cx="203874" cy="191250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10098361" y="2833254"/>
            <a:ext cx="1281254" cy="1306946"/>
          </a:xfrm>
        </p:spPr>
        <p:txBody>
          <a:bodyPr anchor="ctr">
            <a:noAutofit/>
          </a:bodyPr>
          <a:lstStyle>
            <a:lvl1pPr algn="ctr">
              <a:defRPr/>
            </a:lvl1pPr>
          </a:lstStyle>
          <a:p>
            <a:endParaRPr lang="en-US" dirty="0"/>
          </a:p>
        </p:txBody>
      </p:sp>
      <p:sp>
        <p:nvSpPr>
          <p:cNvPr id="3" name="Footer Placeholder 1">
            <a:extLst>
              <a:ext uri="{FF2B5EF4-FFF2-40B4-BE49-F238E27FC236}">
                <a16:creationId xmlns:a16="http://schemas.microsoft.com/office/drawing/2014/main" id="{C6B75234-9944-48A2-8A21-99500C7BBB40}"/>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2094522728"/>
      </p:ext>
    </p:extLst>
  </p:cSld>
  <p:clrMapOvr>
    <a:masterClrMapping/>
  </p:clrMapOvr>
  <p:transition>
    <p:fade/>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preserve="1" userDrawn="1">
  <p:cSld name="Photo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9263"/>
            <a:ext cx="5543516" cy="742950"/>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85901"/>
            <a:ext cx="5579310" cy="313904"/>
          </a:xfrm>
          <a:prstGeom prst="rect">
            <a:avLst/>
          </a:prstGeom>
        </p:spPr>
        <p:txBody>
          <a:bodyPr wrap="square" lIns="0" tIns="0" rIns="0" bIns="0">
            <a:spAutoFit/>
          </a:bodyPr>
          <a:lstStyle>
            <a:lvl1pPr marL="0" indent="0">
              <a:lnSpc>
                <a:spcPts val="2353"/>
              </a:lnSpc>
              <a:buNone/>
              <a:defRPr lang="en-US" sz="20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418644" y="2204661"/>
            <a:ext cx="5579311" cy="345294"/>
          </a:xfrm>
          <a:prstGeom prst="rect">
            <a:avLst/>
          </a:prstGeom>
        </p:spPr>
        <p:txBody>
          <a:bodyPr lIns="0" tIns="45720" rIns="0" bIns="45720"/>
          <a:lstStyle>
            <a:lvl1pPr marL="0" indent="0">
              <a:lnSpc>
                <a:spcPct val="100000"/>
              </a:lnSpc>
              <a:spcBef>
                <a:spcPts val="1200"/>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523354"/>
            <a:ext cx="5579310" cy="738664"/>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7" name="Text Placeholder 4">
            <a:extLst>
              <a:ext uri="{FF2B5EF4-FFF2-40B4-BE49-F238E27FC236}">
                <a16:creationId xmlns:a16="http://schemas.microsoft.com/office/drawing/2014/main" id="{0D336736-F7E2-BA48-AD3E-B0037BAC6816}"/>
              </a:ext>
            </a:extLst>
          </p:cNvPr>
          <p:cNvSpPr>
            <a:spLocks noGrp="1"/>
          </p:cNvSpPr>
          <p:nvPr>
            <p:ph type="body" sz="quarter" idx="43" hasCustomPrompt="1"/>
          </p:nvPr>
        </p:nvSpPr>
        <p:spPr>
          <a:xfrm>
            <a:off x="418644" y="3701119"/>
            <a:ext cx="5579311" cy="345294"/>
          </a:xfrm>
          <a:prstGeom prst="rect">
            <a:avLst/>
          </a:prstGeom>
        </p:spPr>
        <p:txBody>
          <a:bodyPr lIns="0" tIns="45720" rIns="0" bIns="45720"/>
          <a:lstStyle>
            <a:lvl1pPr marL="0" indent="0">
              <a:lnSpc>
                <a:spcPct val="100000"/>
              </a:lnSpc>
              <a:spcBef>
                <a:spcPts val="1200"/>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4007229"/>
            <a:ext cx="5579310" cy="738664"/>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3" y="-1"/>
            <a:ext cx="5973053" cy="6994526"/>
          </a:xfrm>
          <a:prstGeom prst="rect">
            <a:avLst/>
          </a:prstGeom>
          <a:blipFill>
            <a:blip r:embed="rId2"/>
            <a:stretch>
              <a:fillRect/>
            </a:stretch>
          </a:blipFill>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C3405CC5-9896-4E3A-9373-436306F5BF12}"/>
              </a:ext>
            </a:extLst>
          </p:cNvPr>
          <p:cNvSpPr txBox="1">
            <a:spLocks/>
          </p:cNvSpPr>
          <p:nvPr userDrawn="1"/>
        </p:nvSpPr>
        <p:spPr>
          <a:xfrm>
            <a:off x="418644"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r>
              <a:rPr lang="en-US" sz="900" dirty="0"/>
              <a:t>© Copyright Microsoft Corporation. All rights reserved.</a:t>
            </a:r>
          </a:p>
        </p:txBody>
      </p:sp>
    </p:spTree>
    <p:extLst>
      <p:ext uri="{BB962C8B-B14F-4D97-AF65-F5344CB8AC3E}">
        <p14:creationId xmlns:p14="http://schemas.microsoft.com/office/powerpoint/2010/main" val="1806932805"/>
      </p:ext>
    </p:extLst>
  </p:cSld>
  <p:clrMapOvr>
    <a:masterClrMapping/>
  </p:clrMapOvr>
  <p:transition>
    <p:fade/>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Photo layout with bullet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9263"/>
            <a:ext cx="5543516" cy="742950"/>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85899"/>
            <a:ext cx="5579310" cy="376684"/>
          </a:xfrm>
          <a:prstGeom prst="rect">
            <a:avLst/>
          </a:prstGeom>
        </p:spPr>
        <p:txBody>
          <a:bodyPr wrap="square" lIns="0" tIns="0" rIns="0" bIns="0" anchor="t">
            <a:spAutoFit/>
          </a:bodyPr>
          <a:lstStyle>
            <a:lvl1pPr marL="0" indent="0">
              <a:lnSpc>
                <a:spcPct val="100000"/>
              </a:lnSpc>
              <a:buNone/>
              <a:defRPr lang="en-US" sz="24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314116"/>
            <a:ext cx="5579310" cy="596416"/>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418644" y="3129121"/>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3347711"/>
            <a:ext cx="5579310" cy="596416"/>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418644" y="4162716"/>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418644" y="4381307"/>
            <a:ext cx="5579310" cy="596416"/>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418644" y="5196312"/>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418644" y="5414901"/>
            <a:ext cx="5579310" cy="596416"/>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56B6D240-D672-4F0A-95ED-D92FC8351E6D}"/>
              </a:ext>
              <a:ext uri="{C183D7F6-B498-43B3-948B-1728B52AA6E4}">
                <adec:decorative xmlns:adec="http://schemas.microsoft.com/office/drawing/2017/decorative" val="1"/>
              </a:ext>
            </a:extLst>
          </p:cNvPr>
          <p:cNvSpPr/>
          <p:nvPr userDrawn="1"/>
        </p:nvSpPr>
        <p:spPr bwMode="auto">
          <a:xfrm>
            <a:off x="6229842" y="1485899"/>
            <a:ext cx="5543514" cy="5059364"/>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19" name="Picture Placeholder 7">
            <a:extLst>
              <a:ext uri="{FF2B5EF4-FFF2-40B4-BE49-F238E27FC236}">
                <a16:creationId xmlns:a16="http://schemas.microsoft.com/office/drawing/2014/main" id="{CA973F78-0779-41C2-98B4-4547D2CD7C11}"/>
              </a:ext>
            </a:extLst>
          </p:cNvPr>
          <p:cNvSpPr>
            <a:spLocks noGrp="1"/>
          </p:cNvSpPr>
          <p:nvPr>
            <p:ph type="pic" sz="quarter" idx="47" hasCustomPrompt="1"/>
          </p:nvPr>
        </p:nvSpPr>
        <p:spPr>
          <a:xfrm>
            <a:off x="6349679" y="1595268"/>
            <a:ext cx="5303845" cy="4840626"/>
          </a:xfrm>
          <a:prstGeom prst="rect">
            <a:avLst/>
          </a:prstGeom>
          <a:blipFill dpi="0" rotWithShape="1">
            <a:blip r:embed="rId2"/>
            <a:srcRect/>
            <a:stretch>
              <a:fillRect/>
            </a:stretch>
          </a:blipFill>
          <a:ln w="19050">
            <a:noFill/>
          </a:ln>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Footer Placeholder 1">
            <a:extLst>
              <a:ext uri="{FF2B5EF4-FFF2-40B4-BE49-F238E27FC236}">
                <a16:creationId xmlns:a16="http://schemas.microsoft.com/office/drawing/2014/main" id="{B3B62F3E-D0DF-4A13-A005-3CCFDD6DFC1A}"/>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3918039638"/>
      </p:ext>
    </p:extLst>
  </p:cSld>
  <p:clrMapOvr>
    <a:masterClrMapping/>
  </p:clrMapOvr>
  <p:transition>
    <p:fade/>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_Photo layout with bullet text &amp; icon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9263"/>
            <a:ext cx="5543516" cy="742950"/>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743525"/>
            <a:ext cx="5579310" cy="376684"/>
          </a:xfrm>
          <a:prstGeom prst="rect">
            <a:avLst/>
          </a:prstGeom>
        </p:spPr>
        <p:txBody>
          <a:bodyPr wrap="square" lIns="0" tIns="0" rIns="0" bIns="0" anchor="b">
            <a:spAutoFit/>
          </a:bodyPr>
          <a:lstStyle>
            <a:lvl1pPr marL="0" indent="0">
              <a:lnSpc>
                <a:spcPct val="100000"/>
              </a:lnSpc>
              <a:buNone/>
              <a:defRPr lang="en-US" sz="24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1422400" y="2312456"/>
            <a:ext cx="4575554" cy="596416"/>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1422400" y="3127461"/>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1422400" y="3346052"/>
            <a:ext cx="4575554" cy="596416"/>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1422400" y="4161057"/>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1422400" y="4379647"/>
            <a:ext cx="4575554" cy="596416"/>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1422400" y="5194653"/>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1422400" y="5413242"/>
            <a:ext cx="4575554" cy="596416"/>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3" y="-1"/>
            <a:ext cx="5973053" cy="6994526"/>
          </a:xfrm>
          <a:prstGeom prst="rect">
            <a:avLst/>
          </a:prstGeom>
          <a:blipFill>
            <a:blip r:embed="rId2"/>
            <a:stretch>
              <a:fillRect/>
            </a:stretch>
          </a:blipFill>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5F6EB83D-C2A5-4189-B12B-1320B6ADB9B8}"/>
              </a:ext>
            </a:extLst>
          </p:cNvPr>
          <p:cNvSpPr txBox="1">
            <a:spLocks/>
          </p:cNvSpPr>
          <p:nvPr userDrawn="1"/>
        </p:nvSpPr>
        <p:spPr>
          <a:xfrm>
            <a:off x="418644"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r>
              <a:rPr lang="en-US" sz="900" dirty="0"/>
              <a:t>© Copyright Microsoft Corporation. All rights reserved.</a:t>
            </a:r>
          </a:p>
        </p:txBody>
      </p:sp>
    </p:spTree>
    <p:extLst>
      <p:ext uri="{BB962C8B-B14F-4D97-AF65-F5344CB8AC3E}">
        <p14:creationId xmlns:p14="http://schemas.microsoft.com/office/powerpoint/2010/main" val="2454599111"/>
      </p:ext>
    </p:extLst>
  </p:cSld>
  <p:clrMapOvr>
    <a:masterClrMapping/>
  </p:clrMapOvr>
  <p:transition>
    <p:fade/>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Photo layout with 4 rows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9263"/>
            <a:ext cx="11354712" cy="742950"/>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85901"/>
            <a:ext cx="5579310" cy="1151293"/>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788590"/>
            <a:ext cx="5579310" cy="1151293"/>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4091280"/>
            <a:ext cx="5579310" cy="1151293"/>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5393972"/>
            <a:ext cx="5579310" cy="1151293"/>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2" name="Rectangle 1">
            <a:extLst>
              <a:ext uri="{FF2B5EF4-FFF2-40B4-BE49-F238E27FC236}">
                <a16:creationId xmlns:a16="http://schemas.microsoft.com/office/drawing/2014/main" id="{680D905E-E7A9-44EC-830B-323C290AAA27}"/>
              </a:ext>
              <a:ext uri="{C183D7F6-B498-43B3-948B-1728B52AA6E4}">
                <adec:decorative xmlns:adec="http://schemas.microsoft.com/office/drawing/2017/decorative" val="1"/>
              </a:ext>
            </a:extLst>
          </p:cNvPr>
          <p:cNvSpPr/>
          <p:nvPr userDrawn="1"/>
        </p:nvSpPr>
        <p:spPr bwMode="auto">
          <a:xfrm>
            <a:off x="6229842" y="1485899"/>
            <a:ext cx="5543514" cy="5059364"/>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9" y="1595268"/>
            <a:ext cx="5303845" cy="4840626"/>
          </a:xfrm>
          <a:prstGeom prst="rect">
            <a:avLst/>
          </a:prstGeom>
          <a:blipFill dpi="0" rotWithShape="1">
            <a:blip r:embed="rId2"/>
            <a:srcRect/>
            <a:stretch>
              <a:fillRect/>
            </a:stretch>
          </a:blipFill>
          <a:ln w="19050">
            <a:noFill/>
          </a:ln>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cxnSp>
        <p:nvCxnSpPr>
          <p:cNvPr id="9" name="Straight Connector 8">
            <a:extLst>
              <a:ext uri="{FF2B5EF4-FFF2-40B4-BE49-F238E27FC236}">
                <a16:creationId xmlns:a16="http://schemas.microsoft.com/office/drawing/2014/main" id="{5E2F051F-FAD1-40B7-AD8D-86ACA838D32B}"/>
              </a:ext>
              <a:ext uri="{C183D7F6-B498-43B3-948B-1728B52AA6E4}">
                <adec:decorative xmlns:adec="http://schemas.microsoft.com/office/drawing/2017/decorative" val="1"/>
              </a:ext>
            </a:extLst>
          </p:cNvPr>
          <p:cNvCxnSpPr>
            <a:cxnSpLocks/>
          </p:cNvCxnSpPr>
          <p:nvPr userDrawn="1"/>
        </p:nvCxnSpPr>
        <p:spPr>
          <a:xfrm>
            <a:off x="418644" y="2713003"/>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966B79-BC7C-4DB8-80D4-01380DB97330}"/>
              </a:ext>
              <a:ext uri="{C183D7F6-B498-43B3-948B-1728B52AA6E4}">
                <adec:decorative xmlns:adec="http://schemas.microsoft.com/office/drawing/2017/decorative" val="1"/>
              </a:ext>
            </a:extLst>
          </p:cNvPr>
          <p:cNvCxnSpPr>
            <a:cxnSpLocks/>
          </p:cNvCxnSpPr>
          <p:nvPr userDrawn="1"/>
        </p:nvCxnSpPr>
        <p:spPr>
          <a:xfrm>
            <a:off x="418644" y="4015509"/>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69D048A-1B0B-4837-8CE2-BD16F3AE2B1C}"/>
              </a:ext>
              <a:ext uri="{C183D7F6-B498-43B3-948B-1728B52AA6E4}">
                <adec:decorative xmlns:adec="http://schemas.microsoft.com/office/drawing/2017/decorative" val="1"/>
              </a:ext>
            </a:extLst>
          </p:cNvPr>
          <p:cNvCxnSpPr>
            <a:cxnSpLocks/>
          </p:cNvCxnSpPr>
          <p:nvPr userDrawn="1"/>
        </p:nvCxnSpPr>
        <p:spPr>
          <a:xfrm>
            <a:off x="418644" y="5318015"/>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 name="Footer Placeholder 1">
            <a:extLst>
              <a:ext uri="{FF2B5EF4-FFF2-40B4-BE49-F238E27FC236}">
                <a16:creationId xmlns:a16="http://schemas.microsoft.com/office/drawing/2014/main" id="{B394CE8A-C8F7-40DD-84CF-FE592D7BC2D8}"/>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3125368610"/>
      </p:ext>
    </p:extLst>
  </p:cSld>
  <p:clrMapOvr>
    <a:masterClrMapping/>
  </p:clrMapOvr>
  <p:transition>
    <p:fade/>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Photo layout with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9263"/>
            <a:ext cx="11354714" cy="742950"/>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85901"/>
            <a:ext cx="5579310" cy="1151293"/>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788590"/>
            <a:ext cx="5579310" cy="1151293"/>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4091280"/>
            <a:ext cx="5579310" cy="1151293"/>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5393972"/>
            <a:ext cx="5579310" cy="1151293"/>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6229842" y="1485899"/>
            <a:ext cx="5543514" cy="5059364"/>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9" y="1595268"/>
            <a:ext cx="5303845" cy="4840626"/>
          </a:xfrm>
          <a:prstGeom prst="rect">
            <a:avLst/>
          </a:prstGeom>
          <a:blipFill dpi="0" rotWithShape="1">
            <a:blip r:embed="rId2"/>
            <a:srcRect/>
            <a:stretch>
              <a:fillRect/>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BDD9959D-3459-4484-BDE0-9F4EABE5443B}"/>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1504792043"/>
      </p:ext>
    </p:extLst>
  </p:cSld>
  <p:clrMapOvr>
    <a:masterClrMapping/>
  </p:clrMapOvr>
  <p:transition>
    <p:fade/>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Demo slide with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9E5E14-01F2-4F10-A177-A81144B86D44}"/>
              </a:ext>
            </a:extLst>
          </p:cNvPr>
          <p:cNvSpPr>
            <a:spLocks noGrp="1"/>
          </p:cNvSpPr>
          <p:nvPr>
            <p:ph type="title"/>
          </p:nvPr>
        </p:nvSpPr>
        <p:spPr>
          <a:xfrm>
            <a:off x="418643" y="449263"/>
            <a:ext cx="11341268" cy="742950"/>
          </a:xfrm>
        </p:spPr>
        <p:txBody>
          <a:bodyPr/>
          <a:lstStyle/>
          <a:p>
            <a:r>
              <a:rPr lang="en-US"/>
              <a:t>Click to edit Master title style</a:t>
            </a:r>
          </a:p>
        </p:txBody>
      </p:sp>
      <p:sp>
        <p:nvSpPr>
          <p:cNvPr id="4" name="Text Placeholder 3"/>
          <p:cNvSpPr>
            <a:spLocks noGrp="1"/>
          </p:cNvSpPr>
          <p:nvPr>
            <p:ph type="body" sz="quarter" idx="10" hasCustomPrompt="1"/>
          </p:nvPr>
        </p:nvSpPr>
        <p:spPr>
          <a:xfrm>
            <a:off x="418644" y="1485902"/>
            <a:ext cx="5408119" cy="627807"/>
          </a:xfrm>
          <a:prstGeom prst="rect">
            <a:avLst/>
          </a:prstGeom>
        </p:spPr>
        <p:txBody>
          <a:bodyPr wrap="square" lIns="0" tIns="0" rIns="0" bIns="0">
            <a:spAutoFit/>
          </a:bodyPr>
          <a:lstStyle>
            <a:lvl1pPr marL="0" indent="0">
              <a:lnSpc>
                <a:spcPts val="2353"/>
              </a:lnSpc>
              <a:buNone/>
              <a:defRPr sz="2400" b="0" i="0" spc="0">
                <a:solidFill>
                  <a:schemeClr val="tx1"/>
                </a:solidFill>
                <a:latin typeface="+mj-lt"/>
              </a:defRPr>
            </a:lvl1pPr>
            <a:lvl2pPr marL="224097" indent="0">
              <a:buNone/>
              <a:defRPr/>
            </a:lvl2pPr>
            <a:lvl3pPr marL="448193" indent="0">
              <a:buNone/>
              <a:defRPr/>
            </a:lvl3pPr>
            <a:lvl4pPr marL="672290" indent="0">
              <a:buNone/>
              <a:defRPr/>
            </a:lvl4pPr>
            <a:lvl5pPr marL="896386" indent="0">
              <a:buNone/>
              <a:defRPr/>
            </a:lvl5pPr>
          </a:lstStyle>
          <a:p>
            <a:pPr lvl="0"/>
            <a:r>
              <a:rPr lang="pt-BR" err="1"/>
              <a:t>Large</a:t>
            </a:r>
            <a:r>
              <a:rPr lang="pt-BR"/>
              <a:t> </a:t>
            </a:r>
            <a:r>
              <a:rPr lang="pt-BR" err="1"/>
              <a:t>subhead</a:t>
            </a:r>
            <a:r>
              <a:rPr lang="pt-BR"/>
              <a:t> Segoe UI </a:t>
            </a:r>
            <a:r>
              <a:rPr lang="pt-BR" err="1"/>
              <a:t>Semibold</a:t>
            </a:r>
            <a:r>
              <a:rPr lang="pt-BR"/>
              <a:t> Regular 20/24</a:t>
            </a:r>
            <a:endParaRPr lang="en-US"/>
          </a:p>
        </p:txBody>
      </p:sp>
      <p:sp>
        <p:nvSpPr>
          <p:cNvPr id="5" name="Text Placeholder 4"/>
          <p:cNvSpPr>
            <a:spLocks noGrp="1"/>
          </p:cNvSpPr>
          <p:nvPr>
            <p:ph type="body" sz="quarter" idx="11" hasCustomPrompt="1"/>
          </p:nvPr>
        </p:nvSpPr>
        <p:spPr>
          <a:xfrm>
            <a:off x="418643" y="2201864"/>
            <a:ext cx="5408118" cy="2385667"/>
          </a:xfrm>
          <a:prstGeom prst="rect">
            <a:avLst/>
          </a:prstGeom>
        </p:spPr>
        <p:txBody>
          <a:bodyPr lIns="0" tIns="45720" rIns="0" bIns="45720"/>
          <a:lstStyle>
            <a:lvl1pPr marL="0" indent="0">
              <a:lnSpc>
                <a:spcPct val="100000"/>
              </a:lnSpc>
              <a:spcBef>
                <a:spcPts val="0"/>
              </a:spcBef>
              <a:spcAft>
                <a:spcPts val="12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p:txBody>
      </p:sp>
      <p:pic>
        <p:nvPicPr>
          <p:cNvPr id="11" name="Picture 10" descr="Tablet image">
            <a:extLst>
              <a:ext uri="{FF2B5EF4-FFF2-40B4-BE49-F238E27FC236}">
                <a16:creationId xmlns:a16="http://schemas.microsoft.com/office/drawing/2014/main" id="{C4B95F29-56C3-4C85-A12B-0B0BE769E70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b="2610"/>
          <a:stretch/>
        </p:blipFill>
        <p:spPr>
          <a:xfrm>
            <a:off x="4444775" y="151053"/>
            <a:ext cx="7747227" cy="6396601"/>
          </a:xfrm>
          <a:prstGeom prst="rect">
            <a:avLst/>
          </a:prstGeom>
        </p:spPr>
      </p:pic>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hasCustomPrompt="1"/>
          </p:nvPr>
        </p:nvSpPr>
        <p:spPr>
          <a:xfrm>
            <a:off x="6357960" y="1306107"/>
            <a:ext cx="5834041" cy="4405313"/>
          </a:xfrm>
          <a:prstGeom prst="rect">
            <a:avLst/>
          </a:prstGeom>
        </p:spPr>
        <p:txBody>
          <a:bodyPr anchor="ctr" anchorCtr="0">
            <a:noAutofit/>
          </a:bodyPr>
          <a:lstStyle>
            <a:lvl1pPr algn="ctr">
              <a:defRPr sz="3529">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8A22579A-F1B5-42C9-964C-C03AC4869056}"/>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3568775586"/>
      </p:ext>
    </p:extLst>
  </p:cSld>
  <p:clrMapOvr>
    <a:masterClrMapping/>
  </p:clrMapOvr>
  <p:transition>
    <p:fade/>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Demo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9A2FC6-09D2-4CBB-A8B4-445680BD8200}"/>
              </a:ext>
            </a:extLst>
          </p:cNvPr>
          <p:cNvSpPr>
            <a:spLocks noGrp="1"/>
          </p:cNvSpPr>
          <p:nvPr>
            <p:ph type="title" hasCustomPrompt="1"/>
          </p:nvPr>
        </p:nvSpPr>
        <p:spPr/>
        <p:txBody>
          <a:bodyPr/>
          <a:lstStyle>
            <a:lvl1pPr>
              <a:defRPr/>
            </a:lvl1pPr>
          </a:lstStyle>
          <a:p>
            <a:r>
              <a:rPr lang="en-US"/>
              <a:t>Demo </a:t>
            </a:r>
          </a:p>
        </p:txBody>
      </p:sp>
      <p:pic>
        <p:nvPicPr>
          <p:cNvPr id="10" name="Picture 9" descr="Tablet image">
            <a:extLst>
              <a:ext uri="{FF2B5EF4-FFF2-40B4-BE49-F238E27FC236}">
                <a16:creationId xmlns:a16="http://schemas.microsoft.com/office/drawing/2014/main" id="{73CDB1EA-72FB-46B3-89D4-DEE1F2EF724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b="1563"/>
          <a:stretch/>
        </p:blipFill>
        <p:spPr>
          <a:xfrm>
            <a:off x="334447" y="598241"/>
            <a:ext cx="10869930" cy="6396284"/>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hasCustomPrompt="1"/>
          </p:nvPr>
        </p:nvSpPr>
        <p:spPr>
          <a:xfrm>
            <a:off x="2265962" y="1736726"/>
            <a:ext cx="7660076" cy="4397375"/>
          </a:xfrm>
          <a:prstGeom prst="rect">
            <a:avLst/>
          </a:prstGeom>
        </p:spPr>
        <p:txBody>
          <a:bodyPr anchor="ctr" anchorCtr="0">
            <a:noAutofit/>
          </a:bodyPr>
          <a:lstStyle>
            <a:lvl1pPr algn="ctr">
              <a:defRPr sz="3529">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E84FE4C0-97E2-47A0-A924-D46358B22C16}"/>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2103888202"/>
      </p:ext>
    </p:extLst>
  </p:cSld>
  <p:clrMapOvr>
    <a:masterClrMapping/>
  </p:clrMapOvr>
  <p:transition>
    <p:fade/>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455997" y="1989615"/>
            <a:ext cx="3618377" cy="3605213"/>
          </a:xfrm>
          <a:prstGeom prst="rect">
            <a:avLst/>
          </a:prstGeom>
        </p:spPr>
        <p:txBody>
          <a:bodyPr anchor="ctr">
            <a:noAutofit/>
          </a:bodyPr>
          <a:lstStyle>
            <a:lvl1pPr marL="0" indent="0" algn="ctr">
              <a:buNone/>
              <a:defRPr sz="2353">
                <a:solidFill>
                  <a:srgbClr val="000000"/>
                </a:solidFill>
              </a:defRPr>
            </a:lvl1pPr>
          </a:lstStyle>
          <a:p>
            <a:r>
              <a:rPr lang="en-US" dirty="0"/>
              <a:t>Click icon to add chart</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55991" y="5783264"/>
            <a:ext cx="3629278" cy="282513"/>
          </a:xfrm>
          <a:prstGeom prst="rect">
            <a:avLst/>
          </a:prstGeom>
        </p:spPr>
        <p:txBody>
          <a:bodyPr t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bold 10/12. </a:t>
            </a:r>
          </a:p>
        </p:txBody>
      </p:sp>
      <p:sp>
        <p:nvSpPr>
          <p:cNvPr id="9" name="Text Placeholder 4"/>
          <p:cNvSpPr>
            <a:spLocks noGrp="1"/>
          </p:cNvSpPr>
          <p:nvPr>
            <p:ph type="body" sz="quarter" idx="12" hasCustomPrompt="1"/>
          </p:nvPr>
        </p:nvSpPr>
        <p:spPr>
          <a:xfrm>
            <a:off x="455993" y="6065777"/>
            <a:ext cx="3618381" cy="313904"/>
          </a:xfrm>
          <a:prstGeom prst="rect">
            <a:avLst/>
          </a:prstGeom>
        </p:spPr>
        <p:txBody>
          <a:bodyPr lIns="0" tIns="0" rIns="0" bIns="0"/>
          <a:lstStyle>
            <a:lvl1pPr marL="0" indent="0">
              <a:lnSpc>
                <a:spcPct val="100000"/>
              </a:lnSpc>
              <a:spcBef>
                <a:spcPts val="882"/>
              </a:spcBef>
              <a:buFont typeface="Arial" panose="020B0604020202020204" pitchFamily="34" charset="0"/>
              <a:buNone/>
              <a:defRPr sz="10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10/12. The quick brown fox jumps over the lazy dog.</a:t>
            </a:r>
          </a:p>
        </p:txBody>
      </p:sp>
      <p:sp>
        <p:nvSpPr>
          <p:cNvPr id="20" name="Chart Placeholder 6"/>
          <p:cNvSpPr>
            <a:spLocks noGrp="1"/>
          </p:cNvSpPr>
          <p:nvPr>
            <p:ph type="chart" sz="quarter" idx="22"/>
          </p:nvPr>
        </p:nvSpPr>
        <p:spPr>
          <a:xfrm>
            <a:off x="4303153" y="1989615"/>
            <a:ext cx="3607487" cy="3605213"/>
          </a:xfrm>
          <a:prstGeom prst="rect">
            <a:avLst/>
          </a:prstGeom>
        </p:spPr>
        <p:txBody>
          <a:bodyPr anchor="ctr">
            <a:noAutofit/>
          </a:bodyPr>
          <a:lstStyle>
            <a:lvl1pPr marL="0" indent="0" algn="ctr">
              <a:buNone/>
              <a:defRPr sz="2353">
                <a:solidFill>
                  <a:srgbClr val="000000"/>
                </a:solidFill>
              </a:defRPr>
            </a:lvl1pPr>
          </a:lstStyle>
          <a:p>
            <a:r>
              <a:rPr lang="en-US" dirty="0"/>
              <a:t>Click icon to add chart</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14044" y="5783264"/>
            <a:ext cx="3629278" cy="282513"/>
          </a:xfrm>
          <a:prstGeom prst="rect">
            <a:avLst/>
          </a:prstGeom>
        </p:spPr>
        <p:txBody>
          <a:bodyPr t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bold 10/12. </a:t>
            </a:r>
          </a:p>
        </p:txBody>
      </p:sp>
      <p:sp>
        <p:nvSpPr>
          <p:cNvPr id="17" name="Text Placeholder 4"/>
          <p:cNvSpPr>
            <a:spLocks noGrp="1"/>
          </p:cNvSpPr>
          <p:nvPr>
            <p:ph type="body" sz="quarter" idx="18" hasCustomPrompt="1"/>
          </p:nvPr>
        </p:nvSpPr>
        <p:spPr>
          <a:xfrm>
            <a:off x="4303153" y="6065777"/>
            <a:ext cx="3607487" cy="313904"/>
          </a:xfrm>
          <a:prstGeom prst="rect">
            <a:avLst/>
          </a:prstGeom>
        </p:spPr>
        <p:txBody>
          <a:bodyPr vert="horz" wrap="square" lIns="0" tIns="0" rIns="0" bIns="0" rtlCol="0">
            <a:spAutoFit/>
          </a:bodyPr>
          <a:lstStyle>
            <a:lvl1pPr>
              <a:lnSpc>
                <a:spcPct val="100000"/>
              </a:lnSpc>
              <a:tabLst/>
              <a:defRPr lang="en-US" sz="1000" b="0" i="0" spc="0" dirty="0" smtClean="0">
                <a:solidFill>
                  <a:srgbClr val="000000"/>
                </a:solidFill>
                <a:latin typeface="+mn-lt"/>
              </a:defRPr>
            </a:lvl1pPr>
          </a:lstStyle>
          <a:p>
            <a:pPr lvl="0"/>
            <a:r>
              <a:rPr lang="en-US"/>
              <a:t>Caption body copy Segoe UI Regular 10/12. The quick brown fox jumps over the lazy dog.</a:t>
            </a:r>
          </a:p>
        </p:txBody>
      </p:sp>
      <p:sp>
        <p:nvSpPr>
          <p:cNvPr id="21" name="Chart Placeholder 6"/>
          <p:cNvSpPr>
            <a:spLocks noGrp="1"/>
          </p:cNvSpPr>
          <p:nvPr>
            <p:ph type="chart" sz="quarter" idx="23"/>
          </p:nvPr>
        </p:nvSpPr>
        <p:spPr>
          <a:xfrm>
            <a:off x="8139413" y="1989615"/>
            <a:ext cx="3623051" cy="3605213"/>
          </a:xfrm>
          <a:prstGeom prst="rect">
            <a:avLst/>
          </a:prstGeom>
        </p:spPr>
        <p:txBody>
          <a:bodyPr anchor="ctr">
            <a:noAutofit/>
          </a:bodyPr>
          <a:lstStyle>
            <a:lvl1pPr marL="0" indent="0" algn="ctr">
              <a:buNone/>
              <a:defRPr sz="2353">
                <a:solidFill>
                  <a:srgbClr val="000000"/>
                </a:solidFill>
              </a:defRPr>
            </a:lvl1pPr>
          </a:lstStyle>
          <a:p>
            <a:r>
              <a:rPr lang="en-US" dirty="0"/>
              <a:t>Click icon to add chart</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39414" y="6065777"/>
            <a:ext cx="3607487" cy="313904"/>
          </a:xfrm>
          <a:prstGeom prst="rect">
            <a:avLst/>
          </a:prstGeom>
        </p:spPr>
        <p:txBody>
          <a:bodyPr vert="horz" wrap="square" lIns="0" tIns="0" rIns="0" bIns="0" rtlCol="0">
            <a:spAutoFit/>
          </a:bodyPr>
          <a:lstStyle>
            <a:lvl1pPr>
              <a:lnSpc>
                <a:spcPct val="100000"/>
              </a:lnSpc>
              <a:tabLst/>
              <a:defRPr lang="en-US" sz="1000" b="0" i="0" spc="0" dirty="0" smtClean="0">
                <a:solidFill>
                  <a:srgbClr val="000000"/>
                </a:solidFill>
                <a:latin typeface="+mn-lt"/>
              </a:defRPr>
            </a:lvl1pPr>
          </a:lstStyle>
          <a:p>
            <a:pPr lvl="0"/>
            <a:r>
              <a:rPr lang="en-US"/>
              <a:t>Caption body copy Segoe UI Regular 10/12.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5783264"/>
            <a:ext cx="3629278" cy="282513"/>
          </a:xfrm>
          <a:prstGeom prst="rect">
            <a:avLst/>
          </a:prstGeom>
        </p:spPr>
        <p:txBody>
          <a:bodyPr t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bold 10/12. </a:t>
            </a:r>
          </a:p>
        </p:txBody>
      </p:sp>
      <p:sp>
        <p:nvSpPr>
          <p:cNvPr id="3" name="Footer Placeholder 1">
            <a:extLst>
              <a:ext uri="{FF2B5EF4-FFF2-40B4-BE49-F238E27FC236}">
                <a16:creationId xmlns:a16="http://schemas.microsoft.com/office/drawing/2014/main" id="{FA5328AC-6A58-453B-9802-C4F04C292953}"/>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
        <p:nvSpPr>
          <p:cNvPr id="5" name="Title 4">
            <a:extLst>
              <a:ext uri="{FF2B5EF4-FFF2-40B4-BE49-F238E27FC236}">
                <a16:creationId xmlns:a16="http://schemas.microsoft.com/office/drawing/2014/main" id="{4C72913C-59D3-4340-A6C5-32B69C2989A0}"/>
              </a:ext>
            </a:extLst>
          </p:cNvPr>
          <p:cNvSpPr>
            <a:spLocks noGrp="1"/>
          </p:cNvSpPr>
          <p:nvPr>
            <p:ph type="title"/>
          </p:nvPr>
        </p:nvSpPr>
        <p:spPr/>
        <p:txBody>
          <a:bodyPr/>
          <a:lstStyle/>
          <a:p>
            <a:r>
              <a:rPr lang="en-US"/>
              <a:t>Click to edit Master title style</a:t>
            </a:r>
            <a:endParaRPr lang="fr-FR"/>
          </a:p>
        </p:txBody>
      </p:sp>
    </p:spTree>
    <p:extLst>
      <p:ext uri="{BB962C8B-B14F-4D97-AF65-F5344CB8AC3E}">
        <p14:creationId xmlns:p14="http://schemas.microsoft.com/office/powerpoint/2010/main" val="1325712630"/>
      </p:ext>
    </p:extLst>
  </p:cSld>
  <p:clrMapOvr>
    <a:masterClrMapping/>
  </p:clrMapOvr>
  <p:transition>
    <p:fade/>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320125-45A4-4C74-9D99-B161A1AC8C9F}"/>
              </a:ext>
            </a:extLst>
          </p:cNvPr>
          <p:cNvSpPr>
            <a:spLocks noGrp="1"/>
          </p:cNvSpPr>
          <p:nvPr>
            <p:ph type="title"/>
          </p:nvPr>
        </p:nvSpPr>
        <p:spPr/>
        <p:txBody>
          <a:bodyPr/>
          <a:lstStyle/>
          <a:p>
            <a:r>
              <a:rPr lang="en-US"/>
              <a:t>Click to edit Master title style</a:t>
            </a:r>
          </a:p>
        </p:txBody>
      </p:sp>
      <p:sp>
        <p:nvSpPr>
          <p:cNvPr id="4" name="Table Placeholder 3"/>
          <p:cNvSpPr>
            <a:spLocks noGrp="1"/>
          </p:cNvSpPr>
          <p:nvPr>
            <p:ph type="tbl" sz="quarter" idx="10"/>
          </p:nvPr>
        </p:nvSpPr>
        <p:spPr>
          <a:xfrm>
            <a:off x="418644" y="3738799"/>
            <a:ext cx="11343820" cy="553998"/>
          </a:xfrm>
          <a:prstGeom prst="rect">
            <a:avLst/>
          </a:prstGeom>
        </p:spPr>
        <p:txBody>
          <a:bodyPr anchor="ctr" anchorCtr="0"/>
          <a:lstStyle>
            <a:lvl1pPr algn="ctr">
              <a:defRPr sz="2400"/>
            </a:lvl1pPr>
          </a:lstStyle>
          <a:p>
            <a:r>
              <a:rPr lang="en-US" dirty="0"/>
              <a:t>Click icon to add table</a:t>
            </a:r>
          </a:p>
        </p:txBody>
      </p:sp>
      <p:sp>
        <p:nvSpPr>
          <p:cNvPr id="2" name="Footer Placeholder 1">
            <a:extLst>
              <a:ext uri="{FF2B5EF4-FFF2-40B4-BE49-F238E27FC236}">
                <a16:creationId xmlns:a16="http://schemas.microsoft.com/office/drawing/2014/main" id="{71E5784C-2CDD-4699-AC34-0D913D75C715}"/>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3477694736"/>
      </p:ext>
    </p:extLst>
  </p:cSld>
  <p:clrMapOvr>
    <a:masterClrMapping/>
  </p:clrMapOvr>
  <p:transition>
    <p:fade/>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Lab exercise layout -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two rows</a:t>
            </a:r>
          </a:p>
        </p:txBody>
      </p:sp>
      <p:sp>
        <p:nvSpPr>
          <p:cNvPr id="5" name="Text Placeholder 4"/>
          <p:cNvSpPr>
            <a:spLocks noGrp="1"/>
          </p:cNvSpPr>
          <p:nvPr>
            <p:ph type="body" sz="quarter" idx="11" hasCustomPrompt="1"/>
          </p:nvPr>
        </p:nvSpPr>
        <p:spPr>
          <a:xfrm>
            <a:off x="1568744" y="1485899"/>
            <a:ext cx="10204614" cy="914400"/>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lvl="1"/>
            <a:r>
              <a:rPr lang="en-US"/>
              <a:t>Body copy Segoe UI </a:t>
            </a:r>
            <a:r>
              <a:rPr lang="en-US" err="1"/>
              <a:t>Semibold</a:t>
            </a:r>
            <a:r>
              <a:rPr lang="en-US"/>
              <a:t> 20/24. </a:t>
            </a:r>
          </a:p>
          <a:p>
            <a:pPr lvl="1"/>
            <a:r>
              <a:rPr lang="en-US"/>
              <a:t>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432090" y="3040062"/>
            <a:ext cx="11341268" cy="547870"/>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90" y="3587932"/>
            <a:ext cx="5435768" cy="2046546"/>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6337590" y="3587932"/>
            <a:ext cx="5435768" cy="2046546"/>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6E88CC05-5984-4661-94A2-4BD7378D4A33}"/>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1794435757"/>
      </p:ext>
    </p:extLst>
  </p:cSld>
  <p:clrMapOvr>
    <a:masterClrMapping/>
  </p:clrMapOvr>
  <p:transition>
    <p:fade/>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Lab exercise layout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432090" y="1485899"/>
            <a:ext cx="11341268" cy="547870"/>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90" y="2033769"/>
            <a:ext cx="3650357" cy="2046546"/>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2033769"/>
            <a:ext cx="3650357" cy="2046546"/>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1" y="2033769"/>
            <a:ext cx="3650357" cy="2046546"/>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7A1D06E4-7443-4456-ADAE-C55531420538}"/>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1637359663"/>
      </p:ext>
    </p:extLst>
  </p:cSld>
  <p:clrMapOvr>
    <a:masterClrMapping/>
  </p:clrMapOvr>
  <p:transition>
    <p:fade/>
  </p:transition>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Lab exercise layout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432090" y="1485899"/>
            <a:ext cx="11341268" cy="547870"/>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90" y="2033769"/>
            <a:ext cx="3650357" cy="1787314"/>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2033769"/>
            <a:ext cx="3650357" cy="1787314"/>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1" y="2033769"/>
            <a:ext cx="3650357" cy="1787314"/>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9" name="Text Placeholder 3">
            <a:extLst>
              <a:ext uri="{FF2B5EF4-FFF2-40B4-BE49-F238E27FC236}">
                <a16:creationId xmlns:a16="http://schemas.microsoft.com/office/drawing/2014/main" id="{E6D80433-266B-4248-A258-DDF54D650DFC}"/>
              </a:ext>
            </a:extLst>
          </p:cNvPr>
          <p:cNvSpPr>
            <a:spLocks noGrp="1"/>
          </p:cNvSpPr>
          <p:nvPr>
            <p:ph type="body" sz="quarter" idx="19"/>
          </p:nvPr>
        </p:nvSpPr>
        <p:spPr>
          <a:xfrm>
            <a:off x="432090" y="4002598"/>
            <a:ext cx="3650357" cy="1787314"/>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1CFB4F84-2AE0-40B1-A3E4-5505E85C8B2E}"/>
              </a:ext>
            </a:extLst>
          </p:cNvPr>
          <p:cNvSpPr>
            <a:spLocks noGrp="1"/>
          </p:cNvSpPr>
          <p:nvPr>
            <p:ph type="body" sz="quarter" idx="20"/>
          </p:nvPr>
        </p:nvSpPr>
        <p:spPr>
          <a:xfrm>
            <a:off x="4277544" y="4002598"/>
            <a:ext cx="3650357" cy="1787314"/>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11" name="Text Placeholder 3">
            <a:extLst>
              <a:ext uri="{FF2B5EF4-FFF2-40B4-BE49-F238E27FC236}">
                <a16:creationId xmlns:a16="http://schemas.microsoft.com/office/drawing/2014/main" id="{E6BF108F-CD54-497C-81CA-E67ED2BA7279}"/>
              </a:ext>
            </a:extLst>
          </p:cNvPr>
          <p:cNvSpPr>
            <a:spLocks noGrp="1"/>
          </p:cNvSpPr>
          <p:nvPr>
            <p:ph type="body" sz="quarter" idx="21"/>
          </p:nvPr>
        </p:nvSpPr>
        <p:spPr>
          <a:xfrm>
            <a:off x="8123001" y="4002598"/>
            <a:ext cx="3650357" cy="1787314"/>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B097EA0F-56BD-4B59-86D1-C17851D8F2FF}"/>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1428944299"/>
      </p:ext>
    </p:extLst>
  </p:cSld>
  <p:clrMapOvr>
    <a:masterClrMapping/>
  </p:clrMapOvr>
  <p:transition>
    <p:fade/>
  </p:transition>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568744" y="1485899"/>
            <a:ext cx="10204614" cy="914400"/>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568744" y="2720181"/>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3040063"/>
            <a:ext cx="10204614" cy="914400"/>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3F2E7435-DA42-4296-B846-4E91740D178D}"/>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3267210530"/>
      </p:ext>
    </p:extLst>
  </p:cSld>
  <p:clrMapOvr>
    <a:masterClrMapping/>
  </p:clrMapOvr>
  <p:transition>
    <p:fade/>
  </p:transition>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568744" y="1485899"/>
            <a:ext cx="10204614" cy="914400"/>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568744" y="2499087"/>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597591"/>
            <a:ext cx="10204614" cy="914400"/>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userDrawn="1"/>
        </p:nvCxnSpPr>
        <p:spPr>
          <a:xfrm>
            <a:off x="1568744" y="3610621"/>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709283"/>
            <a:ext cx="10204614" cy="91440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7A2B48ED-C92C-41E9-BE87-4EFFC1455674}"/>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2796956548"/>
      </p:ext>
    </p:extLst>
  </p:cSld>
  <p:clrMapOvr>
    <a:masterClrMapping/>
  </p:clrMapOvr>
  <p:transition>
    <p:fade/>
  </p:transition>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568744" y="1485899"/>
            <a:ext cx="10204614" cy="914400"/>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568744" y="254246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597591"/>
            <a:ext cx="10204614" cy="914400"/>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6" name="Text Placeholder 4"/>
          <p:cNvSpPr>
            <a:spLocks noGrp="1"/>
          </p:cNvSpPr>
          <p:nvPr>
            <p:ph type="body" sz="quarter" idx="17" hasCustomPrompt="1"/>
          </p:nvPr>
        </p:nvSpPr>
        <p:spPr>
          <a:xfrm>
            <a:off x="1568744" y="3709283"/>
            <a:ext cx="10204614" cy="91440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8" name="Text Placeholder 4"/>
          <p:cNvSpPr>
            <a:spLocks noGrp="1"/>
          </p:cNvSpPr>
          <p:nvPr>
            <p:ph type="body" sz="quarter" idx="19" hasCustomPrompt="1"/>
          </p:nvPr>
        </p:nvSpPr>
        <p:spPr>
          <a:xfrm>
            <a:off x="1568744" y="4820975"/>
            <a:ext cx="10204614" cy="91440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84CDC89F-49F0-4D24-9E6F-B7B972EB3B8F}"/>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2207432880"/>
      </p:ext>
    </p:extLst>
  </p:cSld>
  <p:clrMapOvr>
    <a:masterClrMapping/>
  </p:clrMapOvr>
  <p:transition>
    <p:fade/>
  </p:transition>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a:t>
            </a:r>
          </a:p>
        </p:txBody>
      </p:sp>
      <p:sp>
        <p:nvSpPr>
          <p:cNvPr id="5" name="Text Placeholder 4"/>
          <p:cNvSpPr>
            <a:spLocks noGrp="1"/>
          </p:cNvSpPr>
          <p:nvPr>
            <p:ph type="body" sz="quarter" idx="11" hasCustomPrompt="1"/>
          </p:nvPr>
        </p:nvSpPr>
        <p:spPr>
          <a:xfrm>
            <a:off x="1568744" y="1485899"/>
            <a:ext cx="10204614" cy="914400"/>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val="1"/>
              </a:ext>
            </a:extLst>
          </p:cNvPr>
          <p:cNvCxnSpPr>
            <a:cxnSpLocks/>
          </p:cNvCxnSpPr>
          <p:nvPr userDrawn="1"/>
        </p:nvCxnSpPr>
        <p:spPr>
          <a:xfrm>
            <a:off x="1568744" y="2460993"/>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521391"/>
            <a:ext cx="10204614" cy="914400"/>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val="1"/>
              </a:ext>
            </a:extLst>
          </p:cNvPr>
          <p:cNvCxnSpPr>
            <a:cxnSpLocks/>
          </p:cNvCxnSpPr>
          <p:nvPr userDrawn="1"/>
        </p:nvCxnSpPr>
        <p:spPr>
          <a:xfrm>
            <a:off x="1568744" y="3496337"/>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556883"/>
            <a:ext cx="10204614" cy="91440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val="1"/>
              </a:ext>
            </a:extLst>
          </p:cNvPr>
          <p:cNvCxnSpPr>
            <a:cxnSpLocks/>
          </p:cNvCxnSpPr>
          <p:nvPr userDrawn="1"/>
        </p:nvCxnSpPr>
        <p:spPr>
          <a:xfrm>
            <a:off x="1568744" y="4531683"/>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568744" y="4592375"/>
            <a:ext cx="10204614" cy="91440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userDrawn="1"/>
        </p:nvCxnSpPr>
        <p:spPr>
          <a:xfrm>
            <a:off x="1568744" y="5567028"/>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568744" y="5627865"/>
            <a:ext cx="10204614" cy="91440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4ED2AB97-27A5-4C49-966A-5D75D13B8CC2}"/>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2439583576"/>
      </p:ext>
    </p:extLst>
  </p:cSld>
  <p:clrMapOvr>
    <a:masterClrMapping/>
  </p:clrMapOvr>
  <p:transition>
    <p:fade/>
  </p:transition>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six rows</a:t>
            </a:r>
          </a:p>
        </p:txBody>
      </p:sp>
      <p:sp>
        <p:nvSpPr>
          <p:cNvPr id="5" name="Text Placeholder 4"/>
          <p:cNvSpPr>
            <a:spLocks noGrp="1"/>
          </p:cNvSpPr>
          <p:nvPr>
            <p:ph type="body" sz="quarter" idx="11" hasCustomPrompt="1"/>
          </p:nvPr>
        </p:nvSpPr>
        <p:spPr>
          <a:xfrm>
            <a:off x="1389460" y="1485899"/>
            <a:ext cx="10383899" cy="742950"/>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userDrawn="1"/>
        </p:nvCxnSpPr>
        <p:spPr>
          <a:xfrm>
            <a:off x="1403102" y="2289187"/>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60" y="2349182"/>
            <a:ext cx="10383899" cy="742950"/>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userDrawn="1"/>
        </p:nvCxnSpPr>
        <p:spPr>
          <a:xfrm>
            <a:off x="1403102" y="3152346"/>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60" y="3212465"/>
            <a:ext cx="10383899" cy="74295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userDrawn="1"/>
        </p:nvCxnSpPr>
        <p:spPr>
          <a:xfrm>
            <a:off x="1403102" y="4015506"/>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60" y="4075748"/>
            <a:ext cx="10383899" cy="74295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userDrawn="1"/>
        </p:nvCxnSpPr>
        <p:spPr>
          <a:xfrm>
            <a:off x="1403102" y="4878666"/>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60" y="4939031"/>
            <a:ext cx="10383899" cy="74295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userDrawn="1"/>
        </p:nvCxnSpPr>
        <p:spPr>
          <a:xfrm>
            <a:off x="1403102" y="5741825"/>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389460" y="5802313"/>
            <a:ext cx="10383899" cy="74295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EA2F36BF-4C66-4F60-9687-8A7789E05AB2}"/>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3948350239"/>
      </p:ext>
    </p:extLst>
  </p:cSld>
  <p:clrMapOvr>
    <a:masterClrMapping/>
  </p:clrMapOvr>
  <p:transition>
    <p:fade/>
  </p:transition>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 &amp; two columns</a:t>
            </a:r>
          </a:p>
        </p:txBody>
      </p:sp>
      <p:sp>
        <p:nvSpPr>
          <p:cNvPr id="5" name="Text Placeholder 4"/>
          <p:cNvSpPr>
            <a:spLocks noGrp="1"/>
          </p:cNvSpPr>
          <p:nvPr>
            <p:ph type="body" sz="quarter" idx="11" hasCustomPrompt="1"/>
          </p:nvPr>
        </p:nvSpPr>
        <p:spPr>
          <a:xfrm>
            <a:off x="1568744" y="1485899"/>
            <a:ext cx="4393416" cy="129718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userDrawn="1"/>
        </p:nvCxnSpPr>
        <p:spPr>
          <a:xfrm>
            <a:off x="1568744" y="2932344"/>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3081601"/>
            <a:ext cx="4393416" cy="129718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userDrawn="1"/>
        </p:nvCxnSpPr>
        <p:spPr>
          <a:xfrm>
            <a:off x="1568744" y="4528046"/>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4677302"/>
            <a:ext cx="4393416" cy="1297188"/>
          </a:xfr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379942" y="1485899"/>
            <a:ext cx="4393416" cy="129718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userDrawn="1"/>
        </p:nvCxnSpPr>
        <p:spPr>
          <a:xfrm>
            <a:off x="7379944" y="2932344"/>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379942" y="3081601"/>
            <a:ext cx="4393416" cy="129718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userDrawn="1"/>
        </p:nvCxnSpPr>
        <p:spPr>
          <a:xfrm>
            <a:off x="7379944" y="4528046"/>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379942" y="4677302"/>
            <a:ext cx="4393416" cy="1297188"/>
          </a:xfr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AFC478E9-3BC1-400C-AA34-1E1599FAEDDC}"/>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3518643180"/>
      </p:ext>
    </p:extLst>
  </p:cSld>
  <p:clrMapOvr>
    <a:masterClrMapping/>
  </p:clrMapOvr>
  <p:transition>
    <p:fade/>
  </p:transition>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 &amp; two columns</a:t>
            </a:r>
          </a:p>
        </p:txBody>
      </p:sp>
      <p:sp>
        <p:nvSpPr>
          <p:cNvPr id="5" name="Text Placeholder 4"/>
          <p:cNvSpPr>
            <a:spLocks noGrp="1"/>
          </p:cNvSpPr>
          <p:nvPr>
            <p:ph type="body" sz="quarter" idx="11" hasCustomPrompt="1"/>
          </p:nvPr>
        </p:nvSpPr>
        <p:spPr>
          <a:xfrm>
            <a:off x="1568744" y="1485899"/>
            <a:ext cx="4393416" cy="914400"/>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userDrawn="1"/>
        </p:nvCxnSpPr>
        <p:spPr>
          <a:xfrm>
            <a:off x="1568744" y="2460993"/>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521391"/>
            <a:ext cx="4393416" cy="914400"/>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userDrawn="1"/>
        </p:nvCxnSpPr>
        <p:spPr>
          <a:xfrm>
            <a:off x="1568744" y="3496337"/>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556883"/>
            <a:ext cx="4393416" cy="91440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userDrawn="1"/>
        </p:nvCxnSpPr>
        <p:spPr>
          <a:xfrm>
            <a:off x="1568744" y="4531683"/>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568744" y="4592375"/>
            <a:ext cx="4393416" cy="91440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userDrawn="1"/>
        </p:nvCxnSpPr>
        <p:spPr>
          <a:xfrm>
            <a:off x="1568744" y="556702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568744" y="5627865"/>
            <a:ext cx="4393416" cy="91440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379942" y="1485899"/>
            <a:ext cx="4393416" cy="914400"/>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userDrawn="1"/>
        </p:nvCxnSpPr>
        <p:spPr>
          <a:xfrm>
            <a:off x="7379944" y="2460993"/>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379942" y="2521391"/>
            <a:ext cx="4393416" cy="914400"/>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userDrawn="1"/>
        </p:nvCxnSpPr>
        <p:spPr>
          <a:xfrm>
            <a:off x="7379944" y="3496337"/>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379942" y="3556883"/>
            <a:ext cx="4393416" cy="91440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userDrawn="1"/>
        </p:nvCxnSpPr>
        <p:spPr>
          <a:xfrm>
            <a:off x="7379944" y="4531683"/>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7379942" y="4592375"/>
            <a:ext cx="4393416" cy="91440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userDrawn="1"/>
        </p:nvCxnSpPr>
        <p:spPr>
          <a:xfrm>
            <a:off x="7379944" y="556702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7379942" y="5627865"/>
            <a:ext cx="4393416" cy="91440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C7FD0CAD-A9AA-414D-8022-E74A70833154}"/>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3595946772"/>
      </p:ext>
    </p:extLst>
  </p:cSld>
  <p:clrMapOvr>
    <a:masterClrMapping/>
  </p:clrMapOvr>
  <p:transition>
    <p:fade/>
  </p:transition>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Two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3" y="1486335"/>
            <a:ext cx="5578933" cy="1068456"/>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418643" y="2680516"/>
            <a:ext cx="5562182" cy="788126"/>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229351" y="2680516"/>
            <a:ext cx="5539341" cy="788126"/>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95891" y="1486335"/>
            <a:ext cx="5572801" cy="1068456"/>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3" y="3737413"/>
            <a:ext cx="5562182" cy="788126"/>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229351" y="3737414"/>
            <a:ext cx="5539341" cy="788126"/>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3" y="4794311"/>
            <a:ext cx="5562182" cy="788126"/>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229351" y="4794311"/>
            <a:ext cx="5539341" cy="788126"/>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418643" y="3603027"/>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418643" y="4659923"/>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userDrawn="1">
            <p:ph type="title"/>
          </p:nvPr>
        </p:nvSpPr>
        <p:spPr>
          <a:xfrm>
            <a:off x="418643" y="449263"/>
            <a:ext cx="11341268" cy="69373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6229350" y="3603027"/>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6229350" y="4659923"/>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96EF592D-EEA7-47F4-9146-7AA8A3F44C47}"/>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3941556370"/>
      </p:ext>
    </p:extLst>
  </p:cSld>
  <p:clrMapOvr>
    <a:masterClrMapping/>
  </p:clrMapOvr>
  <p:transition>
    <p:fade/>
  </p:transition>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three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3" y="1486335"/>
            <a:ext cx="3629278" cy="1068456"/>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418644" y="2680516"/>
            <a:ext cx="3618381" cy="788126"/>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03152" y="1486335"/>
            <a:ext cx="3629278" cy="1068456"/>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7" name="Text Placeholder 4"/>
          <p:cNvSpPr>
            <a:spLocks noGrp="1"/>
          </p:cNvSpPr>
          <p:nvPr>
            <p:ph type="body" sz="quarter" idx="18" hasCustomPrompt="1"/>
          </p:nvPr>
        </p:nvSpPr>
        <p:spPr>
          <a:xfrm>
            <a:off x="4303153" y="2680516"/>
            <a:ext cx="3607487" cy="788126"/>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61205" y="2680516"/>
            <a:ext cx="3607487" cy="788126"/>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1486335"/>
            <a:ext cx="3629278" cy="1068456"/>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4" y="3737413"/>
            <a:ext cx="3618381" cy="788126"/>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13" name="Text Placeholder 4">
            <a:extLst>
              <a:ext uri="{FF2B5EF4-FFF2-40B4-BE49-F238E27FC236}">
                <a16:creationId xmlns:a16="http://schemas.microsoft.com/office/drawing/2014/main" id="{79BC4586-7FC3-4659-9310-CCDD1B8FB8A1}"/>
              </a:ext>
            </a:extLst>
          </p:cNvPr>
          <p:cNvSpPr>
            <a:spLocks noGrp="1"/>
          </p:cNvSpPr>
          <p:nvPr>
            <p:ph type="body" sz="quarter" idx="29" hasCustomPrompt="1"/>
          </p:nvPr>
        </p:nvSpPr>
        <p:spPr>
          <a:xfrm>
            <a:off x="4303153" y="3737414"/>
            <a:ext cx="3607487" cy="788126"/>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8161205" y="3737414"/>
            <a:ext cx="3607487" cy="788126"/>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4" y="4794311"/>
            <a:ext cx="3618381" cy="788126"/>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18" name="Text Placeholder 4">
            <a:extLst>
              <a:ext uri="{FF2B5EF4-FFF2-40B4-BE49-F238E27FC236}">
                <a16:creationId xmlns:a16="http://schemas.microsoft.com/office/drawing/2014/main" id="{284BF132-1328-44E8-A629-D64096388C74}"/>
              </a:ext>
            </a:extLst>
          </p:cNvPr>
          <p:cNvSpPr>
            <a:spLocks noGrp="1"/>
          </p:cNvSpPr>
          <p:nvPr>
            <p:ph type="body" sz="quarter" idx="32" hasCustomPrompt="1"/>
          </p:nvPr>
        </p:nvSpPr>
        <p:spPr>
          <a:xfrm>
            <a:off x="4303153" y="4794311"/>
            <a:ext cx="3607487" cy="788126"/>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8161205" y="4794311"/>
            <a:ext cx="3607487" cy="788126"/>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418644" y="3603027"/>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418644" y="4659923"/>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F3C7B5-A8EA-4ECD-A968-2546248701F3}"/>
              </a:ext>
              <a:ext uri="{C183D7F6-B498-43B3-948B-1728B52AA6E4}">
                <adec:decorative xmlns:adec="http://schemas.microsoft.com/office/drawing/2017/decorative" val="1"/>
              </a:ext>
            </a:extLst>
          </p:cNvPr>
          <p:cNvCxnSpPr>
            <a:cxnSpLocks/>
          </p:cNvCxnSpPr>
          <p:nvPr userDrawn="1"/>
        </p:nvCxnSpPr>
        <p:spPr>
          <a:xfrm>
            <a:off x="4303713" y="360302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14FEAA1-EB50-4B84-96EB-E171DE39A0A8}"/>
              </a:ext>
              <a:ext uri="{C183D7F6-B498-43B3-948B-1728B52AA6E4}">
                <adec:decorative xmlns:adec="http://schemas.microsoft.com/office/drawing/2017/decorative" val="1"/>
              </a:ext>
            </a:extLst>
          </p:cNvPr>
          <p:cNvCxnSpPr>
            <a:cxnSpLocks/>
          </p:cNvCxnSpPr>
          <p:nvPr userDrawn="1"/>
        </p:nvCxnSpPr>
        <p:spPr>
          <a:xfrm>
            <a:off x="4303713" y="4659923"/>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userDrawn="1">
            <p:ph type="title"/>
          </p:nvPr>
        </p:nvSpPr>
        <p:spPr>
          <a:xfrm>
            <a:off x="418643" y="449263"/>
            <a:ext cx="11341268" cy="69373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8161204" y="360302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8161204" y="4659923"/>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B30B5A80-F666-460D-9090-8493217C8FD1}"/>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3200656017"/>
      </p:ext>
    </p:extLst>
  </p:cSld>
  <p:clrMapOvr>
    <a:masterClrMapping/>
  </p:clrMapOvr>
  <p:transition>
    <p:fade/>
  </p:transition>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Title with graphic">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2" y="1486336"/>
            <a:ext cx="3439206" cy="3507672"/>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4369674" y="1486336"/>
            <a:ext cx="3439206" cy="3507672"/>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8320705" y="1486336"/>
            <a:ext cx="3439206" cy="3507672"/>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2" name="Footer Placeholder 1">
            <a:extLst>
              <a:ext uri="{FF2B5EF4-FFF2-40B4-BE49-F238E27FC236}">
                <a16:creationId xmlns:a16="http://schemas.microsoft.com/office/drawing/2014/main" id="{538B82E4-7444-4181-B6FE-B79D11D3EA6F}"/>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3228613898"/>
      </p:ext>
    </p:extLst>
  </p:cSld>
  <p:clrMapOvr>
    <a:masterClrMapping/>
  </p:clrMapOvr>
  <p:transition>
    <p:fade/>
  </p:transition>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Title with graphic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3" y="2406566"/>
            <a:ext cx="2138816" cy="2181394"/>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2722617" y="2406566"/>
            <a:ext cx="2138816" cy="2181394"/>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5026591" y="2406566"/>
            <a:ext cx="2138816" cy="2181394"/>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7" name="Text Placeholder 3">
            <a:extLst>
              <a:ext uri="{FF2B5EF4-FFF2-40B4-BE49-F238E27FC236}">
                <a16:creationId xmlns:a16="http://schemas.microsoft.com/office/drawing/2014/main" id="{FFCA379A-FFA6-4179-AD94-3B9D20DBAA50}"/>
              </a:ext>
            </a:extLst>
          </p:cNvPr>
          <p:cNvSpPr>
            <a:spLocks noGrp="1"/>
          </p:cNvSpPr>
          <p:nvPr>
            <p:ph type="body" sz="quarter" idx="13"/>
          </p:nvPr>
        </p:nvSpPr>
        <p:spPr>
          <a:xfrm>
            <a:off x="7330565" y="2406566"/>
            <a:ext cx="2138816" cy="2181394"/>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8" name="Text Placeholder 3">
            <a:extLst>
              <a:ext uri="{FF2B5EF4-FFF2-40B4-BE49-F238E27FC236}">
                <a16:creationId xmlns:a16="http://schemas.microsoft.com/office/drawing/2014/main" id="{86EE9769-6679-49C8-860D-5CACDB09DBD2}"/>
              </a:ext>
            </a:extLst>
          </p:cNvPr>
          <p:cNvSpPr>
            <a:spLocks noGrp="1"/>
          </p:cNvSpPr>
          <p:nvPr>
            <p:ph type="body" sz="quarter" idx="14"/>
          </p:nvPr>
        </p:nvSpPr>
        <p:spPr>
          <a:xfrm>
            <a:off x="9634541" y="2406566"/>
            <a:ext cx="2138816" cy="2181394"/>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2" name="Footer Placeholder 1">
            <a:extLst>
              <a:ext uri="{FF2B5EF4-FFF2-40B4-BE49-F238E27FC236}">
                <a16:creationId xmlns:a16="http://schemas.microsoft.com/office/drawing/2014/main" id="{136AABF9-4169-453B-83D4-823782CAB5B6}"/>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t>© Copyright Microsoft Corporation. All rights reserved.</a:t>
            </a:r>
          </a:p>
        </p:txBody>
      </p:sp>
    </p:spTree>
    <p:extLst>
      <p:ext uri="{BB962C8B-B14F-4D97-AF65-F5344CB8AC3E}">
        <p14:creationId xmlns:p14="http://schemas.microsoft.com/office/powerpoint/2010/main" val="2607458958"/>
      </p:ext>
    </p:extLst>
  </p:cSld>
  <p:clrMapOvr>
    <a:masterClrMapping/>
  </p:clrMapOvr>
  <p:transition>
    <p:fade/>
  </p:transition>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rgbClr val="243A5E"/>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8830E1E-F06E-469F-9154-F8DEA4B068FE}"/>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00" dirty="0">
                <a:solidFill>
                  <a:schemeClr val="bg1"/>
                </a:solidFill>
              </a:rPr>
              <a:t>© Copyright Microsoft Corporation. All rights reserved.</a:t>
            </a:r>
          </a:p>
        </p:txBody>
      </p:sp>
      <p:pic>
        <p:nvPicPr>
          <p:cNvPr id="3" name="Picture 2" descr="A picture containing drawing&#10;&#10;Description automatically generated">
            <a:extLst>
              <a:ext uri="{FF2B5EF4-FFF2-40B4-BE49-F238E27FC236}">
                <a16:creationId xmlns:a16="http://schemas.microsoft.com/office/drawing/2014/main" id="{61A92AD1-6689-41DB-9434-AC98B39D968F}"/>
              </a:ext>
            </a:extLst>
          </p:cNvPr>
          <p:cNvPicPr>
            <a:picLocks noChangeAspect="1"/>
          </p:cNvPicPr>
          <p:nvPr userDrawn="1"/>
        </p:nvPicPr>
        <p:blipFill>
          <a:blip r:embed="rId2"/>
          <a:stretch>
            <a:fillRect/>
          </a:stretch>
        </p:blipFill>
        <p:spPr>
          <a:xfrm>
            <a:off x="136886" y="162871"/>
            <a:ext cx="2635247" cy="889107"/>
          </a:xfrm>
          <a:prstGeom prst="rect">
            <a:avLst/>
          </a:prstGeom>
        </p:spPr>
      </p:pic>
    </p:spTree>
    <p:extLst>
      <p:ext uri="{BB962C8B-B14F-4D97-AF65-F5344CB8AC3E}">
        <p14:creationId xmlns:p14="http://schemas.microsoft.com/office/powerpoint/2010/main" val="3820174025"/>
      </p:ext>
    </p:extLst>
  </p:cSld>
  <p:clrMapOvr>
    <a:masterClrMapping/>
  </p:clrMapOvr>
  <p:transition>
    <p:fade/>
  </p:transition>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userDrawn="1">
  <p:cSld name="Section divider">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1FDE817-4581-481C-9C54-D23C2F82ACA3}"/>
              </a:ext>
            </a:extLst>
          </p:cNvPr>
          <p:cNvSpPr>
            <a:spLocks noGrp="1"/>
          </p:cNvSpPr>
          <p:nvPr>
            <p:ph type="title" hasCustomPrompt="1"/>
          </p:nvPr>
        </p:nvSpPr>
        <p:spPr>
          <a:xfrm>
            <a:off x="585217" y="3252869"/>
            <a:ext cx="8892608" cy="488788"/>
          </a:xfrm>
          <a:noFill/>
        </p:spPr>
        <p:txBody>
          <a:bodyPr wrap="square" lIns="0" tIns="0" rIns="0" bIns="0" anchor="ctr" anchorCtr="0">
            <a:spAutoFit/>
          </a:bodyPr>
          <a:lstStyle>
            <a:lvl1pPr algn="l" defTabSz="932563" rtl="0" eaLnBrk="1" latinLnBrk="0" hangingPunct="1">
              <a:lnSpc>
                <a:spcPct val="90000"/>
              </a:lnSpc>
              <a:spcBef>
                <a:spcPct val="0"/>
              </a:spcBef>
              <a:buNone/>
              <a:defRPr lang="en-US" sz="3529" b="0" kern="1200" cap="none" spc="-50" baseline="0" dirty="0">
                <a:ln w="3175">
                  <a:noFill/>
                </a:ln>
                <a:solidFill>
                  <a:schemeClr val="bg1"/>
                </a:solidFill>
                <a:effectLst/>
                <a:latin typeface="+mj-lt"/>
                <a:ea typeface="+mn-ea"/>
                <a:cs typeface="Segoe UI" pitchFamily="34" charset="0"/>
              </a:defRPr>
            </a:lvl1pPr>
          </a:lstStyle>
          <a:p>
            <a:r>
              <a:rPr lang="en-US"/>
              <a:t>Section title</a:t>
            </a:r>
          </a:p>
        </p:txBody>
      </p:sp>
      <p:sp>
        <p:nvSpPr>
          <p:cNvPr id="3" name="Footer Placeholder 1">
            <a:extLst>
              <a:ext uri="{FF2B5EF4-FFF2-40B4-BE49-F238E27FC236}">
                <a16:creationId xmlns:a16="http://schemas.microsoft.com/office/drawing/2014/main" id="{1DFB148E-6FF9-4D4C-B7D0-28ACD9A6EB3A}"/>
              </a:ext>
            </a:extLst>
          </p:cNvPr>
          <p:cNvSpPr txBox="1">
            <a:spLocks/>
          </p:cNvSpPr>
          <p:nvPr userDrawn="1"/>
        </p:nvSpPr>
        <p:spPr>
          <a:xfrm>
            <a:off x="8946916" y="6583737"/>
            <a:ext cx="3245085" cy="138499"/>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882" dirty="0"/>
              <a:t>© Copyright Microsoft Corporation. All rights reserved.</a:t>
            </a:r>
          </a:p>
        </p:txBody>
      </p:sp>
    </p:spTree>
    <p:extLst>
      <p:ext uri="{BB962C8B-B14F-4D97-AF65-F5344CB8AC3E}">
        <p14:creationId xmlns:p14="http://schemas.microsoft.com/office/powerpoint/2010/main" val="3646024894"/>
      </p:ext>
    </p:extLst>
  </p:cSld>
  <p:clrMapOvr>
    <a:masterClrMapping/>
  </p:clrMapOvr>
  <p:transition>
    <p:fade/>
  </p:transition>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p:cSld name="3_Title">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3292079"/>
            <a:ext cx="2457386" cy="410369"/>
          </a:xfrm>
          <a:prstGeom prst="rect">
            <a:avLst/>
          </a:prstGeom>
        </p:spPr>
        <p:txBody>
          <a:bodyPr wrap="square" lIns="0" tIns="0" rIns="0" bIns="0" anchor="ctr">
            <a:spAutoFit/>
          </a:bodyPr>
          <a:lstStyle>
            <a:lvl1pPr>
              <a:lnSpc>
                <a:spcPts val="3137"/>
              </a:lnSpc>
              <a:defRPr sz="2745" strike="noStrike">
                <a:solidFill>
                  <a:schemeClr val="bg1"/>
                </a:solidFill>
              </a:defRPr>
            </a:lvl1pPr>
          </a:lstStyle>
          <a:p>
            <a:r>
              <a:rPr lang="en-US"/>
              <a:t>Title</a:t>
            </a:r>
          </a:p>
        </p:txBody>
      </p:sp>
      <p:sp>
        <p:nvSpPr>
          <p:cNvPr id="3" name="Footer Placeholder 1">
            <a:extLst>
              <a:ext uri="{FF2B5EF4-FFF2-40B4-BE49-F238E27FC236}">
                <a16:creationId xmlns:a16="http://schemas.microsoft.com/office/drawing/2014/main" id="{43F30B39-D760-4B18-A167-D47C32BD5B77}"/>
              </a:ext>
            </a:extLst>
          </p:cNvPr>
          <p:cNvSpPr txBox="1">
            <a:spLocks/>
          </p:cNvSpPr>
          <p:nvPr userDrawn="1"/>
        </p:nvSpPr>
        <p:spPr>
          <a:xfrm>
            <a:off x="8946916" y="6583737"/>
            <a:ext cx="3245085" cy="138499"/>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882" dirty="0"/>
              <a:t>© Copyright Microsoft Corporation. All rights reserved.</a:t>
            </a:r>
          </a:p>
        </p:txBody>
      </p:sp>
    </p:spTree>
    <p:extLst>
      <p:ext uri="{BB962C8B-B14F-4D97-AF65-F5344CB8AC3E}">
        <p14:creationId xmlns:p14="http://schemas.microsoft.com/office/powerpoint/2010/main" val="597531993"/>
      </p:ext>
    </p:extLst>
  </p:cSld>
  <p:clrMapOvr>
    <a:masterClrMapping/>
  </p:clrMapOvr>
  <p:transition>
    <p:fade/>
  </p:transition>
</p:sldLayout>
</file>

<file path=ppt/slideLayouts/slideLayout150.xml><?xml version="1.0" encoding="utf-8"?>
<p:sldLayout xmlns:a="http://schemas.openxmlformats.org/drawingml/2006/main" xmlns:r="http://schemas.openxmlformats.org/officeDocument/2006/relationships" xmlns:p="http://schemas.openxmlformats.org/presentationml/2006/main" type="tx">
  <p:cSld name="1_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418643" y="1485902"/>
            <a:ext cx="11341268" cy="20068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93458120"/>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cSld name="Section title 2">
    <p:bg>
      <p:bgPr>
        <a:solidFill>
          <a:schemeClr val="bg2"/>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455994" y="960439"/>
            <a:ext cx="7454643" cy="3629025"/>
          </a:xfrm>
          <a:prstGeom prst="rect">
            <a:avLst/>
          </a:prstGeom>
          <a:noFill/>
        </p:spPr>
        <p:txBody>
          <a:bodyPr vert="horz" wrap="square" lIns="0" tIns="0" rIns="0" bIns="0" rtlCol="0" anchor="t" anchorCtr="0">
            <a:noAutofit/>
          </a:bodyPr>
          <a:lstStyle>
            <a:lvl1pPr>
              <a:defRPr lang="en-US" sz="4705" spc="-49" baseline="0" dirty="0">
                <a:solidFill>
                  <a:srgbClr val="FFFFFF"/>
                </a:solidFill>
              </a:defRPr>
            </a:lvl1pPr>
          </a:lstStyle>
          <a:p>
            <a:pPr marL="0" lvl="0">
              <a:lnSpc>
                <a:spcPts val="5490"/>
              </a:lnSpc>
            </a:pPr>
            <a:r>
              <a:rPr lang="en-US"/>
              <a:t>Section title</a:t>
            </a:r>
          </a:p>
        </p:txBody>
      </p:sp>
    </p:spTree>
    <p:extLst>
      <p:ext uri="{BB962C8B-B14F-4D97-AF65-F5344CB8AC3E}">
        <p14:creationId xmlns:p14="http://schemas.microsoft.com/office/powerpoint/2010/main" val="3884853418"/>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52.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564024"/>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userDrawn="1">
  <p:cSld name="1_Title and sub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11011601" cy="502246"/>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11">
            <a:extLst>
              <a:ext uri="{FF2B5EF4-FFF2-40B4-BE49-F238E27FC236}">
                <a16:creationId xmlns:a16="http://schemas.microsoft.com/office/drawing/2014/main" id="{CA4E92E8-A50E-5AB4-8891-983AC58DB6A9}"/>
              </a:ext>
            </a:extLst>
          </p:cNvPr>
          <p:cNvSpPr>
            <a:spLocks noGrp="1"/>
          </p:cNvSpPr>
          <p:nvPr>
            <p:ph type="body" sz="quarter" idx="17"/>
          </p:nvPr>
        </p:nvSpPr>
        <p:spPr>
          <a:xfrm>
            <a:off x="584200" y="1414373"/>
            <a:ext cx="11011601" cy="523220"/>
          </a:xfrm>
          <a:prstGeom prst="rect">
            <a:avLst/>
          </a:prstGeo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1720830381"/>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userDrawn="1">
  <p:cSld name="1-column_Callou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11044938" cy="502246"/>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064000" y="1612627"/>
            <a:ext cx="7535862" cy="451892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6" name="Text Placeholder 11">
            <a:extLst>
              <a:ext uri="{FF2B5EF4-FFF2-40B4-BE49-F238E27FC236}">
                <a16:creationId xmlns:a16="http://schemas.microsoft.com/office/drawing/2014/main" id="{BA3E60F0-F025-04E8-0E46-71699A62E435}"/>
              </a:ext>
            </a:extLst>
          </p:cNvPr>
          <p:cNvSpPr>
            <a:spLocks noGrp="1"/>
          </p:cNvSpPr>
          <p:nvPr>
            <p:ph type="body" sz="quarter" idx="16"/>
          </p:nvPr>
        </p:nvSpPr>
        <p:spPr>
          <a:xfrm>
            <a:off x="584201" y="1625891"/>
            <a:ext cx="3174143" cy="25112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4D105096-7BC3-1383-8EE1-744002B706B2}"/>
              </a:ext>
            </a:extLst>
          </p:cNvPr>
          <p:cNvSpPr>
            <a:spLocks noGrp="1"/>
          </p:cNvSpPr>
          <p:nvPr>
            <p:ph type="body" sz="quarter" idx="15"/>
          </p:nvPr>
        </p:nvSpPr>
        <p:spPr>
          <a:xfrm>
            <a:off x="586390" y="2127287"/>
            <a:ext cx="3172811" cy="74081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90173960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7.xml"/><Relationship Id="rId18" Type="http://schemas.openxmlformats.org/officeDocument/2006/relationships/slideLayout" Target="../slideLayouts/slideLayout72.xml"/><Relationship Id="rId26" Type="http://schemas.openxmlformats.org/officeDocument/2006/relationships/slideLayout" Target="../slideLayouts/slideLayout80.xml"/><Relationship Id="rId39" Type="http://schemas.openxmlformats.org/officeDocument/2006/relationships/slideLayout" Target="../slideLayouts/slideLayout93.xml"/><Relationship Id="rId21" Type="http://schemas.openxmlformats.org/officeDocument/2006/relationships/slideLayout" Target="../slideLayouts/slideLayout75.xml"/><Relationship Id="rId34" Type="http://schemas.openxmlformats.org/officeDocument/2006/relationships/slideLayout" Target="../slideLayouts/slideLayout88.xml"/><Relationship Id="rId42" Type="http://schemas.openxmlformats.org/officeDocument/2006/relationships/slideLayout" Target="../slideLayouts/slideLayout96.xml"/><Relationship Id="rId47" Type="http://schemas.openxmlformats.org/officeDocument/2006/relationships/slideLayout" Target="../slideLayouts/slideLayout101.xml"/><Relationship Id="rId50" Type="http://schemas.openxmlformats.org/officeDocument/2006/relationships/theme" Target="../theme/theme2.xml"/><Relationship Id="rId7" Type="http://schemas.openxmlformats.org/officeDocument/2006/relationships/slideLayout" Target="../slideLayouts/slideLayout61.xml"/><Relationship Id="rId2" Type="http://schemas.openxmlformats.org/officeDocument/2006/relationships/slideLayout" Target="../slideLayouts/slideLayout56.xml"/><Relationship Id="rId16" Type="http://schemas.openxmlformats.org/officeDocument/2006/relationships/slideLayout" Target="../slideLayouts/slideLayout70.xml"/><Relationship Id="rId29" Type="http://schemas.openxmlformats.org/officeDocument/2006/relationships/slideLayout" Target="../slideLayouts/slideLayout83.xml"/><Relationship Id="rId11" Type="http://schemas.openxmlformats.org/officeDocument/2006/relationships/slideLayout" Target="../slideLayouts/slideLayout65.xml"/><Relationship Id="rId24" Type="http://schemas.openxmlformats.org/officeDocument/2006/relationships/slideLayout" Target="../slideLayouts/slideLayout78.xml"/><Relationship Id="rId32" Type="http://schemas.openxmlformats.org/officeDocument/2006/relationships/slideLayout" Target="../slideLayouts/slideLayout86.xml"/><Relationship Id="rId37" Type="http://schemas.openxmlformats.org/officeDocument/2006/relationships/slideLayout" Target="../slideLayouts/slideLayout91.xml"/><Relationship Id="rId40" Type="http://schemas.openxmlformats.org/officeDocument/2006/relationships/slideLayout" Target="../slideLayouts/slideLayout94.xml"/><Relationship Id="rId45" Type="http://schemas.openxmlformats.org/officeDocument/2006/relationships/slideLayout" Target="../slideLayouts/slideLayout99.xml"/><Relationship Id="rId5" Type="http://schemas.openxmlformats.org/officeDocument/2006/relationships/slideLayout" Target="../slideLayouts/slideLayout59.xml"/><Relationship Id="rId15" Type="http://schemas.openxmlformats.org/officeDocument/2006/relationships/slideLayout" Target="../slideLayouts/slideLayout69.xml"/><Relationship Id="rId23" Type="http://schemas.openxmlformats.org/officeDocument/2006/relationships/slideLayout" Target="../slideLayouts/slideLayout77.xml"/><Relationship Id="rId28" Type="http://schemas.openxmlformats.org/officeDocument/2006/relationships/slideLayout" Target="../slideLayouts/slideLayout82.xml"/><Relationship Id="rId36" Type="http://schemas.openxmlformats.org/officeDocument/2006/relationships/slideLayout" Target="../slideLayouts/slideLayout90.xml"/><Relationship Id="rId49" Type="http://schemas.openxmlformats.org/officeDocument/2006/relationships/slideLayout" Target="../slideLayouts/slideLayout103.xml"/><Relationship Id="rId10" Type="http://schemas.openxmlformats.org/officeDocument/2006/relationships/slideLayout" Target="../slideLayouts/slideLayout64.xml"/><Relationship Id="rId19" Type="http://schemas.openxmlformats.org/officeDocument/2006/relationships/slideLayout" Target="../slideLayouts/slideLayout73.xml"/><Relationship Id="rId31" Type="http://schemas.openxmlformats.org/officeDocument/2006/relationships/slideLayout" Target="../slideLayouts/slideLayout85.xml"/><Relationship Id="rId44" Type="http://schemas.openxmlformats.org/officeDocument/2006/relationships/slideLayout" Target="../slideLayouts/slideLayout98.xml"/><Relationship Id="rId4" Type="http://schemas.openxmlformats.org/officeDocument/2006/relationships/slideLayout" Target="../slideLayouts/slideLayout58.xml"/><Relationship Id="rId9" Type="http://schemas.openxmlformats.org/officeDocument/2006/relationships/slideLayout" Target="../slideLayouts/slideLayout63.xml"/><Relationship Id="rId14" Type="http://schemas.openxmlformats.org/officeDocument/2006/relationships/slideLayout" Target="../slideLayouts/slideLayout68.xml"/><Relationship Id="rId22" Type="http://schemas.openxmlformats.org/officeDocument/2006/relationships/slideLayout" Target="../slideLayouts/slideLayout76.xml"/><Relationship Id="rId27" Type="http://schemas.openxmlformats.org/officeDocument/2006/relationships/slideLayout" Target="../slideLayouts/slideLayout81.xml"/><Relationship Id="rId30" Type="http://schemas.openxmlformats.org/officeDocument/2006/relationships/slideLayout" Target="../slideLayouts/slideLayout84.xml"/><Relationship Id="rId35" Type="http://schemas.openxmlformats.org/officeDocument/2006/relationships/slideLayout" Target="../slideLayouts/slideLayout89.xml"/><Relationship Id="rId43" Type="http://schemas.openxmlformats.org/officeDocument/2006/relationships/slideLayout" Target="../slideLayouts/slideLayout97.xml"/><Relationship Id="rId48" Type="http://schemas.openxmlformats.org/officeDocument/2006/relationships/slideLayout" Target="../slideLayouts/slideLayout102.xml"/><Relationship Id="rId8" Type="http://schemas.openxmlformats.org/officeDocument/2006/relationships/slideLayout" Target="../slideLayouts/slideLayout62.xml"/><Relationship Id="rId3" Type="http://schemas.openxmlformats.org/officeDocument/2006/relationships/slideLayout" Target="../slideLayouts/slideLayout57.xml"/><Relationship Id="rId12" Type="http://schemas.openxmlformats.org/officeDocument/2006/relationships/slideLayout" Target="../slideLayouts/slideLayout66.xml"/><Relationship Id="rId17" Type="http://schemas.openxmlformats.org/officeDocument/2006/relationships/slideLayout" Target="../slideLayouts/slideLayout71.xml"/><Relationship Id="rId25" Type="http://schemas.openxmlformats.org/officeDocument/2006/relationships/slideLayout" Target="../slideLayouts/slideLayout79.xml"/><Relationship Id="rId33" Type="http://schemas.openxmlformats.org/officeDocument/2006/relationships/slideLayout" Target="../slideLayouts/slideLayout87.xml"/><Relationship Id="rId38" Type="http://schemas.openxmlformats.org/officeDocument/2006/relationships/slideLayout" Target="../slideLayouts/slideLayout92.xml"/><Relationship Id="rId46" Type="http://schemas.openxmlformats.org/officeDocument/2006/relationships/slideLayout" Target="../slideLayouts/slideLayout100.xml"/><Relationship Id="rId20" Type="http://schemas.openxmlformats.org/officeDocument/2006/relationships/slideLayout" Target="../slideLayouts/slideLayout74.xml"/><Relationship Id="rId41" Type="http://schemas.openxmlformats.org/officeDocument/2006/relationships/slideLayout" Target="../slideLayouts/slideLayout95.xml"/><Relationship Id="rId1" Type="http://schemas.openxmlformats.org/officeDocument/2006/relationships/slideLayout" Target="../slideLayouts/slideLayout55.xml"/><Relationship Id="rId6" Type="http://schemas.openxmlformats.org/officeDocument/2006/relationships/slideLayout" Target="../slideLayouts/slideLayout60.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116.xml"/><Relationship Id="rId18" Type="http://schemas.openxmlformats.org/officeDocument/2006/relationships/slideLayout" Target="../slideLayouts/slideLayout121.xml"/><Relationship Id="rId26" Type="http://schemas.openxmlformats.org/officeDocument/2006/relationships/slideLayout" Target="../slideLayouts/slideLayout129.xml"/><Relationship Id="rId39" Type="http://schemas.openxmlformats.org/officeDocument/2006/relationships/slideLayout" Target="../slideLayouts/slideLayout142.xml"/><Relationship Id="rId21" Type="http://schemas.openxmlformats.org/officeDocument/2006/relationships/slideLayout" Target="../slideLayouts/slideLayout124.xml"/><Relationship Id="rId34" Type="http://schemas.openxmlformats.org/officeDocument/2006/relationships/slideLayout" Target="../slideLayouts/slideLayout137.xml"/><Relationship Id="rId42" Type="http://schemas.openxmlformats.org/officeDocument/2006/relationships/slideLayout" Target="../slideLayouts/slideLayout145.xml"/><Relationship Id="rId47" Type="http://schemas.openxmlformats.org/officeDocument/2006/relationships/slideLayout" Target="../slideLayouts/slideLayout150.xml"/><Relationship Id="rId50" Type="http://schemas.openxmlformats.org/officeDocument/2006/relationships/slideLayout" Target="../slideLayouts/slideLayout153.xml"/><Relationship Id="rId7" Type="http://schemas.openxmlformats.org/officeDocument/2006/relationships/slideLayout" Target="../slideLayouts/slideLayout110.xml"/><Relationship Id="rId2" Type="http://schemas.openxmlformats.org/officeDocument/2006/relationships/slideLayout" Target="../slideLayouts/slideLayout105.xml"/><Relationship Id="rId16" Type="http://schemas.openxmlformats.org/officeDocument/2006/relationships/slideLayout" Target="../slideLayouts/slideLayout119.xml"/><Relationship Id="rId29" Type="http://schemas.openxmlformats.org/officeDocument/2006/relationships/slideLayout" Target="../slideLayouts/slideLayout132.xml"/><Relationship Id="rId11" Type="http://schemas.openxmlformats.org/officeDocument/2006/relationships/slideLayout" Target="../slideLayouts/slideLayout114.xml"/><Relationship Id="rId24" Type="http://schemas.openxmlformats.org/officeDocument/2006/relationships/slideLayout" Target="../slideLayouts/slideLayout127.xml"/><Relationship Id="rId32" Type="http://schemas.openxmlformats.org/officeDocument/2006/relationships/slideLayout" Target="../slideLayouts/slideLayout135.xml"/><Relationship Id="rId37" Type="http://schemas.openxmlformats.org/officeDocument/2006/relationships/slideLayout" Target="../slideLayouts/slideLayout140.xml"/><Relationship Id="rId40" Type="http://schemas.openxmlformats.org/officeDocument/2006/relationships/slideLayout" Target="../slideLayouts/slideLayout143.xml"/><Relationship Id="rId45" Type="http://schemas.openxmlformats.org/officeDocument/2006/relationships/slideLayout" Target="../slideLayouts/slideLayout148.xml"/><Relationship Id="rId5" Type="http://schemas.openxmlformats.org/officeDocument/2006/relationships/slideLayout" Target="../slideLayouts/slideLayout108.xml"/><Relationship Id="rId15" Type="http://schemas.openxmlformats.org/officeDocument/2006/relationships/slideLayout" Target="../slideLayouts/slideLayout118.xml"/><Relationship Id="rId23" Type="http://schemas.openxmlformats.org/officeDocument/2006/relationships/slideLayout" Target="../slideLayouts/slideLayout126.xml"/><Relationship Id="rId28" Type="http://schemas.openxmlformats.org/officeDocument/2006/relationships/slideLayout" Target="../slideLayouts/slideLayout131.xml"/><Relationship Id="rId36" Type="http://schemas.openxmlformats.org/officeDocument/2006/relationships/slideLayout" Target="../slideLayouts/slideLayout139.xml"/><Relationship Id="rId49" Type="http://schemas.openxmlformats.org/officeDocument/2006/relationships/slideLayout" Target="../slideLayouts/slideLayout152.xml"/><Relationship Id="rId10" Type="http://schemas.openxmlformats.org/officeDocument/2006/relationships/slideLayout" Target="../slideLayouts/slideLayout113.xml"/><Relationship Id="rId19" Type="http://schemas.openxmlformats.org/officeDocument/2006/relationships/slideLayout" Target="../slideLayouts/slideLayout122.xml"/><Relationship Id="rId31" Type="http://schemas.openxmlformats.org/officeDocument/2006/relationships/slideLayout" Target="../slideLayouts/slideLayout134.xml"/><Relationship Id="rId44" Type="http://schemas.openxmlformats.org/officeDocument/2006/relationships/slideLayout" Target="../slideLayouts/slideLayout147.xml"/><Relationship Id="rId52" Type="http://schemas.openxmlformats.org/officeDocument/2006/relationships/theme" Target="../theme/theme3.xml"/><Relationship Id="rId4" Type="http://schemas.openxmlformats.org/officeDocument/2006/relationships/slideLayout" Target="../slideLayouts/slideLayout107.xml"/><Relationship Id="rId9" Type="http://schemas.openxmlformats.org/officeDocument/2006/relationships/slideLayout" Target="../slideLayouts/slideLayout112.xml"/><Relationship Id="rId14" Type="http://schemas.openxmlformats.org/officeDocument/2006/relationships/slideLayout" Target="../slideLayouts/slideLayout117.xml"/><Relationship Id="rId22" Type="http://schemas.openxmlformats.org/officeDocument/2006/relationships/slideLayout" Target="../slideLayouts/slideLayout125.xml"/><Relationship Id="rId27" Type="http://schemas.openxmlformats.org/officeDocument/2006/relationships/slideLayout" Target="../slideLayouts/slideLayout130.xml"/><Relationship Id="rId30" Type="http://schemas.openxmlformats.org/officeDocument/2006/relationships/slideLayout" Target="../slideLayouts/slideLayout133.xml"/><Relationship Id="rId35" Type="http://schemas.openxmlformats.org/officeDocument/2006/relationships/slideLayout" Target="../slideLayouts/slideLayout138.xml"/><Relationship Id="rId43" Type="http://schemas.openxmlformats.org/officeDocument/2006/relationships/slideLayout" Target="../slideLayouts/slideLayout146.xml"/><Relationship Id="rId48" Type="http://schemas.openxmlformats.org/officeDocument/2006/relationships/slideLayout" Target="../slideLayouts/slideLayout151.xml"/><Relationship Id="rId8" Type="http://schemas.openxmlformats.org/officeDocument/2006/relationships/slideLayout" Target="../slideLayouts/slideLayout111.xml"/><Relationship Id="rId51" Type="http://schemas.openxmlformats.org/officeDocument/2006/relationships/slideLayout" Target="../slideLayouts/slideLayout154.xml"/><Relationship Id="rId3" Type="http://schemas.openxmlformats.org/officeDocument/2006/relationships/slideLayout" Target="../slideLayouts/slideLayout106.xml"/><Relationship Id="rId12" Type="http://schemas.openxmlformats.org/officeDocument/2006/relationships/slideLayout" Target="../slideLayouts/slideLayout115.xml"/><Relationship Id="rId17" Type="http://schemas.openxmlformats.org/officeDocument/2006/relationships/slideLayout" Target="../slideLayouts/slideLayout120.xml"/><Relationship Id="rId25" Type="http://schemas.openxmlformats.org/officeDocument/2006/relationships/slideLayout" Target="../slideLayouts/slideLayout128.xml"/><Relationship Id="rId33" Type="http://schemas.openxmlformats.org/officeDocument/2006/relationships/slideLayout" Target="../slideLayouts/slideLayout136.xml"/><Relationship Id="rId38" Type="http://schemas.openxmlformats.org/officeDocument/2006/relationships/slideLayout" Target="../slideLayouts/slideLayout141.xml"/><Relationship Id="rId46" Type="http://schemas.openxmlformats.org/officeDocument/2006/relationships/slideLayout" Target="../slideLayouts/slideLayout149.xml"/><Relationship Id="rId20" Type="http://schemas.openxmlformats.org/officeDocument/2006/relationships/slideLayout" Target="../slideLayouts/slideLayout123.xml"/><Relationship Id="rId41" Type="http://schemas.openxmlformats.org/officeDocument/2006/relationships/slideLayout" Target="../slideLayouts/slideLayout144.xml"/><Relationship Id="rId1" Type="http://schemas.openxmlformats.org/officeDocument/2006/relationships/slideLayout" Target="../slideLayouts/slideLayout104.xml"/><Relationship Id="rId6" Type="http://schemas.openxmlformats.org/officeDocument/2006/relationships/slideLayout" Target="../slideLayouts/slideLayout10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994525"/>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2" name="Title Placeholder 1"/>
          <p:cNvSpPr>
            <a:spLocks noGrp="1"/>
          </p:cNvSpPr>
          <p:nvPr userDrawn="1">
            <p:ph type="title"/>
          </p:nvPr>
        </p:nvSpPr>
        <p:spPr>
          <a:xfrm>
            <a:off x="588264" y="596867"/>
            <a:ext cx="10430257" cy="502246"/>
          </a:xfrm>
          <a:prstGeom prst="rect">
            <a:avLst/>
          </a:prstGeom>
        </p:spPr>
        <p:txBody>
          <a:bodyPr vert="horz" wrap="square" lIns="0" tIns="0" rIns="0" bIns="0" rtlCol="0" anchor="t">
            <a:spAutoFit/>
          </a:bodyPr>
          <a:lstStyle/>
          <a:p>
            <a:r>
              <a:rPr lang="en-US" dirty="0"/>
              <a:t>Click to edit Master title style</a:t>
            </a:r>
          </a:p>
        </p:txBody>
      </p:sp>
      <p:sp>
        <p:nvSpPr>
          <p:cNvPr id="4" name="Text Placeholder 3"/>
          <p:cNvSpPr>
            <a:spLocks noGrp="1"/>
          </p:cNvSpPr>
          <p:nvPr userDrawn="1">
            <p:ph type="body" idx="1"/>
          </p:nvPr>
        </p:nvSpPr>
        <p:spPr>
          <a:xfrm>
            <a:off x="584200" y="1622730"/>
            <a:ext cx="10426700" cy="740813"/>
          </a:xfrm>
          <a:prstGeom prst="rect">
            <a:avLst/>
          </a:prstGeom>
        </p:spPr>
        <p:txBody>
          <a:bodyPr vert="horz" wrap="square" lIns="0" tIns="0" rIns="0" bIns="0" rtlCol="0">
            <a:spAutoFit/>
          </a:body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4036975980"/>
      </p:ext>
    </p:extLst>
  </p:cSld>
  <p:clrMap bg1="lt1" tx1="dk1" bg2="lt2" tx2="dk2" accent1="accent1" accent2="accent2" accent3="accent3" accent4="accent4" accent5="accent5" accent6="accent6" hlink="hlink" folHlink="folHlink"/>
  <p:sldLayoutIdLst>
    <p:sldLayoutId id="2147484913" r:id="rId1"/>
    <p:sldLayoutId id="2147484914" r:id="rId2"/>
    <p:sldLayoutId id="2147484915" r:id="rId3"/>
    <p:sldLayoutId id="2147484916" r:id="rId4"/>
    <p:sldLayoutId id="2147484917" r:id="rId5"/>
    <p:sldLayoutId id="2147484919" r:id="rId6"/>
    <p:sldLayoutId id="2147484920" r:id="rId7"/>
    <p:sldLayoutId id="2147484921" r:id="rId8"/>
    <p:sldLayoutId id="2147484922" r:id="rId9"/>
    <p:sldLayoutId id="2147484923" r:id="rId10"/>
    <p:sldLayoutId id="2147484924" r:id="rId11"/>
    <p:sldLayoutId id="2147484925" r:id="rId12"/>
    <p:sldLayoutId id="2147484926" r:id="rId13"/>
    <p:sldLayoutId id="2147484927" r:id="rId14"/>
    <p:sldLayoutId id="2147484928" r:id="rId15"/>
    <p:sldLayoutId id="2147484929" r:id="rId16"/>
    <p:sldLayoutId id="2147484930" r:id="rId17"/>
    <p:sldLayoutId id="2147484931" r:id="rId18"/>
    <p:sldLayoutId id="2147484932" r:id="rId19"/>
    <p:sldLayoutId id="2147484933" r:id="rId20"/>
    <p:sldLayoutId id="2147484934" r:id="rId21"/>
    <p:sldLayoutId id="2147484935" r:id="rId22"/>
    <p:sldLayoutId id="2147484936" r:id="rId23"/>
    <p:sldLayoutId id="2147484937" r:id="rId24"/>
    <p:sldLayoutId id="2147484938" r:id="rId25"/>
    <p:sldLayoutId id="2147484939" r:id="rId26"/>
    <p:sldLayoutId id="2147484940" r:id="rId27"/>
    <p:sldLayoutId id="2147484941" r:id="rId28"/>
    <p:sldLayoutId id="2147484942" r:id="rId29"/>
    <p:sldLayoutId id="2147484943" r:id="rId30"/>
    <p:sldLayoutId id="2147484944" r:id="rId31"/>
    <p:sldLayoutId id="2147484945" r:id="rId32"/>
    <p:sldLayoutId id="2147484946" r:id="rId33"/>
    <p:sldLayoutId id="2147484947" r:id="rId34"/>
    <p:sldLayoutId id="2147484948" r:id="rId35"/>
    <p:sldLayoutId id="2147484949" r:id="rId36"/>
    <p:sldLayoutId id="2147484950" r:id="rId37"/>
    <p:sldLayoutId id="2147484951" r:id="rId38"/>
    <p:sldLayoutId id="2147484952" r:id="rId39"/>
    <p:sldLayoutId id="2147484953" r:id="rId40"/>
    <p:sldLayoutId id="2147484954" r:id="rId41"/>
    <p:sldLayoutId id="2147484955" r:id="rId42"/>
    <p:sldLayoutId id="2147484956" r:id="rId43"/>
    <p:sldLayoutId id="2147484957" r:id="rId44"/>
    <p:sldLayoutId id="2147484958" r:id="rId45"/>
    <p:sldLayoutId id="2147484959" r:id="rId46"/>
    <p:sldLayoutId id="2147484960" r:id="rId47"/>
    <p:sldLayoutId id="2147484961" r:id="rId48"/>
    <p:sldLayoutId id="2147484962" r:id="rId49"/>
    <p:sldLayoutId id="2147484963" r:id="rId50"/>
    <p:sldLayoutId id="2147484964" r:id="rId51"/>
    <p:sldLayoutId id="2147484965" r:id="rId52"/>
    <p:sldLayoutId id="2147484966" r:id="rId53"/>
    <p:sldLayoutId id="2147485073" r:id="rId54"/>
  </p:sldLayoutIdLst>
  <p:transition>
    <p:fade/>
  </p:transition>
  <p:hf sldNum="0" hdr="0" ftr="0" dt="0"/>
  <p:txStyles>
    <p:titleStyle>
      <a:lvl1pPr algn="l" defTabSz="932742" rtl="0" eaLnBrk="1" latinLnBrk="0" hangingPunct="1">
        <a:lnSpc>
          <a:spcPct val="100000"/>
        </a:lnSpc>
        <a:spcBef>
          <a:spcPct val="0"/>
        </a:spcBef>
        <a:buNone/>
        <a:defRPr lang="en-US" sz="3200" b="0" kern="1200" cap="none" spc="0" baseline="0" dirty="0" smtClean="0">
          <a:ln w="3175">
            <a:noFill/>
          </a:ln>
          <a:solidFill>
            <a:schemeClr val="tx1"/>
          </a:solidFill>
          <a:effectLst/>
          <a:latin typeface="+mj-lt"/>
          <a:ea typeface="+mn-ea"/>
          <a:cs typeface="Segoe UI" pitchFamily="34" charset="0"/>
        </a:defRPr>
      </a:lvl1pPr>
    </p:titleStyle>
    <p:body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A5A5A5"/>
          </p15:clr>
        </p15:guide>
        <p15:guide id="2" pos="7680">
          <p15:clr>
            <a:srgbClr val="A5A5A5"/>
          </p15:clr>
        </p15:guide>
        <p15:guide id="3" pos="168" userDrawn="1">
          <p15:clr>
            <a:srgbClr val="A5A5A5"/>
          </p15:clr>
        </p15:guide>
        <p15:guide id="26" pos="7496">
          <p15:clr>
            <a:srgbClr val="A5A5A5"/>
          </p15:clr>
        </p15:guide>
        <p15:guide id="27" orient="horz">
          <p15:clr>
            <a:srgbClr val="A5A5A5"/>
          </p15:clr>
        </p15:guide>
        <p15:guide id="28" orient="horz" pos="4320">
          <p15:clr>
            <a:srgbClr val="A5A5A5"/>
          </p15:clr>
        </p15:guide>
        <p15:guide id="29" orient="horz" pos="184">
          <p15:clr>
            <a:srgbClr val="A5A5A5"/>
          </p15:clr>
        </p15:guide>
        <p15:guide id="40" orient="horz" pos="4134">
          <p15:clr>
            <a:srgbClr val="A5A5A5"/>
          </p15:clr>
        </p15:guide>
        <p15:guide id="42" pos="365">
          <p15:clr>
            <a:srgbClr val="C35EA4"/>
          </p15:clr>
        </p15:guide>
        <p15:guide id="43" orient="horz" pos="367">
          <p15:clr>
            <a:srgbClr val="C35EA4"/>
          </p15:clr>
        </p15:guide>
        <p15:guide id="44" orient="horz" pos="3953">
          <p15:clr>
            <a:srgbClr val="C35EA4"/>
          </p15:clr>
        </p15:guide>
        <p15:guide id="45" pos="7307">
          <p15:clr>
            <a:srgbClr val="C35E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8643" y="449263"/>
            <a:ext cx="11341268" cy="693737"/>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4" name="Text Placeholder 3"/>
          <p:cNvSpPr>
            <a:spLocks noGrp="1"/>
          </p:cNvSpPr>
          <p:nvPr>
            <p:ph type="body" idx="1"/>
          </p:nvPr>
        </p:nvSpPr>
        <p:spPr>
          <a:xfrm>
            <a:off x="418643" y="1485901"/>
            <a:ext cx="11341268" cy="2542619"/>
          </a:xfrm>
          <a:prstGeom prst="rect">
            <a:avLst/>
          </a:prstGeom>
        </p:spPr>
        <p:txBody>
          <a:bodyPr vert="horz" wrap="square" lIns="0" tIns="91440" rIns="146304" bIns="91440" rtlCol="0">
            <a:spAutoFit/>
          </a:bodyPr>
          <a:lstStyle/>
          <a:p>
            <a:pPr lvl="1"/>
            <a:r>
              <a:rPr lang="en-US"/>
              <a:t>Large: subhead Segoe UI Regular 20/24</a:t>
            </a:r>
          </a:p>
          <a:p>
            <a:pPr lvl="2"/>
            <a:r>
              <a:rPr lang="en-US"/>
              <a:t>Medium: paragraph heading Segoe UI </a:t>
            </a:r>
            <a:r>
              <a:rPr lang="en-US" err="1"/>
              <a:t>Semibold</a:t>
            </a:r>
            <a:r>
              <a:rPr lang="en-US"/>
              <a:t> 14/18</a:t>
            </a:r>
          </a:p>
          <a:p>
            <a:pPr lvl="3"/>
            <a:r>
              <a:rPr lang="en-US"/>
              <a:t>Medium: paragraph body copy Segoe UI Regular 14/18</a:t>
            </a:r>
          </a:p>
          <a:p>
            <a:pPr lvl="4"/>
            <a:r>
              <a:rPr lang="en-US"/>
              <a:t>Small: caption heading Segoe UI Bold 10/12</a:t>
            </a:r>
          </a:p>
          <a:p>
            <a:pPr lvl="6"/>
            <a:r>
              <a:rPr lang="en-US"/>
              <a:t>Small: caption body copy Segoe UI Regular 10/12</a:t>
            </a:r>
          </a:p>
          <a:p>
            <a:pPr lvl="6"/>
            <a:endParaRPr lang="en-US"/>
          </a:p>
          <a:p>
            <a:pPr lvl="6"/>
            <a:endParaRPr lang="en-US"/>
          </a:p>
        </p:txBody>
      </p:sp>
      <p:grpSp>
        <p:nvGrpSpPr>
          <p:cNvPr id="13" name="Group 12">
            <a:extLst>
              <a:ext uri="{FF2B5EF4-FFF2-40B4-BE49-F238E27FC236}">
                <a16:creationId xmlns:a16="http://schemas.microsoft.com/office/drawing/2014/main" id="{E44624BD-1B5A-49BF-A660-FB967C992154}"/>
              </a:ext>
            </a:extLst>
          </p:cNvPr>
          <p:cNvGrpSpPr/>
          <p:nvPr userDrawn="1"/>
        </p:nvGrpSpPr>
        <p:grpSpPr>
          <a:xfrm rot="5400000">
            <a:off x="9046808" y="3224716"/>
            <a:ext cx="6979508" cy="530076"/>
            <a:chOff x="-2857775" y="8147048"/>
            <a:chExt cx="11623156" cy="1498603"/>
          </a:xfrm>
        </p:grpSpPr>
        <p:sp>
          <p:nvSpPr>
            <p:cNvPr id="14" name="Rectangle 13">
              <a:extLst>
                <a:ext uri="{FF2B5EF4-FFF2-40B4-BE49-F238E27FC236}">
                  <a16:creationId xmlns:a16="http://schemas.microsoft.com/office/drawing/2014/main" id="{B7BB6BA6-0E25-40ED-9E86-E1ADB171F38F}"/>
                </a:ext>
              </a:extLst>
            </p:cNvPr>
            <p:cNvSpPr/>
            <p:nvPr userDrawn="1"/>
          </p:nvSpPr>
          <p:spPr bwMode="auto">
            <a:xfrm>
              <a:off x="5983100" y="8147051"/>
              <a:ext cx="2782281" cy="1498598"/>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Gray</a:t>
              </a:r>
            </a:p>
            <a:p>
              <a:pPr defTabSz="914102" fontAlgn="base">
                <a:spcBef>
                  <a:spcPct val="0"/>
                </a:spcBef>
                <a:spcAft>
                  <a:spcPts val="98"/>
                </a:spcAft>
              </a:pPr>
              <a:r>
                <a:rPr lang="en-US" sz="588" dirty="0">
                  <a:solidFill>
                    <a:schemeClr val="bg1"/>
                  </a:solidFill>
                  <a:ea typeface="Segoe UI" pitchFamily="34" charset="0"/>
                  <a:cs typeface="Segoe UI" pitchFamily="34" charset="0"/>
                </a:rPr>
                <a:t>R117 G117 B122</a:t>
              </a:r>
            </a:p>
            <a:p>
              <a:pPr defTabSz="914102" fontAlgn="base">
                <a:spcBef>
                  <a:spcPct val="0"/>
                </a:spcBef>
                <a:spcAft>
                  <a:spcPts val="98"/>
                </a:spcAft>
              </a:pPr>
              <a:r>
                <a:rPr lang="en-US" sz="588" dirty="0">
                  <a:solidFill>
                    <a:schemeClr val="bg1"/>
                  </a:solidFill>
                  <a:ea typeface="Segoe UI" pitchFamily="34" charset="0"/>
                  <a:cs typeface="Segoe UI" pitchFamily="34" charset="0"/>
                </a:rPr>
                <a:t>Hex #75757A</a:t>
              </a:r>
            </a:p>
          </p:txBody>
        </p:sp>
        <p:sp>
          <p:nvSpPr>
            <p:cNvPr id="15" name="Rectangle 14">
              <a:extLst>
                <a:ext uri="{FF2B5EF4-FFF2-40B4-BE49-F238E27FC236}">
                  <a16:creationId xmlns:a16="http://schemas.microsoft.com/office/drawing/2014/main" id="{2B86C892-8813-4C52-B1CD-6C3224A42168}"/>
                </a:ext>
              </a:extLst>
            </p:cNvPr>
            <p:cNvSpPr/>
            <p:nvPr userDrawn="1"/>
          </p:nvSpPr>
          <p:spPr bwMode="auto">
            <a:xfrm>
              <a:off x="3154167" y="8147050"/>
              <a:ext cx="2827669" cy="149859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Blue-Gray</a:t>
              </a:r>
            </a:p>
            <a:p>
              <a:pPr defTabSz="914102" fontAlgn="base">
                <a:spcBef>
                  <a:spcPct val="0"/>
                </a:spcBef>
                <a:spcAft>
                  <a:spcPts val="98"/>
                </a:spcAft>
              </a:pPr>
              <a:r>
                <a:rPr lang="en-US" sz="588" dirty="0">
                  <a:solidFill>
                    <a:schemeClr val="bg1"/>
                  </a:solidFill>
                  <a:ea typeface="Segoe UI" pitchFamily="34" charset="0"/>
                  <a:cs typeface="Segoe UI" pitchFamily="34" charset="0"/>
                </a:rPr>
                <a:t>R36 G58 B94</a:t>
              </a:r>
            </a:p>
            <a:p>
              <a:pPr defTabSz="914102" fontAlgn="base">
                <a:spcBef>
                  <a:spcPct val="0"/>
                </a:spcBef>
                <a:spcAft>
                  <a:spcPts val="98"/>
                </a:spcAft>
              </a:pPr>
              <a:r>
                <a:rPr lang="en-US" sz="588" dirty="0">
                  <a:solidFill>
                    <a:schemeClr val="bg1"/>
                  </a:solidFill>
                  <a:ea typeface="Segoe UI" pitchFamily="34" charset="0"/>
                  <a:cs typeface="Segoe UI" pitchFamily="34" charset="0"/>
                </a:rPr>
                <a:t>Hex #243A5E</a:t>
              </a:r>
            </a:p>
          </p:txBody>
        </p:sp>
        <p:sp>
          <p:nvSpPr>
            <p:cNvPr id="16" name="Rectangle 15">
              <a:extLst>
                <a:ext uri="{FF2B5EF4-FFF2-40B4-BE49-F238E27FC236}">
                  <a16:creationId xmlns:a16="http://schemas.microsoft.com/office/drawing/2014/main" id="{C6F005C9-9D4A-4760-B079-613D55BEF6C1}"/>
                </a:ext>
              </a:extLst>
            </p:cNvPr>
            <p:cNvSpPr/>
            <p:nvPr userDrawn="1"/>
          </p:nvSpPr>
          <p:spPr bwMode="auto">
            <a:xfrm>
              <a:off x="465139" y="8147051"/>
              <a:ext cx="2689028" cy="1498600"/>
            </a:xfrm>
            <a:prstGeom prst="rect">
              <a:avLst/>
            </a:prstGeom>
            <a:solidFill>
              <a:schemeClr val="tx2"/>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Blue</a:t>
              </a:r>
            </a:p>
            <a:p>
              <a:pPr defTabSz="914102" fontAlgn="base">
                <a:spcBef>
                  <a:spcPct val="0"/>
                </a:spcBef>
                <a:spcAft>
                  <a:spcPts val="98"/>
                </a:spcAft>
              </a:pPr>
              <a:r>
                <a:rPr lang="en-US" sz="588" dirty="0">
                  <a:solidFill>
                    <a:schemeClr val="bg1"/>
                  </a:solidFill>
                  <a:ea typeface="Segoe UI" pitchFamily="34" charset="0"/>
                  <a:cs typeface="Segoe UI" pitchFamily="34" charset="0"/>
                </a:rPr>
                <a:t>R0 G120 B211</a:t>
              </a:r>
            </a:p>
            <a:p>
              <a:pPr defTabSz="914102" fontAlgn="base">
                <a:spcBef>
                  <a:spcPct val="0"/>
                </a:spcBef>
                <a:spcAft>
                  <a:spcPts val="98"/>
                </a:spcAft>
              </a:pPr>
              <a:r>
                <a:rPr lang="en-US" sz="588" dirty="0">
                  <a:solidFill>
                    <a:schemeClr val="bg1"/>
                  </a:solidFill>
                  <a:ea typeface="Segoe UI" pitchFamily="34" charset="0"/>
                  <a:cs typeface="Segoe UI" pitchFamily="34" charset="0"/>
                </a:rPr>
                <a:t>Hex #0078D4</a:t>
              </a:r>
            </a:p>
          </p:txBody>
        </p:sp>
        <p:grpSp>
          <p:nvGrpSpPr>
            <p:cNvPr id="17" name="Group 16">
              <a:extLst>
                <a:ext uri="{FF2B5EF4-FFF2-40B4-BE49-F238E27FC236}">
                  <a16:creationId xmlns:a16="http://schemas.microsoft.com/office/drawing/2014/main" id="{2AA8C56F-41A8-41CF-9D47-B07BB80801DD}"/>
                </a:ext>
              </a:extLst>
            </p:cNvPr>
            <p:cNvGrpSpPr/>
            <p:nvPr userDrawn="1"/>
          </p:nvGrpSpPr>
          <p:grpSpPr>
            <a:xfrm>
              <a:off x="-2857775" y="8147048"/>
              <a:ext cx="3321653" cy="1498596"/>
              <a:chOff x="-2857775" y="8250837"/>
              <a:chExt cx="3321653" cy="1394819"/>
            </a:xfrm>
          </p:grpSpPr>
          <p:sp>
            <p:nvSpPr>
              <p:cNvPr id="18" name="Rectangle 17">
                <a:extLst>
                  <a:ext uri="{FF2B5EF4-FFF2-40B4-BE49-F238E27FC236}">
                    <a16:creationId xmlns:a16="http://schemas.microsoft.com/office/drawing/2014/main" id="{A786E9CC-EF5A-451C-9E90-03F4B57973DF}"/>
                  </a:ext>
                </a:extLst>
              </p:cNvPr>
              <p:cNvSpPr/>
              <p:nvPr userDrawn="1"/>
            </p:nvSpPr>
            <p:spPr bwMode="auto">
              <a:xfrm>
                <a:off x="-2857775" y="8250837"/>
                <a:ext cx="1660192" cy="1394818"/>
              </a:xfrm>
              <a:prstGeom prst="rect">
                <a:avLst/>
              </a:prstGeom>
              <a:solidFill>
                <a:schemeClr val="tx1"/>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Black</a:t>
                </a:r>
              </a:p>
              <a:p>
                <a:pPr defTabSz="914102" fontAlgn="base">
                  <a:spcBef>
                    <a:spcPct val="0"/>
                  </a:spcBef>
                  <a:spcAft>
                    <a:spcPts val="98"/>
                  </a:spcAft>
                </a:pPr>
                <a:r>
                  <a:rPr lang="en-US" sz="588" dirty="0">
                    <a:solidFill>
                      <a:schemeClr val="bg1"/>
                    </a:solidFill>
                    <a:ea typeface="Segoe UI" pitchFamily="34" charset="0"/>
                    <a:cs typeface="Segoe UI" pitchFamily="34" charset="0"/>
                  </a:rPr>
                  <a:t>R0 G0 B0</a:t>
                </a:r>
              </a:p>
              <a:p>
                <a:pPr defTabSz="914102" fontAlgn="base">
                  <a:spcBef>
                    <a:spcPct val="0"/>
                  </a:spcBef>
                  <a:spcAft>
                    <a:spcPts val="98"/>
                  </a:spcAft>
                </a:pPr>
                <a:r>
                  <a:rPr lang="en-US" sz="588" dirty="0">
                    <a:solidFill>
                      <a:schemeClr val="bg1"/>
                    </a:solidFill>
                    <a:ea typeface="Segoe UI" pitchFamily="34" charset="0"/>
                    <a:cs typeface="Segoe UI" pitchFamily="34" charset="0"/>
                  </a:rPr>
                  <a:t>Hex #000000</a:t>
                </a:r>
              </a:p>
            </p:txBody>
          </p:sp>
          <p:sp>
            <p:nvSpPr>
              <p:cNvPr id="19" name="Rectangle 18">
                <a:extLst>
                  <a:ext uri="{FF2B5EF4-FFF2-40B4-BE49-F238E27FC236}">
                    <a16:creationId xmlns:a16="http://schemas.microsoft.com/office/drawing/2014/main" id="{09B13B5B-71AA-4DFE-9DEE-1DF6184F0582}"/>
                  </a:ext>
                </a:extLst>
              </p:cNvPr>
              <p:cNvSpPr/>
              <p:nvPr userDrawn="1"/>
            </p:nvSpPr>
            <p:spPr bwMode="auto">
              <a:xfrm>
                <a:off x="-1196315" y="8250841"/>
                <a:ext cx="1660193" cy="1394815"/>
              </a:xfrm>
              <a:prstGeom prst="rect">
                <a:avLst/>
              </a:prstGeom>
              <a:solidFill>
                <a:schemeClr val="bg2"/>
              </a:solidFill>
              <a:ln w="63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tx1"/>
                    </a:solidFill>
                    <a:ea typeface="Segoe UI" pitchFamily="34" charset="0"/>
                    <a:cs typeface="Segoe UI" pitchFamily="34" charset="0"/>
                  </a:rPr>
                  <a:t>White</a:t>
                </a:r>
              </a:p>
              <a:p>
                <a:pPr defTabSz="914102" fontAlgn="base">
                  <a:spcBef>
                    <a:spcPct val="0"/>
                  </a:spcBef>
                  <a:spcAft>
                    <a:spcPts val="98"/>
                  </a:spcAft>
                </a:pPr>
                <a:r>
                  <a:rPr lang="en-US" sz="588" dirty="0">
                    <a:solidFill>
                      <a:schemeClr val="tx1"/>
                    </a:solidFill>
                    <a:ea typeface="Segoe UI" pitchFamily="34" charset="0"/>
                    <a:cs typeface="Segoe UI" pitchFamily="34" charset="0"/>
                  </a:rPr>
                  <a:t>R255 G255 B255</a:t>
                </a:r>
              </a:p>
              <a:p>
                <a:pPr defTabSz="914102" fontAlgn="base">
                  <a:spcBef>
                    <a:spcPct val="0"/>
                  </a:spcBef>
                  <a:spcAft>
                    <a:spcPts val="98"/>
                  </a:spcAft>
                </a:pPr>
                <a:r>
                  <a:rPr lang="en-US" sz="588" dirty="0">
                    <a:solidFill>
                      <a:schemeClr val="tx1"/>
                    </a:solidFill>
                    <a:ea typeface="Segoe UI" pitchFamily="34" charset="0"/>
                    <a:cs typeface="Segoe UI" pitchFamily="34" charset="0"/>
                  </a:rPr>
                  <a:t>Hex #FFFFFF</a:t>
                </a:r>
              </a:p>
            </p:txBody>
          </p:sp>
        </p:grpSp>
      </p:grpSp>
    </p:spTree>
    <p:extLst>
      <p:ext uri="{BB962C8B-B14F-4D97-AF65-F5344CB8AC3E}">
        <p14:creationId xmlns:p14="http://schemas.microsoft.com/office/powerpoint/2010/main" val="1653454231"/>
      </p:ext>
    </p:extLst>
  </p:cSld>
  <p:clrMap bg1="lt1" tx1="dk1" bg2="lt2" tx2="dk2" accent1="accent1" accent2="accent2" accent3="accent3" accent4="accent4" accent5="accent5" accent6="accent6" hlink="hlink" folHlink="folHlink"/>
  <p:sldLayoutIdLst>
    <p:sldLayoutId id="2147484968" r:id="rId1"/>
    <p:sldLayoutId id="2147484969" r:id="rId2"/>
    <p:sldLayoutId id="2147484970" r:id="rId3"/>
    <p:sldLayoutId id="2147484971" r:id="rId4"/>
    <p:sldLayoutId id="2147484972" r:id="rId5"/>
    <p:sldLayoutId id="2147484973" r:id="rId6"/>
    <p:sldLayoutId id="2147484974" r:id="rId7"/>
    <p:sldLayoutId id="2147484975" r:id="rId8"/>
    <p:sldLayoutId id="2147484976" r:id="rId9"/>
    <p:sldLayoutId id="2147484977" r:id="rId10"/>
    <p:sldLayoutId id="2147484978" r:id="rId11"/>
    <p:sldLayoutId id="2147484979" r:id="rId12"/>
    <p:sldLayoutId id="2147484980" r:id="rId13"/>
    <p:sldLayoutId id="2147484981" r:id="rId14"/>
    <p:sldLayoutId id="2147484982" r:id="rId15"/>
    <p:sldLayoutId id="2147484983" r:id="rId16"/>
    <p:sldLayoutId id="2147484984" r:id="rId17"/>
    <p:sldLayoutId id="2147484985" r:id="rId18"/>
    <p:sldLayoutId id="2147484986" r:id="rId19"/>
    <p:sldLayoutId id="2147484987" r:id="rId20"/>
    <p:sldLayoutId id="2147484988" r:id="rId21"/>
    <p:sldLayoutId id="2147484989" r:id="rId22"/>
    <p:sldLayoutId id="2147484990" r:id="rId23"/>
    <p:sldLayoutId id="2147484991" r:id="rId24"/>
    <p:sldLayoutId id="2147484992" r:id="rId25"/>
    <p:sldLayoutId id="2147484993" r:id="rId26"/>
    <p:sldLayoutId id="2147484994" r:id="rId27"/>
    <p:sldLayoutId id="2147484995" r:id="rId28"/>
    <p:sldLayoutId id="2147484996" r:id="rId29"/>
    <p:sldLayoutId id="2147484997" r:id="rId30"/>
    <p:sldLayoutId id="2147484998" r:id="rId31"/>
    <p:sldLayoutId id="2147484999" r:id="rId32"/>
    <p:sldLayoutId id="2147485000" r:id="rId33"/>
    <p:sldLayoutId id="2147485001" r:id="rId34"/>
    <p:sldLayoutId id="2147485002" r:id="rId35"/>
    <p:sldLayoutId id="2147485003" r:id="rId36"/>
    <p:sldLayoutId id="2147485004" r:id="rId37"/>
    <p:sldLayoutId id="2147485005" r:id="rId38"/>
    <p:sldLayoutId id="2147485006" r:id="rId39"/>
    <p:sldLayoutId id="2147485007" r:id="rId40"/>
    <p:sldLayoutId id="2147485008" r:id="rId41"/>
    <p:sldLayoutId id="2147485009" r:id="rId42"/>
    <p:sldLayoutId id="2147485010" r:id="rId43"/>
    <p:sldLayoutId id="2147485011" r:id="rId44"/>
    <p:sldLayoutId id="2147485012" r:id="rId45"/>
    <p:sldLayoutId id="2147485013" r:id="rId46"/>
    <p:sldLayoutId id="2147485014" r:id="rId47"/>
    <p:sldLayoutId id="2147485016" r:id="rId48"/>
    <p:sldLayoutId id="2147485017" r:id="rId49"/>
  </p:sldLayoutIdLst>
  <p:transition>
    <p:fade/>
  </p:transition>
  <p:hf sldNum="0" hdr="0" dt="0"/>
  <p:txStyles>
    <p:titleStyle>
      <a:lvl1pPr algn="l" defTabSz="914367" rtl="0" eaLnBrk="1" latinLnBrk="0" hangingPunct="1">
        <a:lnSpc>
          <a:spcPct val="90000"/>
        </a:lnSpc>
        <a:spcBef>
          <a:spcPct val="0"/>
        </a:spcBef>
        <a:buNone/>
        <a:defRPr lang="en-US" sz="3200" b="0" kern="1200" cap="none" spc="-49" baseline="0" dirty="0" smtClean="0">
          <a:ln w="3175">
            <a:noFill/>
          </a:ln>
          <a:solidFill>
            <a:srgbClr val="000000"/>
          </a:solidFill>
          <a:effectLst/>
          <a:latin typeface="+mj-lt"/>
          <a:ea typeface="+mn-ea"/>
          <a:cs typeface="Segoe UI" pitchFamily="34" charset="0"/>
        </a:defRPr>
      </a:lvl1pPr>
    </p:titleStyle>
    <p:body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392"/>
        </a:spcBef>
        <a:spcAft>
          <a:spcPts val="588"/>
        </a:spcAft>
        <a:buClrTx/>
        <a:buSzPct val="90000"/>
        <a:buFontTx/>
        <a:buNone/>
        <a:tabLst/>
        <a:defRPr sz="2000" kern="1200" spc="0" baseline="0">
          <a:solidFill>
            <a:schemeClr val="tx1"/>
          </a:solidFill>
          <a:latin typeface="+mn-lt"/>
          <a:ea typeface="+mn-ea"/>
          <a:cs typeface="+mn-cs"/>
        </a:defRPr>
      </a:lvl2pPr>
      <a:lvl3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j-lt"/>
          <a:ea typeface="+mn-ea"/>
          <a:cs typeface="+mn-cs"/>
        </a:defRPr>
      </a:lvl3pPr>
      <a:lvl4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n-lt"/>
          <a:ea typeface="+mn-ea"/>
          <a:cs typeface="+mn-cs"/>
        </a:defRPr>
      </a:lvl4pPr>
      <a:lvl5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3" orient="horz" pos="3572">
          <p15:clr>
            <a:srgbClr val="5ACBF0"/>
          </p15:clr>
        </p15:guide>
        <p15:guide id="54" orient="horz" pos="3690">
          <p15:clr>
            <a:srgbClr val="5ACBF0"/>
          </p15:clr>
        </p15:guide>
        <p15:guide id="55" orient="horz" pos="91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8643" y="449263"/>
            <a:ext cx="11341268" cy="693737"/>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4" name="Text Placeholder 3"/>
          <p:cNvSpPr>
            <a:spLocks noGrp="1"/>
          </p:cNvSpPr>
          <p:nvPr>
            <p:ph type="body" idx="1"/>
          </p:nvPr>
        </p:nvSpPr>
        <p:spPr>
          <a:xfrm>
            <a:off x="418643" y="1485901"/>
            <a:ext cx="11341268" cy="2542619"/>
          </a:xfrm>
          <a:prstGeom prst="rect">
            <a:avLst/>
          </a:prstGeom>
        </p:spPr>
        <p:txBody>
          <a:bodyPr vert="horz" wrap="square" lIns="0" tIns="91440" rIns="146304" bIns="91440" rtlCol="0">
            <a:spAutoFit/>
          </a:bodyPr>
          <a:lstStyle/>
          <a:p>
            <a:pPr lvl="1"/>
            <a:r>
              <a:rPr lang="en-US"/>
              <a:t>Large: subhead Segoe UI Regular 20/24</a:t>
            </a:r>
          </a:p>
          <a:p>
            <a:pPr lvl="2"/>
            <a:r>
              <a:rPr lang="en-US"/>
              <a:t>Medium: paragraph heading Segoe UI </a:t>
            </a:r>
            <a:r>
              <a:rPr lang="en-US" err="1"/>
              <a:t>Semibold</a:t>
            </a:r>
            <a:r>
              <a:rPr lang="en-US"/>
              <a:t> 14/18</a:t>
            </a:r>
          </a:p>
          <a:p>
            <a:pPr lvl="3"/>
            <a:r>
              <a:rPr lang="en-US"/>
              <a:t>Medium: paragraph body copy Segoe UI Regular 14/18</a:t>
            </a:r>
          </a:p>
          <a:p>
            <a:pPr lvl="4"/>
            <a:r>
              <a:rPr lang="en-US"/>
              <a:t>Small: caption heading Segoe UI Bold 10/12</a:t>
            </a:r>
          </a:p>
          <a:p>
            <a:pPr lvl="6"/>
            <a:r>
              <a:rPr lang="en-US"/>
              <a:t>Small: caption body copy Segoe UI Regular 10/12</a:t>
            </a:r>
          </a:p>
          <a:p>
            <a:pPr lvl="6"/>
            <a:endParaRPr lang="en-US"/>
          </a:p>
          <a:p>
            <a:pPr lvl="6"/>
            <a:endParaRPr lang="en-US"/>
          </a:p>
        </p:txBody>
      </p:sp>
      <p:grpSp>
        <p:nvGrpSpPr>
          <p:cNvPr id="13" name="Group 12">
            <a:extLst>
              <a:ext uri="{FF2B5EF4-FFF2-40B4-BE49-F238E27FC236}">
                <a16:creationId xmlns:a16="http://schemas.microsoft.com/office/drawing/2014/main" id="{E44624BD-1B5A-49BF-A660-FB967C992154}"/>
              </a:ext>
            </a:extLst>
          </p:cNvPr>
          <p:cNvGrpSpPr/>
          <p:nvPr userDrawn="1"/>
        </p:nvGrpSpPr>
        <p:grpSpPr>
          <a:xfrm rot="5400000">
            <a:off x="9046808" y="3224716"/>
            <a:ext cx="6979508" cy="530076"/>
            <a:chOff x="-2857775" y="8147048"/>
            <a:chExt cx="11623156" cy="1498603"/>
          </a:xfrm>
        </p:grpSpPr>
        <p:sp>
          <p:nvSpPr>
            <p:cNvPr id="14" name="Rectangle 13">
              <a:extLst>
                <a:ext uri="{FF2B5EF4-FFF2-40B4-BE49-F238E27FC236}">
                  <a16:creationId xmlns:a16="http://schemas.microsoft.com/office/drawing/2014/main" id="{B7BB6BA6-0E25-40ED-9E86-E1ADB171F38F}"/>
                </a:ext>
              </a:extLst>
            </p:cNvPr>
            <p:cNvSpPr/>
            <p:nvPr userDrawn="1"/>
          </p:nvSpPr>
          <p:spPr bwMode="auto">
            <a:xfrm>
              <a:off x="5983100" y="8147051"/>
              <a:ext cx="2782281" cy="1498598"/>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Gray</a:t>
              </a:r>
            </a:p>
            <a:p>
              <a:pPr defTabSz="914102" fontAlgn="base">
                <a:spcBef>
                  <a:spcPct val="0"/>
                </a:spcBef>
                <a:spcAft>
                  <a:spcPts val="98"/>
                </a:spcAft>
              </a:pPr>
              <a:r>
                <a:rPr lang="en-US" sz="588" dirty="0">
                  <a:solidFill>
                    <a:schemeClr val="bg1"/>
                  </a:solidFill>
                  <a:ea typeface="Segoe UI" pitchFamily="34" charset="0"/>
                  <a:cs typeface="Segoe UI" pitchFamily="34" charset="0"/>
                </a:rPr>
                <a:t>R117 G117 B122</a:t>
              </a:r>
            </a:p>
            <a:p>
              <a:pPr defTabSz="914102" fontAlgn="base">
                <a:spcBef>
                  <a:spcPct val="0"/>
                </a:spcBef>
                <a:spcAft>
                  <a:spcPts val="98"/>
                </a:spcAft>
              </a:pPr>
              <a:r>
                <a:rPr lang="en-US" sz="588" dirty="0">
                  <a:solidFill>
                    <a:schemeClr val="bg1"/>
                  </a:solidFill>
                  <a:ea typeface="Segoe UI" pitchFamily="34" charset="0"/>
                  <a:cs typeface="Segoe UI" pitchFamily="34" charset="0"/>
                </a:rPr>
                <a:t>Hex #75757A</a:t>
              </a:r>
            </a:p>
          </p:txBody>
        </p:sp>
        <p:sp>
          <p:nvSpPr>
            <p:cNvPr id="15" name="Rectangle 14">
              <a:extLst>
                <a:ext uri="{FF2B5EF4-FFF2-40B4-BE49-F238E27FC236}">
                  <a16:creationId xmlns:a16="http://schemas.microsoft.com/office/drawing/2014/main" id="{2B86C892-8813-4C52-B1CD-6C3224A42168}"/>
                </a:ext>
              </a:extLst>
            </p:cNvPr>
            <p:cNvSpPr/>
            <p:nvPr userDrawn="1"/>
          </p:nvSpPr>
          <p:spPr bwMode="auto">
            <a:xfrm>
              <a:off x="3154167" y="8147050"/>
              <a:ext cx="2827669" cy="149859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Blue-Gray</a:t>
              </a:r>
            </a:p>
            <a:p>
              <a:pPr defTabSz="914102" fontAlgn="base">
                <a:spcBef>
                  <a:spcPct val="0"/>
                </a:spcBef>
                <a:spcAft>
                  <a:spcPts val="98"/>
                </a:spcAft>
              </a:pPr>
              <a:r>
                <a:rPr lang="en-US" sz="588" dirty="0">
                  <a:solidFill>
                    <a:schemeClr val="bg1"/>
                  </a:solidFill>
                  <a:ea typeface="Segoe UI" pitchFamily="34" charset="0"/>
                  <a:cs typeface="Segoe UI" pitchFamily="34" charset="0"/>
                </a:rPr>
                <a:t>R36 G58 B94</a:t>
              </a:r>
            </a:p>
            <a:p>
              <a:pPr defTabSz="914102" fontAlgn="base">
                <a:spcBef>
                  <a:spcPct val="0"/>
                </a:spcBef>
                <a:spcAft>
                  <a:spcPts val="98"/>
                </a:spcAft>
              </a:pPr>
              <a:r>
                <a:rPr lang="en-US" sz="588" dirty="0">
                  <a:solidFill>
                    <a:schemeClr val="bg1"/>
                  </a:solidFill>
                  <a:ea typeface="Segoe UI" pitchFamily="34" charset="0"/>
                  <a:cs typeface="Segoe UI" pitchFamily="34" charset="0"/>
                </a:rPr>
                <a:t>Hex #243A5E</a:t>
              </a:r>
            </a:p>
          </p:txBody>
        </p:sp>
        <p:sp>
          <p:nvSpPr>
            <p:cNvPr id="16" name="Rectangle 15">
              <a:extLst>
                <a:ext uri="{FF2B5EF4-FFF2-40B4-BE49-F238E27FC236}">
                  <a16:creationId xmlns:a16="http://schemas.microsoft.com/office/drawing/2014/main" id="{C6F005C9-9D4A-4760-B079-613D55BEF6C1}"/>
                </a:ext>
              </a:extLst>
            </p:cNvPr>
            <p:cNvSpPr/>
            <p:nvPr userDrawn="1"/>
          </p:nvSpPr>
          <p:spPr bwMode="auto">
            <a:xfrm>
              <a:off x="465139" y="8147051"/>
              <a:ext cx="2689028" cy="1498600"/>
            </a:xfrm>
            <a:prstGeom prst="rect">
              <a:avLst/>
            </a:prstGeom>
            <a:solidFill>
              <a:schemeClr val="tx2"/>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Blue</a:t>
              </a:r>
            </a:p>
            <a:p>
              <a:pPr defTabSz="914102" fontAlgn="base">
                <a:spcBef>
                  <a:spcPct val="0"/>
                </a:spcBef>
                <a:spcAft>
                  <a:spcPts val="98"/>
                </a:spcAft>
              </a:pPr>
              <a:r>
                <a:rPr lang="en-US" sz="588" dirty="0">
                  <a:solidFill>
                    <a:schemeClr val="bg1"/>
                  </a:solidFill>
                  <a:ea typeface="Segoe UI" pitchFamily="34" charset="0"/>
                  <a:cs typeface="Segoe UI" pitchFamily="34" charset="0"/>
                </a:rPr>
                <a:t>R0 G120 B211</a:t>
              </a:r>
            </a:p>
            <a:p>
              <a:pPr defTabSz="914102" fontAlgn="base">
                <a:spcBef>
                  <a:spcPct val="0"/>
                </a:spcBef>
                <a:spcAft>
                  <a:spcPts val="98"/>
                </a:spcAft>
              </a:pPr>
              <a:r>
                <a:rPr lang="en-US" sz="588" dirty="0">
                  <a:solidFill>
                    <a:schemeClr val="bg1"/>
                  </a:solidFill>
                  <a:ea typeface="Segoe UI" pitchFamily="34" charset="0"/>
                  <a:cs typeface="Segoe UI" pitchFamily="34" charset="0"/>
                </a:rPr>
                <a:t>Hex #0078D4</a:t>
              </a:r>
            </a:p>
          </p:txBody>
        </p:sp>
        <p:grpSp>
          <p:nvGrpSpPr>
            <p:cNvPr id="17" name="Group 16">
              <a:extLst>
                <a:ext uri="{FF2B5EF4-FFF2-40B4-BE49-F238E27FC236}">
                  <a16:creationId xmlns:a16="http://schemas.microsoft.com/office/drawing/2014/main" id="{2AA8C56F-41A8-41CF-9D47-B07BB80801DD}"/>
                </a:ext>
              </a:extLst>
            </p:cNvPr>
            <p:cNvGrpSpPr/>
            <p:nvPr userDrawn="1"/>
          </p:nvGrpSpPr>
          <p:grpSpPr>
            <a:xfrm>
              <a:off x="-2857775" y="8147048"/>
              <a:ext cx="3321653" cy="1498596"/>
              <a:chOff x="-2857775" y="8250837"/>
              <a:chExt cx="3321653" cy="1394819"/>
            </a:xfrm>
          </p:grpSpPr>
          <p:sp>
            <p:nvSpPr>
              <p:cNvPr id="18" name="Rectangle 17">
                <a:extLst>
                  <a:ext uri="{FF2B5EF4-FFF2-40B4-BE49-F238E27FC236}">
                    <a16:creationId xmlns:a16="http://schemas.microsoft.com/office/drawing/2014/main" id="{A786E9CC-EF5A-451C-9E90-03F4B57973DF}"/>
                  </a:ext>
                </a:extLst>
              </p:cNvPr>
              <p:cNvSpPr/>
              <p:nvPr userDrawn="1"/>
            </p:nvSpPr>
            <p:spPr bwMode="auto">
              <a:xfrm>
                <a:off x="-2857775" y="8250837"/>
                <a:ext cx="1660192" cy="1394818"/>
              </a:xfrm>
              <a:prstGeom prst="rect">
                <a:avLst/>
              </a:prstGeom>
              <a:solidFill>
                <a:schemeClr val="tx1"/>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Black</a:t>
                </a:r>
              </a:p>
              <a:p>
                <a:pPr defTabSz="914102" fontAlgn="base">
                  <a:spcBef>
                    <a:spcPct val="0"/>
                  </a:spcBef>
                  <a:spcAft>
                    <a:spcPts val="98"/>
                  </a:spcAft>
                </a:pPr>
                <a:r>
                  <a:rPr lang="en-US" sz="588" dirty="0">
                    <a:solidFill>
                      <a:schemeClr val="bg1"/>
                    </a:solidFill>
                    <a:ea typeface="Segoe UI" pitchFamily="34" charset="0"/>
                    <a:cs typeface="Segoe UI" pitchFamily="34" charset="0"/>
                  </a:rPr>
                  <a:t>R0 G0 B0</a:t>
                </a:r>
              </a:p>
              <a:p>
                <a:pPr defTabSz="914102" fontAlgn="base">
                  <a:spcBef>
                    <a:spcPct val="0"/>
                  </a:spcBef>
                  <a:spcAft>
                    <a:spcPts val="98"/>
                  </a:spcAft>
                </a:pPr>
                <a:r>
                  <a:rPr lang="en-US" sz="588" dirty="0">
                    <a:solidFill>
                      <a:schemeClr val="bg1"/>
                    </a:solidFill>
                    <a:ea typeface="Segoe UI" pitchFamily="34" charset="0"/>
                    <a:cs typeface="Segoe UI" pitchFamily="34" charset="0"/>
                  </a:rPr>
                  <a:t>Hex #000000</a:t>
                </a:r>
              </a:p>
            </p:txBody>
          </p:sp>
          <p:sp>
            <p:nvSpPr>
              <p:cNvPr id="19" name="Rectangle 18">
                <a:extLst>
                  <a:ext uri="{FF2B5EF4-FFF2-40B4-BE49-F238E27FC236}">
                    <a16:creationId xmlns:a16="http://schemas.microsoft.com/office/drawing/2014/main" id="{09B13B5B-71AA-4DFE-9DEE-1DF6184F0582}"/>
                  </a:ext>
                </a:extLst>
              </p:cNvPr>
              <p:cNvSpPr/>
              <p:nvPr userDrawn="1"/>
            </p:nvSpPr>
            <p:spPr bwMode="auto">
              <a:xfrm>
                <a:off x="-1196315" y="8250841"/>
                <a:ext cx="1660193" cy="1394815"/>
              </a:xfrm>
              <a:prstGeom prst="rect">
                <a:avLst/>
              </a:prstGeom>
              <a:solidFill>
                <a:schemeClr val="bg2"/>
              </a:solidFill>
              <a:ln w="63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tx1"/>
                    </a:solidFill>
                    <a:ea typeface="Segoe UI" pitchFamily="34" charset="0"/>
                    <a:cs typeface="Segoe UI" pitchFamily="34" charset="0"/>
                  </a:rPr>
                  <a:t>White</a:t>
                </a:r>
              </a:p>
              <a:p>
                <a:pPr defTabSz="914102" fontAlgn="base">
                  <a:spcBef>
                    <a:spcPct val="0"/>
                  </a:spcBef>
                  <a:spcAft>
                    <a:spcPts val="98"/>
                  </a:spcAft>
                </a:pPr>
                <a:r>
                  <a:rPr lang="en-US" sz="588" dirty="0">
                    <a:solidFill>
                      <a:schemeClr val="tx1"/>
                    </a:solidFill>
                    <a:ea typeface="Segoe UI" pitchFamily="34" charset="0"/>
                    <a:cs typeface="Segoe UI" pitchFamily="34" charset="0"/>
                  </a:rPr>
                  <a:t>R255 G255 B255</a:t>
                </a:r>
              </a:p>
              <a:p>
                <a:pPr defTabSz="914102" fontAlgn="base">
                  <a:spcBef>
                    <a:spcPct val="0"/>
                  </a:spcBef>
                  <a:spcAft>
                    <a:spcPts val="98"/>
                  </a:spcAft>
                </a:pPr>
                <a:r>
                  <a:rPr lang="en-US" sz="588" dirty="0">
                    <a:solidFill>
                      <a:schemeClr val="tx1"/>
                    </a:solidFill>
                    <a:ea typeface="Segoe UI" pitchFamily="34" charset="0"/>
                    <a:cs typeface="Segoe UI" pitchFamily="34" charset="0"/>
                  </a:rPr>
                  <a:t>Hex #FFFFFF</a:t>
                </a:r>
              </a:p>
            </p:txBody>
          </p:sp>
        </p:grpSp>
      </p:grpSp>
    </p:spTree>
    <p:extLst>
      <p:ext uri="{BB962C8B-B14F-4D97-AF65-F5344CB8AC3E}">
        <p14:creationId xmlns:p14="http://schemas.microsoft.com/office/powerpoint/2010/main" val="3674623740"/>
      </p:ext>
    </p:extLst>
  </p:cSld>
  <p:clrMap bg1="lt1" tx1="dk1" bg2="lt2" tx2="dk2" accent1="accent1" accent2="accent2" accent3="accent3" accent4="accent4" accent5="accent5" accent6="accent6" hlink="hlink" folHlink="folHlink"/>
  <p:sldLayoutIdLst>
    <p:sldLayoutId id="2147485020" r:id="rId1"/>
    <p:sldLayoutId id="2147485021" r:id="rId2"/>
    <p:sldLayoutId id="2147485022" r:id="rId3"/>
    <p:sldLayoutId id="2147485023" r:id="rId4"/>
    <p:sldLayoutId id="2147485024" r:id="rId5"/>
    <p:sldLayoutId id="2147485025" r:id="rId6"/>
    <p:sldLayoutId id="2147485026" r:id="rId7"/>
    <p:sldLayoutId id="2147485027" r:id="rId8"/>
    <p:sldLayoutId id="2147485028" r:id="rId9"/>
    <p:sldLayoutId id="2147485029" r:id="rId10"/>
    <p:sldLayoutId id="2147485030" r:id="rId11"/>
    <p:sldLayoutId id="2147485031" r:id="rId12"/>
    <p:sldLayoutId id="2147485032" r:id="rId13"/>
    <p:sldLayoutId id="2147485033" r:id="rId14"/>
    <p:sldLayoutId id="2147485034" r:id="rId15"/>
    <p:sldLayoutId id="2147485035" r:id="rId16"/>
    <p:sldLayoutId id="2147485036" r:id="rId17"/>
    <p:sldLayoutId id="2147485037" r:id="rId18"/>
    <p:sldLayoutId id="2147485038" r:id="rId19"/>
    <p:sldLayoutId id="2147485039" r:id="rId20"/>
    <p:sldLayoutId id="2147485040" r:id="rId21"/>
    <p:sldLayoutId id="2147485041" r:id="rId22"/>
    <p:sldLayoutId id="2147485042" r:id="rId23"/>
    <p:sldLayoutId id="2147485043" r:id="rId24"/>
    <p:sldLayoutId id="2147485044" r:id="rId25"/>
    <p:sldLayoutId id="2147485045" r:id="rId26"/>
    <p:sldLayoutId id="2147485046" r:id="rId27"/>
    <p:sldLayoutId id="2147485047" r:id="rId28"/>
    <p:sldLayoutId id="2147485048" r:id="rId29"/>
    <p:sldLayoutId id="2147485049" r:id="rId30"/>
    <p:sldLayoutId id="2147485050" r:id="rId31"/>
    <p:sldLayoutId id="2147485051" r:id="rId32"/>
    <p:sldLayoutId id="2147485052" r:id="rId33"/>
    <p:sldLayoutId id="2147485053" r:id="rId34"/>
    <p:sldLayoutId id="2147485054" r:id="rId35"/>
    <p:sldLayoutId id="2147485055" r:id="rId36"/>
    <p:sldLayoutId id="2147485056" r:id="rId37"/>
    <p:sldLayoutId id="2147485057" r:id="rId38"/>
    <p:sldLayoutId id="2147485058" r:id="rId39"/>
    <p:sldLayoutId id="2147485059" r:id="rId40"/>
    <p:sldLayoutId id="2147485060" r:id="rId41"/>
    <p:sldLayoutId id="2147485061" r:id="rId42"/>
    <p:sldLayoutId id="2147485062" r:id="rId43"/>
    <p:sldLayoutId id="2147485063" r:id="rId44"/>
    <p:sldLayoutId id="2147485064" r:id="rId45"/>
    <p:sldLayoutId id="2147485065" r:id="rId46"/>
    <p:sldLayoutId id="2147485066" r:id="rId47"/>
    <p:sldLayoutId id="2147485068" r:id="rId48"/>
    <p:sldLayoutId id="2147485069" r:id="rId49"/>
    <p:sldLayoutId id="2147485070" r:id="rId50"/>
    <p:sldLayoutId id="2147485072" r:id="rId51"/>
  </p:sldLayoutIdLst>
  <p:transition>
    <p:fade/>
  </p:transition>
  <p:hf sldNum="0" hdr="0" dt="0"/>
  <p:txStyles>
    <p:titleStyle>
      <a:lvl1pPr algn="l" defTabSz="914367" rtl="0" eaLnBrk="1" latinLnBrk="0" hangingPunct="1">
        <a:lnSpc>
          <a:spcPct val="90000"/>
        </a:lnSpc>
        <a:spcBef>
          <a:spcPct val="0"/>
        </a:spcBef>
        <a:buNone/>
        <a:defRPr lang="en-US" sz="3200" b="0" kern="1200" cap="none" spc="-49" baseline="0" dirty="0" smtClean="0">
          <a:ln w="3175">
            <a:noFill/>
          </a:ln>
          <a:solidFill>
            <a:srgbClr val="000000"/>
          </a:solidFill>
          <a:effectLst/>
          <a:latin typeface="+mj-lt"/>
          <a:ea typeface="+mn-ea"/>
          <a:cs typeface="Segoe UI" pitchFamily="34" charset="0"/>
        </a:defRPr>
      </a:lvl1pPr>
    </p:titleStyle>
    <p:body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392"/>
        </a:spcBef>
        <a:spcAft>
          <a:spcPts val="588"/>
        </a:spcAft>
        <a:buClrTx/>
        <a:buSzPct val="90000"/>
        <a:buFontTx/>
        <a:buNone/>
        <a:tabLst/>
        <a:defRPr sz="2000" kern="1200" spc="0" baseline="0">
          <a:solidFill>
            <a:schemeClr val="tx1"/>
          </a:solidFill>
          <a:latin typeface="+mn-lt"/>
          <a:ea typeface="+mn-ea"/>
          <a:cs typeface="+mn-cs"/>
        </a:defRPr>
      </a:lvl2pPr>
      <a:lvl3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j-lt"/>
          <a:ea typeface="+mn-ea"/>
          <a:cs typeface="+mn-cs"/>
        </a:defRPr>
      </a:lvl3pPr>
      <a:lvl4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n-lt"/>
          <a:ea typeface="+mn-ea"/>
          <a:cs typeface="+mn-cs"/>
        </a:defRPr>
      </a:lvl4pPr>
      <a:lvl5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3" orient="horz" pos="3572">
          <p15:clr>
            <a:srgbClr val="5ACBF0"/>
          </p15:clr>
        </p15:guide>
        <p15:guide id="54" orient="horz" pos="3690">
          <p15:clr>
            <a:srgbClr val="5ACBF0"/>
          </p15:clr>
        </p15:guide>
        <p15:guide id="55" orient="horz" pos="91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2.xml"/></Relationships>
</file>

<file path=ppt/slides/_rels/slide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36.xml"/></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3.xml"/></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154.xml"/></Relationships>
</file>

<file path=ppt/slides/_rels/slide12.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notesSlide" Target="../notesSlides/notesSlide11.xml"/><Relationship Id="rId1" Type="http://schemas.openxmlformats.org/officeDocument/2006/relationships/slideLayout" Target="../slideLayouts/slideLayout17.xml"/><Relationship Id="rId4" Type="http://schemas.openxmlformats.org/officeDocument/2006/relationships/image" Target="../media/image29.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6.xml"/></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12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17.xml"/><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4.xml"/><Relationship Id="rId1" Type="http://schemas.openxmlformats.org/officeDocument/2006/relationships/slideLayout" Target="../slideLayouts/slideLayout12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5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7.xml"/><Relationship Id="rId1" Type="http://schemas.openxmlformats.org/officeDocument/2006/relationships/slideLayout" Target="../slideLayouts/slideLayout3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9.xml"/><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6.xml"/></Relationships>
</file>

<file path=ppt/slides/_rels/slide3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3.xml"/><Relationship Id="rId1" Type="http://schemas.openxmlformats.org/officeDocument/2006/relationships/slideLayout" Target="../slideLayouts/slideLayout36.xml"/></Relationships>
</file>

<file path=ppt/slides/_rels/slide3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2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5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5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1A871-73F8-E299-AA33-8D19D2C57D98}"/>
              </a:ext>
            </a:extLst>
          </p:cNvPr>
          <p:cNvSpPr>
            <a:spLocks noGrp="1"/>
          </p:cNvSpPr>
          <p:nvPr>
            <p:ph type="title"/>
          </p:nvPr>
        </p:nvSpPr>
        <p:spPr>
          <a:xfrm>
            <a:off x="428683" y="2778267"/>
            <a:ext cx="9630389" cy="1633396"/>
          </a:xfrm>
        </p:spPr>
        <p:txBody>
          <a:bodyPr/>
          <a:lstStyle/>
          <a:p>
            <a:r>
              <a:rPr lang="en-GB" dirty="0"/>
              <a:t>Chapter 15: </a:t>
            </a:r>
            <a:r>
              <a:rPr lang="en-US" dirty="0"/>
              <a:t>Configure and manage Hyper-V</a:t>
            </a:r>
            <a:endParaRPr lang="en-GB" dirty="0"/>
          </a:p>
        </p:txBody>
      </p:sp>
    </p:spTree>
    <p:extLst>
      <p:ext uri="{BB962C8B-B14F-4D97-AF65-F5344CB8AC3E}">
        <p14:creationId xmlns:p14="http://schemas.microsoft.com/office/powerpoint/2010/main" val="331934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13F9A67F-9E05-4A1C-BFF3-5B0F68E043E2}"/>
              </a:ext>
            </a:extLst>
          </p:cNvPr>
          <p:cNvSpPr>
            <a:spLocks noGrp="1"/>
          </p:cNvSpPr>
          <p:nvPr>
            <p:ph type="title" idx="4294967295"/>
          </p:nvPr>
        </p:nvSpPr>
        <p:spPr>
          <a:xfrm>
            <a:off x="0" y="431800"/>
            <a:ext cx="11010900" cy="493713"/>
          </a:xfrm>
        </p:spPr>
        <p:txBody>
          <a:bodyPr/>
          <a:lstStyle/>
          <a:p>
            <a:r>
              <a:rPr lang="en-US" dirty="0"/>
              <a:t>Learning Objectives – Configure and manage Hyper-V</a:t>
            </a:r>
          </a:p>
        </p:txBody>
      </p:sp>
      <p:sp>
        <p:nvSpPr>
          <p:cNvPr id="10" name="TextBox 9">
            <a:extLst>
              <a:ext uri="{FF2B5EF4-FFF2-40B4-BE49-F238E27FC236}">
                <a16:creationId xmlns:a16="http://schemas.microsoft.com/office/drawing/2014/main" id="{C7ED7D18-3428-A930-76AF-E496C4595D02}"/>
              </a:ext>
            </a:extLst>
          </p:cNvPr>
          <p:cNvSpPr txBox="1">
            <a:spLocks/>
          </p:cNvSpPr>
          <p:nvPr/>
        </p:nvSpPr>
        <p:spPr>
          <a:xfrm>
            <a:off x="588263" y="1208238"/>
            <a:ext cx="7881621" cy="4507388"/>
          </a:xfrm>
          <a:prstGeom prst="rect">
            <a:avLst/>
          </a:prstGeom>
          <a:noFill/>
        </p:spPr>
        <p:txBody>
          <a:bodyPr wrap="square" lIns="0" tIns="0" rIns="0" bIns="0" anchor="ctr">
            <a:spAutoFit/>
          </a:bodyPr>
          <a:lstStyle>
            <a:defPPr>
              <a:defRPr lang="en-US"/>
            </a:defPPr>
            <a:lvl1pPr>
              <a:defRPr sz="1600"/>
            </a:lvl1pPr>
          </a:lstStyle>
          <a:p>
            <a:pPr marL="342900" indent="-342900">
              <a:lnSpc>
                <a:spcPct val="150000"/>
              </a:lnSpc>
              <a:buFont typeface="Arial" panose="020B0604020202020204" pitchFamily="34" charset="0"/>
              <a:buChar char="•"/>
            </a:pPr>
            <a:r>
              <a:rPr lang="en-US" sz="2200" dirty="0"/>
              <a:t>Overview of Hyper-V</a:t>
            </a:r>
          </a:p>
          <a:p>
            <a:pPr marL="342900" indent="-342900">
              <a:lnSpc>
                <a:spcPct val="150000"/>
              </a:lnSpc>
              <a:buFont typeface="Arial" panose="020B0604020202020204" pitchFamily="34" charset="0"/>
              <a:buChar char="•"/>
            </a:pPr>
            <a:r>
              <a:rPr lang="en-US" sz="2200" dirty="0"/>
              <a:t>Overview of Hyper-V Manager</a:t>
            </a:r>
          </a:p>
          <a:p>
            <a:pPr marL="342900" indent="-342900">
              <a:lnSpc>
                <a:spcPct val="150000"/>
              </a:lnSpc>
              <a:buFont typeface="Arial" panose="020B0604020202020204" pitchFamily="34" charset="0"/>
              <a:buChar char="•"/>
            </a:pPr>
            <a:r>
              <a:rPr lang="en-US" sz="2200" dirty="0"/>
              <a:t>Best practices for configuring Hyper-V hosts</a:t>
            </a:r>
          </a:p>
          <a:p>
            <a:pPr marL="342900" indent="-342900">
              <a:lnSpc>
                <a:spcPct val="150000"/>
              </a:lnSpc>
              <a:buFont typeface="Arial" panose="020B0604020202020204" pitchFamily="34" charset="0"/>
              <a:buChar char="•"/>
            </a:pPr>
            <a:r>
              <a:rPr lang="en-US" sz="2200" dirty="0"/>
              <a:t>Hyper-V networking</a:t>
            </a:r>
          </a:p>
          <a:p>
            <a:pPr marL="342900" indent="-342900">
              <a:lnSpc>
                <a:spcPct val="150000"/>
              </a:lnSpc>
              <a:buFont typeface="Arial" panose="020B0604020202020204" pitchFamily="34" charset="0"/>
              <a:buChar char="•"/>
            </a:pPr>
            <a:r>
              <a:rPr lang="en-US" sz="2200" dirty="0"/>
              <a:t>Overview of nested virtualization</a:t>
            </a:r>
          </a:p>
          <a:p>
            <a:pPr marL="342900" indent="-342900">
              <a:lnSpc>
                <a:spcPct val="150000"/>
              </a:lnSpc>
              <a:buFont typeface="Arial" panose="020B0604020202020204" pitchFamily="34" charset="0"/>
              <a:buChar char="•"/>
            </a:pPr>
            <a:r>
              <a:rPr lang="en-US" sz="2200" dirty="0"/>
              <a:t>Enhanced Session Mode</a:t>
            </a:r>
          </a:p>
          <a:p>
            <a:pPr marL="342900" indent="-342900">
              <a:lnSpc>
                <a:spcPct val="150000"/>
              </a:lnSpc>
              <a:buFont typeface="Arial" panose="020B0604020202020204" pitchFamily="34" charset="0"/>
              <a:buChar char="•"/>
            </a:pPr>
            <a:r>
              <a:rPr lang="en-US" sz="2200" dirty="0"/>
              <a:t>GPU partitioning (GPU-P)</a:t>
            </a:r>
          </a:p>
          <a:p>
            <a:pPr marL="342900" indent="-342900">
              <a:lnSpc>
                <a:spcPct val="150000"/>
              </a:lnSpc>
              <a:buFont typeface="Arial" panose="020B0604020202020204" pitchFamily="34" charset="0"/>
              <a:buChar char="•"/>
            </a:pPr>
            <a:r>
              <a:rPr lang="en-US" sz="2200" dirty="0"/>
              <a:t>Hyper-V integration services</a:t>
            </a:r>
          </a:p>
          <a:p>
            <a:pPr marL="342900" indent="-342900">
              <a:lnSpc>
                <a:spcPct val="150000"/>
              </a:lnSpc>
              <a:buFont typeface="Arial" panose="020B0604020202020204" pitchFamily="34" charset="0"/>
              <a:buChar char="•"/>
            </a:pPr>
            <a:r>
              <a:rPr lang="en-US" sz="2200" dirty="0"/>
              <a:t>Learning recap</a:t>
            </a:r>
          </a:p>
        </p:txBody>
      </p:sp>
    </p:spTree>
    <p:extLst>
      <p:ext uri="{BB962C8B-B14F-4D97-AF65-F5344CB8AC3E}">
        <p14:creationId xmlns:p14="http://schemas.microsoft.com/office/powerpoint/2010/main" val="1248607981"/>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874EEA-33F3-774B-B8F2-8F05309726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A6F011-4A83-B912-216E-F36BDE612F28}"/>
              </a:ext>
            </a:extLst>
          </p:cNvPr>
          <p:cNvSpPr>
            <a:spLocks noGrp="1"/>
          </p:cNvSpPr>
          <p:nvPr>
            <p:ph type="title"/>
          </p:nvPr>
        </p:nvSpPr>
        <p:spPr>
          <a:xfrm>
            <a:off x="588262" y="272867"/>
            <a:ext cx="11044938" cy="492443"/>
          </a:xfrm>
        </p:spPr>
        <p:txBody>
          <a:bodyPr/>
          <a:lstStyle/>
          <a:p>
            <a:r>
              <a:rPr lang="en-US" dirty="0"/>
              <a:t>Define Hyper-V (1/2)</a:t>
            </a:r>
          </a:p>
        </p:txBody>
      </p:sp>
      <p:sp>
        <p:nvSpPr>
          <p:cNvPr id="18" name="Text Placeholder 2">
            <a:extLst>
              <a:ext uri="{FF2B5EF4-FFF2-40B4-BE49-F238E27FC236}">
                <a16:creationId xmlns:a16="http://schemas.microsoft.com/office/drawing/2014/main" id="{D029BCAB-3DE8-39EE-EA36-27AD75DF80C1}"/>
              </a:ext>
            </a:extLst>
          </p:cNvPr>
          <p:cNvSpPr txBox="1">
            <a:spLocks/>
          </p:cNvSpPr>
          <p:nvPr/>
        </p:nvSpPr>
        <p:spPr>
          <a:xfrm>
            <a:off x="574862" y="1315768"/>
            <a:ext cx="3209738" cy="4308872"/>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3">
              <a:spcBef>
                <a:spcPts val="0"/>
              </a:spcBef>
              <a:spcAft>
                <a:spcPts val="1200"/>
              </a:spcAft>
            </a:pPr>
            <a:r>
              <a:rPr lang="en-US" sz="2000" dirty="0">
                <a:solidFill>
                  <a:schemeClr val="tx1"/>
                </a:solidFill>
              </a:rPr>
              <a:t>Hardware virtualization layer</a:t>
            </a:r>
          </a:p>
          <a:p>
            <a:pPr marL="228600" lvl="4">
              <a:spcBef>
                <a:spcPts val="0"/>
              </a:spcBef>
              <a:spcAft>
                <a:spcPts val="1200"/>
              </a:spcAft>
            </a:pPr>
            <a:r>
              <a:rPr lang="en-US" sz="1800" dirty="0">
                <a:solidFill>
                  <a:schemeClr val="tx1"/>
                </a:solidFill>
                <a:effectLst/>
                <a:latin typeface="Segoe UI" panose="020B0502040204020203" pitchFamily="34" charset="0"/>
              </a:rPr>
              <a:t>Native hypervisor that provides hardware virtualization capabilities</a:t>
            </a:r>
            <a:r>
              <a:rPr lang="en-US" sz="1800" dirty="0">
                <a:solidFill>
                  <a:schemeClr val="tx1"/>
                </a:solidFill>
              </a:rPr>
              <a:t> </a:t>
            </a:r>
          </a:p>
          <a:p>
            <a:pPr marL="0" lvl="3">
              <a:spcBef>
                <a:spcPts val="0"/>
              </a:spcBef>
              <a:spcAft>
                <a:spcPts val="1200"/>
              </a:spcAft>
            </a:pPr>
            <a:r>
              <a:rPr lang="en-US" sz="2000" dirty="0">
                <a:solidFill>
                  <a:schemeClr val="tx1"/>
                </a:solidFill>
              </a:rPr>
              <a:t>A role in Windows Server</a:t>
            </a:r>
          </a:p>
          <a:p>
            <a:pPr marL="228600" lvl="4">
              <a:spcBef>
                <a:spcPts val="0"/>
              </a:spcBef>
              <a:spcAft>
                <a:spcPts val="1200"/>
              </a:spcAft>
            </a:pPr>
            <a:r>
              <a:rPr lang="en-US" sz="1800" dirty="0">
                <a:solidFill>
                  <a:schemeClr val="tx1"/>
                </a:solidFill>
                <a:latin typeface="Segoe UI" panose="020B0502040204020203" pitchFamily="34" charset="0"/>
              </a:rPr>
              <a:t>Supports Windows 10 and 11 as an optional feature</a:t>
            </a:r>
          </a:p>
          <a:p>
            <a:pPr marL="0" lvl="3">
              <a:spcBef>
                <a:spcPts val="0"/>
              </a:spcBef>
              <a:spcAft>
                <a:spcPts val="1200"/>
              </a:spcAft>
            </a:pPr>
            <a:r>
              <a:rPr lang="en-US" sz="2000" dirty="0">
                <a:solidFill>
                  <a:schemeClr val="tx1"/>
                </a:solidFill>
              </a:rPr>
              <a:t>Allows creation of multiple VMs on same hardware</a:t>
            </a:r>
          </a:p>
          <a:p>
            <a:pPr marL="0" lvl="3">
              <a:spcBef>
                <a:spcPts val="0"/>
              </a:spcBef>
              <a:spcAft>
                <a:spcPts val="1200"/>
              </a:spcAft>
            </a:pPr>
            <a:r>
              <a:rPr lang="en-US" sz="2000" dirty="0">
                <a:solidFill>
                  <a:schemeClr val="tx1"/>
                </a:solidFill>
              </a:rPr>
              <a:t>Provides an isolated space for each VM to run its own operating system (OS)</a:t>
            </a:r>
          </a:p>
        </p:txBody>
      </p:sp>
      <p:sp>
        <p:nvSpPr>
          <p:cNvPr id="3" name="TextBox 2">
            <a:extLst>
              <a:ext uri="{FF2B5EF4-FFF2-40B4-BE49-F238E27FC236}">
                <a16:creationId xmlns:a16="http://schemas.microsoft.com/office/drawing/2014/main" id="{BA50663D-C34F-2B10-2BF2-639DD0081952}"/>
              </a:ext>
              <a:ext uri="{C183D7F6-B498-43B3-948B-1728B52AA6E4}">
                <adec:decorative xmlns:adec="http://schemas.microsoft.com/office/drawing/2017/decorative" val="1"/>
              </a:ext>
            </a:extLst>
          </p:cNvPr>
          <p:cNvSpPr txBox="1"/>
          <p:nvPr/>
        </p:nvSpPr>
        <p:spPr>
          <a:xfrm>
            <a:off x="6847200" y="596867"/>
            <a:ext cx="2851200" cy="307777"/>
          </a:xfrm>
          <a:prstGeom prst="rect">
            <a:avLst/>
          </a:prstGeom>
          <a:noFill/>
        </p:spPr>
        <p:txBody>
          <a:bodyPr wrap="square" lIns="0" tIns="0" rIns="0" bIns="0" rtlCol="0">
            <a:spAutoFit/>
          </a:bodyPr>
          <a:lstStyle/>
          <a:p>
            <a:pPr algn="l"/>
            <a:r>
              <a:rPr lang="en-US" sz="2000" dirty="0"/>
              <a:t>On-premises Hyper-V</a:t>
            </a:r>
          </a:p>
        </p:txBody>
      </p:sp>
      <p:pic>
        <p:nvPicPr>
          <p:cNvPr id="2049" name="Picture 1" descr="This architectural diagram depicts a system architecture with the Hyper-V hypervisor installed. The Hyper-V hypervisor is between the hardware and the Windows root directory, host operating system, and three guest OS's in Hyper-V virtual machines. All interaction with the hardware must go through this hypervisor layer.">
            <a:extLst>
              <a:ext uri="{FF2B5EF4-FFF2-40B4-BE49-F238E27FC236}">
                <a16:creationId xmlns:a16="http://schemas.microsoft.com/office/drawing/2014/main" id="{AC156585-DCDF-C966-3A1E-4A0C6F7EB344}"/>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a:off x="5047200" y="1036800"/>
            <a:ext cx="6300000" cy="56650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238034"/>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E354E57-11A8-4820-EA6B-F34696E3AAA8}"/>
              </a:ext>
            </a:extLst>
          </p:cNvPr>
          <p:cNvSpPr>
            <a:spLocks noGrp="1"/>
          </p:cNvSpPr>
          <p:nvPr>
            <p:ph type="title"/>
          </p:nvPr>
        </p:nvSpPr>
        <p:spPr>
          <a:xfrm>
            <a:off x="588262" y="239059"/>
            <a:ext cx="11013474" cy="502246"/>
          </a:xfrm>
        </p:spPr>
        <p:txBody>
          <a:bodyPr/>
          <a:lstStyle/>
          <a:p>
            <a:r>
              <a:rPr lang="en-US" dirty="0"/>
              <a:t>Define Hyper-V (2/2)</a:t>
            </a:r>
          </a:p>
        </p:txBody>
      </p:sp>
      <p:sp>
        <p:nvSpPr>
          <p:cNvPr id="4" name="Text Placeholder 2">
            <a:extLst>
              <a:ext uri="{FF2B5EF4-FFF2-40B4-BE49-F238E27FC236}">
                <a16:creationId xmlns:a16="http://schemas.microsoft.com/office/drawing/2014/main" id="{5D093C5E-9A80-3368-5789-B84532EC485B}"/>
              </a:ext>
            </a:extLst>
          </p:cNvPr>
          <p:cNvSpPr txBox="1">
            <a:spLocks/>
          </p:cNvSpPr>
          <p:nvPr/>
        </p:nvSpPr>
        <p:spPr>
          <a:xfrm>
            <a:off x="588262" y="1020109"/>
            <a:ext cx="10633016" cy="5139869"/>
          </a:xfrm>
          <a:prstGeom prst="rect">
            <a:avLst/>
          </a:prstGeom>
        </p:spPr>
        <p:txBody>
          <a:bodyPr wrap="square" lIns="0" tIns="0" rIns="0" bIns="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41300" indent="-241300">
              <a:spcBef>
                <a:spcPts val="0"/>
              </a:spcBef>
              <a:spcAft>
                <a:spcPts val="600"/>
              </a:spcAft>
            </a:pPr>
            <a:r>
              <a:rPr lang="en-US" sz="2000" dirty="0">
                <a:latin typeface="+mj-lt"/>
              </a:rPr>
              <a:t>Supports many types of guest operating systems including:</a:t>
            </a:r>
          </a:p>
          <a:p>
            <a:pPr marL="576263" indent="-228600" defTabSz="749300">
              <a:spcBef>
                <a:spcPts val="0"/>
              </a:spcBef>
              <a:spcAft>
                <a:spcPts val="600"/>
              </a:spcAft>
              <a:buSzPct val="100000"/>
              <a:buFont typeface="Segoe UI" panose="020B0502040204020203" pitchFamily="34" charset="0"/>
              <a:buChar char="–"/>
            </a:pPr>
            <a:r>
              <a:rPr lang="en-US" sz="1800" dirty="0"/>
              <a:t>CentOS, Red Hat Enterprise Linux, Debian, Oracle Linux, SUSE, and Ubuntu</a:t>
            </a:r>
          </a:p>
          <a:p>
            <a:pPr marL="576263" indent="-228600" defTabSz="749300">
              <a:spcBef>
                <a:spcPts val="0"/>
              </a:spcBef>
              <a:spcAft>
                <a:spcPts val="600"/>
              </a:spcAft>
              <a:buSzPct val="100000"/>
              <a:buFont typeface="Segoe UI" panose="020B0502040204020203" pitchFamily="34" charset="0"/>
              <a:buChar char="–"/>
            </a:pPr>
            <a:r>
              <a:rPr lang="en-US" sz="1800" dirty="0"/>
              <a:t>Several Windows Server and Windows client OSs</a:t>
            </a:r>
          </a:p>
          <a:p>
            <a:pPr marL="576263" indent="-228600" defTabSz="749300">
              <a:spcBef>
                <a:spcPts val="0"/>
              </a:spcBef>
              <a:spcAft>
                <a:spcPts val="600"/>
              </a:spcAft>
              <a:buSzPct val="100000"/>
              <a:buFont typeface="Segoe UI" panose="020B0502040204020203" pitchFamily="34" charset="0"/>
              <a:buChar char="–"/>
            </a:pPr>
            <a:r>
              <a:rPr lang="en-US" sz="1800" dirty="0"/>
              <a:t>FreeBSD</a:t>
            </a:r>
          </a:p>
          <a:p>
            <a:pPr marL="241300" indent="-241300">
              <a:spcBef>
                <a:spcPts val="0"/>
              </a:spcBef>
              <a:spcAft>
                <a:spcPts val="600"/>
              </a:spcAft>
            </a:pPr>
            <a:r>
              <a:rPr lang="en-US" sz="2000" dirty="0">
                <a:latin typeface="+mj-lt"/>
              </a:rPr>
              <a:t>System requirements:</a:t>
            </a:r>
          </a:p>
          <a:p>
            <a:pPr marL="576263" indent="-228600" defTabSz="749300">
              <a:spcBef>
                <a:spcPts val="0"/>
              </a:spcBef>
              <a:spcAft>
                <a:spcPts val="600"/>
              </a:spcAft>
              <a:buSzPct val="100000"/>
              <a:buFont typeface="Segoe UI" panose="020B0502040204020203" pitchFamily="34" charset="0"/>
              <a:buChar char="–"/>
            </a:pPr>
            <a:r>
              <a:rPr lang="en-US" sz="1800" dirty="0"/>
              <a:t>A 64-bit processor with second-level address translation (SLAT)</a:t>
            </a:r>
          </a:p>
          <a:p>
            <a:pPr marL="576263" indent="-228600" defTabSz="749300">
              <a:spcBef>
                <a:spcPts val="0"/>
              </a:spcBef>
              <a:spcAft>
                <a:spcPts val="600"/>
              </a:spcAft>
              <a:buSzPct val="100000"/>
              <a:buFont typeface="Segoe UI" panose="020B0502040204020203" pitchFamily="34" charset="0"/>
              <a:buChar char="–"/>
            </a:pPr>
            <a:r>
              <a:rPr lang="en-US" sz="1800" dirty="0"/>
              <a:t>A processor with VM Monitor Mode extensions</a:t>
            </a:r>
          </a:p>
          <a:p>
            <a:pPr marL="576263" indent="-228600" defTabSz="749300">
              <a:spcBef>
                <a:spcPts val="0"/>
              </a:spcBef>
              <a:spcAft>
                <a:spcPts val="600"/>
              </a:spcAft>
              <a:buSzPct val="100000"/>
              <a:buFont typeface="Segoe UI" panose="020B0502040204020203" pitchFamily="34" charset="0"/>
              <a:buChar char="–"/>
            </a:pPr>
            <a:r>
              <a:rPr lang="en-US" sz="1800" dirty="0"/>
              <a:t>Sufficient memory</a:t>
            </a:r>
          </a:p>
          <a:p>
            <a:pPr marL="576263" indent="-228600" defTabSz="749300">
              <a:spcBef>
                <a:spcPts val="0"/>
              </a:spcBef>
              <a:spcAft>
                <a:spcPts val="600"/>
              </a:spcAft>
              <a:buSzPct val="100000"/>
              <a:buFont typeface="Segoe UI" panose="020B0502040204020203" pitchFamily="34" charset="0"/>
              <a:buChar char="–"/>
            </a:pPr>
            <a:r>
              <a:rPr lang="en-US" sz="1800" dirty="0"/>
              <a:t>Intel Virtualization Technology (Intel VT) or Advanced Micro Devices (AMD) Virtualization (AMD-V) enabled</a:t>
            </a:r>
          </a:p>
          <a:p>
            <a:pPr marL="576263" indent="-228600" defTabSz="749300">
              <a:spcBef>
                <a:spcPts val="0"/>
              </a:spcBef>
              <a:spcAft>
                <a:spcPts val="600"/>
              </a:spcAft>
              <a:buSzPct val="100000"/>
              <a:buFont typeface="Segoe UI" panose="020B0502040204020203" pitchFamily="34" charset="0"/>
              <a:buChar char="–"/>
            </a:pPr>
            <a:r>
              <a:rPr lang="en-US" sz="1800" dirty="0"/>
              <a:t>Hardware-enforced Data Execution Prevention (DEP) enabled (Intel Execute Disable (XD) bit, AMD No Execute (NX) bit)</a:t>
            </a:r>
          </a:p>
          <a:p>
            <a:pPr marL="241300" indent="-241300">
              <a:spcBef>
                <a:spcPts val="0"/>
              </a:spcBef>
              <a:spcAft>
                <a:spcPts val="600"/>
              </a:spcAft>
            </a:pPr>
            <a:r>
              <a:rPr lang="en-US" sz="2000" dirty="0">
                <a:latin typeface="+mj-lt"/>
              </a:rPr>
              <a:t>Installation Methods:</a:t>
            </a:r>
          </a:p>
          <a:p>
            <a:pPr marL="576263" indent="-228600" defTabSz="749300">
              <a:spcBef>
                <a:spcPts val="0"/>
              </a:spcBef>
              <a:spcAft>
                <a:spcPts val="600"/>
              </a:spcAft>
              <a:buSzPct val="100000"/>
              <a:buFont typeface="Segoe UI" panose="020B0502040204020203" pitchFamily="34" charset="0"/>
              <a:buChar char="–"/>
            </a:pPr>
            <a:r>
              <a:rPr lang="en-US" sz="1800" dirty="0"/>
              <a:t>Server Manager</a:t>
            </a:r>
          </a:p>
          <a:p>
            <a:pPr marL="576263" indent="-228600" defTabSz="749300">
              <a:spcBef>
                <a:spcPts val="0"/>
              </a:spcBef>
              <a:spcAft>
                <a:spcPts val="600"/>
              </a:spcAft>
              <a:buSzPct val="100000"/>
              <a:buFont typeface="Segoe UI" panose="020B0502040204020203" pitchFamily="34" charset="0"/>
              <a:buChar char="–"/>
            </a:pPr>
            <a:r>
              <a:rPr lang="en-US" sz="1800" dirty="0">
                <a:latin typeface="+mj-lt"/>
              </a:rPr>
              <a:t>Install-WindowsFeature</a:t>
            </a:r>
            <a:r>
              <a:rPr lang="en-US" sz="1800" dirty="0"/>
              <a:t> PowerShell cmdlet</a:t>
            </a:r>
          </a:p>
        </p:txBody>
      </p:sp>
    </p:spTree>
    <p:extLst>
      <p:ext uri="{BB962C8B-B14F-4D97-AF65-F5344CB8AC3E}">
        <p14:creationId xmlns:p14="http://schemas.microsoft.com/office/powerpoint/2010/main" val="3702075902"/>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1">
            <a:extLst>
              <a:ext uri="{FF2B5EF4-FFF2-40B4-BE49-F238E27FC236}">
                <a16:creationId xmlns:a16="http://schemas.microsoft.com/office/drawing/2014/main" id="{0D676AB4-C2CD-E068-8F88-143CCB2E6108}"/>
              </a:ext>
            </a:extLst>
          </p:cNvPr>
          <p:cNvSpPr>
            <a:spLocks noGrp="1"/>
          </p:cNvSpPr>
          <p:nvPr>
            <p:ph type="title"/>
          </p:nvPr>
        </p:nvSpPr>
        <p:spPr>
          <a:xfrm>
            <a:off x="573531" y="541969"/>
            <a:ext cx="11044938" cy="502246"/>
          </a:xfrm>
        </p:spPr>
        <p:txBody>
          <a:bodyPr/>
          <a:lstStyle/>
          <a:p>
            <a:r>
              <a:rPr lang="en-US" dirty="0"/>
              <a:t>Define Hyper-V Manager</a:t>
            </a:r>
          </a:p>
        </p:txBody>
      </p:sp>
      <p:sp>
        <p:nvSpPr>
          <p:cNvPr id="10" name="Text Placeholder 4">
            <a:extLst>
              <a:ext uri="{FF2B5EF4-FFF2-40B4-BE49-F238E27FC236}">
                <a16:creationId xmlns:a16="http://schemas.microsoft.com/office/drawing/2014/main" id="{0726FF3D-C1E7-DA57-ACF0-8EE683CC4011}"/>
              </a:ext>
            </a:extLst>
          </p:cNvPr>
          <p:cNvSpPr>
            <a:spLocks noGrp="1"/>
          </p:cNvSpPr>
          <p:nvPr>
            <p:ph type="body" sz="quarter" idx="16"/>
          </p:nvPr>
        </p:nvSpPr>
        <p:spPr>
          <a:xfrm>
            <a:off x="588262" y="1451671"/>
            <a:ext cx="4219128" cy="4678204"/>
          </a:xfrm>
        </p:spPr>
        <p:txBody>
          <a:bodyPr wrap="square">
            <a:spAutoFit/>
          </a:bodyPr>
          <a:lstStyle/>
          <a:p>
            <a:pPr defTabSz="914367">
              <a:spcBef>
                <a:spcPts val="1176"/>
              </a:spcBef>
            </a:pPr>
            <a:r>
              <a:rPr lang="en-US" sz="2000" b="1" dirty="0"/>
              <a:t>Hyper-V Manager:</a:t>
            </a:r>
          </a:p>
          <a:p>
            <a:pPr marL="347663" indent="-228600" defTabSz="914367">
              <a:spcAft>
                <a:spcPts val="600"/>
              </a:spcAft>
              <a:buFont typeface="Arial" panose="020B0604020202020204" pitchFamily="34" charset="0"/>
              <a:buChar char="•"/>
            </a:pPr>
            <a:r>
              <a:rPr lang="en-US" sz="1800" dirty="0">
                <a:latin typeface="+mn-lt"/>
              </a:rPr>
              <a:t>graphical Interface to manage</a:t>
            </a:r>
            <a:br>
              <a:rPr lang="en-US" sz="1800" dirty="0">
                <a:latin typeface="+mn-lt"/>
              </a:rPr>
            </a:br>
            <a:r>
              <a:rPr lang="en-US" sz="1800" dirty="0">
                <a:latin typeface="+mn-lt"/>
              </a:rPr>
              <a:t>Hyper-V infrastructure</a:t>
            </a:r>
          </a:p>
          <a:p>
            <a:pPr defTabSz="914367">
              <a:spcBef>
                <a:spcPts val="1176"/>
              </a:spcBef>
            </a:pPr>
            <a:r>
              <a:rPr lang="en-US" sz="2000" b="1" dirty="0"/>
              <a:t>Supports:</a:t>
            </a:r>
          </a:p>
          <a:p>
            <a:pPr marL="347663" indent="-228600" defTabSz="914367">
              <a:spcAft>
                <a:spcPts val="600"/>
              </a:spcAft>
              <a:buFont typeface="Arial" panose="020B0604020202020204" pitchFamily="34" charset="0"/>
              <a:buChar char="•"/>
            </a:pPr>
            <a:r>
              <a:rPr lang="en-US" sz="1800" dirty="0">
                <a:latin typeface="+mn-lt"/>
              </a:rPr>
              <a:t>Previous versions</a:t>
            </a:r>
          </a:p>
          <a:p>
            <a:pPr marL="347663" indent="-228600" defTabSz="914367">
              <a:spcAft>
                <a:spcPts val="600"/>
              </a:spcAft>
              <a:buFont typeface="Arial" panose="020B0604020202020204" pitchFamily="34" charset="0"/>
              <a:buChar char="•"/>
            </a:pPr>
            <a:r>
              <a:rPr lang="en-US" sz="1800" dirty="0">
                <a:latin typeface="+mn-lt"/>
              </a:rPr>
              <a:t>Web Services (WS)-Management protocol</a:t>
            </a:r>
          </a:p>
          <a:p>
            <a:pPr marL="347663" indent="-228600" defTabSz="914367">
              <a:spcAft>
                <a:spcPts val="600"/>
              </a:spcAft>
              <a:buFont typeface="Arial" panose="020B0604020202020204" pitchFamily="34" charset="0"/>
              <a:buChar char="•"/>
            </a:pPr>
            <a:r>
              <a:rPr lang="en-US" sz="1800" dirty="0">
                <a:latin typeface="+mn-lt"/>
              </a:rPr>
              <a:t>Alternate credential support</a:t>
            </a:r>
          </a:p>
          <a:p>
            <a:pPr defTabSz="914367">
              <a:spcBef>
                <a:spcPts val="1176"/>
              </a:spcBef>
            </a:pPr>
            <a:r>
              <a:rPr lang="en-US" sz="2000" b="1" dirty="0"/>
              <a:t>Other management tools include:</a:t>
            </a:r>
          </a:p>
          <a:p>
            <a:pPr marL="347663" indent="-228600" defTabSz="914367">
              <a:spcAft>
                <a:spcPts val="600"/>
              </a:spcAft>
              <a:buFont typeface="Arial" panose="020B0604020202020204" pitchFamily="34" charset="0"/>
              <a:buChar char="•"/>
            </a:pPr>
            <a:r>
              <a:rPr lang="en-US" sz="1800" dirty="0">
                <a:latin typeface="+mn-lt"/>
              </a:rPr>
              <a:t>Windows PowerShell</a:t>
            </a:r>
          </a:p>
          <a:p>
            <a:pPr marL="347663" indent="-228600" defTabSz="914367">
              <a:spcAft>
                <a:spcPts val="600"/>
              </a:spcAft>
              <a:buFont typeface="Arial" panose="020B0604020202020204" pitchFamily="34" charset="0"/>
              <a:buChar char="•"/>
            </a:pPr>
            <a:r>
              <a:rPr lang="en-US" sz="1800" dirty="0">
                <a:latin typeface="+mn-lt"/>
              </a:rPr>
              <a:t>PowerShell Direct</a:t>
            </a:r>
          </a:p>
          <a:p>
            <a:pPr marL="347663" indent="-228600" defTabSz="914367">
              <a:spcAft>
                <a:spcPts val="600"/>
              </a:spcAft>
              <a:buFont typeface="Arial" panose="020B0604020202020204" pitchFamily="34" charset="0"/>
              <a:buChar char="•"/>
            </a:pPr>
            <a:r>
              <a:rPr lang="en-US" sz="1800" dirty="0">
                <a:latin typeface="+mn-lt"/>
              </a:rPr>
              <a:t>Windows Admin Center</a:t>
            </a:r>
          </a:p>
          <a:p>
            <a:pPr marL="347663" indent="-228600" defTabSz="914367">
              <a:spcAft>
                <a:spcPts val="600"/>
              </a:spcAft>
              <a:buFont typeface="Arial" panose="020B0604020202020204" pitchFamily="34" charset="0"/>
              <a:buChar char="•"/>
            </a:pPr>
            <a:r>
              <a:rPr lang="en-US" sz="1800" dirty="0">
                <a:latin typeface="+mn-lt"/>
              </a:rPr>
              <a:t>SSH Direct </a:t>
            </a:r>
            <a:r>
              <a:rPr lang="en-US" sz="1800" i="1" dirty="0">
                <a:latin typeface="+mn-lt"/>
              </a:rPr>
              <a:t>(connect to Linux VMs)</a:t>
            </a:r>
          </a:p>
        </p:txBody>
      </p:sp>
      <p:pic>
        <p:nvPicPr>
          <p:cNvPr id="11" name="Content Placeholder 6" descr="A screenshot of the Hyper-V Manager. A virtual machine named SEA-CORE1 is running at 1% CPU usage, and has assigned memory of 2098 MB.">
            <a:extLst>
              <a:ext uri="{FF2B5EF4-FFF2-40B4-BE49-F238E27FC236}">
                <a16:creationId xmlns:a16="http://schemas.microsoft.com/office/drawing/2014/main" id="{664573C7-B0B6-ACDC-FFB1-5FDA7E9A0219}"/>
              </a:ext>
            </a:extLst>
          </p:cNvPr>
          <p:cNvPicPr>
            <a:picLocks noGrp="1" noChangeAspect="1"/>
          </p:cNvPicPr>
          <p:nvPr>
            <p:ph type="pic" sz="quarter" idx="20"/>
          </p:nvPr>
        </p:nvPicPr>
        <p:blipFill rotWithShape="1">
          <a:blip r:embed="rId3" cstate="print">
            <a:extLst>
              <a:ext uri="{28A0092B-C50C-407E-A947-70E740481C1C}">
                <a14:useLocalDpi xmlns:a14="http://schemas.microsoft.com/office/drawing/2010/main" val="0"/>
              </a:ext>
            </a:extLst>
          </a:blip>
          <a:srcRect l="-7" r="-7"/>
          <a:stretch/>
        </p:blipFill>
        <p:spPr>
          <a:xfrm>
            <a:off x="5045032" y="1649675"/>
            <a:ext cx="6577800" cy="4551758"/>
          </a:xfrm>
          <a:prstGeom prst="rect">
            <a:avLst/>
          </a:prstGeom>
          <a:ln w="38100">
            <a:solidFill>
              <a:schemeClr val="accent2"/>
            </a:solidFill>
          </a:ln>
        </p:spPr>
      </p:pic>
    </p:spTree>
    <p:extLst>
      <p:ext uri="{BB962C8B-B14F-4D97-AF65-F5344CB8AC3E}">
        <p14:creationId xmlns:p14="http://schemas.microsoft.com/office/powerpoint/2010/main" val="3907053667"/>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E73E7F9B-9FDA-40AF-6DA2-FC5E9496BC0E}"/>
              </a:ext>
            </a:extLst>
          </p:cNvPr>
          <p:cNvSpPr>
            <a:spLocks noGrp="1"/>
          </p:cNvSpPr>
          <p:nvPr>
            <p:ph type="title"/>
          </p:nvPr>
        </p:nvSpPr>
        <p:spPr/>
        <p:txBody>
          <a:bodyPr/>
          <a:lstStyle/>
          <a:p>
            <a:r>
              <a:rPr lang="en-US" dirty="0"/>
              <a:t>Hyper-V best practices</a:t>
            </a:r>
          </a:p>
        </p:txBody>
      </p:sp>
      <p:sp>
        <p:nvSpPr>
          <p:cNvPr id="2" name="Text Placeholder 2">
            <a:extLst>
              <a:ext uri="{FF2B5EF4-FFF2-40B4-BE49-F238E27FC236}">
                <a16:creationId xmlns:a16="http://schemas.microsoft.com/office/drawing/2014/main" id="{D317C51C-C553-9B22-0FEF-06759176414C}"/>
              </a:ext>
            </a:extLst>
          </p:cNvPr>
          <p:cNvSpPr txBox="1">
            <a:spLocks/>
          </p:cNvSpPr>
          <p:nvPr/>
        </p:nvSpPr>
        <p:spPr>
          <a:xfrm>
            <a:off x="588262" y="1594145"/>
            <a:ext cx="11013474" cy="3293209"/>
          </a:xfrm>
          <a:prstGeom prst="rect">
            <a:avLst/>
          </a:prstGeom>
        </p:spPr>
        <p:txBody>
          <a:bodyPr lIns="0" tIns="0" rIns="0" bIns="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8925" lvl="2" indent="-288925">
              <a:spcBef>
                <a:spcPts val="0"/>
              </a:spcBef>
              <a:spcAft>
                <a:spcPts val="1200"/>
              </a:spcAft>
            </a:pPr>
            <a:r>
              <a:rPr lang="en-US" sz="2200" dirty="0"/>
              <a:t>Sufficient hardware to run virtual machines</a:t>
            </a:r>
          </a:p>
          <a:p>
            <a:pPr marL="288925" lvl="2" indent="-288925">
              <a:spcBef>
                <a:spcPts val="0"/>
              </a:spcBef>
              <a:spcAft>
                <a:spcPts val="1200"/>
              </a:spcAft>
            </a:pPr>
            <a:r>
              <a:rPr lang="en-US" sz="2200" dirty="0"/>
              <a:t>Deploy VMs on separate disks or Clustered Shared Volumes</a:t>
            </a:r>
          </a:p>
          <a:p>
            <a:pPr marL="288925" lvl="2" indent="-288925">
              <a:spcBef>
                <a:spcPts val="0"/>
              </a:spcBef>
              <a:spcAft>
                <a:spcPts val="1200"/>
              </a:spcAft>
            </a:pPr>
            <a:r>
              <a:rPr lang="en-US" sz="2200" dirty="0"/>
              <a:t>Avoid installing other server roles on the Host</a:t>
            </a:r>
          </a:p>
          <a:p>
            <a:pPr marL="288925" lvl="2" indent="-288925">
              <a:spcBef>
                <a:spcPts val="0"/>
              </a:spcBef>
              <a:spcAft>
                <a:spcPts val="1200"/>
              </a:spcAft>
            </a:pPr>
            <a:r>
              <a:rPr lang="en-US" sz="2200" dirty="0"/>
              <a:t>Use Server Core to reduce the attack surface</a:t>
            </a:r>
          </a:p>
          <a:p>
            <a:pPr marL="288925" lvl="2" indent="-288925">
              <a:spcBef>
                <a:spcPts val="0"/>
              </a:spcBef>
              <a:spcAft>
                <a:spcPts val="1200"/>
              </a:spcAft>
            </a:pPr>
            <a:r>
              <a:rPr lang="en-US" sz="2200" dirty="0"/>
              <a:t>Run the Best Practices Analyzer and resource metering</a:t>
            </a:r>
          </a:p>
          <a:p>
            <a:pPr marL="288925" lvl="2" indent="-288925">
              <a:spcBef>
                <a:spcPts val="0"/>
              </a:spcBef>
              <a:spcAft>
                <a:spcPts val="1200"/>
              </a:spcAft>
            </a:pPr>
            <a:r>
              <a:rPr lang="en-US" sz="2200" dirty="0"/>
              <a:t>Manage Hyper-V with Remote Server Administrative Tools (RSAT)</a:t>
            </a:r>
          </a:p>
          <a:p>
            <a:pPr marL="288925" lvl="2" indent="-288925">
              <a:spcBef>
                <a:spcPts val="0"/>
              </a:spcBef>
              <a:spcAft>
                <a:spcPts val="1200"/>
              </a:spcAft>
            </a:pPr>
            <a:r>
              <a:rPr lang="en-US" sz="2200" dirty="0"/>
              <a:t>Enable Enhanced Session Mode on the server </a:t>
            </a:r>
            <a:r>
              <a:rPr lang="en-US" sz="2200" i="1" dirty="0"/>
              <a:t>(optional)</a:t>
            </a:r>
          </a:p>
        </p:txBody>
      </p:sp>
    </p:spTree>
    <p:extLst>
      <p:ext uri="{BB962C8B-B14F-4D97-AF65-F5344CB8AC3E}">
        <p14:creationId xmlns:p14="http://schemas.microsoft.com/office/powerpoint/2010/main" val="744876421"/>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260B2D01-C112-F8ED-A590-52059F84FA08}"/>
              </a:ext>
            </a:extLst>
          </p:cNvPr>
          <p:cNvSpPr>
            <a:spLocks noGrp="1"/>
          </p:cNvSpPr>
          <p:nvPr>
            <p:ph type="title"/>
          </p:nvPr>
        </p:nvSpPr>
        <p:spPr>
          <a:xfrm>
            <a:off x="588262" y="596867"/>
            <a:ext cx="11013474" cy="502246"/>
          </a:xfrm>
        </p:spPr>
        <p:txBody>
          <a:bodyPr/>
          <a:lstStyle/>
          <a:p>
            <a:r>
              <a:rPr lang="en-US" dirty="0"/>
              <a:t>Hyper-V networking</a:t>
            </a:r>
          </a:p>
        </p:txBody>
      </p:sp>
      <p:sp>
        <p:nvSpPr>
          <p:cNvPr id="8" name="Text Placeholder 4">
            <a:extLst>
              <a:ext uri="{FF2B5EF4-FFF2-40B4-BE49-F238E27FC236}">
                <a16:creationId xmlns:a16="http://schemas.microsoft.com/office/drawing/2014/main" id="{04D79E04-4A01-683C-9100-39B0C8664163}"/>
              </a:ext>
            </a:extLst>
          </p:cNvPr>
          <p:cNvSpPr>
            <a:spLocks noGrp="1"/>
          </p:cNvSpPr>
          <p:nvPr>
            <p:ph type="body" sz="quarter" idx="15"/>
          </p:nvPr>
        </p:nvSpPr>
        <p:spPr>
          <a:xfrm>
            <a:off x="586724" y="1621181"/>
            <a:ext cx="10785111" cy="1451679"/>
          </a:xfrm>
        </p:spPr>
        <p:txBody>
          <a:bodyPr vert="horz" wrap="square" lIns="0" tIns="0" rIns="0" bIns="0" rtlCol="0">
            <a:spAutoFit/>
          </a:bodyPr>
          <a:lstStyle/>
          <a:p>
            <a:pPr marL="0" lvl="1" indent="0" defTabSz="914367">
              <a:spcBef>
                <a:spcPts val="0"/>
              </a:spcBef>
              <a:spcAft>
                <a:spcPts val="400"/>
              </a:spcAft>
              <a:buNone/>
            </a:pPr>
            <a:r>
              <a:rPr lang="en-US" sz="2000" b="1" dirty="0">
                <a:latin typeface="+mj-lt"/>
                <a:cs typeface="Segoe UI" panose="020B0502040204020203" pitchFamily="34" charset="0"/>
              </a:rPr>
              <a:t>Hyper-V supports the following virtual network adapter types</a:t>
            </a:r>
            <a:r>
              <a:rPr lang="en-US" sz="1800" b="1" dirty="0">
                <a:latin typeface="+mj-lt"/>
                <a:cs typeface="Segoe UI" panose="020B0502040204020203" pitchFamily="34" charset="0"/>
              </a:rPr>
              <a:t>:</a:t>
            </a:r>
          </a:p>
          <a:p>
            <a:pPr marL="347663" lvl="2" indent="-233363" defTabSz="914367">
              <a:spcBef>
                <a:spcPts val="0"/>
              </a:spcBef>
              <a:spcAft>
                <a:spcPts val="900"/>
              </a:spcAft>
            </a:pPr>
            <a:r>
              <a:rPr lang="en-US" sz="1800" dirty="0">
                <a:cs typeface="Segoe UI" panose="020B0502040204020203" pitchFamily="34" charset="0"/>
              </a:rPr>
              <a:t>Legacy network adapter </a:t>
            </a:r>
            <a:r>
              <a:rPr lang="en-US" sz="1800" i="1" dirty="0">
                <a:cs typeface="Segoe UI" panose="020B0502040204020203" pitchFamily="34" charset="0"/>
              </a:rPr>
              <a:t>(Generation 1 only)</a:t>
            </a:r>
          </a:p>
          <a:p>
            <a:pPr marL="347663" lvl="2" indent="-233363" defTabSz="914367">
              <a:spcBef>
                <a:spcPts val="0"/>
              </a:spcBef>
              <a:spcAft>
                <a:spcPts val="900"/>
              </a:spcAft>
            </a:pPr>
            <a:r>
              <a:rPr lang="en-US" sz="1800" dirty="0">
                <a:cs typeface="Segoe UI" panose="020B0502040204020203" pitchFamily="34" charset="0"/>
              </a:rPr>
              <a:t>Synthetic network adapter </a:t>
            </a:r>
            <a:r>
              <a:rPr lang="en-US" sz="1800" i="1" dirty="0">
                <a:cs typeface="Segoe UI" panose="020B0502040204020203" pitchFamily="34" charset="0"/>
              </a:rPr>
              <a:t>(supports Generation 1 and Generation 2)</a:t>
            </a:r>
          </a:p>
          <a:p>
            <a:pPr marL="0" lvl="1" indent="0" defTabSz="914367">
              <a:spcBef>
                <a:spcPts val="0"/>
              </a:spcBef>
              <a:spcAft>
                <a:spcPts val="900"/>
              </a:spcAft>
              <a:buNone/>
            </a:pPr>
            <a:r>
              <a:rPr lang="en-US" sz="2000" b="1" dirty="0">
                <a:latin typeface="+mj-lt"/>
                <a:cs typeface="Segoe UI" panose="020B0502040204020203" pitchFamily="34" charset="0"/>
              </a:rPr>
              <a:t>Hyper-V supports three types of virtual switches:</a:t>
            </a:r>
          </a:p>
        </p:txBody>
      </p:sp>
      <p:graphicFrame>
        <p:nvGraphicFramePr>
          <p:cNvPr id="9" name="Table 8">
            <a:extLst>
              <a:ext uri="{FF2B5EF4-FFF2-40B4-BE49-F238E27FC236}">
                <a16:creationId xmlns:a16="http://schemas.microsoft.com/office/drawing/2014/main" id="{8E6EA9C9-90FB-AC82-2240-B39AC33C7CC8}"/>
              </a:ext>
            </a:extLst>
          </p:cNvPr>
          <p:cNvGraphicFramePr>
            <a:graphicFrameLocks noGrp="1"/>
          </p:cNvGraphicFramePr>
          <p:nvPr>
            <p:extLst>
              <p:ext uri="{D42A27DB-BD31-4B8C-83A1-F6EECF244321}">
                <p14:modId xmlns:p14="http://schemas.microsoft.com/office/powerpoint/2010/main" val="531914901"/>
              </p:ext>
            </p:extLst>
          </p:nvPr>
        </p:nvGraphicFramePr>
        <p:xfrm>
          <a:off x="732340" y="3274802"/>
          <a:ext cx="10991901" cy="2640975"/>
        </p:xfrm>
        <a:graphic>
          <a:graphicData uri="http://schemas.openxmlformats.org/drawingml/2006/table">
            <a:tbl>
              <a:tblPr firstRow="1" bandRow="1">
                <a:tableStyleId>{B301B821-A1FF-4177-AEE7-76D212191A09}</a:tableStyleId>
              </a:tblPr>
              <a:tblGrid>
                <a:gridCol w="2619175">
                  <a:extLst>
                    <a:ext uri="{9D8B030D-6E8A-4147-A177-3AD203B41FA5}">
                      <a16:colId xmlns:a16="http://schemas.microsoft.com/office/drawing/2014/main" val="2759463302"/>
                    </a:ext>
                  </a:extLst>
                </a:gridCol>
                <a:gridCol w="8372726">
                  <a:extLst>
                    <a:ext uri="{9D8B030D-6E8A-4147-A177-3AD203B41FA5}">
                      <a16:colId xmlns:a16="http://schemas.microsoft.com/office/drawing/2014/main" val="3750830858"/>
                    </a:ext>
                  </a:extLst>
                </a:gridCol>
              </a:tblGrid>
              <a:tr h="537855">
                <a:tc>
                  <a:txBody>
                    <a:bodyPr/>
                    <a:lstStyle/>
                    <a:p>
                      <a:pPr marL="0" marR="0" lvl="0" indent="0" algn="l" defTabSz="932742" rtl="0" eaLnBrk="1" fontAlgn="t" latinLnBrk="0" hangingPunct="1">
                        <a:lnSpc>
                          <a:spcPct val="100000"/>
                        </a:lnSpc>
                        <a:spcBef>
                          <a:spcPts val="0"/>
                        </a:spcBef>
                        <a:spcAft>
                          <a:spcPts val="0"/>
                        </a:spcAft>
                        <a:buClrTx/>
                        <a:buSzTx/>
                        <a:buFontTx/>
                        <a:buNone/>
                        <a:tabLst/>
                        <a:defRPr/>
                      </a:pPr>
                      <a:r>
                        <a:rPr lang="en-US" sz="2000" b="1" kern="1200" dirty="0">
                          <a:solidFill>
                            <a:schemeClr val="tx1"/>
                          </a:solidFill>
                          <a:effectLst/>
                          <a:latin typeface="+mj-lt"/>
                          <a:ea typeface="+mn-ea"/>
                          <a:cs typeface="+mn-cs"/>
                        </a:rPr>
                        <a:t>Virtual switch type</a:t>
                      </a:r>
                    </a:p>
                  </a:txBody>
                  <a:tcPr marL="137160" marR="137160" marT="91440" marB="91440" anchor="ctr">
                    <a:lnL w="6350" cap="flat" cmpd="sng" algn="ctr">
                      <a:solidFill>
                        <a:schemeClr val="bg1">
                          <a:lumMod val="5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solidFill>
                      <a:schemeClr val="accent3">
                        <a:lumMod val="60000"/>
                        <a:lumOff val="40000"/>
                      </a:schemeClr>
                    </a:solidFill>
                  </a:tcPr>
                </a:tc>
                <a:tc>
                  <a:txBody>
                    <a:bodyPr/>
                    <a:lstStyle/>
                    <a:p>
                      <a:pPr marL="0" marR="0" lvl="0" indent="0" algn="l" defTabSz="932742" rtl="0" eaLnBrk="1" fontAlgn="t" latinLnBrk="0" hangingPunct="1">
                        <a:lnSpc>
                          <a:spcPct val="100000"/>
                        </a:lnSpc>
                        <a:spcBef>
                          <a:spcPts val="0"/>
                        </a:spcBef>
                        <a:spcAft>
                          <a:spcPts val="0"/>
                        </a:spcAft>
                        <a:buClrTx/>
                        <a:buSzTx/>
                        <a:buFontTx/>
                        <a:buNone/>
                        <a:tabLst/>
                        <a:defRPr/>
                      </a:pPr>
                      <a:r>
                        <a:rPr lang="en-US" sz="2000" b="1" kern="1200" dirty="0">
                          <a:solidFill>
                            <a:schemeClr val="tx1"/>
                          </a:solidFill>
                          <a:effectLst/>
                          <a:latin typeface="+mj-lt"/>
                          <a:ea typeface="+mn-ea"/>
                          <a:cs typeface="+mn-cs"/>
                        </a:rPr>
                        <a:t>Description</a:t>
                      </a:r>
                    </a:p>
                  </a:txBody>
                  <a:tcPr marL="137160" marR="137160" marT="91440" marB="9144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solidFill>
                      <a:srgbClr val="CD9BCF"/>
                    </a:solidFill>
                  </a:tcPr>
                </a:tc>
                <a:extLst>
                  <a:ext uri="{0D108BD9-81ED-4DB2-BD59-A6C34878D82A}">
                    <a16:rowId xmlns:a16="http://schemas.microsoft.com/office/drawing/2014/main" val="1953139382"/>
                  </a:ext>
                </a:extLst>
              </a:tr>
              <a:tr h="0">
                <a:tc>
                  <a:txBody>
                    <a:bodyPr/>
                    <a:lstStyle/>
                    <a:p>
                      <a:pPr marL="0" algn="l" defTabSz="932742" rtl="0" eaLnBrk="1" fontAlgn="t" latinLnBrk="0" hangingPunct="1"/>
                      <a:r>
                        <a:rPr lang="en-US" sz="1800" kern="1200" dirty="0">
                          <a:solidFill>
                            <a:schemeClr val="dk1"/>
                          </a:solidFill>
                          <a:effectLst/>
                          <a:latin typeface="+mn-lt"/>
                          <a:ea typeface="+mn-ea"/>
                          <a:cs typeface="+mn-cs"/>
                        </a:rPr>
                        <a:t>External</a:t>
                      </a:r>
                    </a:p>
                  </a:txBody>
                  <a:tcPr marL="137160" marR="137160" marT="91440" marB="9144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marL="0" algn="l" defTabSz="932742" rtl="0" eaLnBrk="1" fontAlgn="t" latinLnBrk="0" hangingPunct="1"/>
                      <a:r>
                        <a:rPr lang="en-US" sz="1800" kern="1200" dirty="0">
                          <a:solidFill>
                            <a:schemeClr val="dk1"/>
                          </a:solidFill>
                          <a:effectLst/>
                          <a:latin typeface="+mn-lt"/>
                          <a:ea typeface="+mn-ea"/>
                          <a:cs typeface="+mn-cs"/>
                        </a:rPr>
                        <a:t>Used to map a network to a specific network adapter or network adapter team. Provides external access outside of the host machine.</a:t>
                      </a:r>
                    </a:p>
                  </a:txBody>
                  <a:tcPr marL="137160" marR="137160" marT="91440" marB="9144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118657062"/>
                  </a:ext>
                </a:extLst>
              </a:tr>
              <a:tr h="731520">
                <a:tc>
                  <a:txBody>
                    <a:bodyPr/>
                    <a:lstStyle/>
                    <a:p>
                      <a:pPr marL="0" marR="0" lvl="0" indent="0" algn="l" defTabSz="932742" rtl="0" eaLnBrk="1" fontAlgn="t" latinLnBrk="0" hangingPunct="1">
                        <a:lnSpc>
                          <a:spcPts val="1600"/>
                        </a:lnSpc>
                        <a:spcBef>
                          <a:spcPts val="0"/>
                        </a:spcBef>
                        <a:spcAft>
                          <a:spcPts val="0"/>
                        </a:spcAft>
                        <a:buClrTx/>
                        <a:buSzTx/>
                        <a:buFontTx/>
                        <a:buNone/>
                        <a:tabLst/>
                        <a:defRPr/>
                      </a:pPr>
                      <a:r>
                        <a:rPr lang="en-US" sz="1800" kern="1200" noProof="0" dirty="0">
                          <a:solidFill>
                            <a:schemeClr val="dk1"/>
                          </a:solidFill>
                          <a:effectLst/>
                          <a:latin typeface="+mn-lt"/>
                          <a:ea typeface="+mn-ea"/>
                          <a:cs typeface="+mn-cs"/>
                        </a:rPr>
                        <a:t>Internal</a:t>
                      </a:r>
                    </a:p>
                  </a:txBody>
                  <a:tcPr marL="137160" marR="137160" marT="91440" marB="9144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32742" rtl="0" eaLnBrk="1" fontAlgn="t" latinLnBrk="0" hangingPunct="1">
                        <a:lnSpc>
                          <a:spcPts val="1600"/>
                        </a:lnSpc>
                        <a:spcBef>
                          <a:spcPts val="0"/>
                        </a:spcBef>
                        <a:spcAft>
                          <a:spcPts val="0"/>
                        </a:spcAft>
                        <a:buClrTx/>
                        <a:buSzTx/>
                        <a:buFontTx/>
                        <a:buNone/>
                        <a:tabLst/>
                        <a:defRPr/>
                      </a:pPr>
                      <a:r>
                        <a:rPr lang="en-US" sz="1800" kern="1200" noProof="0" dirty="0">
                          <a:solidFill>
                            <a:schemeClr val="dk1"/>
                          </a:solidFill>
                          <a:effectLst/>
                          <a:latin typeface="+mn-lt"/>
                          <a:ea typeface="+mn-ea"/>
                          <a:cs typeface="+mn-cs"/>
                        </a:rPr>
                        <a:t>Used to communicate between the virtual machines on a host server and to communicate between the virtual machines and the host itself.</a:t>
                      </a:r>
                    </a:p>
                  </a:txBody>
                  <a:tcPr marL="137160" marR="137160" marT="91440" marB="9144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656546042"/>
                  </a:ext>
                </a:extLst>
              </a:tr>
              <a:tr h="640080">
                <a:tc>
                  <a:txBody>
                    <a:bodyPr/>
                    <a:lstStyle/>
                    <a:p>
                      <a:pPr marL="0" marR="0" lvl="0" indent="0" algn="l" defTabSz="932742" rtl="0" eaLnBrk="1" fontAlgn="t" latinLnBrk="0" hangingPunct="1">
                        <a:lnSpc>
                          <a:spcPts val="1600"/>
                        </a:lnSpc>
                        <a:spcBef>
                          <a:spcPts val="0"/>
                        </a:spcBef>
                        <a:spcAft>
                          <a:spcPts val="0"/>
                        </a:spcAft>
                        <a:buClrTx/>
                        <a:buSzTx/>
                        <a:buFontTx/>
                        <a:buNone/>
                        <a:tabLst/>
                        <a:defRPr/>
                      </a:pPr>
                      <a:r>
                        <a:rPr lang="en-US" sz="1800" kern="1200" noProof="0" dirty="0">
                          <a:solidFill>
                            <a:schemeClr val="dk1"/>
                          </a:solidFill>
                          <a:effectLst/>
                          <a:latin typeface="+mn-lt"/>
                          <a:ea typeface="+mn-ea"/>
                          <a:cs typeface="+mn-cs"/>
                        </a:rPr>
                        <a:t>Private</a:t>
                      </a:r>
                    </a:p>
                  </a:txBody>
                  <a:tcPr marL="137160" marR="137160" marT="91440" marB="9144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32742" rtl="0" eaLnBrk="1" fontAlgn="t" latinLnBrk="0" hangingPunct="1">
                        <a:lnSpc>
                          <a:spcPts val="1600"/>
                        </a:lnSpc>
                        <a:spcBef>
                          <a:spcPts val="0"/>
                        </a:spcBef>
                        <a:spcAft>
                          <a:spcPts val="0"/>
                        </a:spcAft>
                        <a:buClrTx/>
                        <a:buSzTx/>
                        <a:buFontTx/>
                        <a:buNone/>
                        <a:tabLst/>
                        <a:defRPr/>
                      </a:pPr>
                      <a:r>
                        <a:rPr lang="en-US" sz="1800" kern="1200" noProof="0" dirty="0">
                          <a:solidFill>
                            <a:schemeClr val="dk1"/>
                          </a:solidFill>
                          <a:effectLst/>
                          <a:latin typeface="+mn-lt"/>
                          <a:ea typeface="+mn-ea"/>
                          <a:cs typeface="+mn-cs"/>
                        </a:rPr>
                        <a:t>Used to only communicate between virtual machines on a Hyper-V host.</a:t>
                      </a:r>
                    </a:p>
                  </a:txBody>
                  <a:tcPr marL="137160" marR="137160" marT="91440" marB="9144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571667941"/>
                  </a:ext>
                </a:extLst>
              </a:tr>
            </a:tbl>
          </a:graphicData>
        </a:graphic>
      </p:graphicFrame>
    </p:spTree>
    <p:extLst>
      <p:ext uri="{BB962C8B-B14F-4D97-AF65-F5344CB8AC3E}">
        <p14:creationId xmlns:p14="http://schemas.microsoft.com/office/powerpoint/2010/main" val="1537191557"/>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C98B9-3E79-7731-99E6-7591F4C12A6B}"/>
              </a:ext>
            </a:extLst>
          </p:cNvPr>
          <p:cNvSpPr>
            <a:spLocks noGrp="1"/>
          </p:cNvSpPr>
          <p:nvPr>
            <p:ph type="title"/>
          </p:nvPr>
        </p:nvSpPr>
        <p:spPr>
          <a:xfrm>
            <a:off x="588262" y="225084"/>
            <a:ext cx="11011600" cy="502246"/>
          </a:xfrm>
        </p:spPr>
        <p:txBody>
          <a:bodyPr/>
          <a:lstStyle/>
          <a:p>
            <a:r>
              <a:rPr lang="en-US" dirty="0"/>
              <a:t>Hyper-V network features</a:t>
            </a:r>
          </a:p>
        </p:txBody>
      </p:sp>
      <p:pic>
        <p:nvPicPr>
          <p:cNvPr id="1026" name="Picture 2" descr="Graphic depicting the networking features for Hyper-V.">
            <a:extLst>
              <a:ext uri="{FF2B5EF4-FFF2-40B4-BE49-F238E27FC236}">
                <a16:creationId xmlns:a16="http://schemas.microsoft.com/office/drawing/2014/main" id="{A612C2E5-095A-A8F0-A71A-0AA7F8762977}"/>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a:fillRect/>
          </a:stretch>
        </p:blipFill>
        <p:spPr bwMode="auto">
          <a:xfrm>
            <a:off x="1889090" y="910670"/>
            <a:ext cx="7948245" cy="5562940"/>
          </a:xfrm>
          <a:prstGeom prst="rect">
            <a:avLst/>
          </a:prstGeom>
          <a:noFill/>
          <a:ln w="22225">
            <a:solidFill>
              <a:schemeClr val="accent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1147224"/>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F7532-E790-E4E2-FF9E-9A84ED7AAF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CE1A0E-57D1-9FED-6E2B-4E220B18C3B4}"/>
              </a:ext>
            </a:extLst>
          </p:cNvPr>
          <p:cNvSpPr>
            <a:spLocks noGrp="1"/>
          </p:cNvSpPr>
          <p:nvPr>
            <p:ph type="title"/>
          </p:nvPr>
        </p:nvSpPr>
        <p:spPr>
          <a:xfrm>
            <a:off x="588262" y="285372"/>
            <a:ext cx="11044938" cy="492443"/>
          </a:xfrm>
        </p:spPr>
        <p:txBody>
          <a:bodyPr/>
          <a:lstStyle/>
          <a:p>
            <a:r>
              <a:rPr lang="en-US" dirty="0"/>
              <a:t>Hyper-V nested virtualization</a:t>
            </a:r>
          </a:p>
        </p:txBody>
      </p:sp>
      <p:sp>
        <p:nvSpPr>
          <p:cNvPr id="4" name="Text Placeholder 2">
            <a:extLst>
              <a:ext uri="{FF2B5EF4-FFF2-40B4-BE49-F238E27FC236}">
                <a16:creationId xmlns:a16="http://schemas.microsoft.com/office/drawing/2014/main" id="{C9319FF3-B83D-190D-7DC5-69E3F56D31FF}"/>
              </a:ext>
            </a:extLst>
          </p:cNvPr>
          <p:cNvSpPr txBox="1">
            <a:spLocks/>
          </p:cNvSpPr>
          <p:nvPr/>
        </p:nvSpPr>
        <p:spPr>
          <a:xfrm>
            <a:off x="511260" y="1099633"/>
            <a:ext cx="5520650" cy="2154436"/>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3">
              <a:spcBef>
                <a:spcPts val="0"/>
              </a:spcBef>
              <a:spcAft>
                <a:spcPts val="1200"/>
              </a:spcAft>
            </a:pPr>
            <a:r>
              <a:rPr lang="en-US" sz="2000" dirty="0">
                <a:solidFill>
                  <a:schemeClr val="tx1"/>
                </a:solidFill>
              </a:rPr>
              <a:t>Hyper-V feature you can use to install and run Hyper-V inside a guest VM</a:t>
            </a:r>
          </a:p>
          <a:p>
            <a:pPr marL="0" lvl="3">
              <a:spcBef>
                <a:spcPts val="0"/>
              </a:spcBef>
              <a:spcAft>
                <a:spcPts val="1200"/>
              </a:spcAft>
            </a:pPr>
            <a:r>
              <a:rPr lang="en-US" sz="2000" dirty="0">
                <a:solidFill>
                  <a:schemeClr val="tx1"/>
                </a:solidFill>
              </a:rPr>
              <a:t>Enables a guest VM to be a Hyper-V host, able to then host other guest VMs</a:t>
            </a:r>
          </a:p>
          <a:p>
            <a:pPr marL="0" lvl="3">
              <a:spcBef>
                <a:spcPts val="0"/>
              </a:spcBef>
              <a:spcAft>
                <a:spcPts val="1200"/>
              </a:spcAft>
            </a:pPr>
            <a:r>
              <a:rPr lang="en-US" sz="2000" dirty="0">
                <a:solidFill>
                  <a:schemeClr val="tx1"/>
                </a:solidFill>
              </a:rPr>
              <a:t>Useful for implementing virtual test and development environments</a:t>
            </a:r>
          </a:p>
        </p:txBody>
      </p:sp>
      <p:pic>
        <p:nvPicPr>
          <p:cNvPr id="1025" name="Picture 1" descr="Azure Nested Virtualization are running on a Hyper-V Server inside an Azure subscription hosted in an Azure Datacenter. The three levels are shown: Level 0, the Azure hardware layer; Level 1, the Azure Hyper-V layer; Level 2: the Hyper-V hypervisor.">
            <a:extLst>
              <a:ext uri="{FF2B5EF4-FFF2-40B4-BE49-F238E27FC236}">
                <a16:creationId xmlns:a16="http://schemas.microsoft.com/office/drawing/2014/main" id="{692234A1-5634-24AD-2621-B81026EF76F7}"/>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a:fillRect/>
          </a:stretch>
        </p:blipFill>
        <p:spPr bwMode="auto">
          <a:xfrm>
            <a:off x="6353772" y="918639"/>
            <a:ext cx="5520651" cy="59567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3036034"/>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219A0-D57A-C15B-DC28-AF53BDCE9D42}"/>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4B7F6670-3EA0-FCDA-803A-4D2727B8572D}"/>
              </a:ext>
            </a:extLst>
          </p:cNvPr>
          <p:cNvSpPr>
            <a:spLocks noGrp="1"/>
          </p:cNvSpPr>
          <p:nvPr>
            <p:ph type="title"/>
          </p:nvPr>
        </p:nvSpPr>
        <p:spPr>
          <a:xfrm>
            <a:off x="588262" y="409110"/>
            <a:ext cx="11011601" cy="492443"/>
          </a:xfrm>
        </p:spPr>
        <p:txBody>
          <a:bodyPr/>
          <a:lstStyle/>
          <a:p>
            <a:r>
              <a:rPr lang="en-US" dirty="0"/>
              <a:t>Enable nested virtualization</a:t>
            </a:r>
          </a:p>
        </p:txBody>
      </p:sp>
      <p:sp>
        <p:nvSpPr>
          <p:cNvPr id="3" name="Content Placeholder 2">
            <a:extLst>
              <a:ext uri="{FF2B5EF4-FFF2-40B4-BE49-F238E27FC236}">
                <a16:creationId xmlns:a16="http://schemas.microsoft.com/office/drawing/2014/main" id="{AEAA2C05-6BDD-1939-434D-FED4B0A4E63F}"/>
              </a:ext>
            </a:extLst>
          </p:cNvPr>
          <p:cNvSpPr>
            <a:spLocks noGrp="1"/>
          </p:cNvSpPr>
          <p:nvPr>
            <p:ph type="body" sz="quarter" idx="17"/>
          </p:nvPr>
        </p:nvSpPr>
        <p:spPr>
          <a:xfrm>
            <a:off x="675810" y="1298263"/>
            <a:ext cx="4484019" cy="4647426"/>
          </a:xfrm>
        </p:spPr>
        <p:txBody>
          <a:bodyPr/>
          <a:lstStyle/>
          <a:p>
            <a:pPr lvl="1">
              <a:spcBef>
                <a:spcPts val="0"/>
              </a:spcBef>
              <a:spcAft>
                <a:spcPts val="1200"/>
              </a:spcAft>
            </a:pPr>
            <a:r>
              <a:rPr lang="en-US" dirty="0">
                <a:latin typeface="+mj-lt"/>
              </a:rPr>
              <a:t>Requirements</a:t>
            </a:r>
          </a:p>
          <a:p>
            <a:pPr marL="390525" lvl="2" indent="-285750">
              <a:spcBef>
                <a:spcPts val="0"/>
              </a:spcBef>
              <a:spcAft>
                <a:spcPts val="900"/>
              </a:spcAft>
              <a:buFont typeface="Arial" panose="020B0604020202020204" pitchFamily="34" charset="0"/>
              <a:buChar char="•"/>
            </a:pPr>
            <a:r>
              <a:rPr lang="en-US" sz="1800" dirty="0">
                <a:solidFill>
                  <a:srgbClr val="000000"/>
                </a:solidFill>
                <a:latin typeface="Segoe UI"/>
              </a:rPr>
              <a:t>Hyper-V Host and the Guest VM must be Windows Server 2016 or later</a:t>
            </a:r>
          </a:p>
          <a:p>
            <a:pPr marL="390525" lvl="2" indent="-285750">
              <a:spcBef>
                <a:spcPts val="0"/>
              </a:spcBef>
              <a:spcAft>
                <a:spcPts val="900"/>
              </a:spcAft>
              <a:buFont typeface="Arial" panose="020B0604020202020204" pitchFamily="34" charset="0"/>
              <a:buChar char="•"/>
            </a:pPr>
            <a:r>
              <a:rPr lang="en-US" sz="1800" dirty="0">
                <a:solidFill>
                  <a:srgbClr val="000000"/>
                </a:solidFill>
                <a:latin typeface="Segoe UI"/>
              </a:rPr>
              <a:t>Enough Memory</a:t>
            </a:r>
          </a:p>
          <a:p>
            <a:pPr marL="390525" lvl="2" indent="-285750">
              <a:spcBef>
                <a:spcPts val="0"/>
              </a:spcBef>
              <a:spcAft>
                <a:spcPts val="900"/>
              </a:spcAft>
              <a:buFont typeface="Arial" panose="020B0604020202020204" pitchFamily="34" charset="0"/>
              <a:buChar char="•"/>
            </a:pPr>
            <a:r>
              <a:rPr lang="en-US" sz="1800" dirty="0">
                <a:solidFill>
                  <a:srgbClr val="000000"/>
                </a:solidFill>
                <a:latin typeface="Segoe UI"/>
              </a:rPr>
              <a:t>VM configuration of 8.0 or greater</a:t>
            </a:r>
          </a:p>
          <a:p>
            <a:pPr marL="390525" lvl="2" indent="-285750">
              <a:spcBef>
                <a:spcPts val="0"/>
              </a:spcBef>
              <a:spcAft>
                <a:spcPts val="900"/>
              </a:spcAft>
              <a:buFont typeface="Arial" panose="020B0604020202020204" pitchFamily="34" charset="0"/>
              <a:buChar char="•"/>
            </a:pPr>
            <a:r>
              <a:rPr lang="en-US" sz="1800" dirty="0">
                <a:solidFill>
                  <a:srgbClr val="000000"/>
                </a:solidFill>
                <a:latin typeface="Segoe UI"/>
              </a:rPr>
              <a:t>Intel processor with VT-x and EPT technology</a:t>
            </a:r>
          </a:p>
          <a:p>
            <a:pPr marL="390525" lvl="2" indent="-285750">
              <a:spcBef>
                <a:spcPts val="0"/>
              </a:spcBef>
              <a:spcAft>
                <a:spcPts val="900"/>
              </a:spcAft>
              <a:buFont typeface="Arial" panose="020B0604020202020204" pitchFamily="34" charset="0"/>
              <a:buChar char="•"/>
            </a:pPr>
            <a:r>
              <a:rPr lang="en-US" sz="1800" dirty="0">
                <a:solidFill>
                  <a:srgbClr val="000000"/>
                </a:solidFill>
                <a:latin typeface="Segoe UI"/>
              </a:rPr>
              <a:t>AMD EPYC/Ryzen processor or later</a:t>
            </a:r>
          </a:p>
          <a:p>
            <a:pPr marL="342900" lvl="2" indent="-238125">
              <a:spcBef>
                <a:spcPts val="0"/>
              </a:spcBef>
              <a:spcAft>
                <a:spcPts val="900"/>
              </a:spcAft>
            </a:pPr>
            <a:r>
              <a:rPr lang="en-US" sz="1800" dirty="0"/>
              <a:t>Networking options</a:t>
            </a:r>
          </a:p>
          <a:p>
            <a:pPr marL="342900" lvl="2" indent="-238125">
              <a:spcBef>
                <a:spcPts val="0"/>
              </a:spcBef>
              <a:spcAft>
                <a:spcPts val="900"/>
              </a:spcAft>
            </a:pPr>
            <a:r>
              <a:rPr lang="en-US" sz="1800" dirty="0">
                <a:latin typeface="Segoe UI"/>
              </a:rPr>
              <a:t>MAC address spoofing</a:t>
            </a:r>
            <a:endParaRPr lang="en-US" sz="1800" strike="dblStrike" dirty="0">
              <a:latin typeface="Segoe UI"/>
            </a:endParaRPr>
          </a:p>
          <a:p>
            <a:pPr marL="342900" lvl="2" indent="-238125">
              <a:spcBef>
                <a:spcPts val="0"/>
              </a:spcBef>
              <a:spcAft>
                <a:spcPts val="900"/>
              </a:spcAft>
            </a:pPr>
            <a:r>
              <a:rPr lang="en-US" sz="1800" dirty="0">
                <a:latin typeface="Segoe UI"/>
              </a:rPr>
              <a:t>NAT networking</a:t>
            </a:r>
          </a:p>
          <a:p>
            <a:pPr lvl="1">
              <a:spcBef>
                <a:spcPts val="0"/>
              </a:spcBef>
              <a:spcAft>
                <a:spcPts val="1200"/>
              </a:spcAft>
            </a:pPr>
            <a:endParaRPr lang="en-US" dirty="0">
              <a:latin typeface="+mj-lt"/>
            </a:endParaRPr>
          </a:p>
        </p:txBody>
      </p:sp>
      <p:sp>
        <p:nvSpPr>
          <p:cNvPr id="13" name="TextBox 12">
            <a:extLst>
              <a:ext uri="{FF2B5EF4-FFF2-40B4-BE49-F238E27FC236}">
                <a16:creationId xmlns:a16="http://schemas.microsoft.com/office/drawing/2014/main" id="{3B63387A-D434-BFCE-FC4F-BF6A29B13E46}"/>
              </a:ext>
            </a:extLst>
          </p:cNvPr>
          <p:cNvSpPr txBox="1">
            <a:spLocks/>
          </p:cNvSpPr>
          <p:nvPr/>
        </p:nvSpPr>
        <p:spPr>
          <a:xfrm>
            <a:off x="5592888" y="1688920"/>
            <a:ext cx="5955300" cy="2308324"/>
          </a:xfrm>
          <a:prstGeom prst="rect">
            <a:avLst/>
          </a:prstGeom>
          <a:noFill/>
          <a:ln w="38100">
            <a:solidFill>
              <a:srgbClr val="C73ECC"/>
            </a:solidFill>
          </a:ln>
        </p:spPr>
        <p:txBody>
          <a:bodyPr wrap="square" lIns="91440" tIns="45720" rIns="91440" bIns="45720">
            <a:spAutoFit/>
          </a:bodyPr>
          <a:lstStyle/>
          <a:p>
            <a:r>
              <a:rPr lang="en-US" i="1" dirty="0">
                <a:solidFill>
                  <a:srgbClr val="07641D"/>
                </a:solidFill>
                <a:latin typeface="Consolas" panose="020B0609020204030204" pitchFamily="49" charset="0"/>
              </a:rPr>
              <a:t># Configure nested virtualization</a:t>
            </a:r>
          </a:p>
          <a:p>
            <a:r>
              <a:rPr lang="en-US" dirty="0">
                <a:solidFill>
                  <a:srgbClr val="0101FD"/>
                </a:solidFill>
                <a:latin typeface="Consolas" panose="020B0609020204030204" pitchFamily="49" charset="0"/>
              </a:rPr>
              <a:t>Set-VMProcessor -VMName </a:t>
            </a:r>
            <a:r>
              <a:rPr lang="en-US" dirty="0">
                <a:solidFill>
                  <a:srgbClr val="F4364C"/>
                </a:solidFill>
                <a:latin typeface="Consolas" panose="020B0609020204030204" pitchFamily="49" charset="0"/>
              </a:rPr>
              <a:t>“SEA-SVR1”</a:t>
            </a:r>
            <a:endParaRPr lang="en-US" dirty="0">
              <a:solidFill>
                <a:srgbClr val="006881"/>
              </a:solidFill>
              <a:latin typeface="Consolas" panose="020B0609020204030204" pitchFamily="49" charset="0"/>
            </a:endParaRPr>
          </a:p>
          <a:p>
            <a:r>
              <a:rPr lang="en-US" dirty="0">
                <a:solidFill>
                  <a:srgbClr val="0101FD"/>
                </a:solidFill>
                <a:latin typeface="Consolas" panose="020B0609020204030204" pitchFamily="49" charset="0"/>
              </a:rPr>
              <a:t>–ExposeVirtualizationExtensions </a:t>
            </a:r>
            <a:r>
              <a:rPr lang="en-US" dirty="0">
                <a:latin typeface="Consolas" panose="020B0609020204030204" pitchFamily="49" charset="0"/>
              </a:rPr>
              <a:t>$</a:t>
            </a:r>
            <a:r>
              <a:rPr lang="en-US" dirty="0">
                <a:solidFill>
                  <a:srgbClr val="0101FD"/>
                </a:solidFill>
                <a:latin typeface="Consolas" panose="020B0609020204030204" pitchFamily="49" charset="0"/>
              </a:rPr>
              <a:t>true</a:t>
            </a:r>
            <a:endParaRPr lang="en-US" dirty="0">
              <a:solidFill>
                <a:srgbClr val="006881"/>
              </a:solidFill>
              <a:latin typeface="Consolas" panose="020B0609020204030204" pitchFamily="49" charset="0"/>
            </a:endParaRPr>
          </a:p>
          <a:p>
            <a:endParaRPr lang="en-US" dirty="0">
              <a:solidFill>
                <a:srgbClr val="006881"/>
              </a:solidFill>
              <a:latin typeface="Consolas" panose="020B0609020204030204" pitchFamily="49" charset="0"/>
            </a:endParaRPr>
          </a:p>
          <a:p>
            <a:r>
              <a:rPr lang="en-US" i="1" dirty="0">
                <a:solidFill>
                  <a:srgbClr val="07641D"/>
                </a:solidFill>
                <a:latin typeface="Consolas" panose="020B0609020204030204" pitchFamily="49" charset="0"/>
              </a:rPr>
              <a:t># Disable nested virtualization</a:t>
            </a:r>
          </a:p>
          <a:p>
            <a:r>
              <a:rPr lang="en-US" dirty="0">
                <a:solidFill>
                  <a:srgbClr val="0101FD"/>
                </a:solidFill>
                <a:latin typeface="Consolas" panose="020B0609020204030204" pitchFamily="49" charset="0"/>
              </a:rPr>
              <a:t>Set-VMProcessor -VMName </a:t>
            </a:r>
            <a:r>
              <a:rPr lang="en-US" dirty="0">
                <a:solidFill>
                  <a:srgbClr val="F4364C"/>
                </a:solidFill>
                <a:latin typeface="Consolas" panose="020B0609020204030204" pitchFamily="49" charset="0"/>
              </a:rPr>
              <a:t>“SEA-SVR1”</a:t>
            </a:r>
            <a:endParaRPr lang="en-US" dirty="0">
              <a:solidFill>
                <a:srgbClr val="006881"/>
              </a:solidFill>
              <a:latin typeface="Consolas" panose="020B0609020204030204" pitchFamily="49" charset="0"/>
            </a:endParaRPr>
          </a:p>
          <a:p>
            <a:r>
              <a:rPr lang="en-US" dirty="0">
                <a:solidFill>
                  <a:srgbClr val="0101FD"/>
                </a:solidFill>
                <a:latin typeface="Consolas" panose="020B0609020204030204" pitchFamily="49" charset="0"/>
              </a:rPr>
              <a:t>–ExposeVirtualizationExtensions </a:t>
            </a:r>
            <a:r>
              <a:rPr lang="en-US" dirty="0">
                <a:latin typeface="Consolas" panose="020B0609020204030204" pitchFamily="49" charset="0"/>
              </a:rPr>
              <a:t>$</a:t>
            </a:r>
            <a:r>
              <a:rPr lang="en-US" dirty="0">
                <a:solidFill>
                  <a:srgbClr val="0101FD"/>
                </a:solidFill>
                <a:latin typeface="Consolas" panose="020B0609020204030204" pitchFamily="49" charset="0"/>
              </a:rPr>
              <a:t>false</a:t>
            </a:r>
          </a:p>
          <a:p>
            <a:endParaRPr lang="en-US" dirty="0">
              <a:solidFill>
                <a:srgbClr val="0101FD"/>
              </a:solidFill>
              <a:latin typeface="Consolas" panose="020B0609020204030204" pitchFamily="49" charset="0"/>
            </a:endParaRPr>
          </a:p>
        </p:txBody>
      </p:sp>
    </p:spTree>
    <p:extLst>
      <p:ext uri="{BB962C8B-B14F-4D97-AF65-F5344CB8AC3E}">
        <p14:creationId xmlns:p14="http://schemas.microsoft.com/office/powerpoint/2010/main" val="4023932955"/>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61B63-2694-F2CB-ED92-A32E8EF5D42B}"/>
            </a:ext>
          </a:extLst>
        </p:cNvPr>
        <p:cNvGrpSpPr/>
        <p:nvPr/>
      </p:nvGrpSpPr>
      <p:grpSpPr>
        <a:xfrm>
          <a:off x="0" y="0"/>
          <a:ext cx="0" cy="0"/>
          <a:chOff x="0" y="0"/>
          <a:chExt cx="0" cy="0"/>
        </a:xfrm>
      </p:grpSpPr>
      <p:sp>
        <p:nvSpPr>
          <p:cNvPr id="26" name="Title 1">
            <a:extLst>
              <a:ext uri="{FF2B5EF4-FFF2-40B4-BE49-F238E27FC236}">
                <a16:creationId xmlns:a16="http://schemas.microsoft.com/office/drawing/2014/main" id="{A66ECE4F-9EB2-48C1-6FAE-B766D2483F09}"/>
              </a:ext>
            </a:extLst>
          </p:cNvPr>
          <p:cNvSpPr>
            <a:spLocks noGrp="1"/>
          </p:cNvSpPr>
          <p:nvPr>
            <p:ph type="title"/>
          </p:nvPr>
        </p:nvSpPr>
        <p:spPr>
          <a:xfrm>
            <a:off x="588262" y="596867"/>
            <a:ext cx="11044938" cy="502246"/>
          </a:xfrm>
        </p:spPr>
        <p:txBody>
          <a:bodyPr/>
          <a:lstStyle/>
          <a:p>
            <a:r>
              <a:rPr lang="en-US" dirty="0"/>
              <a:t>Enable Enhanced Session mode</a:t>
            </a:r>
          </a:p>
        </p:txBody>
      </p:sp>
      <p:sp>
        <p:nvSpPr>
          <p:cNvPr id="5" name="Text Placeholder 4">
            <a:extLst>
              <a:ext uri="{FF2B5EF4-FFF2-40B4-BE49-F238E27FC236}">
                <a16:creationId xmlns:a16="http://schemas.microsoft.com/office/drawing/2014/main" id="{0E41F280-C217-C359-DA02-381B0D6703B7}"/>
              </a:ext>
            </a:extLst>
          </p:cNvPr>
          <p:cNvSpPr>
            <a:spLocks noGrp="1"/>
          </p:cNvSpPr>
          <p:nvPr>
            <p:ph type="body" sz="quarter" idx="16"/>
          </p:nvPr>
        </p:nvSpPr>
        <p:spPr>
          <a:xfrm>
            <a:off x="588261" y="1374813"/>
            <a:ext cx="5567005" cy="4985980"/>
          </a:xfrm>
        </p:spPr>
        <p:txBody>
          <a:bodyPr wrap="square">
            <a:spAutoFit/>
          </a:bodyPr>
          <a:lstStyle/>
          <a:p>
            <a:pPr defTabSz="914367">
              <a:spcBef>
                <a:spcPts val="1176"/>
              </a:spcBef>
            </a:pPr>
            <a:r>
              <a:rPr lang="en-US" sz="2000" b="1" dirty="0"/>
              <a:t>Enhanced Session Mode enables local device redirection and dynamic display resizing</a:t>
            </a:r>
          </a:p>
          <a:p>
            <a:pPr lvl="1" indent="0" defTabSz="914367">
              <a:spcBef>
                <a:spcPts val="1176"/>
              </a:spcBef>
              <a:buNone/>
            </a:pPr>
            <a:r>
              <a:rPr lang="en-US" sz="1800" dirty="0">
                <a:latin typeface="+mn-lt"/>
              </a:rPr>
              <a:t>You connect through an RDP session</a:t>
            </a:r>
            <a:br>
              <a:rPr lang="en-US" sz="1800" b="1" dirty="0"/>
            </a:br>
            <a:r>
              <a:rPr lang="en-US" sz="1800" b="1" dirty="0"/>
              <a:t> </a:t>
            </a:r>
          </a:p>
          <a:p>
            <a:pPr marL="342900" indent="-342900">
              <a:buFont typeface="+mj-lt"/>
              <a:buAutoNum type="arabicPeriod"/>
            </a:pPr>
            <a:r>
              <a:rPr lang="en-US" sz="1800" b="0" i="0" kern="1200" dirty="0">
                <a:effectLst/>
                <a:latin typeface="+mn-lt"/>
                <a:ea typeface="+mn-ea"/>
                <a:cs typeface="+mn-cs"/>
              </a:rPr>
              <a:t>Connect to the computer hosting the virtual machine.</a:t>
            </a:r>
          </a:p>
          <a:p>
            <a:pPr marL="342900" indent="-342900">
              <a:buFont typeface="+mj-lt"/>
              <a:buAutoNum type="arabicPeriod"/>
            </a:pPr>
            <a:r>
              <a:rPr lang="en-US" sz="1800" b="0" i="0" kern="1200" dirty="0">
                <a:effectLst/>
                <a:latin typeface="+mn-lt"/>
                <a:ea typeface="+mn-ea"/>
                <a:cs typeface="+mn-cs"/>
              </a:rPr>
              <a:t>Select the host's computer name In Hyper-V Manager.</a:t>
            </a:r>
          </a:p>
          <a:p>
            <a:pPr marL="342900" indent="-342900">
              <a:buFont typeface="+mj-lt"/>
              <a:buAutoNum type="arabicPeriod"/>
            </a:pPr>
            <a:r>
              <a:rPr lang="en-US" sz="1800" b="0" i="0" kern="1200" dirty="0">
                <a:effectLst/>
                <a:latin typeface="+mn-lt"/>
                <a:ea typeface="+mn-ea"/>
                <a:cs typeface="+mn-cs"/>
              </a:rPr>
              <a:t>Select </a:t>
            </a:r>
            <a:r>
              <a:rPr lang="en-US" sz="1800" b="1" i="0" kern="1200" dirty="0">
                <a:effectLst/>
                <a:latin typeface="+mn-lt"/>
                <a:ea typeface="+mn-ea"/>
                <a:cs typeface="+mn-cs"/>
              </a:rPr>
              <a:t>Hyper-V settings</a:t>
            </a:r>
            <a:r>
              <a:rPr lang="en-US" sz="1800" b="0" i="0" kern="1200" dirty="0">
                <a:effectLst/>
                <a:latin typeface="+mn-lt"/>
                <a:ea typeface="+mn-ea"/>
                <a:cs typeface="+mn-cs"/>
              </a:rPr>
              <a:t>.</a:t>
            </a:r>
          </a:p>
          <a:p>
            <a:pPr marL="342900" indent="-342900">
              <a:buFont typeface="+mj-lt"/>
              <a:buAutoNum type="arabicPeriod"/>
            </a:pPr>
            <a:r>
              <a:rPr lang="en-US" sz="1800" b="0" i="0" kern="1200" dirty="0">
                <a:effectLst/>
                <a:latin typeface="+mn-lt"/>
                <a:ea typeface="+mn-ea"/>
                <a:cs typeface="+mn-cs"/>
              </a:rPr>
              <a:t>Under </a:t>
            </a:r>
            <a:r>
              <a:rPr lang="en-US" sz="1800" b="1" i="0" kern="1200" dirty="0">
                <a:effectLst/>
                <a:latin typeface="+mn-lt"/>
                <a:ea typeface="+mn-ea"/>
                <a:cs typeface="+mn-cs"/>
              </a:rPr>
              <a:t>Server</a:t>
            </a:r>
            <a:r>
              <a:rPr lang="en-US" sz="1800" b="0" i="0" kern="1200" dirty="0">
                <a:effectLst/>
                <a:latin typeface="+mn-lt"/>
                <a:ea typeface="+mn-ea"/>
                <a:cs typeface="+mn-cs"/>
              </a:rPr>
              <a:t>, select </a:t>
            </a:r>
            <a:r>
              <a:rPr lang="en-US" sz="1800" b="1" i="0" kern="1200" dirty="0">
                <a:effectLst/>
                <a:latin typeface="+mn-lt"/>
                <a:ea typeface="+mn-ea"/>
                <a:cs typeface="+mn-cs"/>
              </a:rPr>
              <a:t>Enhanced Session Mode Policy</a:t>
            </a:r>
            <a:r>
              <a:rPr lang="en-US" sz="1800" b="0" i="0" kern="1200" dirty="0">
                <a:effectLst/>
                <a:latin typeface="+mn-lt"/>
                <a:ea typeface="+mn-ea"/>
                <a:cs typeface="+mn-cs"/>
              </a:rPr>
              <a:t>.</a:t>
            </a:r>
          </a:p>
          <a:p>
            <a:pPr marL="342900" indent="-342900">
              <a:buFont typeface="+mj-lt"/>
              <a:buAutoNum type="arabicPeriod"/>
            </a:pPr>
            <a:r>
              <a:rPr lang="en-US" sz="1800" b="0" i="0" kern="1200" dirty="0">
                <a:effectLst/>
                <a:latin typeface="+mn-lt"/>
                <a:ea typeface="+mn-ea"/>
                <a:cs typeface="+mn-cs"/>
              </a:rPr>
              <a:t>Select the </a:t>
            </a:r>
            <a:r>
              <a:rPr lang="en-US" sz="1800" b="1" i="0" kern="1200" dirty="0">
                <a:effectLst/>
                <a:latin typeface="+mn-lt"/>
                <a:ea typeface="+mn-ea"/>
                <a:cs typeface="+mn-cs"/>
              </a:rPr>
              <a:t>Allow enhanced session mode</a:t>
            </a:r>
            <a:r>
              <a:rPr lang="en-US" sz="1800" b="0" i="0" kern="1200" dirty="0">
                <a:effectLst/>
                <a:latin typeface="+mn-lt"/>
                <a:ea typeface="+mn-ea"/>
                <a:cs typeface="+mn-cs"/>
              </a:rPr>
              <a:t> check box.</a:t>
            </a:r>
          </a:p>
          <a:p>
            <a:pPr marL="342900" indent="-342900">
              <a:buFont typeface="+mj-lt"/>
              <a:buAutoNum type="arabicPeriod"/>
            </a:pPr>
            <a:r>
              <a:rPr lang="en-US" sz="1800" b="0" i="0" kern="1200" dirty="0">
                <a:effectLst/>
                <a:latin typeface="+mn-lt"/>
                <a:ea typeface="+mn-ea"/>
                <a:cs typeface="+mn-cs"/>
              </a:rPr>
              <a:t>Under </a:t>
            </a:r>
            <a:r>
              <a:rPr lang="en-US" sz="1800" b="1" i="0" kern="1200" dirty="0">
                <a:effectLst/>
                <a:latin typeface="+mn-lt"/>
                <a:ea typeface="+mn-ea"/>
                <a:cs typeface="+mn-cs"/>
              </a:rPr>
              <a:t>User</a:t>
            </a:r>
            <a:r>
              <a:rPr lang="en-US" sz="1800" b="0" i="0" kern="1200" dirty="0">
                <a:effectLst/>
                <a:latin typeface="+mn-lt"/>
                <a:ea typeface="+mn-ea"/>
                <a:cs typeface="+mn-cs"/>
              </a:rPr>
              <a:t>, select </a:t>
            </a:r>
            <a:r>
              <a:rPr lang="en-US" sz="1800" b="1" i="0" kern="1200" dirty="0">
                <a:effectLst/>
                <a:latin typeface="+mn-lt"/>
                <a:ea typeface="+mn-ea"/>
                <a:cs typeface="+mn-cs"/>
              </a:rPr>
              <a:t>Enhanced session mode</a:t>
            </a:r>
            <a:r>
              <a:rPr lang="en-US" sz="1800" b="0" i="0" kern="1200" dirty="0">
                <a:effectLst/>
                <a:latin typeface="+mn-lt"/>
                <a:ea typeface="+mn-ea"/>
                <a:cs typeface="+mn-cs"/>
              </a:rPr>
              <a:t>.</a:t>
            </a:r>
          </a:p>
          <a:p>
            <a:pPr marL="342900" indent="-342900">
              <a:buFont typeface="+mj-lt"/>
              <a:buAutoNum type="arabicPeriod"/>
            </a:pPr>
            <a:r>
              <a:rPr lang="en-US" sz="1800" b="0" i="0" kern="1200" dirty="0">
                <a:effectLst/>
                <a:latin typeface="+mn-lt"/>
                <a:ea typeface="+mn-ea"/>
                <a:cs typeface="+mn-cs"/>
              </a:rPr>
              <a:t>Select the </a:t>
            </a:r>
            <a:r>
              <a:rPr lang="en-US" sz="1800" b="1" i="0" kern="1200" dirty="0">
                <a:effectLst/>
                <a:latin typeface="+mn-lt"/>
                <a:ea typeface="+mn-ea"/>
                <a:cs typeface="+mn-cs"/>
              </a:rPr>
              <a:t>Allow enhanced session mode</a:t>
            </a:r>
            <a:r>
              <a:rPr lang="en-US" sz="1800" b="0" i="0" kern="1200" dirty="0">
                <a:effectLst/>
                <a:latin typeface="+mn-lt"/>
                <a:ea typeface="+mn-ea"/>
                <a:cs typeface="+mn-cs"/>
              </a:rPr>
              <a:t> check box.</a:t>
            </a:r>
          </a:p>
          <a:p>
            <a:pPr marL="342900" indent="-342900">
              <a:buFont typeface="+mj-lt"/>
              <a:buAutoNum type="arabicPeriod"/>
            </a:pPr>
            <a:r>
              <a:rPr lang="en-US" sz="1800" b="0" i="0" kern="1200" dirty="0">
                <a:effectLst/>
                <a:latin typeface="+mn-lt"/>
                <a:ea typeface="+mn-ea"/>
                <a:cs typeface="+mn-cs"/>
              </a:rPr>
              <a:t>Click </a:t>
            </a:r>
            <a:r>
              <a:rPr lang="en-US" sz="1800" b="1" i="0" kern="1200" dirty="0">
                <a:effectLst/>
                <a:latin typeface="+mn-lt"/>
                <a:ea typeface="+mn-ea"/>
                <a:cs typeface="+mn-cs"/>
              </a:rPr>
              <a:t>Ok</a:t>
            </a:r>
            <a:r>
              <a:rPr lang="en-US" sz="1800" b="0" i="0" kern="1200" dirty="0">
                <a:effectLst/>
                <a:latin typeface="+mn-lt"/>
                <a:ea typeface="+mn-ea"/>
                <a:cs typeface="+mn-cs"/>
              </a:rPr>
              <a:t>.</a:t>
            </a:r>
          </a:p>
        </p:txBody>
      </p:sp>
      <p:pic>
        <p:nvPicPr>
          <p:cNvPr id="6" name="Picture 5" descr="Screenshot showing Hyper-V server settings. The Enhanced Session Mode policy setting is highlighted.">
            <a:extLst>
              <a:ext uri="{FF2B5EF4-FFF2-40B4-BE49-F238E27FC236}">
                <a16:creationId xmlns:a16="http://schemas.microsoft.com/office/drawing/2014/main" id="{3CC90DAE-DFA6-150C-DAB4-C03C6ECE0CAF}"/>
              </a:ext>
            </a:extLst>
          </p:cNvPr>
          <p:cNvPicPr>
            <a:picLocks noChangeAspect="1"/>
          </p:cNvPicPr>
          <p:nvPr/>
        </p:nvPicPr>
        <p:blipFill>
          <a:blip r:embed="rId3"/>
          <a:stretch>
            <a:fillRect/>
          </a:stretch>
        </p:blipFill>
        <p:spPr>
          <a:xfrm>
            <a:off x="6472151" y="1537940"/>
            <a:ext cx="5372449" cy="3355980"/>
          </a:xfrm>
          <a:prstGeom prst="rect">
            <a:avLst/>
          </a:prstGeom>
        </p:spPr>
      </p:pic>
      <p:sp>
        <p:nvSpPr>
          <p:cNvPr id="8" name="Rectangle 7">
            <a:extLst>
              <a:ext uri="{FF2B5EF4-FFF2-40B4-BE49-F238E27FC236}">
                <a16:creationId xmlns:a16="http://schemas.microsoft.com/office/drawing/2014/main" id="{CA3CBCBE-2C6B-D0A6-A088-8BE994605BE2}"/>
              </a:ext>
              <a:ext uri="{C183D7F6-B498-43B3-948B-1728B52AA6E4}">
                <adec:decorative xmlns:adec="http://schemas.microsoft.com/office/drawing/2017/decorative" val="1"/>
              </a:ext>
            </a:extLst>
          </p:cNvPr>
          <p:cNvSpPr>
            <a:spLocks/>
          </p:cNvSpPr>
          <p:nvPr/>
        </p:nvSpPr>
        <p:spPr bwMode="auto">
          <a:xfrm>
            <a:off x="6472819" y="1520029"/>
            <a:ext cx="5371779" cy="3373891"/>
          </a:xfrm>
          <a:prstGeom prst="rect">
            <a:avLst/>
          </a:prstGeom>
          <a:noFill/>
          <a:ln w="3810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499138406"/>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62B6E-C539-C2CB-9096-54ABFF1763A1}"/>
            </a:ext>
          </a:extLst>
        </p:cNvPr>
        <p:cNvGrpSpPr/>
        <p:nvPr/>
      </p:nvGrpSpPr>
      <p:grpSpPr>
        <a:xfrm>
          <a:off x="0" y="0"/>
          <a:ext cx="0" cy="0"/>
          <a:chOff x="0" y="0"/>
          <a:chExt cx="0" cy="0"/>
        </a:xfrm>
      </p:grpSpPr>
      <p:sp>
        <p:nvSpPr>
          <p:cNvPr id="26" name="Title 1">
            <a:extLst>
              <a:ext uri="{FF2B5EF4-FFF2-40B4-BE49-F238E27FC236}">
                <a16:creationId xmlns:a16="http://schemas.microsoft.com/office/drawing/2014/main" id="{E4A712E8-4795-0B7C-D622-829EB17A3772}"/>
              </a:ext>
            </a:extLst>
          </p:cNvPr>
          <p:cNvSpPr>
            <a:spLocks noGrp="1"/>
          </p:cNvSpPr>
          <p:nvPr>
            <p:ph type="title"/>
          </p:nvPr>
        </p:nvSpPr>
        <p:spPr>
          <a:xfrm>
            <a:off x="588262" y="596867"/>
            <a:ext cx="11044938" cy="502246"/>
          </a:xfrm>
        </p:spPr>
        <p:txBody>
          <a:bodyPr/>
          <a:lstStyle/>
          <a:p>
            <a:r>
              <a:rPr lang="en-US" dirty="0"/>
              <a:t>GPU partitioning (GPU-P)</a:t>
            </a:r>
          </a:p>
        </p:txBody>
      </p:sp>
      <p:sp>
        <p:nvSpPr>
          <p:cNvPr id="10" name="Text Placeholder 4">
            <a:extLst>
              <a:ext uri="{FF2B5EF4-FFF2-40B4-BE49-F238E27FC236}">
                <a16:creationId xmlns:a16="http://schemas.microsoft.com/office/drawing/2014/main" id="{A69FB2E8-57B3-8E47-C36B-6E295BA640BA}"/>
              </a:ext>
            </a:extLst>
          </p:cNvPr>
          <p:cNvSpPr>
            <a:spLocks noGrp="1"/>
          </p:cNvSpPr>
          <p:nvPr>
            <p:ph type="body" sz="quarter" idx="16"/>
          </p:nvPr>
        </p:nvSpPr>
        <p:spPr>
          <a:xfrm>
            <a:off x="588262" y="1662679"/>
            <a:ext cx="4219128" cy="3862596"/>
          </a:xfrm>
        </p:spPr>
        <p:txBody>
          <a:bodyPr wrap="square">
            <a:spAutoFit/>
          </a:bodyPr>
          <a:lstStyle/>
          <a:p>
            <a:pPr defTabSz="914367">
              <a:spcBef>
                <a:spcPts val="1176"/>
              </a:spcBef>
            </a:pPr>
            <a:r>
              <a:rPr lang="en-US" sz="2000" b="1" dirty="0"/>
              <a:t>Share a GPU across multiple VMs</a:t>
            </a:r>
          </a:p>
          <a:p>
            <a:pPr marL="347663" indent="-228600" defTabSz="914367">
              <a:spcAft>
                <a:spcPts val="600"/>
              </a:spcAft>
              <a:buFont typeface="Arial" panose="020B0604020202020204" pitchFamily="34" charset="0"/>
              <a:buChar char="•"/>
            </a:pPr>
            <a:r>
              <a:rPr lang="en-US" sz="1800" dirty="0">
                <a:latin typeface="+mn-lt"/>
              </a:rPr>
              <a:t>Create GPU partitions</a:t>
            </a:r>
          </a:p>
          <a:p>
            <a:pPr marL="347663" indent="-228600" defTabSz="914367">
              <a:spcAft>
                <a:spcPts val="600"/>
              </a:spcAft>
              <a:buFont typeface="Arial" panose="020B0604020202020204" pitchFamily="34" charset="0"/>
              <a:buChar char="•"/>
            </a:pPr>
            <a:r>
              <a:rPr lang="en-US" sz="1800" dirty="0">
                <a:latin typeface="+mn-lt"/>
              </a:rPr>
              <a:t>Assign each partition to a VM that supports </a:t>
            </a:r>
            <a:br>
              <a:rPr lang="en-US" sz="1800" dirty="0">
                <a:latin typeface="+mn-lt"/>
              </a:rPr>
            </a:br>
            <a:r>
              <a:rPr lang="en-US" sz="1800" dirty="0">
                <a:latin typeface="+mn-lt"/>
              </a:rPr>
              <a:t>a set of users (multi-session)</a:t>
            </a:r>
          </a:p>
          <a:p>
            <a:pPr marL="347663" indent="-228600" defTabSz="914367">
              <a:spcAft>
                <a:spcPts val="600"/>
              </a:spcAft>
              <a:buFont typeface="Arial" panose="020B0604020202020204" pitchFamily="34" charset="0"/>
              <a:buChar char="•"/>
            </a:pPr>
            <a:r>
              <a:rPr lang="en-US" sz="1800" dirty="0">
                <a:latin typeface="+mn-lt"/>
              </a:rPr>
              <a:t>Manage using PowerShell or WAC</a:t>
            </a:r>
          </a:p>
          <a:p>
            <a:pPr defTabSz="914367">
              <a:spcBef>
                <a:spcPts val="1176"/>
              </a:spcBef>
            </a:pPr>
            <a:r>
              <a:rPr lang="en-US" sz="2000" b="1" dirty="0"/>
              <a:t>Use cases for GPU-P</a:t>
            </a:r>
          </a:p>
          <a:p>
            <a:pPr marL="347663" indent="-228600" defTabSz="914367">
              <a:spcAft>
                <a:spcPts val="600"/>
              </a:spcAft>
              <a:buFont typeface="Arial" panose="020B0604020202020204" pitchFamily="34" charset="0"/>
              <a:buChar char="•"/>
            </a:pPr>
            <a:r>
              <a:rPr lang="en-US" sz="1800" dirty="0">
                <a:latin typeface="+mn-lt"/>
              </a:rPr>
              <a:t>VDI applications</a:t>
            </a:r>
          </a:p>
          <a:p>
            <a:pPr marL="347663" indent="-228600" defTabSz="914367">
              <a:spcAft>
                <a:spcPts val="600"/>
              </a:spcAft>
              <a:buFont typeface="Arial" panose="020B0604020202020204" pitchFamily="34" charset="0"/>
              <a:buChar char="•"/>
            </a:pPr>
            <a:r>
              <a:rPr lang="en-US" sz="1800" dirty="0">
                <a:latin typeface="+mn-lt"/>
              </a:rPr>
              <a:t>ML inference applications</a:t>
            </a:r>
            <a:endParaRPr lang="en-US" sz="1800" b="1" dirty="0"/>
          </a:p>
          <a:p>
            <a:pPr defTabSz="914367">
              <a:spcBef>
                <a:spcPts val="1176"/>
              </a:spcBef>
            </a:pPr>
            <a:r>
              <a:rPr lang="en-US" sz="2000" b="1" dirty="0"/>
              <a:t>Support for live migration and failover clustering</a:t>
            </a:r>
          </a:p>
        </p:txBody>
      </p:sp>
      <p:grpSp>
        <p:nvGrpSpPr>
          <p:cNvPr id="36" name="Group 35" descr="Diagram showing how GPU partitioning works. A Windows Server 2025 cluster divides a GPU driver on one of its physical hosts between two virtual machines.">
            <a:extLst>
              <a:ext uri="{FF2B5EF4-FFF2-40B4-BE49-F238E27FC236}">
                <a16:creationId xmlns:a16="http://schemas.microsoft.com/office/drawing/2014/main" id="{8E3BC576-7BD2-14B3-C3D0-60364E0D490C}"/>
              </a:ext>
            </a:extLst>
          </p:cNvPr>
          <p:cNvGrpSpPr/>
          <p:nvPr/>
        </p:nvGrpSpPr>
        <p:grpSpPr>
          <a:xfrm>
            <a:off x="5891390" y="1507097"/>
            <a:ext cx="5717998" cy="4830203"/>
            <a:chOff x="5891390" y="1507097"/>
            <a:chExt cx="5717998" cy="4830203"/>
          </a:xfrm>
        </p:grpSpPr>
        <p:sp>
          <p:nvSpPr>
            <p:cNvPr id="6" name="Rectangle: Rounded Corners 19">
              <a:extLst>
                <a:ext uri="{FF2B5EF4-FFF2-40B4-BE49-F238E27FC236}">
                  <a16:creationId xmlns:a16="http://schemas.microsoft.com/office/drawing/2014/main" id="{979C7922-1AB2-9BB0-909F-4E5759F79FA2}"/>
                </a:ext>
                <a:ext uri="{C183D7F6-B498-43B3-948B-1728B52AA6E4}">
                  <adec:decorative xmlns:adec="http://schemas.microsoft.com/office/drawing/2017/decorative" val="1"/>
                </a:ext>
              </a:extLst>
            </p:cNvPr>
            <p:cNvSpPr/>
            <p:nvPr/>
          </p:nvSpPr>
          <p:spPr>
            <a:xfrm>
              <a:off x="5891390" y="1507097"/>
              <a:ext cx="5717998" cy="4830203"/>
            </a:xfrm>
            <a:prstGeom prst="roundRect">
              <a:avLst>
                <a:gd name="adj" fmla="val 5187"/>
              </a:avLst>
            </a:prstGeom>
            <a:noFill/>
            <a:ln w="12700" cap="rnd">
              <a:solidFill>
                <a:srgbClr val="3A495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dirty="0">
                <a:solidFill>
                  <a:srgbClr val="FFFFFF"/>
                </a:solidFill>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F8A52998-4DC2-621C-0F40-BDF5F5E837FF}"/>
                </a:ext>
              </a:extLst>
            </p:cNvPr>
            <p:cNvSpPr txBox="1"/>
            <p:nvPr/>
          </p:nvSpPr>
          <p:spPr>
            <a:xfrm>
              <a:off x="6178212" y="1896613"/>
              <a:ext cx="2841647" cy="290595"/>
            </a:xfrm>
            <a:prstGeom prst="roundRect">
              <a:avLst/>
            </a:prstGeom>
            <a:solidFill>
              <a:srgbClr val="0777D3"/>
            </a:solidFill>
          </p:spPr>
          <p:txBody>
            <a:bodyPr wrap="none" lIns="146957" tIns="25718" rIns="146957" bIns="27432" rtlCol="0" anchor="ctr" anchorCtr="0">
              <a:noAutofit/>
            </a:bodyPr>
            <a:lstStyle>
              <a:defPPr>
                <a:defRPr lang="en-US"/>
              </a:defPPr>
              <a:lvl1pPr algn="ctr" defTabSz="2275850" fontAlgn="base">
                <a:spcBef>
                  <a:spcPct val="0"/>
                </a:spcBef>
                <a:spcAft>
                  <a:spcPct val="0"/>
                </a:spcAft>
                <a:tabLst>
                  <a:tab pos="3701239" algn="l"/>
                </a:tabLst>
                <a:defRPr sz="1400" b="1">
                  <a:ln w="3175">
                    <a:noFill/>
                  </a:ln>
                  <a:gradFill>
                    <a:gsLst>
                      <a:gs pos="53147">
                        <a:srgbClr val="FFFFFF"/>
                      </a:gs>
                      <a:gs pos="28000">
                        <a:srgbClr val="FFFFFF"/>
                      </a:gs>
                    </a:gsLst>
                    <a:path path="circle">
                      <a:fillToRect l="100000" b="100000"/>
                    </a:path>
                  </a:gradFill>
                  <a:latin typeface="+mj-lt"/>
                  <a:cs typeface="Segoe UI" pitchFamily="34" charset="0"/>
                </a:defRPr>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r>
                <a:rPr lang="en-US" sz="1200" dirty="0"/>
                <a:t>Each VM receives a portion of a GPU</a:t>
              </a:r>
            </a:p>
          </p:txBody>
        </p:sp>
        <p:pic>
          <p:nvPicPr>
            <p:cNvPr id="8" name="Graphic 7">
              <a:extLst>
                <a:ext uri="{FF2B5EF4-FFF2-40B4-BE49-F238E27FC236}">
                  <a16:creationId xmlns:a16="http://schemas.microsoft.com/office/drawing/2014/main" id="{9B447A46-B08E-D0B8-E2E3-BE4D88A59ABF}"/>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86919" y="2282059"/>
              <a:ext cx="261485" cy="261485"/>
            </a:xfrm>
            <a:prstGeom prst="rect">
              <a:avLst/>
            </a:prstGeom>
          </p:spPr>
        </p:pic>
        <p:pic>
          <p:nvPicPr>
            <p:cNvPr id="9" name="Graphic 8">
              <a:extLst>
                <a:ext uri="{FF2B5EF4-FFF2-40B4-BE49-F238E27FC236}">
                  <a16:creationId xmlns:a16="http://schemas.microsoft.com/office/drawing/2014/main" id="{0B38ACB1-7C2A-3B6E-9DFD-712A347FB40C}"/>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413481" y="2292885"/>
              <a:ext cx="261485" cy="261485"/>
            </a:xfrm>
            <a:prstGeom prst="rect">
              <a:avLst/>
            </a:prstGeom>
          </p:spPr>
        </p:pic>
        <p:sp>
          <p:nvSpPr>
            <p:cNvPr id="12" name="TextBox 11">
              <a:extLst>
                <a:ext uri="{FF2B5EF4-FFF2-40B4-BE49-F238E27FC236}">
                  <a16:creationId xmlns:a16="http://schemas.microsoft.com/office/drawing/2014/main" id="{5C7562D6-61E5-AF5D-D37B-BCED170506B3}"/>
                </a:ext>
              </a:extLst>
            </p:cNvPr>
            <p:cNvSpPr txBox="1"/>
            <p:nvPr/>
          </p:nvSpPr>
          <p:spPr>
            <a:xfrm>
              <a:off x="6477000" y="2504270"/>
              <a:ext cx="481323" cy="261610"/>
            </a:xfrm>
            <a:prstGeom prst="rect">
              <a:avLst/>
            </a:prstGeom>
            <a:noFill/>
          </p:spPr>
          <p:txBody>
            <a:bodyPr wrap="square" rtlCol="0">
              <a:spAutoFit/>
            </a:bodyPr>
            <a:lstStyle/>
            <a:p>
              <a:pPr algn="ctr" defTabSz="914367">
                <a:defRPr/>
              </a:pPr>
              <a:r>
                <a:rPr lang="en-US" sz="1100" dirty="0">
                  <a:solidFill>
                    <a:srgbClr val="000000"/>
                  </a:solidFill>
                  <a:latin typeface="Segoe UI"/>
                </a:rPr>
                <a:t>VM</a:t>
              </a:r>
              <a:endParaRPr lang="en-US" sz="1765" dirty="0">
                <a:solidFill>
                  <a:srgbClr val="000000"/>
                </a:solidFill>
                <a:latin typeface="Segoe UI"/>
              </a:endParaRPr>
            </a:p>
          </p:txBody>
        </p:sp>
        <p:sp>
          <p:nvSpPr>
            <p:cNvPr id="13" name="TextBox 12">
              <a:extLst>
                <a:ext uri="{FF2B5EF4-FFF2-40B4-BE49-F238E27FC236}">
                  <a16:creationId xmlns:a16="http://schemas.microsoft.com/office/drawing/2014/main" id="{AA2F8CD7-FAA8-4EFF-7E10-40ADFE87108E}"/>
                </a:ext>
              </a:extLst>
            </p:cNvPr>
            <p:cNvSpPr txBox="1"/>
            <p:nvPr/>
          </p:nvSpPr>
          <p:spPr>
            <a:xfrm>
              <a:off x="8303562" y="2515096"/>
              <a:ext cx="481323" cy="261610"/>
            </a:xfrm>
            <a:prstGeom prst="rect">
              <a:avLst/>
            </a:prstGeom>
            <a:noFill/>
          </p:spPr>
          <p:txBody>
            <a:bodyPr wrap="square" rtlCol="0">
              <a:spAutoFit/>
            </a:bodyPr>
            <a:lstStyle/>
            <a:p>
              <a:pPr algn="ctr" defTabSz="914367">
                <a:defRPr/>
              </a:pPr>
              <a:r>
                <a:rPr lang="en-US" sz="1100" dirty="0">
                  <a:solidFill>
                    <a:srgbClr val="000000"/>
                  </a:solidFill>
                  <a:latin typeface="Segoe UI"/>
                </a:rPr>
                <a:t>VM</a:t>
              </a:r>
              <a:endParaRPr lang="en-US" sz="1765" dirty="0">
                <a:solidFill>
                  <a:srgbClr val="000000"/>
                </a:solidFill>
                <a:latin typeface="Segoe UI"/>
              </a:endParaRPr>
            </a:p>
          </p:txBody>
        </p:sp>
        <p:sp>
          <p:nvSpPr>
            <p:cNvPr id="14" name="Rectangle 27" descr="GPU Partitioning diagram element: Apps, GPU Driver">
              <a:extLst>
                <a:ext uri="{FF2B5EF4-FFF2-40B4-BE49-F238E27FC236}">
                  <a16:creationId xmlns:a16="http://schemas.microsoft.com/office/drawing/2014/main" id="{B86F4AAA-1306-6D82-6F70-1BD16EB3CB65}"/>
                </a:ext>
              </a:extLst>
            </p:cNvPr>
            <p:cNvSpPr/>
            <p:nvPr/>
          </p:nvSpPr>
          <p:spPr>
            <a:xfrm>
              <a:off x="6264437" y="2775414"/>
              <a:ext cx="906449" cy="935838"/>
            </a:xfrm>
            <a:prstGeom prst="roundRect">
              <a:avLst>
                <a:gd name="adj" fmla="val 11358"/>
              </a:avLst>
            </a:prstGeom>
            <a:noFill/>
            <a:ln w="12700" cap="rnd">
              <a:solidFill>
                <a:srgbClr val="3A495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dirty="0">
                <a:solidFill>
                  <a:srgbClr val="FFFFFF"/>
                </a:solidFill>
                <a:latin typeface="Segoe UI" panose="020B0502040204020203" pitchFamily="34" charset="0"/>
                <a:cs typeface="Segoe UI" panose="020B0502040204020203" pitchFamily="34" charset="0"/>
              </a:endParaRPr>
            </a:p>
          </p:txBody>
        </p:sp>
        <p:sp>
          <p:nvSpPr>
            <p:cNvPr id="15" name="Rectangle 28">
              <a:extLst>
                <a:ext uri="{FF2B5EF4-FFF2-40B4-BE49-F238E27FC236}">
                  <a16:creationId xmlns:a16="http://schemas.microsoft.com/office/drawing/2014/main" id="{25D6428D-A36A-ADF8-65C6-067B1EBC7192}"/>
                </a:ext>
              </a:extLst>
            </p:cNvPr>
            <p:cNvSpPr/>
            <p:nvPr/>
          </p:nvSpPr>
          <p:spPr>
            <a:xfrm>
              <a:off x="6437021" y="2930878"/>
              <a:ext cx="561279" cy="309600"/>
            </a:xfrm>
            <a:prstGeom prst="roundRect">
              <a:avLst>
                <a:gd name="adj" fmla="val 13854"/>
              </a:avLst>
            </a:prstGeom>
            <a:solidFill>
              <a:srgbClr val="0777D3"/>
            </a:solidFill>
          </p:spPr>
          <p:txBody>
            <a:bodyPr wrap="none" lIns="146957" tIns="25718" rIns="146957" bIns="27432" rtlCol="0" anchor="ctr" anchorCtr="0">
              <a:noAutofit/>
            </a:bodyPr>
            <a:lstStyle/>
            <a:p>
              <a:pPr algn="ctr" defTabSz="2275850" fontAlgn="base">
                <a:spcBef>
                  <a:spcPct val="0"/>
                </a:spcBef>
                <a:spcAft>
                  <a:spcPct val="0"/>
                </a:spcAft>
                <a:tabLst>
                  <a:tab pos="3701239" algn="l"/>
                </a:tabLst>
              </a:pPr>
              <a:r>
                <a:rPr lang="en-US" sz="900" b="1" dirty="0">
                  <a:ln w="3175">
                    <a:noFill/>
                  </a:ln>
                  <a:gradFill>
                    <a:gsLst>
                      <a:gs pos="53147">
                        <a:srgbClr val="FFFFFF"/>
                      </a:gs>
                      <a:gs pos="28000">
                        <a:srgbClr val="FFFFFF"/>
                      </a:gs>
                    </a:gsLst>
                    <a:path path="circle">
                      <a:fillToRect l="100000" b="100000"/>
                    </a:path>
                  </a:gradFill>
                  <a:latin typeface="+mj-lt"/>
                  <a:cs typeface="Segoe UI" pitchFamily="34" charset="0"/>
                </a:rPr>
                <a:t>Apps</a:t>
              </a:r>
            </a:p>
          </p:txBody>
        </p:sp>
        <p:sp>
          <p:nvSpPr>
            <p:cNvPr id="16" name="Rectangle 29">
              <a:extLst>
                <a:ext uri="{FF2B5EF4-FFF2-40B4-BE49-F238E27FC236}">
                  <a16:creationId xmlns:a16="http://schemas.microsoft.com/office/drawing/2014/main" id="{D679F697-10DD-3D2F-3FAA-6A2D90E16FE2}"/>
                </a:ext>
              </a:extLst>
            </p:cNvPr>
            <p:cNvSpPr/>
            <p:nvPr/>
          </p:nvSpPr>
          <p:spPr>
            <a:xfrm>
              <a:off x="6451291" y="3278065"/>
              <a:ext cx="532738" cy="308019"/>
            </a:xfrm>
            <a:prstGeom prst="roundRect">
              <a:avLst>
                <a:gd name="adj" fmla="val 14244"/>
              </a:avLst>
            </a:prstGeom>
            <a:solidFill>
              <a:srgbClr val="000000">
                <a:alpha val="15000"/>
              </a:srgbClr>
            </a:solid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55109" tIns="29391" rIns="55109" bIns="36739" numCol="1" spcCol="0" rtlCol="0" fromWordArt="0" anchor="ctr" anchorCtr="0" forceAA="0" compatLnSpc="1">
              <a:prstTxWarp prst="textNoShape">
                <a:avLst/>
              </a:prstTxWarp>
              <a:noAutofit/>
            </a:bodyPr>
            <a:lstStyle/>
            <a:p>
              <a:pPr algn="ctr" defTabSz="932486">
                <a:spcBef>
                  <a:spcPts val="600"/>
                </a:spcBef>
              </a:pPr>
              <a:r>
                <a:rPr lang="en-US" sz="900" b="1" dirty="0">
                  <a:gradFill>
                    <a:gsLst>
                      <a:gs pos="85321">
                        <a:srgbClr val="000000"/>
                      </a:gs>
                      <a:gs pos="70629">
                        <a:srgbClr val="000000"/>
                      </a:gs>
                    </a:gsLst>
                    <a:path path="circle">
                      <a:fillToRect l="100000" t="100000"/>
                    </a:path>
                  </a:gradFill>
                  <a:latin typeface="+mj-lt"/>
                </a:rPr>
                <a:t>GPU Driver</a:t>
              </a:r>
            </a:p>
          </p:txBody>
        </p:sp>
        <p:sp>
          <p:nvSpPr>
            <p:cNvPr id="17" name="Rectangle 22">
              <a:extLst>
                <a:ext uri="{FF2B5EF4-FFF2-40B4-BE49-F238E27FC236}">
                  <a16:creationId xmlns:a16="http://schemas.microsoft.com/office/drawing/2014/main" id="{3027D528-62E8-67D3-E04F-E953C0BBB7B9}"/>
                </a:ext>
                <a:ext uri="{C183D7F6-B498-43B3-948B-1728B52AA6E4}">
                  <adec:decorative xmlns:adec="http://schemas.microsoft.com/office/drawing/2017/decorative" val="1"/>
                </a:ext>
              </a:extLst>
            </p:cNvPr>
            <p:cNvSpPr/>
            <p:nvPr/>
          </p:nvSpPr>
          <p:spPr>
            <a:xfrm>
              <a:off x="8090999" y="2775414"/>
              <a:ext cx="906449" cy="935838"/>
            </a:xfrm>
            <a:prstGeom prst="roundRect">
              <a:avLst>
                <a:gd name="adj" fmla="val 12420"/>
              </a:avLst>
            </a:prstGeom>
            <a:noFill/>
            <a:ln w="12700" cap="rnd">
              <a:solidFill>
                <a:srgbClr val="3A495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dirty="0">
                <a:solidFill>
                  <a:srgbClr val="FFFFFF"/>
                </a:solidFill>
                <a:latin typeface="Segoe UI" panose="020B0502040204020203" pitchFamily="34" charset="0"/>
                <a:cs typeface="Segoe UI" panose="020B0502040204020203" pitchFamily="34" charset="0"/>
              </a:endParaRPr>
            </a:p>
          </p:txBody>
        </p:sp>
        <p:sp>
          <p:nvSpPr>
            <p:cNvPr id="18" name="Rectangle 23">
              <a:extLst>
                <a:ext uri="{FF2B5EF4-FFF2-40B4-BE49-F238E27FC236}">
                  <a16:creationId xmlns:a16="http://schemas.microsoft.com/office/drawing/2014/main" id="{A2A9ABAE-1387-FF07-8CDA-554F076D88B7}"/>
                </a:ext>
              </a:extLst>
            </p:cNvPr>
            <p:cNvSpPr/>
            <p:nvPr/>
          </p:nvSpPr>
          <p:spPr>
            <a:xfrm>
              <a:off x="8277853" y="2930879"/>
              <a:ext cx="532738" cy="308019"/>
            </a:xfrm>
            <a:prstGeom prst="roundRect">
              <a:avLst>
                <a:gd name="adj" fmla="val 13840"/>
              </a:avLst>
            </a:prstGeom>
            <a:solidFill>
              <a:srgbClr val="0777D3"/>
            </a:solidFill>
          </p:spPr>
          <p:txBody>
            <a:bodyPr wrap="none" lIns="146957" tIns="25718" rIns="146957" bIns="27432" rtlCol="0" anchor="ctr" anchorCtr="0">
              <a:noAutofit/>
            </a:bodyPr>
            <a:lstStyle/>
            <a:p>
              <a:pPr algn="ctr" defTabSz="2275850" fontAlgn="base">
                <a:spcBef>
                  <a:spcPct val="0"/>
                </a:spcBef>
                <a:spcAft>
                  <a:spcPct val="0"/>
                </a:spcAft>
                <a:tabLst>
                  <a:tab pos="3701239" algn="l"/>
                </a:tabLst>
              </a:pPr>
              <a:r>
                <a:rPr lang="en-US" sz="900" b="1" dirty="0">
                  <a:ln w="3175">
                    <a:noFill/>
                  </a:ln>
                  <a:gradFill>
                    <a:gsLst>
                      <a:gs pos="53147">
                        <a:srgbClr val="FFFFFF"/>
                      </a:gs>
                      <a:gs pos="28000">
                        <a:srgbClr val="FFFFFF"/>
                      </a:gs>
                    </a:gsLst>
                    <a:path path="circle">
                      <a:fillToRect l="100000" b="100000"/>
                    </a:path>
                  </a:gradFill>
                  <a:latin typeface="+mj-lt"/>
                  <a:cs typeface="Segoe UI" pitchFamily="34" charset="0"/>
                </a:rPr>
                <a:t>Apps</a:t>
              </a:r>
            </a:p>
          </p:txBody>
        </p:sp>
        <p:sp>
          <p:nvSpPr>
            <p:cNvPr id="19" name="Rectangle 24">
              <a:extLst>
                <a:ext uri="{FF2B5EF4-FFF2-40B4-BE49-F238E27FC236}">
                  <a16:creationId xmlns:a16="http://schemas.microsoft.com/office/drawing/2014/main" id="{E2A554A5-1985-BCAC-2E77-CEDCD9D9BC6E}"/>
                </a:ext>
              </a:extLst>
            </p:cNvPr>
            <p:cNvSpPr/>
            <p:nvPr/>
          </p:nvSpPr>
          <p:spPr>
            <a:xfrm>
              <a:off x="8277853" y="3278065"/>
              <a:ext cx="532738" cy="308019"/>
            </a:xfrm>
            <a:prstGeom prst="roundRect">
              <a:avLst>
                <a:gd name="adj" fmla="val 15456"/>
              </a:avLst>
            </a:prstGeom>
            <a:solidFill>
              <a:srgbClr val="000000">
                <a:alpha val="15000"/>
              </a:srgbClr>
            </a:solid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55109" tIns="29391" rIns="55109" bIns="36739" numCol="1" spcCol="0" rtlCol="0" fromWordArt="0" anchor="ctr" anchorCtr="0" forceAA="0" compatLnSpc="1">
              <a:prstTxWarp prst="textNoShape">
                <a:avLst/>
              </a:prstTxWarp>
              <a:noAutofit/>
            </a:bodyPr>
            <a:lstStyle/>
            <a:p>
              <a:pPr algn="ctr" defTabSz="932486">
                <a:spcBef>
                  <a:spcPts val="600"/>
                </a:spcBef>
              </a:pPr>
              <a:r>
                <a:rPr lang="en-US" sz="900" b="1" dirty="0">
                  <a:gradFill>
                    <a:gsLst>
                      <a:gs pos="85321">
                        <a:srgbClr val="000000"/>
                      </a:gs>
                      <a:gs pos="70629">
                        <a:srgbClr val="000000"/>
                      </a:gs>
                    </a:gsLst>
                    <a:path path="circle">
                      <a:fillToRect l="100000" t="100000"/>
                    </a:path>
                  </a:gradFill>
                  <a:latin typeface="+mj-lt"/>
                </a:rPr>
                <a:t>GPU Driver</a:t>
              </a:r>
            </a:p>
          </p:txBody>
        </p:sp>
        <p:sp>
          <p:nvSpPr>
            <p:cNvPr id="20" name="TextBox 19">
              <a:extLst>
                <a:ext uri="{FF2B5EF4-FFF2-40B4-BE49-F238E27FC236}">
                  <a16:creationId xmlns:a16="http://schemas.microsoft.com/office/drawing/2014/main" id="{B287A686-6620-690A-5A32-005AD56C294F}"/>
                </a:ext>
              </a:extLst>
            </p:cNvPr>
            <p:cNvSpPr txBox="1"/>
            <p:nvPr/>
          </p:nvSpPr>
          <p:spPr>
            <a:xfrm>
              <a:off x="6227511" y="3750420"/>
              <a:ext cx="476412" cy="461665"/>
            </a:xfrm>
            <a:prstGeom prst="rect">
              <a:avLst/>
            </a:prstGeom>
            <a:noFill/>
          </p:spPr>
          <p:txBody>
            <a:bodyPr wrap="none" rtlCol="0">
              <a:spAutoFit/>
            </a:bodyPr>
            <a:lstStyle/>
            <a:p>
              <a:pPr algn="ctr" defTabSz="914367">
                <a:defRPr/>
              </a:pPr>
              <a:r>
                <a:rPr lang="en-US" sz="2400" b="1" dirty="0">
                  <a:solidFill>
                    <a:srgbClr val="000000"/>
                  </a:solidFill>
                  <a:latin typeface="+mj-lt"/>
                </a:rPr>
                <a:t>½</a:t>
              </a:r>
            </a:p>
          </p:txBody>
        </p:sp>
        <p:sp>
          <p:nvSpPr>
            <p:cNvPr id="21" name="TextBox 20">
              <a:extLst>
                <a:ext uri="{FF2B5EF4-FFF2-40B4-BE49-F238E27FC236}">
                  <a16:creationId xmlns:a16="http://schemas.microsoft.com/office/drawing/2014/main" id="{8311A3E5-5061-0CEC-0AA5-D01EB053B509}"/>
                </a:ext>
              </a:extLst>
            </p:cNvPr>
            <p:cNvSpPr txBox="1"/>
            <p:nvPr/>
          </p:nvSpPr>
          <p:spPr>
            <a:xfrm>
              <a:off x="8552044" y="3732906"/>
              <a:ext cx="476412" cy="461665"/>
            </a:xfrm>
            <a:prstGeom prst="rect">
              <a:avLst/>
            </a:prstGeom>
            <a:noFill/>
          </p:spPr>
          <p:txBody>
            <a:bodyPr wrap="none" rtlCol="0">
              <a:spAutoFit/>
            </a:bodyPr>
            <a:lstStyle>
              <a:defPPr>
                <a:defRPr lang="en-US"/>
              </a:defPPr>
              <a:lvl1pPr marR="0" lvl="0" indent="0" algn="ctr" fontAlgn="auto">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LnTx/>
                  <a:uFillTx/>
                  <a:latin typeface="+mj-lt"/>
                </a:defRPr>
              </a:lvl1pPr>
            </a:lstStyle>
            <a:p>
              <a:r>
                <a:rPr lang="en-US" dirty="0"/>
                <a:t>½</a:t>
              </a:r>
            </a:p>
          </p:txBody>
        </p:sp>
        <p:cxnSp>
          <p:nvCxnSpPr>
            <p:cNvPr id="22" name="Соединительная линия уступом 33">
              <a:extLst>
                <a:ext uri="{FF2B5EF4-FFF2-40B4-BE49-F238E27FC236}">
                  <a16:creationId xmlns:a16="http://schemas.microsoft.com/office/drawing/2014/main" id="{252EC68D-2654-1A0A-DE87-6609DBC0F020}"/>
                </a:ext>
                <a:ext uri="{C183D7F6-B498-43B3-948B-1728B52AA6E4}">
                  <adec:decorative xmlns:adec="http://schemas.microsoft.com/office/drawing/2017/decorative" val="1"/>
                </a:ext>
              </a:extLst>
            </p:cNvPr>
            <p:cNvCxnSpPr>
              <a:cxnSpLocks/>
              <a:stCxn id="24" idx="0"/>
              <a:endCxn id="14" idx="2"/>
            </p:cNvCxnSpPr>
            <p:nvPr/>
          </p:nvCxnSpPr>
          <p:spPr>
            <a:xfrm rot="16200000" flipV="1">
              <a:off x="6677268" y="3751646"/>
              <a:ext cx="963386" cy="882599"/>
            </a:xfrm>
            <a:prstGeom prst="bentConnector3">
              <a:avLst/>
            </a:prstGeom>
            <a:ln w="12700" cap="rnd">
              <a:solidFill>
                <a:srgbClr val="000000"/>
              </a:solidFill>
              <a:headEnd type="none" w="lg" len="sm"/>
              <a:tailEnd type="arrow" w="lg" len="sm"/>
            </a:ln>
            <a:effectLst/>
          </p:spPr>
          <p:style>
            <a:lnRef idx="1">
              <a:schemeClr val="accent1"/>
            </a:lnRef>
            <a:fillRef idx="0">
              <a:schemeClr val="accent1"/>
            </a:fillRef>
            <a:effectRef idx="0">
              <a:schemeClr val="accent1"/>
            </a:effectRef>
            <a:fontRef idx="minor">
              <a:schemeClr val="tx1"/>
            </a:fontRef>
          </p:style>
        </p:cxnSp>
        <p:cxnSp>
          <p:nvCxnSpPr>
            <p:cNvPr id="23" name="Соединительная линия уступом 36">
              <a:extLst>
                <a:ext uri="{FF2B5EF4-FFF2-40B4-BE49-F238E27FC236}">
                  <a16:creationId xmlns:a16="http://schemas.microsoft.com/office/drawing/2014/main" id="{231059B0-BAD7-74FA-8FCC-51CFB9BD0A4B}"/>
                </a:ext>
                <a:ext uri="{C183D7F6-B498-43B3-948B-1728B52AA6E4}">
                  <adec:decorative xmlns:adec="http://schemas.microsoft.com/office/drawing/2017/decorative" val="1"/>
                </a:ext>
              </a:extLst>
            </p:cNvPr>
            <p:cNvCxnSpPr>
              <a:stCxn id="24" idx="0"/>
            </p:cNvCxnSpPr>
            <p:nvPr/>
          </p:nvCxnSpPr>
          <p:spPr>
            <a:xfrm rot="5400000" flipH="1" flipV="1">
              <a:off x="7589671" y="3721842"/>
              <a:ext cx="963386" cy="942209"/>
            </a:xfrm>
            <a:prstGeom prst="bentConnector3">
              <a:avLst/>
            </a:prstGeom>
            <a:ln w="12700" cap="rnd">
              <a:solidFill>
                <a:srgbClr val="000000"/>
              </a:solidFill>
              <a:headEnd type="none" w="lg" len="sm"/>
              <a:tailEnd type="arrow" w="lg" len="sm"/>
            </a:ln>
            <a:effectLst/>
          </p:spPr>
          <p:style>
            <a:lnRef idx="1">
              <a:schemeClr val="accent1"/>
            </a:lnRef>
            <a:fillRef idx="0">
              <a:schemeClr val="accent1"/>
            </a:fillRef>
            <a:effectRef idx="0">
              <a:schemeClr val="accent1"/>
            </a:effectRef>
            <a:fontRef idx="minor">
              <a:schemeClr val="tx1"/>
            </a:fontRef>
          </p:style>
        </p:cxnSp>
        <p:sp>
          <p:nvSpPr>
            <p:cNvPr id="24" name="Rectangle 8">
              <a:extLst>
                <a:ext uri="{FF2B5EF4-FFF2-40B4-BE49-F238E27FC236}">
                  <a16:creationId xmlns:a16="http://schemas.microsoft.com/office/drawing/2014/main" id="{809693EE-8945-C85C-EF24-484A5BD5A6CD}"/>
                </a:ext>
              </a:extLst>
            </p:cNvPr>
            <p:cNvSpPr/>
            <p:nvPr/>
          </p:nvSpPr>
          <p:spPr>
            <a:xfrm>
              <a:off x="6685860" y="4674639"/>
              <a:ext cx="1828801" cy="445273"/>
            </a:xfrm>
            <a:prstGeom prst="roundRect">
              <a:avLst/>
            </a:prstGeom>
            <a:noFill/>
            <a:ln w="12700" cap="rnd">
              <a:solidFill>
                <a:srgbClr val="3A495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dirty="0">
                  <a:solidFill>
                    <a:schemeClr val="tx1"/>
                  </a:solidFill>
                  <a:latin typeface="+mj-lt"/>
                  <a:cs typeface="Segoe UI" panose="020B0502040204020203" pitchFamily="34" charset="0"/>
                </a:rPr>
                <a:t>Host 1</a:t>
              </a:r>
            </a:p>
          </p:txBody>
        </p:sp>
        <p:sp>
          <p:nvSpPr>
            <p:cNvPr id="25" name="Rectangle 9">
              <a:extLst>
                <a:ext uri="{FF2B5EF4-FFF2-40B4-BE49-F238E27FC236}">
                  <a16:creationId xmlns:a16="http://schemas.microsoft.com/office/drawing/2014/main" id="{15D19989-EA93-D108-7D49-0100E1FE105D}"/>
                </a:ext>
              </a:extLst>
            </p:cNvPr>
            <p:cNvSpPr/>
            <p:nvPr/>
          </p:nvSpPr>
          <p:spPr>
            <a:xfrm>
              <a:off x="6794735" y="5045091"/>
              <a:ext cx="1202180" cy="222112"/>
            </a:xfrm>
            <a:prstGeom prst="roundRect">
              <a:avLst>
                <a:gd name="adj" fmla="val 18209"/>
              </a:avLst>
            </a:prstGeom>
            <a:solidFill>
              <a:srgbClr val="BFBFBF"/>
            </a:solid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55109" tIns="29391" rIns="55109" bIns="36739" numCol="1" spcCol="0" rtlCol="0" fromWordArt="0" anchor="ctr" anchorCtr="0" forceAA="0" compatLnSpc="1">
              <a:prstTxWarp prst="textNoShape">
                <a:avLst/>
              </a:prstTxWarp>
              <a:noAutofit/>
            </a:bodyPr>
            <a:lstStyle/>
            <a:p>
              <a:pPr algn="ctr" defTabSz="932486">
                <a:spcBef>
                  <a:spcPts val="600"/>
                </a:spcBef>
              </a:pPr>
              <a:r>
                <a:rPr lang="en-US" sz="900" b="1" dirty="0">
                  <a:gradFill>
                    <a:gsLst>
                      <a:gs pos="85321">
                        <a:srgbClr val="000000"/>
                      </a:gs>
                      <a:gs pos="70629">
                        <a:srgbClr val="000000"/>
                      </a:gs>
                    </a:gsLst>
                    <a:path path="circle">
                      <a:fillToRect l="100000" t="100000"/>
                    </a:path>
                  </a:gradFill>
                  <a:latin typeface="+mj-lt"/>
                </a:rPr>
                <a:t>Host GPU Driver</a:t>
              </a:r>
            </a:p>
          </p:txBody>
        </p:sp>
        <p:pic>
          <p:nvPicPr>
            <p:cNvPr id="27" name="Graphic 26">
              <a:extLst>
                <a:ext uri="{FF2B5EF4-FFF2-40B4-BE49-F238E27FC236}">
                  <a16:creationId xmlns:a16="http://schemas.microsoft.com/office/drawing/2014/main" id="{591DC9FA-9B4F-3D61-2514-ECC3139E1D4C}"/>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931067" y="5045091"/>
              <a:ext cx="517746" cy="517746"/>
            </a:xfrm>
            <a:prstGeom prst="rect">
              <a:avLst/>
            </a:prstGeom>
          </p:spPr>
        </p:pic>
        <p:sp>
          <p:nvSpPr>
            <p:cNvPr id="28" name="Rectangle 11">
              <a:extLst>
                <a:ext uri="{FF2B5EF4-FFF2-40B4-BE49-F238E27FC236}">
                  <a16:creationId xmlns:a16="http://schemas.microsoft.com/office/drawing/2014/main" id="{E0067D48-EE62-F636-619A-47A970AFABAD}"/>
                </a:ext>
              </a:extLst>
            </p:cNvPr>
            <p:cNvSpPr/>
            <p:nvPr/>
          </p:nvSpPr>
          <p:spPr>
            <a:xfrm>
              <a:off x="9418458" y="4674639"/>
              <a:ext cx="1828801" cy="445273"/>
            </a:xfrm>
            <a:prstGeom prst="roundRect">
              <a:avLst/>
            </a:prstGeom>
            <a:noFill/>
            <a:ln w="12700" cap="rnd">
              <a:solidFill>
                <a:srgbClr val="3A495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dirty="0">
                  <a:solidFill>
                    <a:schemeClr val="tx1"/>
                  </a:solidFill>
                  <a:latin typeface="+mj-lt"/>
                  <a:cs typeface="Segoe UI" panose="020B0502040204020203" pitchFamily="34" charset="0"/>
                </a:rPr>
                <a:t>Host 2</a:t>
              </a:r>
            </a:p>
          </p:txBody>
        </p:sp>
        <p:sp>
          <p:nvSpPr>
            <p:cNvPr id="29" name="Rectangle 12">
              <a:extLst>
                <a:ext uri="{FF2B5EF4-FFF2-40B4-BE49-F238E27FC236}">
                  <a16:creationId xmlns:a16="http://schemas.microsoft.com/office/drawing/2014/main" id="{22CE089F-2EFF-3E11-A7C2-D2395EEC4569}"/>
                </a:ext>
              </a:extLst>
            </p:cNvPr>
            <p:cNvSpPr/>
            <p:nvPr/>
          </p:nvSpPr>
          <p:spPr>
            <a:xfrm>
              <a:off x="9527333" y="5045091"/>
              <a:ext cx="1202180" cy="222112"/>
            </a:xfrm>
            <a:prstGeom prst="roundRect">
              <a:avLst>
                <a:gd name="adj" fmla="val 22834"/>
              </a:avLst>
            </a:prstGeom>
            <a:solidFill>
              <a:srgbClr val="BFBFBF"/>
            </a:solid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55109" tIns="29391" rIns="55109" bIns="36739" numCol="1" spcCol="0" rtlCol="0" fromWordArt="0" anchor="ctr" anchorCtr="0" forceAA="0" compatLnSpc="1">
              <a:prstTxWarp prst="textNoShape">
                <a:avLst/>
              </a:prstTxWarp>
              <a:noAutofit/>
            </a:bodyPr>
            <a:lstStyle/>
            <a:p>
              <a:pPr algn="ctr" defTabSz="932486">
                <a:spcBef>
                  <a:spcPts val="600"/>
                </a:spcBef>
              </a:pPr>
              <a:r>
                <a:rPr lang="en-US" sz="900" b="1" dirty="0">
                  <a:gradFill>
                    <a:gsLst>
                      <a:gs pos="85321">
                        <a:srgbClr val="000000"/>
                      </a:gs>
                      <a:gs pos="70629">
                        <a:srgbClr val="000000"/>
                      </a:gs>
                    </a:gsLst>
                    <a:path path="circle">
                      <a:fillToRect l="100000" t="100000"/>
                    </a:path>
                  </a:gradFill>
                  <a:latin typeface="+mj-lt"/>
                </a:rPr>
                <a:t>Host GPU Driver</a:t>
              </a:r>
            </a:p>
          </p:txBody>
        </p:sp>
        <p:pic>
          <p:nvPicPr>
            <p:cNvPr id="30" name="Graphic 29">
              <a:extLst>
                <a:ext uri="{FF2B5EF4-FFF2-40B4-BE49-F238E27FC236}">
                  <a16:creationId xmlns:a16="http://schemas.microsoft.com/office/drawing/2014/main" id="{E48A8513-F9BC-35A4-1177-60BD58771D38}"/>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3665" y="5045091"/>
              <a:ext cx="517746" cy="517746"/>
            </a:xfrm>
            <a:prstGeom prst="rect">
              <a:avLst/>
            </a:prstGeom>
          </p:spPr>
        </p:pic>
        <p:sp>
          <p:nvSpPr>
            <p:cNvPr id="31" name="Rounded Rectangle 3">
              <a:extLst>
                <a:ext uri="{FF2B5EF4-FFF2-40B4-BE49-F238E27FC236}">
                  <a16:creationId xmlns:a16="http://schemas.microsoft.com/office/drawing/2014/main" id="{66F56379-CDC1-3DAD-2136-8A49EE844690}"/>
                </a:ext>
              </a:extLst>
            </p:cNvPr>
            <p:cNvSpPr/>
            <p:nvPr/>
          </p:nvSpPr>
          <p:spPr>
            <a:xfrm>
              <a:off x="6603317" y="5702090"/>
              <a:ext cx="4678766" cy="322540"/>
            </a:xfrm>
            <a:prstGeom prst="roundRect">
              <a:avLst>
                <a:gd name="adj" fmla="val 24812"/>
              </a:avLst>
            </a:prstGeom>
            <a:solidFill>
              <a:srgbClr val="0777D3"/>
            </a:solidFill>
          </p:spPr>
          <p:txBody>
            <a:bodyPr wrap="none" lIns="146957" tIns="25718" rIns="146957" bIns="27432" rtlCol="0" anchor="ctr" anchorCtr="0">
              <a:noAutofit/>
            </a:bodyPr>
            <a:lstStyle/>
            <a:p>
              <a:pPr algn="ctr" defTabSz="2275850" fontAlgn="base">
                <a:spcBef>
                  <a:spcPct val="0"/>
                </a:spcBef>
                <a:spcAft>
                  <a:spcPct val="0"/>
                </a:spcAft>
                <a:tabLst>
                  <a:tab pos="3701239" algn="l"/>
                </a:tabLst>
              </a:pPr>
              <a:r>
                <a:rPr lang="en-US" sz="1200" b="1" dirty="0">
                  <a:ln w="3175">
                    <a:noFill/>
                  </a:ln>
                  <a:gradFill>
                    <a:gsLst>
                      <a:gs pos="53147">
                        <a:srgbClr val="FFFFFF"/>
                      </a:gs>
                      <a:gs pos="28000">
                        <a:srgbClr val="FFFFFF"/>
                      </a:gs>
                    </a:gsLst>
                    <a:path path="circle">
                      <a:fillToRect l="100000" b="100000"/>
                    </a:path>
                  </a:gradFill>
                  <a:latin typeface="+mj-lt"/>
                  <a:cs typeface="Segoe UI" pitchFamily="34" charset="0"/>
                </a:rPr>
                <a:t>Windows Server 2025 Cluster</a:t>
              </a:r>
            </a:p>
          </p:txBody>
        </p:sp>
        <p:sp>
          <p:nvSpPr>
            <p:cNvPr id="32" name="Прямоугольник 37">
              <a:extLst>
                <a:ext uri="{FF2B5EF4-FFF2-40B4-BE49-F238E27FC236}">
                  <a16:creationId xmlns:a16="http://schemas.microsoft.com/office/drawing/2014/main" id="{B82FCEC0-82EE-3713-56F5-4097B5C7B1BF}"/>
                </a:ext>
                <a:ext uri="{C183D7F6-B498-43B3-948B-1728B52AA6E4}">
                  <adec:decorative xmlns:adec="http://schemas.microsoft.com/office/drawing/2017/decorative" val="1"/>
                </a:ext>
              </a:extLst>
            </p:cNvPr>
            <p:cNvSpPr/>
            <p:nvPr/>
          </p:nvSpPr>
          <p:spPr bwMode="auto">
            <a:xfrm>
              <a:off x="6627660" y="3685365"/>
              <a:ext cx="180000" cy="36000"/>
            </a:xfrm>
            <a:prstGeom prst="rect">
              <a:avLst/>
            </a:prstGeom>
            <a:solidFill>
              <a:srgbClr val="E1E1E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ru-UA" sz="2000" err="1">
                <a:solidFill>
                  <a:srgbClr val="FFFFFF"/>
                </a:solidFill>
                <a:ea typeface="Segoe UI" pitchFamily="34" charset="0"/>
                <a:cs typeface="Segoe UI" pitchFamily="34" charset="0"/>
              </a:endParaRPr>
            </a:p>
          </p:txBody>
        </p:sp>
        <p:sp>
          <p:nvSpPr>
            <p:cNvPr id="33" name="Прямоугольник 39">
              <a:extLst>
                <a:ext uri="{FF2B5EF4-FFF2-40B4-BE49-F238E27FC236}">
                  <a16:creationId xmlns:a16="http://schemas.microsoft.com/office/drawing/2014/main" id="{6DC2EC72-9384-F02E-E263-94D70907B228}"/>
                </a:ext>
                <a:ext uri="{C183D7F6-B498-43B3-948B-1728B52AA6E4}">
                  <adec:decorative xmlns:adec="http://schemas.microsoft.com/office/drawing/2017/decorative" val="1"/>
                </a:ext>
              </a:extLst>
            </p:cNvPr>
            <p:cNvSpPr/>
            <p:nvPr/>
          </p:nvSpPr>
          <p:spPr bwMode="auto">
            <a:xfrm>
              <a:off x="8454222" y="3695526"/>
              <a:ext cx="180000" cy="36000"/>
            </a:xfrm>
            <a:prstGeom prst="rect">
              <a:avLst/>
            </a:prstGeom>
            <a:solidFill>
              <a:srgbClr val="DDDAD8"/>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ru-UA" sz="2000" err="1">
                <a:solidFill>
                  <a:srgbClr val="FFFFFF"/>
                </a:solidFill>
                <a:ea typeface="Segoe UI" pitchFamily="34" charset="0"/>
                <a:cs typeface="Segoe UI" pitchFamily="34" charset="0"/>
              </a:endParaRPr>
            </a:p>
          </p:txBody>
        </p:sp>
      </p:grpSp>
    </p:spTree>
    <p:extLst>
      <p:ext uri="{BB962C8B-B14F-4D97-AF65-F5344CB8AC3E}">
        <p14:creationId xmlns:p14="http://schemas.microsoft.com/office/powerpoint/2010/main" val="1755797285"/>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ABB8A-3AB7-CCBA-7DCE-314F5FB594EB}"/>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172937CF-112B-6D64-C730-8C576BDCDD8B}"/>
              </a:ext>
            </a:extLst>
          </p:cNvPr>
          <p:cNvSpPr>
            <a:spLocks noGrp="1"/>
          </p:cNvSpPr>
          <p:nvPr>
            <p:ph type="title"/>
          </p:nvPr>
        </p:nvSpPr>
        <p:spPr>
          <a:xfrm>
            <a:off x="588262" y="596867"/>
            <a:ext cx="11011600" cy="502246"/>
          </a:xfrm>
        </p:spPr>
        <p:txBody>
          <a:bodyPr/>
          <a:lstStyle/>
          <a:p>
            <a:r>
              <a:rPr lang="en-US" dirty="0"/>
              <a:t>Overview of Hyper-V integration services</a:t>
            </a:r>
          </a:p>
        </p:txBody>
      </p:sp>
      <p:sp>
        <p:nvSpPr>
          <p:cNvPr id="9" name="Text Placeholder 2">
            <a:extLst>
              <a:ext uri="{FF2B5EF4-FFF2-40B4-BE49-F238E27FC236}">
                <a16:creationId xmlns:a16="http://schemas.microsoft.com/office/drawing/2014/main" id="{AB50EA14-78A8-4EE6-DE46-375B74055084}"/>
              </a:ext>
            </a:extLst>
          </p:cNvPr>
          <p:cNvSpPr txBox="1">
            <a:spLocks/>
          </p:cNvSpPr>
          <p:nvPr/>
        </p:nvSpPr>
        <p:spPr>
          <a:xfrm>
            <a:off x="588262" y="1338095"/>
            <a:ext cx="10583714" cy="502247"/>
          </a:xfrm>
          <a:prstGeom prst="rect">
            <a:avLst/>
          </a:prstGeom>
        </p:spPr>
        <p:txBody>
          <a:bodyPr lIns="0" tIns="0" rIns="0" bIns="0"/>
          <a:lstStyle>
            <a:lvl1pPr marL="0" marR="0" indent="0" algn="l" defTabSz="932742" rtl="0" eaLnBrk="1" fontAlgn="auto" latinLnBrk="0" hangingPunct="1">
              <a:lnSpc>
                <a:spcPct val="100000"/>
              </a:lnSpc>
              <a:spcBef>
                <a:spcPts val="1200"/>
              </a:spcBef>
              <a:spcAft>
                <a:spcPts val="0"/>
              </a:spcAft>
              <a:buClrTx/>
              <a:buSzPct val="90000"/>
              <a:buFont typeface="Arial" panose="020B0604020202020204" pitchFamily="34" charset="0"/>
              <a:buNone/>
              <a:tabLst/>
              <a:defRPr lang="en-US" sz="2000" b="0" kern="1200" spc="-50" baseline="0" dirty="0" smtClean="0">
                <a:solidFill>
                  <a:srgbClr val="000000"/>
                </a:solidFill>
                <a:latin typeface="+mn-lt"/>
                <a:ea typeface="+mn-ea"/>
                <a:cs typeface="+mn-cs"/>
              </a:defRPr>
            </a:lvl1pPr>
            <a:lvl2pPr marL="290513" marR="0" indent="-290513" algn="l" defTabSz="932742" rtl="0" eaLnBrk="1" fontAlgn="auto" latinLnBrk="0" hangingPunct="1">
              <a:lnSpc>
                <a:spcPct val="100000"/>
              </a:lnSpc>
              <a:spcBef>
                <a:spcPts val="600"/>
              </a:spcBef>
              <a:spcAft>
                <a:spcPts val="0"/>
              </a:spcAft>
              <a:buClrTx/>
              <a:buSzPct val="95000"/>
              <a:buFont typeface="Wingdings" panose="05000000000000000000" pitchFamily="2" charset="2"/>
              <a:buChar char="§"/>
              <a:tabLst/>
              <a:defRPr lang="en-US" sz="2000" b="0" kern="1200" spc="-50" baseline="0" dirty="0" smtClean="0">
                <a:solidFill>
                  <a:srgbClr val="000000"/>
                </a:solidFill>
                <a:latin typeface="+mn-lt"/>
                <a:ea typeface="+mn-ea"/>
                <a:cs typeface="+mn-cs"/>
              </a:defRPr>
            </a:lvl2pPr>
            <a:lvl3pPr marL="566928" marR="0" indent="-283464" algn="l" defTabSz="932742" rtl="0" eaLnBrk="1" fontAlgn="auto" latinLnBrk="0" hangingPunct="1">
              <a:lnSpc>
                <a:spcPct val="100000"/>
              </a:lnSpc>
              <a:spcBef>
                <a:spcPts val="600"/>
              </a:spcBef>
              <a:spcAft>
                <a:spcPts val="0"/>
              </a:spcAft>
              <a:buClrTx/>
              <a:buSzPct val="75000"/>
              <a:buFont typeface="Courier New" panose="02070309020205020404" pitchFamily="49" charset="0"/>
              <a:buChar char="o"/>
              <a:tabLst/>
              <a:defRPr lang="en-US" sz="2000" b="0" kern="1200" spc="0" baseline="0" dirty="0" smtClean="0">
                <a:solidFill>
                  <a:srgbClr val="000000"/>
                </a:solidFill>
                <a:latin typeface="+mn-lt"/>
                <a:ea typeface="+mn-ea"/>
                <a:cs typeface="+mn-cs"/>
              </a:defRPr>
            </a:lvl3pPr>
            <a:lvl4pPr marL="859536" marR="0" indent="-283464" algn="l" defTabSz="932742" rtl="0" eaLnBrk="1" fontAlgn="auto" latinLnBrk="0" hangingPunct="1">
              <a:lnSpc>
                <a:spcPct val="100000"/>
              </a:lnSpc>
              <a:spcBef>
                <a:spcPts val="600"/>
              </a:spcBef>
              <a:spcAft>
                <a:spcPts val="0"/>
              </a:spcAft>
              <a:buClrTx/>
              <a:buSzPct val="90000"/>
              <a:buFont typeface="Arial" panose="020B0604020202020204" pitchFamily="34" charset="0"/>
              <a:buChar char="•"/>
              <a:tabLst/>
              <a:defRPr lang="en-US" sz="2000" b="0" kern="1200" spc="0" baseline="0" dirty="0" smtClean="0">
                <a:solidFill>
                  <a:srgbClr val="000000"/>
                </a:solidFill>
                <a:latin typeface="+mn-lt"/>
                <a:ea typeface="+mn-ea"/>
                <a:cs typeface="+mn-cs"/>
              </a:defRPr>
            </a:lvl4pPr>
            <a:lvl5pPr marL="1146175" marR="0" indent="-282575" algn="l" defTabSz="932742" rtl="0" eaLnBrk="1" fontAlgn="auto" latinLnBrk="0" hangingPunct="1">
              <a:lnSpc>
                <a:spcPct val="100000"/>
              </a:lnSpc>
              <a:spcBef>
                <a:spcPts val="600"/>
              </a:spcBef>
              <a:spcAft>
                <a:spcPts val="0"/>
              </a:spcAft>
              <a:buClrTx/>
              <a:buSzPct val="90000"/>
              <a:buFont typeface="Segoe UI" panose="020B0502040204020203" pitchFamily="34" charset="0"/>
              <a:buChar char="▫"/>
              <a:tabLst/>
              <a:defRPr lang="en-US" sz="2000" b="0" kern="1200" spc="0" baseline="0" dirty="0">
                <a:solidFill>
                  <a:srgbClr val="000000"/>
                </a:solidFill>
                <a:latin typeface="+mn-lt"/>
                <a:ea typeface="+mn-ea"/>
                <a:cs typeface="+mn-cs"/>
              </a:defRPr>
            </a:lvl5pPr>
            <a:lvl6pPr marL="1146175" indent="-284163" algn="l" defTabSz="932742" rtl="0" eaLnBrk="1" latinLnBrk="0" hangingPunct="1">
              <a:spcBef>
                <a:spcPct val="20000"/>
              </a:spcBef>
              <a:spcAft>
                <a:spcPts val="600"/>
              </a:spcAft>
              <a:buFont typeface="Segoe UI" panose="020B0502040204020203" pitchFamily="34" charset="0"/>
              <a:buChar char="▫"/>
              <a:defRPr lang="en-CA" sz="2000" b="0" kern="1200" spc="0" baseline="0" dirty="0" smtClean="0">
                <a:solidFill>
                  <a:srgbClr val="000000"/>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spcAft>
                <a:spcPts val="900"/>
              </a:spcAft>
            </a:pPr>
            <a:r>
              <a:rPr lang="en-US" spc="0" dirty="0">
                <a:solidFill>
                  <a:schemeClr val="tx1"/>
                </a:solidFill>
                <a:latin typeface="+mj-lt"/>
              </a:rPr>
              <a:t>Integration services allow virtual machine to communicate with the Hyper-V host</a:t>
            </a:r>
          </a:p>
        </p:txBody>
      </p:sp>
      <p:graphicFrame>
        <p:nvGraphicFramePr>
          <p:cNvPr id="5" name="Table 12">
            <a:extLst>
              <a:ext uri="{FF2B5EF4-FFF2-40B4-BE49-F238E27FC236}">
                <a16:creationId xmlns:a16="http://schemas.microsoft.com/office/drawing/2014/main" id="{FB07B704-F02B-27E0-9B64-3C59726553F9}"/>
              </a:ext>
            </a:extLst>
          </p:cNvPr>
          <p:cNvGraphicFramePr>
            <a:graphicFrameLocks noGrp="1"/>
          </p:cNvGraphicFramePr>
          <p:nvPr>
            <p:extLst>
              <p:ext uri="{D42A27DB-BD31-4B8C-83A1-F6EECF244321}">
                <p14:modId xmlns:p14="http://schemas.microsoft.com/office/powerpoint/2010/main" val="111719408"/>
              </p:ext>
            </p:extLst>
          </p:nvPr>
        </p:nvGraphicFramePr>
        <p:xfrm>
          <a:off x="588260" y="1950640"/>
          <a:ext cx="11177949" cy="4186972"/>
        </p:xfrm>
        <a:graphic>
          <a:graphicData uri="http://schemas.openxmlformats.org/drawingml/2006/table">
            <a:tbl>
              <a:tblPr firstRow="1" bandRow="1">
                <a:tableStyleId>{5C22544A-7EE6-4342-B048-85BDC9FD1C3A}</a:tableStyleId>
              </a:tblPr>
              <a:tblGrid>
                <a:gridCol w="4430713">
                  <a:extLst>
                    <a:ext uri="{9D8B030D-6E8A-4147-A177-3AD203B41FA5}">
                      <a16:colId xmlns:a16="http://schemas.microsoft.com/office/drawing/2014/main" val="2356772570"/>
                    </a:ext>
                  </a:extLst>
                </a:gridCol>
                <a:gridCol w="6747236">
                  <a:extLst>
                    <a:ext uri="{9D8B030D-6E8A-4147-A177-3AD203B41FA5}">
                      <a16:colId xmlns:a16="http://schemas.microsoft.com/office/drawing/2014/main" val="1300835578"/>
                    </a:ext>
                  </a:extLst>
                </a:gridCol>
              </a:tblGrid>
              <a:tr h="564535">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tx1"/>
                          </a:solidFill>
                          <a:effectLst/>
                          <a:uLnTx/>
                          <a:uFillTx/>
                          <a:latin typeface="+mj-lt"/>
                          <a:ea typeface="+mn-ea"/>
                          <a:cs typeface="+mn-cs"/>
                        </a:rPr>
                        <a:t>Name</a:t>
                      </a:r>
                    </a:p>
                  </a:txBody>
                  <a:tcPr anchor="ctr">
                    <a:lnL w="6350" cap="flat" cmpd="sng" algn="ctr">
                      <a:solidFill>
                        <a:schemeClr val="bg1">
                          <a:lumMod val="5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solidFill>
                      <a:schemeClr val="accent3">
                        <a:lumMod val="60000"/>
                        <a:lumOff val="40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tx1"/>
                          </a:solidFill>
                          <a:effectLst/>
                          <a:uLnTx/>
                          <a:uFillTx/>
                          <a:latin typeface="+mj-lt"/>
                          <a:ea typeface="+mn-ea"/>
                          <a:cs typeface="+mn-cs"/>
                        </a:rPr>
                        <a:t>Description</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solidFill>
                      <a:schemeClr val="accent4"/>
                    </a:solidFill>
                  </a:tcPr>
                </a:tc>
                <a:extLst>
                  <a:ext uri="{0D108BD9-81ED-4DB2-BD59-A6C34878D82A}">
                    <a16:rowId xmlns:a16="http://schemas.microsoft.com/office/drawing/2014/main" val="4185272790"/>
                  </a:ext>
                </a:extLst>
              </a:tr>
              <a:tr h="517491">
                <a:tc>
                  <a:txBody>
                    <a:bodyPr/>
                    <a:lstStyle/>
                    <a:p>
                      <a:pPr marL="0" indent="0">
                        <a:buFont typeface="Arial" panose="020B0604020202020204" pitchFamily="34" charset="0"/>
                        <a:buNone/>
                      </a:pPr>
                      <a:r>
                        <a:rPr lang="en-US" sz="1800" dirty="0">
                          <a:solidFill>
                            <a:schemeClr val="tx1"/>
                          </a:solidFill>
                        </a:rPr>
                        <a:t>Hyper-V Heartbeat Service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marL="0" indent="0">
                        <a:buFont typeface="Arial" panose="020B0604020202020204" pitchFamily="34" charset="0"/>
                        <a:buNone/>
                      </a:pPr>
                      <a:r>
                        <a:rPr lang="en-US" sz="1800" dirty="0">
                          <a:solidFill>
                            <a:schemeClr val="tx1"/>
                          </a:solidFill>
                        </a:rPr>
                        <a:t>Reports that the VM is running correctly.</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566028110"/>
                  </a:ext>
                </a:extLst>
              </a:tr>
              <a:tr h="517491">
                <a:tc>
                  <a:txBody>
                    <a:bodyPr/>
                    <a:lstStyle/>
                    <a:p>
                      <a:pPr marL="0" indent="0">
                        <a:buFont typeface="Arial" panose="020B0604020202020204" pitchFamily="34" charset="0"/>
                        <a:buNone/>
                      </a:pPr>
                      <a:r>
                        <a:rPr lang="en-US" sz="1800" dirty="0">
                          <a:solidFill>
                            <a:schemeClr val="tx1"/>
                          </a:solidFill>
                        </a:rPr>
                        <a:t>Hyper-V Guest Shutdown Service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3274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dirty="0">
                          <a:solidFill>
                            <a:schemeClr val="tx1"/>
                          </a:solidFill>
                        </a:rPr>
                        <a:t>Allows the host to trigger VMs shutdown.</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759942902"/>
                  </a:ext>
                </a:extLst>
              </a:tr>
              <a:tr h="517491">
                <a:tc>
                  <a:txBody>
                    <a:bodyPr/>
                    <a:lstStyle/>
                    <a:p>
                      <a:pPr marL="0" indent="0">
                        <a:buFont typeface="Arial" panose="020B0604020202020204" pitchFamily="34" charset="0"/>
                        <a:buNone/>
                      </a:pPr>
                      <a:r>
                        <a:rPr lang="en-US" sz="1800" dirty="0">
                          <a:solidFill>
                            <a:schemeClr val="tx1"/>
                          </a:solidFill>
                        </a:rPr>
                        <a:t>Hyper-V Time Synchronization Service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3274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dirty="0">
                          <a:solidFill>
                            <a:schemeClr val="tx1"/>
                          </a:solidFill>
                        </a:rPr>
                        <a:t>Synchronizes the VM's clock with the host computer's clock.</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674558393"/>
                  </a:ext>
                </a:extLst>
              </a:tr>
              <a:tr h="517491">
                <a:tc>
                  <a:txBody>
                    <a:bodyPr/>
                    <a:lstStyle/>
                    <a:p>
                      <a:pPr marL="0" indent="0">
                        <a:buFont typeface="Arial" panose="020B0604020202020204" pitchFamily="34" charset="0"/>
                        <a:buNone/>
                      </a:pPr>
                      <a:r>
                        <a:rPr lang="en-US" sz="1800" dirty="0">
                          <a:solidFill>
                            <a:schemeClr val="tx1"/>
                          </a:solidFill>
                        </a:rPr>
                        <a:t>Hyper-V Data Exchange Service (KVP)</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3274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b="0" i="0" kern="1200" dirty="0">
                          <a:solidFill>
                            <a:schemeClr val="dk1"/>
                          </a:solidFill>
                          <a:effectLst/>
                          <a:latin typeface="+mn-lt"/>
                          <a:ea typeface="+mn-ea"/>
                          <a:cs typeface="+mn-cs"/>
                        </a:rPr>
                        <a:t>Exchanges basic metadata between VM and host.</a:t>
                      </a:r>
                      <a:endParaRPr lang="en-US" sz="1800"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285902727"/>
                  </a:ext>
                </a:extLst>
              </a:tr>
              <a:tr h="517491">
                <a:tc>
                  <a:txBody>
                    <a:bodyPr/>
                    <a:lstStyle/>
                    <a:p>
                      <a:pPr marL="0" indent="0">
                        <a:buFont typeface="Arial" panose="020B0604020202020204" pitchFamily="34" charset="0"/>
                        <a:buNone/>
                      </a:pPr>
                      <a:r>
                        <a:rPr lang="en-US" sz="1800" dirty="0">
                          <a:solidFill>
                            <a:schemeClr val="tx1"/>
                          </a:solidFill>
                        </a:rPr>
                        <a:t>Hyper-V Volume Shadow Copy Requestor</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3274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dirty="0">
                          <a:solidFill>
                            <a:schemeClr val="tx1"/>
                          </a:solidFill>
                        </a:rPr>
                        <a:t>Allows VSS Service to back up VM without shutting it down.</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87543620"/>
                  </a:ext>
                </a:extLst>
              </a:tr>
              <a:tr h="517491">
                <a:tc>
                  <a:txBody>
                    <a:bodyPr/>
                    <a:lstStyle/>
                    <a:p>
                      <a:pPr marL="0" indent="0">
                        <a:buFont typeface="Arial" panose="020B0604020202020204" pitchFamily="34" charset="0"/>
                        <a:buNone/>
                      </a:pPr>
                      <a:r>
                        <a:rPr lang="en-US" sz="1800" dirty="0">
                          <a:solidFill>
                            <a:schemeClr val="tx1"/>
                          </a:solidFill>
                        </a:rPr>
                        <a:t>Hyper-V Guest Service Interface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3274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dirty="0">
                          <a:solidFill>
                            <a:schemeClr val="tx1"/>
                          </a:solidFill>
                        </a:rPr>
                        <a:t>Interface for host to copy files to/from VM.</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4269502456"/>
                  </a:ext>
                </a:extLst>
              </a:tr>
              <a:tr h="517491">
                <a:tc>
                  <a:txBody>
                    <a:bodyPr/>
                    <a:lstStyle/>
                    <a:p>
                      <a:pPr marL="0" indent="0">
                        <a:buFont typeface="Arial" panose="020B0604020202020204" pitchFamily="34" charset="0"/>
                        <a:buNone/>
                      </a:pPr>
                      <a:r>
                        <a:rPr lang="en-US" sz="1800" dirty="0">
                          <a:solidFill>
                            <a:schemeClr val="tx1"/>
                          </a:solidFill>
                        </a:rPr>
                        <a:t>Hyper-V PowerShell Direct Service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3274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dirty="0">
                          <a:solidFill>
                            <a:schemeClr val="tx1"/>
                          </a:solidFill>
                        </a:rPr>
                        <a:t>Manage VM with PowerShell without network connection.</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49488610"/>
                  </a:ext>
                </a:extLst>
              </a:tr>
            </a:tbl>
          </a:graphicData>
        </a:graphic>
      </p:graphicFrame>
    </p:spTree>
    <p:extLst>
      <p:ext uri="{BB962C8B-B14F-4D97-AF65-F5344CB8AC3E}">
        <p14:creationId xmlns:p14="http://schemas.microsoft.com/office/powerpoint/2010/main" val="2786928167"/>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07C2C26-EFD2-E847-AEA7-5CEF245E0904}"/>
              </a:ext>
            </a:extLst>
          </p:cNvPr>
          <p:cNvSpPr>
            <a:spLocks noGrp="1"/>
          </p:cNvSpPr>
          <p:nvPr>
            <p:ph type="title"/>
          </p:nvPr>
        </p:nvSpPr>
        <p:spPr>
          <a:xfrm>
            <a:off x="418644" y="2576945"/>
            <a:ext cx="9189910" cy="1819564"/>
          </a:xfrm>
        </p:spPr>
        <p:txBody>
          <a:bodyPr wrap="square" anchor="ctr">
            <a:normAutofit/>
          </a:bodyPr>
          <a:lstStyle/>
          <a:p>
            <a:r>
              <a:rPr lang="en-US" dirty="0"/>
              <a:t>Configure and manage Hyper-V virtual machines </a:t>
            </a:r>
          </a:p>
        </p:txBody>
      </p:sp>
      <p:pic>
        <p:nvPicPr>
          <p:cNvPr id="4" name="Picture Placeholder 3">
            <a:extLst>
              <a:ext uri="{FF2B5EF4-FFF2-40B4-BE49-F238E27FC236}">
                <a16:creationId xmlns:a16="http://schemas.microsoft.com/office/drawing/2014/main" id="{ADD5486B-5459-143C-3CF8-D9D042C506B7}"/>
              </a:ext>
            </a:extLst>
          </p:cNvPr>
          <p:cNvPicPr>
            <a:picLocks noGrp="1" noChangeAspect="1"/>
          </p:cNvPicPr>
          <p:nvPr>
            <p:ph type="pic" sz="quarter" idx="10"/>
          </p:nvPr>
        </p:nvPicPr>
        <p:blipFill>
          <a:blip r:embed="rId3"/>
          <a:srcRect l="10825" r="10825"/>
          <a:stretch/>
        </p:blipFill>
        <p:spPr bwMode="auto">
          <a:xfrm>
            <a:off x="9785444" y="2481838"/>
            <a:ext cx="1987911" cy="20297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017516"/>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13F9A67F-9E05-4A1C-BFF3-5B0F68E043E2}"/>
              </a:ext>
            </a:extLst>
          </p:cNvPr>
          <p:cNvSpPr>
            <a:spLocks noGrp="1"/>
          </p:cNvSpPr>
          <p:nvPr>
            <p:ph type="title" idx="4294967295"/>
          </p:nvPr>
        </p:nvSpPr>
        <p:spPr>
          <a:xfrm>
            <a:off x="0" y="654050"/>
            <a:ext cx="11010900" cy="492125"/>
          </a:xfrm>
        </p:spPr>
        <p:txBody>
          <a:bodyPr/>
          <a:lstStyle/>
          <a:p>
            <a:r>
              <a:rPr lang="en-US" dirty="0"/>
              <a:t>Learning Objectives – Configure and manage Hyper-V VMs</a:t>
            </a:r>
          </a:p>
        </p:txBody>
      </p:sp>
      <p:sp>
        <p:nvSpPr>
          <p:cNvPr id="10" name="TextBox 9">
            <a:extLst>
              <a:ext uri="{FF2B5EF4-FFF2-40B4-BE49-F238E27FC236}">
                <a16:creationId xmlns:a16="http://schemas.microsoft.com/office/drawing/2014/main" id="{C7ED7D18-3428-A930-76AF-E496C4595D02}"/>
              </a:ext>
            </a:extLst>
          </p:cNvPr>
          <p:cNvSpPr txBox="1">
            <a:spLocks/>
          </p:cNvSpPr>
          <p:nvPr/>
        </p:nvSpPr>
        <p:spPr>
          <a:xfrm>
            <a:off x="588263" y="1203613"/>
            <a:ext cx="7881621" cy="3491725"/>
          </a:xfrm>
          <a:prstGeom prst="rect">
            <a:avLst/>
          </a:prstGeom>
          <a:noFill/>
        </p:spPr>
        <p:txBody>
          <a:bodyPr wrap="square" lIns="0" tIns="0" rIns="0" bIns="0" anchor="ctr">
            <a:spAutoFit/>
          </a:bodyPr>
          <a:lstStyle>
            <a:defPPr>
              <a:defRPr lang="en-US"/>
            </a:defPPr>
            <a:lvl1pPr>
              <a:defRPr sz="1600"/>
            </a:lvl1pPr>
          </a:lstStyle>
          <a:p>
            <a:pPr marL="342900" indent="-342900">
              <a:lnSpc>
                <a:spcPct val="150000"/>
              </a:lnSpc>
              <a:buFont typeface="Arial" panose="020B0604020202020204" pitchFamily="34" charset="0"/>
              <a:buChar char="•"/>
            </a:pPr>
            <a:r>
              <a:rPr lang="en-US" sz="2200" dirty="0"/>
              <a:t>VM Settings and configuration</a:t>
            </a:r>
          </a:p>
          <a:p>
            <a:pPr marL="342900" indent="-342900">
              <a:lnSpc>
                <a:spcPct val="150000"/>
              </a:lnSpc>
              <a:buFont typeface="Arial" panose="020B0604020202020204" pitchFamily="34" charset="0"/>
              <a:buChar char="•"/>
            </a:pPr>
            <a:r>
              <a:rPr lang="en-US" sz="2200" dirty="0"/>
              <a:t>VM storage</a:t>
            </a:r>
          </a:p>
          <a:p>
            <a:pPr marL="342900" indent="-342900">
              <a:lnSpc>
                <a:spcPct val="150000"/>
              </a:lnSpc>
              <a:buFont typeface="Arial" panose="020B0604020202020204" pitchFamily="34" charset="0"/>
              <a:buChar char="•"/>
            </a:pPr>
            <a:r>
              <a:rPr lang="en-US" sz="2200" dirty="0"/>
              <a:t>Virtual hard disk formats and types</a:t>
            </a:r>
          </a:p>
          <a:p>
            <a:pPr marL="342900" indent="-342900">
              <a:lnSpc>
                <a:spcPct val="150000"/>
              </a:lnSpc>
              <a:buFont typeface="Arial" panose="020B0604020202020204" pitchFamily="34" charset="0"/>
              <a:buChar char="•"/>
            </a:pPr>
            <a:r>
              <a:rPr lang="en-US" sz="2200" dirty="0"/>
              <a:t>Manage VM states and checkpoints</a:t>
            </a:r>
          </a:p>
          <a:p>
            <a:pPr marL="342900" indent="-342900">
              <a:lnSpc>
                <a:spcPct val="150000"/>
              </a:lnSpc>
              <a:buFont typeface="Arial" panose="020B0604020202020204" pitchFamily="34" charset="0"/>
              <a:buChar char="•"/>
            </a:pPr>
            <a:r>
              <a:rPr lang="en-US" sz="2200" dirty="0"/>
              <a:t>Import and export VMs</a:t>
            </a:r>
          </a:p>
          <a:p>
            <a:pPr marL="342900" indent="-342900">
              <a:lnSpc>
                <a:spcPct val="150000"/>
              </a:lnSpc>
              <a:buFont typeface="Arial" panose="020B0604020202020204" pitchFamily="34" charset="0"/>
              <a:buChar char="•"/>
            </a:pPr>
            <a:r>
              <a:rPr lang="en-US" sz="2200" dirty="0"/>
              <a:t>Configure Discrete Device Assignment</a:t>
            </a:r>
          </a:p>
          <a:p>
            <a:pPr marL="342900" indent="-342900">
              <a:lnSpc>
                <a:spcPct val="150000"/>
              </a:lnSpc>
              <a:buFont typeface="Arial" panose="020B0604020202020204" pitchFamily="34" charset="0"/>
              <a:buChar char="•"/>
            </a:pPr>
            <a:r>
              <a:rPr lang="en-US" sz="2200" dirty="0"/>
              <a:t>Learning recap</a:t>
            </a:r>
          </a:p>
        </p:txBody>
      </p:sp>
    </p:spTree>
    <p:extLst>
      <p:ext uri="{BB962C8B-B14F-4D97-AF65-F5344CB8AC3E}">
        <p14:creationId xmlns:p14="http://schemas.microsoft.com/office/powerpoint/2010/main" val="455178089"/>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5C96B-9627-5AE3-D1C2-DB22B9255F46}"/>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A4DFC00F-C73A-F584-4AE0-0598D0ED5F2D}"/>
              </a:ext>
            </a:extLst>
          </p:cNvPr>
          <p:cNvSpPr>
            <a:spLocks noGrp="1"/>
          </p:cNvSpPr>
          <p:nvPr>
            <p:ph type="title"/>
          </p:nvPr>
        </p:nvSpPr>
        <p:spPr>
          <a:xfrm>
            <a:off x="588262" y="596867"/>
            <a:ext cx="11013474" cy="502246"/>
          </a:xfrm>
        </p:spPr>
        <p:txBody>
          <a:bodyPr/>
          <a:lstStyle/>
          <a:p>
            <a:r>
              <a:rPr lang="en-US" dirty="0"/>
              <a:t>VM configuration and Generation versions</a:t>
            </a:r>
          </a:p>
        </p:txBody>
      </p:sp>
      <p:sp>
        <p:nvSpPr>
          <p:cNvPr id="6" name="Text Placeholder 2">
            <a:extLst>
              <a:ext uri="{FF2B5EF4-FFF2-40B4-BE49-F238E27FC236}">
                <a16:creationId xmlns:a16="http://schemas.microsoft.com/office/drawing/2014/main" id="{1D440983-D61B-9A8E-4C95-463EAE3C4A0C}"/>
              </a:ext>
            </a:extLst>
          </p:cNvPr>
          <p:cNvSpPr txBox="1">
            <a:spLocks/>
          </p:cNvSpPr>
          <p:nvPr/>
        </p:nvSpPr>
        <p:spPr>
          <a:xfrm>
            <a:off x="588262" y="1606054"/>
            <a:ext cx="4870978" cy="3082895"/>
          </a:xfrm>
          <a:prstGeom prst="rect">
            <a:avLst/>
          </a:prstGeom>
        </p:spPr>
        <p:txBody>
          <a:bodyPr wrap="square" lIns="0" tIns="0" rIns="0" bIns="0">
            <a:spAutoFit/>
          </a:bodyPr>
          <a:lstStyle>
            <a:lvl1pPr marL="0" marR="0" indent="0" algn="l" defTabSz="932742" rtl="0" eaLnBrk="1" fontAlgn="auto" latinLnBrk="0" hangingPunct="1">
              <a:lnSpc>
                <a:spcPct val="100000"/>
              </a:lnSpc>
              <a:spcBef>
                <a:spcPts val="1200"/>
              </a:spcBef>
              <a:spcAft>
                <a:spcPts val="0"/>
              </a:spcAft>
              <a:buClrTx/>
              <a:buSzPct val="90000"/>
              <a:buFont typeface="Arial" panose="020B0604020202020204" pitchFamily="34" charset="0"/>
              <a:buNone/>
              <a:tabLst/>
              <a:defRPr lang="en-US" sz="2000" b="0" kern="1200" spc="-50" baseline="0" dirty="0" smtClean="0">
                <a:solidFill>
                  <a:srgbClr val="000000"/>
                </a:solidFill>
                <a:latin typeface="+mn-lt"/>
                <a:ea typeface="+mn-ea"/>
                <a:cs typeface="+mn-cs"/>
              </a:defRPr>
            </a:lvl1pPr>
            <a:lvl2pPr marL="290513" marR="0" indent="-290513" algn="l" defTabSz="932742" rtl="0" eaLnBrk="1" fontAlgn="auto" latinLnBrk="0" hangingPunct="1">
              <a:lnSpc>
                <a:spcPct val="100000"/>
              </a:lnSpc>
              <a:spcBef>
                <a:spcPts val="600"/>
              </a:spcBef>
              <a:spcAft>
                <a:spcPts val="0"/>
              </a:spcAft>
              <a:buClrTx/>
              <a:buSzPct val="95000"/>
              <a:buFont typeface="Wingdings" panose="05000000000000000000" pitchFamily="2" charset="2"/>
              <a:buChar char="§"/>
              <a:tabLst/>
              <a:defRPr lang="en-US" sz="2000" b="0" kern="1200" spc="-50" baseline="0" dirty="0" smtClean="0">
                <a:solidFill>
                  <a:srgbClr val="000000"/>
                </a:solidFill>
                <a:latin typeface="+mn-lt"/>
                <a:ea typeface="+mn-ea"/>
                <a:cs typeface="+mn-cs"/>
              </a:defRPr>
            </a:lvl2pPr>
            <a:lvl3pPr marL="566928" marR="0" indent="-283464" algn="l" defTabSz="932742" rtl="0" eaLnBrk="1" fontAlgn="auto" latinLnBrk="0" hangingPunct="1">
              <a:lnSpc>
                <a:spcPct val="100000"/>
              </a:lnSpc>
              <a:spcBef>
                <a:spcPts val="600"/>
              </a:spcBef>
              <a:spcAft>
                <a:spcPts val="0"/>
              </a:spcAft>
              <a:buClrTx/>
              <a:buSzPct val="75000"/>
              <a:buFont typeface="Courier New" panose="02070309020205020404" pitchFamily="49" charset="0"/>
              <a:buChar char="o"/>
              <a:tabLst/>
              <a:defRPr lang="en-US" sz="2000" b="0" kern="1200" spc="0" baseline="0" dirty="0" smtClean="0">
                <a:solidFill>
                  <a:srgbClr val="000000"/>
                </a:solidFill>
                <a:latin typeface="+mn-lt"/>
                <a:ea typeface="+mn-ea"/>
                <a:cs typeface="+mn-cs"/>
              </a:defRPr>
            </a:lvl3pPr>
            <a:lvl4pPr marL="859536" marR="0" indent="-283464" algn="l" defTabSz="932742" rtl="0" eaLnBrk="1" fontAlgn="auto" latinLnBrk="0" hangingPunct="1">
              <a:lnSpc>
                <a:spcPct val="100000"/>
              </a:lnSpc>
              <a:spcBef>
                <a:spcPts val="600"/>
              </a:spcBef>
              <a:spcAft>
                <a:spcPts val="0"/>
              </a:spcAft>
              <a:buClrTx/>
              <a:buSzPct val="90000"/>
              <a:buFont typeface="Arial" panose="020B0604020202020204" pitchFamily="34" charset="0"/>
              <a:buChar char="•"/>
              <a:tabLst/>
              <a:defRPr lang="en-US" sz="2000" b="0" kern="1200" spc="0" baseline="0" dirty="0" smtClean="0">
                <a:solidFill>
                  <a:srgbClr val="000000"/>
                </a:solidFill>
                <a:latin typeface="+mn-lt"/>
                <a:ea typeface="+mn-ea"/>
                <a:cs typeface="+mn-cs"/>
              </a:defRPr>
            </a:lvl4pPr>
            <a:lvl5pPr marL="1146175" marR="0" indent="-282575" algn="l" defTabSz="932742" rtl="0" eaLnBrk="1" fontAlgn="auto" latinLnBrk="0" hangingPunct="1">
              <a:lnSpc>
                <a:spcPct val="100000"/>
              </a:lnSpc>
              <a:spcBef>
                <a:spcPts val="600"/>
              </a:spcBef>
              <a:spcAft>
                <a:spcPts val="0"/>
              </a:spcAft>
              <a:buClrTx/>
              <a:buSzPct val="90000"/>
              <a:buFont typeface="Segoe UI" panose="020B0502040204020203" pitchFamily="34" charset="0"/>
              <a:buChar char="▫"/>
              <a:tabLst/>
              <a:defRPr lang="en-US" sz="2000" b="0" kern="1200" spc="0" baseline="0" dirty="0">
                <a:solidFill>
                  <a:srgbClr val="000000"/>
                </a:solidFill>
                <a:latin typeface="+mn-lt"/>
                <a:ea typeface="+mn-ea"/>
                <a:cs typeface="+mn-cs"/>
              </a:defRPr>
            </a:lvl5pPr>
            <a:lvl6pPr marL="1146175" indent="-284163" algn="l" defTabSz="932742" rtl="0" eaLnBrk="1" latinLnBrk="0" hangingPunct="1">
              <a:spcBef>
                <a:spcPct val="20000"/>
              </a:spcBef>
              <a:spcAft>
                <a:spcPts val="600"/>
              </a:spcAft>
              <a:buFont typeface="Segoe UI" panose="020B0502040204020203" pitchFamily="34" charset="0"/>
              <a:buChar char="▫"/>
              <a:defRPr lang="en-CA" sz="2000" b="0" kern="1200" spc="0" baseline="0" dirty="0" smtClean="0">
                <a:solidFill>
                  <a:srgbClr val="000000"/>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spcAft>
                <a:spcPts val="400"/>
              </a:spcAft>
            </a:pPr>
            <a:r>
              <a:rPr lang="en-US" spc="0" dirty="0">
                <a:solidFill>
                  <a:schemeClr val="tx1"/>
                </a:solidFill>
                <a:latin typeface="+mj-lt"/>
              </a:rPr>
              <a:t>VM configuration version identifies:</a:t>
            </a:r>
          </a:p>
          <a:p>
            <a:pPr marL="330200" indent="-215900">
              <a:spcBef>
                <a:spcPts val="0"/>
              </a:spcBef>
              <a:spcAft>
                <a:spcPts val="600"/>
              </a:spcAft>
              <a:buFont typeface="Arial" panose="020B0604020202020204" pitchFamily="34" charset="0"/>
              <a:buChar char="•"/>
            </a:pPr>
            <a:r>
              <a:rPr lang="en-US" sz="1800" spc="0" dirty="0">
                <a:solidFill>
                  <a:schemeClr val="tx1"/>
                </a:solidFill>
              </a:rPr>
              <a:t>Compatibility of the VM components with the version of Hyper-V installed on the host machine</a:t>
            </a:r>
          </a:p>
          <a:p>
            <a:pPr marL="330200" indent="-215900">
              <a:spcBef>
                <a:spcPts val="0"/>
              </a:spcBef>
              <a:spcAft>
                <a:spcPts val="600"/>
              </a:spcAft>
              <a:buFont typeface="Arial" panose="020B0604020202020204" pitchFamily="34" charset="0"/>
              <a:buChar char="•"/>
            </a:pPr>
            <a:r>
              <a:rPr lang="en-US" sz="1800" spc="0" dirty="0">
                <a:solidFill>
                  <a:schemeClr val="tx1"/>
                </a:solidFill>
              </a:rPr>
              <a:t>Windows Server 2025 host machines support configuration versions 8.0 through 12.0 or greater</a:t>
            </a:r>
          </a:p>
          <a:p>
            <a:pPr marL="330200" indent="-215900">
              <a:spcBef>
                <a:spcPts val="0"/>
              </a:spcBef>
              <a:spcAft>
                <a:spcPts val="600"/>
              </a:spcAft>
              <a:buFont typeface="Arial" panose="020B0604020202020204" pitchFamily="34" charset="0"/>
              <a:buChar char="•"/>
            </a:pPr>
            <a:r>
              <a:rPr lang="en-US" sz="1800" spc="0" dirty="0">
                <a:solidFill>
                  <a:schemeClr val="tx1"/>
                </a:solidFill>
              </a:rPr>
              <a:t>To update a configuration version, use the following command:</a:t>
            </a:r>
          </a:p>
          <a:p>
            <a:pPr marL="711200" indent="-254000">
              <a:spcBef>
                <a:spcPts val="0"/>
              </a:spcBef>
              <a:spcAft>
                <a:spcPts val="600"/>
              </a:spcAft>
              <a:buFont typeface="Segoe UI" panose="020B0502040204020203" pitchFamily="34" charset="0"/>
              <a:buChar char="–"/>
            </a:pPr>
            <a:r>
              <a:rPr lang="en-US" sz="1800" b="1" i="1" spc="0" dirty="0"/>
              <a:t>Update-VMVersion &lt;vmname&gt;</a:t>
            </a:r>
            <a:endParaRPr lang="en-US" sz="1800" spc="0" dirty="0">
              <a:solidFill>
                <a:schemeClr val="tx1"/>
              </a:solidFill>
            </a:endParaRPr>
          </a:p>
        </p:txBody>
      </p:sp>
      <p:sp>
        <p:nvSpPr>
          <p:cNvPr id="2" name="Text Placeholder 2">
            <a:extLst>
              <a:ext uri="{FF2B5EF4-FFF2-40B4-BE49-F238E27FC236}">
                <a16:creationId xmlns:a16="http://schemas.microsoft.com/office/drawing/2014/main" id="{AA491327-ED87-966F-9339-183A7E335C6F}"/>
              </a:ext>
            </a:extLst>
          </p:cNvPr>
          <p:cNvSpPr txBox="1">
            <a:spLocks/>
          </p:cNvSpPr>
          <p:nvPr/>
        </p:nvSpPr>
        <p:spPr>
          <a:xfrm>
            <a:off x="6498676" y="1595492"/>
            <a:ext cx="4870978" cy="3672800"/>
          </a:xfrm>
          <a:prstGeom prst="rect">
            <a:avLst/>
          </a:prstGeom>
        </p:spPr>
        <p:txBody>
          <a:bodyPr wrap="square" lIns="0" tIns="0" rIns="0" bIns="0">
            <a:spAutoFit/>
          </a:bodyPr>
          <a:lstStyle>
            <a:lvl1pPr marL="0" marR="0" indent="0" algn="l" defTabSz="932742" rtl="0" eaLnBrk="1" fontAlgn="auto" latinLnBrk="0" hangingPunct="1">
              <a:lnSpc>
                <a:spcPct val="100000"/>
              </a:lnSpc>
              <a:spcBef>
                <a:spcPts val="1200"/>
              </a:spcBef>
              <a:spcAft>
                <a:spcPts val="0"/>
              </a:spcAft>
              <a:buClrTx/>
              <a:buSzPct val="90000"/>
              <a:buFont typeface="Arial" panose="020B0604020202020204" pitchFamily="34" charset="0"/>
              <a:buNone/>
              <a:tabLst/>
              <a:defRPr lang="en-US" sz="2000" b="0" kern="1200" spc="-50" baseline="0" dirty="0" smtClean="0">
                <a:solidFill>
                  <a:srgbClr val="000000"/>
                </a:solidFill>
                <a:latin typeface="+mn-lt"/>
                <a:ea typeface="+mn-ea"/>
                <a:cs typeface="+mn-cs"/>
              </a:defRPr>
            </a:lvl1pPr>
            <a:lvl2pPr marL="290513" marR="0" indent="-290513" algn="l" defTabSz="932742" rtl="0" eaLnBrk="1" fontAlgn="auto" latinLnBrk="0" hangingPunct="1">
              <a:lnSpc>
                <a:spcPct val="100000"/>
              </a:lnSpc>
              <a:spcBef>
                <a:spcPts val="600"/>
              </a:spcBef>
              <a:spcAft>
                <a:spcPts val="0"/>
              </a:spcAft>
              <a:buClrTx/>
              <a:buSzPct val="95000"/>
              <a:buFont typeface="Wingdings" panose="05000000000000000000" pitchFamily="2" charset="2"/>
              <a:buChar char="§"/>
              <a:tabLst/>
              <a:defRPr lang="en-US" sz="2000" b="0" kern="1200" spc="-50" baseline="0" dirty="0" smtClean="0">
                <a:solidFill>
                  <a:srgbClr val="000000"/>
                </a:solidFill>
                <a:latin typeface="+mn-lt"/>
                <a:ea typeface="+mn-ea"/>
                <a:cs typeface="+mn-cs"/>
              </a:defRPr>
            </a:lvl2pPr>
            <a:lvl3pPr marL="566928" marR="0" indent="-283464" algn="l" defTabSz="932742" rtl="0" eaLnBrk="1" fontAlgn="auto" latinLnBrk="0" hangingPunct="1">
              <a:lnSpc>
                <a:spcPct val="100000"/>
              </a:lnSpc>
              <a:spcBef>
                <a:spcPts val="600"/>
              </a:spcBef>
              <a:spcAft>
                <a:spcPts val="0"/>
              </a:spcAft>
              <a:buClrTx/>
              <a:buSzPct val="75000"/>
              <a:buFont typeface="Courier New" panose="02070309020205020404" pitchFamily="49" charset="0"/>
              <a:buChar char="o"/>
              <a:tabLst/>
              <a:defRPr lang="en-US" sz="2000" b="0" kern="1200" spc="0" baseline="0" dirty="0" smtClean="0">
                <a:solidFill>
                  <a:srgbClr val="000000"/>
                </a:solidFill>
                <a:latin typeface="+mn-lt"/>
                <a:ea typeface="+mn-ea"/>
                <a:cs typeface="+mn-cs"/>
              </a:defRPr>
            </a:lvl3pPr>
            <a:lvl4pPr marL="859536" marR="0" indent="-283464" algn="l" defTabSz="932742" rtl="0" eaLnBrk="1" fontAlgn="auto" latinLnBrk="0" hangingPunct="1">
              <a:lnSpc>
                <a:spcPct val="100000"/>
              </a:lnSpc>
              <a:spcBef>
                <a:spcPts val="600"/>
              </a:spcBef>
              <a:spcAft>
                <a:spcPts val="0"/>
              </a:spcAft>
              <a:buClrTx/>
              <a:buSzPct val="90000"/>
              <a:buFont typeface="Arial" panose="020B0604020202020204" pitchFamily="34" charset="0"/>
              <a:buChar char="•"/>
              <a:tabLst/>
              <a:defRPr lang="en-US" sz="2000" b="0" kern="1200" spc="0" baseline="0" dirty="0" smtClean="0">
                <a:solidFill>
                  <a:srgbClr val="000000"/>
                </a:solidFill>
                <a:latin typeface="+mn-lt"/>
                <a:ea typeface="+mn-ea"/>
                <a:cs typeface="+mn-cs"/>
              </a:defRPr>
            </a:lvl4pPr>
            <a:lvl5pPr marL="1146175" marR="0" indent="-282575" algn="l" defTabSz="932742" rtl="0" eaLnBrk="1" fontAlgn="auto" latinLnBrk="0" hangingPunct="1">
              <a:lnSpc>
                <a:spcPct val="100000"/>
              </a:lnSpc>
              <a:spcBef>
                <a:spcPts val="600"/>
              </a:spcBef>
              <a:spcAft>
                <a:spcPts val="0"/>
              </a:spcAft>
              <a:buClrTx/>
              <a:buSzPct val="90000"/>
              <a:buFont typeface="Segoe UI" panose="020B0502040204020203" pitchFamily="34" charset="0"/>
              <a:buChar char="▫"/>
              <a:tabLst/>
              <a:defRPr lang="en-US" sz="2000" b="0" kern="1200" spc="0" baseline="0" dirty="0">
                <a:solidFill>
                  <a:srgbClr val="000000"/>
                </a:solidFill>
                <a:latin typeface="+mn-lt"/>
                <a:ea typeface="+mn-ea"/>
                <a:cs typeface="+mn-cs"/>
              </a:defRPr>
            </a:lvl5pPr>
            <a:lvl6pPr marL="1146175" indent="-284163" algn="l" defTabSz="932742" rtl="0" eaLnBrk="1" latinLnBrk="0" hangingPunct="1">
              <a:spcBef>
                <a:spcPct val="20000"/>
              </a:spcBef>
              <a:spcAft>
                <a:spcPts val="600"/>
              </a:spcAft>
              <a:buFont typeface="Segoe UI" panose="020B0502040204020203" pitchFamily="34" charset="0"/>
              <a:buChar char="▫"/>
              <a:defRPr lang="en-CA" sz="2000" b="0" kern="1200" spc="0" baseline="0" dirty="0" smtClean="0">
                <a:solidFill>
                  <a:srgbClr val="000000"/>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spcAft>
                <a:spcPts val="400"/>
              </a:spcAft>
            </a:pPr>
            <a:r>
              <a:rPr lang="en-US" spc="0" dirty="0">
                <a:solidFill>
                  <a:schemeClr val="tx1"/>
                </a:solidFill>
                <a:latin typeface="+mj-lt"/>
              </a:rPr>
              <a:t>Generation 1 VMs:</a:t>
            </a:r>
          </a:p>
          <a:p>
            <a:pPr marL="330200" indent="-215900">
              <a:spcBef>
                <a:spcPts val="0"/>
              </a:spcBef>
              <a:spcAft>
                <a:spcPts val="600"/>
              </a:spcAft>
              <a:buFont typeface="Arial" panose="020B0604020202020204" pitchFamily="34" charset="0"/>
              <a:buChar char="•"/>
            </a:pPr>
            <a:r>
              <a:rPr lang="en-US" sz="1800" spc="0" dirty="0">
                <a:solidFill>
                  <a:schemeClr val="tx1"/>
                </a:solidFill>
              </a:rPr>
              <a:t>Support 32 and 64-bit operating systems</a:t>
            </a:r>
          </a:p>
          <a:p>
            <a:pPr marL="330200" indent="-215900">
              <a:spcBef>
                <a:spcPts val="0"/>
              </a:spcBef>
              <a:spcAft>
                <a:spcPts val="600"/>
              </a:spcAft>
              <a:buFont typeface="Arial" panose="020B0604020202020204" pitchFamily="34" charset="0"/>
              <a:buChar char="•"/>
            </a:pPr>
            <a:r>
              <a:rPr lang="en-US" sz="1800" spc="0" dirty="0">
                <a:solidFill>
                  <a:schemeClr val="tx1"/>
                </a:solidFill>
              </a:rPr>
              <a:t>Only support boot volumes a maximum of 2 TB</a:t>
            </a:r>
          </a:p>
          <a:p>
            <a:pPr marL="330200" indent="-215900">
              <a:spcBef>
                <a:spcPts val="0"/>
              </a:spcBef>
              <a:spcAft>
                <a:spcPts val="600"/>
              </a:spcAft>
              <a:buFont typeface="Arial" panose="020B0604020202020204" pitchFamily="34" charset="0"/>
              <a:buChar char="•"/>
            </a:pPr>
            <a:r>
              <a:rPr lang="en-US" sz="1800" spc="0" dirty="0">
                <a:solidFill>
                  <a:schemeClr val="tx1"/>
                </a:solidFill>
              </a:rPr>
              <a:t>Supports legacy BIOS</a:t>
            </a:r>
          </a:p>
          <a:p>
            <a:pPr>
              <a:spcBef>
                <a:spcPts val="0"/>
              </a:spcBef>
              <a:spcAft>
                <a:spcPts val="400"/>
              </a:spcAft>
            </a:pPr>
            <a:r>
              <a:rPr lang="en-US" spc="0" dirty="0">
                <a:solidFill>
                  <a:schemeClr val="tx1"/>
                </a:solidFill>
                <a:latin typeface="+mj-lt"/>
              </a:rPr>
              <a:t>Generation 2 VMs:</a:t>
            </a:r>
          </a:p>
          <a:p>
            <a:pPr marL="330200" indent="-215900">
              <a:spcBef>
                <a:spcPts val="0"/>
              </a:spcBef>
              <a:spcAft>
                <a:spcPts val="600"/>
              </a:spcAft>
              <a:buFont typeface="Arial" panose="020B0604020202020204" pitchFamily="34" charset="0"/>
              <a:buChar char="•"/>
            </a:pPr>
            <a:r>
              <a:rPr lang="en-US" sz="1800" spc="0" dirty="0">
                <a:solidFill>
                  <a:schemeClr val="tx1"/>
                </a:solidFill>
              </a:rPr>
              <a:t>Support only 64-bit operating systems</a:t>
            </a:r>
          </a:p>
          <a:p>
            <a:pPr marL="330200" indent="-215900">
              <a:spcBef>
                <a:spcPts val="0"/>
              </a:spcBef>
              <a:spcAft>
                <a:spcPts val="600"/>
              </a:spcAft>
              <a:buFont typeface="Arial" panose="020B0604020202020204" pitchFamily="34" charset="0"/>
              <a:buChar char="•"/>
            </a:pPr>
            <a:r>
              <a:rPr lang="en-US" sz="1800" spc="0" dirty="0">
                <a:solidFill>
                  <a:schemeClr val="tx1"/>
                </a:solidFill>
              </a:rPr>
              <a:t>Support secure boot and shielded VMs</a:t>
            </a:r>
          </a:p>
          <a:p>
            <a:pPr marL="330200" indent="-215900">
              <a:spcBef>
                <a:spcPts val="0"/>
              </a:spcBef>
              <a:spcAft>
                <a:spcPts val="600"/>
              </a:spcAft>
              <a:buFont typeface="Arial" panose="020B0604020202020204" pitchFamily="34" charset="0"/>
              <a:buChar char="•"/>
            </a:pPr>
            <a:r>
              <a:rPr lang="en-US" sz="1800" spc="0" dirty="0">
                <a:solidFill>
                  <a:schemeClr val="tx1"/>
                </a:solidFill>
              </a:rPr>
              <a:t>Support boot volumes a maximum of 64 TB </a:t>
            </a:r>
          </a:p>
          <a:p>
            <a:pPr marL="330200" indent="-215900">
              <a:spcBef>
                <a:spcPts val="0"/>
              </a:spcBef>
              <a:spcAft>
                <a:spcPts val="600"/>
              </a:spcAft>
              <a:buFont typeface="Arial" panose="020B0604020202020204" pitchFamily="34" charset="0"/>
              <a:buChar char="•"/>
            </a:pPr>
            <a:r>
              <a:rPr lang="en-US" sz="1800" spc="0" dirty="0">
                <a:solidFill>
                  <a:schemeClr val="tx1"/>
                </a:solidFill>
              </a:rPr>
              <a:t>Supports Unified Extensible Firmware Interface (UEFI)</a:t>
            </a:r>
          </a:p>
        </p:txBody>
      </p:sp>
    </p:spTree>
    <p:extLst>
      <p:ext uri="{BB962C8B-B14F-4D97-AF65-F5344CB8AC3E}">
        <p14:creationId xmlns:p14="http://schemas.microsoft.com/office/powerpoint/2010/main" val="555960100"/>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ACEA5-84D7-4A73-91F1-94439C61A78C}"/>
              </a:ext>
              <a:ext uri="{C183D7F6-B498-43B3-948B-1728B52AA6E4}">
                <adec:decorative xmlns:adec="http://schemas.microsoft.com/office/drawing/2017/decorative" val="0"/>
              </a:ext>
            </a:extLst>
          </p:cNvPr>
          <p:cNvSpPr>
            <a:spLocks noGrp="1"/>
          </p:cNvSpPr>
          <p:nvPr>
            <p:ph type="title"/>
          </p:nvPr>
        </p:nvSpPr>
        <p:spPr>
          <a:xfrm>
            <a:off x="588262" y="285379"/>
            <a:ext cx="11044938" cy="502246"/>
          </a:xfrm>
        </p:spPr>
        <p:txBody>
          <a:bodyPr/>
          <a:lstStyle/>
          <a:p>
            <a:r>
              <a:rPr lang="en-US" dirty="0"/>
              <a:t>VM settings</a:t>
            </a:r>
          </a:p>
        </p:txBody>
      </p:sp>
      <p:sp>
        <p:nvSpPr>
          <p:cNvPr id="17" name="Text Placeholder 2">
            <a:extLst>
              <a:ext uri="{FF2B5EF4-FFF2-40B4-BE49-F238E27FC236}">
                <a16:creationId xmlns:a16="http://schemas.microsoft.com/office/drawing/2014/main" id="{4DE2653E-835F-72A0-8B04-76079146E85D}"/>
              </a:ext>
            </a:extLst>
          </p:cNvPr>
          <p:cNvSpPr txBox="1">
            <a:spLocks/>
          </p:cNvSpPr>
          <p:nvPr/>
        </p:nvSpPr>
        <p:spPr>
          <a:xfrm>
            <a:off x="5460218" y="964818"/>
            <a:ext cx="3060700" cy="338554"/>
          </a:xfrm>
          <a:prstGeom prst="rect">
            <a:avLst/>
          </a:prstGeom>
        </p:spPr>
        <p:txBody>
          <a:bodyPr vert="horz" lIns="0" tIns="0" rIns="0" bIns="0" rtlCol="0" anchor="ctr">
            <a:spAutoFit/>
          </a:bodyPr>
          <a:lstStyle>
            <a:lvl1pPr marL="0" marR="0" indent="0" algn="l" defTabSz="932742" rtl="0" eaLnBrk="1" fontAlgn="auto" latinLnBrk="0" hangingPunct="1">
              <a:lnSpc>
                <a:spcPct val="100000"/>
              </a:lnSpc>
              <a:spcBef>
                <a:spcPts val="1200"/>
              </a:spcBef>
              <a:spcAft>
                <a:spcPts val="0"/>
              </a:spcAft>
              <a:buClrTx/>
              <a:buSzPct val="90000"/>
              <a:buFont typeface="Arial" panose="020B0604020202020204" pitchFamily="34" charset="0"/>
              <a:buNone/>
              <a:tabLst/>
              <a:defRPr lang="en-US" sz="2000" b="0" kern="1200" spc="-50" baseline="0" dirty="0" smtClean="0">
                <a:solidFill>
                  <a:srgbClr val="000000"/>
                </a:solidFill>
                <a:latin typeface="+mn-lt"/>
                <a:ea typeface="+mn-ea"/>
                <a:cs typeface="+mn-cs"/>
              </a:defRPr>
            </a:lvl1pPr>
            <a:lvl2pPr marL="290513" marR="0" indent="-290513" algn="l" defTabSz="932742" rtl="0" eaLnBrk="1" fontAlgn="auto" latinLnBrk="0" hangingPunct="1">
              <a:lnSpc>
                <a:spcPct val="100000"/>
              </a:lnSpc>
              <a:spcBef>
                <a:spcPts val="600"/>
              </a:spcBef>
              <a:spcAft>
                <a:spcPts val="0"/>
              </a:spcAft>
              <a:buClrTx/>
              <a:buSzPct val="95000"/>
              <a:buFont typeface="Wingdings" panose="05000000000000000000" pitchFamily="2" charset="2"/>
              <a:buChar char="§"/>
              <a:tabLst/>
              <a:defRPr lang="en-US" sz="2000" b="0" kern="1200" spc="-50" baseline="0" dirty="0" smtClean="0">
                <a:solidFill>
                  <a:srgbClr val="000000"/>
                </a:solidFill>
                <a:latin typeface="+mn-lt"/>
                <a:ea typeface="+mn-ea"/>
                <a:cs typeface="+mn-cs"/>
              </a:defRPr>
            </a:lvl2pPr>
            <a:lvl3pPr marL="566928" marR="0" indent="-283464" algn="l" defTabSz="932742" rtl="0" eaLnBrk="1" fontAlgn="auto" latinLnBrk="0" hangingPunct="1">
              <a:lnSpc>
                <a:spcPct val="100000"/>
              </a:lnSpc>
              <a:spcBef>
                <a:spcPts val="600"/>
              </a:spcBef>
              <a:spcAft>
                <a:spcPts val="0"/>
              </a:spcAft>
              <a:buClrTx/>
              <a:buSzPct val="75000"/>
              <a:buFont typeface="Courier New" panose="02070309020205020404" pitchFamily="49" charset="0"/>
              <a:buChar char="o"/>
              <a:tabLst/>
              <a:defRPr lang="en-US" sz="2000" b="0" kern="1200" spc="0" baseline="0" dirty="0" smtClean="0">
                <a:solidFill>
                  <a:srgbClr val="000000"/>
                </a:solidFill>
                <a:latin typeface="+mn-lt"/>
                <a:ea typeface="+mn-ea"/>
                <a:cs typeface="+mn-cs"/>
              </a:defRPr>
            </a:lvl3pPr>
            <a:lvl4pPr marL="859536" marR="0" indent="-283464" algn="l" defTabSz="932742" rtl="0" eaLnBrk="1" fontAlgn="auto" latinLnBrk="0" hangingPunct="1">
              <a:lnSpc>
                <a:spcPct val="100000"/>
              </a:lnSpc>
              <a:spcBef>
                <a:spcPts val="600"/>
              </a:spcBef>
              <a:spcAft>
                <a:spcPts val="0"/>
              </a:spcAft>
              <a:buClrTx/>
              <a:buSzPct val="90000"/>
              <a:buFont typeface="Arial" panose="020B0604020202020204" pitchFamily="34" charset="0"/>
              <a:buChar char="•"/>
              <a:tabLst/>
              <a:defRPr lang="en-US" sz="2000" b="0" kern="1200" spc="0" baseline="0" dirty="0" smtClean="0">
                <a:solidFill>
                  <a:srgbClr val="000000"/>
                </a:solidFill>
                <a:latin typeface="+mn-lt"/>
                <a:ea typeface="+mn-ea"/>
                <a:cs typeface="+mn-cs"/>
              </a:defRPr>
            </a:lvl4pPr>
            <a:lvl5pPr marL="1146175" marR="0" indent="-282575" algn="l" defTabSz="932742" rtl="0" eaLnBrk="1" fontAlgn="auto" latinLnBrk="0" hangingPunct="1">
              <a:lnSpc>
                <a:spcPct val="100000"/>
              </a:lnSpc>
              <a:spcBef>
                <a:spcPts val="600"/>
              </a:spcBef>
              <a:spcAft>
                <a:spcPts val="0"/>
              </a:spcAft>
              <a:buClrTx/>
              <a:buSzPct val="90000"/>
              <a:buFont typeface="Segoe UI" panose="020B0502040204020203" pitchFamily="34" charset="0"/>
              <a:buChar char="▫"/>
              <a:tabLst/>
              <a:defRPr lang="en-US" sz="2000" b="0" kern="1200" spc="0" baseline="0" dirty="0">
                <a:solidFill>
                  <a:srgbClr val="000000"/>
                </a:solidFill>
                <a:latin typeface="+mn-lt"/>
                <a:ea typeface="+mn-ea"/>
                <a:cs typeface="+mn-cs"/>
              </a:defRPr>
            </a:lvl5pPr>
            <a:lvl6pPr marL="1146175" indent="-284163" algn="l" defTabSz="932742" rtl="0" eaLnBrk="1" latinLnBrk="0" hangingPunct="1">
              <a:spcBef>
                <a:spcPct val="20000"/>
              </a:spcBef>
              <a:spcAft>
                <a:spcPts val="600"/>
              </a:spcAft>
              <a:buFont typeface="Segoe UI" panose="020B0502040204020203" pitchFamily="34" charset="0"/>
              <a:buChar char="▫"/>
              <a:defRPr lang="en-CA" sz="2000" b="0" kern="1200" spc="0" baseline="0" dirty="0" smtClean="0">
                <a:solidFill>
                  <a:srgbClr val="000000"/>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1" indent="0" algn="ctr">
              <a:buNone/>
            </a:pPr>
            <a:r>
              <a:rPr lang="en-US" sz="2200" dirty="0">
                <a:latin typeface="+mj-lt"/>
              </a:rPr>
              <a:t>Generation 1 settings</a:t>
            </a:r>
          </a:p>
        </p:txBody>
      </p:sp>
      <p:sp>
        <p:nvSpPr>
          <p:cNvPr id="18" name="Text Placeholder 2">
            <a:extLst>
              <a:ext uri="{FF2B5EF4-FFF2-40B4-BE49-F238E27FC236}">
                <a16:creationId xmlns:a16="http://schemas.microsoft.com/office/drawing/2014/main" id="{B2982BE9-7050-8616-EBFA-BFF2090D7642}"/>
              </a:ext>
            </a:extLst>
          </p:cNvPr>
          <p:cNvSpPr txBox="1">
            <a:spLocks/>
          </p:cNvSpPr>
          <p:nvPr/>
        </p:nvSpPr>
        <p:spPr>
          <a:xfrm>
            <a:off x="8889218" y="964818"/>
            <a:ext cx="3060700" cy="338554"/>
          </a:xfrm>
          <a:prstGeom prst="rect">
            <a:avLst/>
          </a:prstGeom>
        </p:spPr>
        <p:txBody>
          <a:bodyPr vert="horz" lIns="0" tIns="0" rIns="0" bIns="0" rtlCol="0" anchor="ctr">
            <a:spAutoFit/>
          </a:bodyPr>
          <a:lstStyle>
            <a:lvl1pPr marL="0" marR="0" indent="0" algn="l" defTabSz="932742" rtl="0" eaLnBrk="1" fontAlgn="auto" latinLnBrk="0" hangingPunct="1">
              <a:lnSpc>
                <a:spcPct val="100000"/>
              </a:lnSpc>
              <a:spcBef>
                <a:spcPts val="1200"/>
              </a:spcBef>
              <a:spcAft>
                <a:spcPts val="0"/>
              </a:spcAft>
              <a:buClrTx/>
              <a:buSzPct val="90000"/>
              <a:buFont typeface="Arial" panose="020B0604020202020204" pitchFamily="34" charset="0"/>
              <a:buNone/>
              <a:tabLst/>
              <a:defRPr lang="en-US" sz="2000" b="0" kern="1200" spc="-50" baseline="0" dirty="0" smtClean="0">
                <a:solidFill>
                  <a:srgbClr val="000000"/>
                </a:solidFill>
                <a:latin typeface="+mn-lt"/>
                <a:ea typeface="+mn-ea"/>
                <a:cs typeface="+mn-cs"/>
              </a:defRPr>
            </a:lvl1pPr>
            <a:lvl2pPr marL="290513" marR="0" indent="-290513" algn="l" defTabSz="932742" rtl="0" eaLnBrk="1" fontAlgn="auto" latinLnBrk="0" hangingPunct="1">
              <a:lnSpc>
                <a:spcPct val="100000"/>
              </a:lnSpc>
              <a:spcBef>
                <a:spcPts val="600"/>
              </a:spcBef>
              <a:spcAft>
                <a:spcPts val="0"/>
              </a:spcAft>
              <a:buClrTx/>
              <a:buSzPct val="95000"/>
              <a:buFont typeface="Wingdings" panose="05000000000000000000" pitchFamily="2" charset="2"/>
              <a:buChar char="§"/>
              <a:tabLst/>
              <a:defRPr lang="en-US" sz="2000" b="0" kern="1200" spc="-50" baseline="0" dirty="0" smtClean="0">
                <a:solidFill>
                  <a:srgbClr val="000000"/>
                </a:solidFill>
                <a:latin typeface="+mn-lt"/>
                <a:ea typeface="+mn-ea"/>
                <a:cs typeface="+mn-cs"/>
              </a:defRPr>
            </a:lvl2pPr>
            <a:lvl3pPr marL="566928" marR="0" indent="-283464" algn="l" defTabSz="932742" rtl="0" eaLnBrk="1" fontAlgn="auto" latinLnBrk="0" hangingPunct="1">
              <a:lnSpc>
                <a:spcPct val="100000"/>
              </a:lnSpc>
              <a:spcBef>
                <a:spcPts val="600"/>
              </a:spcBef>
              <a:spcAft>
                <a:spcPts val="0"/>
              </a:spcAft>
              <a:buClrTx/>
              <a:buSzPct val="75000"/>
              <a:buFont typeface="Courier New" panose="02070309020205020404" pitchFamily="49" charset="0"/>
              <a:buChar char="o"/>
              <a:tabLst/>
              <a:defRPr lang="en-US" sz="2000" b="0" kern="1200" spc="0" baseline="0" dirty="0" smtClean="0">
                <a:solidFill>
                  <a:srgbClr val="000000"/>
                </a:solidFill>
                <a:latin typeface="+mn-lt"/>
                <a:ea typeface="+mn-ea"/>
                <a:cs typeface="+mn-cs"/>
              </a:defRPr>
            </a:lvl3pPr>
            <a:lvl4pPr marL="859536" marR="0" indent="-283464" algn="l" defTabSz="932742" rtl="0" eaLnBrk="1" fontAlgn="auto" latinLnBrk="0" hangingPunct="1">
              <a:lnSpc>
                <a:spcPct val="100000"/>
              </a:lnSpc>
              <a:spcBef>
                <a:spcPts val="600"/>
              </a:spcBef>
              <a:spcAft>
                <a:spcPts val="0"/>
              </a:spcAft>
              <a:buClrTx/>
              <a:buSzPct val="90000"/>
              <a:buFont typeface="Arial" panose="020B0604020202020204" pitchFamily="34" charset="0"/>
              <a:buChar char="•"/>
              <a:tabLst/>
              <a:defRPr lang="en-US" sz="2000" b="0" kern="1200" spc="0" baseline="0" dirty="0" smtClean="0">
                <a:solidFill>
                  <a:srgbClr val="000000"/>
                </a:solidFill>
                <a:latin typeface="+mn-lt"/>
                <a:ea typeface="+mn-ea"/>
                <a:cs typeface="+mn-cs"/>
              </a:defRPr>
            </a:lvl4pPr>
            <a:lvl5pPr marL="1146175" marR="0" indent="-282575" algn="l" defTabSz="932742" rtl="0" eaLnBrk="1" fontAlgn="auto" latinLnBrk="0" hangingPunct="1">
              <a:lnSpc>
                <a:spcPct val="100000"/>
              </a:lnSpc>
              <a:spcBef>
                <a:spcPts val="600"/>
              </a:spcBef>
              <a:spcAft>
                <a:spcPts val="0"/>
              </a:spcAft>
              <a:buClrTx/>
              <a:buSzPct val="90000"/>
              <a:buFont typeface="Segoe UI" panose="020B0502040204020203" pitchFamily="34" charset="0"/>
              <a:buChar char="▫"/>
              <a:tabLst/>
              <a:defRPr lang="en-US" sz="2000" b="0" kern="1200" spc="0" baseline="0" dirty="0">
                <a:solidFill>
                  <a:srgbClr val="000000"/>
                </a:solidFill>
                <a:latin typeface="+mn-lt"/>
                <a:ea typeface="+mn-ea"/>
                <a:cs typeface="+mn-cs"/>
              </a:defRPr>
            </a:lvl5pPr>
            <a:lvl6pPr marL="1146175" indent="-284163" algn="l" defTabSz="932742" rtl="0" eaLnBrk="1" latinLnBrk="0" hangingPunct="1">
              <a:spcBef>
                <a:spcPct val="20000"/>
              </a:spcBef>
              <a:spcAft>
                <a:spcPts val="600"/>
              </a:spcAft>
              <a:buFont typeface="Segoe UI" panose="020B0502040204020203" pitchFamily="34" charset="0"/>
              <a:buChar char="▫"/>
              <a:defRPr lang="en-CA" sz="2000" b="0" kern="1200" spc="0" baseline="0" dirty="0" smtClean="0">
                <a:solidFill>
                  <a:srgbClr val="000000"/>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1" indent="0" algn="ctr">
              <a:buNone/>
            </a:pPr>
            <a:r>
              <a:rPr lang="en-US" sz="2200" dirty="0">
                <a:latin typeface="+mj-lt"/>
              </a:rPr>
              <a:t>Generation 2 settings</a:t>
            </a:r>
          </a:p>
        </p:txBody>
      </p:sp>
      <p:sp>
        <p:nvSpPr>
          <p:cNvPr id="19" name="Text Placeholder 5">
            <a:extLst>
              <a:ext uri="{FF2B5EF4-FFF2-40B4-BE49-F238E27FC236}">
                <a16:creationId xmlns:a16="http://schemas.microsoft.com/office/drawing/2014/main" id="{906BEA52-329A-C3D9-6E17-52A9A60F7296}"/>
              </a:ext>
            </a:extLst>
          </p:cNvPr>
          <p:cNvSpPr>
            <a:spLocks noGrp="1"/>
          </p:cNvSpPr>
          <p:nvPr>
            <p:ph type="body" sz="quarter" idx="16"/>
          </p:nvPr>
        </p:nvSpPr>
        <p:spPr>
          <a:xfrm>
            <a:off x="584200" y="1224021"/>
            <a:ext cx="4488668" cy="5389168"/>
          </a:xfrm>
        </p:spPr>
        <p:txBody>
          <a:bodyPr/>
          <a:lstStyle/>
          <a:p>
            <a:pPr>
              <a:spcAft>
                <a:spcPts val="600"/>
              </a:spcAft>
            </a:pPr>
            <a:r>
              <a:rPr lang="en-US" sz="2000" dirty="0">
                <a:latin typeface="+mn-lt"/>
              </a:rPr>
              <a:t>VM settings are grouped into two main areas:</a:t>
            </a:r>
          </a:p>
          <a:p>
            <a:pPr marL="347663" indent="-230188">
              <a:spcAft>
                <a:spcPts val="1200"/>
              </a:spcAft>
              <a:buFont typeface="Arial" panose="020B0604020202020204" pitchFamily="34" charset="0"/>
              <a:buChar char="•"/>
            </a:pPr>
            <a:r>
              <a:rPr lang="en-US" sz="1800" dirty="0">
                <a:latin typeface="+mn-lt"/>
              </a:rPr>
              <a:t>Hardware</a:t>
            </a:r>
          </a:p>
          <a:p>
            <a:pPr marL="347663" indent="-230188">
              <a:spcAft>
                <a:spcPts val="1200"/>
              </a:spcAft>
              <a:buFont typeface="Arial" panose="020B0604020202020204" pitchFamily="34" charset="0"/>
              <a:buChar char="•"/>
            </a:pPr>
            <a:r>
              <a:rPr lang="en-US" sz="1800" dirty="0">
                <a:latin typeface="+mn-lt"/>
              </a:rPr>
              <a:t>Management</a:t>
            </a:r>
          </a:p>
          <a:p>
            <a:pPr>
              <a:spcAft>
                <a:spcPts val="1200"/>
              </a:spcAft>
            </a:pPr>
            <a:r>
              <a:rPr lang="en-US" sz="2000" dirty="0">
                <a:latin typeface="+mn-lt"/>
              </a:rPr>
              <a:t>Available hardware components depend on the generation version of the VM</a:t>
            </a:r>
          </a:p>
          <a:p>
            <a:pPr>
              <a:spcAft>
                <a:spcPts val="1200"/>
              </a:spcAft>
            </a:pPr>
            <a:r>
              <a:rPr lang="en-US" sz="2000" dirty="0">
                <a:latin typeface="+mn-lt"/>
              </a:rPr>
              <a:t>Generation 2</a:t>
            </a:r>
          </a:p>
          <a:p>
            <a:pPr lvl="1">
              <a:spcAft>
                <a:spcPts val="1200"/>
              </a:spcAft>
            </a:pPr>
            <a:r>
              <a:rPr lang="en-US" sz="1800" dirty="0">
                <a:cs typeface="Segoe UI" panose="020B0502040204020203" pitchFamily="34" charset="0"/>
              </a:rPr>
              <a:t>UEFI, Secure Boot, vTPM, and Enhanced Session Mode</a:t>
            </a:r>
          </a:p>
          <a:p>
            <a:pPr>
              <a:spcAft>
                <a:spcPts val="1200"/>
              </a:spcAft>
            </a:pPr>
            <a:r>
              <a:rPr lang="en-US" sz="2000" dirty="0">
                <a:latin typeface="+mn-lt"/>
              </a:rPr>
              <a:t>Generation 1</a:t>
            </a:r>
          </a:p>
          <a:p>
            <a:pPr lvl="1">
              <a:spcAft>
                <a:spcPts val="1200"/>
              </a:spcAft>
            </a:pPr>
            <a:r>
              <a:rPr lang="en-US" sz="1800" dirty="0">
                <a:cs typeface="Segoe UI" panose="020B0502040204020203" pitchFamily="34" charset="0"/>
              </a:rPr>
              <a:t>Designed for legacy hardware configurations that use a traditional BIOS</a:t>
            </a:r>
          </a:p>
          <a:p>
            <a:pPr>
              <a:spcAft>
                <a:spcPts val="1200"/>
              </a:spcAft>
            </a:pPr>
            <a:endParaRPr lang="en-US" sz="2000" dirty="0">
              <a:latin typeface="+mn-lt"/>
            </a:endParaRPr>
          </a:p>
        </p:txBody>
      </p:sp>
      <p:pic>
        <p:nvPicPr>
          <p:cNvPr id="20" name="Content Placeholder 13" descr="A screenshot of the settings for a Generation 1 virtual machine.">
            <a:extLst>
              <a:ext uri="{FF2B5EF4-FFF2-40B4-BE49-F238E27FC236}">
                <a16:creationId xmlns:a16="http://schemas.microsoft.com/office/drawing/2014/main" id="{DB7B8267-6E12-1CF9-1C7D-467E2C02CF0E}"/>
              </a:ext>
            </a:extLst>
          </p:cNvPr>
          <p:cNvPicPr>
            <a:picLocks noGrp="1" noChangeAspect="1"/>
          </p:cNvPicPr>
          <p:nvPr>
            <p:ph type="pic" sz="quarter" idx="20"/>
          </p:nvPr>
        </p:nvPicPr>
        <p:blipFill rotWithShape="1">
          <a:blip r:embed="rId3" cstate="print">
            <a:extLst>
              <a:ext uri="{28A0092B-C50C-407E-A947-70E740481C1C}">
                <a14:useLocalDpi xmlns:a14="http://schemas.microsoft.com/office/drawing/2010/main" val="0"/>
              </a:ext>
            </a:extLst>
          </a:blip>
          <a:srcRect l="1192" t="459" r="1192" b="459"/>
          <a:stretch/>
        </p:blipFill>
        <p:spPr>
          <a:xfrm>
            <a:off x="6283785" y="1500986"/>
            <a:ext cx="1413566" cy="4297642"/>
          </a:xfrm>
          <a:prstGeom prst="rect">
            <a:avLst/>
          </a:prstGeom>
        </p:spPr>
      </p:pic>
      <p:pic>
        <p:nvPicPr>
          <p:cNvPr id="22" name="Picture 21" descr="A screenshot of the settings for a Generation 2 virtual machine.">
            <a:extLst>
              <a:ext uri="{FF2B5EF4-FFF2-40B4-BE49-F238E27FC236}">
                <a16:creationId xmlns:a16="http://schemas.microsoft.com/office/drawing/2014/main" id="{C646700A-F2B0-91D0-E201-AEB17810FE74}"/>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2137" t="865" r="2137" b="865"/>
          <a:stretch/>
        </p:blipFill>
        <p:spPr>
          <a:xfrm>
            <a:off x="9404672" y="1511965"/>
            <a:ext cx="2029792" cy="4275684"/>
          </a:xfrm>
          <a:prstGeom prst="rect">
            <a:avLst/>
          </a:prstGeom>
          <a:ln>
            <a:noFill/>
          </a:ln>
        </p:spPr>
      </p:pic>
      <p:sp>
        <p:nvSpPr>
          <p:cNvPr id="23" name="Rectangle 22">
            <a:extLst>
              <a:ext uri="{FF2B5EF4-FFF2-40B4-BE49-F238E27FC236}">
                <a16:creationId xmlns:a16="http://schemas.microsoft.com/office/drawing/2014/main" id="{BE1CD529-DAE9-DDBE-60FB-64E601FC0FB5}"/>
              </a:ext>
              <a:ext uri="{C183D7F6-B498-43B3-948B-1728B52AA6E4}">
                <adec:decorative xmlns:adec="http://schemas.microsoft.com/office/drawing/2017/decorative" val="1"/>
              </a:ext>
            </a:extLst>
          </p:cNvPr>
          <p:cNvSpPr/>
          <p:nvPr/>
        </p:nvSpPr>
        <p:spPr bwMode="auto">
          <a:xfrm>
            <a:off x="8870168" y="1411904"/>
            <a:ext cx="3098800" cy="4489096"/>
          </a:xfrm>
          <a:prstGeom prst="rect">
            <a:avLst/>
          </a:prstGeom>
          <a:noFill/>
          <a:ln w="3810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24" name="Rectangle 23">
            <a:extLst>
              <a:ext uri="{FF2B5EF4-FFF2-40B4-BE49-F238E27FC236}">
                <a16:creationId xmlns:a16="http://schemas.microsoft.com/office/drawing/2014/main" id="{7F3B1353-68D7-AD8B-AA7B-52C68CF62D6D}"/>
              </a:ext>
              <a:ext uri="{C183D7F6-B498-43B3-948B-1728B52AA6E4}">
                <adec:decorative xmlns:adec="http://schemas.microsoft.com/office/drawing/2017/decorative" val="1"/>
              </a:ext>
            </a:extLst>
          </p:cNvPr>
          <p:cNvSpPr>
            <a:spLocks/>
          </p:cNvSpPr>
          <p:nvPr/>
        </p:nvSpPr>
        <p:spPr bwMode="auto">
          <a:xfrm>
            <a:off x="5441168" y="1419180"/>
            <a:ext cx="3098800" cy="4474545"/>
          </a:xfrm>
          <a:prstGeom prst="rect">
            <a:avLst/>
          </a:prstGeom>
          <a:noFill/>
          <a:ln w="3810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481292339"/>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5299D-9B9B-50EC-8B80-039A24893AEB}"/>
              </a:ext>
            </a:extLst>
          </p:cNvPr>
          <p:cNvSpPr>
            <a:spLocks noGrp="1"/>
          </p:cNvSpPr>
          <p:nvPr>
            <p:ph type="title"/>
          </p:nvPr>
        </p:nvSpPr>
        <p:spPr>
          <a:xfrm>
            <a:off x="588262" y="596867"/>
            <a:ext cx="11044938" cy="492443"/>
          </a:xfrm>
        </p:spPr>
        <p:txBody>
          <a:bodyPr/>
          <a:lstStyle/>
          <a:p>
            <a:r>
              <a:rPr lang="en-US" dirty="0"/>
              <a:t>Configure Dynamic Memory for Hyper-V virtual machines</a:t>
            </a:r>
          </a:p>
        </p:txBody>
      </p:sp>
      <p:sp>
        <p:nvSpPr>
          <p:cNvPr id="22" name="Text Placeholder 2">
            <a:extLst>
              <a:ext uri="{FF2B5EF4-FFF2-40B4-BE49-F238E27FC236}">
                <a16:creationId xmlns:a16="http://schemas.microsoft.com/office/drawing/2014/main" id="{986FA76A-9C4D-878F-5FD8-6E8D16075E35}"/>
              </a:ext>
            </a:extLst>
          </p:cNvPr>
          <p:cNvSpPr txBox="1">
            <a:spLocks/>
          </p:cNvSpPr>
          <p:nvPr/>
        </p:nvSpPr>
        <p:spPr>
          <a:xfrm>
            <a:off x="586752" y="1486856"/>
            <a:ext cx="4870978" cy="4067780"/>
          </a:xfrm>
          <a:prstGeom prst="rect">
            <a:avLst/>
          </a:prstGeom>
        </p:spPr>
        <p:txBody>
          <a:bodyPr wrap="square" lIns="0" tIns="0" rIns="0" bIns="0">
            <a:spAutoFit/>
          </a:bodyPr>
          <a:lstStyle>
            <a:lvl1pPr marL="0" marR="0" indent="0" algn="l" defTabSz="932742" rtl="0" eaLnBrk="1" fontAlgn="auto" latinLnBrk="0" hangingPunct="1">
              <a:lnSpc>
                <a:spcPct val="100000"/>
              </a:lnSpc>
              <a:spcBef>
                <a:spcPts val="1200"/>
              </a:spcBef>
              <a:spcAft>
                <a:spcPts val="0"/>
              </a:spcAft>
              <a:buClrTx/>
              <a:buSzPct val="90000"/>
              <a:buFont typeface="Arial" panose="020B0604020202020204" pitchFamily="34" charset="0"/>
              <a:buNone/>
              <a:tabLst/>
              <a:defRPr lang="en-US" sz="2000" b="0" kern="1200" spc="-50" baseline="0" dirty="0" smtClean="0">
                <a:solidFill>
                  <a:srgbClr val="000000"/>
                </a:solidFill>
                <a:latin typeface="+mn-lt"/>
                <a:ea typeface="+mn-ea"/>
                <a:cs typeface="+mn-cs"/>
              </a:defRPr>
            </a:lvl1pPr>
            <a:lvl2pPr marL="290513" marR="0" indent="-290513" algn="l" defTabSz="932742" rtl="0" eaLnBrk="1" fontAlgn="auto" latinLnBrk="0" hangingPunct="1">
              <a:lnSpc>
                <a:spcPct val="100000"/>
              </a:lnSpc>
              <a:spcBef>
                <a:spcPts val="600"/>
              </a:spcBef>
              <a:spcAft>
                <a:spcPts val="0"/>
              </a:spcAft>
              <a:buClrTx/>
              <a:buSzPct val="95000"/>
              <a:buFont typeface="Wingdings" panose="05000000000000000000" pitchFamily="2" charset="2"/>
              <a:buChar char="§"/>
              <a:tabLst/>
              <a:defRPr lang="en-US" sz="2000" b="0" kern="1200" spc="-50" baseline="0" dirty="0" smtClean="0">
                <a:solidFill>
                  <a:srgbClr val="000000"/>
                </a:solidFill>
                <a:latin typeface="+mn-lt"/>
                <a:ea typeface="+mn-ea"/>
                <a:cs typeface="+mn-cs"/>
              </a:defRPr>
            </a:lvl2pPr>
            <a:lvl3pPr marL="566928" marR="0" indent="-283464" algn="l" defTabSz="932742" rtl="0" eaLnBrk="1" fontAlgn="auto" latinLnBrk="0" hangingPunct="1">
              <a:lnSpc>
                <a:spcPct val="100000"/>
              </a:lnSpc>
              <a:spcBef>
                <a:spcPts val="600"/>
              </a:spcBef>
              <a:spcAft>
                <a:spcPts val="0"/>
              </a:spcAft>
              <a:buClrTx/>
              <a:buSzPct val="75000"/>
              <a:buFont typeface="Courier New" panose="02070309020205020404" pitchFamily="49" charset="0"/>
              <a:buChar char="o"/>
              <a:tabLst/>
              <a:defRPr lang="en-US" sz="2000" b="0" kern="1200" spc="0" baseline="0" dirty="0" smtClean="0">
                <a:solidFill>
                  <a:srgbClr val="000000"/>
                </a:solidFill>
                <a:latin typeface="+mn-lt"/>
                <a:ea typeface="+mn-ea"/>
                <a:cs typeface="+mn-cs"/>
              </a:defRPr>
            </a:lvl3pPr>
            <a:lvl4pPr marL="859536" marR="0" indent="-283464" algn="l" defTabSz="932742" rtl="0" eaLnBrk="1" fontAlgn="auto" latinLnBrk="0" hangingPunct="1">
              <a:lnSpc>
                <a:spcPct val="100000"/>
              </a:lnSpc>
              <a:spcBef>
                <a:spcPts val="600"/>
              </a:spcBef>
              <a:spcAft>
                <a:spcPts val="0"/>
              </a:spcAft>
              <a:buClrTx/>
              <a:buSzPct val="90000"/>
              <a:buFont typeface="Arial" panose="020B0604020202020204" pitchFamily="34" charset="0"/>
              <a:buChar char="•"/>
              <a:tabLst/>
              <a:defRPr lang="en-US" sz="2000" b="0" kern="1200" spc="0" baseline="0" dirty="0" smtClean="0">
                <a:solidFill>
                  <a:srgbClr val="000000"/>
                </a:solidFill>
                <a:latin typeface="+mn-lt"/>
                <a:ea typeface="+mn-ea"/>
                <a:cs typeface="+mn-cs"/>
              </a:defRPr>
            </a:lvl4pPr>
            <a:lvl5pPr marL="1146175" marR="0" indent="-282575" algn="l" defTabSz="932742" rtl="0" eaLnBrk="1" fontAlgn="auto" latinLnBrk="0" hangingPunct="1">
              <a:lnSpc>
                <a:spcPct val="100000"/>
              </a:lnSpc>
              <a:spcBef>
                <a:spcPts val="600"/>
              </a:spcBef>
              <a:spcAft>
                <a:spcPts val="0"/>
              </a:spcAft>
              <a:buClrTx/>
              <a:buSzPct val="90000"/>
              <a:buFont typeface="Segoe UI" panose="020B0502040204020203" pitchFamily="34" charset="0"/>
              <a:buChar char="▫"/>
              <a:tabLst/>
              <a:defRPr lang="en-US" sz="2000" b="0" kern="1200" spc="0" baseline="0" dirty="0">
                <a:solidFill>
                  <a:srgbClr val="000000"/>
                </a:solidFill>
                <a:latin typeface="+mn-lt"/>
                <a:ea typeface="+mn-ea"/>
                <a:cs typeface="+mn-cs"/>
              </a:defRPr>
            </a:lvl5pPr>
            <a:lvl6pPr marL="1146175" indent="-284163" algn="l" defTabSz="932742" rtl="0" eaLnBrk="1" latinLnBrk="0" hangingPunct="1">
              <a:spcBef>
                <a:spcPct val="20000"/>
              </a:spcBef>
              <a:spcAft>
                <a:spcPts val="600"/>
              </a:spcAft>
              <a:buFont typeface="Segoe UI" panose="020B0502040204020203" pitchFamily="34" charset="0"/>
              <a:buChar char="▫"/>
              <a:defRPr lang="en-CA" sz="2000" b="0" kern="1200" spc="0" baseline="0" dirty="0" smtClean="0">
                <a:solidFill>
                  <a:srgbClr val="000000"/>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spcAft>
                <a:spcPts val="400"/>
              </a:spcAft>
            </a:pPr>
            <a:r>
              <a:rPr lang="en-US" spc="0" dirty="0">
                <a:solidFill>
                  <a:schemeClr val="tx1"/>
                </a:solidFill>
                <a:latin typeface="+mj-lt"/>
              </a:rPr>
              <a:t>Enable dynamic memory</a:t>
            </a:r>
          </a:p>
          <a:p>
            <a:pPr marL="330200" indent="-215900">
              <a:spcBef>
                <a:spcPts val="0"/>
              </a:spcBef>
              <a:spcAft>
                <a:spcPts val="600"/>
              </a:spcAft>
              <a:buFont typeface="Arial" panose="020B0604020202020204" pitchFamily="34" charset="0"/>
              <a:buChar char="•"/>
            </a:pPr>
            <a:r>
              <a:rPr lang="en-US" sz="1800" spc="0" dirty="0">
                <a:solidFill>
                  <a:schemeClr val="tx1"/>
                </a:solidFill>
              </a:rPr>
              <a:t>Minimum RAM is the amount of memory allocated at startup or upgrade</a:t>
            </a:r>
          </a:p>
          <a:p>
            <a:pPr marL="330200" indent="-215900">
              <a:spcBef>
                <a:spcPts val="0"/>
              </a:spcBef>
              <a:spcAft>
                <a:spcPts val="600"/>
              </a:spcAft>
              <a:buFont typeface="Arial" panose="020B0604020202020204" pitchFamily="34" charset="0"/>
              <a:buChar char="•"/>
            </a:pPr>
            <a:r>
              <a:rPr lang="en-US" sz="1800" spc="0" dirty="0">
                <a:solidFill>
                  <a:schemeClr val="tx1"/>
                </a:solidFill>
              </a:rPr>
              <a:t>Minimum RAM value – at least 32 MB and cannot exceed the startup memory value</a:t>
            </a:r>
          </a:p>
          <a:p>
            <a:pPr marL="330200" indent="-215900">
              <a:spcBef>
                <a:spcPts val="0"/>
              </a:spcBef>
              <a:spcAft>
                <a:spcPts val="600"/>
              </a:spcAft>
              <a:buFont typeface="Arial" panose="020B0604020202020204" pitchFamily="34" charset="0"/>
              <a:buChar char="•"/>
            </a:pPr>
            <a:r>
              <a:rPr lang="en-US" sz="1800" spc="0" dirty="0">
                <a:solidFill>
                  <a:schemeClr val="tx1"/>
                </a:solidFill>
              </a:rPr>
              <a:t>Maximum RAM value cannot be lower than startup memory.</a:t>
            </a:r>
          </a:p>
          <a:p>
            <a:pPr marL="330200" indent="-215900">
              <a:spcBef>
                <a:spcPts val="0"/>
              </a:spcBef>
              <a:spcAft>
                <a:spcPts val="600"/>
              </a:spcAft>
              <a:buFont typeface="Arial" panose="020B0604020202020204" pitchFamily="34" charset="0"/>
              <a:buChar char="•"/>
            </a:pPr>
            <a:r>
              <a:rPr lang="en-US" sz="1800" spc="0" dirty="0">
                <a:solidFill>
                  <a:schemeClr val="tx1"/>
                </a:solidFill>
              </a:rPr>
              <a:t>Default setting for Maximum RAM = 1TB</a:t>
            </a:r>
          </a:p>
          <a:p>
            <a:pPr marL="330200" indent="-215900">
              <a:spcBef>
                <a:spcPts val="0"/>
              </a:spcBef>
              <a:spcAft>
                <a:spcPts val="600"/>
              </a:spcAft>
              <a:buFont typeface="Arial" panose="020B0604020202020204" pitchFamily="34" charset="0"/>
              <a:buChar char="•"/>
            </a:pPr>
            <a:r>
              <a:rPr lang="en-US" sz="1800" spc="0" dirty="0">
                <a:solidFill>
                  <a:schemeClr val="tx1"/>
                </a:solidFill>
              </a:rPr>
              <a:t>Memory Buffer ensures VM has additional memory available to handle unexpected spikes in memory demand</a:t>
            </a:r>
          </a:p>
          <a:p>
            <a:pPr marL="330200" indent="-215900">
              <a:spcBef>
                <a:spcPts val="0"/>
              </a:spcBef>
              <a:spcAft>
                <a:spcPts val="600"/>
              </a:spcAft>
              <a:buFont typeface="Arial" panose="020B0604020202020204" pitchFamily="34" charset="0"/>
              <a:buChar char="•"/>
            </a:pPr>
            <a:r>
              <a:rPr lang="en-US" sz="1800" spc="0" dirty="0">
                <a:solidFill>
                  <a:schemeClr val="tx1"/>
                </a:solidFill>
              </a:rPr>
              <a:t>Memory weight distributes memory among multiple VMs</a:t>
            </a:r>
          </a:p>
        </p:txBody>
      </p:sp>
      <p:grpSp>
        <p:nvGrpSpPr>
          <p:cNvPr id="6" name="Group 5" descr="Screenshot of memory settings for hardware in Hyper-V Manager.">
            <a:extLst>
              <a:ext uri="{FF2B5EF4-FFF2-40B4-BE49-F238E27FC236}">
                <a16:creationId xmlns:a16="http://schemas.microsoft.com/office/drawing/2014/main" id="{E8B7FA78-5083-2C2B-FA88-43863B04C013}"/>
              </a:ext>
            </a:extLst>
          </p:cNvPr>
          <p:cNvGrpSpPr/>
          <p:nvPr/>
        </p:nvGrpSpPr>
        <p:grpSpPr>
          <a:xfrm>
            <a:off x="5830509" y="1439216"/>
            <a:ext cx="6031578" cy="4828033"/>
            <a:chOff x="5830509" y="1439216"/>
            <a:chExt cx="6031578" cy="4828033"/>
          </a:xfrm>
        </p:grpSpPr>
        <p:pic>
          <p:nvPicPr>
            <p:cNvPr id="13" name="Picture 12">
              <a:extLst>
                <a:ext uri="{FF2B5EF4-FFF2-40B4-BE49-F238E27FC236}">
                  <a16:creationId xmlns:a16="http://schemas.microsoft.com/office/drawing/2014/main" id="{D3AEDBDC-1C54-A21C-3FF5-DC5B99F33E7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830509" y="1439216"/>
              <a:ext cx="5991815" cy="4828033"/>
            </a:xfrm>
            <a:prstGeom prst="rect">
              <a:avLst/>
            </a:prstGeom>
          </p:spPr>
        </p:pic>
        <p:sp>
          <p:nvSpPr>
            <p:cNvPr id="14" name="Rectangle 13">
              <a:extLst>
                <a:ext uri="{FF2B5EF4-FFF2-40B4-BE49-F238E27FC236}">
                  <a16:creationId xmlns:a16="http://schemas.microsoft.com/office/drawing/2014/main" id="{9A9D746B-BF8F-61D3-A1BB-6F6E49FC0B81}"/>
                </a:ext>
                <a:ext uri="{C183D7F6-B498-43B3-948B-1728B52AA6E4}">
                  <adec:decorative xmlns:adec="http://schemas.microsoft.com/office/drawing/2017/decorative" val="1"/>
                </a:ext>
              </a:extLst>
            </p:cNvPr>
            <p:cNvSpPr>
              <a:spLocks/>
            </p:cNvSpPr>
            <p:nvPr/>
          </p:nvSpPr>
          <p:spPr bwMode="auto">
            <a:xfrm>
              <a:off x="5839699" y="1439216"/>
              <a:ext cx="5991815" cy="4828033"/>
            </a:xfrm>
            <a:prstGeom prst="rect">
              <a:avLst/>
            </a:prstGeom>
            <a:noFill/>
            <a:ln w="3810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23" name="Rectangle 22">
              <a:extLst>
                <a:ext uri="{FF2B5EF4-FFF2-40B4-BE49-F238E27FC236}">
                  <a16:creationId xmlns:a16="http://schemas.microsoft.com/office/drawing/2014/main" id="{CAA0CC49-F9AB-B9EE-FDBB-EC36EB0C43B5}"/>
                </a:ext>
                <a:ext uri="{C183D7F6-B498-43B3-948B-1728B52AA6E4}">
                  <adec:decorative xmlns:adec="http://schemas.microsoft.com/office/drawing/2017/decorative" val="1"/>
                </a:ext>
              </a:extLst>
            </p:cNvPr>
            <p:cNvSpPr/>
            <p:nvPr/>
          </p:nvSpPr>
          <p:spPr bwMode="auto">
            <a:xfrm>
              <a:off x="8075691" y="3159659"/>
              <a:ext cx="1928388" cy="715224"/>
            </a:xfrm>
            <a:prstGeom prst="rect">
              <a:avLst/>
            </a:prstGeom>
            <a:noFill/>
            <a:ln w="22225">
              <a:solidFill>
                <a:schemeClr val="accent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24" name="Rectangle 23">
              <a:extLst>
                <a:ext uri="{FF2B5EF4-FFF2-40B4-BE49-F238E27FC236}">
                  <a16:creationId xmlns:a16="http://schemas.microsoft.com/office/drawing/2014/main" id="{AB5B0BB3-78BF-4582-CB44-521F63BE1D16}"/>
                </a:ext>
                <a:ext uri="{C183D7F6-B498-43B3-948B-1728B52AA6E4}">
                  <adec:decorative xmlns:adec="http://schemas.microsoft.com/office/drawing/2017/decorative" val="1"/>
                </a:ext>
              </a:extLst>
            </p:cNvPr>
            <p:cNvSpPr/>
            <p:nvPr/>
          </p:nvSpPr>
          <p:spPr bwMode="auto">
            <a:xfrm>
              <a:off x="8075691" y="4637481"/>
              <a:ext cx="3159659" cy="758384"/>
            </a:xfrm>
            <a:prstGeom prst="rect">
              <a:avLst/>
            </a:prstGeom>
            <a:noFill/>
            <a:ln w="22225">
              <a:solidFill>
                <a:schemeClr val="accent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25" name="Rectangle 24">
              <a:extLst>
                <a:ext uri="{FF2B5EF4-FFF2-40B4-BE49-F238E27FC236}">
                  <a16:creationId xmlns:a16="http://schemas.microsoft.com/office/drawing/2014/main" id="{BF4D90D8-6722-2F55-E011-84C8DEBB6140}"/>
                </a:ext>
                <a:ext uri="{C183D7F6-B498-43B3-948B-1728B52AA6E4}">
                  <adec:decorative xmlns:adec="http://schemas.microsoft.com/office/drawing/2017/decorative" val="1"/>
                </a:ext>
              </a:extLst>
            </p:cNvPr>
            <p:cNvSpPr/>
            <p:nvPr/>
          </p:nvSpPr>
          <p:spPr bwMode="auto">
            <a:xfrm>
              <a:off x="8075691" y="4297378"/>
              <a:ext cx="2009869" cy="253497"/>
            </a:xfrm>
            <a:prstGeom prst="rect">
              <a:avLst/>
            </a:prstGeom>
            <a:noFill/>
            <a:ln w="22225">
              <a:solidFill>
                <a:schemeClr val="accent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Rectangle 2">
              <a:extLst>
                <a:ext uri="{FF2B5EF4-FFF2-40B4-BE49-F238E27FC236}">
                  <a16:creationId xmlns:a16="http://schemas.microsoft.com/office/drawing/2014/main" id="{3569DF95-38F5-CE7B-F1FD-0F04C9BF6953}"/>
                </a:ext>
                <a:ext uri="{C183D7F6-B498-43B3-948B-1728B52AA6E4}">
                  <adec:decorative xmlns:adec="http://schemas.microsoft.com/office/drawing/2017/decorative" val="1"/>
                </a:ext>
              </a:extLst>
            </p:cNvPr>
            <p:cNvSpPr/>
            <p:nvPr/>
          </p:nvSpPr>
          <p:spPr bwMode="auto">
            <a:xfrm>
              <a:off x="7956795" y="2420012"/>
              <a:ext cx="2009869" cy="182512"/>
            </a:xfrm>
            <a:prstGeom prst="rect">
              <a:avLst/>
            </a:prstGeom>
            <a:noFill/>
            <a:ln w="22225">
              <a:solidFill>
                <a:schemeClr val="accent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4" name="TextBox 3">
              <a:extLst>
                <a:ext uri="{FF2B5EF4-FFF2-40B4-BE49-F238E27FC236}">
                  <a16:creationId xmlns:a16="http://schemas.microsoft.com/office/drawing/2014/main" id="{30B986D4-F79D-465A-B898-44B26DFBD57A}"/>
                </a:ext>
              </a:extLst>
            </p:cNvPr>
            <p:cNvSpPr txBox="1"/>
            <p:nvPr/>
          </p:nvSpPr>
          <p:spPr>
            <a:xfrm>
              <a:off x="10475414" y="2359724"/>
              <a:ext cx="1386673" cy="246221"/>
            </a:xfrm>
            <a:prstGeom prst="rect">
              <a:avLst/>
            </a:prstGeom>
            <a:noFill/>
          </p:spPr>
          <p:txBody>
            <a:bodyPr wrap="square" lIns="0" tIns="0" rIns="0" bIns="0" rtlCol="0">
              <a:spAutoFit/>
            </a:bodyPr>
            <a:lstStyle/>
            <a:p>
              <a:pPr algn="l"/>
              <a:r>
                <a:rPr lang="en-US" sz="1600" b="1" dirty="0">
                  <a:solidFill>
                    <a:srgbClr val="F4364C"/>
                  </a:solidFill>
                </a:rPr>
                <a:t>Startup RAM</a:t>
              </a:r>
            </a:p>
          </p:txBody>
        </p:sp>
        <p:sp>
          <p:nvSpPr>
            <p:cNvPr id="5" name="Arrow: Left 4">
              <a:extLst>
                <a:ext uri="{FF2B5EF4-FFF2-40B4-BE49-F238E27FC236}">
                  <a16:creationId xmlns:a16="http://schemas.microsoft.com/office/drawing/2014/main" id="{C3C84F24-3F87-511C-4EC9-28440095464A}"/>
                </a:ext>
              </a:extLst>
            </p:cNvPr>
            <p:cNvSpPr/>
            <p:nvPr/>
          </p:nvSpPr>
          <p:spPr bwMode="auto">
            <a:xfrm>
              <a:off x="10072307" y="2444175"/>
              <a:ext cx="351692" cy="121577"/>
            </a:xfrm>
            <a:prstGeom prst="leftArrow">
              <a:avLst/>
            </a:prstGeom>
            <a:solidFill>
              <a:srgbClr val="F4364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a:solidFill>
                  <a:srgbClr val="FF0000"/>
                </a:solidFill>
                <a:ea typeface="Segoe UI" pitchFamily="34" charset="0"/>
                <a:cs typeface="Segoe UI" pitchFamily="34" charset="0"/>
              </a:endParaRPr>
            </a:p>
          </p:txBody>
        </p:sp>
      </p:grpSp>
    </p:spTree>
    <p:extLst>
      <p:ext uri="{BB962C8B-B14F-4D97-AF65-F5344CB8AC3E}">
        <p14:creationId xmlns:p14="http://schemas.microsoft.com/office/powerpoint/2010/main" val="2319448661"/>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B91AF0E-FA57-B189-DEAB-635BEF576E5F}"/>
              </a:ext>
            </a:extLst>
          </p:cNvPr>
          <p:cNvSpPr>
            <a:spLocks noGrp="1"/>
          </p:cNvSpPr>
          <p:nvPr>
            <p:ph type="title"/>
          </p:nvPr>
        </p:nvSpPr>
        <p:spPr>
          <a:xfrm>
            <a:off x="588262" y="596867"/>
            <a:ext cx="11013474" cy="502246"/>
          </a:xfrm>
        </p:spPr>
        <p:txBody>
          <a:bodyPr/>
          <a:lstStyle/>
          <a:p>
            <a:r>
              <a:rPr lang="en-US" dirty="0"/>
              <a:t>Hyper-V Storage considerations </a:t>
            </a:r>
          </a:p>
        </p:txBody>
      </p:sp>
      <p:sp>
        <p:nvSpPr>
          <p:cNvPr id="6" name="Text Placeholder 2">
            <a:extLst>
              <a:ext uri="{FF2B5EF4-FFF2-40B4-BE49-F238E27FC236}">
                <a16:creationId xmlns:a16="http://schemas.microsoft.com/office/drawing/2014/main" id="{14676A31-5AC9-81D8-36CB-64EEF61DAA16}"/>
              </a:ext>
            </a:extLst>
          </p:cNvPr>
          <p:cNvSpPr txBox="1">
            <a:spLocks/>
          </p:cNvSpPr>
          <p:nvPr/>
        </p:nvSpPr>
        <p:spPr>
          <a:xfrm>
            <a:off x="588262" y="1593354"/>
            <a:ext cx="11013474" cy="4274456"/>
          </a:xfrm>
          <a:prstGeom prst="rect">
            <a:avLst/>
          </a:prstGeom>
        </p:spPr>
        <p:txBody>
          <a:bodyPr lIns="0" tIns="0" rIns="0" bIns="0"/>
          <a:lstStyle>
            <a:lvl1pPr marL="0" marR="0" indent="0" algn="l" defTabSz="932742" rtl="0" eaLnBrk="1" fontAlgn="auto" latinLnBrk="0" hangingPunct="1">
              <a:lnSpc>
                <a:spcPct val="100000"/>
              </a:lnSpc>
              <a:spcBef>
                <a:spcPts val="1200"/>
              </a:spcBef>
              <a:spcAft>
                <a:spcPts val="0"/>
              </a:spcAft>
              <a:buClrTx/>
              <a:buSzPct val="90000"/>
              <a:buFont typeface="Arial" panose="020B0604020202020204" pitchFamily="34" charset="0"/>
              <a:buNone/>
              <a:tabLst/>
              <a:defRPr lang="en-US" sz="2000" b="0" kern="1200" spc="-50" baseline="0" dirty="0" smtClean="0">
                <a:solidFill>
                  <a:srgbClr val="000000"/>
                </a:solidFill>
                <a:latin typeface="+mn-lt"/>
                <a:ea typeface="+mn-ea"/>
                <a:cs typeface="+mn-cs"/>
              </a:defRPr>
            </a:lvl1pPr>
            <a:lvl2pPr marL="290513" marR="0" indent="-290513" algn="l" defTabSz="932742" rtl="0" eaLnBrk="1" fontAlgn="auto" latinLnBrk="0" hangingPunct="1">
              <a:lnSpc>
                <a:spcPct val="100000"/>
              </a:lnSpc>
              <a:spcBef>
                <a:spcPts val="600"/>
              </a:spcBef>
              <a:spcAft>
                <a:spcPts val="0"/>
              </a:spcAft>
              <a:buClrTx/>
              <a:buSzPct val="95000"/>
              <a:buFont typeface="Wingdings" panose="05000000000000000000" pitchFamily="2" charset="2"/>
              <a:buChar char="§"/>
              <a:tabLst/>
              <a:defRPr lang="en-US" sz="2000" b="0" kern="1200" spc="-50" baseline="0" dirty="0" smtClean="0">
                <a:solidFill>
                  <a:srgbClr val="000000"/>
                </a:solidFill>
                <a:latin typeface="+mn-lt"/>
                <a:ea typeface="+mn-ea"/>
                <a:cs typeface="+mn-cs"/>
              </a:defRPr>
            </a:lvl2pPr>
            <a:lvl3pPr marL="566928" marR="0" indent="-283464" algn="l" defTabSz="932742" rtl="0" eaLnBrk="1" fontAlgn="auto" latinLnBrk="0" hangingPunct="1">
              <a:lnSpc>
                <a:spcPct val="100000"/>
              </a:lnSpc>
              <a:spcBef>
                <a:spcPts val="600"/>
              </a:spcBef>
              <a:spcAft>
                <a:spcPts val="0"/>
              </a:spcAft>
              <a:buClrTx/>
              <a:buSzPct val="75000"/>
              <a:buFont typeface="Courier New" panose="02070309020205020404" pitchFamily="49" charset="0"/>
              <a:buChar char="o"/>
              <a:tabLst/>
              <a:defRPr lang="en-US" sz="2000" b="0" kern="1200" spc="0" baseline="0" dirty="0" smtClean="0">
                <a:solidFill>
                  <a:srgbClr val="000000"/>
                </a:solidFill>
                <a:latin typeface="+mn-lt"/>
                <a:ea typeface="+mn-ea"/>
                <a:cs typeface="+mn-cs"/>
              </a:defRPr>
            </a:lvl3pPr>
            <a:lvl4pPr marL="859536" marR="0" indent="-283464" algn="l" defTabSz="932742" rtl="0" eaLnBrk="1" fontAlgn="auto" latinLnBrk="0" hangingPunct="1">
              <a:lnSpc>
                <a:spcPct val="100000"/>
              </a:lnSpc>
              <a:spcBef>
                <a:spcPts val="600"/>
              </a:spcBef>
              <a:spcAft>
                <a:spcPts val="0"/>
              </a:spcAft>
              <a:buClrTx/>
              <a:buSzPct val="90000"/>
              <a:buFont typeface="Arial" panose="020B0604020202020204" pitchFamily="34" charset="0"/>
              <a:buChar char="•"/>
              <a:tabLst/>
              <a:defRPr lang="en-US" sz="2000" b="0" kern="1200" spc="0" baseline="0" dirty="0" smtClean="0">
                <a:solidFill>
                  <a:srgbClr val="000000"/>
                </a:solidFill>
                <a:latin typeface="+mn-lt"/>
                <a:ea typeface="+mn-ea"/>
                <a:cs typeface="+mn-cs"/>
              </a:defRPr>
            </a:lvl4pPr>
            <a:lvl5pPr marL="1146175" marR="0" indent="-282575" algn="l" defTabSz="932742" rtl="0" eaLnBrk="1" fontAlgn="auto" latinLnBrk="0" hangingPunct="1">
              <a:lnSpc>
                <a:spcPct val="100000"/>
              </a:lnSpc>
              <a:spcBef>
                <a:spcPts val="600"/>
              </a:spcBef>
              <a:spcAft>
                <a:spcPts val="0"/>
              </a:spcAft>
              <a:buClrTx/>
              <a:buSzPct val="90000"/>
              <a:buFont typeface="Segoe UI" panose="020B0502040204020203" pitchFamily="34" charset="0"/>
              <a:buChar char="▫"/>
              <a:tabLst/>
              <a:defRPr lang="en-US" sz="2000" b="0" kern="1200" spc="0" baseline="0" dirty="0">
                <a:solidFill>
                  <a:srgbClr val="000000"/>
                </a:solidFill>
                <a:latin typeface="+mn-lt"/>
                <a:ea typeface="+mn-ea"/>
                <a:cs typeface="+mn-cs"/>
              </a:defRPr>
            </a:lvl5pPr>
            <a:lvl6pPr marL="1146175" indent="-284163" algn="l" defTabSz="932742" rtl="0" eaLnBrk="1" latinLnBrk="0" hangingPunct="1">
              <a:spcBef>
                <a:spcPct val="20000"/>
              </a:spcBef>
              <a:spcAft>
                <a:spcPts val="600"/>
              </a:spcAft>
              <a:buFont typeface="Segoe UI" panose="020B0502040204020203" pitchFamily="34" charset="0"/>
              <a:buChar char="▫"/>
              <a:defRPr lang="en-CA" sz="2000" b="0" kern="1200" spc="0" baseline="0" dirty="0" smtClean="0">
                <a:solidFill>
                  <a:srgbClr val="000000"/>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spcAft>
                <a:spcPts val="600"/>
              </a:spcAft>
            </a:pPr>
            <a:r>
              <a:rPr lang="en-US" sz="2200" b="1" spc="0" dirty="0">
                <a:solidFill>
                  <a:schemeClr val="tx1"/>
                </a:solidFill>
                <a:latin typeface="+mj-lt"/>
              </a:rPr>
              <a:t>Consider the following factors when planning storage for virtual hard disks</a:t>
            </a:r>
          </a:p>
          <a:p>
            <a:pPr marL="406400" indent="-254000">
              <a:spcBef>
                <a:spcPts val="0"/>
              </a:spcBef>
              <a:spcAft>
                <a:spcPts val="900"/>
              </a:spcAft>
              <a:buFont typeface="Arial" panose="020B0604020202020204" pitchFamily="34" charset="0"/>
              <a:buChar char="•"/>
            </a:pPr>
            <a:r>
              <a:rPr lang="en-US" spc="0" dirty="0">
                <a:solidFill>
                  <a:schemeClr val="tx1"/>
                </a:solidFill>
              </a:rPr>
              <a:t>High-performance connection to storage</a:t>
            </a:r>
          </a:p>
          <a:p>
            <a:pPr marL="406400" indent="-254000">
              <a:spcBef>
                <a:spcPts val="0"/>
              </a:spcBef>
              <a:spcAft>
                <a:spcPts val="900"/>
              </a:spcAft>
              <a:buFont typeface="Arial" panose="020B0604020202020204" pitchFamily="34" charset="0"/>
              <a:buChar char="•"/>
            </a:pPr>
            <a:r>
              <a:rPr lang="en-US" spc="0" dirty="0">
                <a:solidFill>
                  <a:schemeClr val="tx1"/>
                </a:solidFill>
              </a:rPr>
              <a:t>Redundant storage</a:t>
            </a:r>
          </a:p>
          <a:p>
            <a:pPr marL="406400" indent="-254000">
              <a:spcBef>
                <a:spcPts val="0"/>
              </a:spcBef>
              <a:spcAft>
                <a:spcPts val="900"/>
              </a:spcAft>
              <a:buFont typeface="Arial" panose="020B0604020202020204" pitchFamily="34" charset="0"/>
              <a:buChar char="•"/>
            </a:pPr>
            <a:r>
              <a:rPr lang="en-US" spc="0" dirty="0">
                <a:solidFill>
                  <a:schemeClr val="tx1"/>
                </a:solidFill>
              </a:rPr>
              <a:t>High-performance storage</a:t>
            </a:r>
          </a:p>
          <a:p>
            <a:pPr marL="406400" indent="-254000">
              <a:spcBef>
                <a:spcPts val="0"/>
              </a:spcBef>
              <a:spcAft>
                <a:spcPts val="900"/>
              </a:spcAft>
              <a:buFont typeface="Arial" panose="020B0604020202020204" pitchFamily="34" charset="0"/>
              <a:buChar char="•"/>
            </a:pPr>
            <a:r>
              <a:rPr lang="en-US" spc="0" dirty="0">
                <a:solidFill>
                  <a:schemeClr val="tx1"/>
                </a:solidFill>
              </a:rPr>
              <a:t>Adequate growth space</a:t>
            </a:r>
          </a:p>
          <a:p>
            <a:pPr>
              <a:spcBef>
                <a:spcPts val="0"/>
              </a:spcBef>
              <a:spcAft>
                <a:spcPts val="600"/>
              </a:spcAft>
            </a:pPr>
            <a:r>
              <a:rPr lang="en-US" sz="2200" b="1" spc="0" dirty="0">
                <a:solidFill>
                  <a:schemeClr val="tx1"/>
                </a:solidFill>
                <a:latin typeface="+mj-lt"/>
              </a:rPr>
              <a:t>Supported storage types include</a:t>
            </a:r>
          </a:p>
          <a:p>
            <a:pPr marL="406400" indent="-254000">
              <a:spcBef>
                <a:spcPts val="0"/>
              </a:spcBef>
              <a:spcAft>
                <a:spcPts val="900"/>
              </a:spcAft>
              <a:buFont typeface="Arial" panose="020B0604020202020204" pitchFamily="34" charset="0"/>
              <a:buChar char="•"/>
            </a:pPr>
            <a:r>
              <a:rPr lang="en-US" spc="0" dirty="0">
                <a:solidFill>
                  <a:schemeClr val="tx1"/>
                </a:solidFill>
              </a:rPr>
              <a:t>Fibre channel connections</a:t>
            </a:r>
          </a:p>
          <a:p>
            <a:pPr marL="406400" indent="-254000">
              <a:spcBef>
                <a:spcPts val="0"/>
              </a:spcBef>
              <a:spcAft>
                <a:spcPts val="900"/>
              </a:spcAft>
              <a:buFont typeface="Arial" panose="020B0604020202020204" pitchFamily="34" charset="0"/>
              <a:buChar char="•"/>
            </a:pPr>
            <a:r>
              <a:rPr lang="en-US" spc="0" dirty="0">
                <a:solidFill>
                  <a:schemeClr val="tx1"/>
                </a:solidFill>
              </a:rPr>
              <a:t>Server Message Block (SMB) 3.0 file shares</a:t>
            </a:r>
          </a:p>
        </p:txBody>
      </p:sp>
    </p:spTree>
    <p:extLst>
      <p:ext uri="{BB962C8B-B14F-4D97-AF65-F5344CB8AC3E}">
        <p14:creationId xmlns:p14="http://schemas.microsoft.com/office/powerpoint/2010/main" val="2996794792"/>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E3C2D167-4A41-453E-7253-E17D68C4C445}"/>
              </a:ext>
            </a:extLst>
          </p:cNvPr>
          <p:cNvSpPr>
            <a:spLocks noGrp="1"/>
          </p:cNvSpPr>
          <p:nvPr>
            <p:ph type="title"/>
          </p:nvPr>
        </p:nvSpPr>
        <p:spPr>
          <a:xfrm>
            <a:off x="588262" y="596867"/>
            <a:ext cx="11011601" cy="502246"/>
          </a:xfrm>
        </p:spPr>
        <p:txBody>
          <a:bodyPr/>
          <a:lstStyle/>
          <a:p>
            <a:r>
              <a:rPr lang="en-US" dirty="0"/>
              <a:t>Virtual hard disk (1/2)</a:t>
            </a:r>
          </a:p>
        </p:txBody>
      </p:sp>
      <p:sp>
        <p:nvSpPr>
          <p:cNvPr id="3" name="Text Placeholder 2">
            <a:extLst>
              <a:ext uri="{FF2B5EF4-FFF2-40B4-BE49-F238E27FC236}">
                <a16:creationId xmlns:a16="http://schemas.microsoft.com/office/drawing/2014/main" id="{14D5CBA9-BDA2-A2E2-44D0-447068F40AED}"/>
              </a:ext>
            </a:extLst>
          </p:cNvPr>
          <p:cNvSpPr>
            <a:spLocks noGrp="1"/>
          </p:cNvSpPr>
          <p:nvPr>
            <p:ph type="body" sz="quarter" idx="17"/>
          </p:nvPr>
        </p:nvSpPr>
        <p:spPr>
          <a:xfrm>
            <a:off x="584200" y="1593354"/>
            <a:ext cx="11010900" cy="344487"/>
          </a:xfrm>
        </p:spPr>
        <p:txBody>
          <a:bodyPr/>
          <a:lstStyle/>
          <a:p>
            <a:r>
              <a:rPr lang="en-US" dirty="0"/>
              <a:t>Virtual hard disk formats include</a:t>
            </a:r>
          </a:p>
        </p:txBody>
      </p:sp>
      <p:sp>
        <p:nvSpPr>
          <p:cNvPr id="5" name="Text Placeholder 2">
            <a:extLst>
              <a:ext uri="{FF2B5EF4-FFF2-40B4-BE49-F238E27FC236}">
                <a16:creationId xmlns:a16="http://schemas.microsoft.com/office/drawing/2014/main" id="{7209A20F-2340-534E-ACBF-015936D31414}"/>
              </a:ext>
            </a:extLst>
          </p:cNvPr>
          <p:cNvSpPr txBox="1">
            <a:spLocks/>
          </p:cNvSpPr>
          <p:nvPr/>
        </p:nvSpPr>
        <p:spPr>
          <a:xfrm>
            <a:off x="584200" y="2099910"/>
            <a:ext cx="11010900" cy="2831544"/>
          </a:xfrm>
          <a:prstGeom prst="rect">
            <a:avLst/>
          </a:prstGeom>
        </p:spPr>
        <p:txBody>
          <a:bodyPr lIns="0" tIns="0" rIns="0" bIns="0">
            <a:spAutoFit/>
          </a:bodyPr>
          <a:lstStyle>
            <a:lvl1pPr marL="0" marR="0" indent="0" algn="l" defTabSz="932742" rtl="0" eaLnBrk="1" fontAlgn="auto" latinLnBrk="0" hangingPunct="1">
              <a:lnSpc>
                <a:spcPct val="100000"/>
              </a:lnSpc>
              <a:spcBef>
                <a:spcPts val="1200"/>
              </a:spcBef>
              <a:spcAft>
                <a:spcPts val="0"/>
              </a:spcAft>
              <a:buClrTx/>
              <a:buSzPct val="90000"/>
              <a:buFont typeface="Arial" panose="020B0604020202020204" pitchFamily="34" charset="0"/>
              <a:buNone/>
              <a:tabLst/>
              <a:defRPr lang="en-US" sz="2000" b="0" kern="1200" spc="-50" baseline="0" dirty="0" smtClean="0">
                <a:solidFill>
                  <a:srgbClr val="000000"/>
                </a:solidFill>
                <a:latin typeface="+mn-lt"/>
                <a:ea typeface="+mn-ea"/>
                <a:cs typeface="+mn-cs"/>
              </a:defRPr>
            </a:lvl1pPr>
            <a:lvl2pPr marL="290513" marR="0" indent="-290513" algn="l" defTabSz="932742" rtl="0" eaLnBrk="1" fontAlgn="auto" latinLnBrk="0" hangingPunct="1">
              <a:lnSpc>
                <a:spcPct val="100000"/>
              </a:lnSpc>
              <a:spcBef>
                <a:spcPts val="600"/>
              </a:spcBef>
              <a:spcAft>
                <a:spcPts val="0"/>
              </a:spcAft>
              <a:buClrTx/>
              <a:buSzPct val="95000"/>
              <a:buFont typeface="Wingdings" panose="05000000000000000000" pitchFamily="2" charset="2"/>
              <a:buChar char="§"/>
              <a:tabLst/>
              <a:defRPr lang="en-US" sz="2000" b="0" kern="1200" spc="-50" baseline="0" dirty="0" smtClean="0">
                <a:solidFill>
                  <a:srgbClr val="000000"/>
                </a:solidFill>
                <a:latin typeface="+mn-lt"/>
                <a:ea typeface="+mn-ea"/>
                <a:cs typeface="+mn-cs"/>
              </a:defRPr>
            </a:lvl2pPr>
            <a:lvl3pPr marL="566928" marR="0" indent="-283464" algn="l" defTabSz="932742" rtl="0" eaLnBrk="1" fontAlgn="auto" latinLnBrk="0" hangingPunct="1">
              <a:lnSpc>
                <a:spcPct val="100000"/>
              </a:lnSpc>
              <a:spcBef>
                <a:spcPts val="600"/>
              </a:spcBef>
              <a:spcAft>
                <a:spcPts val="0"/>
              </a:spcAft>
              <a:buClrTx/>
              <a:buSzPct val="75000"/>
              <a:buFont typeface="Courier New" panose="02070309020205020404" pitchFamily="49" charset="0"/>
              <a:buChar char="o"/>
              <a:tabLst/>
              <a:defRPr lang="en-US" sz="2000" b="0" kern="1200" spc="0" baseline="0" dirty="0" smtClean="0">
                <a:solidFill>
                  <a:srgbClr val="000000"/>
                </a:solidFill>
                <a:latin typeface="+mn-lt"/>
                <a:ea typeface="+mn-ea"/>
                <a:cs typeface="+mn-cs"/>
              </a:defRPr>
            </a:lvl3pPr>
            <a:lvl4pPr marL="859536" marR="0" indent="-283464" algn="l" defTabSz="932742" rtl="0" eaLnBrk="1" fontAlgn="auto" latinLnBrk="0" hangingPunct="1">
              <a:lnSpc>
                <a:spcPct val="100000"/>
              </a:lnSpc>
              <a:spcBef>
                <a:spcPts val="600"/>
              </a:spcBef>
              <a:spcAft>
                <a:spcPts val="0"/>
              </a:spcAft>
              <a:buClrTx/>
              <a:buSzPct val="90000"/>
              <a:buFont typeface="Arial" panose="020B0604020202020204" pitchFamily="34" charset="0"/>
              <a:buChar char="•"/>
              <a:tabLst/>
              <a:defRPr lang="en-US" sz="2000" b="0" kern="1200" spc="0" baseline="0" dirty="0" smtClean="0">
                <a:solidFill>
                  <a:srgbClr val="000000"/>
                </a:solidFill>
                <a:latin typeface="+mn-lt"/>
                <a:ea typeface="+mn-ea"/>
                <a:cs typeface="+mn-cs"/>
              </a:defRPr>
            </a:lvl4pPr>
            <a:lvl5pPr marL="1146175" marR="0" indent="-282575" algn="l" defTabSz="932742" rtl="0" eaLnBrk="1" fontAlgn="auto" latinLnBrk="0" hangingPunct="1">
              <a:lnSpc>
                <a:spcPct val="100000"/>
              </a:lnSpc>
              <a:spcBef>
                <a:spcPts val="600"/>
              </a:spcBef>
              <a:spcAft>
                <a:spcPts val="0"/>
              </a:spcAft>
              <a:buClrTx/>
              <a:buSzPct val="90000"/>
              <a:buFont typeface="Segoe UI" panose="020B0502040204020203" pitchFamily="34" charset="0"/>
              <a:buChar char="▫"/>
              <a:tabLst/>
              <a:defRPr lang="en-US" sz="2000" b="0" kern="1200" spc="0" baseline="0" dirty="0">
                <a:solidFill>
                  <a:srgbClr val="000000"/>
                </a:solidFill>
                <a:latin typeface="+mn-lt"/>
                <a:ea typeface="+mn-ea"/>
                <a:cs typeface="+mn-cs"/>
              </a:defRPr>
            </a:lvl5pPr>
            <a:lvl6pPr marL="1146175" indent="-284163" algn="l" defTabSz="932742" rtl="0" eaLnBrk="1" latinLnBrk="0" hangingPunct="1">
              <a:spcBef>
                <a:spcPct val="20000"/>
              </a:spcBef>
              <a:spcAft>
                <a:spcPts val="600"/>
              </a:spcAft>
              <a:buFont typeface="Segoe UI" panose="020B0502040204020203" pitchFamily="34" charset="0"/>
              <a:buChar char="▫"/>
              <a:defRPr lang="en-CA" sz="2000" b="0" kern="1200" spc="0" baseline="0" dirty="0" smtClean="0">
                <a:solidFill>
                  <a:srgbClr val="000000"/>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spcAft>
                <a:spcPts val="600"/>
              </a:spcAft>
            </a:pPr>
            <a:r>
              <a:rPr lang="en-US" b="1" spc="0" dirty="0">
                <a:solidFill>
                  <a:schemeClr val="tx1"/>
                </a:solidFill>
              </a:rPr>
              <a:t>VHD</a:t>
            </a:r>
          </a:p>
          <a:p>
            <a:pPr marL="347663" indent="-228600">
              <a:spcBef>
                <a:spcPts val="0"/>
              </a:spcBef>
              <a:spcAft>
                <a:spcPts val="1200"/>
              </a:spcAft>
              <a:buFont typeface="Arial" panose="020B0604020202020204" pitchFamily="34" charset="0"/>
              <a:buChar char="•"/>
            </a:pPr>
            <a:r>
              <a:rPr lang="en-US" sz="1800" spc="0" dirty="0">
                <a:solidFill>
                  <a:schemeClr val="tx1"/>
                </a:solidFill>
              </a:rPr>
              <a:t>Up to 2040 GB in size</a:t>
            </a:r>
          </a:p>
          <a:p>
            <a:pPr marL="347663" indent="-228600">
              <a:spcBef>
                <a:spcPts val="0"/>
              </a:spcBef>
              <a:spcAft>
                <a:spcPts val="1200"/>
              </a:spcAft>
              <a:buFont typeface="Arial" panose="020B0604020202020204" pitchFamily="34" charset="0"/>
              <a:buChar char="•"/>
            </a:pPr>
            <a:r>
              <a:rPr lang="en-US" sz="1800" spc="0" dirty="0">
                <a:solidFill>
                  <a:schemeClr val="tx1"/>
                </a:solidFill>
              </a:rPr>
              <a:t>Typically used to support older Hyper-V versions</a:t>
            </a:r>
          </a:p>
          <a:p>
            <a:pPr>
              <a:spcBef>
                <a:spcPts val="0"/>
              </a:spcBef>
              <a:spcAft>
                <a:spcPts val="600"/>
              </a:spcAft>
            </a:pPr>
            <a:r>
              <a:rPr lang="en-US" b="1" spc="0" dirty="0">
                <a:solidFill>
                  <a:schemeClr val="tx1"/>
                </a:solidFill>
              </a:rPr>
              <a:t>VHDX</a:t>
            </a:r>
          </a:p>
          <a:p>
            <a:pPr marL="347663" indent="-228600">
              <a:spcBef>
                <a:spcPts val="0"/>
              </a:spcBef>
              <a:spcAft>
                <a:spcPts val="1200"/>
              </a:spcAft>
              <a:buFont typeface="Arial" panose="020B0604020202020204" pitchFamily="34" charset="0"/>
              <a:buChar char="•"/>
            </a:pPr>
            <a:r>
              <a:rPr lang="en-US" sz="1800" spc="0" dirty="0">
                <a:solidFill>
                  <a:schemeClr val="tx1"/>
                </a:solidFill>
              </a:rPr>
              <a:t>Up to 64 TB in size</a:t>
            </a:r>
          </a:p>
          <a:p>
            <a:pPr marL="347663" indent="-228600">
              <a:spcBef>
                <a:spcPts val="0"/>
              </a:spcBef>
              <a:spcAft>
                <a:spcPts val="1200"/>
              </a:spcAft>
              <a:buFont typeface="Arial" panose="020B0604020202020204" pitchFamily="34" charset="0"/>
              <a:buChar char="•"/>
            </a:pPr>
            <a:r>
              <a:rPr lang="en-US" sz="1800" spc="0" dirty="0">
                <a:solidFill>
                  <a:schemeClr val="tx1"/>
                </a:solidFill>
              </a:rPr>
              <a:t>Recovery from corruption issues</a:t>
            </a:r>
          </a:p>
          <a:p>
            <a:pPr marL="347663" indent="-228600">
              <a:spcBef>
                <a:spcPts val="0"/>
              </a:spcBef>
              <a:spcAft>
                <a:spcPts val="1200"/>
              </a:spcAft>
              <a:buFont typeface="Arial" panose="020B0604020202020204" pitchFamily="34" charset="0"/>
              <a:buChar char="•"/>
            </a:pPr>
            <a:r>
              <a:rPr lang="en-US" sz="1800" spc="0" dirty="0">
                <a:solidFill>
                  <a:schemeClr val="tx1"/>
                </a:solidFill>
              </a:rPr>
              <a:t>Supports larger block size resulting in increased performance</a:t>
            </a:r>
          </a:p>
        </p:txBody>
      </p:sp>
    </p:spTree>
    <p:extLst>
      <p:ext uri="{BB962C8B-B14F-4D97-AF65-F5344CB8AC3E}">
        <p14:creationId xmlns:p14="http://schemas.microsoft.com/office/powerpoint/2010/main" val="2569441009"/>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78CC29D-4F79-3A02-5452-8646AB70615C}"/>
              </a:ext>
            </a:extLst>
          </p:cNvPr>
          <p:cNvSpPr>
            <a:spLocks noGrp="1"/>
          </p:cNvSpPr>
          <p:nvPr>
            <p:ph type="title"/>
          </p:nvPr>
        </p:nvSpPr>
        <p:spPr>
          <a:xfrm>
            <a:off x="588262" y="596867"/>
            <a:ext cx="11013474" cy="502246"/>
          </a:xfrm>
        </p:spPr>
        <p:txBody>
          <a:bodyPr/>
          <a:lstStyle/>
          <a:p>
            <a:r>
              <a:rPr lang="en-US" dirty="0"/>
              <a:t>Virtual hard disk (2/2)</a:t>
            </a:r>
          </a:p>
        </p:txBody>
      </p:sp>
      <p:graphicFrame>
        <p:nvGraphicFramePr>
          <p:cNvPr id="11" name="Table 10">
            <a:extLst>
              <a:ext uri="{FF2B5EF4-FFF2-40B4-BE49-F238E27FC236}">
                <a16:creationId xmlns:a16="http://schemas.microsoft.com/office/drawing/2014/main" id="{120FB285-6C7E-4030-87EF-8D14BDBAFA3B}"/>
              </a:ext>
            </a:extLst>
          </p:cNvPr>
          <p:cNvGraphicFramePr>
            <a:graphicFrameLocks noGrp="1"/>
          </p:cNvGraphicFramePr>
          <p:nvPr>
            <p:extLst>
              <p:ext uri="{D42A27DB-BD31-4B8C-83A1-F6EECF244321}">
                <p14:modId xmlns:p14="http://schemas.microsoft.com/office/powerpoint/2010/main" val="950751259"/>
              </p:ext>
            </p:extLst>
          </p:nvPr>
        </p:nvGraphicFramePr>
        <p:xfrm>
          <a:off x="576698" y="1619930"/>
          <a:ext cx="10796972" cy="4286895"/>
        </p:xfrm>
        <a:graphic>
          <a:graphicData uri="http://schemas.openxmlformats.org/drawingml/2006/table">
            <a:tbl>
              <a:tblPr firstRow="1" bandRow="1">
                <a:tableStyleId>{B301B821-A1FF-4177-AEE7-76D212191A09}</a:tableStyleId>
              </a:tblPr>
              <a:tblGrid>
                <a:gridCol w="2866712">
                  <a:extLst>
                    <a:ext uri="{9D8B030D-6E8A-4147-A177-3AD203B41FA5}">
                      <a16:colId xmlns:a16="http://schemas.microsoft.com/office/drawing/2014/main" val="2759463302"/>
                    </a:ext>
                  </a:extLst>
                </a:gridCol>
                <a:gridCol w="7930260">
                  <a:extLst>
                    <a:ext uri="{9D8B030D-6E8A-4147-A177-3AD203B41FA5}">
                      <a16:colId xmlns:a16="http://schemas.microsoft.com/office/drawing/2014/main" val="3750830858"/>
                    </a:ext>
                  </a:extLst>
                </a:gridCol>
              </a:tblGrid>
              <a:tr h="537855">
                <a:tc>
                  <a:txBody>
                    <a:bodyPr/>
                    <a:lstStyle/>
                    <a:p>
                      <a:pPr marL="0" marR="0" lvl="0" indent="0" algn="l" defTabSz="932742" rtl="0" eaLnBrk="1" fontAlgn="t" latinLnBrk="0" hangingPunct="1">
                        <a:lnSpc>
                          <a:spcPct val="100000"/>
                        </a:lnSpc>
                        <a:spcBef>
                          <a:spcPts val="0"/>
                        </a:spcBef>
                        <a:spcAft>
                          <a:spcPts val="0"/>
                        </a:spcAft>
                        <a:buClrTx/>
                        <a:buSzTx/>
                        <a:buFontTx/>
                        <a:buNone/>
                        <a:tabLst/>
                        <a:defRPr/>
                      </a:pPr>
                      <a:r>
                        <a:rPr lang="en-US" sz="2200" b="0" kern="1200" dirty="0">
                          <a:solidFill>
                            <a:schemeClr val="tx1"/>
                          </a:solidFill>
                          <a:effectLst/>
                          <a:latin typeface="+mj-lt"/>
                          <a:ea typeface="+mn-ea"/>
                          <a:cs typeface="+mn-cs"/>
                        </a:rPr>
                        <a:t>Type of disc</a:t>
                      </a:r>
                    </a:p>
                  </a:txBody>
                  <a:tcPr marL="134464" marR="134464" marT="64008" marB="91440" anchor="ctr">
                    <a:lnL w="6350" cap="flat" cmpd="sng" algn="ctr">
                      <a:solidFill>
                        <a:schemeClr val="bg1">
                          <a:lumMod val="5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solidFill>
                      <a:schemeClr val="accent3">
                        <a:lumMod val="60000"/>
                        <a:lumOff val="40000"/>
                      </a:schemeClr>
                    </a:solidFill>
                  </a:tcPr>
                </a:tc>
                <a:tc>
                  <a:txBody>
                    <a:bodyPr/>
                    <a:lstStyle/>
                    <a:p>
                      <a:pPr marL="0" marR="0" lvl="0" indent="0" algn="l" defTabSz="932742" rtl="0" eaLnBrk="1" fontAlgn="t" latinLnBrk="0" hangingPunct="1">
                        <a:lnSpc>
                          <a:spcPct val="100000"/>
                        </a:lnSpc>
                        <a:spcBef>
                          <a:spcPts val="0"/>
                        </a:spcBef>
                        <a:spcAft>
                          <a:spcPts val="0"/>
                        </a:spcAft>
                        <a:buClrTx/>
                        <a:buSzTx/>
                        <a:buFontTx/>
                        <a:buNone/>
                        <a:tabLst/>
                        <a:defRPr/>
                      </a:pPr>
                      <a:r>
                        <a:rPr lang="en-US" sz="2200" b="0" kern="1200" dirty="0">
                          <a:solidFill>
                            <a:schemeClr val="tx1"/>
                          </a:solidFill>
                          <a:effectLst/>
                          <a:latin typeface="+mj-lt"/>
                          <a:ea typeface="+mn-ea"/>
                          <a:cs typeface="+mn-cs"/>
                        </a:rPr>
                        <a:t>Description</a:t>
                      </a:r>
                    </a:p>
                  </a:txBody>
                  <a:tcPr marL="134464" marR="134464" marT="64008" marB="9144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solidFill>
                      <a:srgbClr val="CD9BCF"/>
                    </a:solidFill>
                  </a:tcPr>
                </a:tc>
                <a:extLst>
                  <a:ext uri="{0D108BD9-81ED-4DB2-BD59-A6C34878D82A}">
                    <a16:rowId xmlns:a16="http://schemas.microsoft.com/office/drawing/2014/main" val="1953139382"/>
                  </a:ext>
                </a:extLst>
              </a:tr>
              <a:tr h="914400">
                <a:tc>
                  <a:txBody>
                    <a:bodyPr/>
                    <a:lstStyle/>
                    <a:p>
                      <a:pPr algn="l">
                        <a:lnSpc>
                          <a:spcPct val="100000"/>
                        </a:lnSpc>
                      </a:pPr>
                      <a:r>
                        <a:rPr lang="en-US" sz="1800" kern="1200" dirty="0">
                          <a:solidFill>
                            <a:schemeClr val="tx1"/>
                          </a:solidFill>
                          <a:effectLst/>
                          <a:latin typeface="+mn-lt"/>
                          <a:ea typeface="+mn-ea"/>
                          <a:cs typeface="+mn-cs"/>
                        </a:rPr>
                        <a:t>Fixed </a:t>
                      </a:r>
                    </a:p>
                  </a:txBody>
                  <a:tcPr marL="134464" marR="134464" marT="91440" marB="9144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800" kern="1200" noProof="0" dirty="0">
                          <a:solidFill>
                            <a:schemeClr val="tx1"/>
                          </a:solidFill>
                          <a:effectLst/>
                          <a:latin typeface="+mn-lt"/>
                          <a:ea typeface="+mn-ea"/>
                          <a:cs typeface="+mn-cs"/>
                        </a:rPr>
                        <a:t>Allocates all of the hard disk space immediately</a:t>
                      </a:r>
                    </a:p>
                  </a:txBody>
                  <a:tcPr marL="134464" marR="134464" marT="91440" marB="9144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118657062"/>
                  </a:ext>
                </a:extLst>
              </a:tr>
              <a:tr h="914400">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800" kern="1200" noProof="0" dirty="0">
                          <a:solidFill>
                            <a:schemeClr val="tx1"/>
                          </a:solidFill>
                          <a:effectLst/>
                          <a:latin typeface="+mn-lt"/>
                          <a:ea typeface="+mn-ea"/>
                          <a:cs typeface="+mn-cs"/>
                        </a:rPr>
                        <a:t>Dynamic</a:t>
                      </a:r>
                    </a:p>
                  </a:txBody>
                  <a:tcPr marL="134464" marR="134464" marT="91440" marB="9144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800" kern="1200" noProof="0" dirty="0">
                          <a:solidFill>
                            <a:schemeClr val="tx1"/>
                          </a:solidFill>
                          <a:effectLst/>
                          <a:latin typeface="+mn-lt"/>
                          <a:ea typeface="+mn-ea"/>
                          <a:cs typeface="+mn-cs"/>
                        </a:rPr>
                        <a:t>The disk only uses the amount of space that needs to be allocated, and it grows as necessary</a:t>
                      </a:r>
                    </a:p>
                  </a:txBody>
                  <a:tcPr marL="134464" marR="134464" marT="91440" marB="9144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899532922"/>
                  </a:ext>
                </a:extLst>
              </a:tr>
              <a:tr h="914400">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800" kern="1200" noProof="0" dirty="0">
                          <a:solidFill>
                            <a:schemeClr val="tx1"/>
                          </a:solidFill>
                          <a:effectLst/>
                          <a:latin typeface="+mn-lt"/>
                          <a:ea typeface="+mn-ea"/>
                          <a:cs typeface="+mn-cs"/>
                        </a:rPr>
                        <a:t>Differencing</a:t>
                      </a:r>
                    </a:p>
                  </a:txBody>
                  <a:tcPr marL="134464" marR="134464" marT="91440" marB="9144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800" kern="1200" noProof="0" dirty="0">
                          <a:solidFill>
                            <a:schemeClr val="tx1"/>
                          </a:solidFill>
                          <a:effectLst/>
                          <a:latin typeface="+mn-lt"/>
                          <a:ea typeface="+mn-ea"/>
                          <a:cs typeface="+mn-cs"/>
                        </a:rPr>
                        <a:t>Associated with another virtual hard disk in a parent-child configuration. Any changes made to the differencing disk does not affect the parent disk.</a:t>
                      </a:r>
                    </a:p>
                  </a:txBody>
                  <a:tcPr marL="134464" marR="134464" marT="91440" marB="9144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56546042"/>
                  </a:ext>
                </a:extLst>
              </a:tr>
              <a:tr h="1005840">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800" kern="1200" noProof="0" dirty="0">
                          <a:solidFill>
                            <a:schemeClr val="tx1"/>
                          </a:solidFill>
                          <a:effectLst/>
                          <a:latin typeface="+mn-lt"/>
                          <a:ea typeface="+mn-ea"/>
                          <a:cs typeface="+mn-cs"/>
                        </a:rPr>
                        <a:t>Pass through</a:t>
                      </a:r>
                    </a:p>
                  </a:txBody>
                  <a:tcPr marL="134464" marR="134464" marT="91440" marB="9144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800" kern="1200" noProof="0" dirty="0">
                          <a:solidFill>
                            <a:schemeClr val="tx1"/>
                          </a:solidFill>
                          <a:effectLst/>
                          <a:latin typeface="+mn-lt"/>
                          <a:ea typeface="+mn-ea"/>
                          <a:cs typeface="+mn-cs"/>
                        </a:rPr>
                        <a:t>Allows the virtual machine to connect directly to an </a:t>
                      </a:r>
                      <a:r>
                        <a:rPr lang="en-US" sz="1800" kern="1200" dirty="0">
                          <a:solidFill>
                            <a:schemeClr val="tx1"/>
                          </a:solidFill>
                          <a:effectLst/>
                          <a:latin typeface="+mn-lt"/>
                          <a:ea typeface="+mn-ea"/>
                          <a:cs typeface="+mn-cs"/>
                        </a:rPr>
                        <a:t>Internet Small Computer Systems Interface</a:t>
                      </a:r>
                      <a:r>
                        <a:rPr lang="en-US" sz="1800" kern="1200" noProof="0" dirty="0">
                          <a:solidFill>
                            <a:schemeClr val="tx1"/>
                          </a:solidFill>
                          <a:effectLst/>
                          <a:latin typeface="+mn-lt"/>
                          <a:ea typeface="+mn-ea"/>
                          <a:cs typeface="+mn-cs"/>
                        </a:rPr>
                        <a:t> (iSCSI) (logical unit number) LUN or a physical disk attached on the host machine</a:t>
                      </a:r>
                    </a:p>
                  </a:txBody>
                  <a:tcPr marL="134464" marR="134464" marT="91440" marB="9144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71667941"/>
                  </a:ext>
                </a:extLst>
              </a:tr>
            </a:tbl>
          </a:graphicData>
        </a:graphic>
      </p:graphicFrame>
    </p:spTree>
    <p:extLst>
      <p:ext uri="{BB962C8B-B14F-4D97-AF65-F5344CB8AC3E}">
        <p14:creationId xmlns:p14="http://schemas.microsoft.com/office/powerpoint/2010/main" val="1999199720"/>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ACEA5-84D7-4A73-91F1-94439C61A78C}"/>
              </a:ext>
            </a:extLst>
          </p:cNvPr>
          <p:cNvSpPr>
            <a:spLocks noGrp="1"/>
          </p:cNvSpPr>
          <p:nvPr>
            <p:ph type="title"/>
          </p:nvPr>
        </p:nvSpPr>
        <p:spPr>
          <a:xfrm>
            <a:off x="588262" y="596867"/>
            <a:ext cx="11013474" cy="502246"/>
          </a:xfrm>
        </p:spPr>
        <p:txBody>
          <a:bodyPr/>
          <a:lstStyle/>
          <a:p>
            <a:r>
              <a:rPr lang="en-US" dirty="0"/>
              <a:t>Shared VHDX and VHD Set files</a:t>
            </a:r>
          </a:p>
        </p:txBody>
      </p:sp>
      <p:grpSp>
        <p:nvGrpSpPr>
          <p:cNvPr id="6" name="Group 5" descr="Illustration of two virtual machine cluster nodes connected to a shared VHDX or VHD Set (VHDS)">
            <a:extLst>
              <a:ext uri="{FF2B5EF4-FFF2-40B4-BE49-F238E27FC236}">
                <a16:creationId xmlns:a16="http://schemas.microsoft.com/office/drawing/2014/main" id="{E9946419-D007-4680-BEB7-7E9D3B5CE99D}"/>
              </a:ext>
            </a:extLst>
          </p:cNvPr>
          <p:cNvGrpSpPr/>
          <p:nvPr/>
        </p:nvGrpSpPr>
        <p:grpSpPr>
          <a:xfrm>
            <a:off x="1253368" y="1577749"/>
            <a:ext cx="9536928" cy="4395633"/>
            <a:chOff x="1061174" y="1763990"/>
            <a:chExt cx="9728164" cy="4483774"/>
          </a:xfrm>
        </p:grpSpPr>
        <p:sp>
          <p:nvSpPr>
            <p:cNvPr id="9" name="TextBox 8">
              <a:extLst>
                <a:ext uri="{FF2B5EF4-FFF2-40B4-BE49-F238E27FC236}">
                  <a16:creationId xmlns:a16="http://schemas.microsoft.com/office/drawing/2014/main" id="{BB12D08C-B39A-4513-9FA7-B3C40C82FBCF}"/>
                </a:ext>
              </a:extLst>
            </p:cNvPr>
            <p:cNvSpPr txBox="1"/>
            <p:nvPr/>
          </p:nvSpPr>
          <p:spPr>
            <a:xfrm>
              <a:off x="3951972" y="5839631"/>
              <a:ext cx="4339353" cy="408133"/>
            </a:xfrm>
            <a:prstGeom prst="rect">
              <a:avLst/>
            </a:prstGeom>
            <a:noFill/>
          </p:spPr>
          <p:txBody>
            <a:bodyPr wrap="none" rtlCol="0">
              <a:spAutoFit/>
            </a:bodyPr>
            <a:lstStyle/>
            <a:p>
              <a:pPr lvl="0" fontAlgn="base">
                <a:spcBef>
                  <a:spcPct val="0"/>
                </a:spcBef>
                <a:spcAft>
                  <a:spcPct val="0"/>
                </a:spcAft>
              </a:pPr>
              <a:r>
                <a:rPr lang="en-US" sz="2000" b="1" dirty="0">
                  <a:solidFill>
                    <a:srgbClr val="000000"/>
                  </a:solidFill>
                  <a:ea typeface="Segoe UI" pitchFamily="34" charset="0"/>
                  <a:cs typeface="Segoe UI" pitchFamily="34" charset="0"/>
                </a:rPr>
                <a:t>Shared VHDX or VHD Set (VHDS) </a:t>
              </a:r>
            </a:p>
          </p:txBody>
        </p:sp>
        <p:sp>
          <p:nvSpPr>
            <p:cNvPr id="10" name="TextBox 9">
              <a:extLst>
                <a:ext uri="{FF2B5EF4-FFF2-40B4-BE49-F238E27FC236}">
                  <a16:creationId xmlns:a16="http://schemas.microsoft.com/office/drawing/2014/main" id="{297366BB-3A16-44D2-9F7B-791659D842FB}"/>
                </a:ext>
              </a:extLst>
            </p:cNvPr>
            <p:cNvSpPr txBox="1"/>
            <p:nvPr/>
          </p:nvSpPr>
          <p:spPr>
            <a:xfrm>
              <a:off x="1061174" y="1763990"/>
              <a:ext cx="4312863" cy="439527"/>
            </a:xfrm>
            <a:prstGeom prst="rect">
              <a:avLst/>
            </a:prstGeom>
            <a:noFill/>
          </p:spPr>
          <p:txBody>
            <a:bodyPr wrap="none" rtlCol="0">
              <a:spAutoFit/>
            </a:bodyPr>
            <a:lstStyle/>
            <a:p>
              <a:pPr lvl="0" fontAlgn="base">
                <a:spcBef>
                  <a:spcPct val="0"/>
                </a:spcBef>
                <a:spcAft>
                  <a:spcPct val="0"/>
                </a:spcAft>
              </a:pPr>
              <a:r>
                <a:rPr lang="en-US" sz="2200" b="1" dirty="0">
                  <a:solidFill>
                    <a:srgbClr val="000000"/>
                  </a:solidFill>
                  <a:ea typeface="Segoe UI" pitchFamily="34" charset="0"/>
                  <a:cs typeface="Segoe UI" pitchFamily="34" charset="0"/>
                </a:rPr>
                <a:t>Virtual machine cluster node 1</a:t>
              </a:r>
            </a:p>
          </p:txBody>
        </p:sp>
        <p:sp>
          <p:nvSpPr>
            <p:cNvPr id="11" name="TextBox 10">
              <a:extLst>
                <a:ext uri="{FF2B5EF4-FFF2-40B4-BE49-F238E27FC236}">
                  <a16:creationId xmlns:a16="http://schemas.microsoft.com/office/drawing/2014/main" id="{1F6CBA2D-42BD-4FFC-AEFE-029559219245}"/>
                </a:ext>
              </a:extLst>
            </p:cNvPr>
            <p:cNvSpPr txBox="1"/>
            <p:nvPr/>
          </p:nvSpPr>
          <p:spPr>
            <a:xfrm>
              <a:off x="6476475" y="1763990"/>
              <a:ext cx="4312863" cy="439527"/>
            </a:xfrm>
            <a:prstGeom prst="rect">
              <a:avLst/>
            </a:prstGeom>
            <a:noFill/>
          </p:spPr>
          <p:txBody>
            <a:bodyPr wrap="none" rtlCol="0">
              <a:spAutoFit/>
            </a:bodyPr>
            <a:lstStyle/>
            <a:p>
              <a:pPr lvl="0" fontAlgn="base">
                <a:spcBef>
                  <a:spcPct val="0"/>
                </a:spcBef>
                <a:spcAft>
                  <a:spcPct val="0"/>
                </a:spcAft>
              </a:pPr>
              <a:r>
                <a:rPr lang="en-US" sz="2200" b="1" dirty="0">
                  <a:solidFill>
                    <a:srgbClr val="000000"/>
                  </a:solidFill>
                  <a:ea typeface="Segoe UI" pitchFamily="34" charset="0"/>
                  <a:cs typeface="Segoe UI" pitchFamily="34" charset="0"/>
                </a:rPr>
                <a:t>Virtual machine cluster node 2</a:t>
              </a:r>
            </a:p>
          </p:txBody>
        </p:sp>
        <p:cxnSp>
          <p:nvCxnSpPr>
            <p:cNvPr id="12" name="Straight Arrow Connector 11">
              <a:extLst>
                <a:ext uri="{FF2B5EF4-FFF2-40B4-BE49-F238E27FC236}">
                  <a16:creationId xmlns:a16="http://schemas.microsoft.com/office/drawing/2014/main" id="{8A1C3C95-A9E1-449E-849F-F1C76A4D814F}"/>
                </a:ext>
              </a:extLst>
            </p:cNvPr>
            <p:cNvCxnSpPr/>
            <p:nvPr/>
          </p:nvCxnSpPr>
          <p:spPr bwMode="auto">
            <a:xfrm>
              <a:off x="4461202" y="4079487"/>
              <a:ext cx="821244" cy="532383"/>
            </a:xfrm>
            <a:prstGeom prst="straightConnector1">
              <a:avLst/>
            </a:prstGeom>
            <a:gradFill rotWithShape="1">
              <a:gsLst>
                <a:gs pos="0">
                  <a:srgbClr val="E4CD9A"/>
                </a:gs>
                <a:gs pos="100000">
                  <a:srgbClr val="EEEFD7"/>
                </a:gs>
              </a:gsLst>
              <a:lin ang="2700000" scaled="1"/>
            </a:gradFill>
            <a:ln w="38100" cap="flat" cmpd="sng" algn="ctr">
              <a:solidFill>
                <a:schemeClr val="accent2"/>
              </a:solidFill>
              <a:prstDash val="solid"/>
              <a:round/>
              <a:headEnd type="none" w="med" len="med"/>
              <a:tailEnd type="triangle"/>
            </a:ln>
            <a:effectLst/>
          </p:spPr>
        </p:cxnSp>
        <p:cxnSp>
          <p:nvCxnSpPr>
            <p:cNvPr id="13" name="Straight Arrow Connector 12">
              <a:extLst>
                <a:ext uri="{FF2B5EF4-FFF2-40B4-BE49-F238E27FC236}">
                  <a16:creationId xmlns:a16="http://schemas.microsoft.com/office/drawing/2014/main" id="{121A95A4-9FC2-4B2E-BB64-65C0F04B9406}"/>
                </a:ext>
              </a:extLst>
            </p:cNvPr>
            <p:cNvCxnSpPr/>
            <p:nvPr/>
          </p:nvCxnSpPr>
          <p:spPr bwMode="auto">
            <a:xfrm flipH="1">
              <a:off x="6476475" y="4082274"/>
              <a:ext cx="933595" cy="529596"/>
            </a:xfrm>
            <a:prstGeom prst="straightConnector1">
              <a:avLst/>
            </a:prstGeom>
            <a:gradFill rotWithShape="1">
              <a:gsLst>
                <a:gs pos="0">
                  <a:srgbClr val="E4CD9A"/>
                </a:gs>
                <a:gs pos="100000">
                  <a:srgbClr val="EEEFD7"/>
                </a:gs>
              </a:gsLst>
              <a:lin ang="2700000" scaled="1"/>
            </a:gradFill>
            <a:ln w="38100" cap="flat" cmpd="sng" algn="ctr">
              <a:solidFill>
                <a:schemeClr val="accent2"/>
              </a:solidFill>
              <a:prstDash val="solid"/>
              <a:round/>
              <a:headEnd type="none" w="med" len="med"/>
              <a:tailEnd type="triangle"/>
            </a:ln>
            <a:effectLst/>
          </p:spPr>
        </p:cxnSp>
        <p:sp>
          <p:nvSpPr>
            <p:cNvPr id="15" name="server" title="Icon of a server tower">
              <a:extLst>
                <a:ext uri="{FF2B5EF4-FFF2-40B4-BE49-F238E27FC236}">
                  <a16:creationId xmlns:a16="http://schemas.microsoft.com/office/drawing/2014/main" id="{40C30ADE-7E13-44DC-8352-6E6DBE14F54D}"/>
                </a:ext>
              </a:extLst>
            </p:cNvPr>
            <p:cNvSpPr>
              <a:spLocks noChangeAspect="1" noEditPoints="1"/>
            </p:cNvSpPr>
            <p:nvPr/>
          </p:nvSpPr>
          <p:spPr bwMode="auto">
            <a:xfrm>
              <a:off x="2568144" y="2486139"/>
              <a:ext cx="1298922" cy="2498610"/>
            </a:xfrm>
            <a:custGeom>
              <a:avLst/>
              <a:gdLst>
                <a:gd name="T0" fmla="*/ 318 w 318"/>
                <a:gd name="T1" fmla="*/ 283 h 604"/>
                <a:gd name="T2" fmla="*/ 318 w 318"/>
                <a:gd name="T3" fmla="*/ 604 h 604"/>
                <a:gd name="T4" fmla="*/ 0 w 318"/>
                <a:gd name="T5" fmla="*/ 604 h 604"/>
                <a:gd name="T6" fmla="*/ 0 w 318"/>
                <a:gd name="T7" fmla="*/ 0 h 604"/>
                <a:gd name="T8" fmla="*/ 318 w 318"/>
                <a:gd name="T9" fmla="*/ 0 h 604"/>
                <a:gd name="T10" fmla="*/ 318 w 318"/>
                <a:gd name="T11" fmla="*/ 283 h 604"/>
                <a:gd name="T12" fmla="*/ 67 w 318"/>
                <a:gd name="T13" fmla="*/ 97 h 604"/>
                <a:gd name="T14" fmla="*/ 249 w 318"/>
                <a:gd name="T15" fmla="*/ 97 h 604"/>
                <a:gd name="T16" fmla="*/ 67 w 318"/>
                <a:gd name="T17" fmla="*/ 414 h 604"/>
                <a:gd name="T18" fmla="*/ 249 w 318"/>
                <a:gd name="T19" fmla="*/ 414 h 604"/>
                <a:gd name="T20" fmla="*/ 67 w 318"/>
                <a:gd name="T21" fmla="*/ 504 h 604"/>
                <a:gd name="T22" fmla="*/ 249 w 318"/>
                <a:gd name="T23" fmla="*/ 504 h 6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8" h="604">
                  <a:moveTo>
                    <a:pt x="318" y="283"/>
                  </a:moveTo>
                  <a:lnTo>
                    <a:pt x="318" y="604"/>
                  </a:lnTo>
                  <a:lnTo>
                    <a:pt x="0" y="604"/>
                  </a:lnTo>
                  <a:lnTo>
                    <a:pt x="0" y="0"/>
                  </a:lnTo>
                  <a:lnTo>
                    <a:pt x="318" y="0"/>
                  </a:lnTo>
                  <a:lnTo>
                    <a:pt x="318" y="283"/>
                  </a:lnTo>
                  <a:moveTo>
                    <a:pt x="67" y="97"/>
                  </a:moveTo>
                  <a:lnTo>
                    <a:pt x="249" y="97"/>
                  </a:lnTo>
                  <a:moveTo>
                    <a:pt x="67" y="414"/>
                  </a:moveTo>
                  <a:lnTo>
                    <a:pt x="249" y="414"/>
                  </a:lnTo>
                  <a:moveTo>
                    <a:pt x="67" y="504"/>
                  </a:moveTo>
                  <a:lnTo>
                    <a:pt x="249" y="504"/>
                  </a:lnTo>
                </a:path>
              </a:pathLst>
            </a:custGeom>
            <a:noFill/>
            <a:ln w="15875"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endParaRPr lang="en-US" sz="900" dirty="0">
                <a:gradFill>
                  <a:gsLst>
                    <a:gs pos="0">
                      <a:srgbClr val="505050"/>
                    </a:gs>
                    <a:gs pos="100000">
                      <a:srgbClr val="505050"/>
                    </a:gs>
                  </a:gsLst>
                  <a:lin ang="5400000" scaled="1"/>
                </a:gradFill>
              </a:endParaRPr>
            </a:p>
          </p:txBody>
        </p:sp>
        <p:sp>
          <p:nvSpPr>
            <p:cNvPr id="16" name="server" title="Icon of a server tower">
              <a:extLst>
                <a:ext uri="{FF2B5EF4-FFF2-40B4-BE49-F238E27FC236}">
                  <a16:creationId xmlns:a16="http://schemas.microsoft.com/office/drawing/2014/main" id="{1D55DCEC-CF20-4A49-8B90-9EB7F1AC9F1A}"/>
                </a:ext>
              </a:extLst>
            </p:cNvPr>
            <p:cNvSpPr>
              <a:spLocks noChangeAspect="1" noEditPoints="1"/>
            </p:cNvSpPr>
            <p:nvPr/>
          </p:nvSpPr>
          <p:spPr bwMode="auto">
            <a:xfrm>
              <a:off x="7983445" y="2486139"/>
              <a:ext cx="1298922" cy="2498610"/>
            </a:xfrm>
            <a:custGeom>
              <a:avLst/>
              <a:gdLst>
                <a:gd name="T0" fmla="*/ 318 w 318"/>
                <a:gd name="T1" fmla="*/ 283 h 604"/>
                <a:gd name="T2" fmla="*/ 318 w 318"/>
                <a:gd name="T3" fmla="*/ 604 h 604"/>
                <a:gd name="T4" fmla="*/ 0 w 318"/>
                <a:gd name="T5" fmla="*/ 604 h 604"/>
                <a:gd name="T6" fmla="*/ 0 w 318"/>
                <a:gd name="T7" fmla="*/ 0 h 604"/>
                <a:gd name="T8" fmla="*/ 318 w 318"/>
                <a:gd name="T9" fmla="*/ 0 h 604"/>
                <a:gd name="T10" fmla="*/ 318 w 318"/>
                <a:gd name="T11" fmla="*/ 283 h 604"/>
                <a:gd name="T12" fmla="*/ 67 w 318"/>
                <a:gd name="T13" fmla="*/ 97 h 604"/>
                <a:gd name="T14" fmla="*/ 249 w 318"/>
                <a:gd name="T15" fmla="*/ 97 h 604"/>
                <a:gd name="T16" fmla="*/ 67 w 318"/>
                <a:gd name="T17" fmla="*/ 414 h 604"/>
                <a:gd name="T18" fmla="*/ 249 w 318"/>
                <a:gd name="T19" fmla="*/ 414 h 604"/>
                <a:gd name="T20" fmla="*/ 67 w 318"/>
                <a:gd name="T21" fmla="*/ 504 h 604"/>
                <a:gd name="T22" fmla="*/ 249 w 318"/>
                <a:gd name="T23" fmla="*/ 504 h 6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8" h="604">
                  <a:moveTo>
                    <a:pt x="318" y="283"/>
                  </a:moveTo>
                  <a:lnTo>
                    <a:pt x="318" y="604"/>
                  </a:lnTo>
                  <a:lnTo>
                    <a:pt x="0" y="604"/>
                  </a:lnTo>
                  <a:lnTo>
                    <a:pt x="0" y="0"/>
                  </a:lnTo>
                  <a:lnTo>
                    <a:pt x="318" y="0"/>
                  </a:lnTo>
                  <a:lnTo>
                    <a:pt x="318" y="283"/>
                  </a:lnTo>
                  <a:moveTo>
                    <a:pt x="67" y="97"/>
                  </a:moveTo>
                  <a:lnTo>
                    <a:pt x="249" y="97"/>
                  </a:lnTo>
                  <a:moveTo>
                    <a:pt x="67" y="414"/>
                  </a:moveTo>
                  <a:lnTo>
                    <a:pt x="249" y="414"/>
                  </a:lnTo>
                  <a:moveTo>
                    <a:pt x="67" y="504"/>
                  </a:moveTo>
                  <a:lnTo>
                    <a:pt x="249" y="504"/>
                  </a:lnTo>
                </a:path>
              </a:pathLst>
            </a:custGeom>
            <a:noFill/>
            <a:ln w="15875"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endParaRPr lang="en-US" sz="900" dirty="0">
                <a:gradFill>
                  <a:gsLst>
                    <a:gs pos="0">
                      <a:srgbClr val="505050"/>
                    </a:gs>
                    <a:gs pos="100000">
                      <a:srgbClr val="505050"/>
                    </a:gs>
                  </a:gsLst>
                  <a:lin ang="5400000" scaled="1"/>
                </a:gradFill>
              </a:endParaRPr>
            </a:p>
          </p:txBody>
        </p:sp>
        <p:pic>
          <p:nvPicPr>
            <p:cNvPr id="4" name="Graphic 3">
              <a:extLst>
                <a:ext uri="{FF2B5EF4-FFF2-40B4-BE49-F238E27FC236}">
                  <a16:creationId xmlns:a16="http://schemas.microsoft.com/office/drawing/2014/main" id="{47CB5FB3-50D9-4771-B258-D366E7136B1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50453" y="4101112"/>
              <a:ext cx="1202782" cy="1202782"/>
            </a:xfrm>
            <a:prstGeom prst="rect">
              <a:avLst/>
            </a:prstGeom>
          </p:spPr>
        </p:pic>
      </p:grpSp>
      <p:sp>
        <p:nvSpPr>
          <p:cNvPr id="3" name="Rectangle 2">
            <a:extLst>
              <a:ext uri="{FF2B5EF4-FFF2-40B4-BE49-F238E27FC236}">
                <a16:creationId xmlns:a16="http://schemas.microsoft.com/office/drawing/2014/main" id="{4D84679E-247D-C533-44D3-CD0633A8978E}"/>
              </a:ext>
              <a:ext uri="{C183D7F6-B498-43B3-948B-1728B52AA6E4}">
                <adec:decorative xmlns:adec="http://schemas.microsoft.com/office/drawing/2017/decorative" val="1"/>
              </a:ext>
            </a:extLst>
          </p:cNvPr>
          <p:cNvSpPr/>
          <p:nvPr/>
        </p:nvSpPr>
        <p:spPr bwMode="auto">
          <a:xfrm>
            <a:off x="588262" y="1271822"/>
            <a:ext cx="11011600" cy="5000962"/>
          </a:xfrm>
          <a:prstGeom prst="rect">
            <a:avLst/>
          </a:prstGeom>
          <a:noFill/>
          <a:ln w="3810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3495977822"/>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E307D465-5D56-0B41-96C4-901FFC2422DF}"/>
              </a:ext>
            </a:extLst>
          </p:cNvPr>
          <p:cNvSpPr>
            <a:spLocks noGrp="1"/>
          </p:cNvSpPr>
          <p:nvPr>
            <p:ph type="title"/>
          </p:nvPr>
        </p:nvSpPr>
        <p:spPr>
          <a:xfrm>
            <a:off x="588262" y="596867"/>
            <a:ext cx="11011600" cy="502246"/>
          </a:xfrm>
        </p:spPr>
        <p:txBody>
          <a:bodyPr/>
          <a:lstStyle/>
          <a:p>
            <a:r>
              <a:rPr lang="en-US" dirty="0"/>
              <a:t>Manage VM states and checkpoints</a:t>
            </a:r>
          </a:p>
        </p:txBody>
      </p:sp>
      <p:sp>
        <p:nvSpPr>
          <p:cNvPr id="25" name="Text Placeholder 10">
            <a:extLst>
              <a:ext uri="{FF2B5EF4-FFF2-40B4-BE49-F238E27FC236}">
                <a16:creationId xmlns:a16="http://schemas.microsoft.com/office/drawing/2014/main" id="{6A375077-E120-C057-7565-4FBBE6EF1BF6}"/>
              </a:ext>
            </a:extLst>
          </p:cNvPr>
          <p:cNvSpPr>
            <a:spLocks noGrp="1"/>
          </p:cNvSpPr>
          <p:nvPr>
            <p:ph type="body" sz="quarter" idx="16"/>
          </p:nvPr>
        </p:nvSpPr>
        <p:spPr>
          <a:xfrm>
            <a:off x="584200" y="1613190"/>
            <a:ext cx="4945743" cy="677108"/>
          </a:xfrm>
        </p:spPr>
        <p:txBody>
          <a:bodyPr/>
          <a:lstStyle/>
          <a:p>
            <a:r>
              <a:rPr lang="en-US" dirty="0"/>
              <a:t>A VM can be in one of the following states:</a:t>
            </a:r>
          </a:p>
        </p:txBody>
      </p:sp>
      <p:sp>
        <p:nvSpPr>
          <p:cNvPr id="26" name="Text Placeholder 9">
            <a:extLst>
              <a:ext uri="{FF2B5EF4-FFF2-40B4-BE49-F238E27FC236}">
                <a16:creationId xmlns:a16="http://schemas.microsoft.com/office/drawing/2014/main" id="{C1431700-6AD9-81EA-2D23-A536E4BDA305}"/>
              </a:ext>
            </a:extLst>
          </p:cNvPr>
          <p:cNvSpPr>
            <a:spLocks noGrp="1"/>
          </p:cNvSpPr>
          <p:nvPr>
            <p:ph type="body" sz="quarter" idx="15"/>
          </p:nvPr>
        </p:nvSpPr>
        <p:spPr>
          <a:xfrm>
            <a:off x="586390" y="2424829"/>
            <a:ext cx="5217510" cy="1692771"/>
          </a:xfrm>
        </p:spPr>
        <p:txBody>
          <a:bodyPr/>
          <a:lstStyle/>
          <a:p>
            <a:pPr marL="347663" lvl="1" indent="-228600">
              <a:spcBef>
                <a:spcPts val="0"/>
              </a:spcBef>
              <a:spcAft>
                <a:spcPts val="600"/>
              </a:spcAft>
            </a:pPr>
            <a:r>
              <a:rPr lang="en-US" sz="1800" dirty="0"/>
              <a:t>Off</a:t>
            </a:r>
          </a:p>
          <a:p>
            <a:pPr marL="347663" lvl="1" indent="-228600">
              <a:spcBef>
                <a:spcPts val="0"/>
              </a:spcBef>
              <a:spcAft>
                <a:spcPts val="600"/>
              </a:spcAft>
            </a:pPr>
            <a:r>
              <a:rPr lang="en-US" sz="1800" dirty="0"/>
              <a:t>Starting</a:t>
            </a:r>
          </a:p>
          <a:p>
            <a:pPr marL="347663" lvl="1" indent="-228600">
              <a:spcBef>
                <a:spcPts val="0"/>
              </a:spcBef>
              <a:spcAft>
                <a:spcPts val="600"/>
              </a:spcAft>
            </a:pPr>
            <a:r>
              <a:rPr lang="en-US" sz="1800" dirty="0"/>
              <a:t>Running</a:t>
            </a:r>
          </a:p>
          <a:p>
            <a:pPr marL="347663" lvl="1" indent="-228600">
              <a:spcBef>
                <a:spcPts val="0"/>
              </a:spcBef>
              <a:spcAft>
                <a:spcPts val="600"/>
              </a:spcAft>
            </a:pPr>
            <a:r>
              <a:rPr lang="en-US" sz="1800" dirty="0"/>
              <a:t>Paused</a:t>
            </a:r>
          </a:p>
          <a:p>
            <a:pPr marL="347663" lvl="1" indent="-228600">
              <a:spcBef>
                <a:spcPts val="0"/>
              </a:spcBef>
              <a:spcAft>
                <a:spcPts val="600"/>
              </a:spcAft>
            </a:pPr>
            <a:r>
              <a:rPr lang="en-US" sz="1800" dirty="0"/>
              <a:t>Saved</a:t>
            </a:r>
          </a:p>
        </p:txBody>
      </p:sp>
      <p:sp>
        <p:nvSpPr>
          <p:cNvPr id="27" name="Text Placeholder 11">
            <a:extLst>
              <a:ext uri="{FF2B5EF4-FFF2-40B4-BE49-F238E27FC236}">
                <a16:creationId xmlns:a16="http://schemas.microsoft.com/office/drawing/2014/main" id="{CF5091B1-15DA-FC6D-07CE-D8DBAACD151F}"/>
              </a:ext>
            </a:extLst>
          </p:cNvPr>
          <p:cNvSpPr>
            <a:spLocks noGrp="1"/>
          </p:cNvSpPr>
          <p:nvPr>
            <p:ph type="body" sz="quarter" idx="19"/>
          </p:nvPr>
        </p:nvSpPr>
        <p:spPr>
          <a:xfrm>
            <a:off x="6244220" y="1613190"/>
            <a:ext cx="5219700" cy="338554"/>
          </a:xfrm>
        </p:spPr>
        <p:txBody>
          <a:bodyPr/>
          <a:lstStyle/>
          <a:p>
            <a:r>
              <a:rPr lang="en-US" dirty="0"/>
              <a:t>Checkpoints:</a:t>
            </a:r>
          </a:p>
        </p:txBody>
      </p:sp>
      <p:sp>
        <p:nvSpPr>
          <p:cNvPr id="28" name="Text Placeholder 12">
            <a:extLst>
              <a:ext uri="{FF2B5EF4-FFF2-40B4-BE49-F238E27FC236}">
                <a16:creationId xmlns:a16="http://schemas.microsoft.com/office/drawing/2014/main" id="{D75FE66A-D358-00D7-AA21-D215AB04399D}"/>
              </a:ext>
            </a:extLst>
          </p:cNvPr>
          <p:cNvSpPr>
            <a:spLocks noGrp="1"/>
          </p:cNvSpPr>
          <p:nvPr>
            <p:ph type="body" sz="quarter" idx="20"/>
          </p:nvPr>
        </p:nvSpPr>
        <p:spPr>
          <a:xfrm>
            <a:off x="6253664" y="2424830"/>
            <a:ext cx="5217510" cy="2246769"/>
          </a:xfrm>
        </p:spPr>
        <p:txBody>
          <a:bodyPr/>
          <a:lstStyle/>
          <a:p>
            <a:pPr marL="347663" lvl="1" indent="-228600">
              <a:spcBef>
                <a:spcPts val="0"/>
              </a:spcBef>
              <a:spcAft>
                <a:spcPts val="600"/>
              </a:spcAft>
            </a:pPr>
            <a:r>
              <a:rPr lang="en-US" sz="1800" dirty="0"/>
              <a:t>Allows you to take a snapshot of a virtual machine at a specific point in time</a:t>
            </a:r>
          </a:p>
          <a:p>
            <a:pPr marL="347663" lvl="1" indent="-228600">
              <a:spcBef>
                <a:spcPts val="0"/>
              </a:spcBef>
              <a:spcAft>
                <a:spcPts val="600"/>
              </a:spcAft>
            </a:pPr>
            <a:r>
              <a:rPr lang="en-US" sz="1800" dirty="0"/>
              <a:t>Two types of checkpoints</a:t>
            </a:r>
          </a:p>
          <a:p>
            <a:pPr marL="812800" lvl="1" indent="-225425">
              <a:spcBef>
                <a:spcPts val="0"/>
              </a:spcBef>
              <a:spcAft>
                <a:spcPts val="600"/>
              </a:spcAft>
              <a:buFont typeface="Segoe UI" panose="020B0502040204020203" pitchFamily="34" charset="0"/>
              <a:buChar char="–"/>
            </a:pPr>
            <a:r>
              <a:rPr lang="en-US" sz="1800" dirty="0"/>
              <a:t>Production checkpoints</a:t>
            </a:r>
          </a:p>
          <a:p>
            <a:pPr marL="812800" lvl="1" indent="-225425">
              <a:spcBef>
                <a:spcPts val="0"/>
              </a:spcBef>
              <a:spcAft>
                <a:spcPts val="600"/>
              </a:spcAft>
              <a:buFont typeface="Segoe UI" panose="020B0502040204020203" pitchFamily="34" charset="0"/>
              <a:buChar char="–"/>
            </a:pPr>
            <a:r>
              <a:rPr lang="en-US" sz="1800" dirty="0"/>
              <a:t>Standard checkpoints</a:t>
            </a:r>
          </a:p>
          <a:p>
            <a:pPr marL="347663" lvl="1" indent="-228600">
              <a:spcBef>
                <a:spcPts val="0"/>
              </a:spcBef>
              <a:spcAft>
                <a:spcPts val="600"/>
              </a:spcAft>
            </a:pPr>
            <a:r>
              <a:rPr lang="en-US" sz="1800" dirty="0"/>
              <a:t>Maximum of 50 checkpoints per virtual machine allowed</a:t>
            </a:r>
          </a:p>
        </p:txBody>
      </p:sp>
    </p:spTree>
    <p:extLst>
      <p:ext uri="{BB962C8B-B14F-4D97-AF65-F5344CB8AC3E}">
        <p14:creationId xmlns:p14="http://schemas.microsoft.com/office/powerpoint/2010/main" val="613512779"/>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E27D269-10EA-A431-F29A-7219BA5AD813}"/>
              </a:ext>
            </a:extLst>
          </p:cNvPr>
          <p:cNvSpPr>
            <a:spLocks noGrp="1"/>
          </p:cNvSpPr>
          <p:nvPr>
            <p:ph type="title"/>
          </p:nvPr>
        </p:nvSpPr>
        <p:spPr>
          <a:xfrm>
            <a:off x="588262" y="596867"/>
            <a:ext cx="11013474" cy="502246"/>
          </a:xfrm>
        </p:spPr>
        <p:txBody>
          <a:bodyPr/>
          <a:lstStyle/>
          <a:p>
            <a:r>
              <a:rPr lang="en-US" dirty="0"/>
              <a:t>Import and export VMs</a:t>
            </a:r>
          </a:p>
        </p:txBody>
      </p:sp>
      <p:sp>
        <p:nvSpPr>
          <p:cNvPr id="10" name="Text Placeholder 2">
            <a:extLst>
              <a:ext uri="{FF2B5EF4-FFF2-40B4-BE49-F238E27FC236}">
                <a16:creationId xmlns:a16="http://schemas.microsoft.com/office/drawing/2014/main" id="{E33C527A-A88B-8967-6182-FA6CE0CCBB7A}"/>
              </a:ext>
            </a:extLst>
          </p:cNvPr>
          <p:cNvSpPr txBox="1">
            <a:spLocks/>
          </p:cNvSpPr>
          <p:nvPr/>
        </p:nvSpPr>
        <p:spPr>
          <a:xfrm>
            <a:off x="588262" y="1613190"/>
            <a:ext cx="11013474" cy="4274456"/>
          </a:xfrm>
          <a:prstGeom prst="rect">
            <a:avLst/>
          </a:prstGeom>
        </p:spPr>
        <p:txBody>
          <a:bodyPr lIns="0" tIns="0" rIns="0" bIns="0"/>
          <a:lstStyle>
            <a:lvl1pPr marL="0" marR="0" indent="0" algn="l" defTabSz="932742" rtl="0" eaLnBrk="1" fontAlgn="auto" latinLnBrk="0" hangingPunct="1">
              <a:lnSpc>
                <a:spcPct val="100000"/>
              </a:lnSpc>
              <a:spcBef>
                <a:spcPts val="1200"/>
              </a:spcBef>
              <a:spcAft>
                <a:spcPts val="0"/>
              </a:spcAft>
              <a:buClrTx/>
              <a:buSzPct val="90000"/>
              <a:buFont typeface="Arial" panose="020B0604020202020204" pitchFamily="34" charset="0"/>
              <a:buNone/>
              <a:tabLst/>
              <a:defRPr lang="en-US" sz="2000" b="0" kern="1200" spc="-50" baseline="0" dirty="0" smtClean="0">
                <a:solidFill>
                  <a:srgbClr val="000000"/>
                </a:solidFill>
                <a:latin typeface="+mn-lt"/>
                <a:ea typeface="+mn-ea"/>
                <a:cs typeface="+mn-cs"/>
              </a:defRPr>
            </a:lvl1pPr>
            <a:lvl2pPr marL="290513" marR="0" indent="-290513" algn="l" defTabSz="932742" rtl="0" eaLnBrk="1" fontAlgn="auto" latinLnBrk="0" hangingPunct="1">
              <a:lnSpc>
                <a:spcPct val="100000"/>
              </a:lnSpc>
              <a:spcBef>
                <a:spcPts val="600"/>
              </a:spcBef>
              <a:spcAft>
                <a:spcPts val="0"/>
              </a:spcAft>
              <a:buClrTx/>
              <a:buSzPct val="95000"/>
              <a:buFont typeface="Wingdings" panose="05000000000000000000" pitchFamily="2" charset="2"/>
              <a:buChar char="§"/>
              <a:tabLst/>
              <a:defRPr lang="en-US" sz="2000" b="0" kern="1200" spc="-50" baseline="0" dirty="0" smtClean="0">
                <a:solidFill>
                  <a:srgbClr val="000000"/>
                </a:solidFill>
                <a:latin typeface="+mn-lt"/>
                <a:ea typeface="+mn-ea"/>
                <a:cs typeface="+mn-cs"/>
              </a:defRPr>
            </a:lvl2pPr>
            <a:lvl3pPr marL="566928" marR="0" indent="-283464" algn="l" defTabSz="932742" rtl="0" eaLnBrk="1" fontAlgn="auto" latinLnBrk="0" hangingPunct="1">
              <a:lnSpc>
                <a:spcPct val="100000"/>
              </a:lnSpc>
              <a:spcBef>
                <a:spcPts val="600"/>
              </a:spcBef>
              <a:spcAft>
                <a:spcPts val="0"/>
              </a:spcAft>
              <a:buClrTx/>
              <a:buSzPct val="75000"/>
              <a:buFont typeface="Courier New" panose="02070309020205020404" pitchFamily="49" charset="0"/>
              <a:buChar char="o"/>
              <a:tabLst/>
              <a:defRPr lang="en-US" sz="2000" b="0" kern="1200" spc="0" baseline="0" dirty="0" smtClean="0">
                <a:solidFill>
                  <a:srgbClr val="000000"/>
                </a:solidFill>
                <a:latin typeface="+mn-lt"/>
                <a:ea typeface="+mn-ea"/>
                <a:cs typeface="+mn-cs"/>
              </a:defRPr>
            </a:lvl3pPr>
            <a:lvl4pPr marL="859536" marR="0" indent="-283464" algn="l" defTabSz="932742" rtl="0" eaLnBrk="1" fontAlgn="auto" latinLnBrk="0" hangingPunct="1">
              <a:lnSpc>
                <a:spcPct val="100000"/>
              </a:lnSpc>
              <a:spcBef>
                <a:spcPts val="600"/>
              </a:spcBef>
              <a:spcAft>
                <a:spcPts val="0"/>
              </a:spcAft>
              <a:buClrTx/>
              <a:buSzPct val="90000"/>
              <a:buFont typeface="Arial" panose="020B0604020202020204" pitchFamily="34" charset="0"/>
              <a:buChar char="•"/>
              <a:tabLst/>
              <a:defRPr lang="en-US" sz="2000" b="0" kern="1200" spc="0" baseline="0" dirty="0" smtClean="0">
                <a:solidFill>
                  <a:srgbClr val="000000"/>
                </a:solidFill>
                <a:latin typeface="+mn-lt"/>
                <a:ea typeface="+mn-ea"/>
                <a:cs typeface="+mn-cs"/>
              </a:defRPr>
            </a:lvl4pPr>
            <a:lvl5pPr marL="1146175" marR="0" indent="-282575" algn="l" defTabSz="932742" rtl="0" eaLnBrk="1" fontAlgn="auto" latinLnBrk="0" hangingPunct="1">
              <a:lnSpc>
                <a:spcPct val="100000"/>
              </a:lnSpc>
              <a:spcBef>
                <a:spcPts val="600"/>
              </a:spcBef>
              <a:spcAft>
                <a:spcPts val="0"/>
              </a:spcAft>
              <a:buClrTx/>
              <a:buSzPct val="90000"/>
              <a:buFont typeface="Segoe UI" panose="020B0502040204020203" pitchFamily="34" charset="0"/>
              <a:buChar char="▫"/>
              <a:tabLst/>
              <a:defRPr lang="en-US" sz="2000" b="0" kern="1200" spc="0" baseline="0" dirty="0">
                <a:solidFill>
                  <a:srgbClr val="000000"/>
                </a:solidFill>
                <a:latin typeface="+mn-lt"/>
                <a:ea typeface="+mn-ea"/>
                <a:cs typeface="+mn-cs"/>
              </a:defRPr>
            </a:lvl5pPr>
            <a:lvl6pPr marL="1146175" indent="-284163" algn="l" defTabSz="932742" rtl="0" eaLnBrk="1" latinLnBrk="0" hangingPunct="1">
              <a:spcBef>
                <a:spcPct val="20000"/>
              </a:spcBef>
              <a:spcAft>
                <a:spcPts val="600"/>
              </a:spcAft>
              <a:buFont typeface="Segoe UI" panose="020B0502040204020203" pitchFamily="34" charset="0"/>
              <a:buChar char="▫"/>
              <a:defRPr lang="en-CA" sz="2000" b="0" kern="1200" spc="0" baseline="0" dirty="0" smtClean="0">
                <a:solidFill>
                  <a:srgbClr val="000000"/>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spcAft>
                <a:spcPts val="600"/>
              </a:spcAft>
            </a:pPr>
            <a:r>
              <a:rPr lang="en-US" sz="2400" b="1" spc="0" dirty="0">
                <a:solidFill>
                  <a:schemeClr val="tx1"/>
                </a:solidFill>
                <a:latin typeface="+mj-lt"/>
              </a:rPr>
              <a:t>When importing a VM you have three options:</a:t>
            </a:r>
          </a:p>
          <a:p>
            <a:pPr marL="419100" indent="-266700">
              <a:spcBef>
                <a:spcPts val="0"/>
              </a:spcBef>
              <a:spcAft>
                <a:spcPts val="1200"/>
              </a:spcAft>
              <a:buFont typeface="Arial" panose="020B0604020202020204" pitchFamily="34" charset="0"/>
              <a:buChar char="•"/>
            </a:pPr>
            <a:r>
              <a:rPr lang="en-US" spc="0" dirty="0">
                <a:solidFill>
                  <a:schemeClr val="tx1"/>
                </a:solidFill>
              </a:rPr>
              <a:t>Register the virtual machine in-place (use the existing unique ID)</a:t>
            </a:r>
          </a:p>
          <a:p>
            <a:pPr marL="419100" indent="-266700">
              <a:spcBef>
                <a:spcPts val="0"/>
              </a:spcBef>
              <a:spcAft>
                <a:spcPts val="1200"/>
              </a:spcAft>
              <a:buFont typeface="Arial" panose="020B0604020202020204" pitchFamily="34" charset="0"/>
              <a:buChar char="•"/>
            </a:pPr>
            <a:r>
              <a:rPr lang="en-US" spc="0" dirty="0">
                <a:solidFill>
                  <a:schemeClr val="tx1"/>
                </a:solidFill>
              </a:rPr>
              <a:t>Restore the virtual machine (use the existing unique ID)</a:t>
            </a:r>
          </a:p>
          <a:p>
            <a:pPr marL="419100" indent="-266700">
              <a:spcBef>
                <a:spcPts val="0"/>
              </a:spcBef>
              <a:spcAft>
                <a:spcPts val="1200"/>
              </a:spcAft>
              <a:buFont typeface="Arial" panose="020B0604020202020204" pitchFamily="34" charset="0"/>
              <a:buChar char="•"/>
            </a:pPr>
            <a:r>
              <a:rPr lang="en-US" spc="0" dirty="0">
                <a:solidFill>
                  <a:schemeClr val="tx1"/>
                </a:solidFill>
              </a:rPr>
              <a:t>Copy the virtual machine (create a new unique ID)</a:t>
            </a:r>
          </a:p>
          <a:p>
            <a:pPr>
              <a:spcBef>
                <a:spcPts val="0"/>
              </a:spcBef>
              <a:spcAft>
                <a:spcPts val="600"/>
              </a:spcAft>
            </a:pPr>
            <a:r>
              <a:rPr lang="en-US" sz="2400" b="1" spc="0" dirty="0">
                <a:solidFill>
                  <a:schemeClr val="tx1"/>
                </a:solidFill>
                <a:latin typeface="+mj-lt"/>
              </a:rPr>
              <a:t>Export options:</a:t>
            </a:r>
          </a:p>
          <a:p>
            <a:pPr marL="419100" indent="-266700">
              <a:spcBef>
                <a:spcPts val="0"/>
              </a:spcBef>
              <a:spcAft>
                <a:spcPts val="1200"/>
              </a:spcAft>
              <a:buFont typeface="Arial" panose="020B0604020202020204" pitchFamily="34" charset="0"/>
              <a:buChar char="•"/>
            </a:pPr>
            <a:r>
              <a:rPr lang="en-US" spc="0" dirty="0">
                <a:solidFill>
                  <a:schemeClr val="tx1"/>
                </a:solidFill>
              </a:rPr>
              <a:t>Export a specific checkpoint</a:t>
            </a:r>
          </a:p>
          <a:p>
            <a:pPr marL="419100" indent="-266700">
              <a:spcBef>
                <a:spcPts val="0"/>
              </a:spcBef>
              <a:spcAft>
                <a:spcPts val="1200"/>
              </a:spcAft>
              <a:buFont typeface="Arial" panose="020B0604020202020204" pitchFamily="34" charset="0"/>
              <a:buChar char="•"/>
            </a:pPr>
            <a:r>
              <a:rPr lang="en-US" spc="0" dirty="0">
                <a:solidFill>
                  <a:schemeClr val="tx1"/>
                </a:solidFill>
              </a:rPr>
              <a:t>Export a virtual machine with all checkpoints</a:t>
            </a:r>
          </a:p>
        </p:txBody>
      </p:sp>
    </p:spTree>
    <p:extLst>
      <p:ext uri="{BB962C8B-B14F-4D97-AF65-F5344CB8AC3E}">
        <p14:creationId xmlns:p14="http://schemas.microsoft.com/office/powerpoint/2010/main" val="3765005322"/>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07C2C26-EFD2-E847-AEA7-5CEF245E0904}"/>
              </a:ext>
            </a:extLst>
          </p:cNvPr>
          <p:cNvSpPr>
            <a:spLocks noGrp="1"/>
          </p:cNvSpPr>
          <p:nvPr>
            <p:ph type="title"/>
          </p:nvPr>
        </p:nvSpPr>
        <p:spPr>
          <a:xfrm>
            <a:off x="418644" y="2576945"/>
            <a:ext cx="9189910" cy="1819564"/>
          </a:xfrm>
        </p:spPr>
        <p:txBody>
          <a:bodyPr wrap="square" anchor="ctr">
            <a:normAutofit/>
          </a:bodyPr>
          <a:lstStyle/>
          <a:p>
            <a:r>
              <a:rPr lang="en-US" dirty="0"/>
              <a:t>Securing virtualization in Windows Server </a:t>
            </a:r>
          </a:p>
        </p:txBody>
      </p:sp>
      <p:pic>
        <p:nvPicPr>
          <p:cNvPr id="3" name="Picture 2">
            <a:extLst>
              <a:ext uri="{FF2B5EF4-FFF2-40B4-BE49-F238E27FC236}">
                <a16:creationId xmlns:a16="http://schemas.microsoft.com/office/drawing/2014/main" id="{5D2C94B1-7FD6-E48B-257D-44C2A55E67EA}"/>
              </a:ext>
            </a:extLst>
          </p:cNvPr>
          <p:cNvPicPr>
            <a:picLocks noChangeAspect="1"/>
          </p:cNvPicPr>
          <p:nvPr/>
        </p:nvPicPr>
        <p:blipFill>
          <a:blip r:embed="rId3"/>
          <a:srcRect l="174" r="1780" b="-11"/>
          <a:stretch>
            <a:fillRect/>
          </a:stretch>
        </p:blipFill>
        <p:spPr>
          <a:xfrm>
            <a:off x="10098361" y="2833254"/>
            <a:ext cx="1281254" cy="1306946"/>
          </a:xfrm>
          <a:prstGeom prst="rect">
            <a:avLst/>
          </a:prstGeom>
          <a:noFill/>
        </p:spPr>
      </p:pic>
    </p:spTree>
    <p:extLst>
      <p:ext uri="{BB962C8B-B14F-4D97-AF65-F5344CB8AC3E}">
        <p14:creationId xmlns:p14="http://schemas.microsoft.com/office/powerpoint/2010/main" val="3344321822"/>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13F9A67F-9E05-4A1C-BFF3-5B0F68E043E2}"/>
              </a:ext>
            </a:extLst>
          </p:cNvPr>
          <p:cNvSpPr>
            <a:spLocks noGrp="1"/>
          </p:cNvSpPr>
          <p:nvPr>
            <p:ph type="title" idx="4294967295"/>
          </p:nvPr>
        </p:nvSpPr>
        <p:spPr>
          <a:xfrm>
            <a:off x="0" y="654050"/>
            <a:ext cx="11010900" cy="984250"/>
          </a:xfrm>
        </p:spPr>
        <p:txBody>
          <a:bodyPr/>
          <a:lstStyle/>
          <a:p>
            <a:r>
              <a:rPr lang="en-US" dirty="0"/>
              <a:t>Learning Objectives – Securing virtualization in Windows Server</a:t>
            </a:r>
          </a:p>
        </p:txBody>
      </p:sp>
      <p:sp>
        <p:nvSpPr>
          <p:cNvPr id="10" name="TextBox 9">
            <a:extLst>
              <a:ext uri="{FF2B5EF4-FFF2-40B4-BE49-F238E27FC236}">
                <a16:creationId xmlns:a16="http://schemas.microsoft.com/office/drawing/2014/main" id="{C7ED7D18-3428-A930-76AF-E496C4595D02}"/>
              </a:ext>
            </a:extLst>
          </p:cNvPr>
          <p:cNvSpPr txBox="1">
            <a:spLocks/>
          </p:cNvSpPr>
          <p:nvPr/>
        </p:nvSpPr>
        <p:spPr>
          <a:xfrm>
            <a:off x="588263" y="1850011"/>
            <a:ext cx="7881621" cy="3491725"/>
          </a:xfrm>
          <a:prstGeom prst="rect">
            <a:avLst/>
          </a:prstGeom>
          <a:noFill/>
        </p:spPr>
        <p:txBody>
          <a:bodyPr wrap="square" lIns="0" tIns="0" rIns="0" bIns="0" anchor="ctr">
            <a:spAutoFit/>
          </a:bodyPr>
          <a:lstStyle>
            <a:defPPr>
              <a:defRPr lang="en-US"/>
            </a:defPPr>
            <a:lvl1pPr>
              <a:defRPr sz="1600"/>
            </a:lvl1pPr>
          </a:lstStyle>
          <a:p>
            <a:pPr marL="342900" indent="-342900">
              <a:lnSpc>
                <a:spcPct val="150000"/>
              </a:lnSpc>
              <a:buFont typeface="Arial" panose="020B0604020202020204" pitchFamily="34" charset="0"/>
              <a:buChar char="•"/>
            </a:pPr>
            <a:r>
              <a:rPr lang="en-US" sz="2200" dirty="0"/>
              <a:t>Guarded fabric</a:t>
            </a:r>
          </a:p>
          <a:p>
            <a:pPr marL="342900" indent="-342900">
              <a:lnSpc>
                <a:spcPct val="150000"/>
              </a:lnSpc>
              <a:buFont typeface="Arial" panose="020B0604020202020204" pitchFamily="34" charset="0"/>
              <a:buChar char="•"/>
            </a:pPr>
            <a:r>
              <a:rPr lang="en-US" sz="2200" dirty="0"/>
              <a:t>Attestation modes for guarded fabric</a:t>
            </a:r>
          </a:p>
          <a:p>
            <a:pPr marL="342900" indent="-342900">
              <a:lnSpc>
                <a:spcPct val="150000"/>
              </a:lnSpc>
              <a:buFont typeface="Arial" panose="020B0604020202020204" pitchFamily="34" charset="0"/>
              <a:buChar char="•"/>
            </a:pPr>
            <a:r>
              <a:rPr lang="en-US" sz="2200" dirty="0"/>
              <a:t>Host Guardian Service</a:t>
            </a:r>
          </a:p>
          <a:p>
            <a:pPr marL="342900" indent="-342900">
              <a:lnSpc>
                <a:spcPct val="150000"/>
              </a:lnSpc>
              <a:buFont typeface="Arial" panose="020B0604020202020204" pitchFamily="34" charset="0"/>
              <a:buChar char="•"/>
            </a:pPr>
            <a:r>
              <a:rPr lang="en-US" sz="2200" dirty="0"/>
              <a:t>Types of protected VMs in a guarded fabric</a:t>
            </a:r>
          </a:p>
          <a:p>
            <a:pPr marL="342900" indent="-342900">
              <a:lnSpc>
                <a:spcPct val="150000"/>
              </a:lnSpc>
              <a:buFont typeface="Arial" panose="020B0604020202020204" pitchFamily="34" charset="0"/>
              <a:buChar char="•"/>
            </a:pPr>
            <a:r>
              <a:rPr lang="en-US" sz="2200" dirty="0"/>
              <a:t>General process for creating shielded VMs</a:t>
            </a:r>
          </a:p>
          <a:p>
            <a:pPr marL="342900" indent="-342900">
              <a:lnSpc>
                <a:spcPct val="150000"/>
              </a:lnSpc>
              <a:buFont typeface="Arial" panose="020B0604020202020204" pitchFamily="34" charset="0"/>
              <a:buChar char="•"/>
            </a:pPr>
            <a:r>
              <a:rPr lang="en-US" sz="2200" dirty="0"/>
              <a:t>Process for powering on shielded VMs</a:t>
            </a:r>
          </a:p>
          <a:p>
            <a:pPr marL="342900" indent="-342900">
              <a:lnSpc>
                <a:spcPct val="150000"/>
              </a:lnSpc>
              <a:buFont typeface="Arial" panose="020B0604020202020204" pitchFamily="34" charset="0"/>
              <a:buChar char="•"/>
            </a:pPr>
            <a:r>
              <a:rPr lang="en-US" sz="2200" dirty="0"/>
              <a:t>Learning recap</a:t>
            </a:r>
          </a:p>
        </p:txBody>
      </p:sp>
    </p:spTree>
    <p:extLst>
      <p:ext uri="{BB962C8B-B14F-4D97-AF65-F5344CB8AC3E}">
        <p14:creationId xmlns:p14="http://schemas.microsoft.com/office/powerpoint/2010/main" val="3589825216"/>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81CDE-AAF4-4306-95D6-41E8B4B8E90B}"/>
              </a:ext>
            </a:extLst>
          </p:cNvPr>
          <p:cNvSpPr>
            <a:spLocks noGrp="1"/>
          </p:cNvSpPr>
          <p:nvPr>
            <p:ph type="title"/>
          </p:nvPr>
        </p:nvSpPr>
        <p:spPr>
          <a:xfrm>
            <a:off x="588262" y="596867"/>
            <a:ext cx="11013474" cy="502246"/>
          </a:xfrm>
        </p:spPr>
        <p:txBody>
          <a:bodyPr/>
          <a:lstStyle/>
          <a:p>
            <a:r>
              <a:rPr lang="en-US" dirty="0"/>
              <a:t>Guarded fabric (1/2)</a:t>
            </a:r>
          </a:p>
        </p:txBody>
      </p:sp>
      <p:sp>
        <p:nvSpPr>
          <p:cNvPr id="7" name="Text Placeholder 2">
            <a:extLst>
              <a:ext uri="{FF2B5EF4-FFF2-40B4-BE49-F238E27FC236}">
                <a16:creationId xmlns:a16="http://schemas.microsoft.com/office/drawing/2014/main" id="{8FBC6F6C-D969-499C-5B1A-6DE2F51A5EBE}"/>
              </a:ext>
            </a:extLst>
          </p:cNvPr>
          <p:cNvSpPr txBox="1">
            <a:spLocks/>
          </p:cNvSpPr>
          <p:nvPr/>
        </p:nvSpPr>
        <p:spPr>
          <a:xfrm>
            <a:off x="588262" y="1605612"/>
            <a:ext cx="11013474" cy="4611519"/>
          </a:xfrm>
          <a:prstGeom prst="rect">
            <a:avLst/>
          </a:prstGeom>
        </p:spPr>
        <p:txBody>
          <a:bodyPr lIns="0" tIns="0" rIns="0" bIns="0">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spcAft>
                <a:spcPts val="600"/>
              </a:spcAft>
              <a:buNone/>
            </a:pPr>
            <a:r>
              <a:rPr lang="en-US" sz="2400" b="1" dirty="0">
                <a:latin typeface="+mj-lt"/>
              </a:rPr>
              <a:t>A security solution used to protect virtual machines against:</a:t>
            </a:r>
          </a:p>
          <a:p>
            <a:pPr marL="419100" lvl="2" indent="-266700">
              <a:spcBef>
                <a:spcPts val="0"/>
              </a:spcBef>
              <a:spcAft>
                <a:spcPts val="1200"/>
              </a:spcAft>
            </a:pPr>
            <a:r>
              <a:rPr lang="en-US" sz="2000" dirty="0">
                <a:cs typeface="Segoe UI" panose="020B0502040204020203" pitchFamily="34" charset="0"/>
              </a:rPr>
              <a:t>Inspection</a:t>
            </a:r>
          </a:p>
          <a:p>
            <a:pPr marL="419100" lvl="2" indent="-266700">
              <a:spcBef>
                <a:spcPts val="0"/>
              </a:spcBef>
              <a:spcAft>
                <a:spcPts val="1200"/>
              </a:spcAft>
            </a:pPr>
            <a:r>
              <a:rPr lang="en-US" sz="2000" dirty="0">
                <a:cs typeface="Segoe UI" panose="020B0502040204020203" pitchFamily="34" charset="0"/>
              </a:rPr>
              <a:t>Theft</a:t>
            </a:r>
          </a:p>
          <a:p>
            <a:pPr marL="419100" lvl="2" indent="-266700">
              <a:spcBef>
                <a:spcPts val="0"/>
              </a:spcBef>
              <a:spcAft>
                <a:spcPts val="1200"/>
              </a:spcAft>
            </a:pPr>
            <a:r>
              <a:rPr lang="en-US" sz="2000" dirty="0">
                <a:cs typeface="Segoe UI" panose="020B0502040204020203" pitchFamily="34" charset="0"/>
              </a:rPr>
              <a:t>Tampering from either malware or malicious intent</a:t>
            </a:r>
          </a:p>
          <a:p>
            <a:pPr marL="0" indent="0">
              <a:spcBef>
                <a:spcPts val="0"/>
              </a:spcBef>
              <a:spcAft>
                <a:spcPts val="600"/>
              </a:spcAft>
              <a:buNone/>
            </a:pPr>
            <a:r>
              <a:rPr lang="en-US" sz="2400" b="1" dirty="0">
                <a:latin typeface="+mj-lt"/>
              </a:rPr>
              <a:t>Security benefits of a guarded fabric include:</a:t>
            </a:r>
          </a:p>
          <a:p>
            <a:pPr marL="419100" indent="-266700">
              <a:spcBef>
                <a:spcPts val="0"/>
              </a:spcBef>
              <a:spcAft>
                <a:spcPts val="1200"/>
              </a:spcAft>
            </a:pPr>
            <a:r>
              <a:rPr lang="en-US" sz="2000" dirty="0"/>
              <a:t>Secure and authorized Hyper-V hosts</a:t>
            </a:r>
          </a:p>
          <a:p>
            <a:pPr marL="419100" indent="-266700">
              <a:spcBef>
                <a:spcPts val="0"/>
              </a:spcBef>
              <a:spcAft>
                <a:spcPts val="1200"/>
              </a:spcAft>
            </a:pPr>
            <a:r>
              <a:rPr lang="en-US" sz="2000" dirty="0"/>
              <a:t>Verification that a host is in a heathy state</a:t>
            </a:r>
          </a:p>
          <a:p>
            <a:pPr marL="419100" indent="-266700">
              <a:spcBef>
                <a:spcPts val="0"/>
              </a:spcBef>
              <a:spcAft>
                <a:spcPts val="1200"/>
              </a:spcAft>
            </a:pPr>
            <a:r>
              <a:rPr lang="en-US" sz="2000" dirty="0"/>
              <a:t>Providing a secure method to release keys to healthy hosts</a:t>
            </a:r>
          </a:p>
        </p:txBody>
      </p:sp>
    </p:spTree>
    <p:extLst>
      <p:ext uri="{BB962C8B-B14F-4D97-AF65-F5344CB8AC3E}">
        <p14:creationId xmlns:p14="http://schemas.microsoft.com/office/powerpoint/2010/main" val="1083678966"/>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81CDE-AAF4-4306-95D6-41E8B4B8E90B}"/>
              </a:ext>
            </a:extLst>
          </p:cNvPr>
          <p:cNvSpPr>
            <a:spLocks noGrp="1"/>
          </p:cNvSpPr>
          <p:nvPr>
            <p:ph type="title"/>
          </p:nvPr>
        </p:nvSpPr>
        <p:spPr/>
        <p:txBody>
          <a:bodyPr/>
          <a:lstStyle/>
          <a:p>
            <a:r>
              <a:rPr lang="en-US" dirty="0"/>
              <a:t>Guarded fabric (2/2)</a:t>
            </a:r>
          </a:p>
        </p:txBody>
      </p:sp>
      <p:pic>
        <p:nvPicPr>
          <p:cNvPr id="13" name="Picture 12" descr="Illustration of a guarded fabric solution. The guarded host contains shielded virtual machines. The host corresponds with the Host Guardian Service for permission to run VMs using attestation and key requests.">
            <a:extLst>
              <a:ext uri="{FF2B5EF4-FFF2-40B4-BE49-F238E27FC236}">
                <a16:creationId xmlns:a16="http://schemas.microsoft.com/office/drawing/2014/main" id="{F3C3B3B4-417D-ADAB-5310-C9FBBC860919}"/>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2"/>
          <a:stretch/>
        </p:blipFill>
        <p:spPr>
          <a:xfrm>
            <a:off x="868392" y="1335315"/>
            <a:ext cx="10451342" cy="4873978"/>
          </a:xfrm>
          <a:prstGeom prst="rect">
            <a:avLst/>
          </a:prstGeom>
          <a:noFill/>
        </p:spPr>
      </p:pic>
      <p:sp>
        <p:nvSpPr>
          <p:cNvPr id="14" name="Rectangle 13">
            <a:extLst>
              <a:ext uri="{FF2B5EF4-FFF2-40B4-BE49-F238E27FC236}">
                <a16:creationId xmlns:a16="http://schemas.microsoft.com/office/drawing/2014/main" id="{894CEF1B-D270-F751-162B-87297F722FF8}"/>
              </a:ext>
              <a:ext uri="{C183D7F6-B498-43B3-948B-1728B52AA6E4}">
                <adec:decorative xmlns:adec="http://schemas.microsoft.com/office/drawing/2017/decorative" val="1"/>
              </a:ext>
            </a:extLst>
          </p:cNvPr>
          <p:cNvSpPr/>
          <p:nvPr/>
        </p:nvSpPr>
        <p:spPr bwMode="auto">
          <a:xfrm>
            <a:off x="588262" y="1271822"/>
            <a:ext cx="11011600" cy="5000962"/>
          </a:xfrm>
          <a:prstGeom prst="rect">
            <a:avLst/>
          </a:prstGeom>
          <a:noFill/>
          <a:ln w="3810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4159117428"/>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EBDD6-414C-454C-9FE7-20496BF5D795}"/>
              </a:ext>
            </a:extLst>
          </p:cNvPr>
          <p:cNvSpPr>
            <a:spLocks noGrp="1"/>
          </p:cNvSpPr>
          <p:nvPr>
            <p:ph type="title"/>
          </p:nvPr>
        </p:nvSpPr>
        <p:spPr/>
        <p:txBody>
          <a:bodyPr/>
          <a:lstStyle/>
          <a:p>
            <a:r>
              <a:rPr lang="en-US" dirty="0"/>
              <a:t>Attestation modes for guarded fabric</a:t>
            </a:r>
          </a:p>
        </p:txBody>
      </p:sp>
      <p:sp>
        <p:nvSpPr>
          <p:cNvPr id="15" name="Text Placeholder 4">
            <a:extLst>
              <a:ext uri="{FF2B5EF4-FFF2-40B4-BE49-F238E27FC236}">
                <a16:creationId xmlns:a16="http://schemas.microsoft.com/office/drawing/2014/main" id="{E47E2643-B37C-DD24-CEDF-2791F78050E5}"/>
              </a:ext>
            </a:extLst>
          </p:cNvPr>
          <p:cNvSpPr>
            <a:spLocks noGrp="1"/>
          </p:cNvSpPr>
          <p:nvPr>
            <p:ph type="body" sz="quarter" idx="17"/>
          </p:nvPr>
        </p:nvSpPr>
        <p:spPr/>
        <p:txBody>
          <a:bodyPr/>
          <a:lstStyle/>
          <a:p>
            <a:r>
              <a:rPr lang="en-US" dirty="0"/>
              <a:t>Guarded fabric </a:t>
            </a:r>
            <a:r>
              <a:rPr lang="en-US" i="1" dirty="0"/>
              <a:t>attestation</a:t>
            </a:r>
            <a:r>
              <a:rPr lang="en-US" dirty="0"/>
              <a:t> is the process of evaluating and validating the Hyper-V host</a:t>
            </a:r>
          </a:p>
        </p:txBody>
      </p:sp>
      <p:graphicFrame>
        <p:nvGraphicFramePr>
          <p:cNvPr id="16" name="Table 15">
            <a:extLst>
              <a:ext uri="{FF2B5EF4-FFF2-40B4-BE49-F238E27FC236}">
                <a16:creationId xmlns:a16="http://schemas.microsoft.com/office/drawing/2014/main" id="{65A7E889-96E9-5374-8D9D-E709F27AE8C5}"/>
              </a:ext>
            </a:extLst>
          </p:cNvPr>
          <p:cNvGraphicFramePr>
            <a:graphicFrameLocks noGrp="1"/>
          </p:cNvGraphicFramePr>
          <p:nvPr>
            <p:extLst>
              <p:ext uri="{D42A27DB-BD31-4B8C-83A1-F6EECF244321}">
                <p14:modId xmlns:p14="http://schemas.microsoft.com/office/powerpoint/2010/main" val="2900642334"/>
              </p:ext>
            </p:extLst>
          </p:nvPr>
        </p:nvGraphicFramePr>
        <p:xfrm>
          <a:off x="588261" y="2110018"/>
          <a:ext cx="11013474" cy="4175760"/>
        </p:xfrm>
        <a:graphic>
          <a:graphicData uri="http://schemas.openxmlformats.org/drawingml/2006/table">
            <a:tbl>
              <a:tblPr firstRow="1" bandRow="1">
                <a:tableStyleId>{B301B821-A1FF-4177-AEE7-76D212191A09}</a:tableStyleId>
              </a:tblPr>
              <a:tblGrid>
                <a:gridCol w="2624839">
                  <a:extLst>
                    <a:ext uri="{9D8B030D-6E8A-4147-A177-3AD203B41FA5}">
                      <a16:colId xmlns:a16="http://schemas.microsoft.com/office/drawing/2014/main" val="2759463302"/>
                    </a:ext>
                  </a:extLst>
                </a:gridCol>
                <a:gridCol w="8388635">
                  <a:extLst>
                    <a:ext uri="{9D8B030D-6E8A-4147-A177-3AD203B41FA5}">
                      <a16:colId xmlns:a16="http://schemas.microsoft.com/office/drawing/2014/main" val="3750830858"/>
                    </a:ext>
                  </a:extLst>
                </a:gridCol>
              </a:tblGrid>
              <a:tr h="0">
                <a:tc>
                  <a:txBody>
                    <a:bodyPr/>
                    <a:lstStyle/>
                    <a:p>
                      <a:pPr marL="0" marR="0" lvl="0" indent="0" algn="l" defTabSz="932742" rtl="0" eaLnBrk="1" fontAlgn="t" latinLnBrk="0" hangingPunct="1">
                        <a:lnSpc>
                          <a:spcPct val="100000"/>
                        </a:lnSpc>
                        <a:spcBef>
                          <a:spcPts val="0"/>
                        </a:spcBef>
                        <a:spcAft>
                          <a:spcPts val="0"/>
                        </a:spcAft>
                        <a:buClrTx/>
                        <a:buSzTx/>
                        <a:buFontTx/>
                        <a:buNone/>
                        <a:tabLst/>
                        <a:defRPr/>
                      </a:pPr>
                      <a:r>
                        <a:rPr lang="en-US" sz="2000" b="1" kern="1200" dirty="0">
                          <a:solidFill>
                            <a:schemeClr val="tx1"/>
                          </a:solidFill>
                          <a:effectLst/>
                          <a:latin typeface="+mj-lt"/>
                          <a:ea typeface="+mn-ea"/>
                          <a:cs typeface="+mn-cs"/>
                        </a:rPr>
                        <a:t>Attestation mode</a:t>
                      </a:r>
                    </a:p>
                  </a:txBody>
                  <a:tcPr marL="134464" marR="134464" marT="91440" marB="91440" anchor="ctr">
                    <a:lnL w="6350" cap="flat" cmpd="sng" algn="ctr">
                      <a:solidFill>
                        <a:schemeClr val="bg1">
                          <a:lumMod val="5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solidFill>
                      <a:schemeClr val="accent3">
                        <a:lumMod val="60000"/>
                        <a:lumOff val="40000"/>
                      </a:schemeClr>
                    </a:solidFill>
                  </a:tcPr>
                </a:tc>
                <a:tc>
                  <a:txBody>
                    <a:bodyPr/>
                    <a:lstStyle/>
                    <a:p>
                      <a:pPr marL="0" marR="0" lvl="0" indent="0" algn="l" defTabSz="932742" rtl="0" eaLnBrk="1" fontAlgn="t" latinLnBrk="0" hangingPunct="1">
                        <a:lnSpc>
                          <a:spcPct val="100000"/>
                        </a:lnSpc>
                        <a:spcBef>
                          <a:spcPts val="0"/>
                        </a:spcBef>
                        <a:spcAft>
                          <a:spcPts val="0"/>
                        </a:spcAft>
                        <a:buClrTx/>
                        <a:buSzTx/>
                        <a:buFontTx/>
                        <a:buNone/>
                        <a:tabLst/>
                        <a:defRPr/>
                      </a:pPr>
                      <a:r>
                        <a:rPr lang="en-US" sz="2000" b="1" kern="1200" dirty="0">
                          <a:solidFill>
                            <a:schemeClr val="tx1"/>
                          </a:solidFill>
                          <a:effectLst/>
                          <a:latin typeface="+mj-lt"/>
                          <a:ea typeface="+mn-ea"/>
                          <a:cs typeface="+mn-cs"/>
                        </a:rPr>
                        <a:t>Description</a:t>
                      </a:r>
                    </a:p>
                  </a:txBody>
                  <a:tcPr marL="134464" marR="134464" marT="91440" marB="9144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solidFill>
                      <a:srgbClr val="CD9BCF"/>
                    </a:solidFill>
                  </a:tcPr>
                </a:tc>
                <a:extLst>
                  <a:ext uri="{0D108BD9-81ED-4DB2-BD59-A6C34878D82A}">
                    <a16:rowId xmlns:a16="http://schemas.microsoft.com/office/drawing/2014/main" val="1953139382"/>
                  </a:ext>
                </a:extLst>
              </a:tr>
              <a:tr h="640080">
                <a:tc>
                  <a:txBody>
                    <a:bodyPr/>
                    <a:lstStyle/>
                    <a:p>
                      <a:pPr marL="0" algn="l" defTabSz="932742" rtl="0" eaLnBrk="1" fontAlgn="t" latinLnBrk="0" hangingPunct="1"/>
                      <a:r>
                        <a:rPr lang="en-US" sz="1800" kern="1200" dirty="0">
                          <a:solidFill>
                            <a:schemeClr val="dk1"/>
                          </a:solidFill>
                          <a:effectLst/>
                          <a:latin typeface="+mn-lt"/>
                          <a:ea typeface="+mn-ea"/>
                          <a:cs typeface="+mn-cs"/>
                        </a:rPr>
                        <a:t>Trusted Platform Module (TPM)-trusted attestation</a:t>
                      </a:r>
                    </a:p>
                  </a:txBody>
                  <a:tcPr marL="134464" marR="134464" marT="91440" marB="9144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marL="215900" indent="-215900" algn="l" defTabSz="932742" rtl="0" eaLnBrk="1" fontAlgn="t" latinLnBrk="0" hangingPunct="1">
                        <a:lnSpc>
                          <a:spcPct val="100000"/>
                        </a:lnSpc>
                        <a:spcBef>
                          <a:spcPts val="0"/>
                        </a:spcBef>
                        <a:spcAft>
                          <a:spcPts val="600"/>
                        </a:spcAft>
                        <a:buSzPct val="90000"/>
                        <a:buFont typeface="Arial" panose="020B0604020202020204" pitchFamily="34" charset="0"/>
                        <a:buChar char="•"/>
                      </a:pPr>
                      <a:r>
                        <a:rPr lang="en-US" sz="1800" kern="1200" dirty="0">
                          <a:solidFill>
                            <a:schemeClr val="dk1"/>
                          </a:solidFill>
                          <a:effectLst/>
                          <a:latin typeface="+mn-lt"/>
                          <a:ea typeface="+mn-ea"/>
                          <a:cs typeface="+mn-cs"/>
                        </a:rPr>
                        <a:t>Hardware-based attestation method offering the strongest protection but does require a more complex configuration and higher host hardware requirements</a:t>
                      </a:r>
                    </a:p>
                    <a:p>
                      <a:pPr marL="215900" indent="-215900" algn="l" defTabSz="932742" rtl="0" eaLnBrk="1" fontAlgn="t" latinLnBrk="0" hangingPunct="1">
                        <a:lnSpc>
                          <a:spcPct val="100000"/>
                        </a:lnSpc>
                        <a:spcBef>
                          <a:spcPts val="0"/>
                        </a:spcBef>
                        <a:spcAft>
                          <a:spcPts val="600"/>
                        </a:spcAft>
                        <a:buSzPct val="90000"/>
                        <a:buFont typeface="Arial" panose="020B0604020202020204" pitchFamily="34" charset="0"/>
                        <a:buChar char="•"/>
                      </a:pPr>
                      <a:r>
                        <a:rPr lang="en-US" sz="1800" kern="1200" dirty="0">
                          <a:solidFill>
                            <a:schemeClr val="dk1"/>
                          </a:solidFill>
                          <a:effectLst/>
                          <a:latin typeface="+mn-lt"/>
                          <a:ea typeface="+mn-ea"/>
                          <a:cs typeface="+mn-cs"/>
                        </a:rPr>
                        <a:t>Requirements include TPM 2.0 and UEFI 2.3.1 with Secure Boot enabled</a:t>
                      </a:r>
                    </a:p>
                    <a:p>
                      <a:pPr marL="215900" marR="0" lvl="0" indent="-215900" algn="l" defTabSz="932742" rtl="0" eaLnBrk="1" fontAlgn="t" latinLnBrk="0" hangingPunct="1">
                        <a:lnSpc>
                          <a:spcPct val="100000"/>
                        </a:lnSpc>
                        <a:spcBef>
                          <a:spcPts val="0"/>
                        </a:spcBef>
                        <a:spcAft>
                          <a:spcPts val="600"/>
                        </a:spcAft>
                        <a:buClrTx/>
                        <a:buSzPct val="90000"/>
                        <a:buFont typeface="Arial" panose="020B0604020202020204" pitchFamily="34" charset="0"/>
                        <a:buChar char="•"/>
                        <a:tabLst/>
                        <a:defRPr/>
                      </a:pPr>
                      <a:r>
                        <a:rPr lang="en-US" sz="1800" kern="1200" dirty="0">
                          <a:solidFill>
                            <a:schemeClr val="dk1"/>
                          </a:solidFill>
                          <a:effectLst/>
                          <a:latin typeface="+mn-lt"/>
                          <a:ea typeface="+mn-ea"/>
                          <a:cs typeface="+mn-cs"/>
                        </a:rPr>
                        <a:t>A guarded Hyper-V host is approved and validated based upon its TPM identity, </a:t>
                      </a:r>
                      <a:br>
                        <a:rPr lang="en-US" sz="1800" kern="1200" dirty="0">
                          <a:solidFill>
                            <a:schemeClr val="dk1"/>
                          </a:solidFill>
                          <a:effectLst/>
                          <a:latin typeface="+mn-lt"/>
                          <a:ea typeface="+mn-ea"/>
                          <a:cs typeface="+mn-cs"/>
                        </a:rPr>
                      </a:br>
                      <a:r>
                        <a:rPr lang="en-US" sz="1800" kern="1200" dirty="0">
                          <a:solidFill>
                            <a:schemeClr val="dk1"/>
                          </a:solidFill>
                          <a:effectLst/>
                          <a:latin typeface="+mn-lt"/>
                          <a:ea typeface="+mn-ea"/>
                          <a:cs typeface="+mn-cs"/>
                        </a:rPr>
                        <a:t>Measured Boot sequence, and code integrity policies</a:t>
                      </a:r>
                    </a:p>
                  </a:txBody>
                  <a:tcPr marL="134464" marR="134464" marT="91440" marB="9144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118657062"/>
                  </a:ext>
                </a:extLst>
              </a:tr>
              <a:tr h="0">
                <a:tc>
                  <a:txBody>
                    <a:bodyPr/>
                    <a:lstStyle/>
                    <a:p>
                      <a:pPr marL="0" marR="0" lvl="0" indent="0" algn="l" defTabSz="932742" rtl="0" eaLnBrk="1" fontAlgn="t" latinLnBrk="0" hangingPunct="1">
                        <a:lnSpc>
                          <a:spcPct val="100000"/>
                        </a:lnSpc>
                        <a:spcBef>
                          <a:spcPts val="0"/>
                        </a:spcBef>
                        <a:spcAft>
                          <a:spcPts val="0"/>
                        </a:spcAft>
                        <a:buClrTx/>
                        <a:buSzTx/>
                        <a:buFontTx/>
                        <a:buNone/>
                        <a:tabLst/>
                        <a:defRPr/>
                      </a:pPr>
                      <a:r>
                        <a:rPr lang="en-US" sz="1800" kern="1200" noProof="0" dirty="0">
                          <a:solidFill>
                            <a:schemeClr val="dk1"/>
                          </a:solidFill>
                          <a:effectLst/>
                          <a:latin typeface="+mn-lt"/>
                          <a:ea typeface="+mn-ea"/>
                          <a:cs typeface="+mn-cs"/>
                        </a:rPr>
                        <a:t>Host key attestation</a:t>
                      </a:r>
                    </a:p>
                  </a:txBody>
                  <a:tcPr marL="134464" marR="134464" marT="91440" marB="9144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marL="215900" marR="0" lvl="0" indent="-215900" algn="l" defTabSz="932742" rtl="0" eaLnBrk="1" fontAlgn="t" latinLnBrk="0" hangingPunct="1">
                        <a:lnSpc>
                          <a:spcPct val="100000"/>
                        </a:lnSpc>
                        <a:spcBef>
                          <a:spcPts val="0"/>
                        </a:spcBef>
                        <a:spcAft>
                          <a:spcPts val="600"/>
                        </a:spcAft>
                        <a:buClrTx/>
                        <a:buSzPct val="90000"/>
                        <a:buFont typeface="Arial" panose="020B0604020202020204" pitchFamily="34" charset="0"/>
                        <a:buChar char="•"/>
                        <a:tabLst/>
                        <a:defRPr/>
                      </a:pPr>
                      <a:r>
                        <a:rPr lang="en-US" sz="1800" kern="1200" noProof="0" dirty="0">
                          <a:solidFill>
                            <a:schemeClr val="dk1"/>
                          </a:solidFill>
                          <a:effectLst/>
                          <a:latin typeface="+mn-lt"/>
                          <a:ea typeface="+mn-ea"/>
                          <a:cs typeface="+mn-cs"/>
                        </a:rPr>
                        <a:t>Based upon asymmetric key pairs</a:t>
                      </a:r>
                    </a:p>
                    <a:p>
                      <a:pPr marL="215900" marR="0" lvl="0" indent="-215900" algn="l" defTabSz="932742" rtl="0" eaLnBrk="1" fontAlgn="t" latinLnBrk="0" hangingPunct="1">
                        <a:lnSpc>
                          <a:spcPct val="100000"/>
                        </a:lnSpc>
                        <a:spcBef>
                          <a:spcPts val="0"/>
                        </a:spcBef>
                        <a:spcAft>
                          <a:spcPts val="600"/>
                        </a:spcAft>
                        <a:buClrTx/>
                        <a:buSzPct val="90000"/>
                        <a:buFont typeface="Arial" panose="020B0604020202020204" pitchFamily="34" charset="0"/>
                        <a:buChar char="•"/>
                        <a:tabLst/>
                        <a:defRPr/>
                      </a:pPr>
                      <a:r>
                        <a:rPr lang="en-US" sz="1800" kern="1200" noProof="0" dirty="0">
                          <a:solidFill>
                            <a:schemeClr val="dk1"/>
                          </a:solidFill>
                          <a:effectLst/>
                          <a:latin typeface="+mn-lt"/>
                          <a:ea typeface="+mn-ea"/>
                          <a:cs typeface="+mn-cs"/>
                        </a:rPr>
                        <a:t>Used when existing Hyper-V host machines do not support TPM 2.0 </a:t>
                      </a:r>
                    </a:p>
                    <a:p>
                      <a:pPr marL="215900" marR="0" lvl="0" indent="-215900" algn="l" defTabSz="932742" rtl="0" eaLnBrk="1" fontAlgn="t" latinLnBrk="0" hangingPunct="1">
                        <a:lnSpc>
                          <a:spcPct val="100000"/>
                        </a:lnSpc>
                        <a:spcBef>
                          <a:spcPts val="0"/>
                        </a:spcBef>
                        <a:spcAft>
                          <a:spcPts val="600"/>
                        </a:spcAft>
                        <a:buClrTx/>
                        <a:buSzPct val="90000"/>
                        <a:buFont typeface="Arial" panose="020B0604020202020204" pitchFamily="34" charset="0"/>
                        <a:buChar char="•"/>
                        <a:tabLst/>
                        <a:defRPr/>
                      </a:pPr>
                      <a:r>
                        <a:rPr lang="en-US" sz="1800" kern="1200" noProof="0" dirty="0">
                          <a:solidFill>
                            <a:schemeClr val="dk1"/>
                          </a:solidFill>
                          <a:effectLst/>
                          <a:latin typeface="+mn-lt"/>
                          <a:ea typeface="+mn-ea"/>
                          <a:cs typeface="+mn-cs"/>
                        </a:rPr>
                        <a:t>A guarded Hyper-V host is approved and validated based upon possession</a:t>
                      </a:r>
                      <a:br>
                        <a:rPr lang="en-US" sz="1800" kern="1200" noProof="0" dirty="0">
                          <a:solidFill>
                            <a:schemeClr val="dk1"/>
                          </a:solidFill>
                          <a:effectLst/>
                          <a:latin typeface="+mn-lt"/>
                          <a:ea typeface="+mn-ea"/>
                          <a:cs typeface="+mn-cs"/>
                        </a:rPr>
                      </a:br>
                      <a:r>
                        <a:rPr lang="en-US" sz="1800" kern="1200" noProof="0" dirty="0">
                          <a:solidFill>
                            <a:schemeClr val="dk1"/>
                          </a:solidFill>
                          <a:effectLst/>
                          <a:latin typeface="+mn-lt"/>
                          <a:ea typeface="+mn-ea"/>
                          <a:cs typeface="+mn-cs"/>
                        </a:rPr>
                        <a:t>of the key</a:t>
                      </a:r>
                    </a:p>
                  </a:txBody>
                  <a:tcPr marL="134464" marR="134464" marT="91440" marB="9144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656546042"/>
                  </a:ext>
                </a:extLst>
              </a:tr>
            </a:tbl>
          </a:graphicData>
        </a:graphic>
      </p:graphicFrame>
    </p:spTree>
    <p:extLst>
      <p:ext uri="{BB962C8B-B14F-4D97-AF65-F5344CB8AC3E}">
        <p14:creationId xmlns:p14="http://schemas.microsoft.com/office/powerpoint/2010/main" val="2444133738"/>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81CDE-AAF4-4306-95D6-41E8B4B8E90B}"/>
              </a:ext>
            </a:extLst>
          </p:cNvPr>
          <p:cNvSpPr>
            <a:spLocks noGrp="1"/>
          </p:cNvSpPr>
          <p:nvPr>
            <p:ph type="title"/>
          </p:nvPr>
        </p:nvSpPr>
        <p:spPr>
          <a:xfrm>
            <a:off x="588262" y="596867"/>
            <a:ext cx="11044938" cy="502246"/>
          </a:xfrm>
        </p:spPr>
        <p:txBody>
          <a:bodyPr/>
          <a:lstStyle/>
          <a:p>
            <a:r>
              <a:rPr lang="en-US" dirty="0"/>
              <a:t>Host Guardian Service</a:t>
            </a:r>
          </a:p>
        </p:txBody>
      </p:sp>
      <p:sp>
        <p:nvSpPr>
          <p:cNvPr id="16" name="Text Placeholder 5">
            <a:extLst>
              <a:ext uri="{FF2B5EF4-FFF2-40B4-BE49-F238E27FC236}">
                <a16:creationId xmlns:a16="http://schemas.microsoft.com/office/drawing/2014/main" id="{3F7A274B-611D-7169-BA8A-174A00B53D0E}"/>
              </a:ext>
            </a:extLst>
          </p:cNvPr>
          <p:cNvSpPr>
            <a:spLocks noGrp="1"/>
          </p:cNvSpPr>
          <p:nvPr>
            <p:ph type="body" sz="quarter" idx="16"/>
          </p:nvPr>
        </p:nvSpPr>
        <p:spPr>
          <a:xfrm>
            <a:off x="584199" y="1594155"/>
            <a:ext cx="4216401" cy="4801314"/>
          </a:xfrm>
        </p:spPr>
        <p:txBody>
          <a:bodyPr/>
          <a:lstStyle/>
          <a:p>
            <a:pPr>
              <a:spcAft>
                <a:spcPts val="600"/>
              </a:spcAft>
            </a:pPr>
            <a:r>
              <a:rPr lang="en-US" sz="2200" b="1" dirty="0"/>
              <a:t>Host Guardian Service includes:</a:t>
            </a:r>
          </a:p>
          <a:p>
            <a:pPr marL="347663" indent="-230188">
              <a:spcAft>
                <a:spcPts val="1200"/>
              </a:spcAft>
              <a:buFont typeface="Arial" panose="020B0604020202020204" pitchFamily="34" charset="0"/>
              <a:buChar char="•"/>
            </a:pPr>
            <a:r>
              <a:rPr lang="en-US" sz="1800" dirty="0">
                <a:latin typeface="+mn-lt"/>
              </a:rPr>
              <a:t>Attestation service</a:t>
            </a:r>
          </a:p>
          <a:p>
            <a:pPr marL="347663" indent="-230188">
              <a:spcAft>
                <a:spcPts val="1200"/>
              </a:spcAft>
              <a:buFont typeface="Arial" panose="020B0604020202020204" pitchFamily="34" charset="0"/>
              <a:buChar char="•"/>
            </a:pPr>
            <a:r>
              <a:rPr lang="en-US" sz="1800" dirty="0">
                <a:latin typeface="+mn-lt"/>
              </a:rPr>
              <a:t>Key Protection Service (KPS)</a:t>
            </a:r>
          </a:p>
          <a:p>
            <a:pPr>
              <a:spcAft>
                <a:spcPts val="600"/>
              </a:spcAft>
            </a:pPr>
            <a:r>
              <a:rPr lang="en-US" sz="2200" b="1" dirty="0"/>
              <a:t>Helps to ensure:</a:t>
            </a:r>
          </a:p>
          <a:p>
            <a:pPr marL="347663" indent="-230188">
              <a:spcAft>
                <a:spcPts val="1200"/>
              </a:spcAft>
              <a:buFont typeface="Arial" panose="020B0604020202020204" pitchFamily="34" charset="0"/>
              <a:buChar char="•"/>
            </a:pPr>
            <a:r>
              <a:rPr lang="en-US" sz="1800" dirty="0">
                <a:latin typeface="+mn-lt"/>
              </a:rPr>
              <a:t>Protected VMs contain BitLocker encrypted disks</a:t>
            </a:r>
          </a:p>
          <a:p>
            <a:pPr marL="347663" indent="-230188">
              <a:spcAft>
                <a:spcPts val="1200"/>
              </a:spcAft>
              <a:buFont typeface="Arial" panose="020B0604020202020204" pitchFamily="34" charset="0"/>
              <a:buChar char="•"/>
            </a:pPr>
            <a:r>
              <a:rPr lang="en-US" sz="1800" dirty="0">
                <a:latin typeface="+mn-lt"/>
              </a:rPr>
              <a:t>Shielded VMs are deployed from trusted template disks and images</a:t>
            </a:r>
          </a:p>
          <a:p>
            <a:pPr marL="347663" indent="-230188">
              <a:spcAft>
                <a:spcPts val="1200"/>
              </a:spcAft>
              <a:buFont typeface="Arial" panose="020B0604020202020204" pitchFamily="34" charset="0"/>
              <a:buChar char="•"/>
            </a:pPr>
            <a:r>
              <a:rPr lang="en-US" sz="1800" dirty="0">
                <a:latin typeface="+mn-lt"/>
              </a:rPr>
              <a:t>Passwords and other secrets are protected when a shielded VM</a:t>
            </a:r>
            <a:br>
              <a:rPr lang="en-US" sz="1800" dirty="0">
                <a:latin typeface="+mn-lt"/>
              </a:rPr>
            </a:br>
            <a:r>
              <a:rPr lang="en-US" sz="1800" dirty="0">
                <a:latin typeface="+mn-lt"/>
              </a:rPr>
              <a:t>is created</a:t>
            </a:r>
          </a:p>
          <a:p>
            <a:pPr marL="347663" indent="-230188">
              <a:spcAft>
                <a:spcPts val="1200"/>
              </a:spcAft>
              <a:buFont typeface="Arial" panose="020B0604020202020204" pitchFamily="34" charset="0"/>
              <a:buChar char="•"/>
            </a:pPr>
            <a:r>
              <a:rPr lang="en-US" sz="1800" dirty="0">
                <a:latin typeface="+mn-lt"/>
              </a:rPr>
              <a:t>Control of where the shielded VM can be started</a:t>
            </a:r>
          </a:p>
        </p:txBody>
      </p:sp>
      <p:sp>
        <p:nvSpPr>
          <p:cNvPr id="17" name="Rectangle 16">
            <a:extLst>
              <a:ext uri="{FF2B5EF4-FFF2-40B4-BE49-F238E27FC236}">
                <a16:creationId xmlns:a16="http://schemas.microsoft.com/office/drawing/2014/main" id="{7C49F2BE-53ED-B61E-D7A7-7E17E92FCB73}"/>
              </a:ext>
              <a:ext uri="{C183D7F6-B498-43B3-948B-1728B52AA6E4}">
                <adec:decorative xmlns:adec="http://schemas.microsoft.com/office/drawing/2017/decorative" val="1"/>
              </a:ext>
            </a:extLst>
          </p:cNvPr>
          <p:cNvSpPr>
            <a:spLocks/>
          </p:cNvSpPr>
          <p:nvPr/>
        </p:nvSpPr>
        <p:spPr bwMode="auto">
          <a:xfrm>
            <a:off x="5013189" y="1600200"/>
            <a:ext cx="6596061" cy="4672584"/>
          </a:xfrm>
          <a:prstGeom prst="rect">
            <a:avLst/>
          </a:prstGeom>
          <a:noFill/>
          <a:ln w="3810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18" name="Picture 17" descr="Illustration of the Host Guardian Service running on a cluster. It also describes the two components including the Attestation Service, which evaluates the validity of hosts, and the Key Protection Service, which decides whether to release a key to start a VM.">
            <a:extLst>
              <a:ext uri="{FF2B5EF4-FFF2-40B4-BE49-F238E27FC236}">
                <a16:creationId xmlns:a16="http://schemas.microsoft.com/office/drawing/2014/main" id="{4D61876F-805D-EE2A-9883-4CA33859A199}"/>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5101743" y="2018960"/>
            <a:ext cx="6418953" cy="3835065"/>
          </a:xfrm>
          <a:prstGeom prst="rect">
            <a:avLst/>
          </a:prstGeom>
          <a:noFill/>
        </p:spPr>
      </p:pic>
    </p:spTree>
    <p:extLst>
      <p:ext uri="{BB962C8B-B14F-4D97-AF65-F5344CB8AC3E}">
        <p14:creationId xmlns:p14="http://schemas.microsoft.com/office/powerpoint/2010/main" val="1832851442"/>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EBDD6-414C-454C-9FE7-20496BF5D795}"/>
              </a:ext>
            </a:extLst>
          </p:cNvPr>
          <p:cNvSpPr>
            <a:spLocks noGrp="1"/>
          </p:cNvSpPr>
          <p:nvPr>
            <p:ph type="title"/>
          </p:nvPr>
        </p:nvSpPr>
        <p:spPr/>
        <p:txBody>
          <a:bodyPr/>
          <a:lstStyle/>
          <a:p>
            <a:r>
              <a:rPr lang="en-US" dirty="0"/>
              <a:t>Types of protected VMs in a guarded fabric</a:t>
            </a:r>
          </a:p>
        </p:txBody>
      </p:sp>
      <p:graphicFrame>
        <p:nvGraphicFramePr>
          <p:cNvPr id="3" name="Table 2">
            <a:extLst>
              <a:ext uri="{FF2B5EF4-FFF2-40B4-BE49-F238E27FC236}">
                <a16:creationId xmlns:a16="http://schemas.microsoft.com/office/drawing/2014/main" id="{35CDC0F5-3ACB-F282-F53B-AE8D27C9E613}"/>
              </a:ext>
            </a:extLst>
          </p:cNvPr>
          <p:cNvGraphicFramePr>
            <a:graphicFrameLocks noGrp="1"/>
          </p:cNvGraphicFramePr>
          <p:nvPr>
            <p:extLst>
              <p:ext uri="{D42A27DB-BD31-4B8C-83A1-F6EECF244321}">
                <p14:modId xmlns:p14="http://schemas.microsoft.com/office/powerpoint/2010/main" val="2646561365"/>
              </p:ext>
            </p:extLst>
          </p:nvPr>
        </p:nvGraphicFramePr>
        <p:xfrm>
          <a:off x="588261" y="1581150"/>
          <a:ext cx="11013475" cy="3420139"/>
        </p:xfrm>
        <a:graphic>
          <a:graphicData uri="http://schemas.openxmlformats.org/drawingml/2006/table">
            <a:tbl>
              <a:tblPr firstRow="1" bandRow="1">
                <a:tableStyleId>{B301B821-A1FF-4177-AEE7-76D212191A09}</a:tableStyleId>
              </a:tblPr>
              <a:tblGrid>
                <a:gridCol w="3310639">
                  <a:extLst>
                    <a:ext uri="{9D8B030D-6E8A-4147-A177-3AD203B41FA5}">
                      <a16:colId xmlns:a16="http://schemas.microsoft.com/office/drawing/2014/main" val="2759463302"/>
                    </a:ext>
                  </a:extLst>
                </a:gridCol>
                <a:gridCol w="3851418">
                  <a:extLst>
                    <a:ext uri="{9D8B030D-6E8A-4147-A177-3AD203B41FA5}">
                      <a16:colId xmlns:a16="http://schemas.microsoft.com/office/drawing/2014/main" val="3750830858"/>
                    </a:ext>
                  </a:extLst>
                </a:gridCol>
                <a:gridCol w="3851418">
                  <a:extLst>
                    <a:ext uri="{9D8B030D-6E8A-4147-A177-3AD203B41FA5}">
                      <a16:colId xmlns:a16="http://schemas.microsoft.com/office/drawing/2014/main" val="2715474343"/>
                    </a:ext>
                  </a:extLst>
                </a:gridCol>
              </a:tblGrid>
              <a:tr h="539496">
                <a:tc>
                  <a:txBody>
                    <a:bodyPr/>
                    <a:lstStyle/>
                    <a:p>
                      <a:pPr marL="0" marR="0" lvl="0" indent="0" algn="l" defTabSz="932742" rtl="0" eaLnBrk="1" fontAlgn="t" latinLnBrk="0" hangingPunct="1">
                        <a:lnSpc>
                          <a:spcPct val="100000"/>
                        </a:lnSpc>
                        <a:spcBef>
                          <a:spcPts val="0"/>
                        </a:spcBef>
                        <a:spcAft>
                          <a:spcPts val="0"/>
                        </a:spcAft>
                        <a:buClrTx/>
                        <a:buSzTx/>
                        <a:buFontTx/>
                        <a:buNone/>
                        <a:tabLst/>
                        <a:defRPr/>
                      </a:pPr>
                      <a:r>
                        <a:rPr lang="en-US" sz="2000" b="1" kern="1200" dirty="0">
                          <a:solidFill>
                            <a:schemeClr val="tx1"/>
                          </a:solidFill>
                          <a:effectLst/>
                          <a:latin typeface="+mn-lt"/>
                          <a:ea typeface="+mn-ea"/>
                          <a:cs typeface="+mn-cs"/>
                        </a:rPr>
                        <a:t>Capability</a:t>
                      </a:r>
                    </a:p>
                  </a:txBody>
                  <a:tcPr marL="134464" marR="134464" marT="134464" marB="134464"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solidFill>
                      <a:schemeClr val="accent3">
                        <a:lumMod val="60000"/>
                        <a:lumOff val="40000"/>
                      </a:schemeClr>
                    </a:solidFill>
                  </a:tcPr>
                </a:tc>
                <a:tc>
                  <a:txBody>
                    <a:bodyPr/>
                    <a:lstStyle/>
                    <a:p>
                      <a:pPr marL="0" marR="0" lvl="0" indent="0" algn="l" defTabSz="932742" rtl="0" eaLnBrk="1" fontAlgn="t" latinLnBrk="0" hangingPunct="1">
                        <a:lnSpc>
                          <a:spcPct val="100000"/>
                        </a:lnSpc>
                        <a:spcBef>
                          <a:spcPts val="0"/>
                        </a:spcBef>
                        <a:spcAft>
                          <a:spcPts val="0"/>
                        </a:spcAft>
                        <a:buClrTx/>
                        <a:buSzTx/>
                        <a:buFontTx/>
                        <a:buNone/>
                        <a:tabLst/>
                        <a:defRPr/>
                      </a:pPr>
                      <a:r>
                        <a:rPr lang="en-US" sz="2000" b="1" kern="1200" dirty="0">
                          <a:solidFill>
                            <a:schemeClr val="tx1"/>
                          </a:solidFill>
                          <a:effectLst/>
                          <a:latin typeface="+mn-lt"/>
                          <a:ea typeface="+mn-ea"/>
                          <a:cs typeface="+mn-cs"/>
                        </a:rPr>
                        <a:t>Encryption-supported</a:t>
                      </a:r>
                    </a:p>
                  </a:txBody>
                  <a:tcPr marL="134464" marR="134464" marT="134464" marB="134464"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solidFill>
                      <a:srgbClr val="CD9BCF"/>
                    </a:solidFill>
                  </a:tcPr>
                </a:tc>
                <a:tc>
                  <a:txBody>
                    <a:bodyPr/>
                    <a:lstStyle/>
                    <a:p>
                      <a:pPr marL="0" marR="0" lvl="0" indent="0" algn="l" defTabSz="932742" rtl="0" eaLnBrk="1" fontAlgn="t" latinLnBrk="0" hangingPunct="1">
                        <a:lnSpc>
                          <a:spcPct val="100000"/>
                        </a:lnSpc>
                        <a:spcBef>
                          <a:spcPts val="0"/>
                        </a:spcBef>
                        <a:spcAft>
                          <a:spcPts val="0"/>
                        </a:spcAft>
                        <a:buClrTx/>
                        <a:buSzTx/>
                        <a:buFontTx/>
                        <a:buNone/>
                        <a:tabLst/>
                        <a:defRPr/>
                      </a:pPr>
                      <a:r>
                        <a:rPr lang="en-US" sz="2000" b="1" kern="1200" dirty="0">
                          <a:solidFill>
                            <a:schemeClr val="tx1"/>
                          </a:solidFill>
                          <a:effectLst/>
                          <a:latin typeface="+mn-lt"/>
                          <a:ea typeface="+mn-ea"/>
                          <a:cs typeface="+mn-cs"/>
                        </a:rPr>
                        <a:t>Shielded</a:t>
                      </a:r>
                    </a:p>
                  </a:txBody>
                  <a:tcPr marL="134464" marR="134464" marT="134464" marB="134464"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solidFill>
                      <a:srgbClr val="8DC8E8"/>
                    </a:solidFill>
                  </a:tcPr>
                </a:tc>
                <a:extLst>
                  <a:ext uri="{0D108BD9-81ED-4DB2-BD59-A6C34878D82A}">
                    <a16:rowId xmlns:a16="http://schemas.microsoft.com/office/drawing/2014/main" val="1953139382"/>
                  </a:ext>
                </a:extLst>
              </a:tr>
              <a:tr h="0">
                <a:tc>
                  <a:txBody>
                    <a:bodyPr/>
                    <a:lstStyle/>
                    <a:p>
                      <a:pPr algn="l">
                        <a:lnSpc>
                          <a:spcPts val="1600"/>
                        </a:lnSpc>
                      </a:pPr>
                      <a:r>
                        <a:rPr lang="en-US" sz="1800" kern="1200" dirty="0">
                          <a:solidFill>
                            <a:schemeClr val="dk1"/>
                          </a:solidFill>
                          <a:effectLst/>
                          <a:latin typeface="+mn-lt"/>
                          <a:ea typeface="+mn-ea"/>
                          <a:cs typeface="+mn-cs"/>
                        </a:rPr>
                        <a:t>Secure boot</a:t>
                      </a:r>
                    </a:p>
                  </a:txBody>
                  <a:tcPr marL="134464" marR="134464" marT="134464" marB="134464"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32742" rtl="0" eaLnBrk="1" fontAlgn="auto" latinLnBrk="0" hangingPunct="1">
                        <a:lnSpc>
                          <a:spcPts val="1600"/>
                        </a:lnSpc>
                        <a:spcBef>
                          <a:spcPts val="0"/>
                        </a:spcBef>
                        <a:spcAft>
                          <a:spcPts val="0"/>
                        </a:spcAft>
                        <a:buClrTx/>
                        <a:buSzTx/>
                        <a:buFontTx/>
                        <a:buNone/>
                        <a:tabLst/>
                        <a:defRPr/>
                      </a:pPr>
                      <a:r>
                        <a:rPr lang="en-US" sz="1800" kern="1200" noProof="0" dirty="0">
                          <a:solidFill>
                            <a:schemeClr val="dk1"/>
                          </a:solidFill>
                          <a:effectLst/>
                          <a:latin typeface="+mn-lt"/>
                          <a:ea typeface="+mn-ea"/>
                          <a:cs typeface="+mn-cs"/>
                        </a:rPr>
                        <a:t>Yes, required but configurable</a:t>
                      </a:r>
                    </a:p>
                  </a:txBody>
                  <a:tcPr marL="134464" marR="134464" marT="134464" marB="134464"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32742" rtl="0" eaLnBrk="1" fontAlgn="auto" latinLnBrk="0" hangingPunct="1">
                        <a:lnSpc>
                          <a:spcPts val="1600"/>
                        </a:lnSpc>
                        <a:spcBef>
                          <a:spcPts val="0"/>
                        </a:spcBef>
                        <a:spcAft>
                          <a:spcPts val="0"/>
                        </a:spcAft>
                        <a:buClrTx/>
                        <a:buSzTx/>
                        <a:buFontTx/>
                        <a:buNone/>
                        <a:tabLst/>
                        <a:defRPr/>
                      </a:pPr>
                      <a:r>
                        <a:rPr lang="en-US" sz="1800" kern="1200" noProof="0" dirty="0">
                          <a:solidFill>
                            <a:schemeClr val="dk1"/>
                          </a:solidFill>
                          <a:effectLst/>
                          <a:latin typeface="+mn-lt"/>
                          <a:ea typeface="+mn-ea"/>
                          <a:cs typeface="+mn-cs"/>
                        </a:rPr>
                        <a:t>Yes, required and enforced</a:t>
                      </a:r>
                    </a:p>
                  </a:txBody>
                  <a:tcPr marL="134464" marR="134464" marT="134464" marB="134464"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118657062"/>
                  </a:ext>
                </a:extLst>
              </a:tr>
              <a:tr h="0">
                <a:tc>
                  <a:txBody>
                    <a:bodyPr/>
                    <a:lstStyle/>
                    <a:p>
                      <a:pPr marL="0" marR="0" lvl="0" indent="0" algn="l" defTabSz="932742" rtl="0" eaLnBrk="1" fontAlgn="auto" latinLnBrk="0" hangingPunct="1">
                        <a:lnSpc>
                          <a:spcPts val="1600"/>
                        </a:lnSpc>
                        <a:spcBef>
                          <a:spcPts val="0"/>
                        </a:spcBef>
                        <a:spcAft>
                          <a:spcPts val="0"/>
                        </a:spcAft>
                        <a:buClrTx/>
                        <a:buSzTx/>
                        <a:buFontTx/>
                        <a:buNone/>
                        <a:tabLst/>
                        <a:defRPr/>
                      </a:pPr>
                      <a:r>
                        <a:rPr lang="en-US" sz="1800" kern="1200" noProof="0" dirty="0">
                          <a:solidFill>
                            <a:schemeClr val="dk1"/>
                          </a:solidFill>
                          <a:effectLst/>
                          <a:latin typeface="+mn-lt"/>
                          <a:ea typeface="+mn-ea"/>
                          <a:cs typeface="+mn-cs"/>
                        </a:rPr>
                        <a:t>Virtual TPM</a:t>
                      </a:r>
                    </a:p>
                  </a:txBody>
                  <a:tcPr marL="134464" marR="134464" marT="134464" marB="134464"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32742" rtl="0" eaLnBrk="1" fontAlgn="auto" latinLnBrk="0" hangingPunct="1">
                        <a:lnSpc>
                          <a:spcPts val="1600"/>
                        </a:lnSpc>
                        <a:spcBef>
                          <a:spcPts val="0"/>
                        </a:spcBef>
                        <a:spcAft>
                          <a:spcPts val="0"/>
                        </a:spcAft>
                        <a:buClrTx/>
                        <a:buSzTx/>
                        <a:buFontTx/>
                        <a:buNone/>
                        <a:tabLst/>
                        <a:defRPr/>
                      </a:pPr>
                      <a:r>
                        <a:rPr lang="en-US" sz="1800" kern="1200" noProof="0" dirty="0">
                          <a:solidFill>
                            <a:schemeClr val="dk1"/>
                          </a:solidFill>
                          <a:effectLst/>
                          <a:latin typeface="+mn-lt"/>
                          <a:ea typeface="+mn-ea"/>
                          <a:cs typeface="+mn-cs"/>
                        </a:rPr>
                        <a:t>Yes, required but configurable</a:t>
                      </a:r>
                    </a:p>
                  </a:txBody>
                  <a:tcPr marL="134464" marR="134464" marT="134464" marB="134464"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32742" rtl="0" eaLnBrk="1" fontAlgn="auto" latinLnBrk="0" hangingPunct="1">
                        <a:lnSpc>
                          <a:spcPts val="1600"/>
                        </a:lnSpc>
                        <a:spcBef>
                          <a:spcPts val="0"/>
                        </a:spcBef>
                        <a:spcAft>
                          <a:spcPts val="0"/>
                        </a:spcAft>
                        <a:buClrTx/>
                        <a:buSzTx/>
                        <a:buFontTx/>
                        <a:buNone/>
                        <a:tabLst/>
                        <a:defRPr/>
                      </a:pPr>
                      <a:r>
                        <a:rPr lang="en-US" sz="1800" kern="1200" noProof="0" dirty="0">
                          <a:solidFill>
                            <a:schemeClr val="dk1"/>
                          </a:solidFill>
                          <a:effectLst/>
                          <a:latin typeface="+mn-lt"/>
                          <a:ea typeface="+mn-ea"/>
                          <a:cs typeface="+mn-cs"/>
                        </a:rPr>
                        <a:t>Yes, required and enforced</a:t>
                      </a:r>
                    </a:p>
                  </a:txBody>
                  <a:tcPr marL="134464" marR="134464" marT="134464" marB="134464"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74790048"/>
                  </a:ext>
                </a:extLst>
              </a:tr>
              <a:tr h="0">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800" kern="1200" noProof="0" dirty="0">
                          <a:solidFill>
                            <a:schemeClr val="dk1"/>
                          </a:solidFill>
                          <a:effectLst/>
                          <a:latin typeface="+mn-lt"/>
                          <a:ea typeface="+mn-ea"/>
                          <a:cs typeface="+mn-cs"/>
                        </a:rPr>
                        <a:t>Encrypt VM state and live migration traffic</a:t>
                      </a:r>
                    </a:p>
                  </a:txBody>
                  <a:tcPr marL="134464" marR="134464" marT="134464" marB="134464"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32742" rtl="0" eaLnBrk="1" fontAlgn="auto" latinLnBrk="0" hangingPunct="1">
                        <a:lnSpc>
                          <a:spcPts val="1600"/>
                        </a:lnSpc>
                        <a:spcBef>
                          <a:spcPts val="0"/>
                        </a:spcBef>
                        <a:spcAft>
                          <a:spcPts val="0"/>
                        </a:spcAft>
                        <a:buClrTx/>
                        <a:buSzTx/>
                        <a:buFontTx/>
                        <a:buNone/>
                        <a:tabLst/>
                        <a:defRPr/>
                      </a:pPr>
                      <a:r>
                        <a:rPr lang="en-US" sz="1800" kern="1200" noProof="0" dirty="0">
                          <a:solidFill>
                            <a:schemeClr val="dk1"/>
                          </a:solidFill>
                          <a:effectLst/>
                          <a:latin typeface="+mn-lt"/>
                          <a:ea typeface="+mn-ea"/>
                          <a:cs typeface="+mn-cs"/>
                        </a:rPr>
                        <a:t>Yes, required but configurable</a:t>
                      </a:r>
                    </a:p>
                  </a:txBody>
                  <a:tcPr marL="134464" marR="134464" marT="134464" marB="134464"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32742" rtl="0" eaLnBrk="1" fontAlgn="auto" latinLnBrk="0" hangingPunct="1">
                        <a:lnSpc>
                          <a:spcPts val="1600"/>
                        </a:lnSpc>
                        <a:spcBef>
                          <a:spcPts val="0"/>
                        </a:spcBef>
                        <a:spcAft>
                          <a:spcPts val="0"/>
                        </a:spcAft>
                        <a:buClrTx/>
                        <a:buSzTx/>
                        <a:buFontTx/>
                        <a:buNone/>
                        <a:tabLst/>
                        <a:defRPr/>
                      </a:pPr>
                      <a:r>
                        <a:rPr lang="en-US" sz="1800" kern="1200" noProof="0" dirty="0">
                          <a:solidFill>
                            <a:schemeClr val="dk1"/>
                          </a:solidFill>
                          <a:effectLst/>
                          <a:latin typeface="+mn-lt"/>
                          <a:ea typeface="+mn-ea"/>
                          <a:cs typeface="+mn-cs"/>
                        </a:rPr>
                        <a:t>Yes, required and enforced</a:t>
                      </a:r>
                    </a:p>
                  </a:txBody>
                  <a:tcPr marL="134464" marR="134464" marT="134464" marB="134464"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4085496951"/>
                  </a:ext>
                </a:extLst>
              </a:tr>
              <a:tr h="0">
                <a:tc>
                  <a:txBody>
                    <a:bodyPr/>
                    <a:lstStyle/>
                    <a:p>
                      <a:pPr marL="0" marR="0" lvl="0" indent="0" algn="l" defTabSz="932742" rtl="0" eaLnBrk="1" fontAlgn="auto" latinLnBrk="0" hangingPunct="1">
                        <a:lnSpc>
                          <a:spcPts val="1600"/>
                        </a:lnSpc>
                        <a:spcBef>
                          <a:spcPts val="0"/>
                        </a:spcBef>
                        <a:spcAft>
                          <a:spcPts val="0"/>
                        </a:spcAft>
                        <a:buClrTx/>
                        <a:buSzTx/>
                        <a:buFontTx/>
                        <a:buNone/>
                        <a:tabLst/>
                        <a:defRPr/>
                      </a:pPr>
                      <a:r>
                        <a:rPr lang="en-US" sz="1800" kern="1200" noProof="0" dirty="0">
                          <a:solidFill>
                            <a:schemeClr val="dk1"/>
                          </a:solidFill>
                          <a:effectLst/>
                          <a:latin typeface="+mn-lt"/>
                          <a:ea typeface="+mn-ea"/>
                          <a:cs typeface="+mn-cs"/>
                        </a:rPr>
                        <a:t>Integration components</a:t>
                      </a:r>
                    </a:p>
                  </a:txBody>
                  <a:tcPr marL="134464" marR="134464" marT="134464" marB="134464"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32742" rtl="0" eaLnBrk="1" fontAlgn="auto" latinLnBrk="0" hangingPunct="1">
                        <a:lnSpc>
                          <a:spcPts val="1600"/>
                        </a:lnSpc>
                        <a:spcBef>
                          <a:spcPts val="0"/>
                        </a:spcBef>
                        <a:spcAft>
                          <a:spcPts val="0"/>
                        </a:spcAft>
                        <a:buClrTx/>
                        <a:buSzTx/>
                        <a:buFontTx/>
                        <a:buNone/>
                        <a:tabLst/>
                        <a:defRPr/>
                      </a:pPr>
                      <a:r>
                        <a:rPr lang="en-US" sz="1800" kern="1200" noProof="0" dirty="0">
                          <a:solidFill>
                            <a:schemeClr val="dk1"/>
                          </a:solidFill>
                          <a:effectLst/>
                          <a:latin typeface="+mn-lt"/>
                          <a:ea typeface="+mn-ea"/>
                          <a:cs typeface="+mn-cs"/>
                        </a:rPr>
                        <a:t>Configurable by fabric admin</a:t>
                      </a:r>
                    </a:p>
                  </a:txBody>
                  <a:tcPr marL="134464" marR="134464" marT="134464" marB="134464"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32742" rtl="0" eaLnBrk="1" fontAlgn="auto" latinLnBrk="0" hangingPunct="1">
                        <a:lnSpc>
                          <a:spcPts val="1600"/>
                        </a:lnSpc>
                        <a:spcBef>
                          <a:spcPts val="0"/>
                        </a:spcBef>
                        <a:spcAft>
                          <a:spcPts val="0"/>
                        </a:spcAft>
                        <a:buClrTx/>
                        <a:buSzTx/>
                        <a:buFontTx/>
                        <a:buNone/>
                        <a:tabLst/>
                        <a:defRPr/>
                      </a:pPr>
                      <a:r>
                        <a:rPr lang="en-US" sz="1800" kern="1200" noProof="0" dirty="0">
                          <a:solidFill>
                            <a:schemeClr val="dk1"/>
                          </a:solidFill>
                          <a:effectLst/>
                          <a:latin typeface="+mn-lt"/>
                          <a:ea typeface="+mn-ea"/>
                          <a:cs typeface="+mn-cs"/>
                        </a:rPr>
                        <a:t>Certain components blocked such as PowerShell Direct (enabled in Windows Server v1803), and data exchange</a:t>
                      </a:r>
                    </a:p>
                  </a:txBody>
                  <a:tcPr marL="134464" marR="134464" marT="134464" marB="134464"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647428804"/>
                  </a:ext>
                </a:extLst>
              </a:tr>
            </a:tbl>
          </a:graphicData>
        </a:graphic>
      </p:graphicFrame>
    </p:spTree>
    <p:extLst>
      <p:ext uri="{BB962C8B-B14F-4D97-AF65-F5344CB8AC3E}">
        <p14:creationId xmlns:p14="http://schemas.microsoft.com/office/powerpoint/2010/main" val="3150727629"/>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40673-98CE-EE88-A4F2-0F3F7E10AF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E5F92A-0EA4-FC82-E1A5-AD410423DF75}"/>
              </a:ext>
            </a:extLst>
          </p:cNvPr>
          <p:cNvSpPr>
            <a:spLocks noGrp="1"/>
          </p:cNvSpPr>
          <p:nvPr>
            <p:ph type="title"/>
          </p:nvPr>
        </p:nvSpPr>
        <p:spPr/>
        <p:txBody>
          <a:bodyPr/>
          <a:lstStyle/>
          <a:p>
            <a:r>
              <a:rPr lang="en-US" dirty="0"/>
              <a:t>Types of protected VMs in a guarded fabric (</a:t>
            </a:r>
            <a:r>
              <a:rPr lang="en-US" i="1" dirty="0"/>
              <a:t>cont.</a:t>
            </a:r>
            <a:r>
              <a:rPr lang="en-US" dirty="0"/>
              <a:t>)</a:t>
            </a:r>
          </a:p>
        </p:txBody>
      </p:sp>
      <p:graphicFrame>
        <p:nvGraphicFramePr>
          <p:cNvPr id="3" name="Table 2">
            <a:extLst>
              <a:ext uri="{FF2B5EF4-FFF2-40B4-BE49-F238E27FC236}">
                <a16:creationId xmlns:a16="http://schemas.microsoft.com/office/drawing/2014/main" id="{71B8F3C7-CF00-646F-BA11-4D204D37D6FE}"/>
              </a:ext>
            </a:extLst>
          </p:cNvPr>
          <p:cNvGraphicFramePr>
            <a:graphicFrameLocks noGrp="1"/>
          </p:cNvGraphicFramePr>
          <p:nvPr>
            <p:extLst>
              <p:ext uri="{D42A27DB-BD31-4B8C-83A1-F6EECF244321}">
                <p14:modId xmlns:p14="http://schemas.microsoft.com/office/powerpoint/2010/main" val="3420093095"/>
              </p:ext>
            </p:extLst>
          </p:nvPr>
        </p:nvGraphicFramePr>
        <p:xfrm>
          <a:off x="588261" y="1581150"/>
          <a:ext cx="11013475" cy="2956265"/>
        </p:xfrm>
        <a:graphic>
          <a:graphicData uri="http://schemas.openxmlformats.org/drawingml/2006/table">
            <a:tbl>
              <a:tblPr firstRow="1" bandRow="1">
                <a:tableStyleId>{B301B821-A1FF-4177-AEE7-76D212191A09}</a:tableStyleId>
              </a:tblPr>
              <a:tblGrid>
                <a:gridCol w="3310639">
                  <a:extLst>
                    <a:ext uri="{9D8B030D-6E8A-4147-A177-3AD203B41FA5}">
                      <a16:colId xmlns:a16="http://schemas.microsoft.com/office/drawing/2014/main" val="2759463302"/>
                    </a:ext>
                  </a:extLst>
                </a:gridCol>
                <a:gridCol w="3851418">
                  <a:extLst>
                    <a:ext uri="{9D8B030D-6E8A-4147-A177-3AD203B41FA5}">
                      <a16:colId xmlns:a16="http://schemas.microsoft.com/office/drawing/2014/main" val="3750830858"/>
                    </a:ext>
                  </a:extLst>
                </a:gridCol>
                <a:gridCol w="3851418">
                  <a:extLst>
                    <a:ext uri="{9D8B030D-6E8A-4147-A177-3AD203B41FA5}">
                      <a16:colId xmlns:a16="http://schemas.microsoft.com/office/drawing/2014/main" val="2715474343"/>
                    </a:ext>
                  </a:extLst>
                </a:gridCol>
              </a:tblGrid>
              <a:tr h="539496">
                <a:tc>
                  <a:txBody>
                    <a:bodyPr/>
                    <a:lstStyle/>
                    <a:p>
                      <a:pPr marL="0" marR="0" lvl="0" indent="0" algn="l" defTabSz="932742" rtl="0" eaLnBrk="1" fontAlgn="t" latinLnBrk="0" hangingPunct="1">
                        <a:lnSpc>
                          <a:spcPct val="100000"/>
                        </a:lnSpc>
                        <a:spcBef>
                          <a:spcPts val="0"/>
                        </a:spcBef>
                        <a:spcAft>
                          <a:spcPts val="0"/>
                        </a:spcAft>
                        <a:buClrTx/>
                        <a:buSzTx/>
                        <a:buFontTx/>
                        <a:buNone/>
                        <a:tabLst/>
                        <a:defRPr/>
                      </a:pPr>
                      <a:r>
                        <a:rPr lang="en-US" sz="2000" b="1" kern="1200" dirty="0">
                          <a:solidFill>
                            <a:schemeClr val="tx1"/>
                          </a:solidFill>
                          <a:effectLst/>
                          <a:latin typeface="+mn-lt"/>
                          <a:ea typeface="+mn-ea"/>
                          <a:cs typeface="+mn-cs"/>
                        </a:rPr>
                        <a:t>Capability</a:t>
                      </a:r>
                    </a:p>
                  </a:txBody>
                  <a:tcPr marL="134464" marR="134464" marT="134464" marB="134464"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solidFill>
                      <a:schemeClr val="accent3">
                        <a:lumMod val="60000"/>
                        <a:lumOff val="40000"/>
                      </a:schemeClr>
                    </a:solidFill>
                  </a:tcPr>
                </a:tc>
                <a:tc>
                  <a:txBody>
                    <a:bodyPr/>
                    <a:lstStyle/>
                    <a:p>
                      <a:pPr marL="0" marR="0" lvl="0" indent="0" algn="l" defTabSz="932742" rtl="0" eaLnBrk="1" fontAlgn="t" latinLnBrk="0" hangingPunct="1">
                        <a:lnSpc>
                          <a:spcPct val="100000"/>
                        </a:lnSpc>
                        <a:spcBef>
                          <a:spcPts val="0"/>
                        </a:spcBef>
                        <a:spcAft>
                          <a:spcPts val="0"/>
                        </a:spcAft>
                        <a:buClrTx/>
                        <a:buSzTx/>
                        <a:buFontTx/>
                        <a:buNone/>
                        <a:tabLst/>
                        <a:defRPr/>
                      </a:pPr>
                      <a:r>
                        <a:rPr lang="en-US" sz="2000" b="1" kern="1200" dirty="0">
                          <a:solidFill>
                            <a:schemeClr val="tx1"/>
                          </a:solidFill>
                          <a:effectLst/>
                          <a:latin typeface="+mn-lt"/>
                          <a:ea typeface="+mn-ea"/>
                          <a:cs typeface="+mn-cs"/>
                        </a:rPr>
                        <a:t>Encryption-supported</a:t>
                      </a:r>
                    </a:p>
                  </a:txBody>
                  <a:tcPr marL="134464" marR="134464" marT="134464" marB="134464"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solidFill>
                      <a:srgbClr val="CD9BCF"/>
                    </a:solidFill>
                  </a:tcPr>
                </a:tc>
                <a:tc>
                  <a:txBody>
                    <a:bodyPr/>
                    <a:lstStyle/>
                    <a:p>
                      <a:pPr marL="0" marR="0" lvl="0" indent="0" algn="l" defTabSz="932742" rtl="0" eaLnBrk="1" fontAlgn="t" latinLnBrk="0" hangingPunct="1">
                        <a:lnSpc>
                          <a:spcPct val="100000"/>
                        </a:lnSpc>
                        <a:spcBef>
                          <a:spcPts val="0"/>
                        </a:spcBef>
                        <a:spcAft>
                          <a:spcPts val="0"/>
                        </a:spcAft>
                        <a:buClrTx/>
                        <a:buSzTx/>
                        <a:buFontTx/>
                        <a:buNone/>
                        <a:tabLst/>
                        <a:defRPr/>
                      </a:pPr>
                      <a:r>
                        <a:rPr lang="en-US" sz="2000" b="1" kern="1200" dirty="0">
                          <a:solidFill>
                            <a:schemeClr val="tx1"/>
                          </a:solidFill>
                          <a:effectLst/>
                          <a:latin typeface="+mn-lt"/>
                          <a:ea typeface="+mn-ea"/>
                          <a:cs typeface="+mn-cs"/>
                        </a:rPr>
                        <a:t>Shielded</a:t>
                      </a:r>
                    </a:p>
                  </a:txBody>
                  <a:tcPr marL="134464" marR="134464" marT="134464" marB="134464"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solidFill>
                      <a:srgbClr val="8DC8E8"/>
                    </a:solidFill>
                  </a:tcPr>
                </a:tc>
                <a:extLst>
                  <a:ext uri="{0D108BD9-81ED-4DB2-BD59-A6C34878D82A}">
                    <a16:rowId xmlns:a16="http://schemas.microsoft.com/office/drawing/2014/main" val="1953139382"/>
                  </a:ext>
                </a:extLst>
              </a:tr>
              <a:tr h="0">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800" kern="1200" noProof="0" dirty="0">
                          <a:solidFill>
                            <a:schemeClr val="dk1"/>
                          </a:solidFill>
                          <a:effectLst/>
                          <a:latin typeface="+mn-lt"/>
                          <a:ea typeface="+mn-ea"/>
                          <a:cs typeface="+mn-cs"/>
                        </a:rPr>
                        <a:t>Virtual machine connection, HID devices (keyboard, mouse)</a:t>
                      </a:r>
                    </a:p>
                  </a:txBody>
                  <a:tcPr marL="134464" marR="134464" marT="134464" marB="134464"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32742" rtl="0" eaLnBrk="1" fontAlgn="auto" latinLnBrk="0" hangingPunct="1">
                        <a:lnSpc>
                          <a:spcPts val="1600"/>
                        </a:lnSpc>
                        <a:spcBef>
                          <a:spcPts val="0"/>
                        </a:spcBef>
                        <a:spcAft>
                          <a:spcPts val="0"/>
                        </a:spcAft>
                        <a:buClrTx/>
                        <a:buSzTx/>
                        <a:buFontTx/>
                        <a:buNone/>
                        <a:tabLst/>
                        <a:defRPr/>
                      </a:pPr>
                      <a:r>
                        <a:rPr lang="en-US" sz="1800" kern="1200" noProof="0" dirty="0">
                          <a:solidFill>
                            <a:schemeClr val="dk1"/>
                          </a:solidFill>
                          <a:effectLst/>
                          <a:latin typeface="+mn-lt"/>
                          <a:ea typeface="+mn-ea"/>
                          <a:cs typeface="+mn-cs"/>
                        </a:rPr>
                        <a:t>On, cannot be disabled</a:t>
                      </a:r>
                    </a:p>
                  </a:txBody>
                  <a:tcPr marL="134464" marR="134464" marT="134464" marB="134464"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32742" rtl="0" eaLnBrk="1" fontAlgn="auto" latinLnBrk="0" hangingPunct="1">
                        <a:lnSpc>
                          <a:spcPts val="1600"/>
                        </a:lnSpc>
                        <a:spcBef>
                          <a:spcPts val="0"/>
                        </a:spcBef>
                        <a:spcAft>
                          <a:spcPts val="0"/>
                        </a:spcAft>
                        <a:buClrTx/>
                        <a:buSzTx/>
                        <a:buFontTx/>
                        <a:buNone/>
                        <a:tabLst/>
                        <a:defRPr/>
                      </a:pPr>
                      <a:r>
                        <a:rPr lang="en-US" sz="1800" kern="1200" noProof="0" dirty="0">
                          <a:solidFill>
                            <a:schemeClr val="dk1"/>
                          </a:solidFill>
                          <a:effectLst/>
                          <a:latin typeface="+mn-lt"/>
                          <a:ea typeface="+mn-ea"/>
                          <a:cs typeface="+mn-cs"/>
                        </a:rPr>
                        <a:t>Enabled for hosts starting at Windows Server v1803; Disabled on earlier hosts</a:t>
                      </a:r>
                    </a:p>
                  </a:txBody>
                  <a:tcPr marL="134464" marR="134464" marT="134464" marB="134464"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656546042"/>
                  </a:ext>
                </a:extLst>
              </a:tr>
              <a:tr h="0">
                <a:tc>
                  <a:txBody>
                    <a:bodyPr/>
                    <a:lstStyle/>
                    <a:p>
                      <a:pPr marL="0" marR="0" lvl="0" indent="0" algn="l" defTabSz="932742" rtl="0" eaLnBrk="1" fontAlgn="auto" latinLnBrk="0" hangingPunct="1">
                        <a:lnSpc>
                          <a:spcPts val="1600"/>
                        </a:lnSpc>
                        <a:spcBef>
                          <a:spcPts val="0"/>
                        </a:spcBef>
                        <a:spcAft>
                          <a:spcPts val="0"/>
                        </a:spcAft>
                        <a:buClrTx/>
                        <a:buSzTx/>
                        <a:buFontTx/>
                        <a:buNone/>
                        <a:tabLst/>
                        <a:defRPr/>
                      </a:pPr>
                      <a:r>
                        <a:rPr lang="en-US" sz="1800" kern="1200" noProof="0" dirty="0">
                          <a:solidFill>
                            <a:schemeClr val="dk1"/>
                          </a:solidFill>
                          <a:effectLst/>
                          <a:latin typeface="+mn-lt"/>
                          <a:ea typeface="+mn-ea"/>
                          <a:cs typeface="+mn-cs"/>
                        </a:rPr>
                        <a:t>COM/Serial ports</a:t>
                      </a:r>
                    </a:p>
                  </a:txBody>
                  <a:tcPr marL="134464" marR="134464" marT="134464" marB="134464"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32742" rtl="0" eaLnBrk="1" fontAlgn="auto" latinLnBrk="0" hangingPunct="1">
                        <a:lnSpc>
                          <a:spcPts val="1600"/>
                        </a:lnSpc>
                        <a:spcBef>
                          <a:spcPts val="0"/>
                        </a:spcBef>
                        <a:spcAft>
                          <a:spcPts val="0"/>
                        </a:spcAft>
                        <a:buClrTx/>
                        <a:buSzTx/>
                        <a:buFontTx/>
                        <a:buNone/>
                        <a:tabLst/>
                        <a:defRPr/>
                      </a:pPr>
                      <a:r>
                        <a:rPr lang="en-US" sz="1800" kern="1200" noProof="0" dirty="0">
                          <a:solidFill>
                            <a:schemeClr val="dk1"/>
                          </a:solidFill>
                          <a:effectLst/>
                          <a:latin typeface="+mn-lt"/>
                          <a:ea typeface="+mn-ea"/>
                          <a:cs typeface="+mn-cs"/>
                        </a:rPr>
                        <a:t>Supported</a:t>
                      </a:r>
                    </a:p>
                  </a:txBody>
                  <a:tcPr marL="134464" marR="134464" marT="134464" marB="134464"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32742" rtl="0" eaLnBrk="1" fontAlgn="auto" latinLnBrk="0" hangingPunct="1">
                        <a:lnSpc>
                          <a:spcPts val="1600"/>
                        </a:lnSpc>
                        <a:spcBef>
                          <a:spcPts val="0"/>
                        </a:spcBef>
                        <a:spcAft>
                          <a:spcPts val="0"/>
                        </a:spcAft>
                        <a:buClrTx/>
                        <a:buSzTx/>
                        <a:buFontTx/>
                        <a:buNone/>
                        <a:tabLst/>
                        <a:defRPr/>
                      </a:pPr>
                      <a:r>
                        <a:rPr lang="en-US" sz="1800" kern="1200" noProof="0" dirty="0">
                          <a:solidFill>
                            <a:schemeClr val="dk1"/>
                          </a:solidFill>
                          <a:effectLst/>
                          <a:latin typeface="+mn-lt"/>
                          <a:ea typeface="+mn-ea"/>
                          <a:cs typeface="+mn-cs"/>
                        </a:rPr>
                        <a:t>Disabled (cannot be enabled)</a:t>
                      </a:r>
                    </a:p>
                  </a:txBody>
                  <a:tcPr marL="134464" marR="134464" marT="134464" marB="134464"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571667941"/>
                  </a:ext>
                </a:extLst>
              </a:tr>
              <a:tr h="0">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800" kern="1200" noProof="0" dirty="0">
                          <a:solidFill>
                            <a:schemeClr val="dk1"/>
                          </a:solidFill>
                          <a:effectLst/>
                          <a:latin typeface="+mn-lt"/>
                          <a:ea typeface="+mn-ea"/>
                          <a:cs typeface="+mn-cs"/>
                        </a:rPr>
                        <a:t>Attach a debugger to the VM process</a:t>
                      </a:r>
                    </a:p>
                  </a:txBody>
                  <a:tcPr marL="134464" marR="134464" marT="134464" marB="134464"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32742" rtl="0" eaLnBrk="1" fontAlgn="auto" latinLnBrk="0" hangingPunct="1">
                        <a:lnSpc>
                          <a:spcPts val="1600"/>
                        </a:lnSpc>
                        <a:spcBef>
                          <a:spcPts val="0"/>
                        </a:spcBef>
                        <a:spcAft>
                          <a:spcPts val="0"/>
                        </a:spcAft>
                        <a:buClrTx/>
                        <a:buSzTx/>
                        <a:buFontTx/>
                        <a:buNone/>
                        <a:tabLst/>
                        <a:defRPr/>
                      </a:pPr>
                      <a:r>
                        <a:rPr lang="en-US" sz="1800" kern="1200" noProof="0" dirty="0">
                          <a:solidFill>
                            <a:schemeClr val="dk1"/>
                          </a:solidFill>
                          <a:effectLst/>
                          <a:latin typeface="+mn-lt"/>
                          <a:ea typeface="+mn-ea"/>
                          <a:cs typeface="+mn-cs"/>
                        </a:rPr>
                        <a:t>Supported</a:t>
                      </a:r>
                    </a:p>
                  </a:txBody>
                  <a:tcPr marL="134464" marR="134464" marT="134464" marB="134464"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32742" rtl="0" eaLnBrk="1" fontAlgn="auto" latinLnBrk="0" hangingPunct="1">
                        <a:lnSpc>
                          <a:spcPts val="1600"/>
                        </a:lnSpc>
                        <a:spcBef>
                          <a:spcPts val="0"/>
                        </a:spcBef>
                        <a:spcAft>
                          <a:spcPts val="0"/>
                        </a:spcAft>
                        <a:buClrTx/>
                        <a:buSzTx/>
                        <a:buFontTx/>
                        <a:buNone/>
                        <a:tabLst/>
                        <a:defRPr/>
                      </a:pPr>
                      <a:r>
                        <a:rPr lang="en-US" sz="1800" kern="1200" noProof="0" dirty="0">
                          <a:solidFill>
                            <a:schemeClr val="dk1"/>
                          </a:solidFill>
                          <a:effectLst/>
                          <a:latin typeface="+mn-lt"/>
                          <a:ea typeface="+mn-ea"/>
                          <a:cs typeface="+mn-cs"/>
                        </a:rPr>
                        <a:t>Disabled (cannot be enabled)</a:t>
                      </a:r>
                    </a:p>
                  </a:txBody>
                  <a:tcPr marL="134464" marR="134464" marT="134464" marB="134464"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626656620"/>
                  </a:ext>
                </a:extLst>
              </a:tr>
            </a:tbl>
          </a:graphicData>
        </a:graphic>
      </p:graphicFrame>
    </p:spTree>
    <p:extLst>
      <p:ext uri="{BB962C8B-B14F-4D97-AF65-F5344CB8AC3E}">
        <p14:creationId xmlns:p14="http://schemas.microsoft.com/office/powerpoint/2010/main" val="4275794585"/>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32">
            <a:extLst>
              <a:ext uri="{FF2B5EF4-FFF2-40B4-BE49-F238E27FC236}">
                <a16:creationId xmlns:a16="http://schemas.microsoft.com/office/drawing/2014/main" id="{118D9F85-FE0F-4A68-B39B-22D84122DB66}"/>
              </a:ext>
            </a:extLst>
          </p:cNvPr>
          <p:cNvSpPr>
            <a:spLocks noGrp="1"/>
          </p:cNvSpPr>
          <p:nvPr>
            <p:ph type="title"/>
          </p:nvPr>
        </p:nvSpPr>
        <p:spPr>
          <a:xfrm>
            <a:off x="588262" y="606915"/>
            <a:ext cx="11011600" cy="502246"/>
          </a:xfrm>
        </p:spPr>
        <p:txBody>
          <a:bodyPr/>
          <a:lstStyle/>
          <a:p>
            <a:r>
              <a:rPr lang="en-US" dirty="0"/>
              <a:t>General process for creating shielded VMs</a:t>
            </a:r>
          </a:p>
        </p:txBody>
      </p:sp>
      <p:grpSp>
        <p:nvGrpSpPr>
          <p:cNvPr id="81" name="Group 80">
            <a:extLst>
              <a:ext uri="{FF2B5EF4-FFF2-40B4-BE49-F238E27FC236}">
                <a16:creationId xmlns:a16="http://schemas.microsoft.com/office/drawing/2014/main" id="{DB289082-1B5E-BF61-0951-39BE40B2EB92}"/>
              </a:ext>
              <a:ext uri="{C183D7F6-B498-43B3-948B-1728B52AA6E4}">
                <adec:decorative xmlns:adec="http://schemas.microsoft.com/office/drawing/2017/decorative" val="1"/>
              </a:ext>
            </a:extLst>
          </p:cNvPr>
          <p:cNvGrpSpPr>
            <a:grpSpLocks/>
          </p:cNvGrpSpPr>
          <p:nvPr/>
        </p:nvGrpSpPr>
        <p:grpSpPr>
          <a:xfrm>
            <a:off x="2058920" y="1814068"/>
            <a:ext cx="609146" cy="481900"/>
            <a:chOff x="2906437" y="2337752"/>
            <a:chExt cx="1038713" cy="821736"/>
          </a:xfrm>
        </p:grpSpPr>
        <p:sp>
          <p:nvSpPr>
            <p:cNvPr id="82" name="Archive_F03F" title="Icon of an archival box">
              <a:extLst>
                <a:ext uri="{FF2B5EF4-FFF2-40B4-BE49-F238E27FC236}">
                  <a16:creationId xmlns:a16="http://schemas.microsoft.com/office/drawing/2014/main" id="{F6D92CE8-7607-3384-BEB6-F21859C782C4}"/>
                </a:ext>
              </a:extLst>
            </p:cNvPr>
            <p:cNvSpPr>
              <a:spLocks noChangeAspect="1" noEditPoints="1"/>
            </p:cNvSpPr>
            <p:nvPr/>
          </p:nvSpPr>
          <p:spPr bwMode="auto">
            <a:xfrm>
              <a:off x="2906437" y="2337752"/>
              <a:ext cx="947586" cy="821736"/>
            </a:xfrm>
            <a:custGeom>
              <a:avLst/>
              <a:gdLst>
                <a:gd name="T0" fmla="*/ 4721 w 4721"/>
                <a:gd name="T1" fmla="*/ 1260 h 4094"/>
                <a:gd name="T2" fmla="*/ 0 w 4721"/>
                <a:gd name="T3" fmla="*/ 1260 h 4094"/>
                <a:gd name="T4" fmla="*/ 0 w 4721"/>
                <a:gd name="T5" fmla="*/ 0 h 4094"/>
                <a:gd name="T6" fmla="*/ 4721 w 4721"/>
                <a:gd name="T7" fmla="*/ 0 h 4094"/>
                <a:gd name="T8" fmla="*/ 4721 w 4721"/>
                <a:gd name="T9" fmla="*/ 1260 h 4094"/>
                <a:gd name="T10" fmla="*/ 315 w 4721"/>
                <a:gd name="T11" fmla="*/ 1260 h 4094"/>
                <a:gd name="T12" fmla="*/ 315 w 4721"/>
                <a:gd name="T13" fmla="*/ 4094 h 4094"/>
                <a:gd name="T14" fmla="*/ 4407 w 4721"/>
                <a:gd name="T15" fmla="*/ 4094 h 4094"/>
                <a:gd name="T16" fmla="*/ 4407 w 4721"/>
                <a:gd name="T17" fmla="*/ 1260 h 4094"/>
                <a:gd name="T18" fmla="*/ 1417 w 4721"/>
                <a:gd name="T19" fmla="*/ 2205 h 4094"/>
                <a:gd name="T20" fmla="*/ 3305 w 4721"/>
                <a:gd name="T21" fmla="*/ 2205 h 40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721" h="4094">
                  <a:moveTo>
                    <a:pt x="4721" y="1260"/>
                  </a:moveTo>
                  <a:lnTo>
                    <a:pt x="0" y="1260"/>
                  </a:lnTo>
                  <a:lnTo>
                    <a:pt x="0" y="0"/>
                  </a:lnTo>
                  <a:lnTo>
                    <a:pt x="4721" y="0"/>
                  </a:lnTo>
                  <a:lnTo>
                    <a:pt x="4721" y="1260"/>
                  </a:lnTo>
                  <a:moveTo>
                    <a:pt x="315" y="1260"/>
                  </a:moveTo>
                  <a:lnTo>
                    <a:pt x="315" y="4094"/>
                  </a:lnTo>
                  <a:lnTo>
                    <a:pt x="4407" y="4094"/>
                  </a:lnTo>
                  <a:lnTo>
                    <a:pt x="4407" y="1260"/>
                  </a:lnTo>
                  <a:moveTo>
                    <a:pt x="1417" y="2205"/>
                  </a:moveTo>
                  <a:lnTo>
                    <a:pt x="3305" y="2205"/>
                  </a:lnTo>
                </a:path>
              </a:pathLst>
            </a:custGeom>
            <a:noFill/>
            <a:ln w="12700"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endParaRPr lang="en-US" sz="1765" dirty="0"/>
            </a:p>
          </p:txBody>
        </p:sp>
        <p:sp>
          <p:nvSpPr>
            <p:cNvPr id="83" name="Shield_EA18" title="Icon of a shield">
              <a:extLst>
                <a:ext uri="{FF2B5EF4-FFF2-40B4-BE49-F238E27FC236}">
                  <a16:creationId xmlns:a16="http://schemas.microsoft.com/office/drawing/2014/main" id="{D913A760-578E-F337-DAF9-C64D94DFA0EE}"/>
                </a:ext>
              </a:extLst>
            </p:cNvPr>
            <p:cNvSpPr>
              <a:spLocks noChangeAspect="1"/>
            </p:cNvSpPr>
            <p:nvPr/>
          </p:nvSpPr>
          <p:spPr bwMode="auto">
            <a:xfrm>
              <a:off x="3601606" y="2411030"/>
              <a:ext cx="343544" cy="365760"/>
            </a:xfrm>
            <a:custGeom>
              <a:avLst/>
              <a:gdLst>
                <a:gd name="T0" fmla="*/ 3500 w 3500"/>
                <a:gd name="T1" fmla="*/ 1375 h 3725"/>
                <a:gd name="T2" fmla="*/ 1750 w 3500"/>
                <a:gd name="T3" fmla="*/ 3725 h 3725"/>
                <a:gd name="T4" fmla="*/ 0 w 3500"/>
                <a:gd name="T5" fmla="*/ 1375 h 3725"/>
                <a:gd name="T6" fmla="*/ 0 w 3500"/>
                <a:gd name="T7" fmla="*/ 500 h 3725"/>
                <a:gd name="T8" fmla="*/ 1125 w 3500"/>
                <a:gd name="T9" fmla="*/ 187 h 3725"/>
                <a:gd name="T10" fmla="*/ 1750 w 3500"/>
                <a:gd name="T11" fmla="*/ 0 h 3725"/>
                <a:gd name="T12" fmla="*/ 2375 w 3500"/>
                <a:gd name="T13" fmla="*/ 187 h 3725"/>
                <a:gd name="T14" fmla="*/ 3500 w 3500"/>
                <a:gd name="T15" fmla="*/ 500 h 3725"/>
                <a:gd name="T16" fmla="*/ 3500 w 3500"/>
                <a:gd name="T17" fmla="*/ 1375 h 3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0" h="3725">
                  <a:moveTo>
                    <a:pt x="3500" y="1375"/>
                  </a:moveTo>
                  <a:cubicBezTo>
                    <a:pt x="3500" y="2302"/>
                    <a:pt x="2831" y="3117"/>
                    <a:pt x="1750" y="3725"/>
                  </a:cubicBezTo>
                  <a:cubicBezTo>
                    <a:pt x="669" y="3117"/>
                    <a:pt x="0" y="2302"/>
                    <a:pt x="0" y="1375"/>
                  </a:cubicBezTo>
                  <a:cubicBezTo>
                    <a:pt x="0" y="500"/>
                    <a:pt x="0" y="500"/>
                    <a:pt x="0" y="500"/>
                  </a:cubicBezTo>
                  <a:cubicBezTo>
                    <a:pt x="440" y="500"/>
                    <a:pt x="837" y="380"/>
                    <a:pt x="1125" y="187"/>
                  </a:cubicBezTo>
                  <a:cubicBezTo>
                    <a:pt x="1285" y="71"/>
                    <a:pt x="1506" y="0"/>
                    <a:pt x="1750" y="0"/>
                  </a:cubicBezTo>
                  <a:cubicBezTo>
                    <a:pt x="1994" y="0"/>
                    <a:pt x="2215" y="71"/>
                    <a:pt x="2375" y="187"/>
                  </a:cubicBezTo>
                  <a:cubicBezTo>
                    <a:pt x="2663" y="380"/>
                    <a:pt x="3060" y="500"/>
                    <a:pt x="3500" y="500"/>
                  </a:cubicBezTo>
                  <a:lnTo>
                    <a:pt x="3500" y="1375"/>
                  </a:lnTo>
                  <a:close/>
                </a:path>
              </a:pathLst>
            </a:custGeom>
            <a:solidFill>
              <a:schemeClr val="bg1"/>
            </a:solidFill>
            <a:ln w="12700" cap="sq">
              <a:solidFill>
                <a:schemeClr val="tx1"/>
              </a:solidFill>
              <a:prstDash val="solid"/>
              <a:miter lim="800000"/>
              <a:headEnd/>
              <a:tailEnd/>
            </a:ln>
          </p:spPr>
          <p:txBody>
            <a:bodyPr vert="horz" wrap="square" lIns="89642" tIns="44821" rIns="89642" bIns="44821" numCol="1" anchor="t" anchorCtr="0" compatLnSpc="1">
              <a:prstTxWarp prst="textNoShape">
                <a:avLst/>
              </a:prstTxWarp>
            </a:bodyPr>
            <a:lstStyle/>
            <a:p>
              <a:endParaRPr lang="en-US" sz="1765" dirty="0">
                <a:gradFill>
                  <a:gsLst>
                    <a:gs pos="0">
                      <a:srgbClr val="505050"/>
                    </a:gs>
                    <a:gs pos="100000">
                      <a:srgbClr val="505050"/>
                    </a:gs>
                  </a:gsLst>
                </a:gradFill>
              </a:endParaRPr>
            </a:p>
          </p:txBody>
        </p:sp>
      </p:grpSp>
      <p:grpSp>
        <p:nvGrpSpPr>
          <p:cNvPr id="84" name="Group 83">
            <a:extLst>
              <a:ext uri="{FF2B5EF4-FFF2-40B4-BE49-F238E27FC236}">
                <a16:creationId xmlns:a16="http://schemas.microsoft.com/office/drawing/2014/main" id="{D4ADD98A-08A4-7D90-E0ED-08B375BC850A}"/>
              </a:ext>
              <a:ext uri="{C183D7F6-B498-43B3-948B-1728B52AA6E4}">
                <adec:decorative xmlns:adec="http://schemas.microsoft.com/office/drawing/2017/decorative" val="1"/>
              </a:ext>
            </a:extLst>
          </p:cNvPr>
          <p:cNvGrpSpPr>
            <a:grpSpLocks/>
          </p:cNvGrpSpPr>
          <p:nvPr/>
        </p:nvGrpSpPr>
        <p:grpSpPr>
          <a:xfrm>
            <a:off x="5787946" y="1747627"/>
            <a:ext cx="637269" cy="595731"/>
            <a:chOff x="5637339" y="2294470"/>
            <a:chExt cx="985512" cy="903155"/>
          </a:xfrm>
        </p:grpSpPr>
        <p:sp>
          <p:nvSpPr>
            <p:cNvPr id="85" name="Script_F03A" title="Icon of an unrolled document with writing on it">
              <a:extLst>
                <a:ext uri="{FF2B5EF4-FFF2-40B4-BE49-F238E27FC236}">
                  <a16:creationId xmlns:a16="http://schemas.microsoft.com/office/drawing/2014/main" id="{8E259482-FD11-3E0C-F6A2-85E9CCE8DA47}"/>
                </a:ext>
              </a:extLst>
            </p:cNvPr>
            <p:cNvSpPr>
              <a:spLocks noChangeAspect="1" noEditPoints="1"/>
            </p:cNvSpPr>
            <p:nvPr/>
          </p:nvSpPr>
          <p:spPr bwMode="auto">
            <a:xfrm>
              <a:off x="5637339" y="2294470"/>
              <a:ext cx="913583" cy="903155"/>
            </a:xfrm>
            <a:custGeom>
              <a:avLst/>
              <a:gdLst>
                <a:gd name="T0" fmla="*/ 2638 w 3768"/>
                <a:gd name="T1" fmla="*/ 3015 h 3768"/>
                <a:gd name="T2" fmla="*/ 2371 w 3768"/>
                <a:gd name="T3" fmla="*/ 3125 h 3768"/>
                <a:gd name="T4" fmla="*/ 2261 w 3768"/>
                <a:gd name="T5" fmla="*/ 3392 h 3768"/>
                <a:gd name="T6" fmla="*/ 2371 w 3768"/>
                <a:gd name="T7" fmla="*/ 3658 h 3768"/>
                <a:gd name="T8" fmla="*/ 2638 w 3768"/>
                <a:gd name="T9" fmla="*/ 3768 h 3768"/>
                <a:gd name="T10" fmla="*/ 377 w 3768"/>
                <a:gd name="T11" fmla="*/ 3768 h 3768"/>
                <a:gd name="T12" fmla="*/ 110 w 3768"/>
                <a:gd name="T13" fmla="*/ 3658 h 3768"/>
                <a:gd name="T14" fmla="*/ 0 w 3768"/>
                <a:gd name="T15" fmla="*/ 3392 h 3768"/>
                <a:gd name="T16" fmla="*/ 110 w 3768"/>
                <a:gd name="T17" fmla="*/ 3125 h 3768"/>
                <a:gd name="T18" fmla="*/ 377 w 3768"/>
                <a:gd name="T19" fmla="*/ 3015 h 3768"/>
                <a:gd name="T20" fmla="*/ 2638 w 3768"/>
                <a:gd name="T21" fmla="*/ 3015 h 3768"/>
                <a:gd name="T22" fmla="*/ 3382 w 3768"/>
                <a:gd name="T23" fmla="*/ 0 h 3768"/>
                <a:gd name="T24" fmla="*/ 879 w 3768"/>
                <a:gd name="T25" fmla="*/ 0 h 3768"/>
                <a:gd name="T26" fmla="*/ 502 w 3768"/>
                <a:gd name="T27" fmla="*/ 377 h 3768"/>
                <a:gd name="T28" fmla="*/ 502 w 3768"/>
                <a:gd name="T29" fmla="*/ 3015 h 3768"/>
                <a:gd name="T30" fmla="*/ 3015 w 3768"/>
                <a:gd name="T31" fmla="*/ 753 h 3768"/>
                <a:gd name="T32" fmla="*/ 3392 w 3768"/>
                <a:gd name="T33" fmla="*/ 753 h 3768"/>
                <a:gd name="T34" fmla="*/ 3768 w 3768"/>
                <a:gd name="T35" fmla="*/ 377 h 3768"/>
                <a:gd name="T36" fmla="*/ 3392 w 3768"/>
                <a:gd name="T37" fmla="*/ 0 h 3768"/>
                <a:gd name="T38" fmla="*/ 3015 w 3768"/>
                <a:gd name="T39" fmla="*/ 377 h 3768"/>
                <a:gd name="T40" fmla="*/ 3015 w 3768"/>
                <a:gd name="T41" fmla="*/ 2387 h 3768"/>
                <a:gd name="T42" fmla="*/ 3015 w 3768"/>
                <a:gd name="T43" fmla="*/ 2387 h 3768"/>
                <a:gd name="T44" fmla="*/ 3015 w 3768"/>
                <a:gd name="T45" fmla="*/ 3392 h 3768"/>
                <a:gd name="T46" fmla="*/ 377 w 3768"/>
                <a:gd name="T47" fmla="*/ 3768 h 3768"/>
                <a:gd name="T48" fmla="*/ 2638 w 3768"/>
                <a:gd name="T49" fmla="*/ 3768 h 3768"/>
                <a:gd name="T50" fmla="*/ 3015 w 3768"/>
                <a:gd name="T51" fmla="*/ 3392 h 3768"/>
                <a:gd name="T52" fmla="*/ 879 w 3768"/>
                <a:gd name="T53" fmla="*/ 753 h 3768"/>
                <a:gd name="T54" fmla="*/ 2638 w 3768"/>
                <a:gd name="T55" fmla="*/ 753 h 3768"/>
                <a:gd name="T56" fmla="*/ 879 w 3768"/>
                <a:gd name="T57" fmla="*/ 1256 h 3768"/>
                <a:gd name="T58" fmla="*/ 2638 w 3768"/>
                <a:gd name="T59" fmla="*/ 1256 h 3768"/>
                <a:gd name="T60" fmla="*/ 879 w 3768"/>
                <a:gd name="T61" fmla="*/ 1758 h 3768"/>
                <a:gd name="T62" fmla="*/ 2638 w 3768"/>
                <a:gd name="T63" fmla="*/ 1758 h 3768"/>
                <a:gd name="T64" fmla="*/ 879 w 3768"/>
                <a:gd name="T65" fmla="*/ 2261 h 3768"/>
                <a:gd name="T66" fmla="*/ 2638 w 3768"/>
                <a:gd name="T67" fmla="*/ 2261 h 3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768" h="3768">
                  <a:moveTo>
                    <a:pt x="2638" y="3015"/>
                  </a:moveTo>
                  <a:cubicBezTo>
                    <a:pt x="2534" y="3015"/>
                    <a:pt x="2439" y="3057"/>
                    <a:pt x="2371" y="3125"/>
                  </a:cubicBezTo>
                  <a:cubicBezTo>
                    <a:pt x="2303" y="3193"/>
                    <a:pt x="2261" y="3287"/>
                    <a:pt x="2261" y="3392"/>
                  </a:cubicBezTo>
                  <a:cubicBezTo>
                    <a:pt x="2261" y="3496"/>
                    <a:pt x="2303" y="3590"/>
                    <a:pt x="2371" y="3658"/>
                  </a:cubicBezTo>
                  <a:cubicBezTo>
                    <a:pt x="2439" y="3726"/>
                    <a:pt x="2534" y="3768"/>
                    <a:pt x="2638" y="3768"/>
                  </a:cubicBezTo>
                  <a:moveTo>
                    <a:pt x="377" y="3768"/>
                  </a:moveTo>
                  <a:cubicBezTo>
                    <a:pt x="272" y="3768"/>
                    <a:pt x="178" y="3726"/>
                    <a:pt x="110" y="3658"/>
                  </a:cubicBezTo>
                  <a:cubicBezTo>
                    <a:pt x="42" y="3590"/>
                    <a:pt x="0" y="3496"/>
                    <a:pt x="0" y="3392"/>
                  </a:cubicBezTo>
                  <a:cubicBezTo>
                    <a:pt x="0" y="3287"/>
                    <a:pt x="42" y="3193"/>
                    <a:pt x="110" y="3125"/>
                  </a:cubicBezTo>
                  <a:cubicBezTo>
                    <a:pt x="178" y="3057"/>
                    <a:pt x="272" y="3015"/>
                    <a:pt x="377" y="3015"/>
                  </a:cubicBezTo>
                  <a:cubicBezTo>
                    <a:pt x="2638" y="3015"/>
                    <a:pt x="2638" y="3015"/>
                    <a:pt x="2638" y="3015"/>
                  </a:cubicBezTo>
                  <a:moveTo>
                    <a:pt x="3382" y="0"/>
                  </a:moveTo>
                  <a:cubicBezTo>
                    <a:pt x="879" y="0"/>
                    <a:pt x="879" y="0"/>
                    <a:pt x="879" y="0"/>
                  </a:cubicBezTo>
                  <a:cubicBezTo>
                    <a:pt x="671" y="0"/>
                    <a:pt x="502" y="168"/>
                    <a:pt x="502" y="377"/>
                  </a:cubicBezTo>
                  <a:cubicBezTo>
                    <a:pt x="502" y="3015"/>
                    <a:pt x="502" y="3015"/>
                    <a:pt x="502" y="3015"/>
                  </a:cubicBezTo>
                  <a:moveTo>
                    <a:pt x="3015" y="753"/>
                  </a:moveTo>
                  <a:cubicBezTo>
                    <a:pt x="3392" y="753"/>
                    <a:pt x="3392" y="753"/>
                    <a:pt x="3392" y="753"/>
                  </a:cubicBezTo>
                  <a:cubicBezTo>
                    <a:pt x="3600" y="753"/>
                    <a:pt x="3768" y="585"/>
                    <a:pt x="3768" y="377"/>
                  </a:cubicBezTo>
                  <a:cubicBezTo>
                    <a:pt x="3768" y="168"/>
                    <a:pt x="3600" y="0"/>
                    <a:pt x="3392" y="0"/>
                  </a:cubicBezTo>
                  <a:cubicBezTo>
                    <a:pt x="3183" y="0"/>
                    <a:pt x="3015" y="168"/>
                    <a:pt x="3015" y="377"/>
                  </a:cubicBezTo>
                  <a:cubicBezTo>
                    <a:pt x="3015" y="2387"/>
                    <a:pt x="3015" y="2387"/>
                    <a:pt x="3015" y="2387"/>
                  </a:cubicBezTo>
                  <a:moveTo>
                    <a:pt x="3015" y="2387"/>
                  </a:moveTo>
                  <a:cubicBezTo>
                    <a:pt x="3015" y="3392"/>
                    <a:pt x="3015" y="3392"/>
                    <a:pt x="3015" y="3392"/>
                  </a:cubicBezTo>
                  <a:moveTo>
                    <a:pt x="377" y="3768"/>
                  </a:moveTo>
                  <a:cubicBezTo>
                    <a:pt x="2638" y="3768"/>
                    <a:pt x="2638" y="3768"/>
                    <a:pt x="2638" y="3768"/>
                  </a:cubicBezTo>
                  <a:cubicBezTo>
                    <a:pt x="2846" y="3768"/>
                    <a:pt x="3015" y="3600"/>
                    <a:pt x="3015" y="3392"/>
                  </a:cubicBezTo>
                  <a:moveTo>
                    <a:pt x="879" y="753"/>
                  </a:moveTo>
                  <a:cubicBezTo>
                    <a:pt x="2638" y="753"/>
                    <a:pt x="2638" y="753"/>
                    <a:pt x="2638" y="753"/>
                  </a:cubicBezTo>
                  <a:moveTo>
                    <a:pt x="879" y="1256"/>
                  </a:moveTo>
                  <a:cubicBezTo>
                    <a:pt x="2638" y="1256"/>
                    <a:pt x="2638" y="1256"/>
                    <a:pt x="2638" y="1256"/>
                  </a:cubicBezTo>
                  <a:moveTo>
                    <a:pt x="879" y="1758"/>
                  </a:moveTo>
                  <a:cubicBezTo>
                    <a:pt x="2638" y="1758"/>
                    <a:pt x="2638" y="1758"/>
                    <a:pt x="2638" y="1758"/>
                  </a:cubicBezTo>
                  <a:moveTo>
                    <a:pt x="879" y="2261"/>
                  </a:moveTo>
                  <a:cubicBezTo>
                    <a:pt x="2638" y="2261"/>
                    <a:pt x="2638" y="2261"/>
                    <a:pt x="2638" y="2261"/>
                  </a:cubicBezTo>
                </a:path>
              </a:pathLst>
            </a:custGeom>
            <a:noFill/>
            <a:ln w="12700"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endParaRPr lang="en-US" sz="1765" dirty="0"/>
            </a:p>
          </p:txBody>
        </p:sp>
        <p:sp>
          <p:nvSpPr>
            <p:cNvPr id="86" name="Shield_EA18" title="Icon of a shield">
              <a:extLst>
                <a:ext uri="{FF2B5EF4-FFF2-40B4-BE49-F238E27FC236}">
                  <a16:creationId xmlns:a16="http://schemas.microsoft.com/office/drawing/2014/main" id="{4F47F7DE-1BB2-AA1E-3489-D5773A911DEC}"/>
                </a:ext>
              </a:extLst>
            </p:cNvPr>
            <p:cNvSpPr>
              <a:spLocks noChangeAspect="1"/>
            </p:cNvSpPr>
            <p:nvPr/>
          </p:nvSpPr>
          <p:spPr bwMode="auto">
            <a:xfrm>
              <a:off x="6279307" y="2380287"/>
              <a:ext cx="343544" cy="365760"/>
            </a:xfrm>
            <a:custGeom>
              <a:avLst/>
              <a:gdLst>
                <a:gd name="T0" fmla="*/ 3500 w 3500"/>
                <a:gd name="T1" fmla="*/ 1375 h 3725"/>
                <a:gd name="T2" fmla="*/ 1750 w 3500"/>
                <a:gd name="T3" fmla="*/ 3725 h 3725"/>
                <a:gd name="T4" fmla="*/ 0 w 3500"/>
                <a:gd name="T5" fmla="*/ 1375 h 3725"/>
                <a:gd name="T6" fmla="*/ 0 w 3500"/>
                <a:gd name="T7" fmla="*/ 500 h 3725"/>
                <a:gd name="T8" fmla="*/ 1125 w 3500"/>
                <a:gd name="T9" fmla="*/ 187 h 3725"/>
                <a:gd name="T10" fmla="*/ 1750 w 3500"/>
                <a:gd name="T11" fmla="*/ 0 h 3725"/>
                <a:gd name="T12" fmla="*/ 2375 w 3500"/>
                <a:gd name="T13" fmla="*/ 187 h 3725"/>
                <a:gd name="T14" fmla="*/ 3500 w 3500"/>
                <a:gd name="T15" fmla="*/ 500 h 3725"/>
                <a:gd name="T16" fmla="*/ 3500 w 3500"/>
                <a:gd name="T17" fmla="*/ 1375 h 3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0" h="3725">
                  <a:moveTo>
                    <a:pt x="3500" y="1375"/>
                  </a:moveTo>
                  <a:cubicBezTo>
                    <a:pt x="3500" y="2302"/>
                    <a:pt x="2831" y="3117"/>
                    <a:pt x="1750" y="3725"/>
                  </a:cubicBezTo>
                  <a:cubicBezTo>
                    <a:pt x="669" y="3117"/>
                    <a:pt x="0" y="2302"/>
                    <a:pt x="0" y="1375"/>
                  </a:cubicBezTo>
                  <a:cubicBezTo>
                    <a:pt x="0" y="500"/>
                    <a:pt x="0" y="500"/>
                    <a:pt x="0" y="500"/>
                  </a:cubicBezTo>
                  <a:cubicBezTo>
                    <a:pt x="440" y="500"/>
                    <a:pt x="837" y="380"/>
                    <a:pt x="1125" y="187"/>
                  </a:cubicBezTo>
                  <a:cubicBezTo>
                    <a:pt x="1285" y="71"/>
                    <a:pt x="1506" y="0"/>
                    <a:pt x="1750" y="0"/>
                  </a:cubicBezTo>
                  <a:cubicBezTo>
                    <a:pt x="1994" y="0"/>
                    <a:pt x="2215" y="71"/>
                    <a:pt x="2375" y="187"/>
                  </a:cubicBezTo>
                  <a:cubicBezTo>
                    <a:pt x="2663" y="380"/>
                    <a:pt x="3060" y="500"/>
                    <a:pt x="3500" y="500"/>
                  </a:cubicBezTo>
                  <a:lnTo>
                    <a:pt x="3500" y="1375"/>
                  </a:lnTo>
                  <a:close/>
                </a:path>
              </a:pathLst>
            </a:custGeom>
            <a:solidFill>
              <a:schemeClr val="bg1"/>
            </a:solidFill>
            <a:ln w="12700" cap="sq">
              <a:solidFill>
                <a:schemeClr val="tx1"/>
              </a:solidFill>
              <a:prstDash val="solid"/>
              <a:miter lim="800000"/>
              <a:headEnd/>
              <a:tailEnd/>
            </a:ln>
          </p:spPr>
          <p:txBody>
            <a:bodyPr vert="horz" wrap="square" lIns="89642" tIns="44821" rIns="89642" bIns="44821" numCol="1" anchor="t" anchorCtr="0" compatLnSpc="1">
              <a:prstTxWarp prst="textNoShape">
                <a:avLst/>
              </a:prstTxWarp>
            </a:bodyPr>
            <a:lstStyle/>
            <a:p>
              <a:endParaRPr lang="en-US" sz="1765" dirty="0">
                <a:gradFill>
                  <a:gsLst>
                    <a:gs pos="0">
                      <a:srgbClr val="505050"/>
                    </a:gs>
                    <a:gs pos="100000">
                      <a:srgbClr val="505050"/>
                    </a:gs>
                  </a:gsLst>
                </a:gradFill>
              </a:endParaRPr>
            </a:p>
          </p:txBody>
        </p:sp>
      </p:grpSp>
      <p:grpSp>
        <p:nvGrpSpPr>
          <p:cNvPr id="78" name="Group 77">
            <a:extLst>
              <a:ext uri="{FF2B5EF4-FFF2-40B4-BE49-F238E27FC236}">
                <a16:creationId xmlns:a16="http://schemas.microsoft.com/office/drawing/2014/main" id="{7BACB2B0-2A2D-EA80-33A2-BF0697FCF48C}"/>
              </a:ext>
              <a:ext uri="{C183D7F6-B498-43B3-948B-1728B52AA6E4}">
                <adec:decorative xmlns:adec="http://schemas.microsoft.com/office/drawing/2017/decorative" val="1"/>
              </a:ext>
            </a:extLst>
          </p:cNvPr>
          <p:cNvGrpSpPr/>
          <p:nvPr/>
        </p:nvGrpSpPr>
        <p:grpSpPr>
          <a:xfrm>
            <a:off x="9517111" y="1828800"/>
            <a:ext cx="649486" cy="433386"/>
            <a:chOff x="7850770" y="2388122"/>
            <a:chExt cx="1155991" cy="771366"/>
          </a:xfrm>
          <a:noFill/>
        </p:grpSpPr>
        <p:sp>
          <p:nvSpPr>
            <p:cNvPr id="79" name="Laptop_E770" title="Icon of a laptop">
              <a:extLst>
                <a:ext uri="{FF2B5EF4-FFF2-40B4-BE49-F238E27FC236}">
                  <a16:creationId xmlns:a16="http://schemas.microsoft.com/office/drawing/2014/main" id="{F56C2A20-0684-278B-0A17-3871F102CD09}"/>
                </a:ext>
              </a:extLst>
            </p:cNvPr>
            <p:cNvSpPr>
              <a:spLocks noChangeAspect="1" noEditPoints="1"/>
            </p:cNvSpPr>
            <p:nvPr/>
          </p:nvSpPr>
          <p:spPr bwMode="auto">
            <a:xfrm>
              <a:off x="7850770" y="2388122"/>
              <a:ext cx="1155991" cy="771366"/>
            </a:xfrm>
            <a:custGeom>
              <a:avLst/>
              <a:gdLst>
                <a:gd name="T0" fmla="*/ 3250 w 3750"/>
                <a:gd name="T1" fmla="*/ 1750 h 2500"/>
                <a:gd name="T2" fmla="*/ 500 w 3750"/>
                <a:gd name="T3" fmla="*/ 1750 h 2500"/>
                <a:gd name="T4" fmla="*/ 500 w 3750"/>
                <a:gd name="T5" fmla="*/ 0 h 2500"/>
                <a:gd name="T6" fmla="*/ 3250 w 3750"/>
                <a:gd name="T7" fmla="*/ 0 h 2500"/>
                <a:gd name="T8" fmla="*/ 3250 w 3750"/>
                <a:gd name="T9" fmla="*/ 1750 h 2500"/>
                <a:gd name="T10" fmla="*/ 0 w 3750"/>
                <a:gd name="T11" fmla="*/ 2375 h 2500"/>
                <a:gd name="T12" fmla="*/ 125 w 3750"/>
                <a:gd name="T13" fmla="*/ 2500 h 2500"/>
                <a:gd name="T14" fmla="*/ 3625 w 3750"/>
                <a:gd name="T15" fmla="*/ 2500 h 2500"/>
                <a:gd name="T16" fmla="*/ 3750 w 3750"/>
                <a:gd name="T17" fmla="*/ 2375 h 2500"/>
                <a:gd name="T18" fmla="*/ 3688 w 3750"/>
                <a:gd name="T19" fmla="*/ 2187 h 2500"/>
                <a:gd name="T20" fmla="*/ 3250 w 3750"/>
                <a:gd name="T21" fmla="*/ 1750 h 2500"/>
                <a:gd name="T22" fmla="*/ 500 w 3750"/>
                <a:gd name="T23" fmla="*/ 1750 h 2500"/>
                <a:gd name="T24" fmla="*/ 63 w 3750"/>
                <a:gd name="T25" fmla="*/ 2187 h 2500"/>
                <a:gd name="T26" fmla="*/ 0 w 3750"/>
                <a:gd name="T27" fmla="*/ 2375 h 2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50" h="2500">
                  <a:moveTo>
                    <a:pt x="3250" y="1750"/>
                  </a:moveTo>
                  <a:cubicBezTo>
                    <a:pt x="500" y="1750"/>
                    <a:pt x="500" y="1750"/>
                    <a:pt x="500" y="1750"/>
                  </a:cubicBezTo>
                  <a:cubicBezTo>
                    <a:pt x="500" y="0"/>
                    <a:pt x="500" y="0"/>
                    <a:pt x="500" y="0"/>
                  </a:cubicBezTo>
                  <a:cubicBezTo>
                    <a:pt x="3250" y="0"/>
                    <a:pt x="3250" y="0"/>
                    <a:pt x="3250" y="0"/>
                  </a:cubicBezTo>
                  <a:lnTo>
                    <a:pt x="3250" y="1750"/>
                  </a:lnTo>
                  <a:close/>
                  <a:moveTo>
                    <a:pt x="0" y="2375"/>
                  </a:moveTo>
                  <a:cubicBezTo>
                    <a:pt x="0" y="2444"/>
                    <a:pt x="56" y="2500"/>
                    <a:pt x="125" y="2500"/>
                  </a:cubicBezTo>
                  <a:cubicBezTo>
                    <a:pt x="3625" y="2500"/>
                    <a:pt x="3625" y="2500"/>
                    <a:pt x="3625" y="2500"/>
                  </a:cubicBezTo>
                  <a:cubicBezTo>
                    <a:pt x="3694" y="2500"/>
                    <a:pt x="3750" y="2444"/>
                    <a:pt x="3750" y="2375"/>
                  </a:cubicBezTo>
                  <a:cubicBezTo>
                    <a:pt x="3750" y="2302"/>
                    <a:pt x="3726" y="2235"/>
                    <a:pt x="3688" y="2187"/>
                  </a:cubicBezTo>
                  <a:cubicBezTo>
                    <a:pt x="3250" y="1750"/>
                    <a:pt x="3250" y="1750"/>
                    <a:pt x="3250" y="1750"/>
                  </a:cubicBezTo>
                  <a:cubicBezTo>
                    <a:pt x="500" y="1750"/>
                    <a:pt x="500" y="1750"/>
                    <a:pt x="500" y="1750"/>
                  </a:cubicBezTo>
                  <a:cubicBezTo>
                    <a:pt x="63" y="2187"/>
                    <a:pt x="63" y="2187"/>
                    <a:pt x="63" y="2187"/>
                  </a:cubicBezTo>
                  <a:cubicBezTo>
                    <a:pt x="24" y="2235"/>
                    <a:pt x="0" y="2302"/>
                    <a:pt x="0" y="2375"/>
                  </a:cubicBezTo>
                  <a:close/>
                </a:path>
              </a:pathLst>
            </a:custGeom>
            <a:grpFill/>
            <a:ln w="12700" cap="sq">
              <a:solidFill>
                <a:schemeClr val="tx1"/>
              </a:solidFill>
              <a:prstDash val="solid"/>
              <a:miter lim="800000"/>
              <a:headEnd/>
              <a:tailEnd/>
            </a:ln>
          </p:spPr>
          <p:txBody>
            <a:bodyPr vert="horz" wrap="square" lIns="89642" tIns="44821" rIns="89642" bIns="44821" numCol="1" anchor="t" anchorCtr="0" compatLnSpc="1">
              <a:prstTxWarp prst="textNoShape">
                <a:avLst/>
              </a:prstTxWarp>
            </a:bodyPr>
            <a:lstStyle/>
            <a:p>
              <a:endParaRPr lang="en-US" sz="882" dirty="0">
                <a:gradFill>
                  <a:gsLst>
                    <a:gs pos="0">
                      <a:srgbClr val="505050"/>
                    </a:gs>
                    <a:gs pos="100000">
                      <a:srgbClr val="505050"/>
                    </a:gs>
                  </a:gsLst>
                </a:gradFill>
              </a:endParaRPr>
            </a:p>
          </p:txBody>
        </p:sp>
        <p:sp>
          <p:nvSpPr>
            <p:cNvPr id="80" name="Shield_EA18" title="Icon of a shield">
              <a:extLst>
                <a:ext uri="{FF2B5EF4-FFF2-40B4-BE49-F238E27FC236}">
                  <a16:creationId xmlns:a16="http://schemas.microsoft.com/office/drawing/2014/main" id="{22E603F7-A99B-A1B1-C9B0-78DAAA4B112C}"/>
                </a:ext>
              </a:extLst>
            </p:cNvPr>
            <p:cNvSpPr>
              <a:spLocks noChangeAspect="1"/>
            </p:cNvSpPr>
            <p:nvPr/>
          </p:nvSpPr>
          <p:spPr bwMode="auto">
            <a:xfrm>
              <a:off x="8663217" y="2388122"/>
              <a:ext cx="343544" cy="365760"/>
            </a:xfrm>
            <a:custGeom>
              <a:avLst/>
              <a:gdLst>
                <a:gd name="T0" fmla="*/ 3500 w 3500"/>
                <a:gd name="T1" fmla="*/ 1375 h 3725"/>
                <a:gd name="T2" fmla="*/ 1750 w 3500"/>
                <a:gd name="T3" fmla="*/ 3725 h 3725"/>
                <a:gd name="T4" fmla="*/ 0 w 3500"/>
                <a:gd name="T5" fmla="*/ 1375 h 3725"/>
                <a:gd name="T6" fmla="*/ 0 w 3500"/>
                <a:gd name="T7" fmla="*/ 500 h 3725"/>
                <a:gd name="T8" fmla="*/ 1125 w 3500"/>
                <a:gd name="T9" fmla="*/ 187 h 3725"/>
                <a:gd name="T10" fmla="*/ 1750 w 3500"/>
                <a:gd name="T11" fmla="*/ 0 h 3725"/>
                <a:gd name="T12" fmla="*/ 2375 w 3500"/>
                <a:gd name="T13" fmla="*/ 187 h 3725"/>
                <a:gd name="T14" fmla="*/ 3500 w 3500"/>
                <a:gd name="T15" fmla="*/ 500 h 3725"/>
                <a:gd name="T16" fmla="*/ 3500 w 3500"/>
                <a:gd name="T17" fmla="*/ 1375 h 3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0" h="3725">
                  <a:moveTo>
                    <a:pt x="3500" y="1375"/>
                  </a:moveTo>
                  <a:cubicBezTo>
                    <a:pt x="3500" y="2302"/>
                    <a:pt x="2831" y="3117"/>
                    <a:pt x="1750" y="3725"/>
                  </a:cubicBezTo>
                  <a:cubicBezTo>
                    <a:pt x="669" y="3117"/>
                    <a:pt x="0" y="2302"/>
                    <a:pt x="0" y="1375"/>
                  </a:cubicBezTo>
                  <a:cubicBezTo>
                    <a:pt x="0" y="500"/>
                    <a:pt x="0" y="500"/>
                    <a:pt x="0" y="500"/>
                  </a:cubicBezTo>
                  <a:cubicBezTo>
                    <a:pt x="440" y="500"/>
                    <a:pt x="837" y="380"/>
                    <a:pt x="1125" y="187"/>
                  </a:cubicBezTo>
                  <a:cubicBezTo>
                    <a:pt x="1285" y="71"/>
                    <a:pt x="1506" y="0"/>
                    <a:pt x="1750" y="0"/>
                  </a:cubicBezTo>
                  <a:cubicBezTo>
                    <a:pt x="1994" y="0"/>
                    <a:pt x="2215" y="71"/>
                    <a:pt x="2375" y="187"/>
                  </a:cubicBezTo>
                  <a:cubicBezTo>
                    <a:pt x="2663" y="380"/>
                    <a:pt x="3060" y="500"/>
                    <a:pt x="3500" y="500"/>
                  </a:cubicBezTo>
                  <a:lnTo>
                    <a:pt x="3500" y="1375"/>
                  </a:lnTo>
                  <a:close/>
                </a:path>
              </a:pathLst>
            </a:custGeom>
            <a:solidFill>
              <a:schemeClr val="bg1"/>
            </a:solidFill>
            <a:ln w="12700" cap="sq">
              <a:solidFill>
                <a:schemeClr val="tx1"/>
              </a:solidFill>
              <a:prstDash val="solid"/>
              <a:miter lim="800000"/>
              <a:headEnd/>
              <a:tailEnd/>
            </a:ln>
          </p:spPr>
          <p:txBody>
            <a:bodyPr vert="horz" wrap="square" lIns="89642" tIns="44821" rIns="89642" bIns="44821" numCol="1" anchor="t" anchorCtr="0" compatLnSpc="1">
              <a:prstTxWarp prst="textNoShape">
                <a:avLst/>
              </a:prstTxWarp>
            </a:bodyPr>
            <a:lstStyle/>
            <a:p>
              <a:endParaRPr lang="en-US" sz="1765" dirty="0">
                <a:gradFill>
                  <a:gsLst>
                    <a:gs pos="0">
                      <a:srgbClr val="505050"/>
                    </a:gs>
                    <a:gs pos="100000">
                      <a:srgbClr val="505050"/>
                    </a:gs>
                  </a:gsLst>
                </a:gradFill>
              </a:endParaRPr>
            </a:p>
          </p:txBody>
        </p:sp>
      </p:grpSp>
      <p:sp>
        <p:nvSpPr>
          <p:cNvPr id="72" name="Text Placeholder 11">
            <a:extLst>
              <a:ext uri="{FF2B5EF4-FFF2-40B4-BE49-F238E27FC236}">
                <a16:creationId xmlns:a16="http://schemas.microsoft.com/office/drawing/2014/main" id="{02745226-4AAC-C2BE-6958-B37A9757401D}"/>
              </a:ext>
            </a:extLst>
          </p:cNvPr>
          <p:cNvSpPr>
            <a:spLocks noGrp="1"/>
          </p:cNvSpPr>
          <p:nvPr>
            <p:ph type="body" sz="quarter" idx="16"/>
          </p:nvPr>
        </p:nvSpPr>
        <p:spPr>
          <a:xfrm>
            <a:off x="532673" y="2735082"/>
            <a:ext cx="3582128" cy="615553"/>
          </a:xfrm>
        </p:spPr>
        <p:txBody>
          <a:bodyPr/>
          <a:lstStyle/>
          <a:p>
            <a:pPr marL="288925" indent="-288925" algn="l">
              <a:buFont typeface="+mj-lt"/>
              <a:buAutoNum type="arabicPeriod"/>
            </a:pPr>
            <a:r>
              <a:rPr lang="en-US" dirty="0"/>
              <a:t>Create a shielded VM</a:t>
            </a:r>
            <a:br>
              <a:rPr lang="en-US" dirty="0"/>
            </a:br>
            <a:r>
              <a:rPr lang="en-US" dirty="0"/>
              <a:t>template disk</a:t>
            </a:r>
          </a:p>
        </p:txBody>
      </p:sp>
      <p:sp>
        <p:nvSpPr>
          <p:cNvPr id="75" name="Text Placeholder 10">
            <a:extLst>
              <a:ext uri="{FF2B5EF4-FFF2-40B4-BE49-F238E27FC236}">
                <a16:creationId xmlns:a16="http://schemas.microsoft.com/office/drawing/2014/main" id="{E5A51AEA-5988-D927-E3B0-1D5054201E5D}"/>
              </a:ext>
            </a:extLst>
          </p:cNvPr>
          <p:cNvSpPr>
            <a:spLocks noGrp="1"/>
          </p:cNvSpPr>
          <p:nvPr>
            <p:ph type="body" sz="quarter" idx="15"/>
          </p:nvPr>
        </p:nvSpPr>
        <p:spPr>
          <a:xfrm>
            <a:off x="584201" y="3495462"/>
            <a:ext cx="3479071" cy="2600712"/>
          </a:xfrm>
        </p:spPr>
        <p:txBody>
          <a:bodyPr/>
          <a:lstStyle/>
          <a:p>
            <a:pPr marL="225425" indent="-225425" algn="l">
              <a:spcBef>
                <a:spcPts val="0"/>
              </a:spcBef>
              <a:spcAft>
                <a:spcPts val="600"/>
              </a:spcAft>
              <a:buFont typeface="Arial" panose="020B0604020202020204" pitchFamily="34" charset="0"/>
              <a:buChar char="•"/>
            </a:pPr>
            <a:r>
              <a:rPr lang="en-US" sz="1800" dirty="0"/>
              <a:t>VHDX disk type</a:t>
            </a:r>
          </a:p>
          <a:p>
            <a:pPr marL="225425" indent="-225425" algn="l">
              <a:spcBef>
                <a:spcPts val="0"/>
              </a:spcBef>
              <a:spcAft>
                <a:spcPts val="600"/>
              </a:spcAft>
              <a:buFont typeface="Arial" panose="020B0604020202020204" pitchFamily="34" charset="0"/>
              <a:buChar char="•"/>
            </a:pPr>
            <a:r>
              <a:rPr lang="en-US" sz="1800" dirty="0"/>
              <a:t>Globally Unique Identifiers (GUID) partition table</a:t>
            </a:r>
          </a:p>
          <a:p>
            <a:pPr marL="225425" indent="-225425" algn="l">
              <a:spcBef>
                <a:spcPts val="0"/>
              </a:spcBef>
              <a:spcAft>
                <a:spcPts val="600"/>
              </a:spcAft>
              <a:buFont typeface="Arial" panose="020B0604020202020204" pitchFamily="34" charset="0"/>
              <a:buChar char="•"/>
            </a:pPr>
            <a:r>
              <a:rPr lang="en-US" sz="1800" dirty="0"/>
              <a:t>2 partitions</a:t>
            </a:r>
          </a:p>
          <a:p>
            <a:pPr marL="225425" indent="-225425" algn="l">
              <a:spcBef>
                <a:spcPts val="0"/>
              </a:spcBef>
              <a:spcAft>
                <a:spcPts val="600"/>
              </a:spcAft>
              <a:buFont typeface="Arial" panose="020B0604020202020204" pitchFamily="34" charset="0"/>
              <a:buChar char="•"/>
            </a:pPr>
            <a:r>
              <a:rPr lang="en-US" sz="1800" dirty="0"/>
              <a:t>NTFS file system</a:t>
            </a:r>
          </a:p>
          <a:p>
            <a:pPr marL="225425" indent="-225425" algn="l">
              <a:spcBef>
                <a:spcPts val="0"/>
              </a:spcBef>
              <a:spcAft>
                <a:spcPts val="600"/>
              </a:spcAft>
              <a:buFont typeface="Arial" panose="020B0604020202020204" pitchFamily="34" charset="0"/>
              <a:buChar char="•"/>
            </a:pPr>
            <a:r>
              <a:rPr lang="en-US" sz="1800" dirty="0"/>
              <a:t>BitLocker encrypted</a:t>
            </a:r>
          </a:p>
          <a:p>
            <a:pPr marL="225425" indent="-225425" algn="l">
              <a:spcBef>
                <a:spcPts val="0"/>
              </a:spcBef>
              <a:spcAft>
                <a:spcPts val="600"/>
              </a:spcAft>
              <a:buFont typeface="Arial" panose="020B0604020202020204" pitchFamily="34" charset="0"/>
              <a:buChar char="•"/>
            </a:pPr>
            <a:r>
              <a:rPr lang="en-US" sz="1800" dirty="0"/>
              <a:t>Shielded Template Disk Creation Wizard</a:t>
            </a:r>
          </a:p>
        </p:txBody>
      </p:sp>
      <p:sp>
        <p:nvSpPr>
          <p:cNvPr id="4" name="Text Placeholder 12">
            <a:extLst>
              <a:ext uri="{FF2B5EF4-FFF2-40B4-BE49-F238E27FC236}">
                <a16:creationId xmlns:a16="http://schemas.microsoft.com/office/drawing/2014/main" id="{E3FE054E-F3F2-9663-EC88-79F660F93F06}"/>
              </a:ext>
            </a:extLst>
          </p:cNvPr>
          <p:cNvSpPr txBox="1">
            <a:spLocks/>
          </p:cNvSpPr>
          <p:nvPr/>
        </p:nvSpPr>
        <p:spPr>
          <a:xfrm>
            <a:off x="4230537" y="2752018"/>
            <a:ext cx="3479071" cy="307777"/>
          </a:xfrm>
          <a:prstGeom prst="rect">
            <a:avLst/>
          </a:prstGeom>
        </p:spPr>
        <p:txBody>
          <a:bodyPr vert="horz" wrap="square" lIns="0" tIns="0" rIns="0" bIns="0" rtlCol="0" anchor="t">
            <a:spAutoFit/>
          </a:bodyPr>
          <a:lstStyle>
            <a:lvl1pPr marL="0" marR="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sz="2000" kern="1200" spc="0" baseline="0">
                <a:solidFill>
                  <a:schemeClr val="tx1"/>
                </a:solidFill>
                <a:latin typeface="+mj-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indent="-342900" algn="l">
              <a:buFont typeface="+mj-lt"/>
              <a:buAutoNum type="arabicPeriod" startAt="2"/>
            </a:pPr>
            <a:r>
              <a:rPr lang="en-US" dirty="0"/>
              <a:t>Create a shielded data file</a:t>
            </a:r>
          </a:p>
        </p:txBody>
      </p:sp>
      <p:sp>
        <p:nvSpPr>
          <p:cNvPr id="5" name="Text Placeholder 13">
            <a:extLst>
              <a:ext uri="{FF2B5EF4-FFF2-40B4-BE49-F238E27FC236}">
                <a16:creationId xmlns:a16="http://schemas.microsoft.com/office/drawing/2014/main" id="{B985CBA8-D96D-A49F-24F7-52F54104A5FF}"/>
              </a:ext>
            </a:extLst>
          </p:cNvPr>
          <p:cNvSpPr txBox="1">
            <a:spLocks/>
          </p:cNvSpPr>
          <p:nvPr/>
        </p:nvSpPr>
        <p:spPr>
          <a:xfrm>
            <a:off x="4357542" y="3216053"/>
            <a:ext cx="3479071" cy="907941"/>
          </a:xfrm>
          <a:prstGeom prst="rect">
            <a:avLst/>
          </a:prstGeom>
        </p:spPr>
        <p:txBody>
          <a:bodyPr vert="horz" wrap="square" lIns="0" tIns="0" rIns="0" bIns="0" rtlCol="0">
            <a:spAutoFit/>
          </a:bodyPr>
          <a:lstStyle>
            <a:lvl1pPr marL="0" marR="0" indent="0" algn="ctr" defTabSz="932742" rtl="0" eaLnBrk="1" fontAlgn="auto" latinLnBrk="0" hangingPunct="1">
              <a:lnSpc>
                <a:spcPct val="100000"/>
              </a:lnSpc>
              <a:spcBef>
                <a:spcPct val="20000"/>
              </a:spcBef>
              <a:spcAft>
                <a:spcPts val="0"/>
              </a:spcAft>
              <a:buClrTx/>
              <a:buSzPct val="90000"/>
              <a:buFont typeface="Arial" panose="020B0604020202020204" pitchFamily="34" charset="0"/>
              <a:buNone/>
              <a:tabLst/>
              <a:defRPr sz="1600" kern="1200" spc="0" baseline="0">
                <a:solidFill>
                  <a:schemeClr val="tx1"/>
                </a:solidFill>
                <a:latin typeface="+mn-lt"/>
                <a:ea typeface="+mn-ea"/>
                <a:cs typeface="Segoe UI" panose="020B0502040204020203" pitchFamily="34" charset="0"/>
              </a:defRPr>
            </a:lvl1pPr>
            <a:lvl2pPr marL="137160" marR="0" indent="0" algn="l" defTabSz="932742" rtl="0" eaLnBrk="1" fontAlgn="auto" latinLnBrk="0" hangingPunct="1">
              <a:lnSpc>
                <a:spcPct val="100000"/>
              </a:lnSpc>
              <a:spcBef>
                <a:spcPct val="20000"/>
              </a:spcBef>
              <a:spcAft>
                <a:spcPts val="0"/>
              </a:spcAft>
              <a:buClrTx/>
              <a:buSzPct val="90000"/>
              <a:buFont typeface="Arial" panose="020B0604020202020204" pitchFamily="34" charset="0"/>
              <a:buNone/>
              <a:tabLst/>
              <a:defRPr sz="1400" kern="1200" spc="0" baseline="0">
                <a:solidFill>
                  <a:schemeClr val="tx1"/>
                </a:solidFill>
                <a:latin typeface="+mn-lt"/>
                <a:ea typeface="+mn-ea"/>
                <a:cs typeface="+mn-cs"/>
              </a:defRPr>
            </a:lvl2pPr>
            <a:lvl3pPr marL="265176" marR="0" indent="0" algn="l" defTabSz="932742" rtl="0" eaLnBrk="1" fontAlgn="auto" latinLnBrk="0" hangingPunct="1">
              <a:lnSpc>
                <a:spcPct val="100000"/>
              </a:lnSpc>
              <a:spcBef>
                <a:spcPct val="20000"/>
              </a:spcBef>
              <a:spcAft>
                <a:spcPts val="0"/>
              </a:spcAft>
              <a:buClrTx/>
              <a:buSzPct val="90000"/>
              <a:buFont typeface="Arial" panose="020B0604020202020204" pitchFamily="34" charset="0"/>
              <a:buNone/>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25425" indent="-225425" algn="l">
              <a:spcBef>
                <a:spcPts val="0"/>
              </a:spcBef>
              <a:spcAft>
                <a:spcPts val="600"/>
              </a:spcAft>
              <a:buFont typeface="Arial" panose="020B0604020202020204" pitchFamily="34" charset="0"/>
              <a:buChar char="•"/>
            </a:pPr>
            <a:r>
              <a:rPr lang="en-US" sz="1800" dirty="0"/>
              <a:t>Also called a provisioning data file (PKD)</a:t>
            </a:r>
          </a:p>
          <a:p>
            <a:pPr marL="225425" indent="-225425" algn="l">
              <a:spcBef>
                <a:spcPts val="0"/>
              </a:spcBef>
              <a:spcAft>
                <a:spcPts val="600"/>
              </a:spcAft>
              <a:buFont typeface="Arial" panose="020B0604020202020204" pitchFamily="34" charset="0"/>
              <a:buChar char="•"/>
            </a:pPr>
            <a:r>
              <a:rPr lang="en-US" sz="1800" dirty="0"/>
              <a:t>Shielding Data File Wizard</a:t>
            </a:r>
          </a:p>
        </p:txBody>
      </p:sp>
      <p:sp>
        <p:nvSpPr>
          <p:cNvPr id="74" name="Text Placeholder 14">
            <a:extLst>
              <a:ext uri="{FF2B5EF4-FFF2-40B4-BE49-F238E27FC236}">
                <a16:creationId xmlns:a16="http://schemas.microsoft.com/office/drawing/2014/main" id="{B5DE3F16-7E3F-E2C1-D55B-48B3399B77E2}"/>
              </a:ext>
            </a:extLst>
          </p:cNvPr>
          <p:cNvSpPr>
            <a:spLocks noGrp="1"/>
          </p:cNvSpPr>
          <p:nvPr>
            <p:ph type="body" sz="quarter" idx="24"/>
          </p:nvPr>
        </p:nvSpPr>
        <p:spPr>
          <a:xfrm>
            <a:off x="8130894" y="2735082"/>
            <a:ext cx="3479071" cy="307777"/>
          </a:xfrm>
        </p:spPr>
        <p:txBody>
          <a:bodyPr/>
          <a:lstStyle/>
          <a:p>
            <a:pPr marL="342900" indent="-342900" algn="l">
              <a:buFont typeface="+mj-lt"/>
              <a:buAutoNum type="arabicPeriod" startAt="3"/>
            </a:pPr>
            <a:r>
              <a:rPr lang="en-US" dirty="0"/>
              <a:t>Deploy a shielded VM</a:t>
            </a:r>
          </a:p>
        </p:txBody>
      </p:sp>
      <p:sp>
        <p:nvSpPr>
          <p:cNvPr id="77" name="Text Placeholder 16">
            <a:extLst>
              <a:ext uri="{FF2B5EF4-FFF2-40B4-BE49-F238E27FC236}">
                <a16:creationId xmlns:a16="http://schemas.microsoft.com/office/drawing/2014/main" id="{0FF1062C-F115-A9B7-0A0A-04FABD00A15C}"/>
              </a:ext>
            </a:extLst>
          </p:cNvPr>
          <p:cNvSpPr>
            <a:spLocks noGrp="1"/>
          </p:cNvSpPr>
          <p:nvPr>
            <p:ph type="body" sz="quarter" idx="25"/>
          </p:nvPr>
        </p:nvSpPr>
        <p:spPr>
          <a:xfrm>
            <a:off x="8251470" y="3182183"/>
            <a:ext cx="3479071" cy="1261884"/>
          </a:xfrm>
        </p:spPr>
        <p:txBody>
          <a:bodyPr/>
          <a:lstStyle/>
          <a:p>
            <a:pPr marL="225425" indent="-225425" algn="l">
              <a:spcBef>
                <a:spcPts val="0"/>
              </a:spcBef>
              <a:spcAft>
                <a:spcPts val="600"/>
              </a:spcAft>
              <a:buFont typeface="Arial" panose="020B0604020202020204" pitchFamily="34" charset="0"/>
              <a:buChar char="•"/>
            </a:pPr>
            <a:r>
              <a:rPr lang="en-US" sz="1800" dirty="0"/>
              <a:t>Deploy using:</a:t>
            </a:r>
          </a:p>
          <a:p>
            <a:pPr marL="362585" lvl="1" indent="-225425">
              <a:spcBef>
                <a:spcPts val="0"/>
              </a:spcBef>
              <a:spcAft>
                <a:spcPts val="600"/>
              </a:spcAft>
              <a:buFont typeface="Arial" panose="020B0604020202020204" pitchFamily="34" charset="0"/>
              <a:buChar char="•"/>
            </a:pPr>
            <a:r>
              <a:rPr lang="en-US" sz="1800" dirty="0"/>
              <a:t>System Center Virtual Machine Manager (SCVMM)</a:t>
            </a:r>
          </a:p>
          <a:p>
            <a:pPr marL="362585" lvl="1" indent="-225425">
              <a:spcBef>
                <a:spcPts val="0"/>
              </a:spcBef>
              <a:spcAft>
                <a:spcPts val="600"/>
              </a:spcAft>
              <a:buFont typeface="Arial" panose="020B0604020202020204" pitchFamily="34" charset="0"/>
              <a:buChar char="•"/>
            </a:pPr>
            <a:r>
              <a:rPr lang="en-US" sz="1800" dirty="0"/>
              <a:t>PowerShell</a:t>
            </a:r>
          </a:p>
        </p:txBody>
      </p:sp>
    </p:spTree>
    <p:extLst>
      <p:ext uri="{BB962C8B-B14F-4D97-AF65-F5344CB8AC3E}">
        <p14:creationId xmlns:p14="http://schemas.microsoft.com/office/powerpoint/2010/main" val="2570390387"/>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81CDE-AAF4-4306-95D6-41E8B4B8E90B}"/>
              </a:ext>
            </a:extLst>
          </p:cNvPr>
          <p:cNvSpPr>
            <a:spLocks noGrp="1"/>
          </p:cNvSpPr>
          <p:nvPr>
            <p:ph type="title"/>
          </p:nvPr>
        </p:nvSpPr>
        <p:spPr/>
        <p:txBody>
          <a:bodyPr/>
          <a:lstStyle/>
          <a:p>
            <a:r>
              <a:rPr lang="en-US" dirty="0"/>
              <a:t>Process for powering on shielded VMs</a:t>
            </a:r>
          </a:p>
        </p:txBody>
      </p:sp>
      <p:pic>
        <p:nvPicPr>
          <p:cNvPr id="9" name="Picture 8" descr="Illustration to outline the general process for turning on shielded VMs. ">
            <a:extLst>
              <a:ext uri="{FF2B5EF4-FFF2-40B4-BE49-F238E27FC236}">
                <a16:creationId xmlns:a16="http://schemas.microsoft.com/office/drawing/2014/main" id="{0686B3EC-6631-415B-AA15-AA70A2825EC4}"/>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961324" y="1294424"/>
            <a:ext cx="10265476" cy="4955760"/>
          </a:xfrm>
          <a:prstGeom prst="rect">
            <a:avLst/>
          </a:prstGeom>
        </p:spPr>
      </p:pic>
      <p:sp>
        <p:nvSpPr>
          <p:cNvPr id="6" name="Rectangle 5">
            <a:extLst>
              <a:ext uri="{FF2B5EF4-FFF2-40B4-BE49-F238E27FC236}">
                <a16:creationId xmlns:a16="http://schemas.microsoft.com/office/drawing/2014/main" id="{257FDBE4-15C2-C04E-A280-D3078FE6AFBF}"/>
              </a:ext>
              <a:ext uri="{C183D7F6-B498-43B3-948B-1728B52AA6E4}">
                <adec:decorative xmlns:adec="http://schemas.microsoft.com/office/drawing/2017/decorative" val="1"/>
              </a:ext>
            </a:extLst>
          </p:cNvPr>
          <p:cNvSpPr/>
          <p:nvPr/>
        </p:nvSpPr>
        <p:spPr bwMode="auto">
          <a:xfrm>
            <a:off x="588262" y="1271822"/>
            <a:ext cx="11011600" cy="5000962"/>
          </a:xfrm>
          <a:prstGeom prst="rect">
            <a:avLst/>
          </a:prstGeom>
          <a:noFill/>
          <a:ln w="3810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3604963328"/>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07C2C26-EFD2-E847-AEA7-5CEF245E0904}"/>
              </a:ext>
            </a:extLst>
          </p:cNvPr>
          <p:cNvSpPr>
            <a:spLocks noGrp="1"/>
          </p:cNvSpPr>
          <p:nvPr>
            <p:ph type="title"/>
          </p:nvPr>
        </p:nvSpPr>
        <p:spPr>
          <a:xfrm>
            <a:off x="418644" y="2576945"/>
            <a:ext cx="9189910" cy="1819564"/>
          </a:xfrm>
        </p:spPr>
        <p:txBody>
          <a:bodyPr wrap="square" anchor="ctr">
            <a:normAutofit/>
          </a:bodyPr>
          <a:lstStyle/>
          <a:p>
            <a:r>
              <a:rPr lang="en-US"/>
              <a:t>Hyper-V Live Migration</a:t>
            </a:r>
          </a:p>
        </p:txBody>
      </p:sp>
      <p:pic>
        <p:nvPicPr>
          <p:cNvPr id="4" name="Picture Placeholder 3">
            <a:extLst>
              <a:ext uri="{FF2B5EF4-FFF2-40B4-BE49-F238E27FC236}">
                <a16:creationId xmlns:a16="http://schemas.microsoft.com/office/drawing/2014/main" id="{ADD5486B-5459-143C-3CF8-D9D042C506B7}"/>
              </a:ext>
            </a:extLst>
          </p:cNvPr>
          <p:cNvPicPr>
            <a:picLocks noGrp="1" noChangeAspect="1"/>
          </p:cNvPicPr>
          <p:nvPr>
            <p:ph type="pic" sz="quarter" idx="10"/>
          </p:nvPr>
        </p:nvPicPr>
        <p:blipFill>
          <a:blip r:embed="rId2"/>
          <a:srcRect l="10825" r="10825"/>
          <a:stretch/>
        </p:blipFill>
        <p:spPr bwMode="auto">
          <a:xfrm>
            <a:off x="9785444" y="2481838"/>
            <a:ext cx="1987911" cy="20297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017516"/>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13F9A67F-9E05-4A1C-BFF3-5B0F68E043E2}"/>
              </a:ext>
            </a:extLst>
          </p:cNvPr>
          <p:cNvSpPr>
            <a:spLocks noGrp="1"/>
          </p:cNvSpPr>
          <p:nvPr>
            <p:ph type="title" idx="4294967295"/>
          </p:nvPr>
        </p:nvSpPr>
        <p:spPr>
          <a:xfrm>
            <a:off x="0" y="431800"/>
            <a:ext cx="11010900" cy="493713"/>
          </a:xfrm>
        </p:spPr>
        <p:txBody>
          <a:bodyPr/>
          <a:lstStyle/>
          <a:p>
            <a:r>
              <a:rPr lang="en-US"/>
              <a:t>Overview of Hyper-V Live Migration</a:t>
            </a:r>
          </a:p>
        </p:txBody>
      </p:sp>
      <p:sp>
        <p:nvSpPr>
          <p:cNvPr id="10" name="TextBox 9">
            <a:extLst>
              <a:ext uri="{FF2B5EF4-FFF2-40B4-BE49-F238E27FC236}">
                <a16:creationId xmlns:a16="http://schemas.microsoft.com/office/drawing/2014/main" id="{C7ED7D18-3428-A930-76AF-E496C4595D02}"/>
              </a:ext>
            </a:extLst>
          </p:cNvPr>
          <p:cNvSpPr txBox="1">
            <a:spLocks/>
          </p:cNvSpPr>
          <p:nvPr/>
        </p:nvSpPr>
        <p:spPr>
          <a:xfrm>
            <a:off x="588263" y="1208238"/>
            <a:ext cx="7881621" cy="4507388"/>
          </a:xfrm>
          <a:prstGeom prst="rect">
            <a:avLst/>
          </a:prstGeom>
          <a:noFill/>
        </p:spPr>
        <p:txBody>
          <a:bodyPr wrap="square" lIns="0" tIns="0" rIns="0" bIns="0" anchor="ctr">
            <a:spAutoFit/>
          </a:bodyPr>
          <a:lstStyle>
            <a:defPPr>
              <a:defRPr lang="en-US"/>
            </a:defPPr>
            <a:lvl1pPr>
              <a:defRPr sz="1600"/>
            </a:lvl1pPr>
          </a:lstStyle>
          <a:p>
            <a:pPr marL="342900" indent="-342900">
              <a:lnSpc>
                <a:spcPct val="150000"/>
              </a:lnSpc>
              <a:buFont typeface="Arial" panose="020B0604020202020204" pitchFamily="34" charset="0"/>
              <a:buChar char="•"/>
            </a:pPr>
            <a:r>
              <a:rPr lang="en-US" sz="1800"/>
              <a:t>Move running virtual machines between Hyper-V hosts with virtually no perceived downtime</a:t>
            </a:r>
          </a:p>
          <a:p>
            <a:pPr marL="342900" indent="-342900">
              <a:lnSpc>
                <a:spcPct val="150000"/>
              </a:lnSpc>
              <a:buFont typeface="Arial" panose="020B0604020202020204" pitchFamily="34" charset="0"/>
              <a:buChar char="•"/>
            </a:pPr>
            <a:r>
              <a:rPr lang="en-US" sz="1800"/>
              <a:t>Network connections stay active and user sessions remain open throughout the transition</a:t>
            </a:r>
          </a:p>
          <a:p>
            <a:pPr marL="342900" indent="-342900">
              <a:lnSpc>
                <a:spcPct val="150000"/>
              </a:lnSpc>
              <a:buFont typeface="Arial" panose="020B0604020202020204" pitchFamily="34" charset="0"/>
              <a:buChar char="•"/>
            </a:pPr>
            <a:r>
              <a:rPr lang="en-US" sz="1800"/>
              <a:t>Introduced in Windows Server 2008 R2; expanded in 2012 to work without Failover Clustering</a:t>
            </a:r>
          </a:p>
          <a:p>
            <a:pPr marL="342900" indent="-342900">
              <a:lnSpc>
                <a:spcPct val="150000"/>
              </a:lnSpc>
              <a:buFont typeface="Arial" panose="020B0604020202020204" pitchFamily="34" charset="0"/>
              <a:buChar char="•"/>
            </a:pPr>
            <a:r>
              <a:rPr lang="en-US" sz="1800"/>
              <a:t>Enables planned maintenance, hardware refresh, and load balancing during business hours</a:t>
            </a:r>
          </a:p>
          <a:p>
            <a:pPr marL="342900" indent="-342900">
              <a:lnSpc>
                <a:spcPct val="150000"/>
              </a:lnSpc>
              <a:buFont typeface="Arial" panose="020B0604020202020204" pitchFamily="34" charset="0"/>
              <a:buChar char="•"/>
            </a:pPr>
            <a:r>
              <a:rPr lang="en-US" sz="1800"/>
              <a:t>Pairs with Failover Clustering to deliver highly available and fault-tolerant systems</a:t>
            </a:r>
          </a:p>
          <a:p>
            <a:pPr marL="342900" indent="-342900">
              <a:lnSpc>
                <a:spcPct val="150000"/>
              </a:lnSpc>
              <a:buFont typeface="Arial" panose="020B0604020202020204" pitchFamily="34" charset="0"/>
              <a:buChar char="•"/>
            </a:pPr>
            <a:r>
              <a:rPr lang="en-US" sz="1800"/>
              <a:t>Supported on Windows Server 2016, 2019, 2022, 2025, and Azure Local</a:t>
            </a:r>
          </a:p>
        </p:txBody>
      </p:sp>
    </p:spTree>
    <p:extLst>
      <p:ext uri="{BB962C8B-B14F-4D97-AF65-F5344CB8AC3E}">
        <p14:creationId xmlns:p14="http://schemas.microsoft.com/office/powerpoint/2010/main" val="1248607981"/>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13F9A67F-9E05-4A1C-BFF3-5B0F68E043E2}"/>
              </a:ext>
            </a:extLst>
          </p:cNvPr>
          <p:cNvSpPr>
            <a:spLocks noGrp="1"/>
          </p:cNvSpPr>
          <p:nvPr>
            <p:ph type="title" idx="4294967295"/>
          </p:nvPr>
        </p:nvSpPr>
        <p:spPr>
          <a:xfrm>
            <a:off x="0" y="431800"/>
            <a:ext cx="11010900" cy="493713"/>
          </a:xfrm>
        </p:spPr>
        <p:txBody>
          <a:bodyPr/>
          <a:lstStyle/>
          <a:p>
            <a:r>
              <a:rPr lang="en-US"/>
              <a:t>Types of Hyper-V Live Migration</a:t>
            </a:r>
          </a:p>
        </p:txBody>
      </p:sp>
      <p:sp>
        <p:nvSpPr>
          <p:cNvPr id="10" name="TextBox 9">
            <a:extLst>
              <a:ext uri="{FF2B5EF4-FFF2-40B4-BE49-F238E27FC236}">
                <a16:creationId xmlns:a16="http://schemas.microsoft.com/office/drawing/2014/main" id="{C7ED7D18-3428-A930-76AF-E496C4595D02}"/>
              </a:ext>
            </a:extLst>
          </p:cNvPr>
          <p:cNvSpPr txBox="1">
            <a:spLocks/>
          </p:cNvSpPr>
          <p:nvPr/>
        </p:nvSpPr>
        <p:spPr>
          <a:xfrm>
            <a:off x="588263" y="1208238"/>
            <a:ext cx="7881621" cy="4507388"/>
          </a:xfrm>
          <a:prstGeom prst="rect">
            <a:avLst/>
          </a:prstGeom>
          <a:noFill/>
        </p:spPr>
        <p:txBody>
          <a:bodyPr wrap="square" lIns="0" tIns="0" rIns="0" bIns="0" anchor="ctr">
            <a:spAutoFit/>
          </a:bodyPr>
          <a:lstStyle>
            <a:defPPr>
              <a:defRPr lang="en-US"/>
            </a:defPPr>
            <a:lvl1pPr>
              <a:defRPr sz="1600"/>
            </a:lvl1pPr>
          </a:lstStyle>
          <a:p>
            <a:pPr marL="342900" indent="-342900">
              <a:lnSpc>
                <a:spcPct val="150000"/>
              </a:lnSpc>
              <a:buFont typeface="Arial" panose="020B0604020202020204" pitchFamily="34" charset="0"/>
              <a:buChar char="•"/>
            </a:pPr>
            <a:r>
              <a:rPr lang="en-US" sz="1800"/>
              <a:t>Live Migration (shared storage): VM moves between cluster nodes; storage stays on shared SMB, iSCSI, or CSV</a:t>
            </a:r>
          </a:p>
          <a:p>
            <a:pPr marL="342900" indent="-342900">
              <a:lnSpc>
                <a:spcPct val="150000"/>
              </a:lnSpc>
              <a:buFont typeface="Arial" panose="020B0604020202020204" pitchFamily="34" charset="0"/>
              <a:buChar char="•"/>
            </a:pPr>
            <a:r>
              <a:rPr lang="en-US" sz="1800"/>
              <a:t>Shared Nothing Live Migration: VM and its storage move together between standalone hosts with no shared storage</a:t>
            </a:r>
          </a:p>
          <a:p>
            <a:pPr marL="342900" indent="-342900">
              <a:lnSpc>
                <a:spcPct val="150000"/>
              </a:lnSpc>
              <a:buFont typeface="Arial" panose="020B0604020202020204" pitchFamily="34" charset="0"/>
              <a:buChar char="•"/>
            </a:pPr>
            <a:r>
              <a:rPr lang="en-US" sz="1800"/>
              <a:t>Storage Live Migration: only the VHD/VHDX, config, snapshots, and smart paging files move; VM stays on the same host</a:t>
            </a:r>
          </a:p>
          <a:p>
            <a:pPr marL="342900" indent="-342900">
              <a:lnSpc>
                <a:spcPct val="150000"/>
              </a:lnSpc>
              <a:buFont typeface="Arial" panose="020B0604020202020204" pitchFamily="34" charset="0"/>
              <a:buChar char="•"/>
            </a:pPr>
            <a:r>
              <a:rPr lang="en-US" sz="1800"/>
              <a:t>Quick Migration: VM is briefly paused and state is saved to disk before resuming on destination</a:t>
            </a:r>
          </a:p>
          <a:p>
            <a:pPr marL="342900" indent="-342900">
              <a:lnSpc>
                <a:spcPct val="150000"/>
              </a:lnSpc>
              <a:buFont typeface="Arial" panose="020B0604020202020204" pitchFamily="34" charset="0"/>
              <a:buChar char="•"/>
            </a:pPr>
            <a:r>
              <a:rPr lang="en-US" sz="1800"/>
              <a:t>Cold Migration: VM is shut down, files are copied, then powered on at the destination</a:t>
            </a:r>
          </a:p>
          <a:p>
            <a:pPr marL="342900" indent="-342900">
              <a:lnSpc>
                <a:spcPct val="150000"/>
              </a:lnSpc>
              <a:buFont typeface="Arial" panose="020B0604020202020204" pitchFamily="34" charset="0"/>
              <a:buChar char="•"/>
            </a:pPr>
            <a:r>
              <a:rPr lang="en-US" sz="1800"/>
              <a:t>Automatic failover migration: triggered by cluster node failure using Best Possible Node placement</a:t>
            </a:r>
          </a:p>
        </p:txBody>
      </p:sp>
    </p:spTree>
    <p:extLst>
      <p:ext uri="{BB962C8B-B14F-4D97-AF65-F5344CB8AC3E}">
        <p14:creationId xmlns:p14="http://schemas.microsoft.com/office/powerpoint/2010/main" val="1248607981"/>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13F9A67F-9E05-4A1C-BFF3-5B0F68E043E2}"/>
              </a:ext>
            </a:extLst>
          </p:cNvPr>
          <p:cNvSpPr>
            <a:spLocks noGrp="1"/>
          </p:cNvSpPr>
          <p:nvPr>
            <p:ph type="title" idx="4294967295"/>
          </p:nvPr>
        </p:nvSpPr>
        <p:spPr>
          <a:xfrm>
            <a:off x="0" y="431800"/>
            <a:ext cx="11010900" cy="493713"/>
          </a:xfrm>
        </p:spPr>
        <p:txBody>
          <a:bodyPr/>
          <a:lstStyle/>
          <a:p>
            <a:r>
              <a:rPr lang="en-US"/>
              <a:t>Requirements and prerequisites</a:t>
            </a:r>
          </a:p>
        </p:txBody>
      </p:sp>
      <p:sp>
        <p:nvSpPr>
          <p:cNvPr id="10" name="TextBox 9">
            <a:extLst>
              <a:ext uri="{FF2B5EF4-FFF2-40B4-BE49-F238E27FC236}">
                <a16:creationId xmlns:a16="http://schemas.microsoft.com/office/drawing/2014/main" id="{C7ED7D18-3428-A930-76AF-E496C4595D02}"/>
              </a:ext>
            </a:extLst>
          </p:cNvPr>
          <p:cNvSpPr txBox="1">
            <a:spLocks/>
          </p:cNvSpPr>
          <p:nvPr/>
        </p:nvSpPr>
        <p:spPr>
          <a:xfrm>
            <a:off x="588263" y="1208238"/>
            <a:ext cx="7881621" cy="4507388"/>
          </a:xfrm>
          <a:prstGeom prst="rect">
            <a:avLst/>
          </a:prstGeom>
          <a:noFill/>
        </p:spPr>
        <p:txBody>
          <a:bodyPr wrap="square" lIns="0" tIns="0" rIns="0" bIns="0" anchor="ctr">
            <a:spAutoFit/>
          </a:bodyPr>
          <a:lstStyle>
            <a:defPPr>
              <a:defRPr lang="en-US"/>
            </a:defPPr>
            <a:lvl1pPr>
              <a:defRPr sz="1600"/>
            </a:lvl1pPr>
          </a:lstStyle>
          <a:p>
            <a:pPr marL="342900" indent="-342900">
              <a:lnSpc>
                <a:spcPct val="150000"/>
              </a:lnSpc>
              <a:buFont typeface="Arial" panose="020B0604020202020204" pitchFamily="34" charset="0"/>
              <a:buChar char="•"/>
            </a:pPr>
            <a:r>
              <a:rPr lang="en-US" sz="1800"/>
              <a:t>Two or more Hyper-V hosts running Windows Server 2012 R2 or later in the same Active Directory domain (or trusted domains)</a:t>
            </a:r>
          </a:p>
          <a:p>
            <a:pPr marL="342900" indent="-342900">
              <a:lnSpc>
                <a:spcPct val="150000"/>
              </a:lnSpc>
              <a:buFont typeface="Arial" panose="020B0604020202020204" pitchFamily="34" charset="0"/>
              <a:buChar char="•"/>
            </a:pPr>
            <a:r>
              <a:rPr lang="en-US" sz="1800"/>
              <a:t>Matching processor architecture across hosts; enable CPU Compatibility Mode when CPU generations differ</a:t>
            </a:r>
          </a:p>
          <a:p>
            <a:pPr marL="342900" indent="-342900">
              <a:lnSpc>
                <a:spcPct val="150000"/>
              </a:lnSpc>
              <a:buFont typeface="Arial" panose="020B0604020202020204" pitchFamily="34" charset="0"/>
              <a:buChar char="•"/>
            </a:pPr>
            <a:r>
              <a:rPr lang="en-US" sz="1800"/>
              <a:t>VM hardware version 5.0 or higher with up-to-date Integration Services</a:t>
            </a:r>
          </a:p>
          <a:p>
            <a:pPr marL="342900" indent="-342900">
              <a:lnSpc>
                <a:spcPct val="150000"/>
              </a:lnSpc>
              <a:buFont typeface="Arial" panose="020B0604020202020204" pitchFamily="34" charset="0"/>
              <a:buChar char="•"/>
            </a:pPr>
            <a:r>
              <a:rPr lang="en-US" sz="1800"/>
              <a:t>Dedicated migration network recommended: 1 GbE minimum, 10 GbE or 25 GbE strongly preferred</a:t>
            </a:r>
          </a:p>
          <a:p>
            <a:pPr marL="342900" indent="-342900">
              <a:lnSpc>
                <a:spcPct val="150000"/>
              </a:lnSpc>
              <a:buFont typeface="Arial" panose="020B0604020202020204" pitchFamily="34" charset="0"/>
              <a:buChar char="•"/>
            </a:pPr>
            <a:r>
              <a:rPr lang="en-US" sz="1800"/>
              <a:t>Shared storage (SMB 3.0, iSCSI, or CSV) for clustered Live Migration; sufficient destination disk for Shared Nothing</a:t>
            </a:r>
          </a:p>
          <a:p>
            <a:pPr marL="342900" indent="-342900">
              <a:lnSpc>
                <a:spcPct val="150000"/>
              </a:lnSpc>
              <a:buFont typeface="Arial" panose="020B0604020202020204" pitchFamily="34" charset="0"/>
              <a:buChar char="•"/>
            </a:pPr>
            <a:r>
              <a:rPr lang="en-US" sz="1800"/>
              <a:t>Windows Firewall rules opened and identical virtual switch names on every participating host</a:t>
            </a:r>
          </a:p>
        </p:txBody>
      </p:sp>
    </p:spTree>
    <p:extLst>
      <p:ext uri="{BB962C8B-B14F-4D97-AF65-F5344CB8AC3E}">
        <p14:creationId xmlns:p14="http://schemas.microsoft.com/office/powerpoint/2010/main" val="1248607981"/>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13F9A67F-9E05-4A1C-BFF3-5B0F68E043E2}"/>
              </a:ext>
            </a:extLst>
          </p:cNvPr>
          <p:cNvSpPr>
            <a:spLocks noGrp="1"/>
          </p:cNvSpPr>
          <p:nvPr>
            <p:ph type="title" idx="4294967295"/>
          </p:nvPr>
        </p:nvSpPr>
        <p:spPr>
          <a:xfrm>
            <a:off x="0" y="431800"/>
            <a:ext cx="11010900" cy="493713"/>
          </a:xfrm>
        </p:spPr>
        <p:txBody>
          <a:bodyPr/>
          <a:lstStyle/>
          <a:p>
            <a:r>
              <a:rPr lang="en-US"/>
              <a:t>Configure Live Migration</a:t>
            </a:r>
          </a:p>
        </p:txBody>
      </p:sp>
      <p:sp>
        <p:nvSpPr>
          <p:cNvPr id="10" name="TextBox 9">
            <a:extLst>
              <a:ext uri="{FF2B5EF4-FFF2-40B4-BE49-F238E27FC236}">
                <a16:creationId xmlns:a16="http://schemas.microsoft.com/office/drawing/2014/main" id="{C7ED7D18-3428-A930-76AF-E496C4595D02}"/>
              </a:ext>
            </a:extLst>
          </p:cNvPr>
          <p:cNvSpPr txBox="1">
            <a:spLocks/>
          </p:cNvSpPr>
          <p:nvPr/>
        </p:nvSpPr>
        <p:spPr>
          <a:xfrm>
            <a:off x="588263" y="1208238"/>
            <a:ext cx="7881621" cy="4507388"/>
          </a:xfrm>
          <a:prstGeom prst="rect">
            <a:avLst/>
          </a:prstGeom>
          <a:noFill/>
        </p:spPr>
        <p:txBody>
          <a:bodyPr wrap="square" lIns="0" tIns="0" rIns="0" bIns="0" anchor="ctr">
            <a:spAutoFit/>
          </a:bodyPr>
          <a:lstStyle>
            <a:defPPr>
              <a:defRPr lang="en-US"/>
            </a:defPPr>
            <a:lvl1pPr>
              <a:defRPr sz="1600"/>
            </a:lvl1pPr>
          </a:lstStyle>
          <a:p>
            <a:pPr marL="342900" indent="-342900">
              <a:lnSpc>
                <a:spcPct val="150000"/>
              </a:lnSpc>
              <a:buFont typeface="Arial" panose="020B0604020202020204" pitchFamily="34" charset="0"/>
              <a:buChar char="•"/>
            </a:pPr>
            <a:r>
              <a:rPr lang="en-US" sz="1800"/>
              <a:t>Enable on every host: Enable-VMMigration, or Hyper-V Settings &gt; Live Migrations &gt; Enable incoming and outgoing live migrations</a:t>
            </a:r>
          </a:p>
          <a:p>
            <a:pPr marL="342900" indent="-342900">
              <a:lnSpc>
                <a:spcPct val="150000"/>
              </a:lnSpc>
              <a:buFont typeface="Arial" panose="020B0604020202020204" pitchFamily="34" charset="0"/>
              <a:buChar char="•"/>
            </a:pPr>
            <a:r>
              <a:rPr lang="en-US" sz="1800"/>
              <a:t>Choose authentication: Kerberos (no sign-in required, needs constrained delegation) or CredSSP (no AD config, must sign in to source host)</a:t>
            </a:r>
          </a:p>
          <a:p>
            <a:pPr marL="342900" indent="-342900">
              <a:lnSpc>
                <a:spcPct val="150000"/>
              </a:lnSpc>
              <a:buFont typeface="Arial" panose="020B0604020202020204" pitchFamily="34" charset="0"/>
              <a:buChar char="•"/>
            </a:pPr>
            <a:r>
              <a:rPr lang="en-US" sz="1800"/>
              <a:t>For Kerberos, configure constrained delegation in Active Directory for the CIFS and Microsoft Virtual System Migration Service SPNs</a:t>
            </a:r>
          </a:p>
          <a:p>
            <a:pPr marL="342900" indent="-342900">
              <a:lnSpc>
                <a:spcPct val="150000"/>
              </a:lnSpc>
              <a:buFont typeface="Arial" panose="020B0604020202020204" pitchFamily="34" charset="0"/>
              <a:buChar char="•"/>
            </a:pPr>
            <a:r>
              <a:rPr lang="en-US" sz="1800"/>
              <a:t>Select migration networks and IP subnets that may carry migration traffic; isolate from production where possible</a:t>
            </a:r>
          </a:p>
          <a:p>
            <a:pPr marL="342900" indent="-342900">
              <a:lnSpc>
                <a:spcPct val="150000"/>
              </a:lnSpc>
              <a:buFont typeface="Arial" panose="020B0604020202020204" pitchFamily="34" charset="0"/>
              <a:buChar char="•"/>
            </a:pPr>
            <a:r>
              <a:rPr lang="en-US" sz="1800"/>
              <a:t>Tune performance: Set-VMHost -MaximumVirtualMachineMigrations 4 and -MaximumStorageMigrations 2</a:t>
            </a:r>
          </a:p>
          <a:p>
            <a:pPr marL="342900" indent="-342900">
              <a:lnSpc>
                <a:spcPct val="150000"/>
              </a:lnSpc>
              <a:buFont typeface="Arial" panose="020B0604020202020204" pitchFamily="34" charset="0"/>
              <a:buChar char="•"/>
            </a:pPr>
            <a:r>
              <a:rPr lang="en-US" sz="1800"/>
              <a:t>Pick a transport: TCP/IP, Compression (default; saves bandwidth), or SMB with Multichannel and SMB Direct (RDMA)</a:t>
            </a:r>
          </a:p>
        </p:txBody>
      </p:sp>
    </p:spTree>
    <p:extLst>
      <p:ext uri="{BB962C8B-B14F-4D97-AF65-F5344CB8AC3E}">
        <p14:creationId xmlns:p14="http://schemas.microsoft.com/office/powerpoint/2010/main" val="1248607981"/>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13F9A67F-9E05-4A1C-BFF3-5B0F68E043E2}"/>
              </a:ext>
            </a:extLst>
          </p:cNvPr>
          <p:cNvSpPr>
            <a:spLocks noGrp="1"/>
          </p:cNvSpPr>
          <p:nvPr>
            <p:ph type="title" idx="4294967295"/>
          </p:nvPr>
        </p:nvSpPr>
        <p:spPr>
          <a:xfrm>
            <a:off x="590550" y="131549"/>
            <a:ext cx="11010900" cy="493713"/>
          </a:xfrm>
        </p:spPr>
        <p:txBody>
          <a:bodyPr/>
          <a:lstStyle/>
          <a:p>
            <a:r>
              <a:rPr lang="en-US" dirty="0"/>
              <a:t>Performance, monitoring, and troubleshooting</a:t>
            </a:r>
          </a:p>
        </p:txBody>
      </p:sp>
      <p:sp>
        <p:nvSpPr>
          <p:cNvPr id="10" name="TextBox 9">
            <a:extLst>
              <a:ext uri="{FF2B5EF4-FFF2-40B4-BE49-F238E27FC236}">
                <a16:creationId xmlns:a16="http://schemas.microsoft.com/office/drawing/2014/main" id="{C7ED7D18-3428-A930-76AF-E496C4595D02}"/>
              </a:ext>
            </a:extLst>
          </p:cNvPr>
          <p:cNvSpPr txBox="1">
            <a:spLocks/>
          </p:cNvSpPr>
          <p:nvPr/>
        </p:nvSpPr>
        <p:spPr>
          <a:xfrm>
            <a:off x="588263" y="1208238"/>
            <a:ext cx="7881621" cy="4507388"/>
          </a:xfrm>
          <a:prstGeom prst="rect">
            <a:avLst/>
          </a:prstGeom>
          <a:noFill/>
        </p:spPr>
        <p:txBody>
          <a:bodyPr wrap="square" lIns="0" tIns="0" rIns="0" bIns="0" anchor="ctr">
            <a:spAutoFit/>
          </a:bodyPr>
          <a:lstStyle>
            <a:defPPr>
              <a:defRPr lang="en-US"/>
            </a:defPPr>
            <a:lvl1pPr>
              <a:defRPr sz="1600"/>
            </a:lvl1pPr>
          </a:lstStyle>
          <a:p>
            <a:pPr marL="342900" indent="-342900">
              <a:lnSpc>
                <a:spcPct val="150000"/>
              </a:lnSpc>
              <a:buFont typeface="Arial" panose="020B0604020202020204" pitchFamily="34" charset="0"/>
              <a:buChar char="•"/>
            </a:pPr>
            <a:r>
              <a:rPr lang="en-US" sz="1800"/>
              <a:t>How it works: memory pages copy in the background, dirty pages are re-sent iteratively, then a sub-100 ms cutover with a Gratuitous ARP</a:t>
            </a:r>
          </a:p>
          <a:p>
            <a:pPr marL="342900" indent="-342900">
              <a:lnSpc>
                <a:spcPct val="150000"/>
              </a:lnSpc>
              <a:buFont typeface="Arial" panose="020B0604020202020204" pitchFamily="34" charset="0"/>
              <a:buChar char="•"/>
            </a:pPr>
            <a:r>
              <a:rPr lang="en-US" sz="1800"/>
              <a:t>Migration duration is driven by VM memory size, dirty-page rate, and available migration bandwidth</a:t>
            </a:r>
          </a:p>
          <a:p>
            <a:pPr marL="342900" indent="-342900">
              <a:lnSpc>
                <a:spcPct val="150000"/>
              </a:lnSpc>
              <a:buFont typeface="Arial" panose="020B0604020202020204" pitchFamily="34" charset="0"/>
              <a:buChar char="•"/>
            </a:pPr>
            <a:r>
              <a:rPr lang="en-US" sz="1800"/>
              <a:t>Best practices: dedicated 10 GbE+ network, jumbo frames, SMB Direct with RDMA, and consistent VM configuration versions across hosts</a:t>
            </a:r>
          </a:p>
          <a:p>
            <a:pPr marL="342900" indent="-342900">
              <a:lnSpc>
                <a:spcPct val="150000"/>
              </a:lnSpc>
              <a:buFont typeface="Arial" panose="020B0604020202020204" pitchFamily="34" charset="0"/>
              <a:buChar char="•"/>
            </a:pPr>
            <a:r>
              <a:rPr lang="en-US" sz="1800"/>
              <a:t>Monitor with Hyper-V Manager, Windows Admin Center, Failover Cluster Manager, and PowerShell (Get-VMHost, Compare-VM)</a:t>
            </a:r>
          </a:p>
          <a:p>
            <a:pPr marL="342900" indent="-342900">
              <a:lnSpc>
                <a:spcPct val="150000"/>
              </a:lnSpc>
              <a:buFont typeface="Arial" panose="020B0604020202020204" pitchFamily="34" charset="0"/>
              <a:buChar char="•"/>
            </a:pPr>
            <a:r>
              <a:rPr lang="en-US" sz="1800"/>
              <a:t>Common failures: CPU feature mismatch (Event ID 21502), missing virtual switch on destination, Kerberos SPN errors, firewall blocks on TCP 6600 and UDP 3343</a:t>
            </a:r>
          </a:p>
          <a:p>
            <a:pPr marL="342900" indent="-342900">
              <a:lnSpc>
                <a:spcPct val="150000"/>
              </a:lnSpc>
              <a:buFont typeface="Arial" panose="020B0604020202020204" pitchFamily="34" charset="0"/>
              <a:buChar char="•"/>
            </a:pPr>
            <a:r>
              <a:rPr lang="en-US" sz="1800"/>
              <a:t>Run Compare-VM -Name &lt;vm&gt; -DestinationHost &lt;host&gt; before migrating to surface compatibility issues early</a:t>
            </a:r>
          </a:p>
        </p:txBody>
      </p:sp>
    </p:spTree>
    <p:extLst>
      <p:ext uri="{BB962C8B-B14F-4D97-AF65-F5344CB8AC3E}">
        <p14:creationId xmlns:p14="http://schemas.microsoft.com/office/powerpoint/2010/main" val="1248607981"/>
      </p:ext>
    </p:extLst>
  </p:cSld>
  <p:clrMapOvr>
    <a:masterClrMapping/>
  </p:clrMapOvr>
  <p:transition>
    <p:fade/>
  </p:transition>
</p:sld>
</file>

<file path=ppt/theme/theme1.xml><?xml version="1.0" encoding="utf-8"?>
<a:theme xmlns:a="http://schemas.openxmlformats.org/drawingml/2006/main" name="LIGHT MODE">
  <a:themeElements>
    <a:clrScheme name="BAR Light">
      <a:dk1>
        <a:srgbClr val="000000"/>
      </a:dk1>
      <a:lt1>
        <a:srgbClr val="FFFFFF"/>
      </a:lt1>
      <a:dk2>
        <a:srgbClr val="091F2E"/>
      </a:dk2>
      <a:lt2>
        <a:srgbClr val="FFF8F3"/>
      </a:lt2>
      <a:accent1>
        <a:srgbClr val="702573"/>
      </a:accent1>
      <a:accent2>
        <a:srgbClr val="BF3AC4"/>
      </a:accent2>
      <a:accent3>
        <a:srgbClr val="FE5B38"/>
      </a:accent3>
      <a:accent4>
        <a:srgbClr val="D59DD7"/>
      </a:accent4>
      <a:accent5>
        <a:srgbClr val="FEE298"/>
      </a:accent5>
      <a:accent6>
        <a:srgbClr val="D7D2CA"/>
      </a:accent6>
      <a:hlink>
        <a:srgbClr val="0077D3"/>
      </a:hlink>
      <a:folHlink>
        <a:srgbClr val="0077D3"/>
      </a:folHlink>
    </a:clrScheme>
    <a:fontScheme name="Custom 3">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600" dirty="0" smtClean="0"/>
        </a:defPPr>
      </a:lstStyle>
    </a:txDef>
  </a:objectDefaults>
  <a:extraClrSchemeLst/>
  <a:custClrLst>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Light Brown">
      <a:srgbClr val="E1D3C7"/>
    </a:custClr>
    <a:custClr name="Brown">
      <a:srgbClr val="BF9474"/>
    </a:custClr>
    <a:custClr name="Dark Brown">
      <a:srgbClr val="5C4738"/>
    </a:custClr>
    <a:custClr name="Light Yellow">
      <a:srgbClr val="FFE399"/>
    </a:custClr>
    <a:custClr name="Yellow">
      <a:srgbClr val="FFB900"/>
    </a:custClr>
    <a:custClr name="Dark Yellow">
      <a:srgbClr val="7F5A1A"/>
    </a:custClr>
    <a:custClr name="Light Orange">
      <a:srgbClr val="FFA38B"/>
    </a:custClr>
    <a:custClr name="Orange">
      <a:srgbClr val="FF5C39"/>
    </a:custClr>
    <a:custClr name="Dark Orange">
      <a:srgbClr val="73391D"/>
    </a:custClr>
    <a:custClr name="Light Red">
      <a:srgbClr val="FFB3BB"/>
    </a:custClr>
    <a:custClr name="Red">
      <a:srgbClr val="F4364C"/>
    </a:custClr>
    <a:custClr name="Dark Red">
      <a:srgbClr val="73262F"/>
    </a:custClr>
    <a:custClr name="Light Magenta">
      <a:srgbClr val="D59ED7"/>
    </a:custClr>
    <a:custClr name="Magenta">
      <a:srgbClr val="C03BC4"/>
    </a:custClr>
    <a:custClr name="Dark Magenta">
      <a:srgbClr val="702573"/>
    </a:custClr>
    <a:custClr name="Light Purple">
      <a:srgbClr val="C5B4E3"/>
    </a:custClr>
    <a:custClr name="Purple">
      <a:srgbClr val="8661C5"/>
    </a:custClr>
    <a:custClr name="Dark Purple">
      <a:srgbClr val="463668"/>
    </a:custClr>
    <a:custClr name="Light Blue">
      <a:srgbClr val="8DC8E8"/>
    </a:custClr>
    <a:custClr name="Blue">
      <a:srgbClr val="0078D4"/>
    </a:custClr>
    <a:custClr name="Dark Blue">
      <a:srgbClr val="2A446F"/>
    </a:custClr>
    <a:custClr name="Light Teal">
      <a:srgbClr val="B9DCD2"/>
    </a:custClr>
    <a:custClr name="Teal">
      <a:srgbClr val="49C5B1"/>
    </a:custClr>
    <a:custClr name="Dark Teal">
      <a:srgbClr val="225B62"/>
    </a:custClr>
    <a:custClr name="Light Green">
      <a:srgbClr val="D4EC8E"/>
    </a:custClr>
    <a:custClr name="Green">
      <a:srgbClr val="8DE971"/>
    </a:custClr>
    <a:custClr name="Dark Green">
      <a:srgbClr val="07641D"/>
    </a:custClr>
    <a:custClr name="Blue Black">
      <a:srgbClr val="091F2C"/>
    </a:custClr>
    <a:custClr name="Pure Black">
      <a:srgbClr val="000000"/>
    </a:custClr>
    <a:custClr name="Brown Black">
      <a:srgbClr val="291817"/>
    </a:custClr>
  </a:custClrLst>
  <a:extLst>
    <a:ext uri="{05A4C25C-085E-4340-85A3-A5531E510DB2}">
      <thm15:themeFamily xmlns:thm15="http://schemas.microsoft.com/office/thememl/2012/main" name="ILT_Course_Trainer-Template_063023_Final" id="{53CE3B9D-47D1-490F-99CD-422B5AEB3016}" vid="{B2DBE1BE-CBAC-4342-9A93-0CBD83F75182}"/>
    </a:ext>
  </a:extLst>
</a:theme>
</file>

<file path=ppt/theme/theme2.xml><?xml version="1.0" encoding="utf-8"?>
<a:theme xmlns:a="http://schemas.openxmlformats.org/drawingml/2006/main" name="Microsoft Power Platform Template">
  <a:themeElements>
    <a:clrScheme name="Azure">
      <a:dk1>
        <a:srgbClr val="000000"/>
      </a:dk1>
      <a:lt1>
        <a:srgbClr val="FFFFFF"/>
      </a:lt1>
      <a:dk2>
        <a:srgbClr val="0078D4"/>
      </a:dk2>
      <a:lt2>
        <a:srgbClr val="FFFFFF"/>
      </a:lt2>
      <a:accent1>
        <a:srgbClr val="243A5E"/>
      </a:accent1>
      <a:accent2>
        <a:srgbClr val="75757A"/>
      </a:accent2>
      <a:accent3>
        <a:srgbClr val="000041"/>
      </a:accent3>
      <a:accent4>
        <a:srgbClr val="0078D4"/>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3.xml><?xml version="1.0" encoding="utf-8"?>
<a:theme xmlns:a="http://schemas.openxmlformats.org/drawingml/2006/main" name="1_Microsoft Power Platform Template">
  <a:themeElements>
    <a:clrScheme name="Azure">
      <a:dk1>
        <a:srgbClr val="000000"/>
      </a:dk1>
      <a:lt1>
        <a:srgbClr val="FFFFFF"/>
      </a:lt1>
      <a:dk2>
        <a:srgbClr val="0078D4"/>
      </a:dk2>
      <a:lt2>
        <a:srgbClr val="FFFFFF"/>
      </a:lt2>
      <a:accent1>
        <a:srgbClr val="243A5E"/>
      </a:accent1>
      <a:accent2>
        <a:srgbClr val="75757A"/>
      </a:accent2>
      <a:accent3>
        <a:srgbClr val="000041"/>
      </a:accent3>
      <a:accent4>
        <a:srgbClr val="0078D4"/>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67F1722E6C112418106B1ACF0A5CA56" ma:contentTypeVersion="6" ma:contentTypeDescription="Create a new document." ma:contentTypeScope="" ma:versionID="cf71837babc7907fb84eb60e9ecdf209">
  <xsd:schema xmlns:xsd="http://www.w3.org/2001/XMLSchema" xmlns:xs="http://www.w3.org/2001/XMLSchema" xmlns:p="http://schemas.microsoft.com/office/2006/metadata/properties" xmlns:ns1="http://schemas.microsoft.com/sharepoint/v3" xmlns:ns2="784f6c10-b4d3-47d3-b2c0-7db9a3b56a3a" targetNamespace="http://schemas.microsoft.com/office/2006/metadata/properties" ma:root="true" ma:fieldsID="e5689efa3796f04f3094684df6ac553c" ns1:_="" ns2:_="">
    <xsd:import namespace="http://schemas.microsoft.com/sharepoint/v3"/>
    <xsd:import namespace="784f6c10-b4d3-47d3-b2c0-7db9a3b56a3a"/>
    <xsd:element name="properties">
      <xsd:complexType>
        <xsd:sequence>
          <xsd:element name="documentManagement">
            <xsd:complexType>
              <xsd:all>
                <xsd:element ref="ns2:MediaServiceBillingMetadata" minOccurs="0"/>
                <xsd:element ref="ns2:MediaServiceMetadata" minOccurs="0"/>
                <xsd:element ref="ns2:MediaServiceFastMetadata" minOccurs="0"/>
                <xsd:element ref="ns2:MediaServiceSearchPropertie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hidden="true" ma:internalName="_ip_UnifiedCompliancePolicyProperties">
      <xsd:simpleType>
        <xsd:restriction base="dms:Note"/>
      </xsd:simpleType>
    </xsd:element>
    <xsd:element name="_ip_UnifiedCompliancePolicyUIAction" ma:index="1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84f6c10-b4d3-47d3-b2c0-7db9a3b56a3a" elementFormDefault="qualified">
    <xsd:import namespace="http://schemas.microsoft.com/office/2006/documentManagement/types"/>
    <xsd:import namespace="http://schemas.microsoft.com/office/infopath/2007/PartnerControls"/>
    <xsd:element name="MediaServiceBillingMetadata" ma:index="8" nillable="true" ma:displayName="MediaServiceBillingMetadata" ma:hidden="true" ma:internalName="MediaServiceBillingMetadata" ma:readOnly="true">
      <xsd:simpleType>
        <xsd:restriction base="dms:Note"/>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0C388D6-60E6-435C-B300-52A707493E8B}">
  <ds:schemaRefs>
    <ds:schemaRef ds:uri="784f6c10-b4d3-47d3-b2c0-7db9a3b56a3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29BE0C11-03C3-4B33-8BEE-5E5BBC1C25E8}">
  <ds:schemaRefs>
    <ds:schemaRef ds:uri="http://schemas.microsoft.com/office/2006/metadata/properties"/>
    <ds:schemaRef ds:uri="http://schemas.microsoft.com/office/infopath/2007/PartnerControls"/>
    <ds:schemaRef ds:uri="http://schemas.microsoft.com/sharepoint/v3"/>
  </ds:schemaRefs>
</ds:datastoreItem>
</file>

<file path=customXml/itemProps3.xml><?xml version="1.0" encoding="utf-8"?>
<ds:datastoreItem xmlns:ds="http://schemas.openxmlformats.org/officeDocument/2006/customXml" ds:itemID="{E196557D-8E54-4C4B-9A16-3D7A0290DB73}">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WS-nnnT00A__M# (1)</Template>
  <TotalTime>1691</TotalTime>
  <Words>7632</Words>
  <Application>Microsoft Office PowerPoint</Application>
  <PresentationFormat>Custom</PresentationFormat>
  <Paragraphs>793</Paragraphs>
  <Slides>40</Slides>
  <Notes>33</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40</vt:i4>
      </vt:variant>
    </vt:vector>
  </HeadingPairs>
  <TitlesOfParts>
    <vt:vector size="53" baseType="lpstr">
      <vt:lpstr>Aptos</vt:lpstr>
      <vt:lpstr>Arial</vt:lpstr>
      <vt:lpstr>Calibri</vt:lpstr>
      <vt:lpstr>Consolas</vt:lpstr>
      <vt:lpstr>OpenSans</vt:lpstr>
      <vt:lpstr>Segoe Sans</vt:lpstr>
      <vt:lpstr>Segoe UI</vt:lpstr>
      <vt:lpstr>Segoe UI Light</vt:lpstr>
      <vt:lpstr>Segoe UI Semibold</vt:lpstr>
      <vt:lpstr>Wingdings</vt:lpstr>
      <vt:lpstr>LIGHT MODE</vt:lpstr>
      <vt:lpstr>Microsoft Power Platform Template</vt:lpstr>
      <vt:lpstr>1_Microsoft Power Platform Template</vt:lpstr>
      <vt:lpstr>Chapter 15: Configure and manage Hyper-V</vt:lpstr>
      <vt:lpstr>Learning Objectives – Configure and manage Hyper-V</vt:lpstr>
      <vt:lpstr>Define Hyper-V (1/2)</vt:lpstr>
      <vt:lpstr>Define Hyper-V (2/2)</vt:lpstr>
      <vt:lpstr>Define Hyper-V Manager</vt:lpstr>
      <vt:lpstr>Hyper-V best practices</vt:lpstr>
      <vt:lpstr>Hyper-V networking</vt:lpstr>
      <vt:lpstr>Hyper-V network features</vt:lpstr>
      <vt:lpstr>Hyper-V nested virtualization</vt:lpstr>
      <vt:lpstr>Enable nested virtualization</vt:lpstr>
      <vt:lpstr>Enable Enhanced Session mode</vt:lpstr>
      <vt:lpstr>GPU partitioning (GPU-P)</vt:lpstr>
      <vt:lpstr>Overview of Hyper-V integration services</vt:lpstr>
      <vt:lpstr>Configure and manage Hyper-V virtual machines </vt:lpstr>
      <vt:lpstr>Learning Objectives – Configure and manage Hyper-V VMs</vt:lpstr>
      <vt:lpstr>VM configuration and Generation versions</vt:lpstr>
      <vt:lpstr>VM settings</vt:lpstr>
      <vt:lpstr>Configure Dynamic Memory for Hyper-V virtual machines</vt:lpstr>
      <vt:lpstr>Hyper-V Storage considerations </vt:lpstr>
      <vt:lpstr>Virtual hard disk (1/2)</vt:lpstr>
      <vt:lpstr>Virtual hard disk (2/2)</vt:lpstr>
      <vt:lpstr>Shared VHDX and VHD Set files</vt:lpstr>
      <vt:lpstr>Manage VM states and checkpoints</vt:lpstr>
      <vt:lpstr>Import and export VMs</vt:lpstr>
      <vt:lpstr>Securing virtualization in Windows Server </vt:lpstr>
      <vt:lpstr>Learning Objectives – Securing virtualization in Windows Server</vt:lpstr>
      <vt:lpstr>Guarded fabric (1/2)</vt:lpstr>
      <vt:lpstr>Guarded fabric (2/2)</vt:lpstr>
      <vt:lpstr>Attestation modes for guarded fabric</vt:lpstr>
      <vt:lpstr>Host Guardian Service</vt:lpstr>
      <vt:lpstr>Types of protected VMs in a guarded fabric</vt:lpstr>
      <vt:lpstr>Types of protected VMs in a guarded fabric (cont.)</vt:lpstr>
      <vt:lpstr>General process for creating shielded VMs</vt:lpstr>
      <vt:lpstr>Process for powering on shielded VMs</vt:lpstr>
      <vt:lpstr>Hyper-V Live Migration</vt:lpstr>
      <vt:lpstr>Overview of Hyper-V Live Migration</vt:lpstr>
      <vt:lpstr>Types of Hyper-V Live Migration</vt:lpstr>
      <vt:lpstr>Requirements and prerequisites</vt:lpstr>
      <vt:lpstr>Configure Live Migration</vt:lpstr>
      <vt:lpstr>Performance, monitoring, and troubleshooting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Michael Whitehouse</cp:lastModifiedBy>
  <cp:revision>3</cp:revision>
  <dcterms:created xsi:type="dcterms:W3CDTF">2023-11-13T14:40:08Z</dcterms:created>
  <dcterms:modified xsi:type="dcterms:W3CDTF">2026-06-11T12:35:50Z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0x010100267F1722E6C112418106B1ACF0A5CA56</vt:lpwstr>
  </property>
</Properties>
</file>