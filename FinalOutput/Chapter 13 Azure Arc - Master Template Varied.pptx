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754" r:id="rId2"/>
  </p:sldMasterIdLst>
  <p:notesMasterIdLst>
    <p:notesMasterId r:id="rId23"/>
  </p:notesMasterIdLst>
  <p:sldIdLst>
    <p:sldId id="274" r:id="rId3"/>
    <p:sldId id="275" r:id="rId4"/>
    <p:sldId id="276" r:id="rId5"/>
    <p:sldId id="277" r:id="rId6"/>
    <p:sldId id="292" r:id="rId7"/>
    <p:sldId id="278" r:id="rId8"/>
    <p:sldId id="279" r:id="rId9"/>
    <p:sldId id="280" r:id="rId10"/>
    <p:sldId id="281" r:id="rId11"/>
    <p:sldId id="282" r:id="rId12"/>
    <p:sldId id="293" r:id="rId13"/>
    <p:sldId id="294" r:id="rId14"/>
    <p:sldId id="283" r:id="rId15"/>
    <p:sldId id="284" r:id="rId16"/>
    <p:sldId id="285" r:id="rId17"/>
    <p:sldId id="286" r:id="rId18"/>
    <p:sldId id="287" r:id="rId19"/>
    <p:sldId id="289" r:id="rId20"/>
    <p:sldId id="290" r:id="rId21"/>
    <p:sldId id="291" r:id="rId22"/>
  </p:sldIdLst>
  <p:sldSz cx="9144000" cy="5143500" type="screen16x9"/>
  <p:notesSz cx="51435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9" autoAdjust="0"/>
    <p:restoredTop sz="96301"/>
  </p:normalViewPr>
  <p:slideViewPr>
    <p:cSldViewPr snapToGrid="0" snapToObjects="1">
      <p:cViewPr varScale="1">
        <p:scale>
          <a:sx n="170" d="100"/>
          <a:sy n="170" d="100"/>
        </p:scale>
        <p:origin x="47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hitehouse" userId="0ecba9273f6ad366" providerId="LiveId" clId="{F36E82C0-65ED-4BE7-8730-0F102FB388DD}"/>
    <pc:docChg chg="undo custSel addSld delSld modSld sldOrd modMainMaster">
      <pc:chgData name="Michael Whitehouse" userId="0ecba9273f6ad366" providerId="LiveId" clId="{F36E82C0-65ED-4BE7-8730-0F102FB388DD}" dt="2026-06-11T11:47:32.170" v="2025" actId="478"/>
      <pc:docMkLst>
        <pc:docMk/>
      </pc:docMkLst>
      <pc:sldChg chg="modSp add mod">
        <pc:chgData name="Michael Whitehouse" userId="0ecba9273f6ad366" providerId="LiveId" clId="{F36E82C0-65ED-4BE7-8730-0F102FB388DD}" dt="2026-06-09T17:33:01.815" v="29" actId="20577"/>
        <pc:sldMkLst>
          <pc:docMk/>
          <pc:sldMk cId="2557092253" sldId="274"/>
        </pc:sldMkLst>
        <pc:spChg chg="mod">
          <ac:chgData name="Michael Whitehouse" userId="0ecba9273f6ad366" providerId="LiveId" clId="{F36E82C0-65ED-4BE7-8730-0F102FB388DD}" dt="2026-06-09T17:33:01.813" v="28" actId="20577"/>
          <ac:spMkLst>
            <pc:docMk/>
            <pc:sldMk cId="2557092253" sldId="274"/>
            <ac:spMk id="2" creationId="{12E69199-E809-4D77-AECE-AD300F45315F}"/>
          </ac:spMkLst>
        </pc:spChg>
        <pc:spChg chg="mod">
          <ac:chgData name="Michael Whitehouse" userId="0ecba9273f6ad366" providerId="LiveId" clId="{F36E82C0-65ED-4BE7-8730-0F102FB388DD}" dt="2026-06-09T17:33:01.815" v="29" actId="20577"/>
          <ac:spMkLst>
            <pc:docMk/>
            <pc:sldMk cId="2557092253" sldId="274"/>
            <ac:spMk id="3" creationId="{1E242D7A-47FE-4DF5-DFAE-DF5C0EB3B0BE}"/>
          </ac:spMkLst>
        </pc:spChg>
      </pc:sldChg>
      <pc:sldChg chg="addSp modSp add mod modClrScheme chgLayout">
        <pc:chgData name="Michael Whitehouse" userId="0ecba9273f6ad366" providerId="LiveId" clId="{F36E82C0-65ED-4BE7-8730-0F102FB388DD}" dt="2026-06-11T11:37:14.463" v="1848" actId="27636"/>
        <pc:sldMkLst>
          <pc:docMk/>
          <pc:sldMk cId="2072200051" sldId="275"/>
        </pc:sldMkLst>
        <pc:spChg chg="mod ord">
          <ac:chgData name="Michael Whitehouse" userId="0ecba9273f6ad366" providerId="LiveId" clId="{F36E82C0-65ED-4BE7-8730-0F102FB388DD}" dt="2026-06-11T11:37:14.426" v="1846" actId="700"/>
          <ac:spMkLst>
            <pc:docMk/>
            <pc:sldMk cId="2072200051" sldId="275"/>
            <ac:spMk id="2" creationId="{F49EE76A-88A5-6C9E-2884-5C27FB175BA3}"/>
          </ac:spMkLst>
        </pc:spChg>
        <pc:spChg chg="mod ord">
          <ac:chgData name="Michael Whitehouse" userId="0ecba9273f6ad366" providerId="LiveId" clId="{F36E82C0-65ED-4BE7-8730-0F102FB388DD}" dt="2026-06-11T11:37:14.426" v="1846" actId="700"/>
          <ac:spMkLst>
            <pc:docMk/>
            <pc:sldMk cId="2072200051" sldId="275"/>
            <ac:spMk id="3" creationId="{78A9C719-56B6-C839-567B-08757FDB82A2}"/>
          </ac:spMkLst>
        </pc:spChg>
        <pc:spChg chg="mod ord">
          <ac:chgData name="Michael Whitehouse" userId="0ecba9273f6ad366" providerId="LiveId" clId="{F36E82C0-65ED-4BE7-8730-0F102FB388DD}" dt="2026-06-11T11:37:14.426" v="1846" actId="700"/>
          <ac:spMkLst>
            <pc:docMk/>
            <pc:sldMk cId="2072200051" sldId="275"/>
            <ac:spMk id="4" creationId="{16AAAFD9-7625-9A47-D73B-94646E057708}"/>
          </ac:spMkLst>
        </pc:spChg>
        <pc:spChg chg="mod ord">
          <ac:chgData name="Michael Whitehouse" userId="0ecba9273f6ad366" providerId="LiveId" clId="{F36E82C0-65ED-4BE7-8730-0F102FB388DD}" dt="2026-06-11T11:37:14.426" v="1846" actId="700"/>
          <ac:spMkLst>
            <pc:docMk/>
            <pc:sldMk cId="2072200051" sldId="275"/>
            <ac:spMk id="5" creationId="{5A35B732-EFDA-B804-DEEA-8D6D6D6C27B2}"/>
          </ac:spMkLst>
        </pc:spChg>
        <pc:spChg chg="mod ord">
          <ac:chgData name="Michael Whitehouse" userId="0ecba9273f6ad366" providerId="LiveId" clId="{F36E82C0-65ED-4BE7-8730-0F102FB388DD}" dt="2026-06-11T11:37:14.463" v="1848" actId="27636"/>
          <ac:spMkLst>
            <pc:docMk/>
            <pc:sldMk cId="2072200051" sldId="275"/>
            <ac:spMk id="6" creationId="{C24B2C53-C8E0-E89F-4157-866D70F81ABB}"/>
          </ac:spMkLst>
        </pc:spChg>
        <pc:spChg chg="add mod">
          <ac:chgData name="Michael Whitehouse" userId="0ecba9273f6ad366" providerId="LiveId" clId="{F36E82C0-65ED-4BE7-8730-0F102FB388DD}" dt="2026-06-09T17:33:01.986" v="63" actId="207"/>
          <ac:spMkLst>
            <pc:docMk/>
            <pc:sldMk cId="2072200051" sldId="275"/>
            <ac:spMk id="7" creationId="{D0D3B5D6-B3C7-29BF-69FF-8967DE3C4AC0}"/>
          </ac:spMkLst>
        </pc:spChg>
        <pc:spChg chg="add mod">
          <ac:chgData name="Michael Whitehouse" userId="0ecba9273f6ad366" providerId="LiveId" clId="{F36E82C0-65ED-4BE7-8730-0F102FB388DD}" dt="2026-06-09T17:33:02.003" v="73" actId="207"/>
          <ac:spMkLst>
            <pc:docMk/>
            <pc:sldMk cId="2072200051" sldId="275"/>
            <ac:spMk id="8" creationId="{D410CE24-CC50-D245-4738-5C608C12DCF1}"/>
          </ac:spMkLst>
        </pc:spChg>
      </pc:sldChg>
      <pc:sldChg chg="addSp modSp add mod modClrScheme chgLayout">
        <pc:chgData name="Michael Whitehouse" userId="0ecba9273f6ad366" providerId="LiveId" clId="{F36E82C0-65ED-4BE7-8730-0F102FB388DD}" dt="2026-06-11T11:37:14.426" v="1846" actId="700"/>
        <pc:sldMkLst>
          <pc:docMk/>
          <pc:sldMk cId="2902685452" sldId="276"/>
        </pc:sldMkLst>
        <pc:spChg chg="mod ord">
          <ac:chgData name="Michael Whitehouse" userId="0ecba9273f6ad366" providerId="LiveId" clId="{F36E82C0-65ED-4BE7-8730-0F102FB388DD}" dt="2026-06-11T11:37:14.426" v="1846" actId="700"/>
          <ac:spMkLst>
            <pc:docMk/>
            <pc:sldMk cId="2902685452" sldId="276"/>
            <ac:spMk id="2" creationId="{619AE473-55FA-DB72-E377-6725A19BC833}"/>
          </ac:spMkLst>
        </pc:spChg>
        <pc:spChg chg="mod ord">
          <ac:chgData name="Michael Whitehouse" userId="0ecba9273f6ad366" providerId="LiveId" clId="{F36E82C0-65ED-4BE7-8730-0F102FB388DD}" dt="2026-06-11T11:37:14.426" v="1846" actId="700"/>
          <ac:spMkLst>
            <pc:docMk/>
            <pc:sldMk cId="2902685452" sldId="276"/>
            <ac:spMk id="3" creationId="{DB667AD5-C447-3D95-2BE8-7457ACA233CD}"/>
          </ac:spMkLst>
        </pc:spChg>
        <pc:spChg chg="mod ord">
          <ac:chgData name="Michael Whitehouse" userId="0ecba9273f6ad366" providerId="LiveId" clId="{F36E82C0-65ED-4BE7-8730-0F102FB388DD}" dt="2026-06-11T11:37:14.426" v="1846" actId="700"/>
          <ac:spMkLst>
            <pc:docMk/>
            <pc:sldMk cId="2902685452" sldId="276"/>
            <ac:spMk id="4" creationId="{1EF0FE69-BDC3-2610-FE58-D5DA95BD680E}"/>
          </ac:spMkLst>
        </pc:spChg>
        <pc:spChg chg="mod ord">
          <ac:chgData name="Michael Whitehouse" userId="0ecba9273f6ad366" providerId="LiveId" clId="{F36E82C0-65ED-4BE7-8730-0F102FB388DD}" dt="2026-06-11T11:37:14.426" v="1846" actId="700"/>
          <ac:spMkLst>
            <pc:docMk/>
            <pc:sldMk cId="2902685452" sldId="276"/>
            <ac:spMk id="5" creationId="{D753DFF0-D6E9-71B4-D00F-334860A8BE93}"/>
          </ac:spMkLst>
        </pc:spChg>
        <pc:spChg chg="mod ord">
          <ac:chgData name="Michael Whitehouse" userId="0ecba9273f6ad366" providerId="LiveId" clId="{F36E82C0-65ED-4BE7-8730-0F102FB388DD}" dt="2026-06-11T11:37:14.426" v="1846" actId="700"/>
          <ac:spMkLst>
            <pc:docMk/>
            <pc:sldMk cId="2902685452" sldId="276"/>
            <ac:spMk id="6" creationId="{45F92647-A099-6B05-5467-E40FF7F626C2}"/>
          </ac:spMkLst>
        </pc:spChg>
        <pc:spChg chg="mod ord">
          <ac:chgData name="Michael Whitehouse" userId="0ecba9273f6ad366" providerId="LiveId" clId="{F36E82C0-65ED-4BE7-8730-0F102FB388DD}" dt="2026-06-11T11:37:14.426" v="1846" actId="700"/>
          <ac:spMkLst>
            <pc:docMk/>
            <pc:sldMk cId="2902685452" sldId="276"/>
            <ac:spMk id="7" creationId="{767D939D-898B-3E96-974C-5AAFEF6E0CD4}"/>
          </ac:spMkLst>
        </pc:spChg>
        <pc:spChg chg="add mod">
          <ac:chgData name="Michael Whitehouse" userId="0ecba9273f6ad366" providerId="LiveId" clId="{F36E82C0-65ED-4BE7-8730-0F102FB388DD}" dt="2026-06-09T17:33:02.197" v="112" actId="207"/>
          <ac:spMkLst>
            <pc:docMk/>
            <pc:sldMk cId="2902685452" sldId="276"/>
            <ac:spMk id="8" creationId="{3B09BBBE-AB98-FC0C-5D1E-332B57C0E08B}"/>
          </ac:spMkLst>
        </pc:spChg>
        <pc:spChg chg="add mod">
          <ac:chgData name="Michael Whitehouse" userId="0ecba9273f6ad366" providerId="LiveId" clId="{F36E82C0-65ED-4BE7-8730-0F102FB388DD}" dt="2026-06-09T17:33:02.214" v="122" actId="207"/>
          <ac:spMkLst>
            <pc:docMk/>
            <pc:sldMk cId="2902685452" sldId="276"/>
            <ac:spMk id="9" creationId="{6314D057-718B-00D6-5EFF-A2CB7B7868D2}"/>
          </ac:spMkLst>
        </pc:spChg>
      </pc:sldChg>
      <pc:sldChg chg="addSp modSp add mod modClrScheme chgLayout">
        <pc:chgData name="Michael Whitehouse" userId="0ecba9273f6ad366" providerId="LiveId" clId="{F36E82C0-65ED-4BE7-8730-0F102FB388DD}" dt="2026-06-11T11:37:28.411" v="1849" actId="1076"/>
        <pc:sldMkLst>
          <pc:docMk/>
          <pc:sldMk cId="210660965" sldId="277"/>
        </pc:sldMkLst>
        <pc:spChg chg="mod ord">
          <ac:chgData name="Michael Whitehouse" userId="0ecba9273f6ad366" providerId="LiveId" clId="{F36E82C0-65ED-4BE7-8730-0F102FB388DD}" dt="2026-06-11T11:37:28.411" v="1849" actId="1076"/>
          <ac:spMkLst>
            <pc:docMk/>
            <pc:sldMk cId="210660965" sldId="277"/>
            <ac:spMk id="2" creationId="{DF888A9E-A3B3-D431-645A-FC547B3C26E2}"/>
          </ac:spMkLst>
        </pc:spChg>
        <pc:spChg chg="add mod">
          <ac:chgData name="Michael Whitehouse" userId="0ecba9273f6ad366" providerId="LiveId" clId="{F36E82C0-65ED-4BE7-8730-0F102FB388DD}" dt="2026-06-09T17:33:02.494" v="135"/>
          <ac:spMkLst>
            <pc:docMk/>
            <pc:sldMk cId="210660965" sldId="277"/>
            <ac:spMk id="3" creationId="{E28EB9A1-99F9-7E20-7FD1-9C5DE8713C64}"/>
          </ac:spMkLst>
        </pc:spChg>
        <pc:spChg chg="add mod">
          <ac:chgData name="Michael Whitehouse" userId="0ecba9273f6ad366" providerId="LiveId" clId="{F36E82C0-65ED-4BE7-8730-0F102FB388DD}" dt="2026-06-11T11:37:14.460" v="1847" actId="27636"/>
          <ac:spMkLst>
            <pc:docMk/>
            <pc:sldMk cId="210660965" sldId="277"/>
            <ac:spMk id="4" creationId="{2390C682-EDD5-92A4-974B-4CABAE653BA3}"/>
          </ac:spMkLst>
        </pc:spChg>
        <pc:spChg chg="add mod">
          <ac:chgData name="Michael Whitehouse" userId="0ecba9273f6ad366" providerId="LiveId" clId="{F36E82C0-65ED-4BE7-8730-0F102FB388DD}" dt="2026-06-09T17:33:02.753" v="157" actId="139"/>
          <ac:spMkLst>
            <pc:docMk/>
            <pc:sldMk cId="210660965" sldId="277"/>
            <ac:spMk id="5" creationId="{7C380F6A-B487-72C9-895C-0DF5DDDCD3DC}"/>
          </ac:spMkLst>
        </pc:spChg>
        <pc:spChg chg="add mod">
          <ac:chgData name="Michael Whitehouse" userId="0ecba9273f6ad366" providerId="LiveId" clId="{F36E82C0-65ED-4BE7-8730-0F102FB388DD}" dt="2026-06-09T17:33:02.769" v="167" actId="207"/>
          <ac:spMkLst>
            <pc:docMk/>
            <pc:sldMk cId="210660965" sldId="277"/>
            <ac:spMk id="6" creationId="{8D74097C-FB56-BB68-2EBC-FAAE1548C37B}"/>
          </ac:spMkLst>
        </pc:spChg>
        <pc:spChg chg="add mod">
          <ac:chgData name="Michael Whitehouse" userId="0ecba9273f6ad366" providerId="LiveId" clId="{F36E82C0-65ED-4BE7-8730-0F102FB388DD}" dt="2026-06-09T17:33:02.785" v="177" actId="207"/>
          <ac:spMkLst>
            <pc:docMk/>
            <pc:sldMk cId="210660965" sldId="277"/>
            <ac:spMk id="7" creationId="{4905DB36-51B4-8324-D430-4ED263880ACF}"/>
          </ac:spMkLst>
        </pc:spChg>
      </pc:sldChg>
      <pc:sldChg chg="addSp delSp modSp add mod modClrScheme chgLayout">
        <pc:chgData name="Michael Whitehouse" userId="0ecba9273f6ad366" providerId="LiveId" clId="{F36E82C0-65ED-4BE7-8730-0F102FB388DD}" dt="2026-06-11T11:39:07.651" v="1868" actId="1076"/>
        <pc:sldMkLst>
          <pc:docMk/>
          <pc:sldMk cId="2784076014" sldId="278"/>
        </pc:sldMkLst>
        <pc:spChg chg="mod ord">
          <ac:chgData name="Michael Whitehouse" userId="0ecba9273f6ad366" providerId="LiveId" clId="{F36E82C0-65ED-4BE7-8730-0F102FB388DD}" dt="2026-06-11T11:39:07.651" v="1868" actId="1076"/>
          <ac:spMkLst>
            <pc:docMk/>
            <pc:sldMk cId="2784076014" sldId="278"/>
            <ac:spMk id="2" creationId="{C8CB6C10-AEE6-42CA-15D3-EA1AA9408BA8}"/>
          </ac:spMkLst>
        </pc:spChg>
        <pc:spChg chg="add mod">
          <ac:chgData name="Michael Whitehouse" userId="0ecba9273f6ad366" providerId="LiveId" clId="{F36E82C0-65ED-4BE7-8730-0F102FB388DD}" dt="2026-06-09T17:33:02.894" v="203" actId="207"/>
          <ac:spMkLst>
            <pc:docMk/>
            <pc:sldMk cId="2784076014" sldId="278"/>
            <ac:spMk id="6" creationId="{010C8B74-1682-CB39-DBF2-19BD6D4966E3}"/>
          </ac:spMkLst>
        </pc:spChg>
        <pc:spChg chg="add mod">
          <ac:chgData name="Michael Whitehouse" userId="0ecba9273f6ad366" providerId="LiveId" clId="{F36E82C0-65ED-4BE7-8730-0F102FB388DD}" dt="2026-06-09T17:33:02.908" v="213" actId="207"/>
          <ac:spMkLst>
            <pc:docMk/>
            <pc:sldMk cId="2784076014" sldId="278"/>
            <ac:spMk id="7" creationId="{841B183F-B329-4401-470C-272F367804AB}"/>
          </ac:spMkLst>
        </pc:spChg>
        <pc:picChg chg="add mod">
          <ac:chgData name="Michael Whitehouse" userId="0ecba9273f6ad366" providerId="LiveId" clId="{F36E82C0-65ED-4BE7-8730-0F102FB388DD}" dt="2026-06-09T17:33:02.862" v="193"/>
          <ac:picMkLst>
            <pc:docMk/>
            <pc:sldMk cId="2784076014" sldId="278"/>
            <ac:picMk id="5" creationId="{8795B862-E874-F44A-D7F5-6C3BC010EDD4}"/>
          </ac:picMkLst>
        </pc:picChg>
      </pc:sldChg>
      <pc:sldChg chg="addSp delSp modSp add mod modClrScheme chgLayout">
        <pc:chgData name="Michael Whitehouse" userId="0ecba9273f6ad366" providerId="LiveId" clId="{F36E82C0-65ED-4BE7-8730-0F102FB388DD}" dt="2026-06-11T11:38:55.517" v="1866" actId="1076"/>
        <pc:sldMkLst>
          <pc:docMk/>
          <pc:sldMk cId="4246253980" sldId="279"/>
        </pc:sldMkLst>
        <pc:spChg chg="mod ord">
          <ac:chgData name="Michael Whitehouse" userId="0ecba9273f6ad366" providerId="LiveId" clId="{F36E82C0-65ED-4BE7-8730-0F102FB388DD}" dt="2026-06-11T11:38:55.517" v="1866" actId="1076"/>
          <ac:spMkLst>
            <pc:docMk/>
            <pc:sldMk cId="4246253980" sldId="279"/>
            <ac:spMk id="2" creationId="{43D841BB-2EB4-D13D-CC4B-36E86631A6E2}"/>
          </ac:spMkLst>
        </pc:spChg>
        <pc:spChg chg="add mod">
          <ac:chgData name="Michael Whitehouse" userId="0ecba9273f6ad366" providerId="LiveId" clId="{F36E82C0-65ED-4BE7-8730-0F102FB388DD}" dt="2026-06-09T17:33:03.194" v="230"/>
          <ac:spMkLst>
            <pc:docMk/>
            <pc:sldMk cId="4246253980" sldId="279"/>
            <ac:spMk id="5" creationId="{4DD9655A-D89F-BA18-2B45-8FCF0D6EA60D}"/>
          </ac:spMkLst>
        </pc:spChg>
        <pc:spChg chg="add mod">
          <ac:chgData name="Michael Whitehouse" userId="0ecba9273f6ad366" providerId="LiveId" clId="{F36E82C0-65ED-4BE7-8730-0F102FB388DD}" dt="2026-06-09T17:33:03.324" v="241" actId="139"/>
          <ac:spMkLst>
            <pc:docMk/>
            <pc:sldMk cId="4246253980" sldId="279"/>
            <ac:spMk id="6" creationId="{5DDCBD64-6F5E-44A9-E0C9-E625A9205DAC}"/>
          </ac:spMkLst>
        </pc:spChg>
        <pc:spChg chg="add mod">
          <ac:chgData name="Michael Whitehouse" userId="0ecba9273f6ad366" providerId="LiveId" clId="{F36E82C0-65ED-4BE7-8730-0F102FB388DD}" dt="2026-06-09T17:33:03.454" v="252" actId="139"/>
          <ac:spMkLst>
            <pc:docMk/>
            <pc:sldMk cId="4246253980" sldId="279"/>
            <ac:spMk id="7" creationId="{AF8D90D2-1EDF-7AF1-8925-BF00F120E84E}"/>
          </ac:spMkLst>
        </pc:spChg>
        <pc:spChg chg="add mod">
          <ac:chgData name="Michael Whitehouse" userId="0ecba9273f6ad366" providerId="LiveId" clId="{F36E82C0-65ED-4BE7-8730-0F102FB388DD}" dt="2026-06-09T17:33:03.467" v="262" actId="207"/>
          <ac:spMkLst>
            <pc:docMk/>
            <pc:sldMk cId="4246253980" sldId="279"/>
            <ac:spMk id="8" creationId="{D06B1CB8-16B7-DE9B-1494-C91733917718}"/>
          </ac:spMkLst>
        </pc:spChg>
        <pc:spChg chg="add mod">
          <ac:chgData name="Michael Whitehouse" userId="0ecba9273f6ad366" providerId="LiveId" clId="{F36E82C0-65ED-4BE7-8730-0F102FB388DD}" dt="2026-06-09T17:33:03.483" v="272" actId="207"/>
          <ac:spMkLst>
            <pc:docMk/>
            <pc:sldMk cId="4246253980" sldId="279"/>
            <ac:spMk id="9" creationId="{AD6F9582-5E0F-3961-6137-79D0B04DA2A5}"/>
          </ac:spMkLst>
        </pc:spChg>
      </pc:sldChg>
      <pc:sldChg chg="addSp modSp add mod modClrScheme chgLayout">
        <pc:chgData name="Michael Whitehouse" userId="0ecba9273f6ad366" providerId="LiveId" clId="{F36E82C0-65ED-4BE7-8730-0F102FB388DD}" dt="2026-06-11T11:38:45.193" v="1864" actId="1076"/>
        <pc:sldMkLst>
          <pc:docMk/>
          <pc:sldMk cId="4090902994" sldId="280"/>
        </pc:sldMkLst>
        <pc:spChg chg="mod ord">
          <ac:chgData name="Michael Whitehouse" userId="0ecba9273f6ad366" providerId="LiveId" clId="{F36E82C0-65ED-4BE7-8730-0F102FB388DD}" dt="2026-06-11T11:38:45.193" v="1864" actId="1076"/>
          <ac:spMkLst>
            <pc:docMk/>
            <pc:sldMk cId="4090902994" sldId="280"/>
            <ac:spMk id="2" creationId="{14E106BD-935F-736E-551E-6BF36B44C0C6}"/>
          </ac:spMkLst>
        </pc:spChg>
        <pc:spChg chg="add mod">
          <ac:chgData name="Michael Whitehouse" userId="0ecba9273f6ad366" providerId="LiveId" clId="{F36E82C0-65ED-4BE7-8730-0F102FB388DD}" dt="2026-06-09T17:33:03.806" v="285"/>
          <ac:spMkLst>
            <pc:docMk/>
            <pc:sldMk cId="4090902994" sldId="280"/>
            <ac:spMk id="3" creationId="{CEB7A276-CA62-5E94-E756-16C96BFA8A07}"/>
          </ac:spMkLst>
        </pc:spChg>
        <pc:spChg chg="add mod">
          <ac:chgData name="Michael Whitehouse" userId="0ecba9273f6ad366" providerId="LiveId" clId="{F36E82C0-65ED-4BE7-8730-0F102FB388DD}" dt="2026-06-09T17:33:03.938" v="296" actId="139"/>
          <ac:spMkLst>
            <pc:docMk/>
            <pc:sldMk cId="4090902994" sldId="280"/>
            <ac:spMk id="4" creationId="{C3D491D7-BF69-9A3C-C2B8-2843B41BB17F}"/>
          </ac:spMkLst>
        </pc:spChg>
        <pc:spChg chg="add mod">
          <ac:chgData name="Michael Whitehouse" userId="0ecba9273f6ad366" providerId="LiveId" clId="{F36E82C0-65ED-4BE7-8730-0F102FB388DD}" dt="2026-06-09T17:33:04.062" v="307" actId="139"/>
          <ac:spMkLst>
            <pc:docMk/>
            <pc:sldMk cId="4090902994" sldId="280"/>
            <ac:spMk id="5" creationId="{AB4839D1-DA8A-D099-E770-79071FBA3124}"/>
          </ac:spMkLst>
        </pc:spChg>
        <pc:spChg chg="add mod">
          <ac:chgData name="Michael Whitehouse" userId="0ecba9273f6ad366" providerId="LiveId" clId="{F36E82C0-65ED-4BE7-8730-0F102FB388DD}" dt="2026-06-09T17:33:04.080" v="317" actId="207"/>
          <ac:spMkLst>
            <pc:docMk/>
            <pc:sldMk cId="4090902994" sldId="280"/>
            <ac:spMk id="6" creationId="{F5E8C9ED-8ECF-9BF3-9F40-86EE34160B05}"/>
          </ac:spMkLst>
        </pc:spChg>
        <pc:spChg chg="add mod">
          <ac:chgData name="Michael Whitehouse" userId="0ecba9273f6ad366" providerId="LiveId" clId="{F36E82C0-65ED-4BE7-8730-0F102FB388DD}" dt="2026-06-09T17:33:04.098" v="327" actId="207"/>
          <ac:spMkLst>
            <pc:docMk/>
            <pc:sldMk cId="4090902994" sldId="280"/>
            <ac:spMk id="7" creationId="{CCF2310E-24FF-F3B8-5C19-763EB47B7782}"/>
          </ac:spMkLst>
        </pc:spChg>
      </pc:sldChg>
      <pc:sldChg chg="addSp modSp add mod modClrScheme chgLayout">
        <pc:chgData name="Michael Whitehouse" userId="0ecba9273f6ad366" providerId="LiveId" clId="{F36E82C0-65ED-4BE7-8730-0F102FB388DD}" dt="2026-06-11T11:40:21.761" v="1883" actId="14100"/>
        <pc:sldMkLst>
          <pc:docMk/>
          <pc:sldMk cId="1821983076" sldId="281"/>
        </pc:sldMkLst>
        <pc:spChg chg="mod ord">
          <ac:chgData name="Michael Whitehouse" userId="0ecba9273f6ad366" providerId="LiveId" clId="{F36E82C0-65ED-4BE7-8730-0F102FB388DD}" dt="2026-06-11T11:39:39.209" v="1870" actId="1076"/>
          <ac:spMkLst>
            <pc:docMk/>
            <pc:sldMk cId="1821983076" sldId="281"/>
            <ac:spMk id="2" creationId="{6003F40E-C18E-32D4-41BD-B5DF75D020B0}"/>
          </ac:spMkLst>
        </pc:spChg>
        <pc:spChg chg="add mod">
          <ac:chgData name="Michael Whitehouse" userId="0ecba9273f6ad366" providerId="LiveId" clId="{F36E82C0-65ED-4BE7-8730-0F102FB388DD}" dt="2026-06-11T11:39:50.050" v="1873" actId="1076"/>
          <ac:spMkLst>
            <pc:docMk/>
            <pc:sldMk cId="1821983076" sldId="281"/>
            <ac:spMk id="3" creationId="{FD82E29D-9AB2-3979-0735-D4269034155D}"/>
          </ac:spMkLst>
        </pc:spChg>
        <pc:spChg chg="add mod">
          <ac:chgData name="Michael Whitehouse" userId="0ecba9273f6ad366" providerId="LiveId" clId="{F36E82C0-65ED-4BE7-8730-0F102FB388DD}" dt="2026-06-11T11:40:17.434" v="1882" actId="14100"/>
          <ac:spMkLst>
            <pc:docMk/>
            <pc:sldMk cId="1821983076" sldId="281"/>
            <ac:spMk id="4" creationId="{625A8003-6501-8FD0-466C-7C249598FF61}"/>
          </ac:spMkLst>
        </pc:spChg>
        <pc:spChg chg="add mod">
          <ac:chgData name="Michael Whitehouse" userId="0ecba9273f6ad366" providerId="LiveId" clId="{F36E82C0-65ED-4BE7-8730-0F102FB388DD}" dt="2026-06-09T17:33:04.669" v="361" actId="207"/>
          <ac:spMkLst>
            <pc:docMk/>
            <pc:sldMk cId="1821983076" sldId="281"/>
            <ac:spMk id="5" creationId="{CAB03FC0-77F3-6454-EFB1-B46E38CF4B87}"/>
          </ac:spMkLst>
        </pc:spChg>
        <pc:spChg chg="add mod">
          <ac:chgData name="Michael Whitehouse" userId="0ecba9273f6ad366" providerId="LiveId" clId="{F36E82C0-65ED-4BE7-8730-0F102FB388DD}" dt="2026-06-09T17:33:04.782" v="371" actId="207"/>
          <ac:spMkLst>
            <pc:docMk/>
            <pc:sldMk cId="1821983076" sldId="281"/>
            <ac:spMk id="6" creationId="{019558C9-2D70-AFBB-4B26-44ABB6254B5D}"/>
          </ac:spMkLst>
        </pc:spChg>
        <pc:spChg chg="add mod">
          <ac:chgData name="Michael Whitehouse" userId="0ecba9273f6ad366" providerId="LiveId" clId="{F36E82C0-65ED-4BE7-8730-0F102FB388DD}" dt="2026-06-11T11:40:21.761" v="1883" actId="14100"/>
          <ac:spMkLst>
            <pc:docMk/>
            <pc:sldMk cId="1821983076" sldId="281"/>
            <ac:spMk id="8" creationId="{5892B189-5A15-1DD3-F918-70B426ED9326}"/>
          </ac:spMkLst>
        </pc:spChg>
      </pc:sldChg>
      <pc:sldChg chg="addSp delSp modSp add mod">
        <pc:chgData name="Michael Whitehouse" userId="0ecba9273f6ad366" providerId="LiveId" clId="{F36E82C0-65ED-4BE7-8730-0F102FB388DD}" dt="2026-06-11T11:40:37.307" v="1885" actId="14100"/>
        <pc:sldMkLst>
          <pc:docMk/>
          <pc:sldMk cId="2243003648" sldId="282"/>
        </pc:sldMkLst>
        <pc:spChg chg="mod">
          <ac:chgData name="Michael Whitehouse" userId="0ecba9273f6ad366" providerId="LiveId" clId="{F36E82C0-65ED-4BE7-8730-0F102FB388DD}" dt="2026-06-11T11:40:37.307" v="1885" actId="14100"/>
          <ac:spMkLst>
            <pc:docMk/>
            <pc:sldMk cId="2243003648" sldId="282"/>
            <ac:spMk id="2" creationId="{10C6316A-6E33-B561-61E2-3ACDED273343}"/>
          </ac:spMkLst>
        </pc:spChg>
        <pc:spChg chg="add mod">
          <ac:chgData name="Michael Whitehouse" userId="0ecba9273f6ad366" providerId="LiveId" clId="{F36E82C0-65ED-4BE7-8730-0F102FB388DD}" dt="2026-06-09T17:33:05.400" v="390"/>
          <ac:spMkLst>
            <pc:docMk/>
            <pc:sldMk cId="2243003648" sldId="282"/>
            <ac:spMk id="6" creationId="{390E8CD2-5C81-D4EA-572B-F219B3915355}"/>
          </ac:spMkLst>
        </pc:spChg>
        <pc:spChg chg="add mod">
          <ac:chgData name="Michael Whitehouse" userId="0ecba9273f6ad366" providerId="LiveId" clId="{F36E82C0-65ED-4BE7-8730-0F102FB388DD}" dt="2026-06-09T17:33:05.552" v="401" actId="139"/>
          <ac:spMkLst>
            <pc:docMk/>
            <pc:sldMk cId="2243003648" sldId="282"/>
            <ac:spMk id="7" creationId="{A3C8C87B-C4D2-5CF8-6B6D-FDA64A2AA3DD}"/>
          </ac:spMkLst>
        </pc:spChg>
        <pc:spChg chg="add mod">
          <ac:chgData name="Michael Whitehouse" userId="0ecba9273f6ad366" providerId="LiveId" clId="{F36E82C0-65ED-4BE7-8730-0F102FB388DD}" dt="2026-06-09T17:33:05.695" v="412" actId="139"/>
          <ac:spMkLst>
            <pc:docMk/>
            <pc:sldMk cId="2243003648" sldId="282"/>
            <ac:spMk id="8" creationId="{070BAE93-95E5-0FEB-DC27-23F0EFB94902}"/>
          </ac:spMkLst>
        </pc:spChg>
        <pc:spChg chg="add mod">
          <ac:chgData name="Michael Whitehouse" userId="0ecba9273f6ad366" providerId="LiveId" clId="{F36E82C0-65ED-4BE7-8730-0F102FB388DD}" dt="2026-06-09T17:33:05.716" v="422" actId="207"/>
          <ac:spMkLst>
            <pc:docMk/>
            <pc:sldMk cId="2243003648" sldId="282"/>
            <ac:spMk id="9" creationId="{5DD3D60B-7D05-2760-9031-BD3D4EA6108B}"/>
          </ac:spMkLst>
        </pc:spChg>
        <pc:spChg chg="add mod">
          <ac:chgData name="Michael Whitehouse" userId="0ecba9273f6ad366" providerId="LiveId" clId="{F36E82C0-65ED-4BE7-8730-0F102FB388DD}" dt="2026-06-09T17:33:05.733" v="432" actId="207"/>
          <ac:spMkLst>
            <pc:docMk/>
            <pc:sldMk cId="2243003648" sldId="282"/>
            <ac:spMk id="10" creationId="{3544F687-C2CC-7714-BB6E-3D6DE8598BF2}"/>
          </ac:spMkLst>
        </pc:spChg>
      </pc:sldChg>
      <pc:sldChg chg="addSp modSp add mod modClrScheme chgLayout">
        <pc:chgData name="Michael Whitehouse" userId="0ecba9273f6ad366" providerId="LiveId" clId="{F36E82C0-65ED-4BE7-8730-0F102FB388DD}" dt="2026-06-11T11:40:48.409" v="1888" actId="1076"/>
        <pc:sldMkLst>
          <pc:docMk/>
          <pc:sldMk cId="971243390" sldId="283"/>
        </pc:sldMkLst>
        <pc:spChg chg="mod ord">
          <ac:chgData name="Michael Whitehouse" userId="0ecba9273f6ad366" providerId="LiveId" clId="{F36E82C0-65ED-4BE7-8730-0F102FB388DD}" dt="2026-06-11T11:40:48.409" v="1888" actId="1076"/>
          <ac:spMkLst>
            <pc:docMk/>
            <pc:sldMk cId="971243390" sldId="283"/>
            <ac:spMk id="2" creationId="{FE33D41C-7F98-C832-426E-78A546EA578D}"/>
          </ac:spMkLst>
        </pc:spChg>
        <pc:spChg chg="add mod">
          <ac:chgData name="Michael Whitehouse" userId="0ecba9273f6ad366" providerId="LiveId" clId="{F36E82C0-65ED-4BE7-8730-0F102FB388DD}" dt="2026-06-09T17:33:07.463" v="448" actId="139"/>
          <ac:spMkLst>
            <pc:docMk/>
            <pc:sldMk cId="971243390" sldId="283"/>
            <ac:spMk id="3" creationId="{F07594CA-E0A3-CC20-85B6-54AD090EE192}"/>
          </ac:spMkLst>
        </pc:spChg>
        <pc:spChg chg="add mod">
          <ac:chgData name="Michael Whitehouse" userId="0ecba9273f6ad366" providerId="LiveId" clId="{F36E82C0-65ED-4BE7-8730-0F102FB388DD}" dt="2026-06-09T17:33:07.584" v="460" actId="139"/>
          <ac:spMkLst>
            <pc:docMk/>
            <pc:sldMk cId="971243390" sldId="283"/>
            <ac:spMk id="4" creationId="{2907EC5B-4D4D-628F-85D2-C8EA104A1626}"/>
          </ac:spMkLst>
        </pc:spChg>
        <pc:spChg chg="add mod">
          <ac:chgData name="Michael Whitehouse" userId="0ecba9273f6ad366" providerId="LiveId" clId="{F36E82C0-65ED-4BE7-8730-0F102FB388DD}" dt="2026-06-09T17:33:07.707" v="472" actId="139"/>
          <ac:spMkLst>
            <pc:docMk/>
            <pc:sldMk cId="971243390" sldId="283"/>
            <ac:spMk id="5" creationId="{9A6959E9-8868-B87B-3A3A-815C63EAD97B}"/>
          </ac:spMkLst>
        </pc:spChg>
        <pc:spChg chg="add mod">
          <ac:chgData name="Michael Whitehouse" userId="0ecba9273f6ad366" providerId="LiveId" clId="{F36E82C0-65ED-4BE7-8730-0F102FB388DD}" dt="2026-06-09T17:33:07.832" v="483" actId="139"/>
          <ac:spMkLst>
            <pc:docMk/>
            <pc:sldMk cId="971243390" sldId="283"/>
            <ac:spMk id="6" creationId="{19527CDF-183B-3192-78D0-801CF071678A}"/>
          </ac:spMkLst>
        </pc:spChg>
        <pc:spChg chg="add mod">
          <ac:chgData name="Michael Whitehouse" userId="0ecba9273f6ad366" providerId="LiveId" clId="{F36E82C0-65ED-4BE7-8730-0F102FB388DD}" dt="2026-06-09T17:33:07.954" v="494" actId="139"/>
          <ac:spMkLst>
            <pc:docMk/>
            <pc:sldMk cId="971243390" sldId="283"/>
            <ac:spMk id="7" creationId="{2F26425C-DE6F-9DB2-D815-9091117726C4}"/>
          </ac:spMkLst>
        </pc:spChg>
        <pc:spChg chg="add mod">
          <ac:chgData name="Michael Whitehouse" userId="0ecba9273f6ad366" providerId="LiveId" clId="{F36E82C0-65ED-4BE7-8730-0F102FB388DD}" dt="2026-06-09T17:33:08.077" v="505" actId="139"/>
          <ac:spMkLst>
            <pc:docMk/>
            <pc:sldMk cId="971243390" sldId="283"/>
            <ac:spMk id="8" creationId="{981744CA-FB87-EAA7-43F9-F1D1C316DE4D}"/>
          </ac:spMkLst>
        </pc:spChg>
        <pc:spChg chg="add mod">
          <ac:chgData name="Michael Whitehouse" userId="0ecba9273f6ad366" providerId="LiveId" clId="{F36E82C0-65ED-4BE7-8730-0F102FB388DD}" dt="2026-06-09T17:33:08.203" v="516" actId="139"/>
          <ac:spMkLst>
            <pc:docMk/>
            <pc:sldMk cId="971243390" sldId="283"/>
            <ac:spMk id="9" creationId="{D14C588A-D61A-BF4E-B7AD-FBDB333E43BF}"/>
          </ac:spMkLst>
        </pc:spChg>
        <pc:spChg chg="add mod">
          <ac:chgData name="Michael Whitehouse" userId="0ecba9273f6ad366" providerId="LiveId" clId="{F36E82C0-65ED-4BE7-8730-0F102FB388DD}" dt="2026-06-09T17:33:08.333" v="527" actId="139"/>
          <ac:spMkLst>
            <pc:docMk/>
            <pc:sldMk cId="971243390" sldId="283"/>
            <ac:spMk id="10" creationId="{F26190F8-BB2C-F5DD-184F-5E9FA67CDC1F}"/>
          </ac:spMkLst>
        </pc:spChg>
        <pc:spChg chg="add mod">
          <ac:chgData name="Michael Whitehouse" userId="0ecba9273f6ad366" providerId="LiveId" clId="{F36E82C0-65ED-4BE7-8730-0F102FB388DD}" dt="2026-06-09T17:33:08.453" v="538" actId="139"/>
          <ac:spMkLst>
            <pc:docMk/>
            <pc:sldMk cId="971243390" sldId="283"/>
            <ac:spMk id="11" creationId="{0BC39819-91D2-846C-65F4-7ECB59EB5569}"/>
          </ac:spMkLst>
        </pc:spChg>
        <pc:spChg chg="add mod">
          <ac:chgData name="Michael Whitehouse" userId="0ecba9273f6ad366" providerId="LiveId" clId="{F36E82C0-65ED-4BE7-8730-0F102FB388DD}" dt="2026-06-09T17:33:08.576" v="549" actId="139"/>
          <ac:spMkLst>
            <pc:docMk/>
            <pc:sldMk cId="971243390" sldId="283"/>
            <ac:spMk id="12" creationId="{5ECB2B0F-6AF5-3203-5066-72A9B8B54B08}"/>
          </ac:spMkLst>
        </pc:spChg>
        <pc:spChg chg="add mod">
          <ac:chgData name="Michael Whitehouse" userId="0ecba9273f6ad366" providerId="LiveId" clId="{F36E82C0-65ED-4BE7-8730-0F102FB388DD}" dt="2026-06-09T17:33:08.700" v="560" actId="139"/>
          <ac:spMkLst>
            <pc:docMk/>
            <pc:sldMk cId="971243390" sldId="283"/>
            <ac:spMk id="13" creationId="{BA46940C-6DC9-6FFE-59D5-54A05066025F}"/>
          </ac:spMkLst>
        </pc:spChg>
        <pc:spChg chg="add mod">
          <ac:chgData name="Michael Whitehouse" userId="0ecba9273f6ad366" providerId="LiveId" clId="{F36E82C0-65ED-4BE7-8730-0F102FB388DD}" dt="2026-06-09T17:33:08.827" v="571" actId="139"/>
          <ac:spMkLst>
            <pc:docMk/>
            <pc:sldMk cId="971243390" sldId="283"/>
            <ac:spMk id="14" creationId="{84F0ABAB-BFE7-324A-137F-C51F7B864BB3}"/>
          </ac:spMkLst>
        </pc:spChg>
        <pc:spChg chg="add mod">
          <ac:chgData name="Michael Whitehouse" userId="0ecba9273f6ad366" providerId="LiveId" clId="{F36E82C0-65ED-4BE7-8730-0F102FB388DD}" dt="2026-06-09T17:33:08.951" v="582" actId="139"/>
          <ac:spMkLst>
            <pc:docMk/>
            <pc:sldMk cId="971243390" sldId="283"/>
            <ac:spMk id="15" creationId="{451E5839-9D94-394D-45D3-893F540BCB5D}"/>
          </ac:spMkLst>
        </pc:spChg>
        <pc:spChg chg="add mod">
          <ac:chgData name="Michael Whitehouse" userId="0ecba9273f6ad366" providerId="LiveId" clId="{F36E82C0-65ED-4BE7-8730-0F102FB388DD}" dt="2026-06-09T17:33:09.074" v="593" actId="139"/>
          <ac:spMkLst>
            <pc:docMk/>
            <pc:sldMk cId="971243390" sldId="283"/>
            <ac:spMk id="16" creationId="{7CCA45C9-F3BE-915B-AFCF-F42E75E69476}"/>
          </ac:spMkLst>
        </pc:spChg>
        <pc:spChg chg="add mod">
          <ac:chgData name="Michael Whitehouse" userId="0ecba9273f6ad366" providerId="LiveId" clId="{F36E82C0-65ED-4BE7-8730-0F102FB388DD}" dt="2026-06-09T17:33:09.202" v="604" actId="139"/>
          <ac:spMkLst>
            <pc:docMk/>
            <pc:sldMk cId="971243390" sldId="283"/>
            <ac:spMk id="17" creationId="{DA377298-7825-DBE9-4976-189C0D990E7B}"/>
          </ac:spMkLst>
        </pc:spChg>
        <pc:spChg chg="add mod">
          <ac:chgData name="Michael Whitehouse" userId="0ecba9273f6ad366" providerId="LiveId" clId="{F36E82C0-65ED-4BE7-8730-0F102FB388DD}" dt="2026-06-09T17:33:09.325" v="615" actId="139"/>
          <ac:spMkLst>
            <pc:docMk/>
            <pc:sldMk cId="971243390" sldId="283"/>
            <ac:spMk id="18" creationId="{DF0C930D-FC73-5C30-0E87-B5D315A39068}"/>
          </ac:spMkLst>
        </pc:spChg>
        <pc:spChg chg="add mod">
          <ac:chgData name="Michael Whitehouse" userId="0ecba9273f6ad366" providerId="LiveId" clId="{F36E82C0-65ED-4BE7-8730-0F102FB388DD}" dt="2026-06-09T17:33:09.449" v="626" actId="139"/>
          <ac:spMkLst>
            <pc:docMk/>
            <pc:sldMk cId="971243390" sldId="283"/>
            <ac:spMk id="19" creationId="{3EF02AD1-08FA-B31C-92B2-431CB171F90D}"/>
          </ac:spMkLst>
        </pc:spChg>
        <pc:spChg chg="add mod">
          <ac:chgData name="Michael Whitehouse" userId="0ecba9273f6ad366" providerId="LiveId" clId="{F36E82C0-65ED-4BE7-8730-0F102FB388DD}" dt="2026-06-09T17:33:09.574" v="637" actId="139"/>
          <ac:spMkLst>
            <pc:docMk/>
            <pc:sldMk cId="971243390" sldId="283"/>
            <ac:spMk id="20" creationId="{660490C6-0EC7-F9CD-4BE9-B4A0ACBAE19C}"/>
          </ac:spMkLst>
        </pc:spChg>
        <pc:spChg chg="add mod">
          <ac:chgData name="Michael Whitehouse" userId="0ecba9273f6ad366" providerId="LiveId" clId="{F36E82C0-65ED-4BE7-8730-0F102FB388DD}" dt="2026-06-09T17:33:09.700" v="648" actId="139"/>
          <ac:spMkLst>
            <pc:docMk/>
            <pc:sldMk cId="971243390" sldId="283"/>
            <ac:spMk id="21" creationId="{73FD208E-74AC-4A1C-7163-CEF12862D8AA}"/>
          </ac:spMkLst>
        </pc:spChg>
        <pc:spChg chg="add mod">
          <ac:chgData name="Michael Whitehouse" userId="0ecba9273f6ad366" providerId="LiveId" clId="{F36E82C0-65ED-4BE7-8730-0F102FB388DD}" dt="2026-06-09T17:33:09.824" v="659" actId="139"/>
          <ac:spMkLst>
            <pc:docMk/>
            <pc:sldMk cId="971243390" sldId="283"/>
            <ac:spMk id="22" creationId="{CEE630AC-03C1-4738-89D5-D73A8E748919}"/>
          </ac:spMkLst>
        </pc:spChg>
        <pc:spChg chg="add mod">
          <ac:chgData name="Michael Whitehouse" userId="0ecba9273f6ad366" providerId="LiveId" clId="{F36E82C0-65ED-4BE7-8730-0F102FB388DD}" dt="2026-06-09T17:33:09.949" v="670" actId="139"/>
          <ac:spMkLst>
            <pc:docMk/>
            <pc:sldMk cId="971243390" sldId="283"/>
            <ac:spMk id="23" creationId="{BDE76DE9-BB16-15C2-111E-A1269FE23716}"/>
          </ac:spMkLst>
        </pc:spChg>
        <pc:spChg chg="add mod">
          <ac:chgData name="Michael Whitehouse" userId="0ecba9273f6ad366" providerId="LiveId" clId="{F36E82C0-65ED-4BE7-8730-0F102FB388DD}" dt="2026-06-09T17:33:10.074" v="681" actId="139"/>
          <ac:spMkLst>
            <pc:docMk/>
            <pc:sldMk cId="971243390" sldId="283"/>
            <ac:spMk id="24" creationId="{7BA1EBB4-7350-9856-BDB4-EAA7EDB8C8DE}"/>
          </ac:spMkLst>
        </pc:spChg>
        <pc:spChg chg="add mod">
          <ac:chgData name="Michael Whitehouse" userId="0ecba9273f6ad366" providerId="LiveId" clId="{F36E82C0-65ED-4BE7-8730-0F102FB388DD}" dt="2026-06-09T17:33:10.199" v="692" actId="139"/>
          <ac:spMkLst>
            <pc:docMk/>
            <pc:sldMk cId="971243390" sldId="283"/>
            <ac:spMk id="25" creationId="{33E6B3A8-4137-C20B-BABE-17DBFC87FF45}"/>
          </ac:spMkLst>
        </pc:spChg>
        <pc:spChg chg="add mod">
          <ac:chgData name="Michael Whitehouse" userId="0ecba9273f6ad366" providerId="LiveId" clId="{F36E82C0-65ED-4BE7-8730-0F102FB388DD}" dt="2026-06-09T17:33:10.325" v="703" actId="139"/>
          <ac:spMkLst>
            <pc:docMk/>
            <pc:sldMk cId="971243390" sldId="283"/>
            <ac:spMk id="26" creationId="{A912B4BE-8395-90FA-563A-89887D66E96E}"/>
          </ac:spMkLst>
        </pc:spChg>
        <pc:spChg chg="add mod">
          <ac:chgData name="Michael Whitehouse" userId="0ecba9273f6ad366" providerId="LiveId" clId="{F36E82C0-65ED-4BE7-8730-0F102FB388DD}" dt="2026-06-09T17:33:10.451" v="714" actId="139"/>
          <ac:spMkLst>
            <pc:docMk/>
            <pc:sldMk cId="971243390" sldId="283"/>
            <ac:spMk id="27" creationId="{C4EC8076-4DB2-CDE4-00BF-5774352C0EE9}"/>
          </ac:spMkLst>
        </pc:spChg>
        <pc:spChg chg="add mod">
          <ac:chgData name="Michael Whitehouse" userId="0ecba9273f6ad366" providerId="LiveId" clId="{F36E82C0-65ED-4BE7-8730-0F102FB388DD}" dt="2026-06-09T17:33:10.575" v="725" actId="139"/>
          <ac:spMkLst>
            <pc:docMk/>
            <pc:sldMk cId="971243390" sldId="283"/>
            <ac:spMk id="28" creationId="{5F848E38-979F-57B4-68D5-DA6170E1D597}"/>
          </ac:spMkLst>
        </pc:spChg>
        <pc:spChg chg="add mod">
          <ac:chgData name="Michael Whitehouse" userId="0ecba9273f6ad366" providerId="LiveId" clId="{F36E82C0-65ED-4BE7-8730-0F102FB388DD}" dt="2026-06-09T17:33:10.699" v="736" actId="139"/>
          <ac:spMkLst>
            <pc:docMk/>
            <pc:sldMk cId="971243390" sldId="283"/>
            <ac:spMk id="29" creationId="{9F7A5B5F-707B-A401-9966-619B34F887DA}"/>
          </ac:spMkLst>
        </pc:spChg>
        <pc:spChg chg="add mod">
          <ac:chgData name="Michael Whitehouse" userId="0ecba9273f6ad366" providerId="LiveId" clId="{F36E82C0-65ED-4BE7-8730-0F102FB388DD}" dt="2026-06-09T17:33:10.824" v="747" actId="139"/>
          <ac:spMkLst>
            <pc:docMk/>
            <pc:sldMk cId="971243390" sldId="283"/>
            <ac:spMk id="30" creationId="{1ECD7A3C-E1A8-F28C-B4F9-95B4419F26FB}"/>
          </ac:spMkLst>
        </pc:spChg>
        <pc:spChg chg="add mod">
          <ac:chgData name="Michael Whitehouse" userId="0ecba9273f6ad366" providerId="LiveId" clId="{F36E82C0-65ED-4BE7-8730-0F102FB388DD}" dt="2026-06-09T17:33:10.951" v="758" actId="139"/>
          <ac:spMkLst>
            <pc:docMk/>
            <pc:sldMk cId="971243390" sldId="283"/>
            <ac:spMk id="31" creationId="{E0DC14D4-ACC6-A095-2010-E33D2362E133}"/>
          </ac:spMkLst>
        </pc:spChg>
        <pc:spChg chg="add mod">
          <ac:chgData name="Michael Whitehouse" userId="0ecba9273f6ad366" providerId="LiveId" clId="{F36E82C0-65ED-4BE7-8730-0F102FB388DD}" dt="2026-06-09T17:33:11.073" v="769" actId="139"/>
          <ac:spMkLst>
            <pc:docMk/>
            <pc:sldMk cId="971243390" sldId="283"/>
            <ac:spMk id="32" creationId="{83A2C3EF-CC18-C069-7B23-0A651055445C}"/>
          </ac:spMkLst>
        </pc:spChg>
        <pc:spChg chg="add mod">
          <ac:chgData name="Michael Whitehouse" userId="0ecba9273f6ad366" providerId="LiveId" clId="{F36E82C0-65ED-4BE7-8730-0F102FB388DD}" dt="2026-06-09T17:33:11.197" v="780" actId="139"/>
          <ac:spMkLst>
            <pc:docMk/>
            <pc:sldMk cId="971243390" sldId="283"/>
            <ac:spMk id="33" creationId="{66C76088-4447-29E2-678B-5BACAF0215F3}"/>
          </ac:spMkLst>
        </pc:spChg>
        <pc:spChg chg="add mod">
          <ac:chgData name="Michael Whitehouse" userId="0ecba9273f6ad366" providerId="LiveId" clId="{F36E82C0-65ED-4BE7-8730-0F102FB388DD}" dt="2026-06-09T17:33:11.322" v="791" actId="139"/>
          <ac:spMkLst>
            <pc:docMk/>
            <pc:sldMk cId="971243390" sldId="283"/>
            <ac:spMk id="34" creationId="{B3D0E893-EA9C-73CB-3B31-9DB8E90B84EC}"/>
          </ac:spMkLst>
        </pc:spChg>
        <pc:spChg chg="add mod">
          <ac:chgData name="Michael Whitehouse" userId="0ecba9273f6ad366" providerId="LiveId" clId="{F36E82C0-65ED-4BE7-8730-0F102FB388DD}" dt="2026-06-09T17:33:11.337" v="801" actId="207"/>
          <ac:spMkLst>
            <pc:docMk/>
            <pc:sldMk cId="971243390" sldId="283"/>
            <ac:spMk id="35" creationId="{62ED0DA5-F199-4B82-9760-6BB56E42EF42}"/>
          </ac:spMkLst>
        </pc:spChg>
        <pc:spChg chg="add mod">
          <ac:chgData name="Michael Whitehouse" userId="0ecba9273f6ad366" providerId="LiveId" clId="{F36E82C0-65ED-4BE7-8730-0F102FB388DD}" dt="2026-06-09T17:33:11.353" v="811" actId="207"/>
          <ac:spMkLst>
            <pc:docMk/>
            <pc:sldMk cId="971243390" sldId="283"/>
            <ac:spMk id="36" creationId="{0FA24582-44B8-0B31-7ADA-C65168DB61BB}"/>
          </ac:spMkLst>
        </pc:spChg>
      </pc:sldChg>
      <pc:sldChg chg="addSp delSp modSp add mod modClrScheme chgLayout">
        <pc:chgData name="Michael Whitehouse" userId="0ecba9273f6ad366" providerId="LiveId" clId="{F36E82C0-65ED-4BE7-8730-0F102FB388DD}" dt="2026-06-11T11:42:22.889" v="1895" actId="1076"/>
        <pc:sldMkLst>
          <pc:docMk/>
          <pc:sldMk cId="1611848207" sldId="284"/>
        </pc:sldMkLst>
        <pc:spChg chg="mod ord">
          <ac:chgData name="Michael Whitehouse" userId="0ecba9273f6ad366" providerId="LiveId" clId="{F36E82C0-65ED-4BE7-8730-0F102FB388DD}" dt="2026-06-11T11:42:22.889" v="1895" actId="1076"/>
          <ac:spMkLst>
            <pc:docMk/>
            <pc:sldMk cId="1611848207" sldId="284"/>
            <ac:spMk id="2" creationId="{E446409E-0EDB-978F-20C6-B02739E7C731}"/>
          </ac:spMkLst>
        </pc:spChg>
        <pc:spChg chg="add mod">
          <ac:chgData name="Michael Whitehouse" userId="0ecba9273f6ad366" providerId="LiveId" clId="{F36E82C0-65ED-4BE7-8730-0F102FB388DD}" dt="2026-06-11T11:42:11.648" v="1892" actId="1076"/>
          <ac:spMkLst>
            <pc:docMk/>
            <pc:sldMk cId="1611848207" sldId="284"/>
            <ac:spMk id="5" creationId="{1E8F1D36-B93D-95C9-CBBA-BF57A5963888}"/>
          </ac:spMkLst>
        </pc:spChg>
        <pc:spChg chg="add mod">
          <ac:chgData name="Michael Whitehouse" userId="0ecba9273f6ad366" providerId="LiveId" clId="{F36E82C0-65ED-4BE7-8730-0F102FB388DD}" dt="2026-06-11T11:42:05.976" v="1890" actId="27636"/>
          <ac:spMkLst>
            <pc:docMk/>
            <pc:sldMk cId="1611848207" sldId="284"/>
            <ac:spMk id="6" creationId="{F401F642-A5AA-2788-E1DE-1129C0C6B81E}"/>
          </ac:spMkLst>
        </pc:spChg>
        <pc:spChg chg="add mod">
          <ac:chgData name="Michael Whitehouse" userId="0ecba9273f6ad366" providerId="LiveId" clId="{F36E82C0-65ED-4BE7-8730-0F102FB388DD}" dt="2026-06-09T17:33:11.903" v="860" actId="207"/>
          <ac:spMkLst>
            <pc:docMk/>
            <pc:sldMk cId="1611848207" sldId="284"/>
            <ac:spMk id="8" creationId="{3A044B05-E945-26AC-56BB-EBBDE4C2B560}"/>
          </ac:spMkLst>
        </pc:spChg>
        <pc:spChg chg="add mod">
          <ac:chgData name="Michael Whitehouse" userId="0ecba9273f6ad366" providerId="LiveId" clId="{F36E82C0-65ED-4BE7-8730-0F102FB388DD}" dt="2026-06-09T17:33:11.922" v="870" actId="207"/>
          <ac:spMkLst>
            <pc:docMk/>
            <pc:sldMk cId="1611848207" sldId="284"/>
            <ac:spMk id="9" creationId="{F39FDA87-18E3-B529-CA43-BFEC9688EDFF}"/>
          </ac:spMkLst>
        </pc:spChg>
      </pc:sldChg>
      <pc:sldChg chg="addSp modSp add mod modClrScheme chgLayout">
        <pc:chgData name="Michael Whitehouse" userId="0ecba9273f6ad366" providerId="LiveId" clId="{F36E82C0-65ED-4BE7-8730-0F102FB388DD}" dt="2026-06-11T11:42:41.851" v="1898" actId="1076"/>
        <pc:sldMkLst>
          <pc:docMk/>
          <pc:sldMk cId="1687136098" sldId="285"/>
        </pc:sldMkLst>
        <pc:spChg chg="mod ord">
          <ac:chgData name="Michael Whitehouse" userId="0ecba9273f6ad366" providerId="LiveId" clId="{F36E82C0-65ED-4BE7-8730-0F102FB388DD}" dt="2026-06-11T11:42:34.806" v="1897" actId="1076"/>
          <ac:spMkLst>
            <pc:docMk/>
            <pc:sldMk cId="1687136098" sldId="285"/>
            <ac:spMk id="2" creationId="{5ECAC116-B0E3-5329-62FF-FA251ECCA211}"/>
          </ac:spMkLst>
        </pc:spChg>
        <pc:spChg chg="add mod">
          <ac:chgData name="Michael Whitehouse" userId="0ecba9273f6ad366" providerId="LiveId" clId="{F36E82C0-65ED-4BE7-8730-0F102FB388DD}" dt="2026-06-09T17:33:13.242" v="885" actId="139"/>
          <ac:spMkLst>
            <pc:docMk/>
            <pc:sldMk cId="1687136098" sldId="285"/>
            <ac:spMk id="3" creationId="{A606F20F-0332-027B-F0AE-72D5A8CEAC7F}"/>
          </ac:spMkLst>
        </pc:spChg>
        <pc:spChg chg="add mod">
          <ac:chgData name="Michael Whitehouse" userId="0ecba9273f6ad366" providerId="LiveId" clId="{F36E82C0-65ED-4BE7-8730-0F102FB388DD}" dt="2026-06-09T17:33:13.358" v="895" actId="207"/>
          <ac:spMkLst>
            <pc:docMk/>
            <pc:sldMk cId="1687136098" sldId="285"/>
            <ac:spMk id="4" creationId="{8D999A96-AC81-FBAD-7756-AC43C495542B}"/>
          </ac:spMkLst>
        </pc:spChg>
        <pc:spChg chg="add mod">
          <ac:chgData name="Michael Whitehouse" userId="0ecba9273f6ad366" providerId="LiveId" clId="{F36E82C0-65ED-4BE7-8730-0F102FB388DD}" dt="2026-06-11T11:42:41.851" v="1898" actId="1076"/>
          <ac:spMkLst>
            <pc:docMk/>
            <pc:sldMk cId="1687136098" sldId="285"/>
            <ac:spMk id="5" creationId="{0E6C07FC-C32E-AEE6-4C4D-51521AF5B320}"/>
          </ac:spMkLst>
        </pc:spChg>
        <pc:spChg chg="add mod">
          <ac:chgData name="Michael Whitehouse" userId="0ecba9273f6ad366" providerId="LiveId" clId="{F36E82C0-65ED-4BE7-8730-0F102FB388DD}" dt="2026-06-11T11:42:41.851" v="1898" actId="1076"/>
          <ac:spMkLst>
            <pc:docMk/>
            <pc:sldMk cId="1687136098" sldId="285"/>
            <ac:spMk id="6" creationId="{CF8F2EAB-669A-640A-5F9B-A0C62327103B}"/>
          </ac:spMkLst>
        </pc:spChg>
        <pc:spChg chg="add mod">
          <ac:chgData name="Michael Whitehouse" userId="0ecba9273f6ad366" providerId="LiveId" clId="{F36E82C0-65ED-4BE7-8730-0F102FB388DD}" dt="2026-06-09T17:33:13.729" v="929" actId="207"/>
          <ac:spMkLst>
            <pc:docMk/>
            <pc:sldMk cId="1687136098" sldId="285"/>
            <ac:spMk id="7" creationId="{9D676A97-01D9-3CEE-60A3-8A29726C0ECA}"/>
          </ac:spMkLst>
        </pc:spChg>
        <pc:spChg chg="add mod">
          <ac:chgData name="Michael Whitehouse" userId="0ecba9273f6ad366" providerId="LiveId" clId="{F36E82C0-65ED-4BE7-8730-0F102FB388DD}" dt="2026-06-11T11:42:41.851" v="1898" actId="1076"/>
          <ac:spMkLst>
            <pc:docMk/>
            <pc:sldMk cId="1687136098" sldId="285"/>
            <ac:spMk id="8" creationId="{413AABF3-56D1-2FF2-499A-CB5C0FE52C8A}"/>
          </ac:spMkLst>
        </pc:spChg>
        <pc:spChg chg="add mod">
          <ac:chgData name="Michael Whitehouse" userId="0ecba9273f6ad366" providerId="LiveId" clId="{F36E82C0-65ED-4BE7-8730-0F102FB388DD}" dt="2026-06-09T17:33:13.978" v="951" actId="207"/>
          <ac:spMkLst>
            <pc:docMk/>
            <pc:sldMk cId="1687136098" sldId="285"/>
            <ac:spMk id="9" creationId="{9C11FA82-BA9C-7CFC-0DBB-F78C4F89B2AD}"/>
          </ac:spMkLst>
        </pc:spChg>
        <pc:spChg chg="add mod">
          <ac:chgData name="Michael Whitehouse" userId="0ecba9273f6ad366" providerId="LiveId" clId="{F36E82C0-65ED-4BE7-8730-0F102FB388DD}" dt="2026-06-11T11:42:41.851" v="1898" actId="1076"/>
          <ac:spMkLst>
            <pc:docMk/>
            <pc:sldMk cId="1687136098" sldId="285"/>
            <ac:spMk id="10" creationId="{40D40808-CD99-A48C-5AEA-4CBC27E8C775}"/>
          </ac:spMkLst>
        </pc:spChg>
        <pc:spChg chg="add mod">
          <ac:chgData name="Michael Whitehouse" userId="0ecba9273f6ad366" providerId="LiveId" clId="{F36E82C0-65ED-4BE7-8730-0F102FB388DD}" dt="2026-06-09T17:33:14.230" v="975" actId="139"/>
          <ac:spMkLst>
            <pc:docMk/>
            <pc:sldMk cId="1687136098" sldId="285"/>
            <ac:spMk id="11" creationId="{2AB76DD2-2397-6426-20C3-722ED49D3B13}"/>
          </ac:spMkLst>
        </pc:spChg>
        <pc:spChg chg="add mod">
          <ac:chgData name="Michael Whitehouse" userId="0ecba9273f6ad366" providerId="LiveId" clId="{F36E82C0-65ED-4BE7-8730-0F102FB388DD}" dt="2026-06-09T17:33:14.355" v="987" actId="139"/>
          <ac:spMkLst>
            <pc:docMk/>
            <pc:sldMk cId="1687136098" sldId="285"/>
            <ac:spMk id="12" creationId="{F5738FC6-A139-1A12-BD36-78DB08D163EF}"/>
          </ac:spMkLst>
        </pc:spChg>
        <pc:spChg chg="add mod">
          <ac:chgData name="Michael Whitehouse" userId="0ecba9273f6ad366" providerId="LiveId" clId="{F36E82C0-65ED-4BE7-8730-0F102FB388DD}" dt="2026-06-09T17:33:14.481" v="999" actId="139"/>
          <ac:spMkLst>
            <pc:docMk/>
            <pc:sldMk cId="1687136098" sldId="285"/>
            <ac:spMk id="13" creationId="{6CF9C144-F98D-2AFC-FFE2-6C3E99223042}"/>
          </ac:spMkLst>
        </pc:spChg>
        <pc:spChg chg="add mod">
          <ac:chgData name="Michael Whitehouse" userId="0ecba9273f6ad366" providerId="LiveId" clId="{F36E82C0-65ED-4BE7-8730-0F102FB388DD}" dt="2026-06-11T11:42:41.851" v="1898" actId="1076"/>
          <ac:spMkLst>
            <pc:docMk/>
            <pc:sldMk cId="1687136098" sldId="285"/>
            <ac:spMk id="14" creationId="{C3C4E66E-1C8D-CBE1-E09E-791E193247FA}"/>
          </ac:spMkLst>
        </pc:spChg>
        <pc:spChg chg="add mod">
          <ac:chgData name="Michael Whitehouse" userId="0ecba9273f6ad366" providerId="LiveId" clId="{F36E82C0-65ED-4BE7-8730-0F102FB388DD}" dt="2026-06-11T11:42:41.851" v="1898" actId="1076"/>
          <ac:spMkLst>
            <pc:docMk/>
            <pc:sldMk cId="1687136098" sldId="285"/>
            <ac:spMk id="15" creationId="{C63E6B6A-6D51-7D01-B63E-A2CC0C693D34}"/>
          </ac:spMkLst>
        </pc:spChg>
        <pc:spChg chg="add mod">
          <ac:chgData name="Michael Whitehouse" userId="0ecba9273f6ad366" providerId="LiveId" clId="{F36E82C0-65ED-4BE7-8730-0F102FB388DD}" dt="2026-06-11T11:42:41.851" v="1898" actId="1076"/>
          <ac:spMkLst>
            <pc:docMk/>
            <pc:sldMk cId="1687136098" sldId="285"/>
            <ac:spMk id="16" creationId="{026849B1-94B5-8C1B-9FE5-4A315BE9F958}"/>
          </ac:spMkLst>
        </pc:spChg>
        <pc:spChg chg="add mod">
          <ac:chgData name="Michael Whitehouse" userId="0ecba9273f6ad366" providerId="LiveId" clId="{F36E82C0-65ED-4BE7-8730-0F102FB388DD}" dt="2026-06-09T17:33:14.970" v="1043" actId="139"/>
          <ac:spMkLst>
            <pc:docMk/>
            <pc:sldMk cId="1687136098" sldId="285"/>
            <ac:spMk id="17" creationId="{6F79F55C-81CB-4CE0-EA1B-EC1B8AFC61E7}"/>
          </ac:spMkLst>
        </pc:spChg>
        <pc:spChg chg="add mod">
          <ac:chgData name="Michael Whitehouse" userId="0ecba9273f6ad366" providerId="LiveId" clId="{F36E82C0-65ED-4BE7-8730-0F102FB388DD}" dt="2026-06-09T17:33:15.090" v="1055" actId="139"/>
          <ac:spMkLst>
            <pc:docMk/>
            <pc:sldMk cId="1687136098" sldId="285"/>
            <ac:spMk id="18" creationId="{9FE610DB-499B-00B0-9BF3-D4B40CEAA49C}"/>
          </ac:spMkLst>
        </pc:spChg>
        <pc:spChg chg="add mod">
          <ac:chgData name="Michael Whitehouse" userId="0ecba9273f6ad366" providerId="LiveId" clId="{F36E82C0-65ED-4BE7-8730-0F102FB388DD}" dt="2026-06-09T17:33:15.217" v="1067" actId="139"/>
          <ac:spMkLst>
            <pc:docMk/>
            <pc:sldMk cId="1687136098" sldId="285"/>
            <ac:spMk id="19" creationId="{8AFA7866-D099-0640-6276-C0264444313B}"/>
          </ac:spMkLst>
        </pc:spChg>
        <pc:spChg chg="add mod">
          <ac:chgData name="Michael Whitehouse" userId="0ecba9273f6ad366" providerId="LiveId" clId="{F36E82C0-65ED-4BE7-8730-0F102FB388DD}" dt="2026-06-09T17:33:15.340" v="1079" actId="139"/>
          <ac:spMkLst>
            <pc:docMk/>
            <pc:sldMk cId="1687136098" sldId="285"/>
            <ac:spMk id="20" creationId="{E968AA08-2479-A809-510A-E20B350DF675}"/>
          </ac:spMkLst>
        </pc:spChg>
        <pc:spChg chg="add mod">
          <ac:chgData name="Michael Whitehouse" userId="0ecba9273f6ad366" providerId="LiveId" clId="{F36E82C0-65ED-4BE7-8730-0F102FB388DD}" dt="2026-06-11T11:42:41.851" v="1898" actId="1076"/>
          <ac:spMkLst>
            <pc:docMk/>
            <pc:sldMk cId="1687136098" sldId="285"/>
            <ac:spMk id="21" creationId="{24589EC0-FC10-8F33-66B4-DDA23E58993A}"/>
          </ac:spMkLst>
        </pc:spChg>
        <pc:spChg chg="add mod">
          <ac:chgData name="Michael Whitehouse" userId="0ecba9273f6ad366" providerId="LiveId" clId="{F36E82C0-65ED-4BE7-8730-0F102FB388DD}" dt="2026-06-11T11:42:41.851" v="1898" actId="1076"/>
          <ac:spMkLst>
            <pc:docMk/>
            <pc:sldMk cId="1687136098" sldId="285"/>
            <ac:spMk id="22" creationId="{C27DA7DB-9CDC-8AC5-37A4-BFF8A084CFC0}"/>
          </ac:spMkLst>
        </pc:spChg>
        <pc:spChg chg="add mod">
          <ac:chgData name="Michael Whitehouse" userId="0ecba9273f6ad366" providerId="LiveId" clId="{F36E82C0-65ED-4BE7-8730-0F102FB388DD}" dt="2026-06-11T11:42:41.851" v="1898" actId="1076"/>
          <ac:spMkLst>
            <pc:docMk/>
            <pc:sldMk cId="1687136098" sldId="285"/>
            <ac:spMk id="23" creationId="{F72993DF-EF3B-3EFD-A6B9-0483EFA3C881}"/>
          </ac:spMkLst>
        </pc:spChg>
        <pc:spChg chg="add mod">
          <ac:chgData name="Michael Whitehouse" userId="0ecba9273f6ad366" providerId="LiveId" clId="{F36E82C0-65ED-4BE7-8730-0F102FB388DD}" dt="2026-06-09T17:33:15.839" v="1123" actId="139"/>
          <ac:spMkLst>
            <pc:docMk/>
            <pc:sldMk cId="1687136098" sldId="285"/>
            <ac:spMk id="24" creationId="{91B3B45A-B6F4-EB96-C6B7-4BF95889D831}"/>
          </ac:spMkLst>
        </pc:spChg>
        <pc:spChg chg="add mod">
          <ac:chgData name="Michael Whitehouse" userId="0ecba9273f6ad366" providerId="LiveId" clId="{F36E82C0-65ED-4BE7-8730-0F102FB388DD}" dt="2026-06-09T17:33:15.961" v="1135" actId="139"/>
          <ac:spMkLst>
            <pc:docMk/>
            <pc:sldMk cId="1687136098" sldId="285"/>
            <ac:spMk id="25" creationId="{561034B3-A1C8-057A-F881-CFEA3EFF796B}"/>
          </ac:spMkLst>
        </pc:spChg>
        <pc:spChg chg="add mod">
          <ac:chgData name="Michael Whitehouse" userId="0ecba9273f6ad366" providerId="LiveId" clId="{F36E82C0-65ED-4BE7-8730-0F102FB388DD}" dt="2026-06-09T17:33:15.976" v="1145" actId="207"/>
          <ac:spMkLst>
            <pc:docMk/>
            <pc:sldMk cId="1687136098" sldId="285"/>
            <ac:spMk id="26" creationId="{EC93D783-8F19-9AE0-DCCB-8FEF7396D18A}"/>
          </ac:spMkLst>
        </pc:spChg>
        <pc:spChg chg="add mod">
          <ac:chgData name="Michael Whitehouse" userId="0ecba9273f6ad366" providerId="LiveId" clId="{F36E82C0-65ED-4BE7-8730-0F102FB388DD}" dt="2026-06-09T17:33:15.990" v="1155" actId="207"/>
          <ac:spMkLst>
            <pc:docMk/>
            <pc:sldMk cId="1687136098" sldId="285"/>
            <ac:spMk id="27" creationId="{4AE76317-F35E-523D-6026-326A9872636F}"/>
          </ac:spMkLst>
        </pc:spChg>
      </pc:sldChg>
      <pc:sldChg chg="addSp delSp modSp add mod">
        <pc:chgData name="Michael Whitehouse" userId="0ecba9273f6ad366" providerId="LiveId" clId="{F36E82C0-65ED-4BE7-8730-0F102FB388DD}" dt="2026-06-09T17:33:19.250" v="1398" actId="207"/>
        <pc:sldMkLst>
          <pc:docMk/>
          <pc:sldMk cId="2044710606" sldId="286"/>
        </pc:sldMkLst>
        <pc:spChg chg="mod">
          <ac:chgData name="Michael Whitehouse" userId="0ecba9273f6ad366" providerId="LiveId" clId="{F36E82C0-65ED-4BE7-8730-0F102FB388DD}" dt="2026-06-09T17:33:15.997" v="1159" actId="139"/>
          <ac:spMkLst>
            <pc:docMk/>
            <pc:sldMk cId="2044710606" sldId="286"/>
            <ac:spMk id="2" creationId="{7B3CB454-11EA-1832-F062-C3539FC4D2A2}"/>
          </ac:spMkLst>
        </pc:spChg>
        <pc:spChg chg="add mod">
          <ac:chgData name="Michael Whitehouse" userId="0ecba9273f6ad366" providerId="LiveId" clId="{F36E82C0-65ED-4BE7-8730-0F102FB388DD}" dt="2026-06-09T17:33:16.975" v="1175" actId="139"/>
          <ac:spMkLst>
            <pc:docMk/>
            <pc:sldMk cId="2044710606" sldId="286"/>
            <ac:spMk id="5" creationId="{1999C9C7-3A52-3A97-A153-B8E8FCB44680}"/>
          </ac:spMkLst>
        </pc:spChg>
        <pc:spChg chg="add mod">
          <ac:chgData name="Michael Whitehouse" userId="0ecba9273f6ad366" providerId="LiveId" clId="{F36E82C0-65ED-4BE7-8730-0F102FB388DD}" dt="2026-06-09T17:33:17.093" v="1187" actId="139"/>
          <ac:spMkLst>
            <pc:docMk/>
            <pc:sldMk cId="2044710606" sldId="286"/>
            <ac:spMk id="6" creationId="{B7FDE64A-9A5C-3B49-C239-138C51696BCE}"/>
          </ac:spMkLst>
        </pc:spChg>
        <pc:spChg chg="add mod">
          <ac:chgData name="Michael Whitehouse" userId="0ecba9273f6ad366" providerId="LiveId" clId="{F36E82C0-65ED-4BE7-8730-0F102FB388DD}" dt="2026-06-09T17:33:17.217" v="1199" actId="139"/>
          <ac:spMkLst>
            <pc:docMk/>
            <pc:sldMk cId="2044710606" sldId="286"/>
            <ac:spMk id="7" creationId="{09FA6557-4737-5846-C926-BE8424A61292}"/>
          </ac:spMkLst>
        </pc:spChg>
        <pc:spChg chg="add mod">
          <ac:chgData name="Michael Whitehouse" userId="0ecba9273f6ad366" providerId="LiveId" clId="{F36E82C0-65ED-4BE7-8730-0F102FB388DD}" dt="2026-06-09T17:33:17.343" v="1211" actId="139"/>
          <ac:spMkLst>
            <pc:docMk/>
            <pc:sldMk cId="2044710606" sldId="286"/>
            <ac:spMk id="8" creationId="{5E4CD85E-ECDB-A951-6C65-AF0C52F0E290}"/>
          </ac:spMkLst>
        </pc:spChg>
        <pc:spChg chg="add mod">
          <ac:chgData name="Michael Whitehouse" userId="0ecba9273f6ad366" providerId="LiveId" clId="{F36E82C0-65ED-4BE7-8730-0F102FB388DD}" dt="2026-06-09T17:33:17.463" v="1220"/>
          <ac:spMkLst>
            <pc:docMk/>
            <pc:sldMk cId="2044710606" sldId="286"/>
            <ac:spMk id="9" creationId="{11B4FD0E-D6F3-EA30-AAB1-FC914FADA283}"/>
          </ac:spMkLst>
        </pc:spChg>
        <pc:spChg chg="add mod">
          <ac:chgData name="Michael Whitehouse" userId="0ecba9273f6ad366" providerId="LiveId" clId="{F36E82C0-65ED-4BE7-8730-0F102FB388DD}" dt="2026-06-09T17:33:17.589" v="1229"/>
          <ac:spMkLst>
            <pc:docMk/>
            <pc:sldMk cId="2044710606" sldId="286"/>
            <ac:spMk id="10" creationId="{A2F38510-0EB3-4EA2-0F19-F84FBF3ECAA6}"/>
          </ac:spMkLst>
        </pc:spChg>
        <pc:spChg chg="add mod">
          <ac:chgData name="Michael Whitehouse" userId="0ecba9273f6ad366" providerId="LiveId" clId="{F36E82C0-65ED-4BE7-8730-0F102FB388DD}" dt="2026-06-09T17:33:17.715" v="1238"/>
          <ac:spMkLst>
            <pc:docMk/>
            <pc:sldMk cId="2044710606" sldId="286"/>
            <ac:spMk id="11" creationId="{96486C40-3750-8AC5-3125-11DB88518D68}"/>
          </ac:spMkLst>
        </pc:spChg>
        <pc:spChg chg="add mod">
          <ac:chgData name="Michael Whitehouse" userId="0ecba9273f6ad366" providerId="LiveId" clId="{F36E82C0-65ED-4BE7-8730-0F102FB388DD}" dt="2026-06-09T17:33:17.845" v="1249" actId="139"/>
          <ac:spMkLst>
            <pc:docMk/>
            <pc:sldMk cId="2044710606" sldId="286"/>
            <ac:spMk id="12" creationId="{EED39C57-D7FA-1F14-7927-DE1E1E7F17CC}"/>
          </ac:spMkLst>
        </pc:spChg>
        <pc:spChg chg="add mod">
          <ac:chgData name="Michael Whitehouse" userId="0ecba9273f6ad366" providerId="LiveId" clId="{F36E82C0-65ED-4BE7-8730-0F102FB388DD}" dt="2026-06-09T17:33:17.973" v="1261" actId="139"/>
          <ac:spMkLst>
            <pc:docMk/>
            <pc:sldMk cId="2044710606" sldId="286"/>
            <ac:spMk id="13" creationId="{EB924082-8430-FA5E-D45D-39E6F3F5CA6F}"/>
          </ac:spMkLst>
        </pc:spChg>
        <pc:spChg chg="add mod">
          <ac:chgData name="Michael Whitehouse" userId="0ecba9273f6ad366" providerId="LiveId" clId="{F36E82C0-65ED-4BE7-8730-0F102FB388DD}" dt="2026-06-09T17:33:18.099" v="1273" actId="139"/>
          <ac:spMkLst>
            <pc:docMk/>
            <pc:sldMk cId="2044710606" sldId="286"/>
            <ac:spMk id="14" creationId="{B72C32D9-96FD-EC80-3E15-07325368EEFF}"/>
          </ac:spMkLst>
        </pc:spChg>
        <pc:spChg chg="add mod">
          <ac:chgData name="Michael Whitehouse" userId="0ecba9273f6ad366" providerId="LiveId" clId="{F36E82C0-65ED-4BE7-8730-0F102FB388DD}" dt="2026-06-09T17:33:18.226" v="1285" actId="139"/>
          <ac:spMkLst>
            <pc:docMk/>
            <pc:sldMk cId="2044710606" sldId="286"/>
            <ac:spMk id="15" creationId="{0AF1101C-FE7D-004C-E140-8D80C333ED4D}"/>
          </ac:spMkLst>
        </pc:spChg>
        <pc:spChg chg="add mod">
          <ac:chgData name="Michael Whitehouse" userId="0ecba9273f6ad366" providerId="LiveId" clId="{F36E82C0-65ED-4BE7-8730-0F102FB388DD}" dt="2026-06-09T17:33:18.351" v="1297" actId="139"/>
          <ac:spMkLst>
            <pc:docMk/>
            <pc:sldMk cId="2044710606" sldId="286"/>
            <ac:spMk id="16" creationId="{BD18A4B6-1CB0-A8FA-0033-D2D1C51C386F}"/>
          </ac:spMkLst>
        </pc:spChg>
        <pc:spChg chg="add mod">
          <ac:chgData name="Michael Whitehouse" userId="0ecba9273f6ad366" providerId="LiveId" clId="{F36E82C0-65ED-4BE7-8730-0F102FB388DD}" dt="2026-06-09T17:33:18.477" v="1309" actId="139"/>
          <ac:spMkLst>
            <pc:docMk/>
            <pc:sldMk cId="2044710606" sldId="286"/>
            <ac:spMk id="17" creationId="{A55E9037-9AC2-3C60-0229-BF2D93E83ED1}"/>
          </ac:spMkLst>
        </pc:spChg>
        <pc:spChg chg="add mod">
          <ac:chgData name="Michael Whitehouse" userId="0ecba9273f6ad366" providerId="LiveId" clId="{F36E82C0-65ED-4BE7-8730-0F102FB388DD}" dt="2026-06-09T17:33:18.598" v="1319" actId="207"/>
          <ac:spMkLst>
            <pc:docMk/>
            <pc:sldMk cId="2044710606" sldId="286"/>
            <ac:spMk id="18" creationId="{9ED3EEE2-93AB-4B14-96FD-99CAA9E9EF24}"/>
          </ac:spMkLst>
        </pc:spChg>
        <pc:spChg chg="add mod">
          <ac:chgData name="Michael Whitehouse" userId="0ecba9273f6ad366" providerId="LiveId" clId="{F36E82C0-65ED-4BE7-8730-0F102FB388DD}" dt="2026-06-09T17:33:18.726" v="1330" actId="139"/>
          <ac:spMkLst>
            <pc:docMk/>
            <pc:sldMk cId="2044710606" sldId="286"/>
            <ac:spMk id="19" creationId="{D3561452-5C57-8FF4-0FD3-FF42C5062193}"/>
          </ac:spMkLst>
        </pc:spChg>
        <pc:spChg chg="add mod">
          <ac:chgData name="Michael Whitehouse" userId="0ecba9273f6ad366" providerId="LiveId" clId="{F36E82C0-65ED-4BE7-8730-0F102FB388DD}" dt="2026-06-09T17:33:18.850" v="1342" actId="139"/>
          <ac:spMkLst>
            <pc:docMk/>
            <pc:sldMk cId="2044710606" sldId="286"/>
            <ac:spMk id="20" creationId="{FCB0F56A-5FCF-9C4C-312B-8EA757756EAC}"/>
          </ac:spMkLst>
        </pc:spChg>
        <pc:spChg chg="add mod">
          <ac:chgData name="Michael Whitehouse" userId="0ecba9273f6ad366" providerId="LiveId" clId="{F36E82C0-65ED-4BE7-8730-0F102FB388DD}" dt="2026-06-09T17:33:18.976" v="1354" actId="139"/>
          <ac:spMkLst>
            <pc:docMk/>
            <pc:sldMk cId="2044710606" sldId="286"/>
            <ac:spMk id="21" creationId="{2A6A4080-F512-EB92-BB4A-82A8B6D12A88}"/>
          </ac:spMkLst>
        </pc:spChg>
        <pc:spChg chg="add mod">
          <ac:chgData name="Michael Whitehouse" userId="0ecba9273f6ad366" providerId="LiveId" clId="{F36E82C0-65ED-4BE7-8730-0F102FB388DD}" dt="2026-06-09T17:33:19.102" v="1366" actId="139"/>
          <ac:spMkLst>
            <pc:docMk/>
            <pc:sldMk cId="2044710606" sldId="286"/>
            <ac:spMk id="22" creationId="{BB5B0901-F2EC-0180-B30D-E2D0FC05C397}"/>
          </ac:spMkLst>
        </pc:spChg>
        <pc:spChg chg="add mod">
          <ac:chgData name="Michael Whitehouse" userId="0ecba9273f6ad366" providerId="LiveId" clId="{F36E82C0-65ED-4BE7-8730-0F102FB388DD}" dt="2026-06-09T17:33:19.222" v="1378" actId="139"/>
          <ac:spMkLst>
            <pc:docMk/>
            <pc:sldMk cId="2044710606" sldId="286"/>
            <ac:spMk id="23" creationId="{F2F23247-0D6A-C96F-0257-3E1C1DDF4124}"/>
          </ac:spMkLst>
        </pc:spChg>
        <pc:spChg chg="add mod">
          <ac:chgData name="Michael Whitehouse" userId="0ecba9273f6ad366" providerId="LiveId" clId="{F36E82C0-65ED-4BE7-8730-0F102FB388DD}" dt="2026-06-09T17:33:19.236" v="1388" actId="207"/>
          <ac:spMkLst>
            <pc:docMk/>
            <pc:sldMk cId="2044710606" sldId="286"/>
            <ac:spMk id="24" creationId="{04B6D0F0-4BEE-DF85-6735-6FE8B65BD8C9}"/>
          </ac:spMkLst>
        </pc:spChg>
        <pc:spChg chg="add mod">
          <ac:chgData name="Michael Whitehouse" userId="0ecba9273f6ad366" providerId="LiveId" clId="{F36E82C0-65ED-4BE7-8730-0F102FB388DD}" dt="2026-06-09T17:33:19.250" v="1398" actId="207"/>
          <ac:spMkLst>
            <pc:docMk/>
            <pc:sldMk cId="2044710606" sldId="286"/>
            <ac:spMk id="25" creationId="{3824DEEF-AD29-664C-9F4D-3FCDFA580A32}"/>
          </ac:spMkLst>
        </pc:spChg>
      </pc:sldChg>
      <pc:sldChg chg="addSp modSp add mod modClrScheme chgLayout">
        <pc:chgData name="Michael Whitehouse" userId="0ecba9273f6ad366" providerId="LiveId" clId="{F36E82C0-65ED-4BE7-8730-0F102FB388DD}" dt="2026-06-11T11:42:58.001" v="1900" actId="1076"/>
        <pc:sldMkLst>
          <pc:docMk/>
          <pc:sldMk cId="3021806755" sldId="287"/>
        </pc:sldMkLst>
        <pc:spChg chg="mod ord">
          <ac:chgData name="Michael Whitehouse" userId="0ecba9273f6ad366" providerId="LiveId" clId="{F36E82C0-65ED-4BE7-8730-0F102FB388DD}" dt="2026-06-11T11:42:58.001" v="1900" actId="1076"/>
          <ac:spMkLst>
            <pc:docMk/>
            <pc:sldMk cId="3021806755" sldId="287"/>
            <ac:spMk id="2" creationId="{1C72318E-6ACE-41ED-786C-5E6D81834C89}"/>
          </ac:spMkLst>
        </pc:spChg>
        <pc:spChg chg="add mod">
          <ac:chgData name="Michael Whitehouse" userId="0ecba9273f6ad366" providerId="LiveId" clId="{F36E82C0-65ED-4BE7-8730-0F102FB388DD}" dt="2026-06-09T17:33:19.529" v="1411"/>
          <ac:spMkLst>
            <pc:docMk/>
            <pc:sldMk cId="3021806755" sldId="287"/>
            <ac:spMk id="3" creationId="{AF82BB3B-C74A-A219-B968-B2B4C5271B80}"/>
          </ac:spMkLst>
        </pc:spChg>
        <pc:spChg chg="add mod">
          <ac:chgData name="Michael Whitehouse" userId="0ecba9273f6ad366" providerId="LiveId" clId="{F36E82C0-65ED-4BE7-8730-0F102FB388DD}" dt="2026-06-09T17:33:19.661" v="1422" actId="139"/>
          <ac:spMkLst>
            <pc:docMk/>
            <pc:sldMk cId="3021806755" sldId="287"/>
            <ac:spMk id="4" creationId="{F5C26918-9477-F261-F4CA-7B44FDFF57A8}"/>
          </ac:spMkLst>
        </pc:spChg>
        <pc:spChg chg="add mod">
          <ac:chgData name="Michael Whitehouse" userId="0ecba9273f6ad366" providerId="LiveId" clId="{F36E82C0-65ED-4BE7-8730-0F102FB388DD}" dt="2026-06-09T17:33:19.787" v="1433" actId="139"/>
          <ac:spMkLst>
            <pc:docMk/>
            <pc:sldMk cId="3021806755" sldId="287"/>
            <ac:spMk id="5" creationId="{0C85BE53-28E5-1774-1685-EF7009224A7B}"/>
          </ac:spMkLst>
        </pc:spChg>
        <pc:spChg chg="add mod">
          <ac:chgData name="Michael Whitehouse" userId="0ecba9273f6ad366" providerId="LiveId" clId="{F36E82C0-65ED-4BE7-8730-0F102FB388DD}" dt="2026-06-09T17:33:19.800" v="1443" actId="207"/>
          <ac:spMkLst>
            <pc:docMk/>
            <pc:sldMk cId="3021806755" sldId="287"/>
            <ac:spMk id="6" creationId="{C4467376-68D8-4248-D6EA-CD97F81474A2}"/>
          </ac:spMkLst>
        </pc:spChg>
        <pc:spChg chg="add mod">
          <ac:chgData name="Michael Whitehouse" userId="0ecba9273f6ad366" providerId="LiveId" clId="{F36E82C0-65ED-4BE7-8730-0F102FB388DD}" dt="2026-06-09T17:33:19.815" v="1453" actId="207"/>
          <ac:spMkLst>
            <pc:docMk/>
            <pc:sldMk cId="3021806755" sldId="287"/>
            <ac:spMk id="7" creationId="{7A775ED7-2673-524B-13C9-1DAC34DBC92C}"/>
          </ac:spMkLst>
        </pc:spChg>
      </pc:sldChg>
      <pc:sldChg chg="addSp delSp modSp add mod modClrScheme chgLayout">
        <pc:chgData name="Michael Whitehouse" userId="0ecba9273f6ad366" providerId="LiveId" clId="{F36E82C0-65ED-4BE7-8730-0F102FB388DD}" dt="2026-06-11T11:47:32.170" v="2025" actId="478"/>
        <pc:sldMkLst>
          <pc:docMk/>
          <pc:sldMk cId="2113164669" sldId="289"/>
        </pc:sldMkLst>
        <pc:spChg chg="mod ord">
          <ac:chgData name="Michael Whitehouse" userId="0ecba9273f6ad366" providerId="LiveId" clId="{F36E82C0-65ED-4BE7-8730-0F102FB388DD}" dt="2026-06-11T11:47:21.950" v="2021" actId="26606"/>
          <ac:spMkLst>
            <pc:docMk/>
            <pc:sldMk cId="2113164669" sldId="289"/>
            <ac:spMk id="2" creationId="{0765E62F-0A30-8B44-BC1F-0065F8736554}"/>
          </ac:spMkLst>
        </pc:spChg>
        <pc:spChg chg="mod ord">
          <ac:chgData name="Michael Whitehouse" userId="0ecba9273f6ad366" providerId="LiveId" clId="{F36E82C0-65ED-4BE7-8730-0F102FB388DD}" dt="2026-06-11T11:47:21.950" v="2021" actId="26606"/>
          <ac:spMkLst>
            <pc:docMk/>
            <pc:sldMk cId="2113164669" sldId="289"/>
            <ac:spMk id="3" creationId="{FC3B0CAF-1218-DCAE-DBA9-52DF1D937C3C}"/>
          </ac:spMkLst>
        </pc:spChg>
        <pc:spChg chg="mod ord">
          <ac:chgData name="Michael Whitehouse" userId="0ecba9273f6ad366" providerId="LiveId" clId="{F36E82C0-65ED-4BE7-8730-0F102FB388DD}" dt="2026-06-11T11:47:21.950" v="2021" actId="26606"/>
          <ac:spMkLst>
            <pc:docMk/>
            <pc:sldMk cId="2113164669" sldId="289"/>
            <ac:spMk id="4" creationId="{5C689CCB-8D2C-7A00-236D-E189522D456A}"/>
          </ac:spMkLst>
        </pc:spChg>
        <pc:spChg chg="mod ord">
          <ac:chgData name="Michael Whitehouse" userId="0ecba9273f6ad366" providerId="LiveId" clId="{F36E82C0-65ED-4BE7-8730-0F102FB388DD}" dt="2026-06-11T11:47:21.950" v="2021" actId="26606"/>
          <ac:spMkLst>
            <pc:docMk/>
            <pc:sldMk cId="2113164669" sldId="289"/>
            <ac:spMk id="5" creationId="{8A872CDE-0586-4E06-A0C2-2DF795D29999}"/>
          </ac:spMkLst>
        </pc:spChg>
        <pc:spChg chg="mod ord">
          <ac:chgData name="Michael Whitehouse" userId="0ecba9273f6ad366" providerId="LiveId" clId="{F36E82C0-65ED-4BE7-8730-0F102FB388DD}" dt="2026-06-11T11:47:21.950" v="2021" actId="26606"/>
          <ac:spMkLst>
            <pc:docMk/>
            <pc:sldMk cId="2113164669" sldId="289"/>
            <ac:spMk id="6" creationId="{89E7E77B-5F1E-9BD3-422B-621D9768E786}"/>
          </ac:spMkLst>
        </pc:spChg>
      </pc:sldChg>
      <pc:sldChg chg="addSp delSp modSp add mod modClrScheme chgLayout">
        <pc:chgData name="Michael Whitehouse" userId="0ecba9273f6ad366" providerId="LiveId" clId="{F36E82C0-65ED-4BE7-8730-0F102FB388DD}" dt="2026-06-11T11:46:43.594" v="1989" actId="700"/>
        <pc:sldMkLst>
          <pc:docMk/>
          <pc:sldMk cId="838907061" sldId="290"/>
        </pc:sldMkLst>
        <pc:spChg chg="mod ord">
          <ac:chgData name="Michael Whitehouse" userId="0ecba9273f6ad366" providerId="LiveId" clId="{F36E82C0-65ED-4BE7-8730-0F102FB388DD}" dt="2026-06-11T11:46:43.594" v="1989" actId="700"/>
          <ac:spMkLst>
            <pc:docMk/>
            <pc:sldMk cId="838907061" sldId="290"/>
            <ac:spMk id="2" creationId="{54E934A7-6FBE-B426-B4DB-5DDC0E36728C}"/>
          </ac:spMkLst>
        </pc:spChg>
        <pc:spChg chg="add mod">
          <ac:chgData name="Michael Whitehouse" userId="0ecba9273f6ad366" providerId="LiveId" clId="{F36E82C0-65ED-4BE7-8730-0F102FB388DD}" dt="2026-06-09T17:33:20.979" v="1562" actId="208"/>
          <ac:spMkLst>
            <pc:docMk/>
            <pc:sldMk cId="838907061" sldId="290"/>
            <ac:spMk id="9" creationId="{0784AF67-C5E1-1E07-948F-3C8E5E91ECD5}"/>
          </ac:spMkLst>
        </pc:spChg>
        <pc:spChg chg="add mod">
          <ac:chgData name="Michael Whitehouse" userId="0ecba9273f6ad366" providerId="LiveId" clId="{F36E82C0-65ED-4BE7-8730-0F102FB388DD}" dt="2026-06-09T17:33:21.104" v="1573" actId="139"/>
          <ac:spMkLst>
            <pc:docMk/>
            <pc:sldMk cId="838907061" sldId="290"/>
            <ac:spMk id="10" creationId="{636B8D01-0A2A-BFC6-38C8-AFD2453A4D28}"/>
          </ac:spMkLst>
        </pc:spChg>
        <pc:spChg chg="add mod">
          <ac:chgData name="Michael Whitehouse" userId="0ecba9273f6ad366" providerId="LiveId" clId="{F36E82C0-65ED-4BE7-8730-0F102FB388DD}" dt="2026-06-09T17:33:21.228" v="1584" actId="139"/>
          <ac:spMkLst>
            <pc:docMk/>
            <pc:sldMk cId="838907061" sldId="290"/>
            <ac:spMk id="11" creationId="{EF46003C-48A3-F4FF-B757-DC0088D22D93}"/>
          </ac:spMkLst>
        </pc:spChg>
        <pc:spChg chg="add mod">
          <ac:chgData name="Michael Whitehouse" userId="0ecba9273f6ad366" providerId="LiveId" clId="{F36E82C0-65ED-4BE7-8730-0F102FB388DD}" dt="2026-06-09T17:33:21.335" v="1593"/>
          <ac:spMkLst>
            <pc:docMk/>
            <pc:sldMk cId="838907061" sldId="290"/>
            <ac:spMk id="12" creationId="{CE898ED2-99D5-6F14-DFC9-DD66E543AD08}"/>
          </ac:spMkLst>
        </pc:spChg>
        <pc:spChg chg="add mod">
          <ac:chgData name="Michael Whitehouse" userId="0ecba9273f6ad366" providerId="LiveId" clId="{F36E82C0-65ED-4BE7-8730-0F102FB388DD}" dt="2026-06-09T17:33:21.466" v="1603" actId="208"/>
          <ac:spMkLst>
            <pc:docMk/>
            <pc:sldMk cId="838907061" sldId="290"/>
            <ac:spMk id="13" creationId="{72CAFD5F-3F50-BE59-D7F4-24E7413F4D79}"/>
          </ac:spMkLst>
        </pc:spChg>
        <pc:spChg chg="add mod">
          <ac:chgData name="Michael Whitehouse" userId="0ecba9273f6ad366" providerId="LiveId" clId="{F36E82C0-65ED-4BE7-8730-0F102FB388DD}" dt="2026-06-09T17:33:21.592" v="1614" actId="139"/>
          <ac:spMkLst>
            <pc:docMk/>
            <pc:sldMk cId="838907061" sldId="290"/>
            <ac:spMk id="14" creationId="{DB5039B7-86AF-C509-2B3D-9AA931E7D1B5}"/>
          </ac:spMkLst>
        </pc:spChg>
        <pc:spChg chg="add mod">
          <ac:chgData name="Michael Whitehouse" userId="0ecba9273f6ad366" providerId="LiveId" clId="{F36E82C0-65ED-4BE7-8730-0F102FB388DD}" dt="2026-06-09T17:33:21.715" v="1625" actId="139"/>
          <ac:spMkLst>
            <pc:docMk/>
            <pc:sldMk cId="838907061" sldId="290"/>
            <ac:spMk id="15" creationId="{5714F920-0817-91CB-EAAE-DEC1F3BA7D74}"/>
          </ac:spMkLst>
        </pc:spChg>
        <pc:spChg chg="add mod">
          <ac:chgData name="Michael Whitehouse" userId="0ecba9273f6ad366" providerId="LiveId" clId="{F36E82C0-65ED-4BE7-8730-0F102FB388DD}" dt="2026-06-09T17:33:21.837" v="1634"/>
          <ac:spMkLst>
            <pc:docMk/>
            <pc:sldMk cId="838907061" sldId="290"/>
            <ac:spMk id="16" creationId="{16A54D2C-7DF8-597B-88FB-2DC87A559F9C}"/>
          </ac:spMkLst>
        </pc:spChg>
        <pc:spChg chg="add mod">
          <ac:chgData name="Michael Whitehouse" userId="0ecba9273f6ad366" providerId="LiveId" clId="{F36E82C0-65ED-4BE7-8730-0F102FB388DD}" dt="2026-06-09T17:33:21.951" v="1644" actId="208"/>
          <ac:spMkLst>
            <pc:docMk/>
            <pc:sldMk cId="838907061" sldId="290"/>
            <ac:spMk id="17" creationId="{AAFFE6D9-D1D0-199A-EC94-A8C7E660CEF1}"/>
          </ac:spMkLst>
        </pc:spChg>
        <pc:spChg chg="add mod">
          <ac:chgData name="Michael Whitehouse" userId="0ecba9273f6ad366" providerId="LiveId" clId="{F36E82C0-65ED-4BE7-8730-0F102FB388DD}" dt="2026-06-09T17:33:22.077" v="1655" actId="139"/>
          <ac:spMkLst>
            <pc:docMk/>
            <pc:sldMk cId="838907061" sldId="290"/>
            <ac:spMk id="18" creationId="{2B09FB39-A84C-9A12-FE97-45F3641641D5}"/>
          </ac:spMkLst>
        </pc:spChg>
        <pc:spChg chg="add mod">
          <ac:chgData name="Michael Whitehouse" userId="0ecba9273f6ad366" providerId="LiveId" clId="{F36E82C0-65ED-4BE7-8730-0F102FB388DD}" dt="2026-06-09T17:33:22.202" v="1666" actId="139"/>
          <ac:spMkLst>
            <pc:docMk/>
            <pc:sldMk cId="838907061" sldId="290"/>
            <ac:spMk id="19" creationId="{88DBA61B-ABBA-EB03-3A44-CF40552BA8D9}"/>
          </ac:spMkLst>
        </pc:spChg>
        <pc:spChg chg="add mod">
          <ac:chgData name="Michael Whitehouse" userId="0ecba9273f6ad366" providerId="LiveId" clId="{F36E82C0-65ED-4BE7-8730-0F102FB388DD}" dt="2026-06-09T17:33:22.326" v="1675"/>
          <ac:spMkLst>
            <pc:docMk/>
            <pc:sldMk cId="838907061" sldId="290"/>
            <ac:spMk id="20" creationId="{37A3680F-B358-0243-C97A-7B0735207446}"/>
          </ac:spMkLst>
        </pc:spChg>
        <pc:spChg chg="add mod">
          <ac:chgData name="Michael Whitehouse" userId="0ecba9273f6ad366" providerId="LiveId" clId="{F36E82C0-65ED-4BE7-8730-0F102FB388DD}" dt="2026-06-09T17:33:22.449" v="1685" actId="208"/>
          <ac:spMkLst>
            <pc:docMk/>
            <pc:sldMk cId="838907061" sldId="290"/>
            <ac:spMk id="21" creationId="{94C898AB-55C6-663B-DADF-FB8DE621BA2A}"/>
          </ac:spMkLst>
        </pc:spChg>
        <pc:spChg chg="add mod">
          <ac:chgData name="Michael Whitehouse" userId="0ecba9273f6ad366" providerId="LiveId" clId="{F36E82C0-65ED-4BE7-8730-0F102FB388DD}" dt="2026-06-09T17:33:22.578" v="1696" actId="139"/>
          <ac:spMkLst>
            <pc:docMk/>
            <pc:sldMk cId="838907061" sldId="290"/>
            <ac:spMk id="22" creationId="{26EAFBA2-558E-3858-1729-88B5C0EF484C}"/>
          </ac:spMkLst>
        </pc:spChg>
        <pc:spChg chg="add mod">
          <ac:chgData name="Michael Whitehouse" userId="0ecba9273f6ad366" providerId="LiveId" clId="{F36E82C0-65ED-4BE7-8730-0F102FB388DD}" dt="2026-06-09T17:33:22.700" v="1707" actId="139"/>
          <ac:spMkLst>
            <pc:docMk/>
            <pc:sldMk cId="838907061" sldId="290"/>
            <ac:spMk id="23" creationId="{F96E1E11-CD7C-735A-5A2B-EFD1CC078D8A}"/>
          </ac:spMkLst>
        </pc:spChg>
        <pc:spChg chg="add mod">
          <ac:chgData name="Michael Whitehouse" userId="0ecba9273f6ad366" providerId="LiveId" clId="{F36E82C0-65ED-4BE7-8730-0F102FB388DD}" dt="2026-06-09T17:33:22.715" v="1717" actId="207"/>
          <ac:spMkLst>
            <pc:docMk/>
            <pc:sldMk cId="838907061" sldId="290"/>
            <ac:spMk id="24" creationId="{0B5ADAEA-E7A8-F590-BF53-01E1602A670D}"/>
          </ac:spMkLst>
        </pc:spChg>
        <pc:spChg chg="add mod">
          <ac:chgData name="Michael Whitehouse" userId="0ecba9273f6ad366" providerId="LiveId" clId="{F36E82C0-65ED-4BE7-8730-0F102FB388DD}" dt="2026-06-09T17:33:22.729" v="1727" actId="207"/>
          <ac:spMkLst>
            <pc:docMk/>
            <pc:sldMk cId="838907061" sldId="290"/>
            <ac:spMk id="25" creationId="{C0457EF1-6DCA-B1C5-5196-24EBC32601DA}"/>
          </ac:spMkLst>
        </pc:spChg>
      </pc:sldChg>
      <pc:sldChg chg="addSp delSp modSp add mod">
        <pc:chgData name="Michael Whitehouse" userId="0ecba9273f6ad366" providerId="LiveId" clId="{F36E82C0-65ED-4BE7-8730-0F102FB388DD}" dt="2026-06-11T11:46:37.020" v="1988" actId="478"/>
        <pc:sldMkLst>
          <pc:docMk/>
          <pc:sldMk cId="411699868" sldId="291"/>
        </pc:sldMkLst>
        <pc:spChg chg="mod">
          <ac:chgData name="Michael Whitehouse" userId="0ecba9273f6ad366" providerId="LiveId" clId="{F36E82C0-65ED-4BE7-8730-0F102FB388DD}" dt="2026-06-09T17:33:22.737" v="1731" actId="139"/>
          <ac:spMkLst>
            <pc:docMk/>
            <pc:sldMk cId="411699868" sldId="291"/>
            <ac:spMk id="2" creationId="{D883833D-3AFB-9169-95A6-835720D67623}"/>
          </ac:spMkLst>
        </pc:spChg>
        <pc:spChg chg="add mod">
          <ac:chgData name="Michael Whitehouse" userId="0ecba9273f6ad366" providerId="LiveId" clId="{F36E82C0-65ED-4BE7-8730-0F102FB388DD}" dt="2026-06-11T11:46:35.861" v="1987" actId="1076"/>
          <ac:spMkLst>
            <pc:docMk/>
            <pc:sldMk cId="411699868" sldId="291"/>
            <ac:spMk id="3" creationId="{F6903019-7868-AD72-6355-812C8BFB4E79}"/>
          </ac:spMkLst>
        </pc:spChg>
        <pc:spChg chg="add mod">
          <ac:chgData name="Michael Whitehouse" userId="0ecba9273f6ad366" providerId="LiveId" clId="{F36E82C0-65ED-4BE7-8730-0F102FB388DD}" dt="2026-06-09T17:33:23.408" v="1765" actId="207"/>
          <ac:spMkLst>
            <pc:docMk/>
            <pc:sldMk cId="411699868" sldId="291"/>
            <ac:spMk id="5" creationId="{F6E1BAF7-6413-23DB-5C1D-05323E1578CD}"/>
          </ac:spMkLst>
        </pc:spChg>
        <pc:spChg chg="add mod">
          <ac:chgData name="Michael Whitehouse" userId="0ecba9273f6ad366" providerId="LiveId" clId="{F36E82C0-65ED-4BE7-8730-0F102FB388DD}" dt="2026-06-09T17:33:23.532" v="1777" actId="207"/>
          <ac:spMkLst>
            <pc:docMk/>
            <pc:sldMk cId="411699868" sldId="291"/>
            <ac:spMk id="6" creationId="{E8607F94-0F23-8F21-2461-7A9F7ED67FB1}"/>
          </ac:spMkLst>
        </pc:spChg>
        <pc:spChg chg="add mod">
          <ac:chgData name="Michael Whitehouse" userId="0ecba9273f6ad366" providerId="LiveId" clId="{F36E82C0-65ED-4BE7-8730-0F102FB388DD}" dt="2026-06-09T17:33:23.645" v="1786"/>
          <ac:spMkLst>
            <pc:docMk/>
            <pc:sldMk cId="411699868" sldId="291"/>
            <ac:spMk id="7" creationId="{8C7B2964-B845-FADB-E11F-3967EB540B01}"/>
          </ac:spMkLst>
        </pc:spChg>
        <pc:spChg chg="add mod">
          <ac:chgData name="Michael Whitehouse" userId="0ecba9273f6ad366" providerId="LiveId" clId="{F36E82C0-65ED-4BE7-8730-0F102FB388DD}" dt="2026-06-09T17:33:23.777" v="1798" actId="207"/>
          <ac:spMkLst>
            <pc:docMk/>
            <pc:sldMk cId="411699868" sldId="291"/>
            <ac:spMk id="8" creationId="{58BC6487-0C4A-BAA9-948C-3FCCFFDE7EEC}"/>
          </ac:spMkLst>
        </pc:spChg>
        <pc:spChg chg="add mod">
          <ac:chgData name="Michael Whitehouse" userId="0ecba9273f6ad366" providerId="LiveId" clId="{F36E82C0-65ED-4BE7-8730-0F102FB388DD}" dt="2026-06-09T17:33:24.398" v="1817" actId="207"/>
          <ac:spMkLst>
            <pc:docMk/>
            <pc:sldMk cId="411699868" sldId="291"/>
            <ac:spMk id="10" creationId="{C722181E-710D-2DB0-B6CA-973FDE2F1FF1}"/>
          </ac:spMkLst>
        </pc:spChg>
        <pc:spChg chg="add mod">
          <ac:chgData name="Michael Whitehouse" userId="0ecba9273f6ad366" providerId="LiveId" clId="{F36E82C0-65ED-4BE7-8730-0F102FB388DD}" dt="2026-06-09T17:33:24.415" v="1827" actId="207"/>
          <ac:spMkLst>
            <pc:docMk/>
            <pc:sldMk cId="411699868" sldId="291"/>
            <ac:spMk id="11" creationId="{EAC6D691-3CE9-E155-E56F-C8984CCF2F68}"/>
          </ac:spMkLst>
        </pc:spChg>
      </pc:sldChg>
      <pc:sldChg chg="addSp modSp new">
        <pc:chgData name="Michael Whitehouse" userId="0ecba9273f6ad366" providerId="LiveId" clId="{F36E82C0-65ED-4BE7-8730-0F102FB388DD}" dt="2026-06-11T11:38:03.545" v="1862" actId="27636"/>
        <pc:sldMkLst>
          <pc:docMk/>
          <pc:sldMk cId="1035154971" sldId="292"/>
        </pc:sldMkLst>
        <pc:picChg chg="add mod">
          <ac:chgData name="Michael Whitehouse" userId="0ecba9273f6ad366" providerId="LiveId" clId="{F36E82C0-65ED-4BE7-8730-0F102FB388DD}" dt="2026-06-11T11:38:03.545" v="1862" actId="27636"/>
          <ac:picMkLst>
            <pc:docMk/>
            <pc:sldMk cId="1035154971" sldId="292"/>
            <ac:picMk id="1026" creationId="{AC6CF1AD-18FA-2C3B-1CC0-F0FD45E92635}"/>
          </ac:picMkLst>
        </pc:picChg>
      </pc:sldChg>
      <pc:sldChg chg="addSp modSp new mod ord">
        <pc:chgData name="Michael Whitehouse" userId="0ecba9273f6ad366" providerId="LiveId" clId="{F36E82C0-65ED-4BE7-8730-0F102FB388DD}" dt="2026-06-11T11:44:42.299" v="1907"/>
        <pc:sldMkLst>
          <pc:docMk/>
          <pc:sldMk cId="2136684977" sldId="293"/>
        </pc:sldMkLst>
        <pc:picChg chg="add mod">
          <ac:chgData name="Michael Whitehouse" userId="0ecba9273f6ad366" providerId="LiveId" clId="{F36E82C0-65ED-4BE7-8730-0F102FB388DD}" dt="2026-06-11T11:44:37.064" v="1905" actId="1076"/>
          <ac:picMkLst>
            <pc:docMk/>
            <pc:sldMk cId="2136684977" sldId="293"/>
            <ac:picMk id="4" creationId="{8FAB710F-2CFB-D3C4-A80E-45A389252C60}"/>
          </ac:picMkLst>
        </pc:picChg>
      </pc:sldChg>
      <pc:sldChg chg="addSp delSp modSp new mod modClrScheme chgLayout">
        <pc:chgData name="Michael Whitehouse" userId="0ecba9273f6ad366" providerId="LiveId" clId="{F36E82C0-65ED-4BE7-8730-0F102FB388DD}" dt="2026-06-11T11:46:19.619" v="1984" actId="20577"/>
        <pc:sldMkLst>
          <pc:docMk/>
          <pc:sldMk cId="4224818324" sldId="294"/>
        </pc:sldMkLst>
        <pc:spChg chg="add mod">
          <ac:chgData name="Michael Whitehouse" userId="0ecba9273f6ad366" providerId="LiveId" clId="{F36E82C0-65ED-4BE7-8730-0F102FB388DD}" dt="2026-06-11T11:46:19.619" v="1984" actId="20577"/>
          <ac:spMkLst>
            <pc:docMk/>
            <pc:sldMk cId="4224818324" sldId="294"/>
            <ac:spMk id="6" creationId="{EDB17D74-1A8A-3BA2-5490-031661719673}"/>
          </ac:spMkLst>
        </pc:spChg>
        <pc:picChg chg="add mod">
          <ac:chgData name="Michael Whitehouse" userId="0ecba9273f6ad366" providerId="LiveId" clId="{F36E82C0-65ED-4BE7-8730-0F102FB388DD}" dt="2026-06-11T11:45:38.323" v="1925" actId="1076"/>
          <ac:picMkLst>
            <pc:docMk/>
            <pc:sldMk cId="4224818324" sldId="294"/>
            <ac:picMk id="4" creationId="{C68A5674-574A-A198-D9B7-7FB68C2A80FC}"/>
          </ac:picMkLst>
        </pc:picChg>
      </pc:sldChg>
      <pc:sldMasterChg chg="delSp mod">
        <pc:chgData name="Michael Whitehouse" userId="0ecba9273f6ad366" providerId="LiveId" clId="{F36E82C0-65ED-4BE7-8730-0F102FB388DD}" dt="2026-06-09T17:33:01.743" v="24"/>
        <pc:sldMasterMkLst>
          <pc:docMk/>
          <pc:sldMasterMk cId="1169242051" sldId="2147483650"/>
        </pc:sldMasterMkLst>
      </pc:sldMasterChg>
      <pc:sldMasterChg chg="delSp mod">
        <pc:chgData name="Michael Whitehouse" userId="0ecba9273f6ad366" providerId="LiveId" clId="{F36E82C0-65ED-4BE7-8730-0F102FB388DD}" dt="2026-06-09T17:33:01.752" v="26"/>
        <pc:sldMasterMkLst>
          <pc:docMk/>
          <pc:sldMasterMk cId="4183091857" sldId="2147483754"/>
        </pc:sldMasterMkLst>
      </pc:sldMasterChg>
    </pc:docChg>
  </pc:docChgLst>
  <pc:docChgLst>
    <pc:chgData name="Michael Whitehouse" userId="0ecba9273f6ad366" providerId="LiveId" clId="{8DFD1B98-0500-5FC6-99FB-58445427081D}"/>
    <pc:docChg chg="modSld">
      <pc:chgData name="Michael Whitehouse" userId="0ecba9273f6ad366" providerId="LiveId" clId="{8DFD1B98-0500-5FC6-99FB-58445427081D}" dt="2026-06-26T11:35:23.348" v="3" actId="14100"/>
      <pc:docMkLst>
        <pc:docMk/>
      </pc:docMkLst>
      <pc:sldChg chg="modSp mod">
        <pc:chgData name="Michael Whitehouse" userId="0ecba9273f6ad366" providerId="LiveId" clId="{8DFD1B98-0500-5FC6-99FB-58445427081D}" dt="2026-06-26T11:35:23.348" v="3" actId="14100"/>
        <pc:sldMkLst>
          <pc:docMk/>
          <pc:sldMk cId="2784076014" sldId="278"/>
        </pc:sldMkLst>
        <pc:spChg chg="mod">
          <ac:chgData name="Michael Whitehouse" userId="0ecba9273f6ad366" providerId="LiveId" clId="{8DFD1B98-0500-5FC6-99FB-58445427081D}" dt="2026-06-26T11:35:17.943" v="1" actId="20577"/>
          <ac:spMkLst>
            <pc:docMk/>
            <pc:sldMk cId="2784076014" sldId="278"/>
            <ac:spMk id="2" creationId="{C8CB6C10-AEE6-42CA-15D3-EA1AA9408BA8}"/>
          </ac:spMkLst>
        </pc:spChg>
        <pc:picChg chg="mod">
          <ac:chgData name="Michael Whitehouse" userId="0ecba9273f6ad366" providerId="LiveId" clId="{8DFD1B98-0500-5FC6-99FB-58445427081D}" dt="2026-06-26T11:35:23.348" v="3" actId="14100"/>
          <ac:picMkLst>
            <pc:docMk/>
            <pc:sldMk cId="2784076014" sldId="278"/>
            <ac:picMk id="5" creationId="{8795B862-E874-F44A-D7F5-6C3BC010EDD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7259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763244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37989460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2585187147"/>
      </p:ext>
    </p:extLst>
  </p:cSld>
  <p:clrMapOvr>
    <a:masterClrMapping/>
  </p:clrMapOvr>
  <p:transition>
    <p:fade/>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1080987839"/>
      </p:ext>
    </p:extLst>
  </p:cSld>
  <p:clrMapOvr>
    <a:masterClrMapping/>
  </p:clrMapOvr>
  <p:transition>
    <p:fade/>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3164848447"/>
      </p:ext>
    </p:extLst>
  </p:cSld>
  <p:clrMapOvr>
    <a:masterClrMapping/>
  </p:clrMapOvr>
  <p:transition>
    <p:fade/>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16218886"/>
      </p:ext>
    </p:extLst>
  </p:cSld>
  <p:clrMapOvr>
    <a:masterClrMapping/>
  </p:clrMapOvr>
  <p:transition>
    <p:fade/>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43592815"/>
      </p:ext>
    </p:extLst>
  </p:cSld>
  <p:clrMapOvr>
    <a:masterClrMapping/>
  </p:clrMapOvr>
  <p:transition>
    <p:fade/>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83052091"/>
      </p:ext>
    </p:extLst>
  </p:cSld>
  <p:clrMapOvr>
    <a:masterClrMapping/>
  </p:clrMapOvr>
  <p:transition>
    <p:fade/>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959131135"/>
      </p:ext>
    </p:extLst>
  </p:cSld>
  <p:clrMapOvr>
    <a:masterClrMapping/>
  </p:clrMapOvr>
  <p:transition>
    <p:fade/>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092690552"/>
      </p:ext>
    </p:extLst>
  </p:cSld>
  <p:clrMapOvr>
    <a:masterClrMapping/>
  </p:clrMapOvr>
  <p:transition>
    <p:fade/>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887297971"/>
      </p:ext>
    </p:extLst>
  </p:cSld>
  <p:clrMapOvr>
    <a:masterClrMapping/>
  </p:clrMapOvr>
  <p:transition>
    <p:fade/>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44127963"/>
      </p:ext>
    </p:extLst>
  </p:cSld>
  <p:clrMapOvr>
    <a:masterClrMapping/>
  </p:clrMapOvr>
  <p:transition>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392200160"/>
      </p:ext>
    </p:extLst>
  </p:cSld>
  <p:clrMapOvr>
    <a:masterClrMapping/>
  </p:clrMapOvr>
  <p:transition>
    <p:fade/>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33309220"/>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648578171"/>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11768914"/>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5248065"/>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22210496"/>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493956214"/>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95667299"/>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544340972"/>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052279592"/>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2883055830"/>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281613896"/>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46030361"/>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448767502"/>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079424141"/>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51592057"/>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016583387"/>
      </p:ext>
    </p:extLst>
  </p:cSld>
  <p:clrMapOvr>
    <a:masterClrMapping/>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390875838"/>
      </p:ext>
    </p:extLst>
  </p:cSld>
  <p:clrMapOvr>
    <a:masterClrMapping/>
  </p:clrMapOvr>
  <p:transition>
    <p:fade/>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050239460"/>
      </p:ext>
    </p:extLst>
  </p:cSld>
  <p:clrMapOvr>
    <a:masterClrMapping/>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98331052"/>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892607988"/>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03005869"/>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073018075"/>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05273510"/>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475369554"/>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28542669"/>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93534685"/>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99690612"/>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499844614"/>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92144419"/>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98288985"/>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pic>
        <p:nvPicPr>
          <p:cNvPr id="3" name="Picture 2" descr="A picture containing drawing&#10;&#10;Description automatically generated">
            <a:extLst>
              <a:ext uri="{FF2B5EF4-FFF2-40B4-BE49-F238E27FC236}">
                <a16:creationId xmlns:a16="http://schemas.microsoft.com/office/drawing/2014/main" id="{61A92AD1-6689-41DB-9434-AC98B39D968F}"/>
              </a:ext>
            </a:extLst>
          </p:cNvPr>
          <p:cNvPicPr>
            <a:picLocks noChangeAspect="1"/>
          </p:cNvPicPr>
          <p:nvPr/>
        </p:nvPicPr>
        <p:blipFill>
          <a:blip r:embed="rId2"/>
          <a:stretch>
            <a:fillRect/>
          </a:stretch>
        </p:blipFill>
        <p:spPr>
          <a:xfrm>
            <a:off x="102665" y="119770"/>
            <a:ext cx="1976435" cy="653814"/>
          </a:xfrm>
          <a:prstGeom prst="rect">
            <a:avLst/>
          </a:prstGeom>
        </p:spPr>
      </p:pic>
    </p:spTree>
    <p:extLst>
      <p:ext uri="{BB962C8B-B14F-4D97-AF65-F5344CB8AC3E}">
        <p14:creationId xmlns:p14="http://schemas.microsoft.com/office/powerpoint/2010/main" val="3536599379"/>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
        <p:nvSpPr>
          <p:cNvPr id="3" name="Footer Placeholder 1">
            <a:extLst>
              <a:ext uri="{FF2B5EF4-FFF2-40B4-BE49-F238E27FC236}">
                <a16:creationId xmlns:a16="http://schemas.microsoft.com/office/drawing/2014/main" id="{1DFB148E-6FF9-4D4C-B7D0-28ACD9A6EB3A}"/>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1421929068"/>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1712630576"/>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5293881"/>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1628463645"/>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36927206"/>
      </p:ext>
    </p:extLst>
  </p:cSld>
  <p:clrMapOvr>
    <a:masterClrMapping/>
  </p:clrMapOvr>
  <p:transition>
    <p:fade/>
  </p:transition>
  <p:hf sldNum="0" hdr="0" ftr="0" dt="0"/>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1_Title Slide">
    <p:bg>
      <p:bgPr>
        <a:solidFill>
          <a:srgbClr val="E8E6DF"/>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p:nvPicPr>
        <p:blipFill>
          <a:blip r:embed="rId2"/>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427435" y="2680113"/>
            <a:ext cx="4265216" cy="814967"/>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3567113" y="4834890"/>
            <a:ext cx="1234440" cy="115416"/>
          </a:xfrm>
          <a:prstGeom prst="rect">
            <a:avLst/>
          </a:prstGeom>
          <a:noFill/>
        </p:spPr>
        <p:txBody>
          <a:bodyPr wrap="square" lIns="0" tIns="0" rIns="0" bIns="0">
            <a:spAutoFit/>
          </a:bodyPr>
          <a:lstStyle>
            <a:lvl1pPr marL="0" indent="0">
              <a:spcBef>
                <a:spcPts val="0"/>
              </a:spcBef>
              <a:buNone/>
              <a:defRPr sz="735"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3073610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Section slide">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427435" y="2592639"/>
            <a:ext cx="4758929" cy="407484"/>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35540026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439793" y="1363633"/>
            <a:ext cx="3775021" cy="433645"/>
          </a:xfrm>
          <a:prstGeom prst="rect">
            <a:avLst/>
          </a:prstGeom>
        </p:spPr>
        <p:txBody>
          <a:bodyPr wrap="square">
            <a:spAutoFit/>
          </a:bodyPr>
          <a:lstStyle>
            <a:lvl1pPr marL="158773" indent="-158773">
              <a:lnSpc>
                <a:spcPct val="100000"/>
              </a:lnSpc>
              <a:spcBef>
                <a:spcPts val="0"/>
              </a:spcBef>
              <a:spcAft>
                <a:spcPts val="882"/>
              </a:spcAft>
              <a:buFont typeface="Arial" panose="020B0604020202020204" pitchFamily="34" charset="0"/>
              <a:buChar char="•"/>
              <a:defRPr sz="1618">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244524541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p:nvCxnSpPr>
        <p:spPr>
          <a:xfrm>
            <a:off x="438912" y="966788"/>
            <a:ext cx="2386584"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439793"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5168505"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Tree>
    <p:extLst>
      <p:ext uri="{BB962C8B-B14F-4D97-AF65-F5344CB8AC3E}">
        <p14:creationId xmlns:p14="http://schemas.microsoft.com/office/powerpoint/2010/main" val="121933969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p:nvSpPr>
        <p:spPr bwMode="auto">
          <a:xfrm>
            <a:off x="1" y="0"/>
            <a:ext cx="5277050" cy="51435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4311779"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5665943"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7926546"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6796244"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5665943"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7926546"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6796244"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6123925" y="342900"/>
            <a:ext cx="2136776" cy="2155659"/>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471"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25830533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393812" y="1836047"/>
            <a:ext cx="7822693" cy="761747"/>
          </a:xfrm>
        </p:spPr>
        <p:txBody>
          <a:bodyPr anchor="b" anchorCtr="0"/>
          <a:lstStyle>
            <a:lvl1pPr>
              <a:defRPr sz="4854" spc="-74"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439792" y="3208736"/>
            <a:ext cx="3534515"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4684807" y="3208736"/>
            <a:ext cx="2824466"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48599160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60106"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8260106"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2720982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438150" y="1040074"/>
            <a:ext cx="8258701"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82248096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438150" y="1195616"/>
            <a:ext cx="4023168"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439793" y="1564324"/>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29140855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439792" y="1193292"/>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4690248" y="1193292"/>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9157219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438150"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439792" y="1564324"/>
            <a:ext cx="3913133"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4683165"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4690248" y="1564324"/>
            <a:ext cx="389033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7243718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43979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3272146"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609764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8749395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7738916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26188494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7" y="1531616"/>
            <a:ext cx="913178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347514906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5" y="1531616"/>
            <a:ext cx="9141714"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326816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609817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p:nvSpPr>
        <p:spPr bwMode="auto">
          <a:xfrm>
            <a:off x="138240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p:nvSpPr>
        <p:spPr bwMode="auto">
          <a:xfrm>
            <a:off x="4203401"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p:nvSpPr>
        <p:spPr bwMode="auto">
          <a:xfrm>
            <a:off x="702439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97617130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83704"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1185863"/>
            <a:ext cx="5651897" cy="332304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438151" y="1195617"/>
            <a:ext cx="238060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439793" y="1564324"/>
            <a:ext cx="2379608"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08292417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444584048"/>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9144000" cy="344805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259010227"/>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2976019440"/>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p:nvSpPr>
        <p:spPr bwMode="auto">
          <a:xfrm>
            <a:off x="0" y="0"/>
            <a:ext cx="9144000" cy="3429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9144000" cy="3429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1587695058"/>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2"/>
            <a:ext cx="3533017"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438151" y="1195617"/>
            <a:ext cx="353599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439793" y="1564324"/>
            <a:ext cx="3534514"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4572000" y="0"/>
            <a:ext cx="4572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18826690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5436267" cy="369332"/>
          </a:xfrm>
        </p:spPr>
        <p:txBody>
          <a:bodyPr/>
          <a:lstStyle>
            <a:lvl1pPr>
              <a:defRPr sz="2353"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6096000" y="0"/>
            <a:ext cx="3048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15827023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4024314"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4023322"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4021634"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681538" y="1193483"/>
            <a:ext cx="4018360"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682529" y="3431329"/>
            <a:ext cx="40173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689326" y="3732332"/>
            <a:ext cx="4018199"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206565597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2609303"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26517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281095" y="3431329"/>
            <a:ext cx="260766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287891" y="3732332"/>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6096000" y="1193482"/>
            <a:ext cx="2614569" cy="2013120"/>
          </a:xfrm>
          <a:prstGeom prst="rect">
            <a:avLst/>
          </a:prstGeom>
          <a:solidFill>
            <a:srgbClr val="F4F4F7"/>
          </a:solidFill>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6100221" y="3428935"/>
            <a:ext cx="261402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6096000" y="3730338"/>
            <a:ext cx="2614569"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Tree>
    <p:extLst>
      <p:ext uri="{BB962C8B-B14F-4D97-AF65-F5344CB8AC3E}">
        <p14:creationId xmlns:p14="http://schemas.microsoft.com/office/powerpoint/2010/main" val="78166931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4381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438151" y="3431328"/>
            <a:ext cx="1901774"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439794"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25717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2559845"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2566642"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468630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4680348"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4676128"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68008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6807196"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6811657"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Tree>
    <p:extLst>
      <p:ext uri="{BB962C8B-B14F-4D97-AF65-F5344CB8AC3E}">
        <p14:creationId xmlns:p14="http://schemas.microsoft.com/office/powerpoint/2010/main" val="57464237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20830731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115784351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131344852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260BCEF-BA8C-42B9-D1E6-EED60C93E5F0}"/>
              </a:ext>
            </a:extLst>
          </p:cNvPr>
          <p:cNvGrpSpPr/>
          <p:nvPr/>
        </p:nvGrpSpPr>
        <p:grpSpPr>
          <a:xfrm>
            <a:off x="1922684" y="1189435"/>
            <a:ext cx="832950" cy="83295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96887154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p:nvGrpSpPr>
        <p:grpSpPr>
          <a:xfrm>
            <a:off x="1922684" y="1189435"/>
            <a:ext cx="832950" cy="83295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42896557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p:nvGrpSpPr>
        <p:grpSpPr>
          <a:xfrm>
            <a:off x="7584261" y="670323"/>
            <a:ext cx="832950" cy="83295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211453780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p:nvGrpSpPr>
        <p:grpSpPr>
          <a:xfrm>
            <a:off x="7580954" y="670323"/>
            <a:ext cx="832950" cy="83295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59957467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969175"/>
            <a:ext cx="5651897" cy="245982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048000" y="3622732"/>
            <a:ext cx="5651897"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054797" y="3923735"/>
            <a:ext cx="5645100"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p:nvSpPr>
        <p:spPr bwMode="auto">
          <a:xfrm>
            <a:off x="-1" y="969174"/>
            <a:ext cx="2340770" cy="417432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441197" y="1657576"/>
            <a:ext cx="1584940"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58370574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p:nvSpPr>
        <p:spPr bwMode="auto">
          <a:xfrm>
            <a:off x="1416" y="0"/>
            <a:ext cx="5168674" cy="51435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p:nvSpPr>
        <p:spPr bwMode="auto">
          <a:xfrm rot="16200000" flipH="1">
            <a:off x="5969001" y="1011299"/>
            <a:ext cx="2844802" cy="3530599"/>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01724" tIns="0" rIns="201724" bIns="67241" numCol="1" spcCol="0" rtlCol="0" fromWordArt="0" anchor="ctr"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594165" y="1319374"/>
            <a:ext cx="3553407" cy="290301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5793582" y="1531144"/>
            <a:ext cx="3350419" cy="2483643"/>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441198" y="438913"/>
            <a:ext cx="423915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438150" y="1195617"/>
            <a:ext cx="4240930"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439793" y="1564324"/>
            <a:ext cx="4239151"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973679948"/>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406051203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98025268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128392011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328967"/>
            <a:ext cx="658408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697674"/>
            <a:ext cx="6581324"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1368853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387270029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441197" y="969559"/>
            <a:ext cx="7556231" cy="3562478"/>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41001977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Tree>
    <p:extLst>
      <p:ext uri="{BB962C8B-B14F-4D97-AF65-F5344CB8AC3E}">
        <p14:creationId xmlns:p14="http://schemas.microsoft.com/office/powerpoint/2010/main" val="64424155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Tree>
    <p:extLst>
      <p:ext uri="{BB962C8B-B14F-4D97-AF65-F5344CB8AC3E}">
        <p14:creationId xmlns:p14="http://schemas.microsoft.com/office/powerpoint/2010/main" val="328229662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103546210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27956437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1" y="0"/>
            <a:ext cx="3368999" cy="86267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2353" b="0" i="0" u="none" strike="noStrike" cap="none" normalizeH="0" dirty="0">
                <a:ln>
                  <a:noFill/>
                </a:ln>
                <a:solidFill>
                  <a:srgbClr val="FFFFFF"/>
                </a:solidFill>
                <a:effectLst/>
                <a:uLnTx/>
                <a:uFillTx/>
                <a:latin typeface="+mj-lt"/>
              </a:defRPr>
            </a:lvl1pPr>
          </a:lstStyle>
          <a:p>
            <a:pPr marL="168112" lvl="0" indent="-168112"/>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p:nvSpPr>
        <p:spPr>
          <a:xfrm>
            <a:off x="221457" y="577850"/>
            <a:ext cx="8703468" cy="4128691"/>
          </a:xfrm>
          <a:prstGeom prst="rect">
            <a:avLst/>
          </a:prstGeom>
          <a:solidFill>
            <a:srgbClr val="FFFFFF"/>
          </a:solidFill>
        </p:spPr>
        <p:txBody>
          <a:bodyPr vert="horz" lIns="201724" tIns="134483" rIns="134483" bIns="134483"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672253" rtl="0" eaLnBrk="1" fontAlgn="auto" latinLnBrk="0" hangingPunct="1">
              <a:lnSpc>
                <a:spcPct val="150000"/>
              </a:lnSpc>
              <a:spcBef>
                <a:spcPts val="0"/>
              </a:spcBef>
              <a:spcAft>
                <a:spcPts val="441"/>
              </a:spcAft>
              <a:buClr>
                <a:srgbClr val="E9E9E9"/>
              </a:buClr>
              <a:buSzPct val="120000"/>
              <a:buFontTx/>
              <a:buNone/>
              <a:tabLst/>
              <a:defRPr/>
            </a:pPr>
            <a:endParaRPr kumimoji="0" lang="en-US" sz="103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434580" y="812800"/>
            <a:ext cx="8265319"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59113562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3904488" y="0"/>
            <a:ext cx="5239512" cy="51435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441198" y="438912"/>
            <a:ext cx="3032071"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439793" y="1195617"/>
            <a:ext cx="3032071" cy="986617"/>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4350543" y="436960"/>
            <a:ext cx="4349354"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26179839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439792" y="1561283"/>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439792" y="2690344"/>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439792" y="3058334"/>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1029779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6353271"/>
      </p:ext>
    </p:extLst>
  </p:cSld>
  <p:clrMapOvr>
    <a:masterClrMapping/>
  </p:clrMapOvr>
  <p:transition>
    <p:fade/>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p:nvCxnSpPr>
        <p:spPr>
          <a:xfrm>
            <a:off x="1042273" y="3344212"/>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042095" y="3443579"/>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441196" y="438913"/>
            <a:ext cx="8258702"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234887393"/>
      </p:ext>
    </p:extLst>
  </p:cSld>
  <p:clrMapOvr>
    <a:masterClrMapping/>
  </p:clrMapOvr>
  <p:transition>
    <p:fade/>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042095" y="1092672"/>
            <a:ext cx="7657803" cy="48421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p:nvCxnSpPr>
        <p:spPr>
          <a:xfrm>
            <a:off x="1042273" y="165448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5" y="1732070"/>
            <a:ext cx="7657803" cy="486675"/>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p:nvCxnSpPr>
        <p:spPr>
          <a:xfrm>
            <a:off x="1042273" y="2296334"/>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5" y="237392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p:nvCxnSpPr>
        <p:spPr>
          <a:xfrm>
            <a:off x="1042273" y="2938189"/>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5" y="3015778"/>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042273" y="3580043"/>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5" y="365763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22597950"/>
      </p:ext>
    </p:extLst>
  </p:cSld>
  <p:clrMapOvr>
    <a:masterClrMapping/>
  </p:clrMapOvr>
  <p:transition>
    <p:fade/>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594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2554527550"/>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620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438913" y="1560171"/>
            <a:ext cx="2521457" cy="415499"/>
          </a:xfrm>
          <a:noFill/>
        </p:spPr>
        <p:txBody>
          <a:bodyPr wrap="square" lIns="0" tIns="0" rIns="0" bIns="0">
            <a:spAutoFit/>
          </a:bodyPr>
          <a:lstStyle>
            <a:lvl1pPr marL="0" indent="0" algn="l" defTabSz="336225" rtl="0" eaLnBrk="1" latinLnBrk="0" hangingPunct="1">
              <a:lnSpc>
                <a:spcPct val="100000"/>
              </a:lnSpc>
              <a:spcBef>
                <a:spcPct val="0"/>
              </a:spcBef>
              <a:spcAft>
                <a:spcPts val="0"/>
              </a:spcAft>
              <a:buFont typeface="Arial" panose="020B0604020202020204" pitchFamily="34" charset="0"/>
              <a:buNone/>
              <a:defRPr lang="en-US" sz="2647" b="0" kern="1200" cap="none" spc="-37"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3364230" y="1707357"/>
            <a:ext cx="5335667" cy="411010"/>
          </a:xfrm>
        </p:spPr>
        <p:txBody>
          <a:bodyPr/>
          <a:lstStyle>
            <a:lvl1pPr marL="0" indent="0" algn="l" defTabSz="336225" rtl="0" eaLnBrk="1" latinLnBrk="0" hangingPunct="1">
              <a:lnSpc>
                <a:spcPct val="100000"/>
              </a:lnSpc>
              <a:spcBef>
                <a:spcPct val="0"/>
              </a:spcBef>
              <a:buNone/>
              <a:defRPr lang="en-US" sz="1471" b="0" kern="1200" cap="none" spc="-37" baseline="0" dirty="0" smtClean="0">
                <a:ln w="3175">
                  <a:noFill/>
                </a:ln>
                <a:solidFill>
                  <a:schemeClr val="tx1"/>
                </a:solidFill>
                <a:effectLst/>
                <a:latin typeface="+mn-lt"/>
                <a:ea typeface="+mn-ea"/>
                <a:cs typeface="Segoe UI" panose="020B0502040204020203" pitchFamily="34" charset="0"/>
              </a:defRPr>
            </a:lvl1pPr>
            <a:lvl2pPr marL="114316" indent="0">
              <a:buNone/>
              <a:defRPr lang="en-US" sz="1471" b="0" kern="1200" cap="none" spc="-37" baseline="0" dirty="0" smtClean="0">
                <a:ln w="3175">
                  <a:noFill/>
                </a:ln>
                <a:solidFill>
                  <a:schemeClr val="bg1"/>
                </a:solidFill>
                <a:effectLst/>
                <a:latin typeface="+mn-lt"/>
                <a:ea typeface="+mn-ea"/>
                <a:cs typeface="Segoe UI" panose="020B0502040204020203" pitchFamily="34" charset="0"/>
              </a:defRPr>
            </a:lvl2pPr>
            <a:lvl3pPr marL="195010" indent="0">
              <a:buNone/>
              <a:defRPr/>
            </a:lvl3pPr>
            <a:lvl4pPr marL="486826" indent="0">
              <a:buNone/>
              <a:defRPr/>
            </a:lvl4pPr>
            <a:lvl5pPr marL="629255" indent="0">
              <a:buNone/>
              <a:defRPr/>
            </a:lvl5pPr>
          </a:lstStyle>
          <a:p>
            <a:pPr lvl="0"/>
            <a:r>
              <a:rPr lang="en-US"/>
              <a:t>Click to edit Master text styles</a:t>
            </a:r>
          </a:p>
        </p:txBody>
      </p:sp>
    </p:spTree>
    <p:extLst>
      <p:ext uri="{BB962C8B-B14F-4D97-AF65-F5344CB8AC3E}">
        <p14:creationId xmlns:p14="http://schemas.microsoft.com/office/powerpoint/2010/main" val="118401525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59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1479132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41571417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326574304"/>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userDrawn="1"/>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151366577"/>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userDrawn="1"/>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2287811023"/>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572210008"/>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733934818"/>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34266002"/>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47726754"/>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09393247"/>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23419755"/>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377070330"/>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802290400"/>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76128887"/>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59257810"/>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501832576"/>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88637124"/>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Tree>
    <p:extLst>
      <p:ext uri="{BB962C8B-B14F-4D97-AF65-F5344CB8AC3E}">
        <p14:creationId xmlns:p14="http://schemas.microsoft.com/office/powerpoint/2010/main" val="2663921663"/>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383166911"/>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3638705904"/>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575873635"/>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980898818"/>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4273729933"/>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8412189"/>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742053836"/>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58472498"/>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268730260"/>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3067846329"/>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Tree>
    <p:extLst>
      <p:ext uri="{BB962C8B-B14F-4D97-AF65-F5344CB8AC3E}">
        <p14:creationId xmlns:p14="http://schemas.microsoft.com/office/powerpoint/2010/main" val="405949900"/>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60888190"/>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36220898"/>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91468718"/>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804425461"/>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14393823"/>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343077512"/>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273980957"/>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178588491"/>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492314839"/>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3971088911"/>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3816603"/>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8939400"/>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Tree>
    <p:extLst>
      <p:ext uri="{BB962C8B-B14F-4D97-AF65-F5344CB8AC3E}">
        <p14:creationId xmlns:p14="http://schemas.microsoft.com/office/powerpoint/2010/main" val="322611131"/>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274884180"/>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0206243"/>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108913390"/>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4042900369"/>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x" preserve="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45914816"/>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397497100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4369097"/>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15.xml"/><Relationship Id="rId18" Type="http://schemas.openxmlformats.org/officeDocument/2006/relationships/slideLayout" Target="../slideLayouts/slideLayout120.xml"/><Relationship Id="rId26" Type="http://schemas.openxmlformats.org/officeDocument/2006/relationships/slideLayout" Target="../slideLayouts/slideLayout128.xml"/><Relationship Id="rId39" Type="http://schemas.openxmlformats.org/officeDocument/2006/relationships/slideLayout" Target="../slideLayouts/slideLayout141.xml"/><Relationship Id="rId21" Type="http://schemas.openxmlformats.org/officeDocument/2006/relationships/slideLayout" Target="../slideLayouts/slideLayout123.xml"/><Relationship Id="rId34" Type="http://schemas.openxmlformats.org/officeDocument/2006/relationships/slideLayout" Target="../slideLayouts/slideLayout136.xml"/><Relationship Id="rId42" Type="http://schemas.openxmlformats.org/officeDocument/2006/relationships/slideLayout" Target="../slideLayouts/slideLayout144.xml"/><Relationship Id="rId47" Type="http://schemas.openxmlformats.org/officeDocument/2006/relationships/slideLayout" Target="../slideLayouts/slideLayout149.xml"/><Relationship Id="rId50" Type="http://schemas.openxmlformats.org/officeDocument/2006/relationships/theme" Target="../theme/theme2.xml"/><Relationship Id="rId7" Type="http://schemas.openxmlformats.org/officeDocument/2006/relationships/slideLayout" Target="../slideLayouts/slideLayout109.xml"/><Relationship Id="rId2" Type="http://schemas.openxmlformats.org/officeDocument/2006/relationships/slideLayout" Target="../slideLayouts/slideLayout104.xml"/><Relationship Id="rId16" Type="http://schemas.openxmlformats.org/officeDocument/2006/relationships/slideLayout" Target="../slideLayouts/slideLayout118.xml"/><Relationship Id="rId29" Type="http://schemas.openxmlformats.org/officeDocument/2006/relationships/slideLayout" Target="../slideLayouts/slideLayout131.xml"/><Relationship Id="rId11" Type="http://schemas.openxmlformats.org/officeDocument/2006/relationships/slideLayout" Target="../slideLayouts/slideLayout113.xml"/><Relationship Id="rId24" Type="http://schemas.openxmlformats.org/officeDocument/2006/relationships/slideLayout" Target="../slideLayouts/slideLayout126.xml"/><Relationship Id="rId32" Type="http://schemas.openxmlformats.org/officeDocument/2006/relationships/slideLayout" Target="../slideLayouts/slideLayout134.xml"/><Relationship Id="rId37" Type="http://schemas.openxmlformats.org/officeDocument/2006/relationships/slideLayout" Target="../slideLayouts/slideLayout139.xml"/><Relationship Id="rId40" Type="http://schemas.openxmlformats.org/officeDocument/2006/relationships/slideLayout" Target="../slideLayouts/slideLayout142.xml"/><Relationship Id="rId45" Type="http://schemas.openxmlformats.org/officeDocument/2006/relationships/slideLayout" Target="../slideLayouts/slideLayout147.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23" Type="http://schemas.openxmlformats.org/officeDocument/2006/relationships/slideLayout" Target="../slideLayouts/slideLayout125.xml"/><Relationship Id="rId28" Type="http://schemas.openxmlformats.org/officeDocument/2006/relationships/slideLayout" Target="../slideLayouts/slideLayout130.xml"/><Relationship Id="rId36" Type="http://schemas.openxmlformats.org/officeDocument/2006/relationships/slideLayout" Target="../slideLayouts/slideLayout138.xml"/><Relationship Id="rId49" Type="http://schemas.openxmlformats.org/officeDocument/2006/relationships/slideLayout" Target="../slideLayouts/slideLayout151.xml"/><Relationship Id="rId10" Type="http://schemas.openxmlformats.org/officeDocument/2006/relationships/slideLayout" Target="../slideLayouts/slideLayout112.xml"/><Relationship Id="rId19" Type="http://schemas.openxmlformats.org/officeDocument/2006/relationships/slideLayout" Target="../slideLayouts/slideLayout121.xml"/><Relationship Id="rId31" Type="http://schemas.openxmlformats.org/officeDocument/2006/relationships/slideLayout" Target="../slideLayouts/slideLayout133.xml"/><Relationship Id="rId44" Type="http://schemas.openxmlformats.org/officeDocument/2006/relationships/slideLayout" Target="../slideLayouts/slideLayout146.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 Id="rId22" Type="http://schemas.openxmlformats.org/officeDocument/2006/relationships/slideLayout" Target="../slideLayouts/slideLayout124.xml"/><Relationship Id="rId27" Type="http://schemas.openxmlformats.org/officeDocument/2006/relationships/slideLayout" Target="../slideLayouts/slideLayout129.xml"/><Relationship Id="rId30" Type="http://schemas.openxmlformats.org/officeDocument/2006/relationships/slideLayout" Target="../slideLayouts/slideLayout132.xml"/><Relationship Id="rId35" Type="http://schemas.openxmlformats.org/officeDocument/2006/relationships/slideLayout" Target="../slideLayouts/slideLayout137.xml"/><Relationship Id="rId43" Type="http://schemas.openxmlformats.org/officeDocument/2006/relationships/slideLayout" Target="../slideLayouts/slideLayout145.xml"/><Relationship Id="rId48" Type="http://schemas.openxmlformats.org/officeDocument/2006/relationships/slideLayout" Target="../slideLayouts/slideLayout150.xml"/><Relationship Id="rId8" Type="http://schemas.openxmlformats.org/officeDocument/2006/relationships/slideLayout" Target="../slideLayouts/slideLayout110.xml"/><Relationship Id="rId3" Type="http://schemas.openxmlformats.org/officeDocument/2006/relationships/slideLayout" Target="../slideLayouts/slideLayout105.xml"/><Relationship Id="rId12" Type="http://schemas.openxmlformats.org/officeDocument/2006/relationships/slideLayout" Target="../slideLayouts/slideLayout114.xml"/><Relationship Id="rId17" Type="http://schemas.openxmlformats.org/officeDocument/2006/relationships/slideLayout" Target="../slideLayouts/slideLayout119.xml"/><Relationship Id="rId25" Type="http://schemas.openxmlformats.org/officeDocument/2006/relationships/slideLayout" Target="../slideLayouts/slideLayout127.xml"/><Relationship Id="rId33" Type="http://schemas.openxmlformats.org/officeDocument/2006/relationships/slideLayout" Target="../slideLayouts/slideLayout135.xml"/><Relationship Id="rId38" Type="http://schemas.openxmlformats.org/officeDocument/2006/relationships/slideLayout" Target="../slideLayouts/slideLayout140.xml"/><Relationship Id="rId46" Type="http://schemas.openxmlformats.org/officeDocument/2006/relationships/slideLayout" Target="../slideLayouts/slideLayout148.xml"/><Relationship Id="rId20" Type="http://schemas.openxmlformats.org/officeDocument/2006/relationships/slideLayout" Target="../slideLayouts/slideLayout122.xml"/><Relationship Id="rId41" Type="http://schemas.openxmlformats.org/officeDocument/2006/relationships/slideLayout" Target="../slideLayouts/slideLayout143.xml"/><Relationship Id="rId1" Type="http://schemas.openxmlformats.org/officeDocument/2006/relationships/slideLayout" Target="../slideLayouts/slideLayout103.xml"/><Relationship Id="rId6"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1169242051"/>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 id="2147483704" r:id="rId54"/>
    <p:sldLayoutId id="2147483705" r:id="rId55"/>
    <p:sldLayoutId id="2147483706" r:id="rId56"/>
    <p:sldLayoutId id="2147483707" r:id="rId57"/>
    <p:sldLayoutId id="2147483708" r:id="rId58"/>
    <p:sldLayoutId id="2147483709" r:id="rId59"/>
    <p:sldLayoutId id="2147483710" r:id="rId60"/>
    <p:sldLayoutId id="2147483711" r:id="rId61"/>
    <p:sldLayoutId id="2147483712" r:id="rId62"/>
    <p:sldLayoutId id="2147483713" r:id="rId63"/>
    <p:sldLayoutId id="2147483714" r:id="rId64"/>
    <p:sldLayoutId id="2147483715" r:id="rId65"/>
    <p:sldLayoutId id="2147483716" r:id="rId66"/>
    <p:sldLayoutId id="2147483717" r:id="rId67"/>
    <p:sldLayoutId id="2147483718" r:id="rId68"/>
    <p:sldLayoutId id="2147483719" r:id="rId69"/>
    <p:sldLayoutId id="2147483720" r:id="rId70"/>
    <p:sldLayoutId id="2147483721" r:id="rId71"/>
    <p:sldLayoutId id="2147483722" r:id="rId72"/>
    <p:sldLayoutId id="2147483723" r:id="rId73"/>
    <p:sldLayoutId id="2147483724" r:id="rId74"/>
    <p:sldLayoutId id="2147483725" r:id="rId75"/>
    <p:sldLayoutId id="2147483726" r:id="rId76"/>
    <p:sldLayoutId id="2147483727" r:id="rId77"/>
    <p:sldLayoutId id="2147483728" r:id="rId78"/>
    <p:sldLayoutId id="2147483729" r:id="rId79"/>
    <p:sldLayoutId id="2147483730" r:id="rId80"/>
    <p:sldLayoutId id="2147483731" r:id="rId81"/>
    <p:sldLayoutId id="2147483732" r:id="rId82"/>
    <p:sldLayoutId id="2147483733" r:id="rId83"/>
    <p:sldLayoutId id="2147483734" r:id="rId84"/>
    <p:sldLayoutId id="2147483735" r:id="rId85"/>
    <p:sldLayoutId id="2147483736" r:id="rId86"/>
    <p:sldLayoutId id="2147483737" r:id="rId87"/>
    <p:sldLayoutId id="2147483738" r:id="rId88"/>
    <p:sldLayoutId id="2147483739" r:id="rId89"/>
    <p:sldLayoutId id="2147483740" r:id="rId90"/>
    <p:sldLayoutId id="2147483741" r:id="rId91"/>
    <p:sldLayoutId id="2147483742" r:id="rId92"/>
    <p:sldLayoutId id="2147483743" r:id="rId93"/>
    <p:sldLayoutId id="2147483744" r:id="rId94"/>
    <p:sldLayoutId id="2147483745" r:id="rId95"/>
    <p:sldLayoutId id="2147483746" r:id="rId96"/>
    <p:sldLayoutId id="2147483747" r:id="rId97"/>
    <p:sldLayoutId id="2147483748" r:id="rId98"/>
    <p:sldLayoutId id="2147483749" r:id="rId99"/>
    <p:sldLayoutId id="2147483750" r:id="rId100"/>
    <p:sldLayoutId id="2147483751" r:id="rId101"/>
    <p:sldLayoutId id="2147483752" r:id="rId102"/>
  </p:sldLayoutIdLst>
  <p:transition>
    <p:fade/>
  </p:transition>
  <p:hf sldNum="0" hdr="0" ft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4183091857"/>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 id="2147483782" r:id="rId28"/>
    <p:sldLayoutId id="2147483783" r:id="rId29"/>
    <p:sldLayoutId id="2147483784" r:id="rId30"/>
    <p:sldLayoutId id="2147483785" r:id="rId31"/>
    <p:sldLayoutId id="2147483786" r:id="rId32"/>
    <p:sldLayoutId id="2147483787" r:id="rId33"/>
    <p:sldLayoutId id="2147483788" r:id="rId34"/>
    <p:sldLayoutId id="2147483789" r:id="rId35"/>
    <p:sldLayoutId id="2147483790" r:id="rId36"/>
    <p:sldLayoutId id="2147483791" r:id="rId37"/>
    <p:sldLayoutId id="2147483792" r:id="rId38"/>
    <p:sldLayoutId id="2147483793" r:id="rId39"/>
    <p:sldLayoutId id="2147483794" r:id="rId40"/>
    <p:sldLayoutId id="2147483795" r:id="rId41"/>
    <p:sldLayoutId id="2147483796" r:id="rId42"/>
    <p:sldLayoutId id="2147483797" r:id="rId43"/>
    <p:sldLayoutId id="2147483798" r:id="rId44"/>
    <p:sldLayoutId id="2147483799" r:id="rId45"/>
    <p:sldLayoutId id="2147483800" r:id="rId46"/>
    <p:sldLayoutId id="2147483801" r:id="rId47"/>
    <p:sldLayoutId id="2147483802" r:id="rId48"/>
    <p:sldLayoutId id="2147483803" r:id="rId49"/>
  </p:sldLayoutIdLst>
  <p:transition>
    <p:fade/>
  </p:transition>
  <p:hf sldNum="0" hd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9.xml"/></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9.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69199-E809-4D77-AECE-AD300F45315F}"/>
              </a:ext>
            </a:extLst>
          </p:cNvPr>
          <p:cNvSpPr>
            <a:spLocks noGrp="1"/>
          </p:cNvSpPr>
          <p:nvPr>
            <p:ph type="title"/>
          </p:nvPr>
        </p:nvSpPr>
        <p:spPr/>
        <p:txBody>
          <a:bodyPr/>
          <a:lstStyle/>
          <a:p>
            <a:r>
              <a:rPr lang="en-GB"/>
              <a:t>Chapter 13: Azure Arc</a:t>
            </a:r>
          </a:p>
        </p:txBody>
      </p:sp>
      <p:sp>
        <p:nvSpPr>
          <p:cNvPr id="3" name="Text Placeholder 2">
            <a:extLst>
              <a:ext uri="{FF2B5EF4-FFF2-40B4-BE49-F238E27FC236}">
                <a16:creationId xmlns:a16="http://schemas.microsoft.com/office/drawing/2014/main" id="{1E242D7A-47FE-4DF5-DFAE-DF5C0EB3B0BE}"/>
              </a:ext>
            </a:extLst>
          </p:cNvPr>
          <p:cNvSpPr>
            <a:spLocks noGrp="1"/>
          </p:cNvSpPr>
          <p:nvPr>
            <p:ph type="body" sz="quarter" idx="15"/>
          </p:nvPr>
        </p:nvSpPr>
        <p:spPr>
          <a:xfrm>
            <a:off x="331851" y="3262586"/>
            <a:ext cx="7202114" cy="388440"/>
          </a:xfrm>
        </p:spPr>
        <p:txBody>
          <a:bodyPr/>
          <a:lstStyle/>
          <a:p>
            <a:r>
              <a:rPr lang="en-GB"/>
              <a:t>Instructor-led overview and operational guidance</a:t>
            </a:r>
          </a:p>
        </p:txBody>
      </p:sp>
    </p:spTree>
    <p:extLst>
      <p:ext uri="{BB962C8B-B14F-4D97-AF65-F5344CB8AC3E}">
        <p14:creationId xmlns:p14="http://schemas.microsoft.com/office/powerpoint/2010/main" val="2557092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EE76A-88A5-6C9E-2884-5C27FB175BA3}"/>
              </a:ext>
            </a:extLst>
          </p:cNvPr>
          <p:cNvSpPr>
            <a:spLocks noGrp="1"/>
          </p:cNvSpPr>
          <p:nvPr>
            <p:ph type="title" idx="4294967295"/>
          </p:nvPr>
        </p:nvSpPr>
        <p:spPr>
          <a:xfrm>
            <a:off x="0" y="330200"/>
            <a:ext cx="8505825" cy="509588"/>
          </a:xfrm>
        </p:spPr>
        <p:txBody>
          <a:bodyPr wrap="square">
            <a:noAutofit/>
          </a:bodyPr>
          <a:lstStyle/>
          <a:p>
            <a:r>
              <a:rPr lang="en-GB"/>
              <a:t>Learning Objectives</a:t>
            </a:r>
          </a:p>
        </p:txBody>
      </p:sp>
      <p:sp>
        <p:nvSpPr>
          <p:cNvPr id="3" name="Text Placeholder 2">
            <a:extLst>
              <a:ext uri="{FF2B5EF4-FFF2-40B4-BE49-F238E27FC236}">
                <a16:creationId xmlns:a16="http://schemas.microsoft.com/office/drawing/2014/main" id="{78A9C719-56B6-C839-567B-08757FDB82A2}"/>
              </a:ext>
            </a:extLst>
          </p:cNvPr>
          <p:cNvSpPr>
            <a:spLocks noGrp="1"/>
          </p:cNvSpPr>
          <p:nvPr>
            <p:ph type="body" sz="quarter" idx="4294967295"/>
          </p:nvPr>
        </p:nvSpPr>
        <p:spPr>
          <a:xfrm>
            <a:off x="1490663" y="1092200"/>
            <a:ext cx="7653337" cy="673100"/>
          </a:xfrm>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Explain what Azure Arc is and what problem it solves</a:t>
            </a:r>
          </a:p>
        </p:txBody>
      </p:sp>
      <p:sp>
        <p:nvSpPr>
          <p:cNvPr id="4" name="Text Placeholder 3">
            <a:extLst>
              <a:ext uri="{FF2B5EF4-FFF2-40B4-BE49-F238E27FC236}">
                <a16:creationId xmlns:a16="http://schemas.microsoft.com/office/drawing/2014/main" id="{16AAAFD9-7625-9A47-D73B-94646E057708}"/>
              </a:ext>
            </a:extLst>
          </p:cNvPr>
          <p:cNvSpPr>
            <a:spLocks noGrp="1"/>
          </p:cNvSpPr>
          <p:nvPr>
            <p:ph type="body" sz="quarter" idx="4294967295"/>
          </p:nvPr>
        </p:nvSpPr>
        <p:spPr>
          <a:xfrm>
            <a:off x="1490663" y="1909763"/>
            <a:ext cx="7653337" cy="673100"/>
          </a:xfrm>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Describe Azure Arc-enabled servers and the Connected Machine agent</a:t>
            </a:r>
          </a:p>
        </p:txBody>
      </p:sp>
      <p:sp>
        <p:nvSpPr>
          <p:cNvPr id="5" name="Text Placeholder 4">
            <a:extLst>
              <a:ext uri="{FF2B5EF4-FFF2-40B4-BE49-F238E27FC236}">
                <a16:creationId xmlns:a16="http://schemas.microsoft.com/office/drawing/2014/main" id="{5A35B732-EFDA-B804-DEEA-8D6D6D6C27B2}"/>
              </a:ext>
            </a:extLst>
          </p:cNvPr>
          <p:cNvSpPr>
            <a:spLocks noGrp="1"/>
          </p:cNvSpPr>
          <p:nvPr>
            <p:ph type="body" sz="quarter" idx="4294967295"/>
          </p:nvPr>
        </p:nvSpPr>
        <p:spPr>
          <a:xfrm>
            <a:off x="1490663" y="2727325"/>
            <a:ext cx="7653337" cy="673100"/>
          </a:xfrm>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Identify management capabilities Azure Arc adds to on-premises servers</a:t>
            </a:r>
          </a:p>
        </p:txBody>
      </p:sp>
      <p:sp>
        <p:nvSpPr>
          <p:cNvPr id="6" name="Text Placeholder 5">
            <a:extLst>
              <a:ext uri="{FF2B5EF4-FFF2-40B4-BE49-F238E27FC236}">
                <a16:creationId xmlns:a16="http://schemas.microsoft.com/office/drawing/2014/main" id="{C24B2C53-C8E0-E89F-4157-866D70F81ABB}"/>
              </a:ext>
            </a:extLst>
          </p:cNvPr>
          <p:cNvSpPr>
            <a:spLocks noGrp="1"/>
          </p:cNvSpPr>
          <p:nvPr>
            <p:ph type="body" sz="quarter" idx="4294967295"/>
          </p:nvPr>
        </p:nvSpPr>
        <p:spPr>
          <a:xfrm>
            <a:off x="1490663" y="3544888"/>
            <a:ext cx="7653337" cy="673100"/>
          </a:xfrm>
        </p:spPr>
        <p:txBody>
          <a:bodyPr>
            <a:normAutofit lnSpcReduction="10000"/>
          </a:bodyPr>
          <a:lstStyle/>
          <a:p>
            <a:r>
              <a:rPr lang="en-GB">
                <a:solidFill>
                  <a:srgbClr val="0076D4"/>
                </a:solidFill>
                <a:latin typeface="Segoe UI Semibold" panose="020B0702040204020203" pitchFamily="34" charset="0"/>
              </a:rPr>
              <a:t>04</a:t>
            </a:r>
            <a:r>
              <a:rPr lang="en-GB">
                <a:latin typeface="Segoe UI" panose="020B0502040204020203" pitchFamily="34" charset="0"/>
              </a:rPr>
              <a:t>  Connect a Windows Server 2025 machine to Azure Arc and verify the connection</a:t>
            </a:r>
          </a:p>
        </p:txBody>
      </p:sp>
      <p:sp>
        <p:nvSpPr>
          <p:cNvPr id="7" name="Course footer">
            <a:extLst>
              <a:ext uri="{FF2B5EF4-FFF2-40B4-BE49-F238E27FC236}">
                <a16:creationId xmlns:a16="http://schemas.microsoft.com/office/drawing/2014/main" id="{D0D3B5D6-B3C7-29BF-69FF-8967DE3C4AC0}"/>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13 | Azure Arc</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D410CE24-CC50-D245-4738-5C608C12DCF1}"/>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07220005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AE473-55FA-DB72-E377-6725A19BC833}"/>
              </a:ext>
            </a:extLst>
          </p:cNvPr>
          <p:cNvSpPr>
            <a:spLocks noGrp="1"/>
          </p:cNvSpPr>
          <p:nvPr>
            <p:ph type="title" idx="4294967295"/>
          </p:nvPr>
        </p:nvSpPr>
        <p:spPr>
          <a:xfrm>
            <a:off x="0" y="330200"/>
            <a:ext cx="8505825" cy="509588"/>
          </a:xfrm>
        </p:spPr>
        <p:txBody>
          <a:bodyPr wrap="square">
            <a:noAutofit/>
          </a:bodyPr>
          <a:lstStyle/>
          <a:p>
            <a:r>
              <a:rPr lang="en-GB"/>
              <a:t>Chapter Topics</a:t>
            </a:r>
          </a:p>
        </p:txBody>
      </p:sp>
      <p:sp>
        <p:nvSpPr>
          <p:cNvPr id="3" name="Text Placeholder 2">
            <a:extLst>
              <a:ext uri="{FF2B5EF4-FFF2-40B4-BE49-F238E27FC236}">
                <a16:creationId xmlns:a16="http://schemas.microsoft.com/office/drawing/2014/main" id="{DB667AD5-C447-3D95-2BE8-7457ACA233CD}"/>
              </a:ext>
            </a:extLst>
          </p:cNvPr>
          <p:cNvSpPr>
            <a:spLocks noGrp="1"/>
          </p:cNvSpPr>
          <p:nvPr>
            <p:ph type="body" sz="quarter" idx="4294967295"/>
          </p:nvPr>
        </p:nvSpPr>
        <p:spPr>
          <a:xfrm>
            <a:off x="1490663" y="1092200"/>
            <a:ext cx="7653337" cy="673100"/>
          </a:xfrm>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13.1 What is Azure Arc?</a:t>
            </a:r>
          </a:p>
        </p:txBody>
      </p:sp>
      <p:sp>
        <p:nvSpPr>
          <p:cNvPr id="4" name="Text Placeholder 3">
            <a:extLst>
              <a:ext uri="{FF2B5EF4-FFF2-40B4-BE49-F238E27FC236}">
                <a16:creationId xmlns:a16="http://schemas.microsoft.com/office/drawing/2014/main" id="{1EF0FE69-BDC3-2610-FE58-D5DA95BD680E}"/>
              </a:ext>
            </a:extLst>
          </p:cNvPr>
          <p:cNvSpPr>
            <a:spLocks noGrp="1"/>
          </p:cNvSpPr>
          <p:nvPr>
            <p:ph type="body" sz="quarter" idx="4294967295"/>
          </p:nvPr>
        </p:nvSpPr>
        <p:spPr>
          <a:xfrm>
            <a:off x="1490663" y="1854200"/>
            <a:ext cx="7653337" cy="673100"/>
          </a:xfrm>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13.2 Azure Arc-enabled servers</a:t>
            </a:r>
          </a:p>
        </p:txBody>
      </p:sp>
      <p:sp>
        <p:nvSpPr>
          <p:cNvPr id="5" name="Text Placeholder 4">
            <a:extLst>
              <a:ext uri="{FF2B5EF4-FFF2-40B4-BE49-F238E27FC236}">
                <a16:creationId xmlns:a16="http://schemas.microsoft.com/office/drawing/2014/main" id="{D753DFF0-D6E9-71B4-D00F-334860A8BE93}"/>
              </a:ext>
            </a:extLst>
          </p:cNvPr>
          <p:cNvSpPr>
            <a:spLocks noGrp="1"/>
          </p:cNvSpPr>
          <p:nvPr>
            <p:ph type="body" sz="quarter" idx="4294967295"/>
          </p:nvPr>
        </p:nvSpPr>
        <p:spPr>
          <a:xfrm>
            <a:off x="1490663" y="2616200"/>
            <a:ext cx="7653337" cy="671513"/>
          </a:xfrm>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13.3 Management capabilities</a:t>
            </a:r>
          </a:p>
        </p:txBody>
      </p:sp>
      <p:sp>
        <p:nvSpPr>
          <p:cNvPr id="6" name="Text Placeholder 5">
            <a:extLst>
              <a:ext uri="{FF2B5EF4-FFF2-40B4-BE49-F238E27FC236}">
                <a16:creationId xmlns:a16="http://schemas.microsoft.com/office/drawing/2014/main" id="{45F92647-A099-6B05-5467-E40FF7F626C2}"/>
              </a:ext>
            </a:extLst>
          </p:cNvPr>
          <p:cNvSpPr>
            <a:spLocks noGrp="1"/>
          </p:cNvSpPr>
          <p:nvPr>
            <p:ph type="body" sz="quarter" idx="4294967295"/>
          </p:nvPr>
        </p:nvSpPr>
        <p:spPr>
          <a:xfrm>
            <a:off x="1490663" y="3376613"/>
            <a:ext cx="7653337" cy="673100"/>
          </a:xfrm>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13.4 Cost model</a:t>
            </a:r>
          </a:p>
        </p:txBody>
      </p:sp>
      <p:sp>
        <p:nvSpPr>
          <p:cNvPr id="7" name="Text Placeholder 6">
            <a:extLst>
              <a:ext uri="{FF2B5EF4-FFF2-40B4-BE49-F238E27FC236}">
                <a16:creationId xmlns:a16="http://schemas.microsoft.com/office/drawing/2014/main" id="{767D939D-898B-3E96-974C-5AAFEF6E0CD4}"/>
              </a:ext>
            </a:extLst>
          </p:cNvPr>
          <p:cNvSpPr>
            <a:spLocks noGrp="1"/>
          </p:cNvSpPr>
          <p:nvPr>
            <p:ph type="body" sz="quarter" idx="4294967295"/>
          </p:nvPr>
        </p:nvSpPr>
        <p:spPr>
          <a:xfrm>
            <a:off x="1490663" y="4138613"/>
            <a:ext cx="7653337" cy="673100"/>
          </a:xfrm>
        </p:spPr>
        <p:txBody>
          <a:bodyPr>
            <a:normAutofit/>
          </a:bodyPr>
          <a:lstStyle/>
          <a:p>
            <a:r>
              <a:rPr lang="en-GB">
                <a:solidFill>
                  <a:srgbClr val="0076D4"/>
                </a:solidFill>
                <a:latin typeface="Segoe UI Semibold" panose="020B0702040204020203" pitchFamily="34" charset="0"/>
              </a:rPr>
              <a:t>05</a:t>
            </a:r>
            <a:r>
              <a:rPr lang="en-GB">
                <a:latin typeface="Segoe UI" panose="020B0502040204020203" pitchFamily="34" charset="0"/>
              </a:rPr>
              <a:t>  13.5 Prerequisites and requirements</a:t>
            </a:r>
          </a:p>
        </p:txBody>
      </p:sp>
      <p:sp>
        <p:nvSpPr>
          <p:cNvPr id="8" name="Course footer">
            <a:extLst>
              <a:ext uri="{FF2B5EF4-FFF2-40B4-BE49-F238E27FC236}">
                <a16:creationId xmlns:a16="http://schemas.microsoft.com/office/drawing/2014/main" id="{3B09BBBE-AB98-FC0C-5D1E-332B57C0E08B}"/>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13 | Azure Arc</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6314D057-718B-00D6-5EFF-A2CB7B7868D2}"/>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90268545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88A9E-A3B3-D431-645A-FC547B3C26E2}"/>
              </a:ext>
            </a:extLst>
          </p:cNvPr>
          <p:cNvSpPr>
            <a:spLocks noGrp="1"/>
          </p:cNvSpPr>
          <p:nvPr>
            <p:ph type="title" idx="4294967295"/>
          </p:nvPr>
        </p:nvSpPr>
        <p:spPr>
          <a:xfrm>
            <a:off x="288925" y="253206"/>
            <a:ext cx="8258175" cy="369888"/>
          </a:xfrm>
        </p:spPr>
        <p:txBody>
          <a:bodyPr wrap="square">
            <a:noAutofit/>
          </a:bodyPr>
          <a:lstStyle/>
          <a:p>
            <a:r>
              <a:rPr lang="en-GB" dirty="0"/>
              <a:t>13.1 What Is Azure Arc?</a:t>
            </a:r>
          </a:p>
        </p:txBody>
      </p:sp>
      <p:sp>
        <p:nvSpPr>
          <p:cNvPr id="3" name="Divider">
            <a:extLst>
              <a:ext uri="{FF2B5EF4-FFF2-40B4-BE49-F238E27FC236}">
                <a16:creationId xmlns:a16="http://schemas.microsoft.com/office/drawing/2014/main" id="{E28EB9A1-99F9-7E20-7FD1-9C5DE8713C64}"/>
              </a:ext>
            </a:extLst>
          </p:cNvPr>
          <p:cNvSpPr/>
          <p:nvPr/>
        </p:nvSpPr>
        <p:spPr>
          <a:xfrm>
            <a:off x="4534920" y="727075"/>
            <a:ext cx="18000" cy="4200000"/>
          </a:xfrm>
          <a:prstGeom prst="rect">
            <a:avLst/>
          </a:prstGeom>
          <a:solidFill>
            <a:srgbClr val="8ECAE6"/>
          </a:solidFill>
          <a:ln w="0">
            <a:noFill/>
          </a:ln>
        </p:spPr>
        <p:txBody>
          <a:bodyPr/>
          <a:lstStyle/>
          <a:p>
            <a:endParaRPr lang="en-GB"/>
          </a:p>
        </p:txBody>
      </p:sp>
      <p:sp>
        <p:nvSpPr>
          <p:cNvPr id="4" name="Left">
            <a:extLst>
              <a:ext uri="{FF2B5EF4-FFF2-40B4-BE49-F238E27FC236}">
                <a16:creationId xmlns:a16="http://schemas.microsoft.com/office/drawing/2014/main" id="{2390C682-EDD5-92A4-974B-4CABAE653BA3}"/>
              </a:ext>
            </a:extLst>
          </p:cNvPr>
          <p:cNvSpPr/>
          <p:nvPr/>
        </p:nvSpPr>
        <p:spPr>
          <a:xfrm>
            <a:off x="177800" y="727075"/>
            <a:ext cx="4310000" cy="4200000"/>
          </a:xfrm>
          <a:prstGeom prst="rect">
            <a:avLst/>
          </a:prstGeom>
          <a:noFill/>
          <a:ln/>
        </p:spPr>
        <p:txBody>
          <a:bodyPr wrap="square" lIns="91440" tIns="45720" rIns="91440" bIns="45720" rtlCol="0" anchor="t">
            <a:normAutofit lnSpcReduction="10000"/>
          </a:bodyPr>
          <a:lstStyle/>
          <a:p>
            <a:pPr marL="0" indent="0">
              <a:spcAft>
                <a:spcPts val="200"/>
              </a:spcAft>
              <a:buNone/>
            </a:pPr>
            <a:r>
              <a:rPr lang="en-US" sz="1200" b="1" dirty="0">
                <a:solidFill>
                  <a:srgbClr val="023047"/>
                </a:solidFill>
                <a:latin typeface="Segoe UI" panose="020B0502040204020203" pitchFamily="34" charset="0"/>
              </a:rPr>
              <a:t>What Is Azure Arc?</a:t>
            </a:r>
          </a:p>
          <a:p>
            <a:pPr marL="342900" indent="-342900">
              <a:spcAft>
                <a:spcPts val="160"/>
              </a:spcAft>
              <a:buSzPct val="100000"/>
              <a:buChar char="•"/>
            </a:pPr>
            <a:r>
              <a:rPr lang="en-US" sz="1050" dirty="0">
                <a:solidFill>
                  <a:srgbClr val="023047"/>
                </a:solidFill>
                <a:latin typeface="Segoe UI" panose="020B0502040204020203" pitchFamily="34" charset="0"/>
              </a:rPr>
              <a:t>A cloud management service from Microsoft that extends the Azure control plane to any infrastructure</a:t>
            </a:r>
          </a:p>
          <a:p>
            <a:pPr marL="342900" indent="-342900">
              <a:spcAft>
                <a:spcPts val="160"/>
              </a:spcAft>
              <a:buSzPct val="100000"/>
              <a:buChar char="•"/>
            </a:pPr>
            <a:r>
              <a:rPr lang="en-US" sz="1050" dirty="0">
                <a:solidFill>
                  <a:srgbClr val="023047"/>
                </a:solidFill>
                <a:latin typeface="Segoe UI" panose="020B0502040204020203" pitchFamily="34" charset="0"/>
              </a:rPr>
              <a:t>Connects servers running outside Azure so they appear as resources in Azure Resource Manager</a:t>
            </a:r>
          </a:p>
          <a:p>
            <a:pPr marL="342900" indent="-342900">
              <a:spcAft>
                <a:spcPts val="160"/>
              </a:spcAft>
              <a:buSzPct val="100000"/>
              <a:buChar char="•"/>
            </a:pPr>
            <a:r>
              <a:rPr lang="en-US" sz="1050" dirty="0">
                <a:solidFill>
                  <a:srgbClr val="023047"/>
                </a:solidFill>
                <a:latin typeface="Segoe UI" panose="020B0502040204020203" pitchFamily="34" charset="0"/>
              </a:rPr>
              <a:t>Each connected machine gets an Azure Resource ID and can be placed in a resource group</a:t>
            </a:r>
          </a:p>
          <a:p>
            <a:pPr marL="342900" indent="-342900">
              <a:spcAft>
                <a:spcPts val="160"/>
              </a:spcAft>
              <a:buSzPct val="100000"/>
              <a:buChar char="•"/>
            </a:pPr>
            <a:r>
              <a:rPr lang="en-US" sz="1050" dirty="0">
                <a:solidFill>
                  <a:srgbClr val="023047"/>
                </a:solidFill>
                <a:latin typeface="Segoe UI" panose="020B0502040204020203" pitchFamily="34" charset="0"/>
              </a:rPr>
              <a:t>Managed using the same portal, CLI, and APIs used for native Azure VMs</a:t>
            </a: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Why Organisations Use It</a:t>
            </a:r>
          </a:p>
          <a:p>
            <a:pPr marL="342900" indent="-342900">
              <a:spcAft>
                <a:spcPts val="160"/>
              </a:spcAft>
              <a:buSzPct val="100000"/>
              <a:buChar char="•"/>
            </a:pPr>
            <a:r>
              <a:rPr lang="en-US" sz="1050" dirty="0">
                <a:solidFill>
                  <a:srgbClr val="023047"/>
                </a:solidFill>
                <a:latin typeface="Segoe UI" panose="020B0502040204020203" pitchFamily="34" charset="0"/>
              </a:rPr>
              <a:t>Manage on-premises and cloud workloads from a single control plane</a:t>
            </a:r>
          </a:p>
          <a:p>
            <a:pPr marL="342900" indent="-342900">
              <a:spcAft>
                <a:spcPts val="160"/>
              </a:spcAft>
              <a:buSzPct val="100000"/>
              <a:buChar char="•"/>
            </a:pPr>
            <a:r>
              <a:rPr lang="en-US" sz="1050" dirty="0">
                <a:solidFill>
                  <a:srgbClr val="023047"/>
                </a:solidFill>
                <a:latin typeface="Segoe UI" panose="020B0502040204020203" pitchFamily="34" charset="0"/>
              </a:rPr>
              <a:t>Apply Azure services (updates, security, monitoring) to servers that stay on-premises</a:t>
            </a:r>
          </a:p>
          <a:p>
            <a:pPr marL="342900" indent="-342900">
              <a:spcAft>
                <a:spcPts val="160"/>
              </a:spcAft>
              <a:buSzPct val="100000"/>
              <a:buChar char="•"/>
            </a:pPr>
            <a:r>
              <a:rPr lang="en-US" sz="1050" dirty="0">
                <a:solidFill>
                  <a:srgbClr val="023047"/>
                </a:solidFill>
                <a:latin typeface="Segoe UI" panose="020B0502040204020203" pitchFamily="34" charset="0"/>
              </a:rPr>
              <a:t>Govern hybrid and multi-cloud environments using consistent Azure Policy</a:t>
            </a:r>
          </a:p>
          <a:p>
            <a:pPr marL="342900" indent="-342900">
              <a:spcAft>
                <a:spcPts val="160"/>
              </a:spcAft>
              <a:buSzPct val="100000"/>
              <a:buChar char="•"/>
            </a:pPr>
            <a:r>
              <a:rPr lang="en-US" sz="1050" dirty="0">
                <a:solidFill>
                  <a:srgbClr val="023047"/>
                </a:solidFill>
                <a:latin typeface="Segoe UI" panose="020B0502040204020203" pitchFamily="34" charset="0"/>
              </a:rPr>
              <a:t>Enable enterprise security on physical servers without migrating to Azure</a:t>
            </a:r>
          </a:p>
          <a:p>
            <a:pPr>
              <a:buNone/>
            </a:pPr>
            <a:endParaRPr lang="en-US" sz="400" dirty="0">
              <a:latin typeface="Segoe UI" panose="020B0502040204020203" pitchFamily="34" charset="0"/>
            </a:endParaRPr>
          </a:p>
          <a:p>
            <a:pPr marL="0" indent="0">
              <a:spcAft>
                <a:spcPts val="200"/>
              </a:spcAft>
              <a:buNone/>
            </a:pPr>
            <a:r>
              <a:rPr lang="en-US" sz="1200" b="1" dirty="0">
                <a:solidFill>
                  <a:srgbClr val="FFB703"/>
                </a:solidFill>
                <a:latin typeface="Segoe UI" panose="020B0502040204020203" pitchFamily="34" charset="0"/>
              </a:rPr>
              <a:t>What Azure Arc Is NOT</a:t>
            </a:r>
          </a:p>
          <a:p>
            <a:pPr marL="342900" indent="-342900">
              <a:spcAft>
                <a:spcPts val="160"/>
              </a:spcAft>
              <a:buSzPct val="100000"/>
              <a:buChar char="•"/>
            </a:pPr>
            <a:r>
              <a:rPr lang="en-US" sz="1000" dirty="0">
                <a:solidFill>
                  <a:srgbClr val="444444"/>
                </a:solidFill>
                <a:latin typeface="Segoe UI" panose="020B0502040204020203" pitchFamily="34" charset="0"/>
              </a:rPr>
              <a:t>Not a migration tool - servers stay where they are</a:t>
            </a:r>
          </a:p>
          <a:p>
            <a:pPr marL="342900" indent="-342900">
              <a:spcAft>
                <a:spcPts val="160"/>
              </a:spcAft>
              <a:buSzPct val="100000"/>
              <a:buChar char="•"/>
            </a:pPr>
            <a:r>
              <a:rPr lang="en-US" sz="1000" dirty="0">
                <a:solidFill>
                  <a:srgbClr val="444444"/>
                </a:solidFill>
                <a:latin typeface="Segoe UI" panose="020B0502040204020203" pitchFamily="34" charset="0"/>
              </a:rPr>
              <a:t>Does not run workloads in Azure - it manages workloads running elsewhere</a:t>
            </a:r>
          </a:p>
          <a:p>
            <a:pPr marL="342900" indent="-342900">
              <a:spcAft>
                <a:spcPts val="160"/>
              </a:spcAft>
              <a:buSzPct val="100000"/>
              <a:buChar char="•"/>
            </a:pPr>
            <a:r>
              <a:rPr lang="en-US" sz="1000" dirty="0">
                <a:solidFill>
                  <a:srgbClr val="444444"/>
                </a:solidFill>
                <a:latin typeface="Segoe UI" panose="020B0502040204020203" pitchFamily="34" charset="0"/>
              </a:rPr>
              <a:t>Not designed for VMs already running natively in Azure</a:t>
            </a:r>
          </a:p>
        </p:txBody>
      </p:sp>
      <p:sp>
        <p:nvSpPr>
          <p:cNvPr id="5" name="Right">
            <a:extLst>
              <a:ext uri="{FF2B5EF4-FFF2-40B4-BE49-F238E27FC236}">
                <a16:creationId xmlns:a16="http://schemas.microsoft.com/office/drawing/2014/main" id="{7C380F6A-B487-72C9-895C-0DF5DDDCD3DC}"/>
              </a:ext>
            </a:extLst>
          </p:cNvPr>
          <p:cNvSpPr/>
          <p:nvPr/>
        </p:nvSpPr>
        <p:spPr>
          <a:xfrm>
            <a:off x="4604920" y="727075"/>
            <a:ext cx="4360000" cy="4200000"/>
          </a:xfrm>
          <a:prstGeom prst="rect">
            <a:avLst/>
          </a:prstGeom>
          <a:solidFill>
            <a:srgbClr val="F0F8FB"/>
          </a:solidFill>
          <a:ln w="9000">
            <a:solidFill>
              <a:srgbClr val="8ECAE6"/>
            </a:solidFill>
            <a:prstDash val="solid"/>
          </a:ln>
        </p:spPr>
        <p:txBody>
          <a:bodyPr wrap="square" lIns="91440" tIns="45720" rIns="91440" bIns="45720" rtlCol="0" anchor="t">
            <a:normAutofit/>
          </a:bodyPr>
          <a:lstStyle/>
          <a:p>
            <a:pPr marL="0" indent="0">
              <a:spcAft>
                <a:spcPts val="200"/>
              </a:spcAft>
              <a:buNone/>
            </a:pPr>
            <a:r>
              <a:rPr lang="en-US" sz="1200" b="1" dirty="0">
                <a:solidFill>
                  <a:srgbClr val="219EBC"/>
                </a:solidFill>
                <a:latin typeface="Segoe UI" panose="020B0502040204020203" pitchFamily="34" charset="0"/>
              </a:rPr>
              <a:t>Key Concept</a:t>
            </a:r>
          </a:p>
          <a:p>
            <a:pPr marL="0" indent="0">
              <a:spcAft>
                <a:spcPts val="160"/>
              </a:spcAft>
              <a:buNone/>
            </a:pPr>
            <a:r>
              <a:rPr lang="en-US" sz="1050" dirty="0">
                <a:solidFill>
                  <a:srgbClr val="023047"/>
                </a:solidFill>
                <a:latin typeface="Segoe UI" panose="020B0502040204020203" pitchFamily="34" charset="0"/>
              </a:rPr>
              <a:t>Azure Arc makes non-Azure servers look like Azure resources.</a:t>
            </a:r>
          </a:p>
          <a:p>
            <a:pPr>
              <a:buNone/>
            </a:pPr>
            <a:endParaRPr lang="en-US" sz="3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Once connected, a server has:</a:t>
            </a:r>
          </a:p>
          <a:p>
            <a:pPr marL="342900" indent="-342900">
              <a:spcAft>
                <a:spcPts val="160"/>
              </a:spcAft>
              <a:buSzPct val="100000"/>
              <a:buChar char="•"/>
            </a:pPr>
            <a:r>
              <a:rPr lang="en-US" sz="1000" dirty="0">
                <a:solidFill>
                  <a:srgbClr val="023047"/>
                </a:solidFill>
                <a:latin typeface="Segoe UI" panose="020B0502040204020203" pitchFamily="34" charset="0"/>
              </a:rPr>
              <a:t>An Azure Resource ID</a:t>
            </a:r>
          </a:p>
          <a:p>
            <a:pPr marL="342900" indent="-342900">
              <a:spcAft>
                <a:spcPts val="160"/>
              </a:spcAft>
              <a:buSzPct val="100000"/>
              <a:buChar char="•"/>
            </a:pPr>
            <a:r>
              <a:rPr lang="en-US" sz="1000" dirty="0">
                <a:solidFill>
                  <a:srgbClr val="023047"/>
                </a:solidFill>
                <a:latin typeface="Segoe UI" panose="020B0502040204020203" pitchFamily="34" charset="0"/>
              </a:rPr>
              <a:t>An Azure-managed identity</a:t>
            </a:r>
          </a:p>
          <a:p>
            <a:pPr marL="342900" indent="-342900">
              <a:spcAft>
                <a:spcPts val="160"/>
              </a:spcAft>
              <a:buSzPct val="100000"/>
              <a:buChar char="•"/>
            </a:pPr>
            <a:r>
              <a:rPr lang="en-US" sz="1000" dirty="0">
                <a:solidFill>
                  <a:srgbClr val="023047"/>
                </a:solidFill>
                <a:latin typeface="Segoe UI" panose="020B0502040204020203" pitchFamily="34" charset="0"/>
              </a:rPr>
              <a:t>Role-Based Access Control (RBAC)</a:t>
            </a:r>
          </a:p>
          <a:p>
            <a:pPr marL="342900" indent="-342900">
              <a:spcAft>
                <a:spcPts val="160"/>
              </a:spcAft>
              <a:buSzPct val="100000"/>
              <a:buChar char="•"/>
            </a:pPr>
            <a:r>
              <a:rPr lang="en-US" sz="1000" dirty="0">
                <a:solidFill>
                  <a:srgbClr val="023047"/>
                </a:solidFill>
                <a:latin typeface="Segoe UI" panose="020B0502040204020203" pitchFamily="34" charset="0"/>
              </a:rPr>
              <a:t>Support for Azure Policy and tagging</a:t>
            </a:r>
          </a:p>
          <a:p>
            <a:pPr marL="342900" indent="-342900">
              <a:spcAft>
                <a:spcPts val="160"/>
              </a:spcAft>
              <a:buSzPct val="100000"/>
              <a:buChar char="•"/>
            </a:pPr>
            <a:r>
              <a:rPr lang="en-US" sz="1000" dirty="0">
                <a:solidFill>
                  <a:srgbClr val="023047"/>
                </a:solidFill>
                <a:latin typeface="Segoe UI" panose="020B0502040204020203" pitchFamily="34" charset="0"/>
              </a:rPr>
              <a:t>Access to Azure management services</a:t>
            </a: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Supported Environments</a:t>
            </a:r>
          </a:p>
          <a:p>
            <a:pPr marL="342900" indent="-342900">
              <a:spcAft>
                <a:spcPts val="160"/>
              </a:spcAft>
              <a:buSzPct val="100000"/>
              <a:buChar char="•"/>
            </a:pPr>
            <a:r>
              <a:rPr lang="en-US" sz="1000" dirty="0">
                <a:solidFill>
                  <a:srgbClr val="023047"/>
                </a:solidFill>
                <a:latin typeface="Segoe UI" panose="020B0502040204020203" pitchFamily="34" charset="0"/>
              </a:rPr>
              <a:t>On-premises physical servers and VMs</a:t>
            </a:r>
          </a:p>
          <a:p>
            <a:pPr marL="342900" indent="-342900">
              <a:spcAft>
                <a:spcPts val="160"/>
              </a:spcAft>
              <a:buSzPct val="100000"/>
              <a:buChar char="•"/>
            </a:pPr>
            <a:r>
              <a:rPr lang="en-US" sz="1000" dirty="0">
                <a:solidFill>
                  <a:srgbClr val="023047"/>
                </a:solidFill>
                <a:latin typeface="Segoe UI" panose="020B0502040204020203" pitchFamily="34" charset="0"/>
              </a:rPr>
              <a:t>Other cloud providers (AWS, GCP)</a:t>
            </a:r>
          </a:p>
          <a:p>
            <a:pPr marL="342900" indent="-342900">
              <a:spcAft>
                <a:spcPts val="160"/>
              </a:spcAft>
              <a:buSzPct val="100000"/>
              <a:buChar char="•"/>
            </a:pPr>
            <a:r>
              <a:rPr lang="en-US" sz="1000" dirty="0">
                <a:solidFill>
                  <a:srgbClr val="023047"/>
                </a:solidFill>
                <a:latin typeface="Segoe UI" panose="020B0502040204020203" pitchFamily="34" charset="0"/>
              </a:rPr>
              <a:t>Edge and remote locations</a:t>
            </a:r>
          </a:p>
          <a:p>
            <a:pPr>
              <a:buNone/>
            </a:pPr>
            <a:endParaRPr lang="en-US" sz="400" dirty="0">
              <a:latin typeface="Segoe UI" panose="020B0502040204020203" pitchFamily="34" charset="0"/>
            </a:endParaRPr>
          </a:p>
          <a:p>
            <a:pPr marL="0" indent="0">
              <a:spcAft>
                <a:spcPts val="160"/>
              </a:spcAft>
              <a:buNone/>
            </a:pPr>
            <a:r>
              <a:rPr lang="en-US" sz="900" dirty="0">
                <a:solidFill>
                  <a:srgbClr val="666666"/>
                </a:solidFill>
                <a:latin typeface="Segoe UI" panose="020B0502040204020203" pitchFamily="34" charset="0"/>
              </a:rPr>
              <a:t>[Screenshot placeholder: Azure Arc overview page in Azure portal showing Servers, Kubernetes clusters, SQL Servers, Data Services]</a:t>
            </a:r>
          </a:p>
        </p:txBody>
      </p:sp>
      <p:sp>
        <p:nvSpPr>
          <p:cNvPr id="6" name="Course footer">
            <a:extLst>
              <a:ext uri="{FF2B5EF4-FFF2-40B4-BE49-F238E27FC236}">
                <a16:creationId xmlns:a16="http://schemas.microsoft.com/office/drawing/2014/main" id="{8D74097C-FB56-BB68-2EBC-FAAE1548C37B}"/>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13 | Azure Arc</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4905DB36-51B4-8324-D430-4ED263880ACF}"/>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1066096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iagram showing the Azure Arc management control plane.">
            <a:extLst>
              <a:ext uri="{FF2B5EF4-FFF2-40B4-BE49-F238E27FC236}">
                <a16:creationId xmlns:a16="http://schemas.microsoft.com/office/drawing/2014/main" id="{AC6CF1AD-18FA-2C3B-1CC0-F0FD45E926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113"/>
            <a:ext cx="9144000" cy="5121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515497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B6C10-AEE6-42CA-15D3-EA1AA9408BA8}"/>
              </a:ext>
            </a:extLst>
          </p:cNvPr>
          <p:cNvSpPr>
            <a:spLocks noGrp="1"/>
          </p:cNvSpPr>
          <p:nvPr>
            <p:ph type="title" idx="4294967295"/>
          </p:nvPr>
        </p:nvSpPr>
        <p:spPr>
          <a:xfrm>
            <a:off x="1143000" y="309322"/>
            <a:ext cx="8258175" cy="369888"/>
          </a:xfrm>
        </p:spPr>
        <p:txBody>
          <a:bodyPr wrap="square">
            <a:noAutofit/>
          </a:bodyPr>
          <a:lstStyle/>
          <a:p>
            <a:endParaRPr lang="en-GB" dirty="0"/>
          </a:p>
        </p:txBody>
      </p:sp>
      <p:pic>
        <p:nvPicPr>
          <p:cNvPr id="5" name="Picture 4">
            <a:extLst>
              <a:ext uri="{FF2B5EF4-FFF2-40B4-BE49-F238E27FC236}">
                <a16:creationId xmlns:a16="http://schemas.microsoft.com/office/drawing/2014/main" id="{8795B862-E874-F44A-D7F5-6C3BC010EDD4}"/>
              </a:ext>
            </a:extLst>
          </p:cNvPr>
          <p:cNvPicPr>
            <a:picLocks noChangeAspect="1"/>
          </p:cNvPicPr>
          <p:nvPr/>
        </p:nvPicPr>
        <p:blipFill>
          <a:blip r:embed="rId2"/>
          <a:srcRect b="19"/>
          <a:stretch>
            <a:fillRect/>
          </a:stretch>
        </p:blipFill>
        <p:spPr>
          <a:xfrm>
            <a:off x="0" y="0"/>
            <a:ext cx="9233941" cy="5193134"/>
          </a:xfrm>
          <a:prstGeom prst="rect">
            <a:avLst/>
          </a:prstGeom>
        </p:spPr>
      </p:pic>
      <p:sp>
        <p:nvSpPr>
          <p:cNvPr id="6" name="Course footer">
            <a:extLst>
              <a:ext uri="{FF2B5EF4-FFF2-40B4-BE49-F238E27FC236}">
                <a16:creationId xmlns:a16="http://schemas.microsoft.com/office/drawing/2014/main" id="{010C8B74-1682-CB39-DBF2-19BD6D4966E3}"/>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13 | Azure Arc</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841B183F-B329-4401-470C-272F367804AB}"/>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78407601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841BB-2EB4-D13D-CC4B-36E86631A6E2}"/>
              </a:ext>
            </a:extLst>
          </p:cNvPr>
          <p:cNvSpPr>
            <a:spLocks noGrp="1"/>
          </p:cNvSpPr>
          <p:nvPr>
            <p:ph type="title" idx="4294967295"/>
          </p:nvPr>
        </p:nvSpPr>
        <p:spPr>
          <a:xfrm>
            <a:off x="177800" y="215900"/>
            <a:ext cx="8259763" cy="369888"/>
          </a:xfrm>
        </p:spPr>
        <p:txBody>
          <a:bodyPr wrap="square">
            <a:noAutofit/>
          </a:bodyPr>
          <a:lstStyle/>
          <a:p>
            <a:r>
              <a:rPr lang="en-GB" dirty="0"/>
              <a:t>13.2 Azure Arc-Enabled Servers</a:t>
            </a:r>
          </a:p>
        </p:txBody>
      </p:sp>
      <p:sp>
        <p:nvSpPr>
          <p:cNvPr id="5" name="Divider">
            <a:extLst>
              <a:ext uri="{FF2B5EF4-FFF2-40B4-BE49-F238E27FC236}">
                <a16:creationId xmlns:a16="http://schemas.microsoft.com/office/drawing/2014/main" id="{4DD9655A-D89F-BA18-2B45-8FCF0D6EA60D}"/>
              </a:ext>
            </a:extLst>
          </p:cNvPr>
          <p:cNvSpPr/>
          <p:nvPr/>
        </p:nvSpPr>
        <p:spPr>
          <a:xfrm>
            <a:off x="4534920" y="727075"/>
            <a:ext cx="18000" cy="4200000"/>
          </a:xfrm>
          <a:prstGeom prst="rect">
            <a:avLst/>
          </a:prstGeom>
          <a:solidFill>
            <a:srgbClr val="8ECAE6"/>
          </a:solidFill>
          <a:ln w="0">
            <a:noFill/>
          </a:ln>
        </p:spPr>
        <p:txBody>
          <a:bodyPr/>
          <a:lstStyle/>
          <a:p>
            <a:endParaRPr lang="en-GB"/>
          </a:p>
        </p:txBody>
      </p:sp>
      <p:sp>
        <p:nvSpPr>
          <p:cNvPr id="6" name="Left">
            <a:extLst>
              <a:ext uri="{FF2B5EF4-FFF2-40B4-BE49-F238E27FC236}">
                <a16:creationId xmlns:a16="http://schemas.microsoft.com/office/drawing/2014/main" id="{5DDCBD64-6F5E-44A9-E0C9-E625A9205DAC}"/>
              </a:ext>
            </a:extLst>
          </p:cNvPr>
          <p:cNvSpPr/>
          <p:nvPr/>
        </p:nvSpPr>
        <p:spPr>
          <a:xfrm>
            <a:off x="177800" y="727075"/>
            <a:ext cx="4310000" cy="4200000"/>
          </a:xfrm>
          <a:prstGeom prst="rect">
            <a:avLst/>
          </a:prstGeom>
          <a:noFill/>
          <a:ln/>
        </p:spPr>
        <p:txBody>
          <a:bodyPr wrap="square" lIns="91440" tIns="45720" rIns="91440" bIns="45720" rtlCol="0" anchor="t">
            <a:normAutofit fontScale="92500" lnSpcReduction="10000"/>
          </a:bodyPr>
          <a:lstStyle/>
          <a:p>
            <a:pPr marL="0" indent="0">
              <a:spcAft>
                <a:spcPts val="200"/>
              </a:spcAft>
              <a:buNone/>
            </a:pPr>
            <a:r>
              <a:rPr lang="en-US" sz="1200" b="1" dirty="0">
                <a:solidFill>
                  <a:srgbClr val="023047"/>
                </a:solidFill>
                <a:latin typeface="Segoe UI" panose="020B0502040204020203" pitchFamily="34" charset="0"/>
              </a:rPr>
              <a:t>What Are Arc-Enabled Servers?</a:t>
            </a:r>
          </a:p>
          <a:p>
            <a:pPr marL="342900" indent="-342900">
              <a:spcAft>
                <a:spcPts val="160"/>
              </a:spcAft>
              <a:buSzPct val="100000"/>
              <a:buChar char="•"/>
            </a:pPr>
            <a:r>
              <a:rPr lang="en-US" sz="1050" dirty="0">
                <a:solidFill>
                  <a:srgbClr val="023047"/>
                </a:solidFill>
                <a:latin typeface="Segoe UI" panose="020B0502040204020203" pitchFamily="34" charset="0"/>
              </a:rPr>
              <a:t>Windows and Linux machines running outside Azure that are registered with Azure Arc</a:t>
            </a:r>
          </a:p>
          <a:p>
            <a:pPr marL="342900" indent="-342900">
              <a:spcAft>
                <a:spcPts val="160"/>
              </a:spcAft>
              <a:buSzPct val="100000"/>
              <a:buChar char="•"/>
            </a:pPr>
            <a:r>
              <a:rPr lang="en-US" sz="1050" dirty="0">
                <a:solidFill>
                  <a:srgbClr val="023047"/>
                </a:solidFill>
                <a:latin typeface="Segoe UI" panose="020B0502040204020203" pitchFamily="34" charset="0"/>
              </a:rPr>
              <a:t>Connection is established by installing the Azure Connected Machine agent on the server</a:t>
            </a:r>
          </a:p>
          <a:p>
            <a:pPr marL="342900" indent="-342900">
              <a:spcAft>
                <a:spcPts val="160"/>
              </a:spcAft>
              <a:buSzPct val="100000"/>
              <a:buChar char="•"/>
            </a:pPr>
            <a:r>
              <a:rPr lang="en-US" sz="1050" dirty="0">
                <a:solidFill>
                  <a:srgbClr val="023047"/>
                </a:solidFill>
                <a:latin typeface="Segoe UI" panose="020B0502040204020203" pitchFamily="34" charset="0"/>
              </a:rPr>
              <a:t>Once registered, the server appears in Azure portal under Azure Arc &gt; Servers</a:t>
            </a:r>
          </a:p>
          <a:p>
            <a:pPr marL="342900" indent="-342900">
              <a:spcAft>
                <a:spcPts val="160"/>
              </a:spcAft>
              <a:buSzPct val="100000"/>
              <a:buChar char="•"/>
            </a:pPr>
            <a:r>
              <a:rPr lang="en-US" sz="1050" dirty="0">
                <a:solidFill>
                  <a:srgbClr val="023047"/>
                </a:solidFill>
                <a:latin typeface="Segoe UI" panose="020B0502040204020203" pitchFamily="34" charset="0"/>
              </a:rPr>
              <a:t>The machine is treated as a hybrid resource alongside native Azure VMs</a:t>
            </a: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The Azure Connected Machine Agent</a:t>
            </a:r>
          </a:p>
          <a:p>
            <a:pPr marL="342900" indent="-342900">
              <a:spcAft>
                <a:spcPts val="160"/>
              </a:spcAft>
              <a:buSzPct val="100000"/>
              <a:buChar char="•"/>
            </a:pPr>
            <a:r>
              <a:rPr lang="en-US" sz="1050" dirty="0">
                <a:solidFill>
                  <a:srgbClr val="023047"/>
                </a:solidFill>
                <a:latin typeface="Segoe UI" panose="020B0502040204020203" pitchFamily="34" charset="0"/>
              </a:rPr>
              <a:t>Installed as Windows services - the core service is himds (Hybrid Instance Metadata Service)</a:t>
            </a:r>
          </a:p>
          <a:p>
            <a:pPr marL="342900" indent="-342900">
              <a:spcAft>
                <a:spcPts val="160"/>
              </a:spcAft>
              <a:buSzPct val="100000"/>
              <a:buChar char="•"/>
            </a:pPr>
            <a:r>
              <a:rPr lang="en-US" sz="1050" dirty="0">
                <a:solidFill>
                  <a:srgbClr val="023047"/>
                </a:solidFill>
                <a:latin typeface="Segoe UI" panose="020B0502040204020203" pitchFamily="34" charset="0"/>
              </a:rPr>
              <a:t>Manages the secure connection to Azure and the machine's managed identity</a:t>
            </a:r>
          </a:p>
          <a:p>
            <a:pPr marL="342900" indent="-342900">
              <a:spcAft>
                <a:spcPts val="160"/>
              </a:spcAft>
              <a:buSzPct val="100000"/>
              <a:buChar char="•"/>
            </a:pPr>
            <a:r>
              <a:rPr lang="en-US" sz="1050" dirty="0">
                <a:solidFill>
                  <a:srgbClr val="023047"/>
                </a:solidFill>
                <a:latin typeface="Segoe UI" panose="020B0502040204020203" pitchFamily="34" charset="0"/>
              </a:rPr>
              <a:t>Sends a heartbeat to Azure every 5 minutes to confirm the server is online</a:t>
            </a:r>
          </a:p>
          <a:p>
            <a:pPr marL="342900" indent="-342900">
              <a:spcAft>
                <a:spcPts val="160"/>
              </a:spcAft>
              <a:buSzPct val="100000"/>
              <a:buChar char="•"/>
            </a:pPr>
            <a:r>
              <a:rPr lang="en-US" sz="1050" dirty="0">
                <a:solidFill>
                  <a:srgbClr val="023047"/>
                </a:solidFill>
                <a:latin typeface="Segoe UI" panose="020B0502040204020203" pitchFamily="34" charset="0"/>
              </a:rPr>
              <a:t>If heartbeat is lost for 15-30 minutes, status changes to Disconnected</a:t>
            </a:r>
          </a:p>
          <a:p>
            <a:pPr marL="342900" indent="-342900">
              <a:spcAft>
                <a:spcPts val="160"/>
              </a:spcAft>
              <a:buSzPct val="100000"/>
              <a:buChar char="•"/>
            </a:pPr>
            <a:r>
              <a:rPr lang="en-US" sz="1050" dirty="0">
                <a:solidFill>
                  <a:srgbClr val="023047"/>
                </a:solidFill>
                <a:latin typeface="Segoe UI" panose="020B0502040204020203" pitchFamily="34" charset="0"/>
              </a:rPr>
              <a:t>Low resource footprint: approximately 0.07% CPU and 57 MB memory under normal conditions</a:t>
            </a: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Agent Status Values</a:t>
            </a:r>
          </a:p>
          <a:p>
            <a:pPr marL="342900" indent="-342900">
              <a:spcAft>
                <a:spcPts val="160"/>
              </a:spcAft>
              <a:buSzPct val="100000"/>
              <a:buChar char="•"/>
            </a:pPr>
            <a:r>
              <a:rPr lang="en-US" sz="1000" dirty="0">
                <a:solidFill>
                  <a:srgbClr val="023047"/>
                </a:solidFill>
                <a:latin typeface="Segoe UI" panose="020B0502040204020203" pitchFamily="34" charset="0"/>
              </a:rPr>
              <a:t>Connected - agent running and communicating normally with Azure</a:t>
            </a:r>
          </a:p>
          <a:p>
            <a:pPr marL="342900" indent="-342900">
              <a:spcAft>
                <a:spcPts val="160"/>
              </a:spcAft>
              <a:buSzPct val="100000"/>
              <a:buChar char="•"/>
            </a:pPr>
            <a:r>
              <a:rPr lang="en-US" sz="1000" dirty="0">
                <a:solidFill>
                  <a:srgbClr val="023047"/>
                </a:solidFill>
                <a:latin typeface="Segoe UI" panose="020B0502040204020203" pitchFamily="34" charset="0"/>
              </a:rPr>
              <a:t>Disconnected - heartbeat lost for 15-30 minutes</a:t>
            </a:r>
          </a:p>
          <a:p>
            <a:pPr marL="342900" indent="-342900">
              <a:spcAft>
                <a:spcPts val="160"/>
              </a:spcAft>
              <a:buSzPct val="100000"/>
              <a:buChar char="•"/>
            </a:pPr>
            <a:r>
              <a:rPr lang="en-US" sz="1000" dirty="0">
                <a:solidFill>
                  <a:srgbClr val="023047"/>
                </a:solidFill>
                <a:latin typeface="Segoe UI" panose="020B0502040204020203" pitchFamily="34" charset="0"/>
              </a:rPr>
              <a:t>Expired - disconnected for more than 45 days; reconnection required</a:t>
            </a:r>
          </a:p>
        </p:txBody>
      </p:sp>
      <p:sp>
        <p:nvSpPr>
          <p:cNvPr id="7" name="Right">
            <a:extLst>
              <a:ext uri="{FF2B5EF4-FFF2-40B4-BE49-F238E27FC236}">
                <a16:creationId xmlns:a16="http://schemas.microsoft.com/office/drawing/2014/main" id="{AF8D90D2-1EDF-7AF1-8925-BF00F120E84E}"/>
              </a:ext>
            </a:extLst>
          </p:cNvPr>
          <p:cNvSpPr/>
          <p:nvPr/>
        </p:nvSpPr>
        <p:spPr>
          <a:xfrm>
            <a:off x="4604920" y="727075"/>
            <a:ext cx="4360000" cy="4200000"/>
          </a:xfrm>
          <a:prstGeom prst="rect">
            <a:avLst/>
          </a:prstGeom>
          <a:solidFill>
            <a:srgbClr val="F0F8FB"/>
          </a:solidFill>
          <a:ln w="9000">
            <a:solidFill>
              <a:srgbClr val="8ECAE6"/>
            </a:solidFill>
            <a:prstDash val="solid"/>
          </a:ln>
        </p:spPr>
        <p:txBody>
          <a:bodyPr wrap="square" lIns="91440" tIns="45720" rIns="91440" bIns="45720" rtlCol="0" anchor="t">
            <a:normAutofit/>
          </a:bodyPr>
          <a:lstStyle/>
          <a:p>
            <a:pPr marL="0" indent="0">
              <a:spcAft>
                <a:spcPts val="200"/>
              </a:spcAft>
              <a:buNone/>
            </a:pPr>
            <a:r>
              <a:rPr lang="en-US" sz="1200" b="1" dirty="0">
                <a:solidFill>
                  <a:srgbClr val="219EBC"/>
                </a:solidFill>
                <a:latin typeface="Segoe UI" panose="020B0502040204020203" pitchFamily="34" charset="0"/>
              </a:rPr>
              <a:t>Windows Services Installed</a:t>
            </a:r>
          </a:p>
          <a:p>
            <a:pPr marL="0" indent="0">
              <a:spcAft>
                <a:spcPts val="80"/>
              </a:spcAft>
              <a:buNone/>
            </a:pPr>
            <a:r>
              <a:rPr lang="en-US" sz="880" dirty="0">
                <a:solidFill>
                  <a:srgbClr val="0D3349"/>
                </a:solidFill>
                <a:latin typeface="Segoe UI" panose="020B0502040204020203" pitchFamily="34" charset="0"/>
              </a:rPr>
              <a:t># Verify all agent services are running</a:t>
            </a:r>
          </a:p>
          <a:p>
            <a:pPr marL="0" indent="0">
              <a:spcAft>
                <a:spcPts val="80"/>
              </a:spcAft>
              <a:buNone/>
            </a:pPr>
            <a:r>
              <a:rPr lang="en-US" sz="880" dirty="0">
                <a:solidFill>
                  <a:srgbClr val="0D3349"/>
                </a:solidFill>
                <a:latin typeface="Segoe UI" panose="020B0502040204020203" pitchFamily="34" charset="0"/>
              </a:rPr>
              <a:t>Get-Service himds, GCArcService,</a:t>
            </a:r>
          </a:p>
          <a:p>
            <a:pPr marL="0" indent="0">
              <a:spcAft>
                <a:spcPts val="80"/>
              </a:spcAft>
              <a:buNone/>
            </a:pPr>
            <a:r>
              <a:rPr lang="en-US" sz="880" dirty="0">
                <a:solidFill>
                  <a:srgbClr val="0D3349"/>
                </a:solidFill>
                <a:latin typeface="Segoe UI" panose="020B0502040204020203" pitchFamily="34" charset="0"/>
              </a:rPr>
              <a:t>  ExtensionService |</a:t>
            </a:r>
          </a:p>
          <a:p>
            <a:pPr marL="0" indent="0">
              <a:spcAft>
                <a:spcPts val="80"/>
              </a:spcAft>
              <a:buNone/>
            </a:pPr>
            <a:r>
              <a:rPr lang="en-US" sz="880" dirty="0">
                <a:solidFill>
                  <a:srgbClr val="0D3349"/>
                </a:solidFill>
                <a:latin typeface="Segoe UI" panose="020B0502040204020203" pitchFamily="34" charset="0"/>
              </a:rPr>
              <a:t>  Select Name, Status</a:t>
            </a:r>
          </a:p>
          <a:p>
            <a:pPr>
              <a:buNone/>
            </a:pPr>
            <a:endParaRPr lang="en-US" sz="3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Check Agent Connection</a:t>
            </a:r>
          </a:p>
          <a:p>
            <a:pPr marL="0" indent="0">
              <a:spcAft>
                <a:spcPts val="80"/>
              </a:spcAft>
              <a:buNone/>
            </a:pPr>
            <a:r>
              <a:rPr lang="en-US" sz="880" dirty="0">
                <a:solidFill>
                  <a:srgbClr val="0D3349"/>
                </a:solidFill>
                <a:latin typeface="Segoe UI" panose="020B0502040204020203" pitchFamily="34" charset="0"/>
              </a:rPr>
              <a:t># Show full Arc connection status</a:t>
            </a:r>
          </a:p>
          <a:p>
            <a:pPr marL="0" indent="0">
              <a:spcAft>
                <a:spcPts val="80"/>
              </a:spcAft>
              <a:buNone/>
            </a:pPr>
            <a:r>
              <a:rPr lang="en-US" sz="880" dirty="0">
                <a:solidFill>
                  <a:srgbClr val="0D3349"/>
                </a:solidFill>
                <a:latin typeface="Segoe UI" panose="020B0502040204020203" pitchFamily="34" charset="0"/>
              </a:rPr>
              <a:t>azcmagent show</a:t>
            </a:r>
          </a:p>
          <a:p>
            <a:pPr>
              <a:buNone/>
            </a:pPr>
            <a:endParaRPr lang="en-US" sz="3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Agent Version</a:t>
            </a:r>
          </a:p>
          <a:p>
            <a:pPr marL="0" indent="0">
              <a:spcAft>
                <a:spcPts val="80"/>
              </a:spcAft>
              <a:buNone/>
            </a:pPr>
            <a:r>
              <a:rPr lang="en-US" sz="880" dirty="0">
                <a:solidFill>
                  <a:srgbClr val="0D3349"/>
                </a:solidFill>
                <a:latin typeface="Segoe UI" panose="020B0502040204020203" pitchFamily="34" charset="0"/>
              </a:rPr>
              <a:t>azcmagent version</a:t>
            </a:r>
          </a:p>
          <a:p>
            <a:pPr>
              <a:buNone/>
            </a:pPr>
            <a:endParaRPr lang="en-US" sz="400" dirty="0">
              <a:latin typeface="Segoe UI" panose="020B0502040204020203" pitchFamily="34" charset="0"/>
            </a:endParaRPr>
          </a:p>
          <a:p>
            <a:pPr marL="0" indent="0">
              <a:spcAft>
                <a:spcPts val="200"/>
              </a:spcAft>
              <a:buNone/>
            </a:pPr>
            <a:r>
              <a:rPr lang="en-US" sz="1200" b="1" dirty="0">
                <a:solidFill>
                  <a:srgbClr val="FFB703"/>
                </a:solidFill>
                <a:latin typeface="Segoe UI" panose="020B0502040204020203" pitchFamily="34" charset="0"/>
              </a:rPr>
              <a:t>Key Service: himds</a:t>
            </a:r>
          </a:p>
          <a:p>
            <a:pPr marL="342900" indent="-342900">
              <a:spcAft>
                <a:spcPts val="160"/>
              </a:spcAft>
              <a:buSzPct val="100000"/>
              <a:buChar char="•"/>
            </a:pPr>
            <a:r>
              <a:rPr lang="en-US" sz="980" dirty="0">
                <a:solidFill>
                  <a:srgbClr val="023047"/>
                </a:solidFill>
                <a:latin typeface="Segoe UI" panose="020B0502040204020203" pitchFamily="34" charset="0"/>
              </a:rPr>
              <a:t>Hybrid Instance Metadata Service. Manages the Azure connection and issues identity tokens to extensions. Must always be Running.</a:t>
            </a:r>
          </a:p>
        </p:txBody>
      </p:sp>
      <p:sp>
        <p:nvSpPr>
          <p:cNvPr id="8" name="Course footer">
            <a:extLst>
              <a:ext uri="{FF2B5EF4-FFF2-40B4-BE49-F238E27FC236}">
                <a16:creationId xmlns:a16="http://schemas.microsoft.com/office/drawing/2014/main" id="{D06B1CB8-16B7-DE9B-1494-C9173391771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13 | Azure Arc</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AD6F9582-5E0F-3961-6137-79D0B04DA2A5}"/>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24625398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106BD-935F-736E-551E-6BF36B44C0C6}"/>
              </a:ext>
            </a:extLst>
          </p:cNvPr>
          <p:cNvSpPr>
            <a:spLocks noGrp="1"/>
          </p:cNvSpPr>
          <p:nvPr>
            <p:ph type="title" idx="4294967295"/>
          </p:nvPr>
        </p:nvSpPr>
        <p:spPr>
          <a:xfrm>
            <a:off x="177800" y="225956"/>
            <a:ext cx="8258175" cy="327025"/>
          </a:xfrm>
        </p:spPr>
        <p:txBody>
          <a:bodyPr wrap="square">
            <a:noAutofit/>
          </a:bodyPr>
          <a:lstStyle/>
          <a:p>
            <a:r>
              <a:rPr lang="en-GB" dirty="0"/>
              <a:t>13.3 Management Capabilities</a:t>
            </a:r>
          </a:p>
        </p:txBody>
      </p:sp>
      <p:sp>
        <p:nvSpPr>
          <p:cNvPr id="3" name="Divider">
            <a:extLst>
              <a:ext uri="{FF2B5EF4-FFF2-40B4-BE49-F238E27FC236}">
                <a16:creationId xmlns:a16="http://schemas.microsoft.com/office/drawing/2014/main" id="{CEB7A276-CA62-5E94-E756-16C96BFA8A07}"/>
              </a:ext>
            </a:extLst>
          </p:cNvPr>
          <p:cNvSpPr/>
          <p:nvPr/>
        </p:nvSpPr>
        <p:spPr>
          <a:xfrm>
            <a:off x="4534920" y="727075"/>
            <a:ext cx="18000" cy="4200000"/>
          </a:xfrm>
          <a:prstGeom prst="rect">
            <a:avLst/>
          </a:prstGeom>
          <a:solidFill>
            <a:srgbClr val="8ECAE6"/>
          </a:solidFill>
          <a:ln w="0">
            <a:noFill/>
          </a:ln>
        </p:spPr>
        <p:txBody>
          <a:bodyPr/>
          <a:lstStyle/>
          <a:p>
            <a:endParaRPr lang="en-GB"/>
          </a:p>
        </p:txBody>
      </p:sp>
      <p:sp>
        <p:nvSpPr>
          <p:cNvPr id="4" name="Left">
            <a:extLst>
              <a:ext uri="{FF2B5EF4-FFF2-40B4-BE49-F238E27FC236}">
                <a16:creationId xmlns:a16="http://schemas.microsoft.com/office/drawing/2014/main" id="{C3D491D7-BF69-9A3C-C2B8-2843B41BB17F}"/>
              </a:ext>
            </a:extLst>
          </p:cNvPr>
          <p:cNvSpPr/>
          <p:nvPr/>
        </p:nvSpPr>
        <p:spPr>
          <a:xfrm>
            <a:off x="177800" y="727075"/>
            <a:ext cx="4310000" cy="4200000"/>
          </a:xfrm>
          <a:prstGeom prst="rect">
            <a:avLst/>
          </a:prstGeom>
          <a:noFill/>
          <a:ln/>
        </p:spPr>
        <p:txBody>
          <a:bodyPr wrap="square" lIns="91440" tIns="45720" rIns="91440" bIns="45720" rtlCol="0" anchor="t">
            <a:normAutofit fontScale="92500" lnSpcReduction="10000"/>
          </a:bodyPr>
          <a:lstStyle/>
          <a:p>
            <a:pPr marL="0" indent="0">
              <a:spcAft>
                <a:spcPts val="200"/>
              </a:spcAft>
              <a:buNone/>
            </a:pPr>
            <a:r>
              <a:rPr lang="en-US" sz="1200" b="1" dirty="0">
                <a:solidFill>
                  <a:srgbClr val="023047"/>
                </a:solidFill>
                <a:latin typeface="Segoe UI" panose="020B0502040204020203" pitchFamily="34" charset="0"/>
              </a:rPr>
              <a:t>Govern</a:t>
            </a:r>
          </a:p>
          <a:p>
            <a:pPr marL="342900" indent="-342900">
              <a:spcAft>
                <a:spcPts val="160"/>
              </a:spcAft>
              <a:buSzPct val="100000"/>
              <a:buChar char="•"/>
            </a:pPr>
            <a:r>
              <a:rPr lang="en-US" sz="1050" dirty="0">
                <a:solidFill>
                  <a:srgbClr val="023047"/>
                </a:solidFill>
                <a:latin typeface="Segoe UI" panose="020B0502040204020203" pitchFamily="34" charset="0"/>
              </a:rPr>
              <a:t>Assign Azure Policy to audit and enforce configuration inside connected machines</a:t>
            </a:r>
          </a:p>
          <a:p>
            <a:pPr marL="342900" indent="-342900">
              <a:spcAft>
                <a:spcPts val="160"/>
              </a:spcAft>
              <a:buSzPct val="100000"/>
              <a:buChar char="•"/>
            </a:pPr>
            <a:r>
              <a:rPr lang="en-US" sz="1050" dirty="0">
                <a:solidFill>
                  <a:srgbClr val="023047"/>
                </a:solidFill>
                <a:latin typeface="Segoe UI" panose="020B0502040204020203" pitchFamily="34" charset="0"/>
              </a:rPr>
              <a:t>Define compliance rules: password policy, encryption, admin group membership</a:t>
            </a:r>
          </a:p>
          <a:p>
            <a:pPr marL="342900" indent="-342900">
              <a:spcAft>
                <a:spcPts val="160"/>
              </a:spcAft>
              <a:buSzPct val="100000"/>
              <a:buChar char="•"/>
            </a:pPr>
            <a:r>
              <a:rPr lang="en-US" sz="1050" dirty="0">
                <a:solidFill>
                  <a:srgbClr val="023047"/>
                </a:solidFill>
                <a:latin typeface="Segoe UI" panose="020B0502040204020203" pitchFamily="34" charset="0"/>
              </a:rPr>
              <a:t>Organise servers with Azure resource groups, management groups, and tags</a:t>
            </a:r>
          </a:p>
          <a:p>
            <a:pPr marL="342900" indent="-342900">
              <a:spcAft>
                <a:spcPts val="160"/>
              </a:spcAft>
              <a:buSzPct val="100000"/>
              <a:buChar char="•"/>
            </a:pPr>
            <a:r>
              <a:rPr lang="en-US" sz="1050" dirty="0">
                <a:solidFill>
                  <a:srgbClr val="023047"/>
                </a:solidFill>
                <a:latin typeface="Segoe UI" panose="020B0502040204020203" pitchFamily="34" charset="0"/>
              </a:rPr>
              <a:t>Query and inventory all connected servers with Azure Resource Graph</a:t>
            </a: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Protect</a:t>
            </a:r>
          </a:p>
          <a:p>
            <a:pPr marL="342900" indent="-342900">
              <a:spcAft>
                <a:spcPts val="160"/>
              </a:spcAft>
              <a:buSzPct val="100000"/>
              <a:buChar char="•"/>
            </a:pPr>
            <a:r>
              <a:rPr lang="en-US" sz="1050" dirty="0">
                <a:solidFill>
                  <a:srgbClr val="023047"/>
                </a:solidFill>
                <a:latin typeface="Segoe UI" panose="020B0502040204020203" pitchFamily="34" charset="0"/>
              </a:rPr>
              <a:t>Enable Microsoft Defender for Servers via Microsoft Defender for Cloud</a:t>
            </a:r>
          </a:p>
          <a:p>
            <a:pPr marL="342900" indent="-342900">
              <a:spcAft>
                <a:spcPts val="160"/>
              </a:spcAft>
              <a:buSzPct val="100000"/>
              <a:buChar char="•"/>
            </a:pPr>
            <a:r>
              <a:rPr lang="en-US" sz="1050" dirty="0">
                <a:solidFill>
                  <a:srgbClr val="023047"/>
                </a:solidFill>
                <a:latin typeface="Segoe UI" panose="020B0502040204020203" pitchFamily="34" charset="0"/>
              </a:rPr>
              <a:t>Threat detection, vulnerability scanning, and security recommendations</a:t>
            </a:r>
          </a:p>
          <a:p>
            <a:pPr marL="342900" indent="-342900">
              <a:spcAft>
                <a:spcPts val="160"/>
              </a:spcAft>
              <a:buSzPct val="100000"/>
              <a:buChar char="•"/>
            </a:pPr>
            <a:r>
              <a:rPr lang="en-US" sz="1050" dirty="0">
                <a:solidFill>
                  <a:srgbClr val="023047"/>
                </a:solidFill>
                <a:latin typeface="Segoe UI" panose="020B0502040204020203" pitchFamily="34" charset="0"/>
              </a:rPr>
              <a:t>Integrate with Microsoft Sentinel to collect and correlate security events</a:t>
            </a:r>
          </a:p>
          <a:p>
            <a:pPr marL="342900" indent="-342900">
              <a:spcAft>
                <a:spcPts val="160"/>
              </a:spcAft>
              <a:buSzPct val="100000"/>
              <a:buChar char="•"/>
            </a:pPr>
            <a:r>
              <a:rPr lang="en-US" sz="1050" dirty="0">
                <a:solidFill>
                  <a:srgbClr val="023047"/>
                </a:solidFill>
                <a:latin typeface="Segoe UI" panose="020B0502040204020203" pitchFamily="34" charset="0"/>
              </a:rPr>
              <a:t>RBAC controls who can view and manage each connected server from Azure</a:t>
            </a: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Configure</a:t>
            </a:r>
          </a:p>
          <a:p>
            <a:pPr marL="342900" indent="-342900">
              <a:spcAft>
                <a:spcPts val="160"/>
              </a:spcAft>
              <a:buSzPct val="100000"/>
              <a:buChar char="•"/>
            </a:pPr>
            <a:r>
              <a:rPr lang="en-US" sz="1050" dirty="0">
                <a:solidFill>
                  <a:srgbClr val="023047"/>
                </a:solidFill>
                <a:latin typeface="Segoe UI" panose="020B0502040204020203" pitchFamily="34" charset="0"/>
              </a:rPr>
              <a:t>Run PowerShell or Python automation using Azure Automation runbooks</a:t>
            </a:r>
          </a:p>
          <a:p>
            <a:pPr marL="342900" indent="-342900">
              <a:spcAft>
                <a:spcPts val="160"/>
              </a:spcAft>
              <a:buSzPct val="100000"/>
              <a:buChar char="•"/>
            </a:pPr>
            <a:r>
              <a:rPr lang="en-US" sz="1050" dirty="0">
                <a:solidFill>
                  <a:srgbClr val="023047"/>
                </a:solidFill>
                <a:latin typeface="Segoe UI" panose="020B0502040204020203" pitchFamily="34" charset="0"/>
              </a:rPr>
              <a:t>Track configuration changes: software, registry, services, and files</a:t>
            </a:r>
          </a:p>
          <a:p>
            <a:pPr marL="342900" indent="-342900">
              <a:spcAft>
                <a:spcPts val="160"/>
              </a:spcAft>
              <a:buSzPct val="100000"/>
              <a:buChar char="•"/>
            </a:pPr>
            <a:r>
              <a:rPr lang="en-US" sz="1050" dirty="0">
                <a:solidFill>
                  <a:srgbClr val="023047"/>
                </a:solidFill>
                <a:latin typeface="Segoe UI" panose="020B0502040204020203" pitchFamily="34" charset="0"/>
              </a:rPr>
              <a:t>Deploy and manage VM extensions from the Azure portal or CLI</a:t>
            </a:r>
          </a:p>
          <a:p>
            <a:pPr marL="342900" indent="-342900">
              <a:spcAft>
                <a:spcPts val="160"/>
              </a:spcAft>
              <a:buSzPct val="100000"/>
              <a:buChar char="•"/>
            </a:pPr>
            <a:r>
              <a:rPr lang="en-US" sz="1050" dirty="0">
                <a:solidFill>
                  <a:srgbClr val="023047"/>
                </a:solidFill>
                <a:latin typeface="Segoe UI" panose="020B0502040204020203" pitchFamily="34" charset="0"/>
              </a:rPr>
              <a:t>Manage OS updates for connected servers using Azure Update Manager</a:t>
            </a:r>
          </a:p>
        </p:txBody>
      </p:sp>
      <p:sp>
        <p:nvSpPr>
          <p:cNvPr id="5" name="Right">
            <a:extLst>
              <a:ext uri="{FF2B5EF4-FFF2-40B4-BE49-F238E27FC236}">
                <a16:creationId xmlns:a16="http://schemas.microsoft.com/office/drawing/2014/main" id="{AB4839D1-DA8A-D099-E770-79071FBA3124}"/>
              </a:ext>
            </a:extLst>
          </p:cNvPr>
          <p:cNvSpPr/>
          <p:nvPr/>
        </p:nvSpPr>
        <p:spPr>
          <a:xfrm>
            <a:off x="4604920" y="727075"/>
            <a:ext cx="4360000" cy="4200000"/>
          </a:xfrm>
          <a:prstGeom prst="rect">
            <a:avLst/>
          </a:prstGeom>
          <a:solidFill>
            <a:srgbClr val="F0F8FB"/>
          </a:solidFill>
          <a:ln w="9000">
            <a:solidFill>
              <a:srgbClr val="8ECAE6"/>
            </a:solidFill>
            <a:prstDash val="solid"/>
          </a:ln>
        </p:spPr>
        <p:txBody>
          <a:bodyPr wrap="square" lIns="91440" tIns="45720" rIns="91440" bIns="45720" rtlCol="0" anchor="t">
            <a:normAutofit/>
          </a:bodyPr>
          <a:lstStyle/>
          <a:p>
            <a:pPr marL="0" indent="0">
              <a:spcAft>
                <a:spcPts val="200"/>
              </a:spcAft>
              <a:buNone/>
            </a:pPr>
            <a:r>
              <a:rPr lang="en-US" sz="1200" b="1" dirty="0">
                <a:solidFill>
                  <a:srgbClr val="219EBC"/>
                </a:solidFill>
                <a:latin typeface="Segoe UI" panose="020B0502040204020203" pitchFamily="34" charset="0"/>
              </a:rPr>
              <a:t>Monitor</a:t>
            </a:r>
          </a:p>
          <a:p>
            <a:pPr marL="342900" indent="-342900">
              <a:spcAft>
                <a:spcPts val="160"/>
              </a:spcAft>
              <a:buSzPct val="100000"/>
              <a:buChar char="•"/>
            </a:pPr>
            <a:r>
              <a:rPr lang="en-US" sz="1000" dirty="0">
                <a:solidFill>
                  <a:srgbClr val="023047"/>
                </a:solidFill>
                <a:latin typeface="Segoe UI" panose="020B0502040204020203" pitchFamily="34" charset="0"/>
              </a:rPr>
              <a:t>Collect performance and event data with Azure Monitor Agent</a:t>
            </a:r>
          </a:p>
          <a:p>
            <a:pPr marL="342900" indent="-342900">
              <a:spcAft>
                <a:spcPts val="160"/>
              </a:spcAft>
              <a:buSzPct val="100000"/>
              <a:buChar char="•"/>
            </a:pPr>
            <a:r>
              <a:rPr lang="en-US" sz="1000" dirty="0">
                <a:solidFill>
                  <a:srgbClr val="023047"/>
                </a:solidFill>
                <a:latin typeface="Segoe UI" panose="020B0502040204020203" pitchFamily="34" charset="0"/>
              </a:rPr>
              <a:t>Send logs to a Log Analytics workspace for analysis and alerting</a:t>
            </a:r>
          </a:p>
          <a:p>
            <a:pPr marL="342900" indent="-342900">
              <a:spcAft>
                <a:spcPts val="160"/>
              </a:spcAft>
              <a:buSzPct val="100000"/>
              <a:buChar char="•"/>
            </a:pPr>
            <a:r>
              <a:rPr lang="en-US" sz="1000" dirty="0">
                <a:solidFill>
                  <a:srgbClr val="023047"/>
                </a:solidFill>
                <a:latin typeface="Segoe UI" panose="020B0502040204020203" pitchFamily="34" charset="0"/>
              </a:rPr>
              <a:t>Use VM Insights to monitor OS performance and map dependencies</a:t>
            </a:r>
          </a:p>
          <a:p>
            <a:pPr marL="342900" indent="-342900">
              <a:spcAft>
                <a:spcPts val="160"/>
              </a:spcAft>
              <a:buSzPct val="100000"/>
              <a:buChar char="•"/>
            </a:pPr>
            <a:r>
              <a:rPr lang="en-US" sz="1000" dirty="0">
                <a:solidFill>
                  <a:srgbClr val="023047"/>
                </a:solidFill>
                <a:latin typeface="Segoe UI" panose="020B0502040204020203" pitchFamily="34" charset="0"/>
              </a:rPr>
              <a:t>Log data includes the server's Arc Resource ID for resource-context queries</a:t>
            </a: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VM Extensions Available</a:t>
            </a:r>
          </a:p>
          <a:p>
            <a:pPr marL="342900" indent="-342900">
              <a:spcAft>
                <a:spcPts val="160"/>
              </a:spcAft>
              <a:buSzPct val="100000"/>
              <a:buChar char="•"/>
            </a:pPr>
            <a:r>
              <a:rPr lang="en-US" sz="980" dirty="0">
                <a:solidFill>
                  <a:srgbClr val="023047"/>
                </a:solidFill>
                <a:latin typeface="Segoe UI" panose="020B0502040204020203" pitchFamily="34" charset="0"/>
              </a:rPr>
              <a:t>Azure Monitor Agent</a:t>
            </a:r>
          </a:p>
          <a:p>
            <a:pPr marL="342900" indent="-342900">
              <a:spcAft>
                <a:spcPts val="160"/>
              </a:spcAft>
              <a:buSzPct val="100000"/>
              <a:buChar char="•"/>
            </a:pPr>
            <a:r>
              <a:rPr lang="en-US" sz="980" dirty="0">
                <a:solidFill>
                  <a:srgbClr val="023047"/>
                </a:solidFill>
                <a:latin typeface="Segoe UI" panose="020B0502040204020203" pitchFamily="34" charset="0"/>
              </a:rPr>
              <a:t>Microsoft Defender for Endpoint (MDE)</a:t>
            </a:r>
          </a:p>
          <a:p>
            <a:pPr marL="342900" indent="-342900">
              <a:spcAft>
                <a:spcPts val="160"/>
              </a:spcAft>
              <a:buSzPct val="100000"/>
              <a:buChar char="•"/>
            </a:pPr>
            <a:r>
              <a:rPr lang="en-US" sz="980" dirty="0">
                <a:solidFill>
                  <a:srgbClr val="023047"/>
                </a:solidFill>
                <a:latin typeface="Segoe UI" panose="020B0502040204020203" pitchFamily="34" charset="0"/>
              </a:rPr>
              <a:t>Custom Script Extension</a:t>
            </a:r>
          </a:p>
          <a:p>
            <a:pPr marL="342900" indent="-342900">
              <a:spcAft>
                <a:spcPts val="160"/>
              </a:spcAft>
              <a:buSzPct val="100000"/>
              <a:buChar char="•"/>
            </a:pPr>
            <a:r>
              <a:rPr lang="en-US" sz="980" dirty="0">
                <a:solidFill>
                  <a:srgbClr val="023047"/>
                </a:solidFill>
                <a:latin typeface="Segoe UI" panose="020B0502040204020203" pitchFamily="34" charset="0"/>
              </a:rPr>
              <a:t>Desired State Configuration (DSC)</a:t>
            </a:r>
          </a:p>
          <a:p>
            <a:pPr marL="342900" indent="-342900">
              <a:spcAft>
                <a:spcPts val="160"/>
              </a:spcAft>
              <a:buSzPct val="100000"/>
              <a:buChar char="•"/>
            </a:pPr>
            <a:r>
              <a:rPr lang="en-US" sz="980" dirty="0">
                <a:solidFill>
                  <a:srgbClr val="023047"/>
                </a:solidFill>
                <a:latin typeface="Segoe UI" panose="020B0502040204020203" pitchFamily="34" charset="0"/>
              </a:rPr>
              <a:t>Azure Update Manager</a:t>
            </a:r>
          </a:p>
          <a:p>
            <a:pPr>
              <a:buNone/>
            </a:pPr>
            <a:endParaRPr lang="en-US" sz="400" dirty="0">
              <a:latin typeface="Segoe UI" panose="020B0502040204020203" pitchFamily="34" charset="0"/>
            </a:endParaRPr>
          </a:p>
          <a:p>
            <a:pPr marL="0" indent="0">
              <a:spcAft>
                <a:spcPts val="200"/>
              </a:spcAft>
              <a:buNone/>
            </a:pPr>
            <a:r>
              <a:rPr lang="en-US" sz="1200" b="1" dirty="0">
                <a:solidFill>
                  <a:srgbClr val="FFB703"/>
                </a:solidFill>
                <a:latin typeface="Segoe UI" panose="020B0502040204020203" pitchFamily="34" charset="0"/>
              </a:rPr>
              <a:t>Key Point</a:t>
            </a:r>
          </a:p>
          <a:p>
            <a:pPr marL="0" indent="0">
              <a:spcAft>
                <a:spcPts val="160"/>
              </a:spcAft>
              <a:buNone/>
            </a:pPr>
            <a:r>
              <a:rPr lang="en-US" sz="980" dirty="0">
                <a:solidFill>
                  <a:srgbClr val="023047"/>
                </a:solidFill>
                <a:latin typeface="Segoe UI" panose="020B0502040204020203" pitchFamily="34" charset="0"/>
              </a:rPr>
              <a:t>All four pillars (Govern, Protect, Configure, Monitor) work on-premises with no workload migration required.</a:t>
            </a:r>
          </a:p>
        </p:txBody>
      </p:sp>
      <p:sp>
        <p:nvSpPr>
          <p:cNvPr id="6" name="Course footer">
            <a:extLst>
              <a:ext uri="{FF2B5EF4-FFF2-40B4-BE49-F238E27FC236}">
                <a16:creationId xmlns:a16="http://schemas.microsoft.com/office/drawing/2014/main" id="{F5E8C9ED-8ECF-9BF3-9F40-86EE34160B0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13 | Azure Arc</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CCF2310E-24FF-F3B8-5C19-763EB47B7782}"/>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09090299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3F40E-C18E-32D4-41BD-B5DF75D020B0}"/>
              </a:ext>
            </a:extLst>
          </p:cNvPr>
          <p:cNvSpPr>
            <a:spLocks noGrp="1"/>
          </p:cNvSpPr>
          <p:nvPr>
            <p:ph type="title" idx="4294967295"/>
          </p:nvPr>
        </p:nvSpPr>
        <p:spPr>
          <a:xfrm>
            <a:off x="288925" y="267860"/>
            <a:ext cx="8258175" cy="327025"/>
          </a:xfrm>
        </p:spPr>
        <p:txBody>
          <a:bodyPr wrap="square">
            <a:noAutofit/>
          </a:bodyPr>
          <a:lstStyle/>
          <a:p>
            <a:r>
              <a:rPr lang="en-GB" dirty="0"/>
              <a:t>Azure Arc Cost Model</a:t>
            </a:r>
          </a:p>
        </p:txBody>
      </p:sp>
      <p:sp>
        <p:nvSpPr>
          <p:cNvPr id="3" name="Divider">
            <a:extLst>
              <a:ext uri="{FF2B5EF4-FFF2-40B4-BE49-F238E27FC236}">
                <a16:creationId xmlns:a16="http://schemas.microsoft.com/office/drawing/2014/main" id="{FD82E29D-9AB2-3979-0735-D4269034155D}"/>
              </a:ext>
            </a:extLst>
          </p:cNvPr>
          <p:cNvSpPr/>
          <p:nvPr/>
        </p:nvSpPr>
        <p:spPr>
          <a:xfrm>
            <a:off x="4715895" y="673942"/>
            <a:ext cx="18000" cy="4200000"/>
          </a:xfrm>
          <a:prstGeom prst="rect">
            <a:avLst/>
          </a:prstGeom>
          <a:solidFill>
            <a:srgbClr val="8ECAE6"/>
          </a:solidFill>
          <a:ln w="0">
            <a:noFill/>
          </a:ln>
        </p:spPr>
        <p:txBody>
          <a:bodyPr/>
          <a:lstStyle/>
          <a:p>
            <a:endParaRPr lang="en-GB"/>
          </a:p>
        </p:txBody>
      </p:sp>
      <p:sp>
        <p:nvSpPr>
          <p:cNvPr id="4" name="Left">
            <a:extLst>
              <a:ext uri="{FF2B5EF4-FFF2-40B4-BE49-F238E27FC236}">
                <a16:creationId xmlns:a16="http://schemas.microsoft.com/office/drawing/2014/main" id="{625A8003-6501-8FD0-466C-7C249598FF61}"/>
              </a:ext>
            </a:extLst>
          </p:cNvPr>
          <p:cNvSpPr/>
          <p:nvPr/>
        </p:nvSpPr>
        <p:spPr>
          <a:xfrm>
            <a:off x="244281" y="1457325"/>
            <a:ext cx="4310000" cy="3449796"/>
          </a:xfrm>
          <a:prstGeom prst="rect">
            <a:avLst/>
          </a:prstGeom>
          <a:noFill/>
          <a:ln/>
        </p:spPr>
        <p:txBody>
          <a:bodyPr wrap="square" lIns="91440" tIns="45720" rIns="91440" bIns="45720" rtlCol="0" anchor="t">
            <a:normAutofit/>
          </a:bodyPr>
          <a:lstStyle/>
          <a:p>
            <a:pPr marL="0" indent="0">
              <a:spcAft>
                <a:spcPts val="200"/>
              </a:spcAft>
              <a:buNone/>
            </a:pPr>
            <a:r>
              <a:rPr lang="en-US" sz="1200" b="1" dirty="0">
                <a:solidFill>
                  <a:srgbClr val="023047"/>
                </a:solidFill>
                <a:latin typeface="Segoe UI" panose="020B0502040204020203" pitchFamily="34" charset="0"/>
              </a:rPr>
              <a:t>What Is Free</a:t>
            </a:r>
          </a:p>
          <a:p>
            <a:pPr marL="342900" indent="-342900">
              <a:spcAft>
                <a:spcPts val="160"/>
              </a:spcAft>
              <a:buSzPct val="100000"/>
              <a:buChar char="•"/>
            </a:pPr>
            <a:r>
              <a:rPr lang="en-US" sz="1050" dirty="0">
                <a:solidFill>
                  <a:srgbClr val="023047"/>
                </a:solidFill>
                <a:latin typeface="Segoe UI" panose="020B0502040204020203" pitchFamily="34" charset="0"/>
              </a:rPr>
              <a:t>Connecting a server to Azure Arc has no direct cost</a:t>
            </a:r>
          </a:p>
          <a:p>
            <a:pPr marL="342900" indent="-342900">
              <a:spcAft>
                <a:spcPts val="160"/>
              </a:spcAft>
              <a:buSzPct val="100000"/>
              <a:buChar char="•"/>
            </a:pPr>
            <a:r>
              <a:rPr lang="en-US" sz="1050" dirty="0">
                <a:solidFill>
                  <a:srgbClr val="023047"/>
                </a:solidFill>
                <a:latin typeface="Segoe UI" panose="020B0502040204020203" pitchFamily="34" charset="0"/>
              </a:rPr>
              <a:t>Azure Arc control plane: resource groups, tagging, RBAC, Resource Graph</a:t>
            </a:r>
          </a:p>
          <a:p>
            <a:pPr marL="342900" indent="-342900">
              <a:spcAft>
                <a:spcPts val="160"/>
              </a:spcAft>
              <a:buSzPct val="100000"/>
              <a:buChar char="•"/>
            </a:pPr>
            <a:r>
              <a:rPr lang="en-US" sz="1050" dirty="0">
                <a:solidFill>
                  <a:srgbClr val="023047"/>
                </a:solidFill>
                <a:latin typeface="Segoe UI" panose="020B0502040204020203" pitchFamily="34" charset="0"/>
              </a:rPr>
              <a:t>Azure Update Manager for non-Azure servers - included at no cost</a:t>
            </a:r>
          </a:p>
          <a:p>
            <a:pPr marL="342900" indent="-342900">
              <a:spcAft>
                <a:spcPts val="160"/>
              </a:spcAft>
              <a:buSzPct val="100000"/>
              <a:buChar char="•"/>
            </a:pPr>
            <a:r>
              <a:rPr lang="en-US" sz="1050" dirty="0">
                <a:solidFill>
                  <a:srgbClr val="023047"/>
                </a:solidFill>
                <a:latin typeface="Segoe UI" panose="020B0502040204020203" pitchFamily="34" charset="0"/>
              </a:rPr>
              <a:t>Installing VM extensions to enable monitoring or security is free</a:t>
            </a:r>
          </a:p>
        </p:txBody>
      </p:sp>
      <p:sp>
        <p:nvSpPr>
          <p:cNvPr id="5" name="Course footer">
            <a:extLst>
              <a:ext uri="{FF2B5EF4-FFF2-40B4-BE49-F238E27FC236}">
                <a16:creationId xmlns:a16="http://schemas.microsoft.com/office/drawing/2014/main" id="{CAB03FC0-77F3-6454-EFB1-B46E38CF4B87}"/>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13 | Azure Arc</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019558C9-2D70-AFBB-4B26-44ABB6254B5D}"/>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
        <p:nvSpPr>
          <p:cNvPr id="8" name="Left">
            <a:extLst>
              <a:ext uri="{FF2B5EF4-FFF2-40B4-BE49-F238E27FC236}">
                <a16:creationId xmlns:a16="http://schemas.microsoft.com/office/drawing/2014/main" id="{5892B189-5A15-1DD3-F918-70B426ED9326}"/>
              </a:ext>
            </a:extLst>
          </p:cNvPr>
          <p:cNvSpPr/>
          <p:nvPr/>
        </p:nvSpPr>
        <p:spPr>
          <a:xfrm>
            <a:off x="4802853" y="1446899"/>
            <a:ext cx="4310000" cy="3466571"/>
          </a:xfrm>
          <a:prstGeom prst="rect">
            <a:avLst/>
          </a:prstGeom>
          <a:noFill/>
          <a:ln/>
        </p:spPr>
        <p:txBody>
          <a:bodyPr wrap="square" lIns="91440" tIns="45720" rIns="91440" bIns="45720" rtlCol="0" anchor="t">
            <a:normAutofit/>
          </a:bodyPr>
          <a:lstStyle/>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What Has Additional Cost</a:t>
            </a:r>
          </a:p>
          <a:p>
            <a:pPr marL="342900" indent="-342900">
              <a:spcAft>
                <a:spcPts val="160"/>
              </a:spcAft>
              <a:buSzPct val="100000"/>
              <a:buChar char="•"/>
            </a:pPr>
            <a:r>
              <a:rPr lang="en-US" sz="1050" dirty="0">
                <a:solidFill>
                  <a:srgbClr val="023047"/>
                </a:solidFill>
                <a:latin typeface="Segoe UI" panose="020B0502040204020203" pitchFamily="34" charset="0"/>
              </a:rPr>
              <a:t>Azure Policy guest configuration - charged per server per month when policies assigned</a:t>
            </a:r>
          </a:p>
          <a:p>
            <a:pPr marL="342900" indent="-342900">
              <a:spcAft>
                <a:spcPts val="160"/>
              </a:spcAft>
              <a:buSzPct val="100000"/>
              <a:buChar char="•"/>
            </a:pPr>
            <a:r>
              <a:rPr lang="en-US" sz="1050" dirty="0">
                <a:solidFill>
                  <a:srgbClr val="023047"/>
                </a:solidFill>
                <a:latin typeface="Segoe UI" panose="020B0502040204020203" pitchFamily="34" charset="0"/>
              </a:rPr>
              <a:t>Microsoft Defender for Servers - billed at Defender for Cloud Plan 1 or Plan 2 rate</a:t>
            </a:r>
          </a:p>
          <a:p>
            <a:pPr marL="342900" indent="-342900">
              <a:spcAft>
                <a:spcPts val="160"/>
              </a:spcAft>
              <a:buSzPct val="100000"/>
              <a:buChar char="•"/>
            </a:pPr>
            <a:r>
              <a:rPr lang="en-US" sz="1050" dirty="0">
                <a:solidFill>
                  <a:srgbClr val="023047"/>
                </a:solidFill>
                <a:latin typeface="Segoe UI" panose="020B0502040204020203" pitchFamily="34" charset="0"/>
              </a:rPr>
              <a:t>Azure Monitor / Log Analytics - charged per GB of log data ingested</a:t>
            </a:r>
          </a:p>
          <a:p>
            <a:pPr marL="342900" indent="-342900">
              <a:spcAft>
                <a:spcPts val="160"/>
              </a:spcAft>
              <a:buSzPct val="100000"/>
              <a:buChar char="•"/>
            </a:pPr>
            <a:r>
              <a:rPr lang="en-US" sz="1050" dirty="0">
                <a:solidFill>
                  <a:srgbClr val="023047"/>
                </a:solidFill>
                <a:latin typeface="Segoe UI" panose="020B0502040204020203" pitchFamily="34" charset="0"/>
              </a:rPr>
              <a:t>Azure Automation - charged per automation job execution minute</a:t>
            </a:r>
          </a:p>
          <a:p>
            <a:pPr>
              <a:buNone/>
            </a:pPr>
            <a:endParaRPr lang="en-US" sz="400" dirty="0">
              <a:latin typeface="Segoe UI" panose="020B0502040204020203" pitchFamily="34" charset="0"/>
            </a:endParaRPr>
          </a:p>
        </p:txBody>
      </p:sp>
    </p:spTree>
    <p:extLst>
      <p:ext uri="{BB962C8B-B14F-4D97-AF65-F5344CB8AC3E}">
        <p14:creationId xmlns:p14="http://schemas.microsoft.com/office/powerpoint/2010/main" val="182198307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6316A-6E33-B561-61E2-3ACDED273343}"/>
              </a:ext>
            </a:extLst>
          </p:cNvPr>
          <p:cNvSpPr>
            <a:spLocks noGrp="1"/>
          </p:cNvSpPr>
          <p:nvPr>
            <p:ph type="title"/>
          </p:nvPr>
        </p:nvSpPr>
        <p:spPr>
          <a:xfrm>
            <a:off x="341185" y="125487"/>
            <a:ext cx="5573840" cy="738664"/>
          </a:xfrm>
        </p:spPr>
        <p:txBody>
          <a:bodyPr wrap="square">
            <a:noAutofit/>
          </a:bodyPr>
          <a:lstStyle/>
          <a:p>
            <a:r>
              <a:rPr lang="en-GB" dirty="0"/>
              <a:t>13.5 Prerequisites and Requirements</a:t>
            </a:r>
          </a:p>
        </p:txBody>
      </p:sp>
      <p:sp>
        <p:nvSpPr>
          <p:cNvPr id="6" name="Divider">
            <a:extLst>
              <a:ext uri="{FF2B5EF4-FFF2-40B4-BE49-F238E27FC236}">
                <a16:creationId xmlns:a16="http://schemas.microsoft.com/office/drawing/2014/main" id="{390E8CD2-5C81-D4EA-572B-F219B3915355}"/>
              </a:ext>
            </a:extLst>
          </p:cNvPr>
          <p:cNvSpPr/>
          <p:nvPr/>
        </p:nvSpPr>
        <p:spPr>
          <a:xfrm>
            <a:off x="4534920" y="727075"/>
            <a:ext cx="18000" cy="4200000"/>
          </a:xfrm>
          <a:prstGeom prst="rect">
            <a:avLst/>
          </a:prstGeom>
          <a:solidFill>
            <a:srgbClr val="8ECAE6"/>
          </a:solidFill>
          <a:ln w="0">
            <a:noFill/>
          </a:ln>
        </p:spPr>
        <p:txBody>
          <a:bodyPr/>
          <a:lstStyle/>
          <a:p>
            <a:endParaRPr lang="en-GB"/>
          </a:p>
        </p:txBody>
      </p:sp>
      <p:sp>
        <p:nvSpPr>
          <p:cNvPr id="7" name="Left">
            <a:extLst>
              <a:ext uri="{FF2B5EF4-FFF2-40B4-BE49-F238E27FC236}">
                <a16:creationId xmlns:a16="http://schemas.microsoft.com/office/drawing/2014/main" id="{A3C8C87B-C4D2-5CF8-6B6D-FDA64A2AA3DD}"/>
              </a:ext>
            </a:extLst>
          </p:cNvPr>
          <p:cNvSpPr/>
          <p:nvPr/>
        </p:nvSpPr>
        <p:spPr>
          <a:xfrm>
            <a:off x="177800" y="727075"/>
            <a:ext cx="4310000" cy="4200000"/>
          </a:xfrm>
          <a:prstGeom prst="rect">
            <a:avLst/>
          </a:prstGeom>
          <a:noFill/>
          <a:ln/>
        </p:spPr>
        <p:txBody>
          <a:bodyPr wrap="square" lIns="91440" tIns="45720" rIns="91440" bIns="45720" rtlCol="0" anchor="t">
            <a:normAutofit/>
          </a:bodyPr>
          <a:lstStyle/>
          <a:p>
            <a:pPr marL="0" indent="0">
              <a:spcAft>
                <a:spcPts val="200"/>
              </a:spcAft>
              <a:buNone/>
            </a:pPr>
            <a:r>
              <a:rPr lang="en-US" sz="1200" b="1" dirty="0">
                <a:solidFill>
                  <a:srgbClr val="023047"/>
                </a:solidFill>
                <a:latin typeface="Segoe UI" panose="020B0502040204020203" pitchFamily="34" charset="0"/>
              </a:rPr>
              <a:t>Supported Operating Systems</a:t>
            </a:r>
          </a:p>
          <a:p>
            <a:pPr marL="342900" indent="-342900">
              <a:spcAft>
                <a:spcPts val="160"/>
              </a:spcAft>
              <a:buSzPct val="100000"/>
              <a:buChar char="•"/>
            </a:pPr>
            <a:r>
              <a:rPr lang="en-US" sz="1050" dirty="0">
                <a:solidFill>
                  <a:srgbClr val="023047"/>
                </a:solidFill>
                <a:latin typeface="Segoe UI" panose="020B0502040204020203" pitchFamily="34" charset="0"/>
              </a:rPr>
              <a:t>Windows Server 2012, 2012 R2, 2016, 2019, 2022, 2025 (x64)</a:t>
            </a:r>
          </a:p>
          <a:p>
            <a:pPr marL="342900" indent="-342900">
              <a:spcAft>
                <a:spcPts val="160"/>
              </a:spcAft>
              <a:buSzPct val="100000"/>
              <a:buChar char="•"/>
            </a:pPr>
            <a:r>
              <a:rPr lang="en-US" sz="1050" dirty="0">
                <a:solidFill>
                  <a:srgbClr val="023047"/>
                </a:solidFill>
                <a:latin typeface="Segoe UI" panose="020B0502040204020203" pitchFamily="34" charset="0"/>
              </a:rPr>
              <a:t>Windows 10 and Windows 11 (server-like, always-on environments only)</a:t>
            </a:r>
          </a:p>
          <a:p>
            <a:pPr marL="342900" indent="-342900">
              <a:spcAft>
                <a:spcPts val="160"/>
              </a:spcAft>
              <a:buSzPct val="100000"/>
              <a:buChar char="•"/>
            </a:pPr>
            <a:r>
              <a:rPr lang="en-US" sz="1050" dirty="0">
                <a:solidFill>
                  <a:srgbClr val="023047"/>
                </a:solidFill>
                <a:latin typeface="Segoe UI" panose="020B0502040204020203" pitchFamily="34" charset="0"/>
              </a:rPr>
              <a:t>Linux: RHEL 7-10, Ubuntu 18.04-24.04, Debian 11-13, SLES 12/15, Amazon Linux 2/2023</a:t>
            </a:r>
          </a:p>
          <a:p>
            <a:pPr marL="342900" indent="-342900">
              <a:spcAft>
                <a:spcPts val="160"/>
              </a:spcAft>
              <a:buSzPct val="100000"/>
              <a:buChar char="•"/>
            </a:pPr>
            <a:r>
              <a:rPr lang="en-US" sz="1050" dirty="0">
                <a:solidFill>
                  <a:srgbClr val="023047"/>
                </a:solidFill>
                <a:latin typeface="Segoe UI" panose="020B0502040204020203" pitchFamily="34" charset="0"/>
              </a:rPr>
              <a:t>64-bit (x86-64) architecture required; 32-bit not supported</a:t>
            </a: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Network Requirements</a:t>
            </a:r>
          </a:p>
          <a:p>
            <a:pPr marL="342900" indent="-342900">
              <a:spcAft>
                <a:spcPts val="160"/>
              </a:spcAft>
              <a:buSzPct val="100000"/>
              <a:buChar char="•"/>
            </a:pPr>
            <a:r>
              <a:rPr lang="en-US" sz="1050" dirty="0">
                <a:solidFill>
                  <a:srgbClr val="023047"/>
                </a:solidFill>
                <a:latin typeface="Segoe UI" panose="020B0502040204020203" pitchFamily="34" charset="0"/>
              </a:rPr>
              <a:t>Outbound HTTPS (TCP 443) to Azure service endpoints is required</a:t>
            </a:r>
          </a:p>
          <a:p>
            <a:pPr marL="342900" indent="-342900">
              <a:spcAft>
                <a:spcPts val="160"/>
              </a:spcAft>
              <a:buSzPct val="100000"/>
              <a:buChar char="•"/>
            </a:pPr>
            <a:r>
              <a:rPr lang="en-US" sz="1050" dirty="0">
                <a:solidFill>
                  <a:srgbClr val="023047"/>
                </a:solidFill>
                <a:latin typeface="Segoe UI" panose="020B0502040204020203" pitchFamily="34" charset="0"/>
              </a:rPr>
              <a:t>Key endpoints: management.azure.com, login.microsoftonline.com, *.arc.azure.com</a:t>
            </a:r>
          </a:p>
          <a:p>
            <a:pPr marL="342900" indent="-342900">
              <a:spcAft>
                <a:spcPts val="160"/>
              </a:spcAft>
              <a:buSzPct val="100000"/>
              <a:buChar char="•"/>
            </a:pPr>
            <a:r>
              <a:rPr lang="en-US" sz="1050" dirty="0">
                <a:solidFill>
                  <a:srgbClr val="023047"/>
                </a:solidFill>
                <a:latin typeface="Segoe UI" panose="020B0502040204020203" pitchFamily="34" charset="0"/>
              </a:rPr>
              <a:t>TLS 1.2 required - TLS 1.0 and 1.1 are not accepted</a:t>
            </a:r>
          </a:p>
          <a:p>
            <a:pPr marL="342900" indent="-342900">
              <a:spcAft>
                <a:spcPts val="160"/>
              </a:spcAft>
              <a:buSzPct val="100000"/>
              <a:buChar char="•"/>
            </a:pPr>
            <a:r>
              <a:rPr lang="en-US" sz="1050" dirty="0">
                <a:solidFill>
                  <a:srgbClr val="023047"/>
                </a:solidFill>
                <a:latin typeface="Segoe UI" panose="020B0502040204020203" pitchFamily="34" charset="0"/>
              </a:rPr>
              <a:t>Proxy servers are supported via azcmagent proxy configuration</a:t>
            </a: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Azure Permissions Required</a:t>
            </a:r>
          </a:p>
          <a:p>
            <a:pPr marL="342900" indent="-342900">
              <a:spcAft>
                <a:spcPts val="160"/>
              </a:spcAft>
              <a:buSzPct val="100000"/>
              <a:buChar char="•"/>
            </a:pPr>
            <a:r>
              <a:rPr lang="en-US" sz="1050" dirty="0">
                <a:solidFill>
                  <a:srgbClr val="023047"/>
                </a:solidFill>
                <a:latin typeface="Segoe UI" panose="020B0502040204020203" pitchFamily="34" charset="0"/>
              </a:rPr>
              <a:t>Azure Connected Machine Onboarding role - minimum to register servers</a:t>
            </a:r>
          </a:p>
          <a:p>
            <a:pPr marL="342900" indent="-342900">
              <a:spcAft>
                <a:spcPts val="160"/>
              </a:spcAft>
              <a:buSzPct val="100000"/>
              <a:buChar char="•"/>
            </a:pPr>
            <a:r>
              <a:rPr lang="en-US" sz="1050" dirty="0">
                <a:solidFill>
                  <a:srgbClr val="023047"/>
                </a:solidFill>
                <a:latin typeface="Segoe UI" panose="020B0502040204020203" pitchFamily="34" charset="0"/>
              </a:rPr>
              <a:t>Contributor or Owner on the resource group also grants onboarding rights</a:t>
            </a:r>
          </a:p>
          <a:p>
            <a:pPr marL="342900" indent="-342900">
              <a:spcAft>
                <a:spcPts val="160"/>
              </a:spcAft>
              <a:buSzPct val="100000"/>
              <a:buChar char="•"/>
            </a:pPr>
            <a:r>
              <a:rPr lang="en-US" sz="1050" dirty="0">
                <a:solidFill>
                  <a:srgbClr val="023047"/>
                </a:solidFill>
                <a:latin typeface="Segoe UI" panose="020B0502040204020203" pitchFamily="34" charset="0"/>
              </a:rPr>
              <a:t>Reader role on the resource group - required to use the Generate Script wizard</a:t>
            </a:r>
          </a:p>
          <a:p>
            <a:pPr marL="342900" indent="-342900">
              <a:spcAft>
                <a:spcPts val="160"/>
              </a:spcAft>
              <a:buSzPct val="100000"/>
              <a:buChar char="•"/>
            </a:pPr>
            <a:r>
              <a:rPr lang="en-US" sz="1050" dirty="0">
                <a:solidFill>
                  <a:srgbClr val="023047"/>
                </a:solidFill>
                <a:latin typeface="Segoe UI" panose="020B0502040204020203" pitchFamily="34" charset="0"/>
              </a:rPr>
              <a:t>Active Azure subscription required before connecting any server</a:t>
            </a:r>
          </a:p>
        </p:txBody>
      </p:sp>
      <p:sp>
        <p:nvSpPr>
          <p:cNvPr id="8" name="Right">
            <a:extLst>
              <a:ext uri="{FF2B5EF4-FFF2-40B4-BE49-F238E27FC236}">
                <a16:creationId xmlns:a16="http://schemas.microsoft.com/office/drawing/2014/main" id="{070BAE93-95E5-0FEB-DC27-23F0EFB94902}"/>
              </a:ext>
            </a:extLst>
          </p:cNvPr>
          <p:cNvSpPr/>
          <p:nvPr/>
        </p:nvSpPr>
        <p:spPr>
          <a:xfrm>
            <a:off x="4604920" y="727075"/>
            <a:ext cx="4360000" cy="4200000"/>
          </a:xfrm>
          <a:prstGeom prst="rect">
            <a:avLst/>
          </a:prstGeom>
          <a:solidFill>
            <a:srgbClr val="F0F8FB"/>
          </a:solidFill>
          <a:ln w="9000">
            <a:solidFill>
              <a:srgbClr val="8ECAE6"/>
            </a:solidFill>
            <a:prstDash val="solid"/>
          </a:ln>
        </p:spPr>
        <p:txBody>
          <a:bodyPr wrap="square" lIns="91440" tIns="45720" rIns="91440" bIns="45720" rtlCol="0" anchor="t">
            <a:normAutofit/>
          </a:bodyPr>
          <a:lstStyle/>
          <a:p>
            <a:pPr marL="0" indent="0">
              <a:spcAft>
                <a:spcPts val="200"/>
              </a:spcAft>
              <a:buNone/>
            </a:pPr>
            <a:r>
              <a:rPr lang="en-US" sz="1200" b="1" dirty="0">
                <a:solidFill>
                  <a:srgbClr val="219EBC"/>
                </a:solidFill>
                <a:latin typeface="Segoe UI" panose="020B0502040204020203" pitchFamily="34" charset="0"/>
              </a:rPr>
              <a:t>Required Resource Providers</a:t>
            </a:r>
          </a:p>
          <a:p>
            <a:pPr marL="0" indent="0">
              <a:spcAft>
                <a:spcPts val="160"/>
              </a:spcAft>
              <a:buNone/>
            </a:pPr>
            <a:r>
              <a:rPr lang="en-US" sz="1000" dirty="0">
                <a:solidFill>
                  <a:srgbClr val="023047"/>
                </a:solidFill>
                <a:latin typeface="Segoe UI" panose="020B0502040204020203" pitchFamily="34" charset="0"/>
              </a:rPr>
              <a:t>Register once per subscription before onboarding:</a:t>
            </a:r>
          </a:p>
          <a:p>
            <a:pPr marL="0" indent="0">
              <a:spcAft>
                <a:spcPts val="80"/>
              </a:spcAft>
              <a:buNone/>
            </a:pPr>
            <a:r>
              <a:rPr lang="en-US" sz="880" dirty="0">
                <a:solidFill>
                  <a:srgbClr val="0D3349"/>
                </a:solidFill>
                <a:latin typeface="Segoe UI" panose="020B0502040204020203" pitchFamily="34" charset="0"/>
              </a:rPr>
              <a:t>Connect-AzAccount</a:t>
            </a:r>
          </a:p>
          <a:p>
            <a:pPr marL="0" indent="0">
              <a:spcAft>
                <a:spcPts val="80"/>
              </a:spcAft>
              <a:buNone/>
            </a:pPr>
            <a:r>
              <a:rPr lang="en-US" sz="880" dirty="0">
                <a:solidFill>
                  <a:srgbClr val="0D3349"/>
                </a:solidFill>
                <a:latin typeface="Segoe UI" panose="020B0502040204020203" pitchFamily="34" charset="0"/>
              </a:rPr>
              <a:t>Register-AzResourceProvider `</a:t>
            </a:r>
          </a:p>
          <a:p>
            <a:pPr marL="0" indent="0">
              <a:spcAft>
                <a:spcPts val="80"/>
              </a:spcAft>
              <a:buNone/>
            </a:pPr>
            <a:r>
              <a:rPr lang="en-US" sz="880" dirty="0">
                <a:solidFill>
                  <a:srgbClr val="0D3349"/>
                </a:solidFill>
                <a:latin typeface="Segoe UI" panose="020B0502040204020203" pitchFamily="34" charset="0"/>
              </a:rPr>
              <a:t>  -ProviderNamespace `</a:t>
            </a:r>
          </a:p>
          <a:p>
            <a:pPr marL="0" indent="0">
              <a:spcAft>
                <a:spcPts val="80"/>
              </a:spcAft>
              <a:buNone/>
            </a:pPr>
            <a:r>
              <a:rPr lang="en-US" sz="880" dirty="0">
                <a:solidFill>
                  <a:srgbClr val="0D3349"/>
                </a:solidFill>
                <a:latin typeface="Segoe UI" panose="020B0502040204020203" pitchFamily="34" charset="0"/>
              </a:rPr>
              <a:t>  Microsoft.HybridCompute</a:t>
            </a:r>
          </a:p>
          <a:p>
            <a:pPr marL="0" indent="0">
              <a:spcAft>
                <a:spcPts val="80"/>
              </a:spcAft>
              <a:buNone/>
            </a:pPr>
            <a:r>
              <a:rPr lang="en-US" sz="880" dirty="0">
                <a:solidFill>
                  <a:srgbClr val="0D3349"/>
                </a:solidFill>
                <a:latin typeface="Segoe UI" panose="020B0502040204020203" pitchFamily="34" charset="0"/>
              </a:rPr>
              <a:t>Register-AzResourceProvider `</a:t>
            </a:r>
          </a:p>
          <a:p>
            <a:pPr marL="0" indent="0">
              <a:spcAft>
                <a:spcPts val="80"/>
              </a:spcAft>
              <a:buNone/>
            </a:pPr>
            <a:r>
              <a:rPr lang="en-US" sz="880" dirty="0">
                <a:solidFill>
                  <a:srgbClr val="0D3349"/>
                </a:solidFill>
                <a:latin typeface="Segoe UI" panose="020B0502040204020203" pitchFamily="34" charset="0"/>
              </a:rPr>
              <a:t>  -ProviderNamespace `</a:t>
            </a:r>
          </a:p>
          <a:p>
            <a:pPr marL="0" indent="0">
              <a:spcAft>
                <a:spcPts val="80"/>
              </a:spcAft>
              <a:buNone/>
            </a:pPr>
            <a:r>
              <a:rPr lang="en-US" sz="880" dirty="0">
                <a:solidFill>
                  <a:srgbClr val="0D3349"/>
                </a:solidFill>
                <a:latin typeface="Segoe UI" panose="020B0502040204020203" pitchFamily="34" charset="0"/>
              </a:rPr>
              <a:t>  Microsoft.GuestConfiguration</a:t>
            </a:r>
          </a:p>
          <a:p>
            <a:pPr marL="0" indent="0">
              <a:spcAft>
                <a:spcPts val="80"/>
              </a:spcAft>
              <a:buNone/>
            </a:pPr>
            <a:r>
              <a:rPr lang="en-US" sz="880" dirty="0">
                <a:solidFill>
                  <a:srgbClr val="0D3349"/>
                </a:solidFill>
                <a:latin typeface="Segoe UI" panose="020B0502040204020203" pitchFamily="34" charset="0"/>
              </a:rPr>
              <a:t>Register-AzResourceProvider `</a:t>
            </a:r>
          </a:p>
          <a:p>
            <a:pPr marL="0" indent="0">
              <a:spcAft>
                <a:spcPts val="80"/>
              </a:spcAft>
              <a:buNone/>
            </a:pPr>
            <a:r>
              <a:rPr lang="en-US" sz="880" dirty="0">
                <a:solidFill>
                  <a:srgbClr val="0D3349"/>
                </a:solidFill>
                <a:latin typeface="Segoe UI" panose="020B0502040204020203" pitchFamily="34" charset="0"/>
              </a:rPr>
              <a:t>  -ProviderNamespace `</a:t>
            </a:r>
          </a:p>
          <a:p>
            <a:pPr marL="0" indent="0">
              <a:spcAft>
                <a:spcPts val="80"/>
              </a:spcAft>
              <a:buNone/>
            </a:pPr>
            <a:r>
              <a:rPr lang="en-US" sz="880" dirty="0">
                <a:solidFill>
                  <a:srgbClr val="0D3349"/>
                </a:solidFill>
                <a:latin typeface="Segoe UI" panose="020B0502040204020203" pitchFamily="34" charset="0"/>
              </a:rPr>
              <a:t>  Microsoft.HybridConnectivity</a:t>
            </a: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Local Server Requirements</a:t>
            </a:r>
          </a:p>
          <a:p>
            <a:pPr marL="342900" indent="-342900">
              <a:spcAft>
                <a:spcPts val="160"/>
              </a:spcAft>
              <a:buSzPct val="100000"/>
              <a:buChar char="•"/>
            </a:pPr>
            <a:r>
              <a:rPr lang="en-US" sz="1000" dirty="0">
                <a:solidFill>
                  <a:srgbClr val="023047"/>
                </a:solidFill>
                <a:latin typeface="Segoe UI" panose="020B0502040204020203" pitchFamily="34" charset="0"/>
              </a:rPr>
              <a:t>Local administrator rights needed for agent installation</a:t>
            </a:r>
          </a:p>
          <a:p>
            <a:pPr marL="342900" indent="-342900">
              <a:spcAft>
                <a:spcPts val="160"/>
              </a:spcAft>
              <a:buSzPct val="100000"/>
              <a:buChar char="•"/>
            </a:pPr>
            <a:r>
              <a:rPr lang="en-US" sz="1000" dirty="0">
                <a:solidFill>
                  <a:srgbClr val="023047"/>
                </a:solidFill>
                <a:latin typeface="Segoe UI" panose="020B0502040204020203" pitchFamily="34" charset="0"/>
              </a:rPr>
              <a:t>NT SERVICE\himds must have the Log on as a service right</a:t>
            </a:r>
          </a:p>
          <a:p>
            <a:pPr marL="342900" indent="-342900">
              <a:spcAft>
                <a:spcPts val="160"/>
              </a:spcAft>
              <a:buSzPct val="100000"/>
              <a:buChar char="•"/>
            </a:pPr>
            <a:r>
              <a:rPr lang="en-US" sz="1000" dirty="0">
                <a:solidFill>
                  <a:srgbClr val="023047"/>
                </a:solidFill>
                <a:latin typeface="Segoe UI" panose="020B0502040204020203" pitchFamily="34" charset="0"/>
              </a:rPr>
              <a:t>Temporarily exclude the install folder from antivirus scanning</a:t>
            </a:r>
          </a:p>
        </p:txBody>
      </p:sp>
      <p:sp>
        <p:nvSpPr>
          <p:cNvPr id="9" name="Course footer">
            <a:extLst>
              <a:ext uri="{FF2B5EF4-FFF2-40B4-BE49-F238E27FC236}">
                <a16:creationId xmlns:a16="http://schemas.microsoft.com/office/drawing/2014/main" id="{5DD3D60B-7D05-2760-9031-BD3D4EA6108B}"/>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13 | Azure Arc</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0" name="TextBox 9">
            <a:extLst>
              <a:ext uri="{FF2B5EF4-FFF2-40B4-BE49-F238E27FC236}">
                <a16:creationId xmlns:a16="http://schemas.microsoft.com/office/drawing/2014/main" id="{3544F687-C2CC-7714-BB6E-3D6DE8598BF2}"/>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24300364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FAB710F-2CFB-D3C4-A80E-45A389252C60}"/>
              </a:ext>
            </a:extLst>
          </p:cNvPr>
          <p:cNvPicPr>
            <a:picLocks noChangeAspect="1"/>
          </p:cNvPicPr>
          <p:nvPr/>
        </p:nvPicPr>
        <p:blipFill>
          <a:blip r:embed="rId2"/>
          <a:stretch>
            <a:fillRect/>
          </a:stretch>
        </p:blipFill>
        <p:spPr>
          <a:xfrm>
            <a:off x="1128712" y="581024"/>
            <a:ext cx="6600825" cy="3638550"/>
          </a:xfrm>
          <a:prstGeom prst="rect">
            <a:avLst/>
          </a:prstGeom>
        </p:spPr>
      </p:pic>
    </p:spTree>
    <p:extLst>
      <p:ext uri="{BB962C8B-B14F-4D97-AF65-F5344CB8AC3E}">
        <p14:creationId xmlns:p14="http://schemas.microsoft.com/office/powerpoint/2010/main" val="213668497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B17D74-1A8A-3BA2-5490-031661719673}"/>
              </a:ext>
            </a:extLst>
          </p:cNvPr>
          <p:cNvSpPr>
            <a:spLocks noGrp="1"/>
          </p:cNvSpPr>
          <p:nvPr>
            <p:ph type="title"/>
          </p:nvPr>
        </p:nvSpPr>
        <p:spPr>
          <a:xfrm>
            <a:off x="313982" y="330371"/>
            <a:ext cx="8505951" cy="510147"/>
          </a:xfrm>
        </p:spPr>
        <p:txBody>
          <a:bodyPr/>
          <a:lstStyle/>
          <a:p>
            <a:r>
              <a:rPr lang="en-US" dirty="0"/>
              <a:t>Windows Server 2025 built in Arc Connection Setup</a:t>
            </a:r>
          </a:p>
        </p:txBody>
      </p:sp>
      <p:pic>
        <p:nvPicPr>
          <p:cNvPr id="4" name="Picture 3">
            <a:extLst>
              <a:ext uri="{FF2B5EF4-FFF2-40B4-BE49-F238E27FC236}">
                <a16:creationId xmlns:a16="http://schemas.microsoft.com/office/drawing/2014/main" id="{C68A5674-574A-A198-D9B7-7FB68C2A80FC}"/>
              </a:ext>
            </a:extLst>
          </p:cNvPr>
          <p:cNvPicPr>
            <a:picLocks noChangeAspect="1"/>
          </p:cNvPicPr>
          <p:nvPr/>
        </p:nvPicPr>
        <p:blipFill>
          <a:blip r:embed="rId2"/>
          <a:stretch>
            <a:fillRect/>
          </a:stretch>
        </p:blipFill>
        <p:spPr>
          <a:xfrm>
            <a:off x="1538380" y="1092200"/>
            <a:ext cx="5259986" cy="3944990"/>
          </a:xfrm>
          <a:prstGeom prst="rect">
            <a:avLst/>
          </a:prstGeom>
          <a:noFill/>
        </p:spPr>
      </p:pic>
    </p:spTree>
    <p:extLst>
      <p:ext uri="{BB962C8B-B14F-4D97-AF65-F5344CB8AC3E}">
        <p14:creationId xmlns:p14="http://schemas.microsoft.com/office/powerpoint/2010/main" val="422481832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3D41C-7F98-C832-426E-78A546EA578D}"/>
              </a:ext>
            </a:extLst>
          </p:cNvPr>
          <p:cNvSpPr>
            <a:spLocks noGrp="1"/>
          </p:cNvSpPr>
          <p:nvPr>
            <p:ph type="title" idx="4294967295"/>
          </p:nvPr>
        </p:nvSpPr>
        <p:spPr>
          <a:xfrm>
            <a:off x="260350" y="381748"/>
            <a:ext cx="8258175" cy="327025"/>
          </a:xfrm>
        </p:spPr>
        <p:txBody>
          <a:bodyPr wrap="square">
            <a:noAutofit/>
          </a:bodyPr>
          <a:lstStyle/>
          <a:p>
            <a:r>
              <a:rPr lang="en-GB"/>
              <a:t>Azure Arc Connection Process</a:t>
            </a:r>
          </a:p>
        </p:txBody>
      </p:sp>
      <p:sp>
        <p:nvSpPr>
          <p:cNvPr id="3" name="ColHdr0">
            <a:extLst>
              <a:ext uri="{FF2B5EF4-FFF2-40B4-BE49-F238E27FC236}">
                <a16:creationId xmlns:a16="http://schemas.microsoft.com/office/drawing/2014/main" id="{F07594CA-E0A3-CC20-85B6-54AD090EE192}"/>
              </a:ext>
            </a:extLst>
          </p:cNvPr>
          <p:cNvSpPr/>
          <p:nvPr/>
        </p:nvSpPr>
        <p:spPr>
          <a:xfrm>
            <a:off x="2500350" y="1139190"/>
            <a:ext cx="2100000" cy="480000"/>
          </a:xfrm>
          <a:prstGeom prst="rect">
            <a:avLst/>
          </a:prstGeom>
          <a:solidFill>
            <a:srgbClr val="243A5E"/>
          </a:solidFill>
          <a:ln w="0">
            <a:noFill/>
          </a:ln>
        </p:spPr>
        <p:txBody>
          <a:bodyPr wrap="square" lIns="45720" tIns="45720" rIns="45720" bIns="45720" rtlCol="0" anchor="ctr">
            <a:normAutofit/>
          </a:bodyPr>
          <a:lstStyle/>
          <a:p>
            <a:pPr algn="ctr">
              <a:buNone/>
            </a:pPr>
            <a:r>
              <a:rPr lang="en-US" sz="1050" b="1" dirty="0">
                <a:solidFill>
                  <a:srgbClr val="FFFFFF"/>
                </a:solidFill>
                <a:latin typeface="Segoe UI" panose="020B0502040204020203" pitchFamily="34" charset="0"/>
                <a:ea typeface="Calibri" pitchFamily="34" charset="-122"/>
                <a:cs typeface="Calibri" pitchFamily="34" charset="-120"/>
              </a:rPr>
              <a:t>Action</a:t>
            </a:r>
            <a:endParaRPr lang="en-US" sz="1050" dirty="0">
              <a:latin typeface="Segoe UI" panose="020B0502040204020203" pitchFamily="34" charset="0"/>
            </a:endParaRPr>
          </a:p>
        </p:txBody>
      </p:sp>
      <p:sp>
        <p:nvSpPr>
          <p:cNvPr id="4" name="ColHdr1">
            <a:extLst>
              <a:ext uri="{FF2B5EF4-FFF2-40B4-BE49-F238E27FC236}">
                <a16:creationId xmlns:a16="http://schemas.microsoft.com/office/drawing/2014/main" id="{2907EC5B-4D4D-628F-85D2-C8EA104A1626}"/>
              </a:ext>
            </a:extLst>
          </p:cNvPr>
          <p:cNvSpPr/>
          <p:nvPr/>
        </p:nvSpPr>
        <p:spPr>
          <a:xfrm>
            <a:off x="4640350" y="1139190"/>
            <a:ext cx="2100000" cy="480000"/>
          </a:xfrm>
          <a:prstGeom prst="rect">
            <a:avLst/>
          </a:prstGeom>
          <a:solidFill>
            <a:srgbClr val="0076D4"/>
          </a:solidFill>
          <a:ln w="0">
            <a:noFill/>
          </a:ln>
        </p:spPr>
        <p:txBody>
          <a:bodyPr wrap="square" lIns="45720" tIns="45720" rIns="45720" bIns="45720" rtlCol="0" anchor="ctr">
            <a:normAutofit/>
          </a:bodyPr>
          <a:lstStyle/>
          <a:p>
            <a:pPr algn="ctr">
              <a:buNone/>
            </a:pPr>
            <a:r>
              <a:rPr lang="en-US" sz="1050" b="1" dirty="0">
                <a:solidFill>
                  <a:srgbClr val="FFFFFF"/>
                </a:solidFill>
                <a:latin typeface="Segoe UI" panose="020B0502040204020203" pitchFamily="34" charset="0"/>
                <a:ea typeface="Calibri" pitchFamily="34" charset="-122"/>
                <a:cs typeface="Calibri" pitchFamily="34" charset="-120"/>
              </a:rPr>
              <a:t>Where</a:t>
            </a:r>
            <a:endParaRPr lang="en-US" sz="1050" dirty="0">
              <a:latin typeface="Segoe UI" panose="020B0502040204020203" pitchFamily="34" charset="0"/>
            </a:endParaRPr>
          </a:p>
        </p:txBody>
      </p:sp>
      <p:sp>
        <p:nvSpPr>
          <p:cNvPr id="5" name="ColHdr2">
            <a:extLst>
              <a:ext uri="{FF2B5EF4-FFF2-40B4-BE49-F238E27FC236}">
                <a16:creationId xmlns:a16="http://schemas.microsoft.com/office/drawing/2014/main" id="{9A6959E9-8868-B87B-3A3A-815C63EAD97B}"/>
              </a:ext>
            </a:extLst>
          </p:cNvPr>
          <p:cNvSpPr/>
          <p:nvPr/>
        </p:nvSpPr>
        <p:spPr>
          <a:xfrm>
            <a:off x="6780350" y="1139190"/>
            <a:ext cx="2100000" cy="480000"/>
          </a:xfrm>
          <a:prstGeom prst="rect">
            <a:avLst/>
          </a:prstGeom>
          <a:solidFill>
            <a:srgbClr val="0076D4"/>
          </a:solidFill>
          <a:ln w="0">
            <a:noFill/>
          </a:ln>
        </p:spPr>
        <p:txBody>
          <a:bodyPr wrap="square" lIns="45720" tIns="45720" rIns="45720" bIns="45720" rtlCol="0" anchor="ctr">
            <a:normAutofit/>
          </a:bodyPr>
          <a:lstStyle/>
          <a:p>
            <a:pPr algn="ctr">
              <a:buNone/>
            </a:pPr>
            <a:r>
              <a:rPr lang="en-US" sz="1050" b="1" dirty="0">
                <a:solidFill>
                  <a:srgbClr val="023047"/>
                </a:solidFill>
                <a:latin typeface="Segoe UI" panose="020B0502040204020203" pitchFamily="34" charset="0"/>
                <a:ea typeface="Calibri" pitchFamily="34" charset="-122"/>
                <a:cs typeface="Calibri" pitchFamily="34" charset="-120"/>
              </a:rPr>
              <a:t>Result</a:t>
            </a:r>
            <a:endParaRPr lang="en-US" sz="1050" dirty="0">
              <a:latin typeface="Segoe UI" panose="020B0502040204020203" pitchFamily="34" charset="0"/>
            </a:endParaRPr>
          </a:p>
        </p:txBody>
      </p:sp>
      <p:sp>
        <p:nvSpPr>
          <p:cNvPr id="6" name="RowHdrHdr">
            <a:extLst>
              <a:ext uri="{FF2B5EF4-FFF2-40B4-BE49-F238E27FC236}">
                <a16:creationId xmlns:a16="http://schemas.microsoft.com/office/drawing/2014/main" id="{19527CDF-183B-3192-78D0-801CF071678A}"/>
              </a:ext>
            </a:extLst>
          </p:cNvPr>
          <p:cNvSpPr/>
          <p:nvPr/>
        </p:nvSpPr>
        <p:spPr>
          <a:xfrm>
            <a:off x="260350" y="1139190"/>
            <a:ext cx="2200000" cy="480000"/>
          </a:xfrm>
          <a:prstGeom prst="rect">
            <a:avLst/>
          </a:prstGeom>
          <a:solidFill>
            <a:srgbClr val="D8EEF8"/>
          </a:solidFill>
          <a:ln w="0">
            <a:noFill/>
          </a:ln>
        </p:spPr>
        <p:txBody>
          <a:bodyPr wrap="square" lIns="45720" tIns="45720" rIns="45720" bIns="45720" rtlCol="0" anchor="ctr">
            <a:normAutofit/>
          </a:bodyPr>
          <a:lstStyle/>
          <a:p>
            <a:pPr algn="ctr">
              <a:buNone/>
            </a:pPr>
            <a:r>
              <a:rPr lang="en-US" sz="1050" b="1" dirty="0">
                <a:solidFill>
                  <a:srgbClr val="023047"/>
                </a:solidFill>
                <a:latin typeface="Segoe UI" panose="020B0502040204020203" pitchFamily="34" charset="0"/>
                <a:ea typeface="Calibri" pitchFamily="34" charset="-122"/>
                <a:cs typeface="Calibri" pitchFamily="34" charset="-120"/>
              </a:rPr>
              <a:t>Step</a:t>
            </a:r>
            <a:endParaRPr lang="en-US" sz="1050" dirty="0">
              <a:latin typeface="Segoe UI" panose="020B0502040204020203" pitchFamily="34" charset="0"/>
            </a:endParaRPr>
          </a:p>
        </p:txBody>
      </p:sp>
      <p:sp>
        <p:nvSpPr>
          <p:cNvPr id="7" name="RowLbl0">
            <a:extLst>
              <a:ext uri="{FF2B5EF4-FFF2-40B4-BE49-F238E27FC236}">
                <a16:creationId xmlns:a16="http://schemas.microsoft.com/office/drawing/2014/main" id="{2F26425C-DE6F-9DB2-D815-9091117726C4}"/>
              </a:ext>
            </a:extLst>
          </p:cNvPr>
          <p:cNvSpPr/>
          <p:nvPr/>
        </p:nvSpPr>
        <p:spPr>
          <a:xfrm>
            <a:off x="260350" y="1639190"/>
            <a:ext cx="2200000" cy="380000"/>
          </a:xfrm>
          <a:prstGeom prst="rect">
            <a:avLst/>
          </a:prstGeom>
          <a:solidFill>
            <a:srgbClr val="F0F8FB"/>
          </a:solidFill>
          <a:ln w="6000">
            <a:solidFill>
              <a:srgbClr val="8ECAE6"/>
            </a:solidFill>
            <a:prstDash val="solid"/>
          </a:ln>
        </p:spPr>
        <p:txBody>
          <a:bodyPr wrap="square" lIns="91440" tIns="45720" rIns="45720" bIns="45720" rtlCol="0" anchor="ctr">
            <a:normAutofit/>
          </a:bodyPr>
          <a:lstStyle/>
          <a:p>
            <a:pPr algn="l">
              <a:buNone/>
            </a:pPr>
            <a:r>
              <a:rPr lang="en-US" sz="950" b="1" dirty="0">
                <a:solidFill>
                  <a:srgbClr val="023047"/>
                </a:solidFill>
                <a:latin typeface="Segoe UI" panose="020B0502040204020203" pitchFamily="34" charset="0"/>
                <a:ea typeface="Calibri" pitchFamily="34" charset="-122"/>
                <a:cs typeface="Calibri" pitchFamily="34" charset="-120"/>
              </a:rPr>
              <a:t>1. Prepare Azure</a:t>
            </a:r>
            <a:endParaRPr lang="en-US" sz="950" dirty="0">
              <a:latin typeface="Segoe UI" panose="020B0502040204020203" pitchFamily="34" charset="0"/>
            </a:endParaRPr>
          </a:p>
        </p:txBody>
      </p:sp>
      <p:sp>
        <p:nvSpPr>
          <p:cNvPr id="8" name="Cell0_0">
            <a:extLst>
              <a:ext uri="{FF2B5EF4-FFF2-40B4-BE49-F238E27FC236}">
                <a16:creationId xmlns:a16="http://schemas.microsoft.com/office/drawing/2014/main" id="{981744CA-FB87-EAA7-43F9-F1D1C316DE4D}"/>
              </a:ext>
            </a:extLst>
          </p:cNvPr>
          <p:cNvSpPr/>
          <p:nvPr/>
        </p:nvSpPr>
        <p:spPr>
          <a:xfrm>
            <a:off x="2500350" y="1639190"/>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Create resource group, verify subscription</a:t>
            </a:r>
            <a:endParaRPr lang="en-US" sz="900" dirty="0">
              <a:latin typeface="Segoe UI" panose="020B0502040204020203" pitchFamily="34" charset="0"/>
            </a:endParaRPr>
          </a:p>
        </p:txBody>
      </p:sp>
      <p:sp>
        <p:nvSpPr>
          <p:cNvPr id="9" name="Cell0_1">
            <a:extLst>
              <a:ext uri="{FF2B5EF4-FFF2-40B4-BE49-F238E27FC236}">
                <a16:creationId xmlns:a16="http://schemas.microsoft.com/office/drawing/2014/main" id="{D14C588A-D61A-BF4E-B7AD-FBDB333E43BF}"/>
              </a:ext>
            </a:extLst>
          </p:cNvPr>
          <p:cNvSpPr/>
          <p:nvPr/>
        </p:nvSpPr>
        <p:spPr>
          <a:xfrm>
            <a:off x="4640350" y="1639190"/>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Azure portal</a:t>
            </a:r>
            <a:endParaRPr lang="en-US" sz="900" dirty="0">
              <a:latin typeface="Segoe UI" panose="020B0502040204020203" pitchFamily="34" charset="0"/>
            </a:endParaRPr>
          </a:p>
        </p:txBody>
      </p:sp>
      <p:sp>
        <p:nvSpPr>
          <p:cNvPr id="10" name="Cell0_2">
            <a:extLst>
              <a:ext uri="{FF2B5EF4-FFF2-40B4-BE49-F238E27FC236}">
                <a16:creationId xmlns:a16="http://schemas.microsoft.com/office/drawing/2014/main" id="{F26190F8-BB2C-F5DD-184F-5E9FA67CDC1F}"/>
              </a:ext>
            </a:extLst>
          </p:cNvPr>
          <p:cNvSpPr/>
          <p:nvPr/>
        </p:nvSpPr>
        <p:spPr>
          <a:xfrm>
            <a:off x="6780350" y="1639190"/>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Azure environment ready</a:t>
            </a:r>
            <a:endParaRPr lang="en-US" sz="900" dirty="0">
              <a:latin typeface="Segoe UI" panose="020B0502040204020203" pitchFamily="34" charset="0"/>
            </a:endParaRPr>
          </a:p>
        </p:txBody>
      </p:sp>
      <p:sp>
        <p:nvSpPr>
          <p:cNvPr id="11" name="RowLbl1">
            <a:extLst>
              <a:ext uri="{FF2B5EF4-FFF2-40B4-BE49-F238E27FC236}">
                <a16:creationId xmlns:a16="http://schemas.microsoft.com/office/drawing/2014/main" id="{0BC39819-91D2-846C-65F4-7ECB59EB5569}"/>
              </a:ext>
            </a:extLst>
          </p:cNvPr>
          <p:cNvSpPr/>
          <p:nvPr/>
        </p:nvSpPr>
        <p:spPr>
          <a:xfrm>
            <a:off x="260350" y="2039190"/>
            <a:ext cx="2200000" cy="380000"/>
          </a:xfrm>
          <a:prstGeom prst="rect">
            <a:avLst/>
          </a:prstGeom>
          <a:solidFill>
            <a:srgbClr val="FFFFFF"/>
          </a:solidFill>
          <a:ln w="6000">
            <a:solidFill>
              <a:srgbClr val="8ECAE6"/>
            </a:solidFill>
            <a:prstDash val="solid"/>
          </a:ln>
        </p:spPr>
        <p:txBody>
          <a:bodyPr wrap="square" lIns="91440" tIns="45720" rIns="45720" bIns="45720" rtlCol="0" anchor="ctr">
            <a:normAutofit/>
          </a:bodyPr>
          <a:lstStyle/>
          <a:p>
            <a:pPr algn="l">
              <a:buNone/>
            </a:pPr>
            <a:r>
              <a:rPr lang="en-US" sz="950" b="1" dirty="0">
                <a:solidFill>
                  <a:srgbClr val="023047"/>
                </a:solidFill>
                <a:latin typeface="Segoe UI" panose="020B0502040204020203" pitchFamily="34" charset="0"/>
                <a:ea typeface="Calibri" pitchFamily="34" charset="-122"/>
                <a:cs typeface="Calibri" pitchFamily="34" charset="-120"/>
              </a:rPr>
              <a:t>2. Check permissions</a:t>
            </a:r>
            <a:endParaRPr lang="en-US" sz="950" dirty="0">
              <a:latin typeface="Segoe UI" panose="020B0502040204020203" pitchFamily="34" charset="0"/>
            </a:endParaRPr>
          </a:p>
        </p:txBody>
      </p:sp>
      <p:sp>
        <p:nvSpPr>
          <p:cNvPr id="12" name="Cell1_0">
            <a:extLst>
              <a:ext uri="{FF2B5EF4-FFF2-40B4-BE49-F238E27FC236}">
                <a16:creationId xmlns:a16="http://schemas.microsoft.com/office/drawing/2014/main" id="{5ECB2B0F-6AF5-3203-5066-72A9B8B54B08}"/>
              </a:ext>
            </a:extLst>
          </p:cNvPr>
          <p:cNvSpPr/>
          <p:nvPr/>
        </p:nvSpPr>
        <p:spPr>
          <a:xfrm>
            <a:off x="2500350" y="2039190"/>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Assign Onboarding role to your account</a:t>
            </a:r>
            <a:endParaRPr lang="en-US" sz="900" dirty="0">
              <a:latin typeface="Segoe UI" panose="020B0502040204020203" pitchFamily="34" charset="0"/>
            </a:endParaRPr>
          </a:p>
        </p:txBody>
      </p:sp>
      <p:sp>
        <p:nvSpPr>
          <p:cNvPr id="13" name="Cell1_1">
            <a:extLst>
              <a:ext uri="{FF2B5EF4-FFF2-40B4-BE49-F238E27FC236}">
                <a16:creationId xmlns:a16="http://schemas.microsoft.com/office/drawing/2014/main" id="{BA46940C-6DC9-6FFE-59D5-54A05066025F}"/>
              </a:ext>
            </a:extLst>
          </p:cNvPr>
          <p:cNvSpPr/>
          <p:nvPr/>
        </p:nvSpPr>
        <p:spPr>
          <a:xfrm>
            <a:off x="4640350" y="2039190"/>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Azure portal / RBAC</a:t>
            </a:r>
            <a:endParaRPr lang="en-US" sz="900" dirty="0">
              <a:latin typeface="Segoe UI" panose="020B0502040204020203" pitchFamily="34" charset="0"/>
            </a:endParaRPr>
          </a:p>
        </p:txBody>
      </p:sp>
      <p:sp>
        <p:nvSpPr>
          <p:cNvPr id="14" name="Cell1_2">
            <a:extLst>
              <a:ext uri="{FF2B5EF4-FFF2-40B4-BE49-F238E27FC236}">
                <a16:creationId xmlns:a16="http://schemas.microsoft.com/office/drawing/2014/main" id="{84F0ABAB-BFE7-324A-137F-C51F7B864BB3}"/>
              </a:ext>
            </a:extLst>
          </p:cNvPr>
          <p:cNvSpPr/>
          <p:nvPr/>
        </p:nvSpPr>
        <p:spPr>
          <a:xfrm>
            <a:off x="6780350" y="2039190"/>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Authorised to register servers</a:t>
            </a:r>
            <a:endParaRPr lang="en-US" sz="900" dirty="0">
              <a:latin typeface="Segoe UI" panose="020B0502040204020203" pitchFamily="34" charset="0"/>
            </a:endParaRPr>
          </a:p>
        </p:txBody>
      </p:sp>
      <p:sp>
        <p:nvSpPr>
          <p:cNvPr id="15" name="RowLbl2">
            <a:extLst>
              <a:ext uri="{FF2B5EF4-FFF2-40B4-BE49-F238E27FC236}">
                <a16:creationId xmlns:a16="http://schemas.microsoft.com/office/drawing/2014/main" id="{451E5839-9D94-394D-45D3-893F540BCB5D}"/>
              </a:ext>
            </a:extLst>
          </p:cNvPr>
          <p:cNvSpPr/>
          <p:nvPr/>
        </p:nvSpPr>
        <p:spPr>
          <a:xfrm>
            <a:off x="260350" y="2439190"/>
            <a:ext cx="2200000" cy="380000"/>
          </a:xfrm>
          <a:prstGeom prst="rect">
            <a:avLst/>
          </a:prstGeom>
          <a:solidFill>
            <a:srgbClr val="F0F8FB"/>
          </a:solidFill>
          <a:ln w="6000">
            <a:solidFill>
              <a:srgbClr val="8ECAE6"/>
            </a:solidFill>
            <a:prstDash val="solid"/>
          </a:ln>
        </p:spPr>
        <p:txBody>
          <a:bodyPr wrap="square" lIns="91440" tIns="45720" rIns="45720" bIns="45720" rtlCol="0" anchor="ctr">
            <a:normAutofit/>
          </a:bodyPr>
          <a:lstStyle/>
          <a:p>
            <a:pPr algn="l">
              <a:buNone/>
            </a:pPr>
            <a:r>
              <a:rPr lang="en-US" sz="950" b="1" dirty="0">
                <a:solidFill>
                  <a:srgbClr val="023047"/>
                </a:solidFill>
                <a:latin typeface="Segoe UI" panose="020B0502040204020203" pitchFamily="34" charset="0"/>
                <a:ea typeface="Calibri" pitchFamily="34" charset="-122"/>
                <a:cs typeface="Calibri" pitchFamily="34" charset="-120"/>
              </a:rPr>
              <a:t>3. Register providers</a:t>
            </a:r>
            <a:endParaRPr lang="en-US" sz="950" dirty="0">
              <a:latin typeface="Segoe UI" panose="020B0502040204020203" pitchFamily="34" charset="0"/>
            </a:endParaRPr>
          </a:p>
        </p:txBody>
      </p:sp>
      <p:sp>
        <p:nvSpPr>
          <p:cNvPr id="16" name="Cell2_0">
            <a:extLst>
              <a:ext uri="{FF2B5EF4-FFF2-40B4-BE49-F238E27FC236}">
                <a16:creationId xmlns:a16="http://schemas.microsoft.com/office/drawing/2014/main" id="{7CCA45C9-F3BE-915B-AFCF-F42E75E69476}"/>
              </a:ext>
            </a:extLst>
          </p:cNvPr>
          <p:cNvSpPr/>
          <p:nvPr/>
        </p:nvSpPr>
        <p:spPr>
          <a:xfrm>
            <a:off x="2500350" y="2439190"/>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a:solidFill>
                  <a:srgbClr val="023047"/>
                </a:solidFill>
                <a:latin typeface="Segoe UI" panose="020B0502040204020203" pitchFamily="34" charset="0"/>
                <a:ea typeface="Calibri" pitchFamily="34" charset="-122"/>
                <a:cs typeface="Calibri" pitchFamily="34" charset="-120"/>
              </a:rPr>
              <a:t>Register HybridCompute, GuestConfiguration, HybridConnectivity</a:t>
            </a:r>
            <a:endParaRPr lang="en-US" sz="900" dirty="0">
              <a:latin typeface="Segoe UI" panose="020B0502040204020203" pitchFamily="34" charset="0"/>
            </a:endParaRPr>
          </a:p>
        </p:txBody>
      </p:sp>
      <p:sp>
        <p:nvSpPr>
          <p:cNvPr id="17" name="Cell2_1">
            <a:extLst>
              <a:ext uri="{FF2B5EF4-FFF2-40B4-BE49-F238E27FC236}">
                <a16:creationId xmlns:a16="http://schemas.microsoft.com/office/drawing/2014/main" id="{DA377298-7825-DBE9-4976-189C0D990E7B}"/>
              </a:ext>
            </a:extLst>
          </p:cNvPr>
          <p:cNvSpPr/>
          <p:nvPr/>
        </p:nvSpPr>
        <p:spPr>
          <a:xfrm>
            <a:off x="4640350" y="2439190"/>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PowerShell or portal</a:t>
            </a:r>
            <a:endParaRPr lang="en-US" sz="900" dirty="0">
              <a:latin typeface="Segoe UI" panose="020B0502040204020203" pitchFamily="34" charset="0"/>
            </a:endParaRPr>
          </a:p>
        </p:txBody>
      </p:sp>
      <p:sp>
        <p:nvSpPr>
          <p:cNvPr id="18" name="Cell2_2">
            <a:extLst>
              <a:ext uri="{FF2B5EF4-FFF2-40B4-BE49-F238E27FC236}">
                <a16:creationId xmlns:a16="http://schemas.microsoft.com/office/drawing/2014/main" id="{DF0C930D-FC73-5C30-0E87-B5D315A39068}"/>
              </a:ext>
            </a:extLst>
          </p:cNvPr>
          <p:cNvSpPr/>
          <p:nvPr/>
        </p:nvSpPr>
        <p:spPr>
          <a:xfrm>
            <a:off x="6780350" y="2439190"/>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Subscription can accept Arc registrations</a:t>
            </a:r>
            <a:endParaRPr lang="en-US" sz="900" dirty="0">
              <a:latin typeface="Segoe UI" panose="020B0502040204020203" pitchFamily="34" charset="0"/>
            </a:endParaRPr>
          </a:p>
        </p:txBody>
      </p:sp>
      <p:sp>
        <p:nvSpPr>
          <p:cNvPr id="19" name="RowLbl3">
            <a:extLst>
              <a:ext uri="{FF2B5EF4-FFF2-40B4-BE49-F238E27FC236}">
                <a16:creationId xmlns:a16="http://schemas.microsoft.com/office/drawing/2014/main" id="{3EF02AD1-08FA-B31C-92B2-431CB171F90D}"/>
              </a:ext>
            </a:extLst>
          </p:cNvPr>
          <p:cNvSpPr/>
          <p:nvPr/>
        </p:nvSpPr>
        <p:spPr>
          <a:xfrm>
            <a:off x="260350" y="2839190"/>
            <a:ext cx="2200000" cy="380000"/>
          </a:xfrm>
          <a:prstGeom prst="rect">
            <a:avLst/>
          </a:prstGeom>
          <a:solidFill>
            <a:srgbClr val="FFFFFF"/>
          </a:solidFill>
          <a:ln w="6000">
            <a:solidFill>
              <a:srgbClr val="8ECAE6"/>
            </a:solidFill>
            <a:prstDash val="solid"/>
          </a:ln>
        </p:spPr>
        <p:txBody>
          <a:bodyPr wrap="square" lIns="91440" tIns="45720" rIns="45720" bIns="45720" rtlCol="0" anchor="ctr">
            <a:normAutofit/>
          </a:bodyPr>
          <a:lstStyle/>
          <a:p>
            <a:pPr algn="l">
              <a:buNone/>
            </a:pPr>
            <a:r>
              <a:rPr lang="en-US" sz="950" b="1" dirty="0">
                <a:solidFill>
                  <a:srgbClr val="023047"/>
                </a:solidFill>
                <a:latin typeface="Segoe UI" panose="020B0502040204020203" pitchFamily="34" charset="0"/>
                <a:ea typeface="Calibri" pitchFamily="34" charset="-122"/>
                <a:cs typeface="Calibri" pitchFamily="34" charset="-120"/>
              </a:rPr>
              <a:t>4. Generate script</a:t>
            </a:r>
            <a:endParaRPr lang="en-US" sz="950" dirty="0">
              <a:latin typeface="Segoe UI" panose="020B0502040204020203" pitchFamily="34" charset="0"/>
            </a:endParaRPr>
          </a:p>
        </p:txBody>
      </p:sp>
      <p:sp>
        <p:nvSpPr>
          <p:cNvPr id="20" name="Cell3_0">
            <a:extLst>
              <a:ext uri="{FF2B5EF4-FFF2-40B4-BE49-F238E27FC236}">
                <a16:creationId xmlns:a16="http://schemas.microsoft.com/office/drawing/2014/main" id="{660490C6-0EC7-F9CD-4BE9-B4A0ACBAE19C}"/>
              </a:ext>
            </a:extLst>
          </p:cNvPr>
          <p:cNvSpPr/>
          <p:nvPr/>
        </p:nvSpPr>
        <p:spPr>
          <a:xfrm>
            <a:off x="2500350" y="2839190"/>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a:solidFill>
                  <a:srgbClr val="023047"/>
                </a:solidFill>
                <a:latin typeface="Segoe UI" panose="020B0502040204020203" pitchFamily="34" charset="0"/>
                <a:ea typeface="Calibri" pitchFamily="34" charset="-122"/>
                <a:cs typeface="Calibri" pitchFamily="34" charset="-120"/>
              </a:rPr>
              <a:t>Use Add Server wizard in Azure Arc &gt; Servers</a:t>
            </a:r>
            <a:endParaRPr lang="en-US" sz="900" dirty="0">
              <a:latin typeface="Segoe UI" panose="020B0502040204020203" pitchFamily="34" charset="0"/>
            </a:endParaRPr>
          </a:p>
        </p:txBody>
      </p:sp>
      <p:sp>
        <p:nvSpPr>
          <p:cNvPr id="21" name="Cell3_1">
            <a:extLst>
              <a:ext uri="{FF2B5EF4-FFF2-40B4-BE49-F238E27FC236}">
                <a16:creationId xmlns:a16="http://schemas.microsoft.com/office/drawing/2014/main" id="{73FD208E-74AC-4A1C-7163-CEF12862D8AA}"/>
              </a:ext>
            </a:extLst>
          </p:cNvPr>
          <p:cNvSpPr/>
          <p:nvPr/>
        </p:nvSpPr>
        <p:spPr>
          <a:xfrm>
            <a:off x="4640350" y="2839190"/>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Azure portal</a:t>
            </a:r>
            <a:endParaRPr lang="en-US" sz="900" dirty="0">
              <a:latin typeface="Segoe UI" panose="020B0502040204020203" pitchFamily="34" charset="0"/>
            </a:endParaRPr>
          </a:p>
        </p:txBody>
      </p:sp>
      <p:sp>
        <p:nvSpPr>
          <p:cNvPr id="22" name="Cell3_2">
            <a:extLst>
              <a:ext uri="{FF2B5EF4-FFF2-40B4-BE49-F238E27FC236}">
                <a16:creationId xmlns:a16="http://schemas.microsoft.com/office/drawing/2014/main" id="{CEE630AC-03C1-4738-89D5-D73A8E748919}"/>
              </a:ext>
            </a:extLst>
          </p:cNvPr>
          <p:cNvSpPr/>
          <p:nvPr/>
        </p:nvSpPr>
        <p:spPr>
          <a:xfrm>
            <a:off x="6780350" y="2839190"/>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Customised PowerShell script downloaded</a:t>
            </a:r>
            <a:endParaRPr lang="en-US" sz="900" dirty="0">
              <a:latin typeface="Segoe UI" panose="020B0502040204020203" pitchFamily="34" charset="0"/>
            </a:endParaRPr>
          </a:p>
        </p:txBody>
      </p:sp>
      <p:sp>
        <p:nvSpPr>
          <p:cNvPr id="23" name="RowLbl4">
            <a:extLst>
              <a:ext uri="{FF2B5EF4-FFF2-40B4-BE49-F238E27FC236}">
                <a16:creationId xmlns:a16="http://schemas.microsoft.com/office/drawing/2014/main" id="{BDE76DE9-BB16-15C2-111E-A1269FE23716}"/>
              </a:ext>
            </a:extLst>
          </p:cNvPr>
          <p:cNvSpPr/>
          <p:nvPr/>
        </p:nvSpPr>
        <p:spPr>
          <a:xfrm>
            <a:off x="260350" y="3239190"/>
            <a:ext cx="2200000" cy="380000"/>
          </a:xfrm>
          <a:prstGeom prst="rect">
            <a:avLst/>
          </a:prstGeom>
          <a:solidFill>
            <a:srgbClr val="F0F8FB"/>
          </a:solidFill>
          <a:ln w="6000">
            <a:solidFill>
              <a:srgbClr val="8ECAE6"/>
            </a:solidFill>
            <a:prstDash val="solid"/>
          </a:ln>
        </p:spPr>
        <p:txBody>
          <a:bodyPr wrap="square" lIns="91440" tIns="45720" rIns="45720" bIns="45720" rtlCol="0" anchor="ctr">
            <a:normAutofit/>
          </a:bodyPr>
          <a:lstStyle/>
          <a:p>
            <a:pPr algn="l">
              <a:buNone/>
            </a:pPr>
            <a:r>
              <a:rPr lang="en-US" sz="950" b="1" dirty="0">
                <a:solidFill>
                  <a:srgbClr val="023047"/>
                </a:solidFill>
                <a:latin typeface="Segoe UI" panose="020B0502040204020203" pitchFamily="34" charset="0"/>
                <a:ea typeface="Calibri" pitchFamily="34" charset="-122"/>
                <a:cs typeface="Calibri" pitchFamily="34" charset="-120"/>
              </a:rPr>
              <a:t>5. Run script</a:t>
            </a:r>
            <a:endParaRPr lang="en-US" sz="950" dirty="0">
              <a:latin typeface="Segoe UI" panose="020B0502040204020203" pitchFamily="34" charset="0"/>
            </a:endParaRPr>
          </a:p>
        </p:txBody>
      </p:sp>
      <p:sp>
        <p:nvSpPr>
          <p:cNvPr id="24" name="Cell4_0">
            <a:extLst>
              <a:ext uri="{FF2B5EF4-FFF2-40B4-BE49-F238E27FC236}">
                <a16:creationId xmlns:a16="http://schemas.microsoft.com/office/drawing/2014/main" id="{7BA1EBB4-7350-9856-BDB4-EAA7EDB8C8DE}"/>
              </a:ext>
            </a:extLst>
          </p:cNvPr>
          <p:cNvSpPr/>
          <p:nvPr/>
        </p:nvSpPr>
        <p:spPr>
          <a:xfrm>
            <a:off x="2500350" y="3239190"/>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a:solidFill>
                  <a:srgbClr val="023047"/>
                </a:solidFill>
                <a:latin typeface="Segoe UI" panose="020B0502040204020203" pitchFamily="34" charset="0"/>
                <a:ea typeface="Calibri" pitchFamily="34" charset="-122"/>
                <a:cs typeface="Calibri" pitchFamily="34" charset="-120"/>
              </a:rPr>
              <a:t>Execute script as Administrator on the server</a:t>
            </a:r>
            <a:endParaRPr lang="en-US" sz="900" dirty="0">
              <a:latin typeface="Segoe UI" panose="020B0502040204020203" pitchFamily="34" charset="0"/>
            </a:endParaRPr>
          </a:p>
        </p:txBody>
      </p:sp>
      <p:sp>
        <p:nvSpPr>
          <p:cNvPr id="25" name="Cell4_1">
            <a:extLst>
              <a:ext uri="{FF2B5EF4-FFF2-40B4-BE49-F238E27FC236}">
                <a16:creationId xmlns:a16="http://schemas.microsoft.com/office/drawing/2014/main" id="{33E6B3A8-4137-C20B-BABE-17DBFC87FF45}"/>
              </a:ext>
            </a:extLst>
          </p:cNvPr>
          <p:cNvSpPr/>
          <p:nvPr/>
        </p:nvSpPr>
        <p:spPr>
          <a:xfrm>
            <a:off x="4640350" y="3239190"/>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Server - PowerShell (Admin)</a:t>
            </a:r>
            <a:endParaRPr lang="en-US" sz="900" dirty="0">
              <a:latin typeface="Segoe UI" panose="020B0502040204020203" pitchFamily="34" charset="0"/>
            </a:endParaRPr>
          </a:p>
        </p:txBody>
      </p:sp>
      <p:sp>
        <p:nvSpPr>
          <p:cNvPr id="26" name="Cell4_2">
            <a:extLst>
              <a:ext uri="{FF2B5EF4-FFF2-40B4-BE49-F238E27FC236}">
                <a16:creationId xmlns:a16="http://schemas.microsoft.com/office/drawing/2014/main" id="{A912B4BE-8395-90FA-563A-89887D66E96E}"/>
              </a:ext>
            </a:extLst>
          </p:cNvPr>
          <p:cNvSpPr/>
          <p:nvPr/>
        </p:nvSpPr>
        <p:spPr>
          <a:xfrm>
            <a:off x="6780350" y="3239190"/>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Agent installed and server registered</a:t>
            </a:r>
            <a:endParaRPr lang="en-US" sz="900" dirty="0">
              <a:latin typeface="Segoe UI" panose="020B0502040204020203" pitchFamily="34" charset="0"/>
            </a:endParaRPr>
          </a:p>
        </p:txBody>
      </p:sp>
      <p:sp>
        <p:nvSpPr>
          <p:cNvPr id="27" name="RowLbl5">
            <a:extLst>
              <a:ext uri="{FF2B5EF4-FFF2-40B4-BE49-F238E27FC236}">
                <a16:creationId xmlns:a16="http://schemas.microsoft.com/office/drawing/2014/main" id="{C4EC8076-4DB2-CDE4-00BF-5774352C0EE9}"/>
              </a:ext>
            </a:extLst>
          </p:cNvPr>
          <p:cNvSpPr/>
          <p:nvPr/>
        </p:nvSpPr>
        <p:spPr>
          <a:xfrm>
            <a:off x="260350" y="3639190"/>
            <a:ext cx="2200000" cy="380000"/>
          </a:xfrm>
          <a:prstGeom prst="rect">
            <a:avLst/>
          </a:prstGeom>
          <a:solidFill>
            <a:srgbClr val="FFFFFF"/>
          </a:solidFill>
          <a:ln w="6000">
            <a:solidFill>
              <a:srgbClr val="8ECAE6"/>
            </a:solidFill>
            <a:prstDash val="solid"/>
          </a:ln>
        </p:spPr>
        <p:txBody>
          <a:bodyPr wrap="square" lIns="91440" tIns="45720" rIns="45720" bIns="45720" rtlCol="0" anchor="ctr">
            <a:normAutofit/>
          </a:bodyPr>
          <a:lstStyle/>
          <a:p>
            <a:pPr algn="l">
              <a:buNone/>
            </a:pPr>
            <a:r>
              <a:rPr lang="en-US" sz="950" b="1" dirty="0">
                <a:solidFill>
                  <a:srgbClr val="023047"/>
                </a:solidFill>
                <a:latin typeface="Segoe UI" panose="020B0502040204020203" pitchFamily="34" charset="0"/>
                <a:ea typeface="Calibri" pitchFamily="34" charset="-122"/>
                <a:cs typeface="Calibri" pitchFamily="34" charset="-120"/>
              </a:rPr>
              <a:t>6. Verify connection</a:t>
            </a:r>
            <a:endParaRPr lang="en-US" sz="950" dirty="0">
              <a:latin typeface="Segoe UI" panose="020B0502040204020203" pitchFamily="34" charset="0"/>
            </a:endParaRPr>
          </a:p>
        </p:txBody>
      </p:sp>
      <p:sp>
        <p:nvSpPr>
          <p:cNvPr id="28" name="Cell5_0">
            <a:extLst>
              <a:ext uri="{FF2B5EF4-FFF2-40B4-BE49-F238E27FC236}">
                <a16:creationId xmlns:a16="http://schemas.microsoft.com/office/drawing/2014/main" id="{5F848E38-979F-57B4-68D5-DA6170E1D597}"/>
              </a:ext>
            </a:extLst>
          </p:cNvPr>
          <p:cNvSpPr/>
          <p:nvPr/>
        </p:nvSpPr>
        <p:spPr>
          <a:xfrm>
            <a:off x="2500350" y="3639190"/>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a:solidFill>
                  <a:srgbClr val="023047"/>
                </a:solidFill>
                <a:latin typeface="Segoe UI" panose="020B0502040204020203" pitchFamily="34" charset="0"/>
                <a:ea typeface="Calibri" pitchFamily="34" charset="-122"/>
                <a:cs typeface="Calibri" pitchFamily="34" charset="-120"/>
              </a:rPr>
              <a:t>Check server appears as Connected in Azure Arc</a:t>
            </a:r>
            <a:endParaRPr lang="en-US" sz="900" dirty="0">
              <a:latin typeface="Segoe UI" panose="020B0502040204020203" pitchFamily="34" charset="0"/>
            </a:endParaRPr>
          </a:p>
        </p:txBody>
      </p:sp>
      <p:sp>
        <p:nvSpPr>
          <p:cNvPr id="29" name="Cell5_1">
            <a:extLst>
              <a:ext uri="{FF2B5EF4-FFF2-40B4-BE49-F238E27FC236}">
                <a16:creationId xmlns:a16="http://schemas.microsoft.com/office/drawing/2014/main" id="{9F7A5B5F-707B-A401-9966-619B34F887DA}"/>
              </a:ext>
            </a:extLst>
          </p:cNvPr>
          <p:cNvSpPr/>
          <p:nvPr/>
        </p:nvSpPr>
        <p:spPr>
          <a:xfrm>
            <a:off x="4640350" y="3639190"/>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a:solidFill>
                  <a:srgbClr val="023047"/>
                </a:solidFill>
                <a:latin typeface="Segoe UI" panose="020B0502040204020203" pitchFamily="34" charset="0"/>
                <a:ea typeface="Calibri" pitchFamily="34" charset="-122"/>
                <a:cs typeface="Calibri" pitchFamily="34" charset="-120"/>
              </a:rPr>
              <a:t>Azure portal + PowerShell</a:t>
            </a:r>
            <a:endParaRPr lang="en-US" sz="900" dirty="0">
              <a:latin typeface="Segoe UI" panose="020B0502040204020203" pitchFamily="34" charset="0"/>
            </a:endParaRPr>
          </a:p>
        </p:txBody>
      </p:sp>
      <p:sp>
        <p:nvSpPr>
          <p:cNvPr id="30" name="Cell5_2">
            <a:extLst>
              <a:ext uri="{FF2B5EF4-FFF2-40B4-BE49-F238E27FC236}">
                <a16:creationId xmlns:a16="http://schemas.microsoft.com/office/drawing/2014/main" id="{1ECD7A3C-E1A8-F28C-B4F9-95B4419F26FB}"/>
              </a:ext>
            </a:extLst>
          </p:cNvPr>
          <p:cNvSpPr/>
          <p:nvPr/>
        </p:nvSpPr>
        <p:spPr>
          <a:xfrm>
            <a:off x="6780350" y="3639190"/>
            <a:ext cx="2100000" cy="380000"/>
          </a:xfrm>
          <a:prstGeom prst="rect">
            <a:avLst/>
          </a:prstGeom>
          <a:solidFill>
            <a:srgbClr val="FFFFFF"/>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Server visible with Connected status</a:t>
            </a:r>
            <a:endParaRPr lang="en-US" sz="900" dirty="0">
              <a:latin typeface="Segoe UI" panose="020B0502040204020203" pitchFamily="34" charset="0"/>
            </a:endParaRPr>
          </a:p>
        </p:txBody>
      </p:sp>
      <p:sp>
        <p:nvSpPr>
          <p:cNvPr id="31" name="RowLbl6">
            <a:extLst>
              <a:ext uri="{FF2B5EF4-FFF2-40B4-BE49-F238E27FC236}">
                <a16:creationId xmlns:a16="http://schemas.microsoft.com/office/drawing/2014/main" id="{E0DC14D4-ACC6-A095-2010-E33D2362E133}"/>
              </a:ext>
            </a:extLst>
          </p:cNvPr>
          <p:cNvSpPr/>
          <p:nvPr/>
        </p:nvSpPr>
        <p:spPr>
          <a:xfrm>
            <a:off x="260350" y="4039190"/>
            <a:ext cx="2200000" cy="380000"/>
          </a:xfrm>
          <a:prstGeom prst="rect">
            <a:avLst/>
          </a:prstGeom>
          <a:solidFill>
            <a:srgbClr val="F0F8FB"/>
          </a:solidFill>
          <a:ln w="6000">
            <a:solidFill>
              <a:srgbClr val="8ECAE6"/>
            </a:solidFill>
            <a:prstDash val="solid"/>
          </a:ln>
        </p:spPr>
        <p:txBody>
          <a:bodyPr wrap="square" lIns="91440" tIns="45720" rIns="45720" bIns="45720" rtlCol="0" anchor="ctr">
            <a:normAutofit/>
          </a:bodyPr>
          <a:lstStyle/>
          <a:p>
            <a:pPr algn="l">
              <a:buNone/>
            </a:pPr>
            <a:r>
              <a:rPr lang="en-US" sz="950" b="1" dirty="0">
                <a:solidFill>
                  <a:srgbClr val="023047"/>
                </a:solidFill>
                <a:latin typeface="Segoe UI" panose="020B0502040204020203" pitchFamily="34" charset="0"/>
                <a:ea typeface="Calibri" pitchFamily="34" charset="-122"/>
                <a:cs typeface="Calibri" pitchFamily="34" charset="-120"/>
              </a:rPr>
              <a:t>7. Review capabilities</a:t>
            </a:r>
            <a:endParaRPr lang="en-US" sz="950" dirty="0">
              <a:latin typeface="Segoe UI" panose="020B0502040204020203" pitchFamily="34" charset="0"/>
            </a:endParaRPr>
          </a:p>
        </p:txBody>
      </p:sp>
      <p:sp>
        <p:nvSpPr>
          <p:cNvPr id="32" name="Cell6_0">
            <a:extLst>
              <a:ext uri="{FF2B5EF4-FFF2-40B4-BE49-F238E27FC236}">
                <a16:creationId xmlns:a16="http://schemas.microsoft.com/office/drawing/2014/main" id="{83A2C3EF-CC18-C069-7B23-0A651055445C}"/>
              </a:ext>
            </a:extLst>
          </p:cNvPr>
          <p:cNvSpPr/>
          <p:nvPr/>
        </p:nvSpPr>
        <p:spPr>
          <a:xfrm>
            <a:off x="2500350" y="4039190"/>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a:solidFill>
                  <a:srgbClr val="023047"/>
                </a:solidFill>
                <a:latin typeface="Segoe UI" panose="020B0502040204020203" pitchFamily="34" charset="0"/>
                <a:ea typeface="Calibri" pitchFamily="34" charset="-122"/>
                <a:cs typeface="Calibri" pitchFamily="34" charset="-120"/>
              </a:rPr>
              <a:t>Explore Extensions, Updates, Policy tabs</a:t>
            </a:r>
            <a:endParaRPr lang="en-US" sz="900" dirty="0">
              <a:latin typeface="Segoe UI" panose="020B0502040204020203" pitchFamily="34" charset="0"/>
            </a:endParaRPr>
          </a:p>
        </p:txBody>
      </p:sp>
      <p:sp>
        <p:nvSpPr>
          <p:cNvPr id="33" name="Cell6_1">
            <a:extLst>
              <a:ext uri="{FF2B5EF4-FFF2-40B4-BE49-F238E27FC236}">
                <a16:creationId xmlns:a16="http://schemas.microsoft.com/office/drawing/2014/main" id="{66C76088-4447-29E2-678B-5BACAF0215F3}"/>
              </a:ext>
            </a:extLst>
          </p:cNvPr>
          <p:cNvSpPr/>
          <p:nvPr/>
        </p:nvSpPr>
        <p:spPr>
          <a:xfrm>
            <a:off x="4640350" y="4039190"/>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a:solidFill>
                  <a:srgbClr val="023047"/>
                </a:solidFill>
                <a:latin typeface="Segoe UI" panose="020B0502040204020203" pitchFamily="34" charset="0"/>
                <a:ea typeface="Calibri" pitchFamily="34" charset="-122"/>
                <a:cs typeface="Calibri" pitchFamily="34" charset="-120"/>
              </a:rPr>
              <a:t>Azure portal</a:t>
            </a:r>
            <a:endParaRPr lang="en-US" sz="900" dirty="0">
              <a:latin typeface="Segoe UI" panose="020B0502040204020203" pitchFamily="34" charset="0"/>
            </a:endParaRPr>
          </a:p>
        </p:txBody>
      </p:sp>
      <p:sp>
        <p:nvSpPr>
          <p:cNvPr id="34" name="Cell6_2">
            <a:extLst>
              <a:ext uri="{FF2B5EF4-FFF2-40B4-BE49-F238E27FC236}">
                <a16:creationId xmlns:a16="http://schemas.microsoft.com/office/drawing/2014/main" id="{B3D0E893-EA9C-73CB-3B31-9DB8E90B84EC}"/>
              </a:ext>
            </a:extLst>
          </p:cNvPr>
          <p:cNvSpPr/>
          <p:nvPr/>
        </p:nvSpPr>
        <p:spPr>
          <a:xfrm>
            <a:off x="6780350" y="4039190"/>
            <a:ext cx="2100000" cy="380000"/>
          </a:xfrm>
          <a:prstGeom prst="rect">
            <a:avLst/>
          </a:prstGeom>
          <a:solidFill>
            <a:srgbClr val="F0F8FB"/>
          </a:solidFill>
          <a:ln w="6000">
            <a:solidFill>
              <a:srgbClr val="8ECAE6"/>
            </a:solidFill>
            <a:prstDash val="solid"/>
          </a:ln>
        </p:spPr>
        <p:txBody>
          <a:bodyPr wrap="square" lIns="45720" tIns="45720" rIns="45720" bIns="45720" rtlCol="0" anchor="ctr">
            <a:normAutofit/>
          </a:bodyPr>
          <a:lstStyle/>
          <a:p>
            <a:pPr algn="ctr">
              <a:buNone/>
            </a:pPr>
            <a:r>
              <a:rPr lang="en-US" sz="900" b="1" dirty="0">
                <a:solidFill>
                  <a:srgbClr val="023047"/>
                </a:solidFill>
                <a:latin typeface="Segoe UI" panose="020B0502040204020203" pitchFamily="34" charset="0"/>
                <a:ea typeface="Calibri" pitchFamily="34" charset="-122"/>
                <a:cs typeface="Calibri" pitchFamily="34" charset="-120"/>
              </a:rPr>
              <a:t>Management features accessible</a:t>
            </a:r>
            <a:endParaRPr lang="en-US" sz="900" dirty="0">
              <a:latin typeface="Segoe UI" panose="020B0502040204020203" pitchFamily="34" charset="0"/>
            </a:endParaRPr>
          </a:p>
        </p:txBody>
      </p:sp>
      <p:sp>
        <p:nvSpPr>
          <p:cNvPr id="35" name="Course footer">
            <a:extLst>
              <a:ext uri="{FF2B5EF4-FFF2-40B4-BE49-F238E27FC236}">
                <a16:creationId xmlns:a16="http://schemas.microsoft.com/office/drawing/2014/main" id="{62ED0DA5-F199-4B82-9760-6BB56E42EF42}"/>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13 | Azure Arc</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36" name="TextBox 35">
            <a:extLst>
              <a:ext uri="{FF2B5EF4-FFF2-40B4-BE49-F238E27FC236}">
                <a16:creationId xmlns:a16="http://schemas.microsoft.com/office/drawing/2014/main" id="{0FA24582-44B8-0B31-7ADA-C65168DB61BB}"/>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97124339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6409E-0EDB-978F-20C6-B02739E7C731}"/>
              </a:ext>
            </a:extLst>
          </p:cNvPr>
          <p:cNvSpPr>
            <a:spLocks noGrp="1"/>
          </p:cNvSpPr>
          <p:nvPr>
            <p:ph type="title" idx="4294967295"/>
          </p:nvPr>
        </p:nvSpPr>
        <p:spPr>
          <a:xfrm>
            <a:off x="438912" y="333960"/>
            <a:ext cx="8258175" cy="369888"/>
          </a:xfrm>
        </p:spPr>
        <p:txBody>
          <a:bodyPr wrap="square">
            <a:noAutofit/>
          </a:bodyPr>
          <a:lstStyle/>
          <a:p>
            <a:r>
              <a:rPr lang="en-GB" dirty="0"/>
              <a:t>Generating the Connection Script</a:t>
            </a:r>
          </a:p>
        </p:txBody>
      </p:sp>
      <p:sp>
        <p:nvSpPr>
          <p:cNvPr id="5" name="Divider">
            <a:extLst>
              <a:ext uri="{FF2B5EF4-FFF2-40B4-BE49-F238E27FC236}">
                <a16:creationId xmlns:a16="http://schemas.microsoft.com/office/drawing/2014/main" id="{1E8F1D36-B93D-95C9-CBBA-BF57A5963888}"/>
              </a:ext>
            </a:extLst>
          </p:cNvPr>
          <p:cNvSpPr/>
          <p:nvPr/>
        </p:nvSpPr>
        <p:spPr>
          <a:xfrm flipH="1">
            <a:off x="4639278" y="1039911"/>
            <a:ext cx="45719" cy="3399741"/>
          </a:xfrm>
          <a:prstGeom prst="rect">
            <a:avLst/>
          </a:prstGeom>
          <a:solidFill>
            <a:srgbClr val="8ECAE6"/>
          </a:solidFill>
          <a:ln w="0">
            <a:noFill/>
          </a:ln>
        </p:spPr>
        <p:txBody>
          <a:bodyPr/>
          <a:lstStyle/>
          <a:p>
            <a:endParaRPr lang="en-GB"/>
          </a:p>
        </p:txBody>
      </p:sp>
      <p:sp>
        <p:nvSpPr>
          <p:cNvPr id="6" name="Left">
            <a:extLst>
              <a:ext uri="{FF2B5EF4-FFF2-40B4-BE49-F238E27FC236}">
                <a16:creationId xmlns:a16="http://schemas.microsoft.com/office/drawing/2014/main" id="{F401F642-A5AA-2788-E1DE-1129C0C6B81E}"/>
              </a:ext>
            </a:extLst>
          </p:cNvPr>
          <p:cNvSpPr/>
          <p:nvPr/>
        </p:nvSpPr>
        <p:spPr>
          <a:xfrm>
            <a:off x="332324" y="864393"/>
            <a:ext cx="4218976" cy="3856941"/>
          </a:xfrm>
          <a:prstGeom prst="rect">
            <a:avLst/>
          </a:prstGeom>
          <a:noFill/>
          <a:ln/>
        </p:spPr>
        <p:txBody>
          <a:bodyPr wrap="square" lIns="91440" tIns="45720" rIns="91440" bIns="45720" rtlCol="0" anchor="t">
            <a:normAutofit lnSpcReduction="10000"/>
          </a:bodyPr>
          <a:lstStyle/>
          <a:p>
            <a:pPr marL="0" indent="0">
              <a:spcAft>
                <a:spcPts val="200"/>
              </a:spcAft>
              <a:buNone/>
            </a:pPr>
            <a:r>
              <a:rPr lang="en-US" sz="1200" b="1" dirty="0">
                <a:solidFill>
                  <a:srgbClr val="023047"/>
                </a:solidFill>
                <a:latin typeface="Segoe UI" panose="020B0502040204020203" pitchFamily="34" charset="0"/>
              </a:rPr>
              <a:t>Step 1: Prepare Azure</a:t>
            </a:r>
          </a:p>
          <a:p>
            <a:pPr marL="342900" indent="-342900">
              <a:spcAft>
                <a:spcPts val="160"/>
              </a:spcAft>
              <a:buSzPct val="100000"/>
              <a:buChar char="•"/>
            </a:pPr>
            <a:r>
              <a:rPr lang="en-US" sz="1050" dirty="0">
                <a:solidFill>
                  <a:srgbClr val="023047"/>
                </a:solidFill>
                <a:latin typeface="Segoe UI" panose="020B0502040204020203" pitchFamily="34" charset="0"/>
              </a:rPr>
              <a:t>Sign in to portal.azure.com with Contributor or Owner on your subscription</a:t>
            </a:r>
          </a:p>
          <a:p>
            <a:pPr marL="342900" indent="-342900">
              <a:spcAft>
                <a:spcPts val="160"/>
              </a:spcAft>
              <a:buSzPct val="100000"/>
              <a:buChar char="•"/>
            </a:pPr>
            <a:r>
              <a:rPr lang="en-US" sz="1050" dirty="0">
                <a:solidFill>
                  <a:srgbClr val="023047"/>
                </a:solidFill>
                <a:latin typeface="Segoe UI" panose="020B0502040204020203" pitchFamily="34" charset="0"/>
              </a:rPr>
              <a:t>Navigate to Azure Arc using the top search bar</a:t>
            </a:r>
          </a:p>
          <a:p>
            <a:pPr marL="342900" indent="-342900">
              <a:spcAft>
                <a:spcPts val="160"/>
              </a:spcAft>
              <a:buSzPct val="100000"/>
              <a:buChar char="•"/>
            </a:pPr>
            <a:r>
              <a:rPr lang="en-US" sz="1050" dirty="0">
                <a:solidFill>
                  <a:srgbClr val="023047"/>
                </a:solidFill>
                <a:latin typeface="Segoe UI" panose="020B0502040204020203" pitchFamily="34" charset="0"/>
              </a:rPr>
              <a:t>Click Servers in the left menu</a:t>
            </a:r>
          </a:p>
          <a:p>
            <a:pPr marL="342900" indent="-342900">
              <a:spcAft>
                <a:spcPts val="160"/>
              </a:spcAft>
              <a:buSzPct val="100000"/>
              <a:buChar char="•"/>
            </a:pPr>
            <a:r>
              <a:rPr lang="en-US" sz="1050" dirty="0">
                <a:solidFill>
                  <a:srgbClr val="023047"/>
                </a:solidFill>
                <a:latin typeface="Segoe UI" panose="020B0502040204020203" pitchFamily="34" charset="0"/>
              </a:rPr>
              <a:t>Confirm or create a resource group for Arc servers (e.g. WindowsServer-RG)</a:t>
            </a: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Step 2: Open the Add Server Wizard</a:t>
            </a:r>
          </a:p>
          <a:p>
            <a:pPr marL="342900" indent="-342900">
              <a:spcAft>
                <a:spcPts val="160"/>
              </a:spcAft>
              <a:buSzPct val="100000"/>
              <a:buChar char="•"/>
            </a:pPr>
            <a:r>
              <a:rPr lang="en-US" sz="1050" dirty="0">
                <a:solidFill>
                  <a:srgbClr val="023047"/>
                </a:solidFill>
                <a:latin typeface="Segoe UI" panose="020B0502040204020203" pitchFamily="34" charset="0"/>
              </a:rPr>
              <a:t>Click + Add to start the wizard</a:t>
            </a:r>
          </a:p>
          <a:p>
            <a:pPr marL="342900" indent="-342900">
              <a:spcAft>
                <a:spcPts val="160"/>
              </a:spcAft>
              <a:buSzPct val="100000"/>
              <a:buChar char="•"/>
            </a:pPr>
            <a:r>
              <a:rPr lang="en-US" sz="1050" dirty="0">
                <a:solidFill>
                  <a:srgbClr val="023047"/>
                </a:solidFill>
                <a:latin typeface="Segoe UI" panose="020B0502040204020203" pitchFamily="34" charset="0"/>
              </a:rPr>
              <a:t>Select Add a single server for a manual, one-by-one connection</a:t>
            </a:r>
          </a:p>
          <a:p>
            <a:pPr marL="342900" indent="-342900">
              <a:spcAft>
                <a:spcPts val="160"/>
              </a:spcAft>
              <a:buSzPct val="100000"/>
              <a:buChar char="•"/>
            </a:pPr>
            <a:r>
              <a:rPr lang="en-US" sz="1050" dirty="0">
                <a:solidFill>
                  <a:srgbClr val="023047"/>
                </a:solidFill>
                <a:latin typeface="Segoe UI" panose="020B0502040204020203" pitchFamily="34" charset="0"/>
              </a:rPr>
              <a:t>Choose your subscription, resource group, and region</a:t>
            </a:r>
          </a:p>
          <a:p>
            <a:pPr marL="342900" indent="-342900">
              <a:spcAft>
                <a:spcPts val="160"/>
              </a:spcAft>
              <a:buSzPct val="100000"/>
              <a:buChar char="•"/>
            </a:pPr>
            <a:r>
              <a:rPr lang="en-US" sz="1050" dirty="0">
                <a:solidFill>
                  <a:srgbClr val="023047"/>
                </a:solidFill>
                <a:latin typeface="Segoe UI" panose="020B0502040204020203" pitchFamily="34" charset="0"/>
              </a:rPr>
              <a:t>Select Windows as the operating system</a:t>
            </a:r>
          </a:p>
          <a:p>
            <a:pPr marL="342900" indent="-342900">
              <a:spcAft>
                <a:spcPts val="160"/>
              </a:spcAft>
              <a:buSzPct val="100000"/>
              <a:buChar char="•"/>
            </a:pPr>
            <a:r>
              <a:rPr lang="en-US" sz="1050" dirty="0">
                <a:solidFill>
                  <a:srgbClr val="023047"/>
                </a:solidFill>
                <a:latin typeface="Segoe UI" panose="020B0502040204020203" pitchFamily="34" charset="0"/>
              </a:rPr>
              <a:t>Add tags to identify the server (e.g. Environment=Lab) if required</a:t>
            </a: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Step 3: Generate and Download the Script</a:t>
            </a:r>
          </a:p>
          <a:p>
            <a:pPr marL="342900" indent="-342900">
              <a:spcAft>
                <a:spcPts val="160"/>
              </a:spcAft>
              <a:buSzPct val="100000"/>
              <a:buChar char="•"/>
            </a:pPr>
            <a:r>
              <a:rPr lang="en-US" sz="1050" dirty="0">
                <a:solidFill>
                  <a:srgbClr val="023047"/>
                </a:solidFill>
                <a:latin typeface="Segoe UI" panose="020B0502040204020203" pitchFamily="34" charset="0"/>
              </a:rPr>
              <a:t>Click through the prerequisites check</a:t>
            </a:r>
          </a:p>
          <a:p>
            <a:pPr marL="342900" indent="-342900">
              <a:spcAft>
                <a:spcPts val="160"/>
              </a:spcAft>
              <a:buSzPct val="100000"/>
              <a:buChar char="•"/>
            </a:pPr>
            <a:r>
              <a:rPr lang="en-US" sz="1050" dirty="0">
                <a:solidFill>
                  <a:srgbClr val="023047"/>
                </a:solidFill>
                <a:latin typeface="Segoe UI" panose="020B0502040204020203" pitchFamily="34" charset="0"/>
              </a:rPr>
              <a:t>Click Generate script - a PowerShell script is produced with your subscription details</a:t>
            </a:r>
          </a:p>
          <a:p>
            <a:pPr marL="342900" indent="-342900">
              <a:spcAft>
                <a:spcPts val="160"/>
              </a:spcAft>
              <a:buSzPct val="100000"/>
              <a:buChar char="•"/>
            </a:pPr>
            <a:r>
              <a:rPr lang="en-US" sz="1050" dirty="0">
                <a:solidFill>
                  <a:srgbClr val="023047"/>
                </a:solidFill>
                <a:latin typeface="Segoe UI" panose="020B0502040204020203" pitchFamily="34" charset="0"/>
              </a:rPr>
              <a:t>Click Download to save the .ps1 file to the server or a shared location</a:t>
            </a:r>
          </a:p>
        </p:txBody>
      </p:sp>
      <p:sp>
        <p:nvSpPr>
          <p:cNvPr id="8" name="Course footer">
            <a:extLst>
              <a:ext uri="{FF2B5EF4-FFF2-40B4-BE49-F238E27FC236}">
                <a16:creationId xmlns:a16="http://schemas.microsoft.com/office/drawing/2014/main" id="{3A044B05-E945-26AC-56BB-EBBDE4C2B560}"/>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13 | Azure Arc</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F39FDA87-18E3-B529-CA43-BFEC9688EDFF}"/>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61184820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AC116-B0E3-5329-62FF-FA251ECCA211}"/>
              </a:ext>
            </a:extLst>
          </p:cNvPr>
          <p:cNvSpPr>
            <a:spLocks noGrp="1"/>
          </p:cNvSpPr>
          <p:nvPr>
            <p:ph type="title" idx="4294967295"/>
          </p:nvPr>
        </p:nvSpPr>
        <p:spPr>
          <a:xfrm>
            <a:off x="146050" y="187003"/>
            <a:ext cx="8258175" cy="327025"/>
          </a:xfrm>
        </p:spPr>
        <p:txBody>
          <a:bodyPr wrap="square">
            <a:noAutofit/>
          </a:bodyPr>
          <a:lstStyle/>
          <a:p>
            <a:r>
              <a:rPr lang="en-GB" dirty="0"/>
              <a:t>Running the Connection Script</a:t>
            </a:r>
          </a:p>
        </p:txBody>
      </p:sp>
      <p:sp>
        <p:nvSpPr>
          <p:cNvPr id="3" name="s305">
            <a:extLst>
              <a:ext uri="{FF2B5EF4-FFF2-40B4-BE49-F238E27FC236}">
                <a16:creationId xmlns:a16="http://schemas.microsoft.com/office/drawing/2014/main" id="{A606F20F-0332-027B-F0AE-72D5A8CEAC7F}"/>
              </a:ext>
            </a:extLst>
          </p:cNvPr>
          <p:cNvSpPr txBox="1">
            <a:spLocks noGrp="1"/>
          </p:cNvSpPr>
          <p:nvPr/>
        </p:nvSpPr>
        <p:spPr>
          <a:xfrm>
            <a:off x="146050" y="722540"/>
            <a:ext cx="3292500" cy="4142332"/>
          </a:xfrm>
          <a:prstGeom prst="rect">
            <a:avLst/>
          </a:prstGeom>
          <a:solidFill>
            <a:srgbClr val="EDF6FA"/>
          </a:solidFill>
          <a:ln>
            <a:noFill/>
          </a:ln>
        </p:spPr>
        <p:txBody>
          <a:bodyPr wrap="square" anchor="t">
            <a:normAutofit/>
          </a:bodyPr>
          <a:lstStyle/>
          <a:p>
            <a:pPr algn="l"/>
            <a:r>
              <a:rPr lang="en-US" sz="1050" b="1" dirty="0">
                <a:solidFill>
                  <a:srgbClr val="023047"/>
                </a:solidFill>
                <a:latin typeface="Segoe UI" panose="020B0502040204020203" pitchFamily="34" charset="0"/>
              </a:rPr>
              <a:t>What the Script Does — Overview</a:t>
            </a:r>
          </a:p>
          <a:p>
            <a:pPr marL="257175" indent="-257175" algn="l">
              <a:buChar char="•"/>
            </a:pPr>
            <a:r>
              <a:rPr lang="en-US" sz="862" dirty="0">
                <a:solidFill>
                  <a:srgbClr val="023047"/>
                </a:solidFill>
                <a:latin typeface="Segoe UI" panose="020B0502040204020203" pitchFamily="34" charset="0"/>
              </a:rPr>
              <a:t>The generated PowerShell script automates the entire agent installation and registration process</a:t>
            </a:r>
          </a:p>
          <a:p>
            <a:pPr marL="257175" indent="-257175" algn="l">
              <a:buChar char="•"/>
            </a:pPr>
            <a:r>
              <a:rPr lang="en-US" sz="862" dirty="0">
                <a:solidFill>
                  <a:srgbClr val="023047"/>
                </a:solidFill>
                <a:latin typeface="Segoe UI" panose="020B0502040204020203" pitchFamily="34" charset="0"/>
              </a:rPr>
              <a:t>It downloads the Connected Machine agent MSI, installs it, and registers the server with Azure</a:t>
            </a:r>
          </a:p>
          <a:p>
            <a:pPr marL="257175" indent="-257175" algn="l">
              <a:buChar char="•"/>
            </a:pPr>
            <a:r>
              <a:rPr lang="en-US" sz="862" dirty="0">
                <a:solidFill>
                  <a:srgbClr val="023047"/>
                </a:solidFill>
                <a:latin typeface="Segoe UI" panose="020B0502040204020203" pitchFamily="34" charset="0"/>
              </a:rPr>
              <a:t>The process takes 2-5 minutes and requires Administrator rights on the server</a:t>
            </a:r>
          </a:p>
          <a:p>
            <a:pPr algn="l"/>
            <a:r>
              <a:rPr lang="en-US" sz="1050" b="1" dirty="0">
                <a:solidFill>
                  <a:srgbClr val="023047"/>
                </a:solidFill>
                <a:latin typeface="Segoe UI" panose="020B0502040204020203" pitchFamily="34" charset="0"/>
              </a:rPr>
              <a:t>On the Server (PowerShell)</a:t>
            </a:r>
          </a:p>
          <a:p>
            <a:pPr marL="257175" indent="-257175" algn="l">
              <a:buChar char="•"/>
            </a:pPr>
            <a:r>
              <a:rPr lang="en-US" sz="862" dirty="0">
                <a:solidFill>
                  <a:srgbClr val="023047"/>
                </a:solidFill>
                <a:latin typeface="Segoe UI" panose="020B0502040204020203" pitchFamily="34" charset="0"/>
              </a:rPr>
              <a:t>1. Open PowerShell as Administrator on LON-SVR1</a:t>
            </a:r>
          </a:p>
          <a:p>
            <a:pPr marL="257175" indent="-257175" algn="l">
              <a:buChar char="•"/>
            </a:pPr>
            <a:r>
              <a:rPr lang="en-US" sz="862" dirty="0">
                <a:solidFill>
                  <a:srgbClr val="023047"/>
                </a:solidFill>
                <a:latin typeface="Segoe UI" panose="020B0502040204020203" pitchFamily="34" charset="0"/>
              </a:rPr>
              <a:t>2. Navigate to the script folder: cd $env:USERPROFILE\Downloads</a:t>
            </a:r>
          </a:p>
          <a:p>
            <a:pPr marL="257175" indent="-257175" algn="l">
              <a:buChar char="•"/>
            </a:pPr>
            <a:r>
              <a:rPr lang="en-US" sz="862" dirty="0">
                <a:solidFill>
                  <a:srgbClr val="023047"/>
                </a:solidFill>
                <a:latin typeface="Segoe UI" panose="020B0502040204020203" pitchFamily="34" charset="0"/>
              </a:rPr>
              <a:t>3. Allow execution: Set-ExecutionPolicy Bypass -Scope CurrentUser -Force</a:t>
            </a:r>
          </a:p>
          <a:p>
            <a:pPr marL="257175" indent="-257175" algn="l">
              <a:buChar char="•"/>
            </a:pPr>
            <a:r>
              <a:rPr lang="en-US" sz="862" dirty="0">
                <a:solidFill>
                  <a:srgbClr val="023047"/>
                </a:solidFill>
                <a:latin typeface="Segoe UI" panose="020B0502040204020203" pitchFamily="34" charset="0"/>
              </a:rPr>
              <a:t>4. Run the script: .\Connect-AzureArc.ps1</a:t>
            </a:r>
          </a:p>
          <a:p>
            <a:pPr algn="l"/>
            <a:r>
              <a:rPr lang="en-US" sz="1050" b="1" dirty="0">
                <a:solidFill>
                  <a:srgbClr val="023047"/>
                </a:solidFill>
                <a:latin typeface="Segoe UI" panose="020B0502040204020203" pitchFamily="34" charset="0"/>
              </a:rPr>
              <a:t>What the Script Does</a:t>
            </a:r>
          </a:p>
          <a:p>
            <a:pPr marL="257175" indent="-257175" algn="l">
              <a:buChar char="•"/>
            </a:pPr>
            <a:r>
              <a:rPr lang="en-US" sz="862" dirty="0">
                <a:solidFill>
                  <a:srgbClr val="023047"/>
                </a:solidFill>
                <a:latin typeface="Segoe UI" panose="020B0502040204020203" pitchFamily="34" charset="0"/>
              </a:rPr>
              <a:t>Downloads the Connected Machine agent from Microsoft</a:t>
            </a:r>
          </a:p>
          <a:p>
            <a:pPr marL="257175" indent="-257175" algn="l">
              <a:buChar char="•"/>
            </a:pPr>
            <a:r>
              <a:rPr lang="en-US" sz="862" dirty="0">
                <a:solidFill>
                  <a:srgbClr val="023047"/>
                </a:solidFill>
                <a:latin typeface="Segoe UI" panose="020B0502040204020203" pitchFamily="34" charset="0"/>
              </a:rPr>
              <a:t>Installs the agent as Windows services (himds, GCArcService, ExtensionService)</a:t>
            </a:r>
          </a:p>
          <a:p>
            <a:pPr marL="257175" indent="-257175" algn="l">
              <a:buChar char="•"/>
            </a:pPr>
            <a:r>
              <a:rPr lang="en-US" sz="862" dirty="0">
                <a:solidFill>
                  <a:srgbClr val="023047"/>
                </a:solidFill>
                <a:latin typeface="Segoe UI" panose="020B0502040204020203" pitchFamily="34" charset="0"/>
              </a:rPr>
              <a:t>Registers the server with Azure using your subscription and resource group</a:t>
            </a:r>
          </a:p>
          <a:p>
            <a:pPr algn="l"/>
            <a:r>
              <a:rPr lang="en-US" sz="1050" b="1" dirty="0">
                <a:solidFill>
                  <a:srgbClr val="023047"/>
                </a:solidFill>
                <a:latin typeface="Segoe UI" panose="020B0502040204020203" pitchFamily="34" charset="0"/>
              </a:rPr>
              <a:t>After Completion</a:t>
            </a:r>
          </a:p>
          <a:p>
            <a:pPr marL="257175" indent="-257175" algn="l">
              <a:buChar char="•"/>
            </a:pPr>
            <a:r>
              <a:rPr lang="en-US" sz="862" dirty="0">
                <a:solidFill>
                  <a:srgbClr val="023047"/>
                </a:solidFill>
                <a:latin typeface="Segoe UI" panose="020B0502040204020203" pitchFamily="34" charset="0"/>
              </a:rPr>
              <a:t>himds service starts and sends first heartbeat to Azure</a:t>
            </a:r>
          </a:p>
          <a:p>
            <a:pPr marL="257175" indent="-257175" algn="l">
              <a:buChar char="•"/>
            </a:pPr>
            <a:r>
              <a:rPr lang="en-US" sz="862" dirty="0">
                <a:solidFill>
                  <a:srgbClr val="023047"/>
                </a:solidFill>
                <a:latin typeface="Segoe UI" panose="020B0502040204020203" pitchFamily="34" charset="0"/>
              </a:rPr>
              <a:t>Server status changes to Connected in Azure Arc within 2-5 minutes</a:t>
            </a:r>
          </a:p>
          <a:p>
            <a:pPr marL="257175" indent="-257175" algn="l">
              <a:buChar char="•"/>
            </a:pPr>
            <a:r>
              <a:rPr lang="en-US" sz="862" dirty="0">
                <a:solidFill>
                  <a:srgbClr val="023047"/>
                </a:solidFill>
                <a:latin typeface="Segoe UI" panose="020B0502040204020203" pitchFamily="34" charset="0"/>
              </a:rPr>
              <a:t>A managed identity is issued to the server for use by extensions and services</a:t>
            </a:r>
          </a:p>
          <a:p>
            <a:pPr marL="257175" indent="-257175" algn="l">
              <a:buChar char="•"/>
            </a:pPr>
            <a:r>
              <a:rPr lang="en-US" sz="862" dirty="0">
                <a:solidFill>
                  <a:srgbClr val="023047"/>
                </a:solidFill>
                <a:latin typeface="Segoe UI" panose="020B0502040204020203" pitchFamily="34" charset="0"/>
              </a:rPr>
              <a:t>Agent version and metadata are visible immediately in the Azure portal</a:t>
            </a:r>
          </a:p>
        </p:txBody>
      </p:sp>
      <p:sp>
        <p:nvSpPr>
          <p:cNvPr id="4" name="s306">
            <a:extLst>
              <a:ext uri="{FF2B5EF4-FFF2-40B4-BE49-F238E27FC236}">
                <a16:creationId xmlns:a16="http://schemas.microsoft.com/office/drawing/2014/main" id="{8D999A96-AC81-FBAD-7756-AC43C495542B}"/>
              </a:ext>
            </a:extLst>
          </p:cNvPr>
          <p:cNvSpPr txBox="1">
            <a:spLocks noGrp="1"/>
          </p:cNvSpPr>
          <p:nvPr/>
        </p:nvSpPr>
        <p:spPr>
          <a:xfrm>
            <a:off x="3473890" y="722540"/>
            <a:ext cx="13500" cy="4200000"/>
          </a:xfrm>
          <a:prstGeom prst="rect">
            <a:avLst/>
          </a:prstGeom>
          <a:solidFill>
            <a:srgbClr val="0076D4"/>
          </a:solidFill>
          <a:ln>
            <a:noFill/>
          </a:ln>
        </p:spPr>
        <p:txBody>
          <a:bodyPr/>
          <a:lstStyle/>
          <a:p>
            <a:endParaRPr lang="en-GB"/>
          </a:p>
        </p:txBody>
      </p:sp>
      <p:sp>
        <p:nvSpPr>
          <p:cNvPr id="5" name="s307">
            <a:extLst>
              <a:ext uri="{FF2B5EF4-FFF2-40B4-BE49-F238E27FC236}">
                <a16:creationId xmlns:a16="http://schemas.microsoft.com/office/drawing/2014/main" id="{0E6C07FC-C32E-AEE6-4C4D-51521AF5B320}"/>
              </a:ext>
            </a:extLst>
          </p:cNvPr>
          <p:cNvSpPr txBox="1">
            <a:spLocks noGrp="1"/>
          </p:cNvSpPr>
          <p:nvPr/>
        </p:nvSpPr>
        <p:spPr>
          <a:xfrm>
            <a:off x="3595390" y="1567540"/>
            <a:ext cx="1777500" cy="300000"/>
          </a:xfrm>
          <a:prstGeom prst="rect">
            <a:avLst/>
          </a:prstGeom>
          <a:solidFill>
            <a:srgbClr val="243A5E"/>
          </a:solidFill>
          <a:ln>
            <a:noFill/>
          </a:ln>
        </p:spPr>
        <p:txBody>
          <a:bodyPr wrap="square" anchor="ctr">
            <a:normAutofit/>
          </a:bodyPr>
          <a:lstStyle/>
          <a:p>
            <a:pPr algn="ctr"/>
            <a:r>
              <a:rPr lang="en-US" sz="1275" b="1" dirty="0">
                <a:solidFill>
                  <a:srgbClr val="8ECAE6"/>
                </a:solidFill>
                <a:latin typeface="Segoe UI" panose="020B0502040204020203" pitchFamily="34" charset="0"/>
              </a:rPr>
              <a:t>Server (PowerShell)</a:t>
            </a:r>
          </a:p>
        </p:txBody>
      </p:sp>
      <p:sp>
        <p:nvSpPr>
          <p:cNvPr id="6" name="s308">
            <a:extLst>
              <a:ext uri="{FF2B5EF4-FFF2-40B4-BE49-F238E27FC236}">
                <a16:creationId xmlns:a16="http://schemas.microsoft.com/office/drawing/2014/main" id="{CF8F2EAB-669A-640A-5F9B-A0C62327103B}"/>
              </a:ext>
            </a:extLst>
          </p:cNvPr>
          <p:cNvSpPr txBox="1">
            <a:spLocks noGrp="1"/>
          </p:cNvSpPr>
          <p:nvPr/>
        </p:nvSpPr>
        <p:spPr>
          <a:xfrm>
            <a:off x="3702040" y="1957540"/>
            <a:ext cx="1564200" cy="315000"/>
          </a:xfrm>
          <a:prstGeom prst="rect">
            <a:avLst/>
          </a:prstGeom>
          <a:solidFill>
            <a:srgbClr val="F5FBFD"/>
          </a:solidFill>
          <a:ln w="9525">
            <a:solidFill>
              <a:srgbClr val="0076D4"/>
            </a:solidFill>
          </a:ln>
        </p:spPr>
        <p:txBody>
          <a:bodyPr wrap="square" anchor="ctr">
            <a:normAutofit/>
          </a:bodyPr>
          <a:lstStyle/>
          <a:p>
            <a:pPr algn="ctr"/>
            <a:r>
              <a:rPr lang="en-US" sz="900" b="1" dirty="0">
                <a:solidFill>
                  <a:srgbClr val="023047"/>
                </a:solidFill>
                <a:latin typeface="Segoe UI" panose="020B0502040204020203" pitchFamily="34" charset="0"/>
              </a:rPr>
              <a:t>LON-SVR1</a:t>
            </a:r>
          </a:p>
        </p:txBody>
      </p:sp>
      <p:sp>
        <p:nvSpPr>
          <p:cNvPr id="7" name="s309">
            <a:extLst>
              <a:ext uri="{FF2B5EF4-FFF2-40B4-BE49-F238E27FC236}">
                <a16:creationId xmlns:a16="http://schemas.microsoft.com/office/drawing/2014/main" id="{9D676A97-01D9-3CEE-60A3-8A29726C0ECA}"/>
              </a:ext>
            </a:extLst>
          </p:cNvPr>
          <p:cNvSpPr txBox="1">
            <a:spLocks noGrp="1"/>
          </p:cNvSpPr>
          <p:nvPr/>
        </p:nvSpPr>
        <p:spPr>
          <a:xfrm>
            <a:off x="4386640" y="2272540"/>
            <a:ext cx="195000" cy="225000"/>
          </a:xfrm>
          <a:prstGeom prst="downArrow">
            <a:avLst/>
          </a:prstGeom>
          <a:solidFill>
            <a:srgbClr val="243A5E"/>
          </a:solidFill>
          <a:ln>
            <a:noFill/>
          </a:ln>
        </p:spPr>
        <p:txBody>
          <a:bodyPr/>
          <a:lstStyle/>
          <a:p>
            <a:endParaRPr lang="en-GB"/>
          </a:p>
        </p:txBody>
      </p:sp>
      <p:sp>
        <p:nvSpPr>
          <p:cNvPr id="8" name="s310">
            <a:extLst>
              <a:ext uri="{FF2B5EF4-FFF2-40B4-BE49-F238E27FC236}">
                <a16:creationId xmlns:a16="http://schemas.microsoft.com/office/drawing/2014/main" id="{413AABF3-56D1-2FF2-499A-CB5C0FE52C8A}"/>
              </a:ext>
            </a:extLst>
          </p:cNvPr>
          <p:cNvSpPr txBox="1">
            <a:spLocks noGrp="1"/>
          </p:cNvSpPr>
          <p:nvPr/>
        </p:nvSpPr>
        <p:spPr>
          <a:xfrm>
            <a:off x="3702040" y="2497540"/>
            <a:ext cx="1564200" cy="315000"/>
          </a:xfrm>
          <a:prstGeom prst="rect">
            <a:avLst/>
          </a:prstGeom>
          <a:solidFill>
            <a:srgbClr val="F5FBFD"/>
          </a:solidFill>
          <a:ln w="9525">
            <a:solidFill>
              <a:srgbClr val="0076D4"/>
            </a:solidFill>
          </a:ln>
        </p:spPr>
        <p:txBody>
          <a:bodyPr wrap="square" anchor="ctr">
            <a:normAutofit/>
          </a:bodyPr>
          <a:lstStyle/>
          <a:p>
            <a:pPr algn="ctr"/>
            <a:r>
              <a:rPr lang="en-US" sz="900" b="1" dirty="0">
                <a:solidFill>
                  <a:srgbClr val="023047"/>
                </a:solidFill>
                <a:latin typeface="Segoe UI" panose="020B0502040204020203" pitchFamily="34" charset="0"/>
              </a:rPr>
              <a:t>Azure Portal</a:t>
            </a:r>
          </a:p>
        </p:txBody>
      </p:sp>
      <p:sp>
        <p:nvSpPr>
          <p:cNvPr id="9" name="s311">
            <a:extLst>
              <a:ext uri="{FF2B5EF4-FFF2-40B4-BE49-F238E27FC236}">
                <a16:creationId xmlns:a16="http://schemas.microsoft.com/office/drawing/2014/main" id="{9C11FA82-BA9C-7CFC-0DBB-F78C4F89B2AD}"/>
              </a:ext>
            </a:extLst>
          </p:cNvPr>
          <p:cNvSpPr txBox="1">
            <a:spLocks noGrp="1"/>
          </p:cNvSpPr>
          <p:nvPr/>
        </p:nvSpPr>
        <p:spPr>
          <a:xfrm>
            <a:off x="4386640" y="2812540"/>
            <a:ext cx="195000" cy="225000"/>
          </a:xfrm>
          <a:prstGeom prst="downArrow">
            <a:avLst/>
          </a:prstGeom>
          <a:solidFill>
            <a:srgbClr val="243A5E"/>
          </a:solidFill>
          <a:ln>
            <a:noFill/>
          </a:ln>
        </p:spPr>
        <p:txBody>
          <a:bodyPr/>
          <a:lstStyle/>
          <a:p>
            <a:endParaRPr lang="en-GB"/>
          </a:p>
        </p:txBody>
      </p:sp>
      <p:sp>
        <p:nvSpPr>
          <p:cNvPr id="10" name="s312">
            <a:extLst>
              <a:ext uri="{FF2B5EF4-FFF2-40B4-BE49-F238E27FC236}">
                <a16:creationId xmlns:a16="http://schemas.microsoft.com/office/drawing/2014/main" id="{40D40808-CD99-A48C-5AEA-4CBC27E8C775}"/>
              </a:ext>
            </a:extLst>
          </p:cNvPr>
          <p:cNvSpPr txBox="1">
            <a:spLocks noGrp="1"/>
          </p:cNvSpPr>
          <p:nvPr/>
        </p:nvSpPr>
        <p:spPr>
          <a:xfrm>
            <a:off x="3702040" y="3037540"/>
            <a:ext cx="1564200" cy="315000"/>
          </a:xfrm>
          <a:prstGeom prst="rect">
            <a:avLst/>
          </a:prstGeom>
          <a:solidFill>
            <a:srgbClr val="F5FBFD"/>
          </a:solidFill>
          <a:ln w="9525">
            <a:solidFill>
              <a:srgbClr val="0076D4"/>
            </a:solidFill>
          </a:ln>
        </p:spPr>
        <p:txBody>
          <a:bodyPr wrap="square" anchor="ctr">
            <a:normAutofit/>
          </a:bodyPr>
          <a:lstStyle/>
          <a:p>
            <a:pPr algn="ctr"/>
            <a:r>
              <a:rPr lang="en-US" sz="900" b="1" dirty="0">
                <a:solidFill>
                  <a:srgbClr val="023047"/>
                </a:solidFill>
                <a:latin typeface="Segoe UI" panose="020B0502040204020203" pitchFamily="34" charset="0"/>
              </a:rPr>
              <a:t>Azure Resource</a:t>
            </a:r>
          </a:p>
        </p:txBody>
      </p:sp>
      <p:sp>
        <p:nvSpPr>
          <p:cNvPr id="11" name="s313">
            <a:extLst>
              <a:ext uri="{FF2B5EF4-FFF2-40B4-BE49-F238E27FC236}">
                <a16:creationId xmlns:a16="http://schemas.microsoft.com/office/drawing/2014/main" id="{2AB76DD2-2397-6426-20C3-722ED49D3B13}"/>
              </a:ext>
            </a:extLst>
          </p:cNvPr>
          <p:cNvSpPr txBox="1">
            <a:spLocks noGrp="1"/>
          </p:cNvSpPr>
          <p:nvPr/>
        </p:nvSpPr>
        <p:spPr>
          <a:xfrm>
            <a:off x="3595390" y="3412540"/>
            <a:ext cx="1777500" cy="300000"/>
          </a:xfrm>
          <a:prstGeom prst="rect">
            <a:avLst/>
          </a:prstGeom>
          <a:solidFill>
            <a:srgbClr val="243A5E"/>
          </a:solidFill>
          <a:ln>
            <a:noFill/>
          </a:ln>
        </p:spPr>
        <p:txBody>
          <a:bodyPr wrap="square" anchor="ctr">
            <a:normAutofit/>
          </a:bodyPr>
          <a:lstStyle/>
          <a:p>
            <a:pPr algn="ctr"/>
            <a:r>
              <a:rPr lang="en-US" sz="900" b="1" dirty="0">
                <a:solidFill>
                  <a:srgbClr val="8ECAE6"/>
                </a:solidFill>
                <a:latin typeface="Segoe UI" panose="020B0502040204020203" pitchFamily="34" charset="0"/>
              </a:rPr>
              <a:t>Admin runs script</a:t>
            </a:r>
          </a:p>
        </p:txBody>
      </p:sp>
      <p:sp>
        <p:nvSpPr>
          <p:cNvPr id="12" name="s314">
            <a:extLst>
              <a:ext uri="{FF2B5EF4-FFF2-40B4-BE49-F238E27FC236}">
                <a16:creationId xmlns:a16="http://schemas.microsoft.com/office/drawing/2014/main" id="{F5738FC6-A139-1A12-BD36-78DB08D163EF}"/>
              </a:ext>
            </a:extLst>
          </p:cNvPr>
          <p:cNvSpPr txBox="1">
            <a:spLocks noGrp="1"/>
          </p:cNvSpPr>
          <p:nvPr/>
        </p:nvSpPr>
        <p:spPr>
          <a:xfrm>
            <a:off x="5448640" y="1567540"/>
            <a:ext cx="1777500" cy="300000"/>
          </a:xfrm>
          <a:prstGeom prst="rect">
            <a:avLst/>
          </a:prstGeom>
          <a:solidFill>
            <a:srgbClr val="0076D4"/>
          </a:solidFill>
          <a:ln>
            <a:noFill/>
          </a:ln>
        </p:spPr>
        <p:txBody>
          <a:bodyPr wrap="square" anchor="ctr">
            <a:normAutofit/>
          </a:bodyPr>
          <a:lstStyle/>
          <a:p>
            <a:pPr algn="ctr"/>
            <a:r>
              <a:rPr lang="en-US" sz="1275" b="1" dirty="0">
                <a:solidFill>
                  <a:srgbClr val="FFFFFF"/>
                </a:solidFill>
                <a:latin typeface="Segoe UI" panose="020B0502040204020203" pitchFamily="34" charset="0"/>
              </a:rPr>
              <a:t>Script Actions</a:t>
            </a:r>
          </a:p>
        </p:txBody>
      </p:sp>
      <p:sp>
        <p:nvSpPr>
          <p:cNvPr id="13" name="s315">
            <a:extLst>
              <a:ext uri="{FF2B5EF4-FFF2-40B4-BE49-F238E27FC236}">
                <a16:creationId xmlns:a16="http://schemas.microsoft.com/office/drawing/2014/main" id="{6CF9C144-F98D-2AFC-FFE2-6C3E99223042}"/>
              </a:ext>
            </a:extLst>
          </p:cNvPr>
          <p:cNvSpPr txBox="1">
            <a:spLocks noGrp="1"/>
          </p:cNvSpPr>
          <p:nvPr/>
        </p:nvSpPr>
        <p:spPr>
          <a:xfrm>
            <a:off x="5555290" y="1957540"/>
            <a:ext cx="1564200" cy="315000"/>
          </a:xfrm>
          <a:prstGeom prst="rect">
            <a:avLst/>
          </a:prstGeom>
          <a:solidFill>
            <a:srgbClr val="F5FBFD"/>
          </a:solidFill>
          <a:ln w="9525">
            <a:solidFill>
              <a:srgbClr val="0076D4"/>
            </a:solidFill>
          </a:ln>
        </p:spPr>
        <p:txBody>
          <a:bodyPr wrap="square" anchor="ctr">
            <a:normAutofit/>
          </a:bodyPr>
          <a:lstStyle/>
          <a:p>
            <a:pPr algn="ctr"/>
            <a:r>
              <a:rPr lang="en-US" sz="900" b="1" dirty="0">
                <a:solidFill>
                  <a:srgbClr val="023047"/>
                </a:solidFill>
                <a:latin typeface="Segoe UI" panose="020B0502040204020203" pitchFamily="34" charset="0"/>
              </a:rPr>
              <a:t>LON-SVR1</a:t>
            </a:r>
          </a:p>
        </p:txBody>
      </p:sp>
      <p:sp>
        <p:nvSpPr>
          <p:cNvPr id="14" name="s316">
            <a:extLst>
              <a:ext uri="{FF2B5EF4-FFF2-40B4-BE49-F238E27FC236}">
                <a16:creationId xmlns:a16="http://schemas.microsoft.com/office/drawing/2014/main" id="{C3C4E66E-1C8D-CBE1-E09E-791E193247FA}"/>
              </a:ext>
            </a:extLst>
          </p:cNvPr>
          <p:cNvSpPr txBox="1">
            <a:spLocks noGrp="1"/>
          </p:cNvSpPr>
          <p:nvPr/>
        </p:nvSpPr>
        <p:spPr>
          <a:xfrm>
            <a:off x="6239890" y="2272540"/>
            <a:ext cx="195000" cy="225000"/>
          </a:xfrm>
          <a:prstGeom prst="downArrow">
            <a:avLst/>
          </a:prstGeom>
          <a:solidFill>
            <a:srgbClr val="0076D4"/>
          </a:solidFill>
          <a:ln>
            <a:noFill/>
          </a:ln>
        </p:spPr>
        <p:txBody>
          <a:bodyPr/>
          <a:lstStyle/>
          <a:p>
            <a:endParaRPr lang="en-GB"/>
          </a:p>
        </p:txBody>
      </p:sp>
      <p:sp>
        <p:nvSpPr>
          <p:cNvPr id="15" name="s317">
            <a:extLst>
              <a:ext uri="{FF2B5EF4-FFF2-40B4-BE49-F238E27FC236}">
                <a16:creationId xmlns:a16="http://schemas.microsoft.com/office/drawing/2014/main" id="{C63E6B6A-6D51-7D01-B63E-A2CC0C693D34}"/>
              </a:ext>
            </a:extLst>
          </p:cNvPr>
          <p:cNvSpPr txBox="1">
            <a:spLocks noGrp="1"/>
          </p:cNvSpPr>
          <p:nvPr/>
        </p:nvSpPr>
        <p:spPr>
          <a:xfrm>
            <a:off x="5555290" y="2497540"/>
            <a:ext cx="1564200" cy="315000"/>
          </a:xfrm>
          <a:prstGeom prst="rect">
            <a:avLst/>
          </a:prstGeom>
          <a:solidFill>
            <a:srgbClr val="F5FBFD"/>
          </a:solidFill>
          <a:ln w="9525">
            <a:solidFill>
              <a:srgbClr val="0076D4"/>
            </a:solidFill>
          </a:ln>
        </p:spPr>
        <p:txBody>
          <a:bodyPr wrap="square" anchor="ctr">
            <a:normAutofit/>
          </a:bodyPr>
          <a:lstStyle/>
          <a:p>
            <a:pPr algn="ctr"/>
            <a:r>
              <a:rPr lang="en-US" sz="900" b="1" dirty="0">
                <a:solidFill>
                  <a:srgbClr val="023047"/>
                </a:solidFill>
                <a:latin typeface="Segoe UI" panose="020B0502040204020203" pitchFamily="34" charset="0"/>
              </a:rPr>
              <a:t>Azure endpoints</a:t>
            </a:r>
          </a:p>
        </p:txBody>
      </p:sp>
      <p:sp>
        <p:nvSpPr>
          <p:cNvPr id="16" name="s318">
            <a:extLst>
              <a:ext uri="{FF2B5EF4-FFF2-40B4-BE49-F238E27FC236}">
                <a16:creationId xmlns:a16="http://schemas.microsoft.com/office/drawing/2014/main" id="{026849B1-94B5-8C1B-9FE5-4A315BE9F958}"/>
              </a:ext>
            </a:extLst>
          </p:cNvPr>
          <p:cNvSpPr txBox="1">
            <a:spLocks noGrp="1"/>
          </p:cNvSpPr>
          <p:nvPr/>
        </p:nvSpPr>
        <p:spPr>
          <a:xfrm>
            <a:off x="6239890" y="2812540"/>
            <a:ext cx="195000" cy="225000"/>
          </a:xfrm>
          <a:prstGeom prst="downArrow">
            <a:avLst/>
          </a:prstGeom>
          <a:solidFill>
            <a:srgbClr val="0076D4"/>
          </a:solidFill>
          <a:ln>
            <a:noFill/>
          </a:ln>
        </p:spPr>
        <p:txBody>
          <a:bodyPr/>
          <a:lstStyle/>
          <a:p>
            <a:endParaRPr lang="en-GB"/>
          </a:p>
        </p:txBody>
      </p:sp>
      <p:sp>
        <p:nvSpPr>
          <p:cNvPr id="17" name="s319">
            <a:extLst>
              <a:ext uri="{FF2B5EF4-FFF2-40B4-BE49-F238E27FC236}">
                <a16:creationId xmlns:a16="http://schemas.microsoft.com/office/drawing/2014/main" id="{6F79F55C-81CB-4CE0-EA1B-EC1B8AFC61E7}"/>
              </a:ext>
            </a:extLst>
          </p:cNvPr>
          <p:cNvSpPr txBox="1">
            <a:spLocks noGrp="1"/>
          </p:cNvSpPr>
          <p:nvPr/>
        </p:nvSpPr>
        <p:spPr>
          <a:xfrm>
            <a:off x="5555290" y="3037540"/>
            <a:ext cx="1564200" cy="315000"/>
          </a:xfrm>
          <a:prstGeom prst="rect">
            <a:avLst/>
          </a:prstGeom>
          <a:solidFill>
            <a:srgbClr val="F5FBFD"/>
          </a:solidFill>
          <a:ln w="9525">
            <a:solidFill>
              <a:srgbClr val="0076D4"/>
            </a:solidFill>
          </a:ln>
        </p:spPr>
        <p:txBody>
          <a:bodyPr wrap="square" anchor="ctr">
            <a:normAutofit/>
          </a:bodyPr>
          <a:lstStyle/>
          <a:p>
            <a:pPr algn="ctr"/>
            <a:r>
              <a:rPr lang="en-US" sz="900" b="1" dirty="0">
                <a:solidFill>
                  <a:srgbClr val="023047"/>
                </a:solidFill>
                <a:latin typeface="Segoe UI" panose="020B0502040204020203" pitchFamily="34" charset="0"/>
              </a:rPr>
              <a:t>Arc service</a:t>
            </a:r>
          </a:p>
        </p:txBody>
      </p:sp>
      <p:sp>
        <p:nvSpPr>
          <p:cNvPr id="18" name="s320">
            <a:extLst>
              <a:ext uri="{FF2B5EF4-FFF2-40B4-BE49-F238E27FC236}">
                <a16:creationId xmlns:a16="http://schemas.microsoft.com/office/drawing/2014/main" id="{9FE610DB-499B-00B0-9BF3-D4B40CEAA49C}"/>
              </a:ext>
            </a:extLst>
          </p:cNvPr>
          <p:cNvSpPr txBox="1">
            <a:spLocks noGrp="1"/>
          </p:cNvSpPr>
          <p:nvPr/>
        </p:nvSpPr>
        <p:spPr>
          <a:xfrm>
            <a:off x="5448640" y="3412540"/>
            <a:ext cx="1777500" cy="300000"/>
          </a:xfrm>
          <a:prstGeom prst="rect">
            <a:avLst/>
          </a:prstGeom>
          <a:solidFill>
            <a:srgbClr val="0076D4"/>
          </a:solidFill>
          <a:ln>
            <a:noFill/>
          </a:ln>
        </p:spPr>
        <p:txBody>
          <a:bodyPr wrap="square" anchor="ctr">
            <a:normAutofit fontScale="92500" lnSpcReduction="20000"/>
          </a:bodyPr>
          <a:lstStyle/>
          <a:p>
            <a:pPr algn="ctr"/>
            <a:r>
              <a:rPr lang="en-US" sz="900" b="1" dirty="0">
                <a:solidFill>
                  <a:srgbClr val="FFFFFF"/>
                </a:solidFill>
                <a:latin typeface="Segoe UI" panose="020B0502040204020203" pitchFamily="34" charset="0"/>
              </a:rPr>
              <a:t>Agent installed + server registered</a:t>
            </a:r>
          </a:p>
        </p:txBody>
      </p:sp>
      <p:sp>
        <p:nvSpPr>
          <p:cNvPr id="19" name="s321">
            <a:extLst>
              <a:ext uri="{FF2B5EF4-FFF2-40B4-BE49-F238E27FC236}">
                <a16:creationId xmlns:a16="http://schemas.microsoft.com/office/drawing/2014/main" id="{8AFA7866-D099-0640-6276-C0264444313B}"/>
              </a:ext>
            </a:extLst>
          </p:cNvPr>
          <p:cNvSpPr txBox="1">
            <a:spLocks noGrp="1"/>
          </p:cNvSpPr>
          <p:nvPr/>
        </p:nvSpPr>
        <p:spPr>
          <a:xfrm>
            <a:off x="7301890" y="1567540"/>
            <a:ext cx="1777500" cy="300000"/>
          </a:xfrm>
          <a:prstGeom prst="rect">
            <a:avLst/>
          </a:prstGeom>
          <a:solidFill>
            <a:srgbClr val="0076D4"/>
          </a:solidFill>
          <a:ln>
            <a:noFill/>
          </a:ln>
        </p:spPr>
        <p:txBody>
          <a:bodyPr wrap="square" anchor="ctr">
            <a:normAutofit/>
          </a:bodyPr>
          <a:lstStyle/>
          <a:p>
            <a:pPr algn="ctr"/>
            <a:r>
              <a:rPr lang="en-US" sz="1275" b="1" dirty="0">
                <a:solidFill>
                  <a:srgbClr val="023047"/>
                </a:solidFill>
                <a:latin typeface="Segoe UI" panose="020B0502040204020203" pitchFamily="34" charset="0"/>
              </a:rPr>
              <a:t>Azure Arc Outcome</a:t>
            </a:r>
          </a:p>
        </p:txBody>
      </p:sp>
      <p:sp>
        <p:nvSpPr>
          <p:cNvPr id="20" name="s322">
            <a:extLst>
              <a:ext uri="{FF2B5EF4-FFF2-40B4-BE49-F238E27FC236}">
                <a16:creationId xmlns:a16="http://schemas.microsoft.com/office/drawing/2014/main" id="{E968AA08-2479-A809-510A-E20B350DF675}"/>
              </a:ext>
            </a:extLst>
          </p:cNvPr>
          <p:cNvSpPr txBox="1">
            <a:spLocks noGrp="1"/>
          </p:cNvSpPr>
          <p:nvPr/>
        </p:nvSpPr>
        <p:spPr>
          <a:xfrm>
            <a:off x="7408540" y="1957540"/>
            <a:ext cx="1564200" cy="315000"/>
          </a:xfrm>
          <a:prstGeom prst="rect">
            <a:avLst/>
          </a:prstGeom>
          <a:solidFill>
            <a:srgbClr val="F5FBFD"/>
          </a:solidFill>
          <a:ln w="9525">
            <a:solidFill>
              <a:srgbClr val="0076D4"/>
            </a:solidFill>
          </a:ln>
        </p:spPr>
        <p:txBody>
          <a:bodyPr wrap="square" anchor="ctr">
            <a:normAutofit/>
          </a:bodyPr>
          <a:lstStyle/>
          <a:p>
            <a:pPr algn="ctr"/>
            <a:r>
              <a:rPr lang="en-US" sz="900" b="1" dirty="0">
                <a:solidFill>
                  <a:srgbClr val="023047"/>
                </a:solidFill>
                <a:latin typeface="Segoe UI" panose="020B0502040204020203" pitchFamily="34" charset="0"/>
              </a:rPr>
              <a:t>LON-SVR1</a:t>
            </a:r>
          </a:p>
        </p:txBody>
      </p:sp>
      <p:sp>
        <p:nvSpPr>
          <p:cNvPr id="21" name="s323">
            <a:extLst>
              <a:ext uri="{FF2B5EF4-FFF2-40B4-BE49-F238E27FC236}">
                <a16:creationId xmlns:a16="http://schemas.microsoft.com/office/drawing/2014/main" id="{24589EC0-FC10-8F33-66B4-DDA23E58993A}"/>
              </a:ext>
            </a:extLst>
          </p:cNvPr>
          <p:cNvSpPr txBox="1">
            <a:spLocks noGrp="1"/>
          </p:cNvSpPr>
          <p:nvPr/>
        </p:nvSpPr>
        <p:spPr>
          <a:xfrm>
            <a:off x="8093140" y="2272540"/>
            <a:ext cx="195000" cy="225000"/>
          </a:xfrm>
          <a:prstGeom prst="downArrow">
            <a:avLst/>
          </a:prstGeom>
          <a:solidFill>
            <a:srgbClr val="0076D4"/>
          </a:solidFill>
          <a:ln>
            <a:noFill/>
          </a:ln>
        </p:spPr>
        <p:txBody>
          <a:bodyPr/>
          <a:lstStyle/>
          <a:p>
            <a:endParaRPr lang="en-GB"/>
          </a:p>
        </p:txBody>
      </p:sp>
      <p:sp>
        <p:nvSpPr>
          <p:cNvPr id="22" name="s324">
            <a:extLst>
              <a:ext uri="{FF2B5EF4-FFF2-40B4-BE49-F238E27FC236}">
                <a16:creationId xmlns:a16="http://schemas.microsoft.com/office/drawing/2014/main" id="{C27DA7DB-9CDC-8AC5-37A4-BFF8A084CFC0}"/>
              </a:ext>
            </a:extLst>
          </p:cNvPr>
          <p:cNvSpPr txBox="1">
            <a:spLocks noGrp="1"/>
          </p:cNvSpPr>
          <p:nvPr/>
        </p:nvSpPr>
        <p:spPr>
          <a:xfrm>
            <a:off x="7408540" y="2497540"/>
            <a:ext cx="1564200" cy="315000"/>
          </a:xfrm>
          <a:prstGeom prst="rect">
            <a:avLst/>
          </a:prstGeom>
          <a:solidFill>
            <a:srgbClr val="F5FBFD"/>
          </a:solidFill>
          <a:ln w="9525">
            <a:solidFill>
              <a:srgbClr val="0076D4"/>
            </a:solidFill>
          </a:ln>
        </p:spPr>
        <p:txBody>
          <a:bodyPr wrap="square" anchor="ctr">
            <a:normAutofit/>
          </a:bodyPr>
          <a:lstStyle/>
          <a:p>
            <a:pPr algn="ctr"/>
            <a:r>
              <a:rPr lang="en-US" sz="900" b="1" dirty="0">
                <a:solidFill>
                  <a:srgbClr val="023047"/>
                </a:solidFill>
                <a:latin typeface="Segoe UI" panose="020B0502040204020203" pitchFamily="34" charset="0"/>
              </a:rPr>
              <a:t>Azure Arc resource</a:t>
            </a:r>
          </a:p>
        </p:txBody>
      </p:sp>
      <p:sp>
        <p:nvSpPr>
          <p:cNvPr id="23" name="s325">
            <a:extLst>
              <a:ext uri="{FF2B5EF4-FFF2-40B4-BE49-F238E27FC236}">
                <a16:creationId xmlns:a16="http://schemas.microsoft.com/office/drawing/2014/main" id="{F72993DF-EF3B-3EFD-A6B9-0483EFA3C881}"/>
              </a:ext>
            </a:extLst>
          </p:cNvPr>
          <p:cNvSpPr txBox="1">
            <a:spLocks noGrp="1"/>
          </p:cNvSpPr>
          <p:nvPr/>
        </p:nvSpPr>
        <p:spPr>
          <a:xfrm>
            <a:off x="8093140" y="2812540"/>
            <a:ext cx="195000" cy="225000"/>
          </a:xfrm>
          <a:prstGeom prst="downArrow">
            <a:avLst/>
          </a:prstGeom>
          <a:solidFill>
            <a:srgbClr val="0076D4"/>
          </a:solidFill>
          <a:ln>
            <a:noFill/>
          </a:ln>
        </p:spPr>
        <p:txBody>
          <a:bodyPr/>
          <a:lstStyle/>
          <a:p>
            <a:endParaRPr lang="en-GB"/>
          </a:p>
        </p:txBody>
      </p:sp>
      <p:sp>
        <p:nvSpPr>
          <p:cNvPr id="24" name="s326">
            <a:extLst>
              <a:ext uri="{FF2B5EF4-FFF2-40B4-BE49-F238E27FC236}">
                <a16:creationId xmlns:a16="http://schemas.microsoft.com/office/drawing/2014/main" id="{91B3B45A-B6F4-EB96-C6B7-4BF95889D831}"/>
              </a:ext>
            </a:extLst>
          </p:cNvPr>
          <p:cNvSpPr txBox="1">
            <a:spLocks noGrp="1"/>
          </p:cNvSpPr>
          <p:nvPr/>
        </p:nvSpPr>
        <p:spPr>
          <a:xfrm>
            <a:off x="7408540" y="3037540"/>
            <a:ext cx="1564200" cy="315000"/>
          </a:xfrm>
          <a:prstGeom prst="rect">
            <a:avLst/>
          </a:prstGeom>
          <a:solidFill>
            <a:srgbClr val="F5FBFD"/>
          </a:solidFill>
          <a:ln w="9525">
            <a:solidFill>
              <a:srgbClr val="0076D4"/>
            </a:solidFill>
          </a:ln>
        </p:spPr>
        <p:txBody>
          <a:bodyPr wrap="square" anchor="ctr">
            <a:normAutofit/>
          </a:bodyPr>
          <a:lstStyle/>
          <a:p>
            <a:pPr algn="ctr"/>
            <a:r>
              <a:rPr lang="en-US" sz="900" b="1" dirty="0">
                <a:solidFill>
                  <a:srgbClr val="023047"/>
                </a:solidFill>
                <a:latin typeface="Segoe UI" panose="020B0502040204020203" pitchFamily="34" charset="0"/>
              </a:rPr>
              <a:t>Azure portal</a:t>
            </a:r>
          </a:p>
        </p:txBody>
      </p:sp>
      <p:sp>
        <p:nvSpPr>
          <p:cNvPr id="25" name="s327">
            <a:extLst>
              <a:ext uri="{FF2B5EF4-FFF2-40B4-BE49-F238E27FC236}">
                <a16:creationId xmlns:a16="http://schemas.microsoft.com/office/drawing/2014/main" id="{561034B3-A1C8-057A-F881-CFEA3EFF796B}"/>
              </a:ext>
            </a:extLst>
          </p:cNvPr>
          <p:cNvSpPr txBox="1">
            <a:spLocks noGrp="1"/>
          </p:cNvSpPr>
          <p:nvPr/>
        </p:nvSpPr>
        <p:spPr>
          <a:xfrm>
            <a:off x="7301890" y="3412540"/>
            <a:ext cx="1777500" cy="300000"/>
          </a:xfrm>
          <a:prstGeom prst="rect">
            <a:avLst/>
          </a:prstGeom>
          <a:solidFill>
            <a:srgbClr val="0076D4"/>
          </a:solidFill>
          <a:ln>
            <a:noFill/>
          </a:ln>
        </p:spPr>
        <p:txBody>
          <a:bodyPr wrap="square" anchor="ctr">
            <a:normAutofit/>
          </a:bodyPr>
          <a:lstStyle/>
          <a:p>
            <a:pPr algn="ctr"/>
            <a:r>
              <a:rPr lang="en-US" sz="900" b="1" dirty="0">
                <a:solidFill>
                  <a:srgbClr val="023047"/>
                </a:solidFill>
                <a:latin typeface="Segoe UI" panose="020B0502040204020203" pitchFamily="34" charset="0"/>
              </a:rPr>
              <a:t>Server visible in Azure Arc</a:t>
            </a:r>
          </a:p>
        </p:txBody>
      </p:sp>
      <p:sp>
        <p:nvSpPr>
          <p:cNvPr id="26" name="Course footer">
            <a:extLst>
              <a:ext uri="{FF2B5EF4-FFF2-40B4-BE49-F238E27FC236}">
                <a16:creationId xmlns:a16="http://schemas.microsoft.com/office/drawing/2014/main" id="{EC93D783-8F19-9AE0-DCCB-8FEF7396D18A}"/>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13 | Azure Arc</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7" name="TextBox 26">
            <a:extLst>
              <a:ext uri="{FF2B5EF4-FFF2-40B4-BE49-F238E27FC236}">
                <a16:creationId xmlns:a16="http://schemas.microsoft.com/office/drawing/2014/main" id="{4AE76317-F35E-523D-6026-326A9872636F}"/>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68713609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B454-11EA-1832-F062-C3539FC4D2A2}"/>
              </a:ext>
            </a:extLst>
          </p:cNvPr>
          <p:cNvSpPr>
            <a:spLocks noGrp="1"/>
          </p:cNvSpPr>
          <p:nvPr>
            <p:ph type="title"/>
          </p:nvPr>
        </p:nvSpPr>
        <p:spPr/>
        <p:txBody>
          <a:bodyPr wrap="square">
            <a:noAutofit/>
          </a:bodyPr>
          <a:lstStyle/>
          <a:p>
            <a:r>
              <a:rPr lang="en-GB"/>
              <a:t>After Connection: What You Can Do</a:t>
            </a:r>
          </a:p>
        </p:txBody>
      </p:sp>
      <p:sp>
        <p:nvSpPr>
          <p:cNvPr id="5" name="s205">
            <a:extLst>
              <a:ext uri="{FF2B5EF4-FFF2-40B4-BE49-F238E27FC236}">
                <a16:creationId xmlns:a16="http://schemas.microsoft.com/office/drawing/2014/main" id="{1999C9C7-3A52-3A97-A153-B8E8FCB44680}"/>
              </a:ext>
            </a:extLst>
          </p:cNvPr>
          <p:cNvSpPr txBox="1">
            <a:spLocks noGrp="1"/>
          </p:cNvSpPr>
          <p:nvPr/>
        </p:nvSpPr>
        <p:spPr>
          <a:xfrm>
            <a:off x="152400" y="946785"/>
            <a:ext cx="8844000" cy="315000"/>
          </a:xfrm>
          <a:prstGeom prst="rect">
            <a:avLst/>
          </a:prstGeom>
          <a:solidFill>
            <a:srgbClr val="0076D4"/>
          </a:solidFill>
          <a:ln>
            <a:noFill/>
          </a:ln>
        </p:spPr>
        <p:txBody>
          <a:bodyPr wrap="square" anchor="ctr">
            <a:normAutofit lnSpcReduction="10000"/>
          </a:bodyPr>
          <a:lstStyle/>
          <a:p>
            <a:pPr algn="ctr"/>
            <a:r>
              <a:rPr lang="en-US" sz="1500" b="1" dirty="0">
                <a:solidFill>
                  <a:srgbClr val="023047"/>
                </a:solidFill>
                <a:latin typeface="Segoe UI" panose="020B0502040204020203" pitchFamily="34" charset="0"/>
              </a:rPr>
              <a:t>Server is now connected to Azure Arc</a:t>
            </a:r>
          </a:p>
        </p:txBody>
      </p:sp>
      <p:sp>
        <p:nvSpPr>
          <p:cNvPr id="6" name="s209">
            <a:extLst>
              <a:ext uri="{FF2B5EF4-FFF2-40B4-BE49-F238E27FC236}">
                <a16:creationId xmlns:a16="http://schemas.microsoft.com/office/drawing/2014/main" id="{B7FDE64A-9A5C-3B49-C239-138C51696BCE}"/>
              </a:ext>
            </a:extLst>
          </p:cNvPr>
          <p:cNvSpPr txBox="1">
            <a:spLocks noGrp="1"/>
          </p:cNvSpPr>
          <p:nvPr/>
        </p:nvSpPr>
        <p:spPr>
          <a:xfrm>
            <a:off x="227400" y="1340438"/>
            <a:ext cx="2550000" cy="345000"/>
          </a:xfrm>
          <a:prstGeom prst="rect">
            <a:avLst/>
          </a:prstGeom>
          <a:solidFill>
            <a:srgbClr val="243A5E"/>
          </a:solidFill>
          <a:ln>
            <a:noFill/>
          </a:ln>
        </p:spPr>
        <p:txBody>
          <a:bodyPr wrap="square" anchor="ctr">
            <a:normAutofit/>
          </a:bodyPr>
          <a:lstStyle/>
          <a:p>
            <a:pPr algn="ctr"/>
            <a:r>
              <a:rPr lang="en-US" sz="1275" b="1" dirty="0">
                <a:solidFill>
                  <a:srgbClr val="FFFFFF"/>
                </a:solidFill>
                <a:latin typeface="Segoe UI" panose="020B0502040204020203" pitchFamily="34" charset="0"/>
              </a:rPr>
              <a:t>Updates</a:t>
            </a:r>
          </a:p>
        </p:txBody>
      </p:sp>
      <p:sp>
        <p:nvSpPr>
          <p:cNvPr id="7" name="s210">
            <a:extLst>
              <a:ext uri="{FF2B5EF4-FFF2-40B4-BE49-F238E27FC236}">
                <a16:creationId xmlns:a16="http://schemas.microsoft.com/office/drawing/2014/main" id="{09FA6557-4737-5846-C926-BE8424A61292}"/>
              </a:ext>
            </a:extLst>
          </p:cNvPr>
          <p:cNvSpPr txBox="1">
            <a:spLocks noGrp="1"/>
          </p:cNvSpPr>
          <p:nvPr/>
        </p:nvSpPr>
        <p:spPr>
          <a:xfrm>
            <a:off x="3299400" y="1340438"/>
            <a:ext cx="2550000" cy="345000"/>
          </a:xfrm>
          <a:prstGeom prst="rect">
            <a:avLst/>
          </a:prstGeom>
          <a:solidFill>
            <a:srgbClr val="0076D4"/>
          </a:solidFill>
          <a:ln>
            <a:noFill/>
          </a:ln>
        </p:spPr>
        <p:txBody>
          <a:bodyPr wrap="square" anchor="ctr">
            <a:normAutofit/>
          </a:bodyPr>
          <a:lstStyle/>
          <a:p>
            <a:pPr algn="ctr"/>
            <a:r>
              <a:rPr lang="en-US" sz="1275" b="1" dirty="0">
                <a:solidFill>
                  <a:srgbClr val="FFFFFF"/>
                </a:solidFill>
                <a:latin typeface="Segoe UI" panose="020B0502040204020203" pitchFamily="34" charset="0"/>
              </a:rPr>
              <a:t>Security</a:t>
            </a:r>
          </a:p>
        </p:txBody>
      </p:sp>
      <p:sp>
        <p:nvSpPr>
          <p:cNvPr id="8" name="s211">
            <a:extLst>
              <a:ext uri="{FF2B5EF4-FFF2-40B4-BE49-F238E27FC236}">
                <a16:creationId xmlns:a16="http://schemas.microsoft.com/office/drawing/2014/main" id="{5E4CD85E-ECDB-A951-6C65-AF0C52F0E290}"/>
              </a:ext>
            </a:extLst>
          </p:cNvPr>
          <p:cNvSpPr txBox="1">
            <a:spLocks noGrp="1"/>
          </p:cNvSpPr>
          <p:nvPr/>
        </p:nvSpPr>
        <p:spPr>
          <a:xfrm>
            <a:off x="6371400" y="1340438"/>
            <a:ext cx="2550000" cy="345000"/>
          </a:xfrm>
          <a:prstGeom prst="rect">
            <a:avLst/>
          </a:prstGeom>
          <a:solidFill>
            <a:srgbClr val="243A5E"/>
          </a:solidFill>
          <a:ln>
            <a:noFill/>
          </a:ln>
        </p:spPr>
        <p:txBody>
          <a:bodyPr wrap="square" anchor="ctr">
            <a:normAutofit/>
          </a:bodyPr>
          <a:lstStyle/>
          <a:p>
            <a:pPr algn="ctr"/>
            <a:r>
              <a:rPr lang="en-US" sz="1275" b="1" dirty="0">
                <a:solidFill>
                  <a:srgbClr val="FFFFFF"/>
                </a:solidFill>
                <a:latin typeface="Segoe UI" panose="020B0502040204020203" pitchFamily="34" charset="0"/>
              </a:rPr>
              <a:t>Monitoring</a:t>
            </a:r>
          </a:p>
        </p:txBody>
      </p:sp>
      <p:sp>
        <p:nvSpPr>
          <p:cNvPr id="9" name="s212">
            <a:extLst>
              <a:ext uri="{FF2B5EF4-FFF2-40B4-BE49-F238E27FC236}">
                <a16:creationId xmlns:a16="http://schemas.microsoft.com/office/drawing/2014/main" id="{11B4FD0E-D6F3-EA30-AAB1-FC914FADA283}"/>
              </a:ext>
            </a:extLst>
          </p:cNvPr>
          <p:cNvSpPr txBox="1">
            <a:spLocks noGrp="1"/>
          </p:cNvSpPr>
          <p:nvPr/>
        </p:nvSpPr>
        <p:spPr>
          <a:xfrm>
            <a:off x="1389900" y="1685438"/>
            <a:ext cx="225000" cy="210000"/>
          </a:xfrm>
          <a:prstGeom prst="downArrow">
            <a:avLst/>
          </a:prstGeom>
          <a:solidFill>
            <a:srgbClr val="8ECAE6"/>
          </a:solidFill>
          <a:ln>
            <a:noFill/>
          </a:ln>
        </p:spPr>
        <p:txBody>
          <a:bodyPr/>
          <a:lstStyle/>
          <a:p>
            <a:endParaRPr lang="en-GB"/>
          </a:p>
        </p:txBody>
      </p:sp>
      <p:sp>
        <p:nvSpPr>
          <p:cNvPr id="10" name="s213">
            <a:extLst>
              <a:ext uri="{FF2B5EF4-FFF2-40B4-BE49-F238E27FC236}">
                <a16:creationId xmlns:a16="http://schemas.microsoft.com/office/drawing/2014/main" id="{A2F38510-0EB3-4EA2-0F19-F84FBF3ECAA6}"/>
              </a:ext>
            </a:extLst>
          </p:cNvPr>
          <p:cNvSpPr txBox="1">
            <a:spLocks noGrp="1"/>
          </p:cNvSpPr>
          <p:nvPr/>
        </p:nvSpPr>
        <p:spPr>
          <a:xfrm>
            <a:off x="4461900" y="1685438"/>
            <a:ext cx="225000" cy="333462"/>
          </a:xfrm>
          <a:prstGeom prst="downArrow">
            <a:avLst/>
          </a:prstGeom>
          <a:solidFill>
            <a:srgbClr val="8ECAE6"/>
          </a:solidFill>
          <a:ln>
            <a:noFill/>
          </a:ln>
        </p:spPr>
        <p:txBody>
          <a:bodyPr/>
          <a:lstStyle/>
          <a:p>
            <a:endParaRPr lang="en-GB" dirty="0"/>
          </a:p>
        </p:txBody>
      </p:sp>
      <p:sp>
        <p:nvSpPr>
          <p:cNvPr id="11" name="s214">
            <a:extLst>
              <a:ext uri="{FF2B5EF4-FFF2-40B4-BE49-F238E27FC236}">
                <a16:creationId xmlns:a16="http://schemas.microsoft.com/office/drawing/2014/main" id="{96486C40-3750-8AC5-3125-11DB88518D68}"/>
              </a:ext>
            </a:extLst>
          </p:cNvPr>
          <p:cNvSpPr txBox="1">
            <a:spLocks noGrp="1"/>
          </p:cNvSpPr>
          <p:nvPr/>
        </p:nvSpPr>
        <p:spPr>
          <a:xfrm>
            <a:off x="7533900" y="1685437"/>
            <a:ext cx="225000" cy="333461"/>
          </a:xfrm>
          <a:prstGeom prst="downArrow">
            <a:avLst/>
          </a:prstGeom>
          <a:solidFill>
            <a:srgbClr val="8ECAE6"/>
          </a:solidFill>
          <a:ln>
            <a:noFill/>
          </a:ln>
        </p:spPr>
        <p:txBody>
          <a:bodyPr/>
          <a:lstStyle/>
          <a:p>
            <a:endParaRPr lang="en-GB"/>
          </a:p>
        </p:txBody>
      </p:sp>
      <p:sp>
        <p:nvSpPr>
          <p:cNvPr id="12" name="s215">
            <a:extLst>
              <a:ext uri="{FF2B5EF4-FFF2-40B4-BE49-F238E27FC236}">
                <a16:creationId xmlns:a16="http://schemas.microsoft.com/office/drawing/2014/main" id="{EED39C57-D7FA-1F14-7927-DE1E1E7F17CC}"/>
              </a:ext>
            </a:extLst>
          </p:cNvPr>
          <p:cNvSpPr txBox="1">
            <a:spLocks noGrp="1"/>
          </p:cNvSpPr>
          <p:nvPr/>
        </p:nvSpPr>
        <p:spPr>
          <a:xfrm>
            <a:off x="227400" y="1937960"/>
            <a:ext cx="1199999" cy="671325"/>
          </a:xfrm>
          <a:prstGeom prst="rect">
            <a:avLst/>
          </a:prstGeom>
          <a:solidFill>
            <a:srgbClr val="8ECAE6"/>
          </a:solidFill>
          <a:ln>
            <a:noFill/>
          </a:ln>
        </p:spPr>
        <p:txBody>
          <a:bodyPr wrap="square" anchor="ctr">
            <a:normAutofit fontScale="92500" lnSpcReduction="20000"/>
          </a:bodyPr>
          <a:lstStyle/>
          <a:p>
            <a:pPr algn="ctr"/>
            <a:r>
              <a:rPr lang="en-US" sz="862" b="1" dirty="0">
                <a:solidFill>
                  <a:srgbClr val="023047"/>
                </a:solidFill>
                <a:latin typeface="Segoe UI" panose="020B0502040204020203" pitchFamily="34" charset="0"/>
              </a:rPr>
              <a:t>Deploy Azure Monitor Agent</a:t>
            </a:r>
          </a:p>
          <a:p>
            <a:pPr algn="ctr"/>
            <a:r>
              <a:rPr lang="en-US" sz="900" dirty="0">
                <a:solidFill>
                  <a:srgbClr val="023047"/>
                </a:solidFill>
                <a:latin typeface="Segoe UI" panose="020B0502040204020203" pitchFamily="34" charset="0"/>
              </a:rPr>
              <a:t>Collect logs and performance data</a:t>
            </a:r>
          </a:p>
          <a:p>
            <a:pPr algn="ctr"/>
            <a:r>
              <a:rPr lang="en-US" sz="800" dirty="0">
                <a:solidFill>
                  <a:srgbClr val="023047"/>
                </a:solidFill>
                <a:latin typeface="Segoe UI" panose="020B0502040204020203" pitchFamily="34" charset="0"/>
              </a:rPr>
              <a:t>Audit configuration compliance</a:t>
            </a:r>
          </a:p>
        </p:txBody>
      </p:sp>
      <p:sp>
        <p:nvSpPr>
          <p:cNvPr id="13" name="s216">
            <a:extLst>
              <a:ext uri="{FF2B5EF4-FFF2-40B4-BE49-F238E27FC236}">
                <a16:creationId xmlns:a16="http://schemas.microsoft.com/office/drawing/2014/main" id="{EB924082-8430-FA5E-D45D-39E6F3F5CA6F}"/>
              </a:ext>
            </a:extLst>
          </p:cNvPr>
          <p:cNvSpPr txBox="1">
            <a:spLocks noGrp="1"/>
          </p:cNvSpPr>
          <p:nvPr/>
        </p:nvSpPr>
        <p:spPr>
          <a:xfrm>
            <a:off x="1532400" y="1928900"/>
            <a:ext cx="1245000" cy="652500"/>
          </a:xfrm>
          <a:prstGeom prst="rect">
            <a:avLst/>
          </a:prstGeom>
          <a:solidFill>
            <a:srgbClr val="243A5E"/>
          </a:solidFill>
          <a:ln>
            <a:noFill/>
          </a:ln>
        </p:spPr>
        <p:txBody>
          <a:bodyPr wrap="square" anchor="ctr">
            <a:normAutofit fontScale="92500" lnSpcReduction="20000"/>
          </a:bodyPr>
          <a:lstStyle/>
          <a:p>
            <a:pPr algn="ctr"/>
            <a:r>
              <a:rPr lang="en-US" sz="862" b="1" dirty="0">
                <a:solidFill>
                  <a:srgbClr val="FFFFFF"/>
                </a:solidFill>
                <a:latin typeface="Segoe UI" panose="020B0502040204020203" pitchFamily="34" charset="0"/>
              </a:rPr>
              <a:t>Arc-enabled management</a:t>
            </a:r>
          </a:p>
          <a:p>
            <a:pPr algn="ctr"/>
            <a:r>
              <a:rPr lang="en-US" sz="900" dirty="0">
                <a:solidFill>
                  <a:srgbClr val="FFFFFF"/>
                </a:solidFill>
                <a:latin typeface="Segoe UI" panose="020B0502040204020203" pitchFamily="34" charset="0"/>
              </a:rPr>
              <a:t>Patch and update OS from Azure</a:t>
            </a:r>
          </a:p>
          <a:p>
            <a:pPr algn="ctr"/>
            <a:r>
              <a:rPr lang="en-US" sz="800" dirty="0">
                <a:solidFill>
                  <a:srgbClr val="FFFFFF"/>
                </a:solidFill>
                <a:latin typeface="Segoe UI" panose="020B0502040204020203" pitchFamily="34" charset="0"/>
              </a:rPr>
              <a:t>Threat detection, vulnerability scanning</a:t>
            </a:r>
          </a:p>
        </p:txBody>
      </p:sp>
      <p:sp>
        <p:nvSpPr>
          <p:cNvPr id="14" name="s217">
            <a:extLst>
              <a:ext uri="{FF2B5EF4-FFF2-40B4-BE49-F238E27FC236}">
                <a16:creationId xmlns:a16="http://schemas.microsoft.com/office/drawing/2014/main" id="{B72C32D9-96FD-EC80-3E15-07325368EEFF}"/>
              </a:ext>
            </a:extLst>
          </p:cNvPr>
          <p:cNvSpPr txBox="1">
            <a:spLocks noGrp="1"/>
          </p:cNvSpPr>
          <p:nvPr/>
        </p:nvSpPr>
        <p:spPr>
          <a:xfrm>
            <a:off x="3179400" y="1970973"/>
            <a:ext cx="1245000" cy="671325"/>
          </a:xfrm>
          <a:prstGeom prst="rect">
            <a:avLst/>
          </a:prstGeom>
          <a:solidFill>
            <a:srgbClr val="0076D4"/>
          </a:solidFill>
          <a:ln>
            <a:noFill/>
          </a:ln>
        </p:spPr>
        <p:txBody>
          <a:bodyPr wrap="square" anchor="ctr">
            <a:normAutofit fontScale="92500"/>
          </a:bodyPr>
          <a:lstStyle/>
          <a:p>
            <a:pPr algn="ctr"/>
            <a:r>
              <a:rPr lang="en-US" sz="862" b="1" dirty="0">
                <a:solidFill>
                  <a:srgbClr val="FFFFFF"/>
                </a:solidFill>
                <a:latin typeface="Segoe UI" panose="020B0502040204020203" pitchFamily="34" charset="0"/>
              </a:rPr>
              <a:t>Apply Azure Policy</a:t>
            </a:r>
          </a:p>
          <a:p>
            <a:pPr algn="ctr"/>
            <a:r>
              <a:rPr lang="en-US" sz="900" dirty="0">
                <a:solidFill>
                  <a:srgbClr val="FFFFFF"/>
                </a:solidFill>
                <a:latin typeface="Segoe UI" panose="020B0502040204020203" pitchFamily="34" charset="0"/>
              </a:rPr>
              <a:t>Install monitoring and DSC agents</a:t>
            </a:r>
          </a:p>
          <a:p>
            <a:pPr algn="ctr"/>
            <a:r>
              <a:rPr lang="en-US" sz="800" dirty="0">
                <a:solidFill>
                  <a:srgbClr val="FFFFFF"/>
                </a:solidFill>
                <a:latin typeface="Segoe UI" panose="020B0502040204020203" pitchFamily="34" charset="0"/>
              </a:rPr>
              <a:t>Run runbooks against the server</a:t>
            </a:r>
          </a:p>
        </p:txBody>
      </p:sp>
      <p:sp>
        <p:nvSpPr>
          <p:cNvPr id="15" name="s218">
            <a:extLst>
              <a:ext uri="{FF2B5EF4-FFF2-40B4-BE49-F238E27FC236}">
                <a16:creationId xmlns:a16="http://schemas.microsoft.com/office/drawing/2014/main" id="{0AF1101C-FE7D-004C-E140-8D80C333ED4D}"/>
              </a:ext>
            </a:extLst>
          </p:cNvPr>
          <p:cNvSpPr txBox="1">
            <a:spLocks noGrp="1"/>
          </p:cNvSpPr>
          <p:nvPr/>
        </p:nvSpPr>
        <p:spPr>
          <a:xfrm>
            <a:off x="4724400" y="1970973"/>
            <a:ext cx="1199998" cy="671325"/>
          </a:xfrm>
          <a:prstGeom prst="rect">
            <a:avLst/>
          </a:prstGeom>
          <a:solidFill>
            <a:srgbClr val="EDF6FA"/>
          </a:solidFill>
          <a:ln w="9525">
            <a:solidFill>
              <a:srgbClr val="0076D4"/>
            </a:solidFill>
          </a:ln>
        </p:spPr>
        <p:txBody>
          <a:bodyPr wrap="square" anchor="ctr">
            <a:normAutofit/>
          </a:bodyPr>
          <a:lstStyle/>
          <a:p>
            <a:pPr algn="ctr"/>
            <a:r>
              <a:rPr lang="en-US" sz="862" b="1" dirty="0">
                <a:solidFill>
                  <a:srgbClr val="023047"/>
                </a:solidFill>
                <a:latin typeface="Segoe UI" panose="020B0502040204020203" pitchFamily="34" charset="0"/>
              </a:rPr>
              <a:t>Extensions</a:t>
            </a:r>
          </a:p>
          <a:p>
            <a:pPr algn="ctr"/>
            <a:endParaRPr lang="en-US" sz="862" b="1" dirty="0">
              <a:solidFill>
                <a:srgbClr val="023047"/>
              </a:solidFill>
              <a:latin typeface="Segoe UI" panose="020B0502040204020203" pitchFamily="34" charset="0"/>
            </a:endParaRPr>
          </a:p>
          <a:p>
            <a:pPr algn="ctr"/>
            <a:endParaRPr lang="en-US" sz="862" b="1" dirty="0">
              <a:solidFill>
                <a:srgbClr val="023047"/>
              </a:solidFill>
              <a:latin typeface="Segoe UI" panose="020B0502040204020203" pitchFamily="34" charset="0"/>
            </a:endParaRPr>
          </a:p>
        </p:txBody>
      </p:sp>
      <p:sp>
        <p:nvSpPr>
          <p:cNvPr id="16" name="s219">
            <a:extLst>
              <a:ext uri="{FF2B5EF4-FFF2-40B4-BE49-F238E27FC236}">
                <a16:creationId xmlns:a16="http://schemas.microsoft.com/office/drawing/2014/main" id="{BD18A4B6-1CB0-A8FA-0033-D2D1C51C386F}"/>
              </a:ext>
            </a:extLst>
          </p:cNvPr>
          <p:cNvSpPr txBox="1">
            <a:spLocks noGrp="1"/>
          </p:cNvSpPr>
          <p:nvPr/>
        </p:nvSpPr>
        <p:spPr>
          <a:xfrm>
            <a:off x="6371400" y="2018900"/>
            <a:ext cx="1245000" cy="562500"/>
          </a:xfrm>
          <a:prstGeom prst="rect">
            <a:avLst/>
          </a:prstGeom>
          <a:solidFill>
            <a:srgbClr val="0076D4"/>
          </a:solidFill>
          <a:ln>
            <a:noFill/>
          </a:ln>
        </p:spPr>
        <p:txBody>
          <a:bodyPr wrap="square" anchor="ctr">
            <a:normAutofit/>
          </a:bodyPr>
          <a:lstStyle/>
          <a:p>
            <a:pPr algn="ctr"/>
            <a:r>
              <a:rPr lang="en-US" sz="862" b="1" dirty="0">
                <a:solidFill>
                  <a:srgbClr val="023047"/>
                </a:solidFill>
                <a:latin typeface="Segoe UI" panose="020B0502040204020203" pitchFamily="34" charset="0"/>
              </a:rPr>
              <a:t>Compliance</a:t>
            </a:r>
          </a:p>
          <a:p>
            <a:pPr algn="ctr"/>
            <a:endParaRPr lang="en-US" sz="862" b="1" dirty="0">
              <a:solidFill>
                <a:srgbClr val="023047"/>
              </a:solidFill>
              <a:latin typeface="Segoe UI" panose="020B0502040204020203" pitchFamily="34" charset="0"/>
            </a:endParaRPr>
          </a:p>
          <a:p>
            <a:pPr algn="ctr"/>
            <a:endParaRPr lang="en-US" sz="862" b="1" dirty="0">
              <a:solidFill>
                <a:srgbClr val="023047"/>
              </a:solidFill>
              <a:latin typeface="Segoe UI" panose="020B0502040204020203" pitchFamily="34" charset="0"/>
            </a:endParaRPr>
          </a:p>
        </p:txBody>
      </p:sp>
      <p:sp>
        <p:nvSpPr>
          <p:cNvPr id="17" name="s220">
            <a:extLst>
              <a:ext uri="{FF2B5EF4-FFF2-40B4-BE49-F238E27FC236}">
                <a16:creationId xmlns:a16="http://schemas.microsoft.com/office/drawing/2014/main" id="{A55E9037-9AC2-3C60-0229-BF2D93E83ED1}"/>
              </a:ext>
            </a:extLst>
          </p:cNvPr>
          <p:cNvSpPr txBox="1">
            <a:spLocks noGrp="1"/>
          </p:cNvSpPr>
          <p:nvPr/>
        </p:nvSpPr>
        <p:spPr>
          <a:xfrm>
            <a:off x="7710452" y="2018900"/>
            <a:ext cx="1165947" cy="562500"/>
          </a:xfrm>
          <a:prstGeom prst="rect">
            <a:avLst/>
          </a:prstGeom>
          <a:solidFill>
            <a:srgbClr val="EDF6FA"/>
          </a:solidFill>
          <a:ln w="9525">
            <a:solidFill>
              <a:srgbClr val="0076D4"/>
            </a:solidFill>
          </a:ln>
        </p:spPr>
        <p:txBody>
          <a:bodyPr wrap="square" anchor="ctr">
            <a:normAutofit fontScale="77500" lnSpcReduction="20000"/>
          </a:bodyPr>
          <a:lstStyle/>
          <a:p>
            <a:pPr algn="ctr"/>
            <a:r>
              <a:rPr lang="en-US" sz="862" b="1" dirty="0">
                <a:solidFill>
                  <a:srgbClr val="023047"/>
                </a:solidFill>
                <a:latin typeface="Segoe UI" panose="020B0502040204020203" pitchFamily="34" charset="0"/>
              </a:rPr>
              <a:t>Automation</a:t>
            </a:r>
          </a:p>
          <a:p>
            <a:pPr algn="ctr"/>
            <a:r>
              <a:rPr lang="en-US" sz="900" dirty="0">
                <a:solidFill>
                  <a:srgbClr val="023047"/>
                </a:solidFill>
                <a:latin typeface="Segoe UI" panose="020B0502040204020203" pitchFamily="34" charset="0"/>
              </a:rPr>
              <a:t>Run Azure Automation runbooks</a:t>
            </a:r>
          </a:p>
          <a:p>
            <a:pPr algn="ctr"/>
            <a:r>
              <a:rPr lang="en-US" sz="800" dirty="0">
                <a:solidFill>
                  <a:srgbClr val="023047"/>
                </a:solidFill>
                <a:latin typeface="Segoe UI" panose="020B0502040204020203" pitchFamily="34" charset="0"/>
              </a:rPr>
              <a:t>Automate patching and config tasks</a:t>
            </a:r>
          </a:p>
        </p:txBody>
      </p:sp>
      <p:sp>
        <p:nvSpPr>
          <p:cNvPr id="18" name="s221">
            <a:extLst>
              <a:ext uri="{FF2B5EF4-FFF2-40B4-BE49-F238E27FC236}">
                <a16:creationId xmlns:a16="http://schemas.microsoft.com/office/drawing/2014/main" id="{9ED3EEE2-93AB-4B14-96FD-99CAA9E9EF24}"/>
              </a:ext>
            </a:extLst>
          </p:cNvPr>
          <p:cNvSpPr txBox="1">
            <a:spLocks noGrp="1"/>
          </p:cNvSpPr>
          <p:nvPr/>
        </p:nvSpPr>
        <p:spPr>
          <a:xfrm>
            <a:off x="152400" y="2721785"/>
            <a:ext cx="8844000" cy="21431"/>
          </a:xfrm>
          <a:prstGeom prst="rect">
            <a:avLst/>
          </a:prstGeom>
          <a:solidFill>
            <a:srgbClr val="0076D4"/>
          </a:solidFill>
          <a:ln>
            <a:noFill/>
          </a:ln>
        </p:spPr>
        <p:txBody>
          <a:bodyPr/>
          <a:lstStyle/>
          <a:p>
            <a:endParaRPr lang="en-GB"/>
          </a:p>
        </p:txBody>
      </p:sp>
      <p:sp>
        <p:nvSpPr>
          <p:cNvPr id="19" name="s222">
            <a:extLst>
              <a:ext uri="{FF2B5EF4-FFF2-40B4-BE49-F238E27FC236}">
                <a16:creationId xmlns:a16="http://schemas.microsoft.com/office/drawing/2014/main" id="{D3561452-5C57-8FF4-0FD3-FF42C5062193}"/>
              </a:ext>
            </a:extLst>
          </p:cNvPr>
          <p:cNvSpPr txBox="1">
            <a:spLocks noGrp="1"/>
          </p:cNvSpPr>
          <p:nvPr/>
        </p:nvSpPr>
        <p:spPr>
          <a:xfrm>
            <a:off x="152400" y="2774285"/>
            <a:ext cx="8844000" cy="255000"/>
          </a:xfrm>
          <a:prstGeom prst="rect">
            <a:avLst/>
          </a:prstGeom>
          <a:solidFill>
            <a:srgbClr val="EDF6FA"/>
          </a:solidFill>
          <a:ln>
            <a:noFill/>
          </a:ln>
        </p:spPr>
        <p:txBody>
          <a:bodyPr wrap="square" anchor="ctr">
            <a:normAutofit fontScale="92500" lnSpcReduction="10000"/>
          </a:bodyPr>
          <a:lstStyle/>
          <a:p>
            <a:pPr algn="l"/>
            <a:r>
              <a:rPr lang="en-US" sz="1200" b="1" dirty="0">
                <a:solidFill>
                  <a:srgbClr val="023047"/>
                </a:solidFill>
                <a:latin typeface="Segoe UI" panose="020B0502040204020203" pitchFamily="34" charset="0"/>
              </a:rPr>
              <a:t>Key Decision Rules</a:t>
            </a:r>
          </a:p>
        </p:txBody>
      </p:sp>
      <p:sp>
        <p:nvSpPr>
          <p:cNvPr id="20" name="s223">
            <a:extLst>
              <a:ext uri="{FF2B5EF4-FFF2-40B4-BE49-F238E27FC236}">
                <a16:creationId xmlns:a16="http://schemas.microsoft.com/office/drawing/2014/main" id="{FCB0F56A-5FCF-9C4C-312B-8EA757756EAC}"/>
              </a:ext>
            </a:extLst>
          </p:cNvPr>
          <p:cNvSpPr txBox="1">
            <a:spLocks noGrp="1"/>
          </p:cNvSpPr>
          <p:nvPr/>
        </p:nvSpPr>
        <p:spPr>
          <a:xfrm>
            <a:off x="152400" y="3074285"/>
            <a:ext cx="4272000" cy="570000"/>
          </a:xfrm>
          <a:prstGeom prst="rect">
            <a:avLst/>
          </a:prstGeom>
          <a:solidFill>
            <a:srgbClr val="243A5E"/>
          </a:solidFill>
          <a:ln>
            <a:noFill/>
          </a:ln>
        </p:spPr>
        <p:txBody>
          <a:bodyPr wrap="square" anchor="ctr">
            <a:normAutofit/>
          </a:bodyPr>
          <a:lstStyle/>
          <a:p>
            <a:pPr algn="l"/>
            <a:r>
              <a:rPr lang="en-US" sz="975" b="1" dirty="0">
                <a:solidFill>
                  <a:srgbClr val="FFFFFF"/>
                </a:solidFill>
                <a:latin typeface="Segoe UI" panose="020B0502040204020203" pitchFamily="34" charset="0"/>
              </a:rPr>
              <a:t>Explore the Azure Portal</a:t>
            </a:r>
          </a:p>
          <a:p>
            <a:pPr algn="l"/>
            <a:r>
              <a:rPr lang="en-US" sz="825" dirty="0">
                <a:solidFill>
                  <a:srgbClr val="FFFFFF"/>
                </a:solidFill>
                <a:latin typeface="Segoe UI" panose="020B0502040204020203" pitchFamily="34" charset="0"/>
              </a:rPr>
              <a:t>Navigate to Azure Arc &gt; Servers &gt; your server to see all management options including Extensions, Updates, Policies, and Logs.</a:t>
            </a:r>
          </a:p>
        </p:txBody>
      </p:sp>
      <p:sp>
        <p:nvSpPr>
          <p:cNvPr id="21" name="s224">
            <a:extLst>
              <a:ext uri="{FF2B5EF4-FFF2-40B4-BE49-F238E27FC236}">
                <a16:creationId xmlns:a16="http://schemas.microsoft.com/office/drawing/2014/main" id="{2A6A4080-F512-EB92-BB4A-82A8B6D12A88}"/>
              </a:ext>
            </a:extLst>
          </p:cNvPr>
          <p:cNvSpPr txBox="1">
            <a:spLocks noGrp="1"/>
          </p:cNvSpPr>
          <p:nvPr/>
        </p:nvSpPr>
        <p:spPr>
          <a:xfrm>
            <a:off x="4724400" y="3074285"/>
            <a:ext cx="4272000" cy="570000"/>
          </a:xfrm>
          <a:prstGeom prst="rect">
            <a:avLst/>
          </a:prstGeom>
          <a:solidFill>
            <a:srgbClr val="0076D4"/>
          </a:solidFill>
          <a:ln>
            <a:noFill/>
          </a:ln>
        </p:spPr>
        <p:txBody>
          <a:bodyPr wrap="square" anchor="ctr">
            <a:normAutofit/>
          </a:bodyPr>
          <a:lstStyle/>
          <a:p>
            <a:pPr algn="l"/>
            <a:r>
              <a:rPr lang="en-US" sz="975" b="1" dirty="0">
                <a:solidFill>
                  <a:srgbClr val="FFFFFF"/>
                </a:solidFill>
                <a:latin typeface="Segoe UI" panose="020B0502040204020203" pitchFamily="34" charset="0"/>
              </a:rPr>
              <a:t>Enable Key Services</a:t>
            </a:r>
          </a:p>
          <a:p>
            <a:pPr algn="l"/>
            <a:r>
              <a:rPr lang="en-US" sz="825" dirty="0">
                <a:solidFill>
                  <a:srgbClr val="FFFFFF"/>
                </a:solidFill>
                <a:latin typeface="Segoe UI" panose="020B0502040204020203" pitchFamily="34" charset="0"/>
              </a:rPr>
              <a:t>Add extensions for monitoring (Azure Monitor Agent) and security (Microsoft Defender for Servers) from the Extensions blade at no additional Arc cost.</a:t>
            </a:r>
          </a:p>
        </p:txBody>
      </p:sp>
      <p:sp>
        <p:nvSpPr>
          <p:cNvPr id="22" name="s225">
            <a:extLst>
              <a:ext uri="{FF2B5EF4-FFF2-40B4-BE49-F238E27FC236}">
                <a16:creationId xmlns:a16="http://schemas.microsoft.com/office/drawing/2014/main" id="{BB5B0901-F2EC-0180-B30D-E2D0FC05C397}"/>
              </a:ext>
            </a:extLst>
          </p:cNvPr>
          <p:cNvSpPr txBox="1">
            <a:spLocks noGrp="1"/>
          </p:cNvSpPr>
          <p:nvPr/>
        </p:nvSpPr>
        <p:spPr>
          <a:xfrm>
            <a:off x="152400" y="3726785"/>
            <a:ext cx="4272000" cy="570000"/>
          </a:xfrm>
          <a:prstGeom prst="rect">
            <a:avLst/>
          </a:prstGeom>
          <a:solidFill>
            <a:srgbClr val="0076D4"/>
          </a:solidFill>
          <a:ln>
            <a:noFill/>
          </a:ln>
        </p:spPr>
        <p:txBody>
          <a:bodyPr wrap="square" anchor="ctr">
            <a:normAutofit/>
          </a:bodyPr>
          <a:lstStyle/>
          <a:p>
            <a:pPr algn="l"/>
            <a:r>
              <a:rPr lang="en-US" sz="975" b="1" dirty="0">
                <a:solidFill>
                  <a:srgbClr val="023047"/>
                </a:solidFill>
                <a:latin typeface="Segoe UI" panose="020B0502040204020203" pitchFamily="34" charset="0"/>
              </a:rPr>
              <a:t>Manage Updates</a:t>
            </a:r>
          </a:p>
          <a:p>
            <a:pPr algn="l"/>
            <a:r>
              <a:rPr lang="en-US" sz="825" dirty="0">
                <a:solidFill>
                  <a:srgbClr val="023047"/>
                </a:solidFill>
                <a:latin typeface="Segoe UI" panose="020B0502040204020203" pitchFamily="34" charset="0"/>
              </a:rPr>
              <a:t>Use the Updates blade to see pending patches and schedule deployment windows. Azure Update Manager is included free for Arc-connected servers.</a:t>
            </a:r>
          </a:p>
        </p:txBody>
      </p:sp>
      <p:sp>
        <p:nvSpPr>
          <p:cNvPr id="23" name="s226">
            <a:extLst>
              <a:ext uri="{FF2B5EF4-FFF2-40B4-BE49-F238E27FC236}">
                <a16:creationId xmlns:a16="http://schemas.microsoft.com/office/drawing/2014/main" id="{F2F23247-0D6A-C96F-0257-3E1C1DDF4124}"/>
              </a:ext>
            </a:extLst>
          </p:cNvPr>
          <p:cNvSpPr txBox="1">
            <a:spLocks noGrp="1"/>
          </p:cNvSpPr>
          <p:nvPr/>
        </p:nvSpPr>
        <p:spPr>
          <a:xfrm>
            <a:off x="4724400" y="3726785"/>
            <a:ext cx="4272000" cy="570000"/>
          </a:xfrm>
          <a:prstGeom prst="rect">
            <a:avLst/>
          </a:prstGeom>
          <a:solidFill>
            <a:srgbClr val="243A5E"/>
          </a:solidFill>
          <a:ln>
            <a:noFill/>
          </a:ln>
        </p:spPr>
        <p:txBody>
          <a:bodyPr wrap="square" anchor="ctr">
            <a:normAutofit/>
          </a:bodyPr>
          <a:lstStyle/>
          <a:p>
            <a:pPr algn="l"/>
            <a:r>
              <a:rPr lang="en-US" sz="975" b="1" dirty="0">
                <a:solidFill>
                  <a:srgbClr val="FFFFFF"/>
                </a:solidFill>
                <a:latin typeface="Segoe UI" panose="020B0502040204020203" pitchFamily="34" charset="0"/>
              </a:rPr>
              <a:t>Apply Governance</a:t>
            </a:r>
          </a:p>
          <a:p>
            <a:pPr algn="l"/>
            <a:r>
              <a:rPr lang="en-US" sz="825" dirty="0">
                <a:solidFill>
                  <a:srgbClr val="FFFFFF"/>
                </a:solidFill>
                <a:latin typeface="Segoe UI" panose="020B0502040204020203" pitchFamily="34" charset="0"/>
              </a:rPr>
              <a:t>Assign Azure Policy initiatives to enforce security baselines and track compliance across all Arc-enabled servers from one pane of glass.</a:t>
            </a:r>
          </a:p>
        </p:txBody>
      </p:sp>
      <p:sp>
        <p:nvSpPr>
          <p:cNvPr id="24" name="Course footer">
            <a:extLst>
              <a:ext uri="{FF2B5EF4-FFF2-40B4-BE49-F238E27FC236}">
                <a16:creationId xmlns:a16="http://schemas.microsoft.com/office/drawing/2014/main" id="{04B6D0F0-4BEE-DF85-6735-6FE8B65BD8C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13 | Azure Arc</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5" name="TextBox 24">
            <a:extLst>
              <a:ext uri="{FF2B5EF4-FFF2-40B4-BE49-F238E27FC236}">
                <a16:creationId xmlns:a16="http://schemas.microsoft.com/office/drawing/2014/main" id="{3824DEEF-AD29-664C-9F4D-3FCDFA580A32}"/>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04471060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318E-6ACE-41ED-786C-5E6D81834C89}"/>
              </a:ext>
            </a:extLst>
          </p:cNvPr>
          <p:cNvSpPr>
            <a:spLocks noGrp="1"/>
          </p:cNvSpPr>
          <p:nvPr>
            <p:ph type="title" idx="4294967295"/>
          </p:nvPr>
        </p:nvSpPr>
        <p:spPr>
          <a:xfrm>
            <a:off x="177800" y="274637"/>
            <a:ext cx="8258175" cy="327025"/>
          </a:xfrm>
        </p:spPr>
        <p:txBody>
          <a:bodyPr wrap="square">
            <a:noAutofit/>
          </a:bodyPr>
          <a:lstStyle/>
          <a:p>
            <a:r>
              <a:rPr lang="en-GB" dirty="0"/>
              <a:t>Verifying and Troubleshooting</a:t>
            </a:r>
          </a:p>
        </p:txBody>
      </p:sp>
      <p:sp>
        <p:nvSpPr>
          <p:cNvPr id="3" name="Divider">
            <a:extLst>
              <a:ext uri="{FF2B5EF4-FFF2-40B4-BE49-F238E27FC236}">
                <a16:creationId xmlns:a16="http://schemas.microsoft.com/office/drawing/2014/main" id="{AF82BB3B-C74A-A219-B968-B2B4C5271B80}"/>
              </a:ext>
            </a:extLst>
          </p:cNvPr>
          <p:cNvSpPr/>
          <p:nvPr/>
        </p:nvSpPr>
        <p:spPr>
          <a:xfrm>
            <a:off x="4534920" y="727075"/>
            <a:ext cx="18000" cy="4200000"/>
          </a:xfrm>
          <a:prstGeom prst="rect">
            <a:avLst/>
          </a:prstGeom>
          <a:solidFill>
            <a:srgbClr val="8ECAE6"/>
          </a:solidFill>
          <a:ln w="0">
            <a:noFill/>
          </a:ln>
        </p:spPr>
        <p:txBody>
          <a:bodyPr/>
          <a:lstStyle/>
          <a:p>
            <a:endParaRPr lang="en-GB"/>
          </a:p>
        </p:txBody>
      </p:sp>
      <p:sp>
        <p:nvSpPr>
          <p:cNvPr id="4" name="Left">
            <a:extLst>
              <a:ext uri="{FF2B5EF4-FFF2-40B4-BE49-F238E27FC236}">
                <a16:creationId xmlns:a16="http://schemas.microsoft.com/office/drawing/2014/main" id="{F5C26918-9477-F261-F4CA-7B44FDFF57A8}"/>
              </a:ext>
            </a:extLst>
          </p:cNvPr>
          <p:cNvSpPr/>
          <p:nvPr/>
        </p:nvSpPr>
        <p:spPr>
          <a:xfrm>
            <a:off x="177800" y="727075"/>
            <a:ext cx="4310000" cy="4200000"/>
          </a:xfrm>
          <a:prstGeom prst="rect">
            <a:avLst/>
          </a:prstGeom>
          <a:noFill/>
          <a:ln/>
        </p:spPr>
        <p:txBody>
          <a:bodyPr wrap="square" lIns="91440" tIns="45720" rIns="91440" bIns="45720" rtlCol="0" anchor="t">
            <a:normAutofit/>
          </a:bodyPr>
          <a:lstStyle/>
          <a:p>
            <a:pPr marL="0" indent="0">
              <a:spcAft>
                <a:spcPts val="200"/>
              </a:spcAft>
              <a:buNone/>
            </a:pPr>
            <a:r>
              <a:rPr lang="en-US" sz="1200" b="1" dirty="0">
                <a:solidFill>
                  <a:srgbClr val="023047"/>
                </a:solidFill>
                <a:latin typeface="Segoe UI" panose="020B0502040204020203" pitchFamily="34" charset="0"/>
              </a:rPr>
              <a:t>Verifying the Connection in Azure Portal</a:t>
            </a:r>
          </a:p>
          <a:p>
            <a:pPr marL="342900" indent="-342900">
              <a:spcAft>
                <a:spcPts val="160"/>
              </a:spcAft>
              <a:buSzPct val="100000"/>
              <a:buChar char="•"/>
            </a:pPr>
            <a:r>
              <a:rPr lang="en-US" sz="1050" dirty="0">
                <a:solidFill>
                  <a:srgbClr val="023047"/>
                </a:solidFill>
                <a:latin typeface="Segoe UI" panose="020B0502040204020203" pitchFamily="34" charset="0"/>
              </a:rPr>
              <a:t>Go to Azure Arc &gt; Servers in the portal</a:t>
            </a:r>
          </a:p>
          <a:p>
            <a:pPr marL="342900" indent="-342900">
              <a:spcAft>
                <a:spcPts val="160"/>
              </a:spcAft>
              <a:buSzPct val="100000"/>
              <a:buChar char="•"/>
            </a:pPr>
            <a:r>
              <a:rPr lang="en-US" sz="1050" dirty="0">
                <a:solidFill>
                  <a:srgbClr val="023047"/>
                </a:solidFill>
                <a:latin typeface="Segoe UI" panose="020B0502040204020203" pitchFamily="34" charset="0"/>
              </a:rPr>
              <a:t>The server appears with Status: Connected (green indicator)</a:t>
            </a:r>
          </a:p>
          <a:p>
            <a:pPr marL="342900" indent="-342900">
              <a:spcAft>
                <a:spcPts val="160"/>
              </a:spcAft>
              <a:buSzPct val="100000"/>
              <a:buChar char="•"/>
            </a:pPr>
            <a:r>
              <a:rPr lang="en-US" sz="1050" dirty="0">
                <a:solidFill>
                  <a:srgbClr val="023047"/>
                </a:solidFill>
                <a:latin typeface="Segoe UI" panose="020B0502040204020203" pitchFamily="34" charset="0"/>
              </a:rPr>
              <a:t>Click the server name to view: OS, IP address, agent version, last heartbeat</a:t>
            </a:r>
          </a:p>
          <a:p>
            <a:pPr marL="342900" indent="-342900">
              <a:spcAft>
                <a:spcPts val="160"/>
              </a:spcAft>
              <a:buSzPct val="100000"/>
              <a:buChar char="•"/>
            </a:pPr>
            <a:r>
              <a:rPr lang="en-US" sz="1050" dirty="0">
                <a:solidFill>
                  <a:srgbClr val="023047"/>
                </a:solidFill>
                <a:latin typeface="Segoe UI" panose="020B0502040204020203" pitchFamily="34" charset="0"/>
              </a:rPr>
              <a:t>Use the Updates blade to see available Windows patches</a:t>
            </a:r>
          </a:p>
          <a:p>
            <a:pPr marL="342900" indent="-342900">
              <a:spcAft>
                <a:spcPts val="160"/>
              </a:spcAft>
              <a:buSzPct val="100000"/>
              <a:buChar char="•"/>
            </a:pPr>
            <a:r>
              <a:rPr lang="en-US" sz="1050" dirty="0">
                <a:solidFill>
                  <a:srgbClr val="023047"/>
                </a:solidFill>
                <a:latin typeface="Segoe UI" panose="020B0502040204020203" pitchFamily="34" charset="0"/>
              </a:rPr>
              <a:t>Use the Extensions blade to see installed and available VM extensions</a:t>
            </a:r>
          </a:p>
          <a:p>
            <a:pPr>
              <a:buNone/>
            </a:pPr>
            <a:endParaRPr lang="en-US" sz="4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Verifying the Agent on the Server</a:t>
            </a:r>
          </a:p>
          <a:p>
            <a:pPr marL="0" indent="0">
              <a:spcAft>
                <a:spcPts val="80"/>
              </a:spcAft>
              <a:buNone/>
            </a:pPr>
            <a:r>
              <a:rPr lang="en-US" sz="880" dirty="0">
                <a:solidFill>
                  <a:srgbClr val="0D3349"/>
                </a:solidFill>
                <a:latin typeface="Segoe UI" panose="020B0502040204020203" pitchFamily="34" charset="0"/>
              </a:rPr>
              <a:t># Confirm himds service is running</a:t>
            </a:r>
          </a:p>
          <a:p>
            <a:pPr marL="0" indent="0">
              <a:spcAft>
                <a:spcPts val="80"/>
              </a:spcAft>
              <a:buNone/>
            </a:pPr>
            <a:r>
              <a:rPr lang="en-US" sz="880" dirty="0">
                <a:solidFill>
                  <a:srgbClr val="0D3349"/>
                </a:solidFill>
                <a:latin typeface="Segoe UI" panose="020B0502040204020203" pitchFamily="34" charset="0"/>
              </a:rPr>
              <a:t>Get-Service -Name himds |</a:t>
            </a:r>
          </a:p>
          <a:p>
            <a:pPr marL="0" indent="0">
              <a:spcAft>
                <a:spcPts val="80"/>
              </a:spcAft>
              <a:buNone/>
            </a:pPr>
            <a:r>
              <a:rPr lang="en-US" sz="880" dirty="0">
                <a:solidFill>
                  <a:srgbClr val="0D3349"/>
                </a:solidFill>
                <a:latin typeface="Segoe UI" panose="020B0502040204020203" pitchFamily="34" charset="0"/>
              </a:rPr>
              <a:t>  Select Name, Status</a:t>
            </a:r>
          </a:p>
          <a:p>
            <a:pPr>
              <a:buNone/>
            </a:pPr>
            <a:endParaRPr lang="en-US" sz="200" dirty="0">
              <a:latin typeface="Segoe UI" panose="020B0502040204020203" pitchFamily="34" charset="0"/>
            </a:endParaRPr>
          </a:p>
          <a:p>
            <a:pPr marL="0" indent="0">
              <a:spcAft>
                <a:spcPts val="80"/>
              </a:spcAft>
              <a:buNone/>
            </a:pPr>
            <a:r>
              <a:rPr lang="en-US" sz="880" dirty="0">
                <a:solidFill>
                  <a:srgbClr val="0D3349"/>
                </a:solidFill>
                <a:latin typeface="Segoe UI" panose="020B0502040204020203" pitchFamily="34" charset="0"/>
              </a:rPr>
              <a:t># Show full Arc connection details</a:t>
            </a:r>
          </a:p>
          <a:p>
            <a:pPr marL="0" indent="0">
              <a:spcAft>
                <a:spcPts val="80"/>
              </a:spcAft>
              <a:buNone/>
            </a:pPr>
            <a:r>
              <a:rPr lang="en-US" sz="880" dirty="0">
                <a:solidFill>
                  <a:srgbClr val="0D3349"/>
                </a:solidFill>
                <a:latin typeface="Segoe UI" panose="020B0502040204020203" pitchFamily="34" charset="0"/>
              </a:rPr>
              <a:t>azcmagent show</a:t>
            </a:r>
          </a:p>
          <a:p>
            <a:pPr>
              <a:buNone/>
            </a:pPr>
            <a:endParaRPr lang="en-US" sz="400" dirty="0">
              <a:latin typeface="Segoe UI" panose="020B0502040204020203" pitchFamily="34" charset="0"/>
            </a:endParaRPr>
          </a:p>
          <a:p>
            <a:pPr marL="0" indent="0">
              <a:spcAft>
                <a:spcPts val="160"/>
              </a:spcAft>
              <a:buNone/>
            </a:pPr>
            <a:r>
              <a:rPr lang="en-US" sz="900" dirty="0">
                <a:solidFill>
                  <a:srgbClr val="666666"/>
                </a:solidFill>
                <a:latin typeface="Segoe UI" panose="020B0502040204020203" pitchFamily="34" charset="0"/>
              </a:rPr>
              <a:t>[Screenshot placeholder: Connected Windows Server 2025 machine shown in Azure Arc &gt; Servers with Status: Connected and server details visible]</a:t>
            </a:r>
          </a:p>
        </p:txBody>
      </p:sp>
      <p:sp>
        <p:nvSpPr>
          <p:cNvPr id="5" name="Right">
            <a:extLst>
              <a:ext uri="{FF2B5EF4-FFF2-40B4-BE49-F238E27FC236}">
                <a16:creationId xmlns:a16="http://schemas.microsoft.com/office/drawing/2014/main" id="{0C85BE53-28E5-1774-1685-EF7009224A7B}"/>
              </a:ext>
            </a:extLst>
          </p:cNvPr>
          <p:cNvSpPr/>
          <p:nvPr/>
        </p:nvSpPr>
        <p:spPr>
          <a:xfrm>
            <a:off x="4604920" y="727075"/>
            <a:ext cx="4360000" cy="4200000"/>
          </a:xfrm>
          <a:prstGeom prst="rect">
            <a:avLst/>
          </a:prstGeom>
          <a:solidFill>
            <a:srgbClr val="F0F8FB"/>
          </a:solidFill>
          <a:ln w="9000">
            <a:solidFill>
              <a:srgbClr val="8ECAE6"/>
            </a:solidFill>
            <a:prstDash val="solid"/>
          </a:ln>
        </p:spPr>
        <p:txBody>
          <a:bodyPr wrap="square" lIns="91440" tIns="45720" rIns="91440" bIns="45720" rtlCol="0" anchor="t">
            <a:normAutofit/>
          </a:bodyPr>
          <a:lstStyle/>
          <a:p>
            <a:pPr marL="0" indent="0">
              <a:spcAft>
                <a:spcPts val="200"/>
              </a:spcAft>
              <a:buNone/>
            </a:pPr>
            <a:r>
              <a:rPr lang="en-US" sz="1200" b="1" dirty="0">
                <a:solidFill>
                  <a:srgbClr val="219EBC"/>
                </a:solidFill>
                <a:latin typeface="Segoe UI" panose="020B0502040204020203" pitchFamily="34" charset="0"/>
              </a:rPr>
              <a:t>Common Issues and Fixes</a:t>
            </a:r>
          </a:p>
          <a:p>
            <a:pPr>
              <a:buNone/>
            </a:pPr>
            <a:endParaRPr lang="en-US" sz="2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Script fails to download agent</a:t>
            </a:r>
          </a:p>
          <a:p>
            <a:pPr marL="342900" indent="-342900">
              <a:spcAft>
                <a:spcPts val="160"/>
              </a:spcAft>
              <a:buSzPct val="100000"/>
              <a:buChar char="•"/>
            </a:pPr>
            <a:r>
              <a:rPr lang="en-US" sz="1000" dirty="0">
                <a:solidFill>
                  <a:srgbClr val="023047"/>
                </a:solidFill>
                <a:latin typeface="Segoe UI" panose="020B0502040204020203" pitchFamily="34" charset="0"/>
              </a:rPr>
              <a:t>Verify outbound HTTPS access to Azure endpoints from LON-SVR1</a:t>
            </a:r>
          </a:p>
          <a:p>
            <a:pPr marL="342900" indent="-342900">
              <a:spcAft>
                <a:spcPts val="160"/>
              </a:spcAft>
              <a:buSzPct val="100000"/>
              <a:buChar char="•"/>
            </a:pPr>
            <a:r>
              <a:rPr lang="en-US" sz="1000" dirty="0">
                <a:solidFill>
                  <a:srgbClr val="023047"/>
                </a:solidFill>
                <a:latin typeface="Segoe UI" panose="020B0502040204020203" pitchFamily="34" charset="0"/>
              </a:rPr>
              <a:t>Check proxy or firewall rules for TCP 443</a:t>
            </a:r>
          </a:p>
          <a:p>
            <a:pPr>
              <a:buNone/>
            </a:pPr>
            <a:endParaRPr lang="en-US" sz="2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Status shows Disconnected after install</a:t>
            </a:r>
          </a:p>
          <a:p>
            <a:pPr marL="342900" indent="-342900">
              <a:spcAft>
                <a:spcPts val="160"/>
              </a:spcAft>
              <a:buSzPct val="100000"/>
              <a:buChar char="•"/>
            </a:pPr>
            <a:r>
              <a:rPr lang="en-US" sz="1000" dirty="0">
                <a:solidFill>
                  <a:srgbClr val="023047"/>
                </a:solidFill>
                <a:latin typeface="Segoe UI" panose="020B0502040204020203" pitchFamily="34" charset="0"/>
              </a:rPr>
              <a:t>Confirm himds is Running: Get-Service himds</a:t>
            </a:r>
          </a:p>
          <a:p>
            <a:pPr marL="342900" indent="-342900">
              <a:spcAft>
                <a:spcPts val="160"/>
              </a:spcAft>
              <a:buSzPct val="100000"/>
              <a:buChar char="•"/>
            </a:pPr>
            <a:r>
              <a:rPr lang="en-US" sz="1000" dirty="0">
                <a:solidFill>
                  <a:srgbClr val="023047"/>
                </a:solidFill>
                <a:latin typeface="Segoe UI" panose="020B0502040204020203" pitchFamily="34" charset="0"/>
              </a:rPr>
              <a:t>Review log: %ProgramData%\AzureConnectedMachineAgent\Log\himds.log</a:t>
            </a:r>
          </a:p>
          <a:p>
            <a:pPr>
              <a:buNone/>
            </a:pPr>
            <a:endParaRPr lang="en-US" sz="2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Server not visible in portal</a:t>
            </a:r>
          </a:p>
          <a:p>
            <a:pPr marL="342900" indent="-342900">
              <a:spcAft>
                <a:spcPts val="160"/>
              </a:spcAft>
              <a:buSzPct val="100000"/>
              <a:buChar char="•"/>
            </a:pPr>
            <a:r>
              <a:rPr lang="en-US" sz="1000" dirty="0">
                <a:solidFill>
                  <a:srgbClr val="023047"/>
                </a:solidFill>
                <a:latin typeface="Segoe UI" panose="020B0502040204020203" pitchFamily="34" charset="0"/>
              </a:rPr>
              <a:t>Wait 2-5 minutes after script completion for registration to propagate</a:t>
            </a:r>
          </a:p>
          <a:p>
            <a:pPr marL="342900" indent="-342900">
              <a:spcAft>
                <a:spcPts val="160"/>
              </a:spcAft>
              <a:buSzPct val="100000"/>
              <a:buChar char="•"/>
            </a:pPr>
            <a:r>
              <a:rPr lang="en-US" sz="1000" dirty="0">
                <a:solidFill>
                  <a:srgbClr val="023047"/>
                </a:solidFill>
                <a:latin typeface="Segoe UI" panose="020B0502040204020203" pitchFamily="34" charset="0"/>
              </a:rPr>
              <a:t>Confirm correct resource group and subscription were used in script</a:t>
            </a:r>
          </a:p>
          <a:p>
            <a:pPr>
              <a:buNone/>
            </a:pPr>
            <a:endParaRPr lang="en-US" sz="200" dirty="0">
              <a:latin typeface="Segoe UI" panose="020B0502040204020203" pitchFamily="34" charset="0"/>
            </a:endParaRPr>
          </a:p>
          <a:p>
            <a:pPr marL="0" indent="0">
              <a:spcAft>
                <a:spcPts val="200"/>
              </a:spcAft>
              <a:buNone/>
            </a:pPr>
            <a:r>
              <a:rPr lang="en-US" sz="1200" b="1" dirty="0">
                <a:solidFill>
                  <a:srgbClr val="023047"/>
                </a:solidFill>
                <a:latin typeface="Segoe UI" panose="020B0502040204020203" pitchFamily="34" charset="0"/>
              </a:rPr>
              <a:t>Execution policy blocks the script</a:t>
            </a:r>
          </a:p>
          <a:p>
            <a:pPr marL="342900" indent="-342900">
              <a:spcAft>
                <a:spcPts val="160"/>
              </a:spcAft>
              <a:buSzPct val="100000"/>
              <a:buChar char="•"/>
            </a:pPr>
            <a:r>
              <a:rPr lang="en-US" sz="1000" dirty="0">
                <a:solidFill>
                  <a:srgbClr val="023047"/>
                </a:solidFill>
                <a:latin typeface="Segoe UI" panose="020B0502040204020203" pitchFamily="34" charset="0"/>
              </a:rPr>
              <a:t>Run: Set-ExecutionPolicy Bypass -Scope CurrentUser -Force</a:t>
            </a:r>
          </a:p>
        </p:txBody>
      </p:sp>
      <p:sp>
        <p:nvSpPr>
          <p:cNvPr id="6" name="Course footer">
            <a:extLst>
              <a:ext uri="{FF2B5EF4-FFF2-40B4-BE49-F238E27FC236}">
                <a16:creationId xmlns:a16="http://schemas.microsoft.com/office/drawing/2014/main" id="{C4467376-68D8-4248-D6EA-CD97F81474A2}"/>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13 | Azure Arc</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7A775ED7-2673-524B-13C9-1DAC34DBC92C}"/>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02180675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5E62F-0A30-8B44-BC1F-0065F8736554}"/>
              </a:ext>
            </a:extLst>
          </p:cNvPr>
          <p:cNvSpPr>
            <a:spLocks noGrp="1"/>
          </p:cNvSpPr>
          <p:nvPr>
            <p:ph type="title"/>
          </p:nvPr>
        </p:nvSpPr>
        <p:spPr>
          <a:xfrm>
            <a:off x="313982" y="330371"/>
            <a:ext cx="8505951" cy="510147"/>
          </a:xfrm>
        </p:spPr>
        <p:txBody>
          <a:bodyPr vert="horz" wrap="square" lIns="0" tIns="91440" rIns="146304" bIns="91440" rtlCol="0" anchor="t">
            <a:normAutofit/>
          </a:bodyPr>
          <a:lstStyle/>
          <a:p>
            <a:r>
              <a:rPr lang="en-US" b="0" kern="1200" cap="none" spc="-36" baseline="0" dirty="0">
                <a:ln w="3175">
                  <a:noFill/>
                </a:ln>
                <a:effectLst/>
                <a:latin typeface="+mj-lt"/>
                <a:ea typeface="+mn-ea"/>
                <a:cs typeface="Segoe UI" pitchFamily="34" charset="0"/>
              </a:rPr>
              <a:t>Chapter Summary</a:t>
            </a:r>
          </a:p>
        </p:txBody>
      </p:sp>
      <p:sp>
        <p:nvSpPr>
          <p:cNvPr id="3" name="Text Placeholder 2">
            <a:extLst>
              <a:ext uri="{FF2B5EF4-FFF2-40B4-BE49-F238E27FC236}">
                <a16:creationId xmlns:a16="http://schemas.microsoft.com/office/drawing/2014/main" id="{FC3B0CAF-1218-DCAE-DBA9-52DF1D937C3C}"/>
              </a:ext>
            </a:extLst>
          </p:cNvPr>
          <p:cNvSpPr>
            <a:spLocks noGrp="1"/>
          </p:cNvSpPr>
          <p:nvPr>
            <p:ph type="body" sz="quarter" idx="11"/>
          </p:nvPr>
        </p:nvSpPr>
        <p:spPr>
          <a:xfrm>
            <a:off x="1042096" y="1092672"/>
            <a:ext cx="7787924" cy="546336"/>
          </a:xfrm>
        </p:spPr>
        <p:txBody>
          <a:bodyPr vert="horz" wrap="square" lIns="0" tIns="0" rIns="0" bIns="0" rtlCol="0" anchor="ctr">
            <a:normAutofit/>
          </a:bodyPr>
          <a:lstStyle/>
          <a:p>
            <a:pPr lvl="1">
              <a:spcBef>
                <a:spcPts val="288"/>
              </a:spcBef>
              <a:spcAft>
                <a:spcPts val="432"/>
              </a:spcAft>
            </a:pPr>
            <a:r>
              <a:rPr lang="en-US" b="0" kern="1200" spc="0" baseline="0">
                <a:latin typeface="+mn-lt"/>
                <a:ea typeface="+mn-ea"/>
                <a:cs typeface="+mn-cs"/>
              </a:rPr>
              <a:t>01  Azure Arc extends Azure management to any server without migrating it to the cloud</a:t>
            </a:r>
          </a:p>
        </p:txBody>
      </p:sp>
      <p:sp>
        <p:nvSpPr>
          <p:cNvPr id="4" name="Text Placeholder 3">
            <a:extLst>
              <a:ext uri="{FF2B5EF4-FFF2-40B4-BE49-F238E27FC236}">
                <a16:creationId xmlns:a16="http://schemas.microsoft.com/office/drawing/2014/main" id="{5C689CCB-8D2C-7A00-236D-E189522D456A}"/>
              </a:ext>
            </a:extLst>
          </p:cNvPr>
          <p:cNvSpPr>
            <a:spLocks noGrp="1"/>
          </p:cNvSpPr>
          <p:nvPr>
            <p:ph type="body" sz="quarter" idx="15"/>
          </p:nvPr>
        </p:nvSpPr>
        <p:spPr>
          <a:xfrm>
            <a:off x="1042096" y="1727497"/>
            <a:ext cx="7787924" cy="546336"/>
          </a:xfrm>
        </p:spPr>
        <p:txBody>
          <a:bodyPr vert="horz" wrap="square" lIns="0" tIns="0" rIns="0" bIns="0" rtlCol="0" anchor="ctr">
            <a:normAutofit/>
          </a:bodyPr>
          <a:lstStyle/>
          <a:p>
            <a:pPr lvl="1">
              <a:spcBef>
                <a:spcPts val="288"/>
              </a:spcBef>
              <a:spcAft>
                <a:spcPts val="432"/>
              </a:spcAft>
            </a:pPr>
            <a:r>
              <a:rPr lang="en-US" b="0" kern="1200" spc="0" baseline="0">
                <a:latin typeface="+mn-lt"/>
                <a:ea typeface="+mn-ea"/>
                <a:cs typeface="+mn-cs"/>
              </a:rPr>
              <a:t>02  The Connected Machine agent is lightweight, registers the server, and maintains a heartbeat</a:t>
            </a:r>
          </a:p>
        </p:txBody>
      </p:sp>
      <p:sp>
        <p:nvSpPr>
          <p:cNvPr id="5" name="Text Placeholder 4">
            <a:extLst>
              <a:ext uri="{FF2B5EF4-FFF2-40B4-BE49-F238E27FC236}">
                <a16:creationId xmlns:a16="http://schemas.microsoft.com/office/drawing/2014/main" id="{8A872CDE-0586-4E06-A0C2-2DF795D29999}"/>
              </a:ext>
            </a:extLst>
          </p:cNvPr>
          <p:cNvSpPr>
            <a:spLocks noGrp="1"/>
          </p:cNvSpPr>
          <p:nvPr>
            <p:ph type="body" sz="quarter" idx="17"/>
          </p:nvPr>
        </p:nvSpPr>
        <p:spPr>
          <a:xfrm>
            <a:off x="1042096" y="2362321"/>
            <a:ext cx="7787924" cy="546336"/>
          </a:xfrm>
        </p:spPr>
        <p:txBody>
          <a:bodyPr vert="horz" wrap="square" lIns="0" tIns="0" rIns="0" bIns="0" rtlCol="0" anchor="ctr">
            <a:normAutofit/>
          </a:bodyPr>
          <a:lstStyle/>
          <a:p>
            <a:pPr lvl="1">
              <a:spcBef>
                <a:spcPts val="288"/>
              </a:spcBef>
              <a:spcAft>
                <a:spcPts val="432"/>
              </a:spcAft>
            </a:pPr>
            <a:r>
              <a:rPr lang="en-US" b="0" kern="1200" spc="0" baseline="0">
                <a:latin typeface="+mn-lt"/>
                <a:ea typeface="+mn-ea"/>
                <a:cs typeface="+mn-cs"/>
              </a:rPr>
              <a:t>03  Management capabilities include updates, security, monitoring, policy, and automation</a:t>
            </a:r>
          </a:p>
        </p:txBody>
      </p:sp>
      <p:sp>
        <p:nvSpPr>
          <p:cNvPr id="6" name="Text Placeholder 5">
            <a:extLst>
              <a:ext uri="{FF2B5EF4-FFF2-40B4-BE49-F238E27FC236}">
                <a16:creationId xmlns:a16="http://schemas.microsoft.com/office/drawing/2014/main" id="{89E7E77B-5F1E-9BD3-422B-621D9768E786}"/>
              </a:ext>
            </a:extLst>
          </p:cNvPr>
          <p:cNvSpPr>
            <a:spLocks noGrp="1"/>
          </p:cNvSpPr>
          <p:nvPr>
            <p:ph type="body" sz="quarter" idx="19"/>
          </p:nvPr>
        </p:nvSpPr>
        <p:spPr>
          <a:xfrm>
            <a:off x="1042096" y="2997146"/>
            <a:ext cx="7787924" cy="546336"/>
          </a:xfrm>
        </p:spPr>
        <p:txBody>
          <a:bodyPr vert="horz" wrap="square" lIns="0" tIns="0" rIns="0" bIns="0" rtlCol="0" anchor="ctr">
            <a:normAutofit/>
          </a:bodyPr>
          <a:lstStyle/>
          <a:p>
            <a:pPr lvl="1">
              <a:spcBef>
                <a:spcPts val="288"/>
              </a:spcBef>
              <a:spcAft>
                <a:spcPts val="432"/>
              </a:spcAft>
            </a:pPr>
            <a:r>
              <a:rPr lang="en-US" b="0" kern="1200" spc="0" baseline="0">
                <a:latin typeface="+mn-lt"/>
                <a:ea typeface="+mn-ea"/>
                <a:cs typeface="+mn-cs"/>
              </a:rPr>
              <a:t>04  Connecting a single server is straightforward: generate a script in the portal, run it as admin, verify the connection</a:t>
            </a:r>
          </a:p>
        </p:txBody>
      </p:sp>
    </p:spTree>
    <p:extLst>
      <p:ext uri="{BB962C8B-B14F-4D97-AF65-F5344CB8AC3E}">
        <p14:creationId xmlns:p14="http://schemas.microsoft.com/office/powerpoint/2010/main" val="211316466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934A7-6FBE-B426-B4DB-5DDC0E36728C}"/>
              </a:ext>
            </a:extLst>
          </p:cNvPr>
          <p:cNvSpPr>
            <a:spLocks noGrp="1"/>
          </p:cNvSpPr>
          <p:nvPr>
            <p:ph type="title" idx="4294967295"/>
          </p:nvPr>
        </p:nvSpPr>
        <p:spPr>
          <a:xfrm>
            <a:off x="0" y="438150"/>
            <a:ext cx="8258175" cy="369888"/>
          </a:xfrm>
        </p:spPr>
        <p:txBody>
          <a:bodyPr wrap="square">
            <a:noAutofit/>
          </a:bodyPr>
          <a:lstStyle/>
          <a:p>
            <a:r>
              <a:rPr lang="en-GB"/>
              <a:t>Knowledge Check</a:t>
            </a:r>
          </a:p>
        </p:txBody>
      </p:sp>
      <p:sp>
        <p:nvSpPr>
          <p:cNvPr id="9" name="Shape 6">
            <a:extLst>
              <a:ext uri="{FF2B5EF4-FFF2-40B4-BE49-F238E27FC236}">
                <a16:creationId xmlns:a16="http://schemas.microsoft.com/office/drawing/2014/main" id="{0784AF67-C5E1-1E07-948F-3C8E5E91ECD5}"/>
              </a:ext>
            </a:extLst>
          </p:cNvPr>
          <p:cNvSpPr/>
          <p:nvPr/>
        </p:nvSpPr>
        <p:spPr>
          <a:xfrm>
            <a:off x="254000" y="962660"/>
            <a:ext cx="402336" cy="402336"/>
          </a:xfrm>
          <a:prstGeom prst="ellipse">
            <a:avLst/>
          </a:prstGeom>
          <a:solidFill>
            <a:srgbClr val="FFF3CD"/>
          </a:solidFill>
          <a:ln w="19050">
            <a:solidFill>
              <a:srgbClr val="0076D4"/>
            </a:solidFill>
            <a:prstDash val="solid"/>
          </a:ln>
        </p:spPr>
        <p:txBody>
          <a:bodyPr/>
          <a:lstStyle/>
          <a:p>
            <a:endParaRPr lang="en-GB"/>
          </a:p>
        </p:txBody>
      </p:sp>
      <p:sp>
        <p:nvSpPr>
          <p:cNvPr id="10" name="Text 7">
            <a:extLst>
              <a:ext uri="{FF2B5EF4-FFF2-40B4-BE49-F238E27FC236}">
                <a16:creationId xmlns:a16="http://schemas.microsoft.com/office/drawing/2014/main" id="{636B8D01-0A2A-BFC6-38C8-AFD2453A4D28}"/>
              </a:ext>
            </a:extLst>
          </p:cNvPr>
          <p:cNvSpPr/>
          <p:nvPr/>
        </p:nvSpPr>
        <p:spPr>
          <a:xfrm>
            <a:off x="254000" y="96266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1</a:t>
            </a:r>
            <a:endParaRPr lang="en-US" sz="1500" dirty="0">
              <a:latin typeface="Segoe UI" panose="020B0502040204020203" pitchFamily="34" charset="0"/>
            </a:endParaRPr>
          </a:p>
        </p:txBody>
      </p:sp>
      <p:sp>
        <p:nvSpPr>
          <p:cNvPr id="11" name="Text 8">
            <a:extLst>
              <a:ext uri="{FF2B5EF4-FFF2-40B4-BE49-F238E27FC236}">
                <a16:creationId xmlns:a16="http://schemas.microsoft.com/office/drawing/2014/main" id="{EF46003C-48A3-F4FF-B757-DC0088D22D93}"/>
              </a:ext>
            </a:extLst>
          </p:cNvPr>
          <p:cNvSpPr/>
          <p:nvPr/>
        </p:nvSpPr>
        <p:spPr>
          <a:xfrm>
            <a:off x="775208" y="87122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Azure Arc-enabled servers, and how does connecting a machine change how it appears in Azure?</a:t>
            </a:r>
            <a:endParaRPr lang="en-US" sz="1500" dirty="0">
              <a:latin typeface="Segoe UI" panose="020B0502040204020203" pitchFamily="34" charset="0"/>
            </a:endParaRPr>
          </a:p>
        </p:txBody>
      </p:sp>
      <p:sp>
        <p:nvSpPr>
          <p:cNvPr id="12" name="Shape 9">
            <a:extLst>
              <a:ext uri="{FF2B5EF4-FFF2-40B4-BE49-F238E27FC236}">
                <a16:creationId xmlns:a16="http://schemas.microsoft.com/office/drawing/2014/main" id="{CE898ED2-99D5-6F14-DFC9-DD66E543AD08}"/>
              </a:ext>
            </a:extLst>
          </p:cNvPr>
          <p:cNvSpPr/>
          <p:nvPr/>
        </p:nvSpPr>
        <p:spPr>
          <a:xfrm>
            <a:off x="254000" y="1591310"/>
            <a:ext cx="8631936" cy="0"/>
          </a:xfrm>
          <a:prstGeom prst="line">
            <a:avLst/>
          </a:prstGeom>
          <a:noFill/>
          <a:ln w="6350">
            <a:solidFill>
              <a:srgbClr val="BFD9E6"/>
            </a:solidFill>
            <a:prstDash val="solid"/>
          </a:ln>
        </p:spPr>
        <p:txBody>
          <a:bodyPr/>
          <a:lstStyle/>
          <a:p>
            <a:endParaRPr lang="en-GB"/>
          </a:p>
        </p:txBody>
      </p:sp>
      <p:sp>
        <p:nvSpPr>
          <p:cNvPr id="13" name="Shape 10">
            <a:extLst>
              <a:ext uri="{FF2B5EF4-FFF2-40B4-BE49-F238E27FC236}">
                <a16:creationId xmlns:a16="http://schemas.microsoft.com/office/drawing/2014/main" id="{72CAFD5F-3F50-BE59-D7F4-24E7413F4D79}"/>
              </a:ext>
            </a:extLst>
          </p:cNvPr>
          <p:cNvSpPr/>
          <p:nvPr/>
        </p:nvSpPr>
        <p:spPr>
          <a:xfrm>
            <a:off x="254000" y="1922780"/>
            <a:ext cx="402336" cy="402336"/>
          </a:xfrm>
          <a:prstGeom prst="ellipse">
            <a:avLst/>
          </a:prstGeom>
          <a:solidFill>
            <a:srgbClr val="FFF3CD"/>
          </a:solidFill>
          <a:ln w="19050">
            <a:solidFill>
              <a:srgbClr val="0076D4"/>
            </a:solidFill>
            <a:prstDash val="solid"/>
          </a:ln>
        </p:spPr>
        <p:txBody>
          <a:bodyPr/>
          <a:lstStyle/>
          <a:p>
            <a:endParaRPr lang="en-GB"/>
          </a:p>
        </p:txBody>
      </p:sp>
      <p:sp>
        <p:nvSpPr>
          <p:cNvPr id="14" name="Text 11">
            <a:extLst>
              <a:ext uri="{FF2B5EF4-FFF2-40B4-BE49-F238E27FC236}">
                <a16:creationId xmlns:a16="http://schemas.microsoft.com/office/drawing/2014/main" id="{DB5039B7-86AF-C509-2B3D-9AA931E7D1B5}"/>
              </a:ext>
            </a:extLst>
          </p:cNvPr>
          <p:cNvSpPr/>
          <p:nvPr/>
        </p:nvSpPr>
        <p:spPr>
          <a:xfrm>
            <a:off x="254000" y="192278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2</a:t>
            </a:r>
            <a:endParaRPr lang="en-US" sz="1500" dirty="0">
              <a:latin typeface="Segoe UI" panose="020B0502040204020203" pitchFamily="34" charset="0"/>
            </a:endParaRPr>
          </a:p>
        </p:txBody>
      </p:sp>
      <p:sp>
        <p:nvSpPr>
          <p:cNvPr id="15" name="Text 12">
            <a:extLst>
              <a:ext uri="{FF2B5EF4-FFF2-40B4-BE49-F238E27FC236}">
                <a16:creationId xmlns:a16="http://schemas.microsoft.com/office/drawing/2014/main" id="{5714F920-0817-91CB-EAAE-DEC1F3BA7D74}"/>
              </a:ext>
            </a:extLst>
          </p:cNvPr>
          <p:cNvSpPr/>
          <p:nvPr/>
        </p:nvSpPr>
        <p:spPr>
          <a:xfrm>
            <a:off x="775208" y="183134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Windows service is the core of the Azure Connected Machine agent, and what does it do?</a:t>
            </a:r>
            <a:endParaRPr lang="en-US" sz="1500" dirty="0">
              <a:latin typeface="Segoe UI" panose="020B0502040204020203" pitchFamily="34" charset="0"/>
            </a:endParaRPr>
          </a:p>
        </p:txBody>
      </p:sp>
      <p:sp>
        <p:nvSpPr>
          <p:cNvPr id="16" name="Shape 13">
            <a:extLst>
              <a:ext uri="{FF2B5EF4-FFF2-40B4-BE49-F238E27FC236}">
                <a16:creationId xmlns:a16="http://schemas.microsoft.com/office/drawing/2014/main" id="{16A54D2C-7DF8-597B-88FB-2DC87A559F9C}"/>
              </a:ext>
            </a:extLst>
          </p:cNvPr>
          <p:cNvSpPr/>
          <p:nvPr/>
        </p:nvSpPr>
        <p:spPr>
          <a:xfrm>
            <a:off x="254000" y="2551430"/>
            <a:ext cx="8631936" cy="0"/>
          </a:xfrm>
          <a:prstGeom prst="line">
            <a:avLst/>
          </a:prstGeom>
          <a:noFill/>
          <a:ln w="6350">
            <a:solidFill>
              <a:srgbClr val="BFD9E6"/>
            </a:solidFill>
            <a:prstDash val="solid"/>
          </a:ln>
        </p:spPr>
        <p:txBody>
          <a:bodyPr/>
          <a:lstStyle/>
          <a:p>
            <a:endParaRPr lang="en-GB"/>
          </a:p>
        </p:txBody>
      </p:sp>
      <p:sp>
        <p:nvSpPr>
          <p:cNvPr id="17" name="Shape 14">
            <a:extLst>
              <a:ext uri="{FF2B5EF4-FFF2-40B4-BE49-F238E27FC236}">
                <a16:creationId xmlns:a16="http://schemas.microsoft.com/office/drawing/2014/main" id="{AAFFE6D9-D1D0-199A-EC94-A8C7E660CEF1}"/>
              </a:ext>
            </a:extLst>
          </p:cNvPr>
          <p:cNvSpPr/>
          <p:nvPr/>
        </p:nvSpPr>
        <p:spPr>
          <a:xfrm>
            <a:off x="254000" y="2882900"/>
            <a:ext cx="402336" cy="402336"/>
          </a:xfrm>
          <a:prstGeom prst="ellipse">
            <a:avLst/>
          </a:prstGeom>
          <a:solidFill>
            <a:srgbClr val="FFF3CD"/>
          </a:solidFill>
          <a:ln w="19050">
            <a:solidFill>
              <a:srgbClr val="0076D4"/>
            </a:solidFill>
            <a:prstDash val="solid"/>
          </a:ln>
        </p:spPr>
        <p:txBody>
          <a:bodyPr/>
          <a:lstStyle/>
          <a:p>
            <a:endParaRPr lang="en-GB"/>
          </a:p>
        </p:txBody>
      </p:sp>
      <p:sp>
        <p:nvSpPr>
          <p:cNvPr id="18" name="Text 15">
            <a:extLst>
              <a:ext uri="{FF2B5EF4-FFF2-40B4-BE49-F238E27FC236}">
                <a16:creationId xmlns:a16="http://schemas.microsoft.com/office/drawing/2014/main" id="{2B09FB39-A84C-9A12-FE97-45F3641641D5}"/>
              </a:ext>
            </a:extLst>
          </p:cNvPr>
          <p:cNvSpPr/>
          <p:nvPr/>
        </p:nvSpPr>
        <p:spPr>
          <a:xfrm>
            <a:off x="254000" y="288290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3</a:t>
            </a:r>
            <a:endParaRPr lang="en-US" sz="1500" dirty="0">
              <a:latin typeface="Segoe UI" panose="020B0502040204020203" pitchFamily="34" charset="0"/>
            </a:endParaRPr>
          </a:p>
        </p:txBody>
      </p:sp>
      <p:sp>
        <p:nvSpPr>
          <p:cNvPr id="19" name="Text 16">
            <a:extLst>
              <a:ext uri="{FF2B5EF4-FFF2-40B4-BE49-F238E27FC236}">
                <a16:creationId xmlns:a16="http://schemas.microsoft.com/office/drawing/2014/main" id="{88DBA61B-ABBA-EB03-3A44-CF40552BA8D9}"/>
              </a:ext>
            </a:extLst>
          </p:cNvPr>
          <p:cNvSpPr/>
          <p:nvPr/>
        </p:nvSpPr>
        <p:spPr>
          <a:xfrm>
            <a:off x="775208" y="279146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Name two management capabilities available to a server after it is connected to Azure Arc.</a:t>
            </a:r>
            <a:endParaRPr lang="en-US" sz="1500" dirty="0">
              <a:latin typeface="Segoe UI" panose="020B0502040204020203" pitchFamily="34" charset="0"/>
            </a:endParaRPr>
          </a:p>
        </p:txBody>
      </p:sp>
      <p:sp>
        <p:nvSpPr>
          <p:cNvPr id="20" name="Shape 17">
            <a:extLst>
              <a:ext uri="{FF2B5EF4-FFF2-40B4-BE49-F238E27FC236}">
                <a16:creationId xmlns:a16="http://schemas.microsoft.com/office/drawing/2014/main" id="{37A3680F-B358-0243-C97A-7B0735207446}"/>
              </a:ext>
            </a:extLst>
          </p:cNvPr>
          <p:cNvSpPr/>
          <p:nvPr/>
        </p:nvSpPr>
        <p:spPr>
          <a:xfrm>
            <a:off x="254000" y="3511550"/>
            <a:ext cx="8631936" cy="0"/>
          </a:xfrm>
          <a:prstGeom prst="line">
            <a:avLst/>
          </a:prstGeom>
          <a:noFill/>
          <a:ln w="6350">
            <a:solidFill>
              <a:srgbClr val="BFD9E6"/>
            </a:solidFill>
            <a:prstDash val="solid"/>
          </a:ln>
        </p:spPr>
        <p:txBody>
          <a:bodyPr/>
          <a:lstStyle/>
          <a:p>
            <a:endParaRPr lang="en-GB"/>
          </a:p>
        </p:txBody>
      </p:sp>
      <p:sp>
        <p:nvSpPr>
          <p:cNvPr id="21" name="Shape 18">
            <a:extLst>
              <a:ext uri="{FF2B5EF4-FFF2-40B4-BE49-F238E27FC236}">
                <a16:creationId xmlns:a16="http://schemas.microsoft.com/office/drawing/2014/main" id="{94C898AB-55C6-663B-DADF-FB8DE621BA2A}"/>
              </a:ext>
            </a:extLst>
          </p:cNvPr>
          <p:cNvSpPr/>
          <p:nvPr/>
        </p:nvSpPr>
        <p:spPr>
          <a:xfrm>
            <a:off x="254000" y="3843020"/>
            <a:ext cx="402336" cy="402336"/>
          </a:xfrm>
          <a:prstGeom prst="ellipse">
            <a:avLst/>
          </a:prstGeom>
          <a:solidFill>
            <a:srgbClr val="FFF3CD"/>
          </a:solidFill>
          <a:ln w="19050">
            <a:solidFill>
              <a:srgbClr val="0076D4"/>
            </a:solidFill>
            <a:prstDash val="solid"/>
          </a:ln>
        </p:spPr>
        <p:txBody>
          <a:bodyPr/>
          <a:lstStyle/>
          <a:p>
            <a:endParaRPr lang="en-GB"/>
          </a:p>
        </p:txBody>
      </p:sp>
      <p:sp>
        <p:nvSpPr>
          <p:cNvPr id="22" name="Text 19">
            <a:extLst>
              <a:ext uri="{FF2B5EF4-FFF2-40B4-BE49-F238E27FC236}">
                <a16:creationId xmlns:a16="http://schemas.microsoft.com/office/drawing/2014/main" id="{26EAFBA2-558E-3858-1729-88B5C0EF484C}"/>
              </a:ext>
            </a:extLst>
          </p:cNvPr>
          <p:cNvSpPr/>
          <p:nvPr/>
        </p:nvSpPr>
        <p:spPr>
          <a:xfrm>
            <a:off x="254000" y="384302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4</a:t>
            </a:r>
            <a:endParaRPr lang="en-US" sz="1500" dirty="0">
              <a:latin typeface="Segoe UI" panose="020B0502040204020203" pitchFamily="34" charset="0"/>
            </a:endParaRPr>
          </a:p>
        </p:txBody>
      </p:sp>
      <p:sp>
        <p:nvSpPr>
          <p:cNvPr id="23" name="Text 20">
            <a:extLst>
              <a:ext uri="{FF2B5EF4-FFF2-40B4-BE49-F238E27FC236}">
                <a16:creationId xmlns:a16="http://schemas.microsoft.com/office/drawing/2014/main" id="{F96E1E11-CD7C-735A-5A2B-EFD1CC078D8A}"/>
              </a:ext>
            </a:extLst>
          </p:cNvPr>
          <p:cNvSpPr/>
          <p:nvPr/>
        </p:nvSpPr>
        <p:spPr>
          <a:xfrm>
            <a:off x="775208" y="375158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role must your Azure account have to register a server with Azure Arc?</a:t>
            </a:r>
            <a:endParaRPr lang="en-US" sz="1500" dirty="0">
              <a:latin typeface="Segoe UI" panose="020B0502040204020203" pitchFamily="34" charset="0"/>
            </a:endParaRPr>
          </a:p>
        </p:txBody>
      </p:sp>
      <p:sp>
        <p:nvSpPr>
          <p:cNvPr id="24" name="Course footer">
            <a:extLst>
              <a:ext uri="{FF2B5EF4-FFF2-40B4-BE49-F238E27FC236}">
                <a16:creationId xmlns:a16="http://schemas.microsoft.com/office/drawing/2014/main" id="{0B5ADAEA-E7A8-F590-BF53-01E1602A670D}"/>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13 | Azure Arc</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5" name="TextBox 24">
            <a:extLst>
              <a:ext uri="{FF2B5EF4-FFF2-40B4-BE49-F238E27FC236}">
                <a16:creationId xmlns:a16="http://schemas.microsoft.com/office/drawing/2014/main" id="{C0457EF1-6DCA-B1C5-5196-24EBC32601DA}"/>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83890706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3833D-3AFB-9169-95A6-835720D67623}"/>
              </a:ext>
            </a:extLst>
          </p:cNvPr>
          <p:cNvSpPr>
            <a:spLocks noGrp="1"/>
          </p:cNvSpPr>
          <p:nvPr>
            <p:ph type="title"/>
          </p:nvPr>
        </p:nvSpPr>
        <p:spPr/>
        <p:txBody>
          <a:bodyPr wrap="square">
            <a:noAutofit/>
          </a:bodyPr>
          <a:lstStyle/>
          <a:p>
            <a:r>
              <a:rPr lang="en-GB"/>
              <a:t>PRACTICE LAB</a:t>
            </a:r>
          </a:p>
        </p:txBody>
      </p:sp>
      <p:sp>
        <p:nvSpPr>
          <p:cNvPr id="3" name="Shape 0">
            <a:extLst>
              <a:ext uri="{FF2B5EF4-FFF2-40B4-BE49-F238E27FC236}">
                <a16:creationId xmlns:a16="http://schemas.microsoft.com/office/drawing/2014/main" id="{F6903019-7868-AD72-6355-812C8BFB4E79}"/>
              </a:ext>
            </a:extLst>
          </p:cNvPr>
          <p:cNvSpPr/>
          <p:nvPr/>
        </p:nvSpPr>
        <p:spPr>
          <a:xfrm>
            <a:off x="151098" y="0"/>
            <a:ext cx="164592" cy="5143500"/>
          </a:xfrm>
          <a:prstGeom prst="rect">
            <a:avLst/>
          </a:prstGeom>
          <a:solidFill>
            <a:srgbClr val="0076D4"/>
          </a:solidFill>
          <a:ln w="12700">
            <a:solidFill>
              <a:srgbClr val="0076D4"/>
            </a:solidFill>
            <a:prstDash val="solid"/>
          </a:ln>
        </p:spPr>
        <p:txBody>
          <a:bodyPr/>
          <a:lstStyle/>
          <a:p>
            <a:endParaRPr lang="en-GB"/>
          </a:p>
        </p:txBody>
      </p:sp>
      <p:sp>
        <p:nvSpPr>
          <p:cNvPr id="5" name="Text 4">
            <a:extLst>
              <a:ext uri="{FF2B5EF4-FFF2-40B4-BE49-F238E27FC236}">
                <a16:creationId xmlns:a16="http://schemas.microsoft.com/office/drawing/2014/main" id="{F6E1BAF7-6413-23DB-5C1D-05323E1578CD}"/>
              </a:ext>
            </a:extLst>
          </p:cNvPr>
          <p:cNvSpPr/>
          <p:nvPr/>
        </p:nvSpPr>
        <p:spPr>
          <a:xfrm>
            <a:off x="551180" y="1193292"/>
            <a:ext cx="7772400" cy="594360"/>
          </a:xfrm>
          <a:prstGeom prst="rect">
            <a:avLst/>
          </a:prstGeom>
          <a:noFill/>
          <a:ln/>
        </p:spPr>
        <p:txBody>
          <a:bodyPr wrap="square" lIns="0" tIns="0" rIns="0" bIns="0" rtlCol="0" anchor="ctr">
            <a:normAutofit/>
          </a:bodyPr>
          <a:lstStyle/>
          <a:p>
            <a:pPr marL="0" indent="0" algn="l">
              <a:buNone/>
            </a:pPr>
            <a:r>
              <a:rPr lang="en-US" sz="3000" b="1" dirty="0">
                <a:solidFill>
                  <a:srgbClr val="000000"/>
                </a:solidFill>
                <a:latin typeface="Segoe UI" panose="020B0502040204020203" pitchFamily="34" charset="0"/>
                <a:ea typeface="Calibri" pitchFamily="34" charset="-122"/>
                <a:cs typeface="Calibri" pitchFamily="34" charset="-120"/>
              </a:rPr>
              <a:t>Lab 1301</a:t>
            </a:r>
            <a:endParaRPr lang="en-US" sz="3000" dirty="0">
              <a:solidFill>
                <a:srgbClr val="000000"/>
              </a:solidFill>
              <a:latin typeface="Segoe UI" panose="020B0502040204020203" pitchFamily="34" charset="0"/>
            </a:endParaRPr>
          </a:p>
        </p:txBody>
      </p:sp>
      <p:sp>
        <p:nvSpPr>
          <p:cNvPr id="6" name="Text 5">
            <a:extLst>
              <a:ext uri="{FF2B5EF4-FFF2-40B4-BE49-F238E27FC236}">
                <a16:creationId xmlns:a16="http://schemas.microsoft.com/office/drawing/2014/main" id="{E8607F94-0F23-8F21-2461-7A9F7ED67FB1}"/>
              </a:ext>
            </a:extLst>
          </p:cNvPr>
          <p:cNvSpPr/>
          <p:nvPr/>
        </p:nvSpPr>
        <p:spPr>
          <a:xfrm>
            <a:off x="551180" y="1897380"/>
            <a:ext cx="7498080" cy="685800"/>
          </a:xfrm>
          <a:prstGeom prst="rect">
            <a:avLst/>
          </a:prstGeom>
          <a:noFill/>
          <a:ln/>
        </p:spPr>
        <p:txBody>
          <a:bodyPr wrap="square" lIns="0" tIns="0" rIns="0" bIns="0" rtlCol="0" anchor="ctr">
            <a:normAutofit/>
          </a:bodyPr>
          <a:lstStyle/>
          <a:p>
            <a:pPr marL="0" indent="0" algn="l">
              <a:buNone/>
            </a:pPr>
            <a:r>
              <a:rPr lang="en-US" sz="2200" b="1" dirty="0">
                <a:solidFill>
                  <a:srgbClr val="000000"/>
                </a:solidFill>
                <a:latin typeface="Segoe UI" panose="020B0502040204020203" pitchFamily="34" charset="0"/>
                <a:ea typeface="Calibri" pitchFamily="34" charset="-122"/>
                <a:cs typeface="Calibri" pitchFamily="34" charset="-120"/>
              </a:rPr>
              <a:t>Connecting Windows Server to Azure Arc</a:t>
            </a:r>
            <a:endParaRPr lang="en-US" sz="2200" dirty="0">
              <a:solidFill>
                <a:srgbClr val="000000"/>
              </a:solidFill>
              <a:latin typeface="Segoe UI" panose="020B0502040204020203" pitchFamily="34" charset="0"/>
            </a:endParaRPr>
          </a:p>
        </p:txBody>
      </p:sp>
      <p:sp>
        <p:nvSpPr>
          <p:cNvPr id="7" name="Shape 6">
            <a:extLst>
              <a:ext uri="{FF2B5EF4-FFF2-40B4-BE49-F238E27FC236}">
                <a16:creationId xmlns:a16="http://schemas.microsoft.com/office/drawing/2014/main" id="{8C7B2964-B845-FADB-E11F-3967EB540B01}"/>
              </a:ext>
            </a:extLst>
          </p:cNvPr>
          <p:cNvSpPr/>
          <p:nvPr/>
        </p:nvSpPr>
        <p:spPr>
          <a:xfrm>
            <a:off x="551180" y="2610612"/>
            <a:ext cx="4114800" cy="36576"/>
          </a:xfrm>
          <a:prstGeom prst="rect">
            <a:avLst/>
          </a:prstGeom>
          <a:solidFill>
            <a:srgbClr val="FB8500"/>
          </a:solidFill>
          <a:ln w="12700">
            <a:solidFill>
              <a:srgbClr val="FB8500"/>
            </a:solidFill>
            <a:prstDash val="solid"/>
          </a:ln>
        </p:spPr>
        <p:txBody>
          <a:bodyPr/>
          <a:lstStyle/>
          <a:p>
            <a:endParaRPr lang="en-GB"/>
          </a:p>
        </p:txBody>
      </p:sp>
      <p:sp>
        <p:nvSpPr>
          <p:cNvPr id="8" name="Text 7">
            <a:extLst>
              <a:ext uri="{FF2B5EF4-FFF2-40B4-BE49-F238E27FC236}">
                <a16:creationId xmlns:a16="http://schemas.microsoft.com/office/drawing/2014/main" id="{58BC6487-0C4A-BAA9-948C-3FCCFFDE7EEC}"/>
              </a:ext>
            </a:extLst>
          </p:cNvPr>
          <p:cNvSpPr/>
          <p:nvPr/>
        </p:nvSpPr>
        <p:spPr>
          <a:xfrm>
            <a:off x="551180" y="2720340"/>
            <a:ext cx="7589520" cy="2103120"/>
          </a:xfrm>
          <a:prstGeom prst="rect">
            <a:avLst/>
          </a:prstGeom>
          <a:noFill/>
          <a:ln/>
        </p:spPr>
        <p:txBody>
          <a:bodyPr wrap="square" lIns="0" tIns="0" rIns="0" bIns="0" rtlCol="0" anchor="t">
            <a:normAutofit/>
          </a:bodyPr>
          <a:lstStyle/>
          <a:p>
            <a:pPr marL="0" indent="0" algn="l">
              <a:buNone/>
            </a:pPr>
            <a:r>
              <a:rPr lang="en-US" sz="1400" dirty="0">
                <a:solidFill>
                  <a:srgbClr val="000000"/>
                </a:solidFill>
                <a:latin typeface="Segoe UI" panose="020B0502040204020203" pitchFamily="34" charset="0"/>
                <a:ea typeface="Calibri" pitchFamily="34" charset="-122"/>
                <a:cs typeface="Calibri" pitchFamily="34" charset="-120"/>
              </a:rPr>
              <a:t>In this lab, you will connect LON-SVR1 to Azure Arc using the portal wizard and a generated PowerShell script. You will verify the connection and explore management capabilities available in the Azure portal.</a:t>
            </a:r>
            <a:endParaRPr lang="en-US" sz="1400" dirty="0">
              <a:solidFill>
                <a:srgbClr val="000000"/>
              </a:solidFill>
              <a:latin typeface="Segoe UI" panose="020B0502040204020203" pitchFamily="34" charset="0"/>
            </a:endParaRPr>
          </a:p>
        </p:txBody>
      </p:sp>
      <p:sp>
        <p:nvSpPr>
          <p:cNvPr id="10" name="Course footer">
            <a:extLst>
              <a:ext uri="{FF2B5EF4-FFF2-40B4-BE49-F238E27FC236}">
                <a16:creationId xmlns:a16="http://schemas.microsoft.com/office/drawing/2014/main" id="{C722181E-710D-2DB0-B6CA-973FDE2F1FF1}"/>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13 | Azure Arc</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EAC6D691-3CE9-E155-E56F-C8984CCF2F68}"/>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11699868"/>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1_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034027E-912D-44C3-BB37-A32150C38216}">
  <we:reference id="wa200010001" version="1.0.0.1" store="en-US" storeType="OMEX"/>
  <we:alternateReferences>
    <we:reference id="WA200010001" version="1.0.0.1" store="" storeType="OMEX"/>
  </we:alternateReferences>
  <we:properties>
    <we:property name="claude.fileId" value="&quot;d1e2b341-d413-4b07-ba14-91f4d9605a1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MasterTemplateDeck</Template>
  <TotalTime>123</TotalTime>
  <Words>2364</Words>
  <Application>Microsoft Macintosh PowerPoint</Application>
  <PresentationFormat>On-screen Show (16:9)</PresentationFormat>
  <Paragraphs>354</Paragraphs>
  <Slides>20</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20</vt:i4>
      </vt:variant>
    </vt:vector>
  </HeadingPairs>
  <TitlesOfParts>
    <vt:vector size="27" baseType="lpstr">
      <vt:lpstr>Arial</vt:lpstr>
      <vt:lpstr>Consolas</vt:lpstr>
      <vt:lpstr>Segoe UI</vt:lpstr>
      <vt:lpstr>Segoe UI Semibold</vt:lpstr>
      <vt:lpstr>Wingdings</vt:lpstr>
      <vt:lpstr>Microsoft Power Platform Template</vt:lpstr>
      <vt:lpstr>1_Microsoft Power Platform Template</vt:lpstr>
      <vt:lpstr>Chapter 13: Azure Arc</vt:lpstr>
      <vt:lpstr>Learning Objectives</vt:lpstr>
      <vt:lpstr>Chapter Topics</vt:lpstr>
      <vt:lpstr>13.1 What Is Azure Arc?</vt:lpstr>
      <vt:lpstr>PowerPoint Presentation</vt:lpstr>
      <vt:lpstr>PowerPoint Presentation</vt:lpstr>
      <vt:lpstr>13.2 Azure Arc-Enabled Servers</vt:lpstr>
      <vt:lpstr>13.3 Management Capabilities</vt:lpstr>
      <vt:lpstr>Azure Arc Cost Model</vt:lpstr>
      <vt:lpstr>13.5 Prerequisites and Requirements</vt:lpstr>
      <vt:lpstr>PowerPoint Presentation</vt:lpstr>
      <vt:lpstr>Windows Server 2025 built in Arc Connection Setup</vt:lpstr>
      <vt:lpstr>Azure Arc Connection Process</vt:lpstr>
      <vt:lpstr>Generating the Connection Script</vt:lpstr>
      <vt:lpstr>Running the Connection Script</vt:lpstr>
      <vt:lpstr>After Connection: What You Can Do</vt:lpstr>
      <vt:lpstr>Verifying and Troubleshooting</vt:lpstr>
      <vt:lpstr>Chapter Summary</vt:lpstr>
      <vt:lpstr>Knowledge Check</vt:lpstr>
      <vt:lpstr>PRACTICE LAB</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Michael Whitehouse</cp:lastModifiedBy>
  <cp:revision>2</cp:revision>
  <dcterms:created xsi:type="dcterms:W3CDTF">2026-04-07T14:56:56Z</dcterms:created>
  <dcterms:modified xsi:type="dcterms:W3CDTF">2026-06-26T11:35:25Z</dcterms:modified>
</cp:coreProperties>
</file>