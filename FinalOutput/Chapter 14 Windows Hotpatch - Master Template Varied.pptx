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755" r:id="rId2"/>
  </p:sldMasterIdLst>
  <p:notesMasterIdLst>
    <p:notesMasterId r:id="rId23"/>
  </p:notesMasterIdLst>
  <p:sldIdLst>
    <p:sldId id="283" r:id="rId3"/>
    <p:sldId id="284" r:id="rId4"/>
    <p:sldId id="285" r:id="rId5"/>
    <p:sldId id="286" r:id="rId6"/>
    <p:sldId id="287" r:id="rId7"/>
    <p:sldId id="289" r:id="rId8"/>
    <p:sldId id="311" r:id="rId9"/>
    <p:sldId id="310" r:id="rId10"/>
    <p:sldId id="290" r:id="rId11"/>
    <p:sldId id="292" r:id="rId12"/>
    <p:sldId id="293" r:id="rId13"/>
    <p:sldId id="296" r:id="rId14"/>
    <p:sldId id="309" r:id="rId15"/>
    <p:sldId id="298" r:id="rId16"/>
    <p:sldId id="302" r:id="rId17"/>
    <p:sldId id="303" r:id="rId18"/>
    <p:sldId id="304" r:id="rId19"/>
    <p:sldId id="305" r:id="rId20"/>
    <p:sldId id="307" r:id="rId21"/>
    <p:sldId id="308" r:id="rId22"/>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4C0D2A-C7AC-45A9-B215-9928770F8D9A}" v="23" dt="2026-06-11T12:03:39.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96" y="5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sldOrd modMainMaster">
      <pc:chgData name="Michael Whitehouse" userId="0ecba9273f6ad366" providerId="LiveId" clId="{F36E82C0-65ED-4BE7-8730-0F102FB388DD}" dt="2026-06-11T12:03:16.997" v="8821" actId="700"/>
      <pc:docMkLst>
        <pc:docMk/>
      </pc:docMkLst>
      <pc:sldChg chg="modSp add mod chgLayout">
        <pc:chgData name="Michael Whitehouse" userId="0ecba9273f6ad366" providerId="LiveId" clId="{F36E82C0-65ED-4BE7-8730-0F102FB388DD}" dt="2026-06-11T12:03:16.997" v="8821" actId="700"/>
        <pc:sldMkLst>
          <pc:docMk/>
          <pc:sldMk cId="331934734" sldId="283"/>
        </pc:sldMkLst>
        <pc:spChg chg="mod ord">
          <ac:chgData name="Michael Whitehouse" userId="0ecba9273f6ad366" providerId="LiveId" clId="{F36E82C0-65ED-4BE7-8730-0F102FB388DD}" dt="2026-06-11T12:03:16.997" v="8821" actId="700"/>
          <ac:spMkLst>
            <pc:docMk/>
            <pc:sldMk cId="331934734" sldId="283"/>
            <ac:spMk id="2" creationId="{AFD1A871-73F8-E299-AA33-8D19D2C57D98}"/>
          </ac:spMkLst>
        </pc:spChg>
        <pc:spChg chg="mod ord">
          <ac:chgData name="Michael Whitehouse" userId="0ecba9273f6ad366" providerId="LiveId" clId="{F36E82C0-65ED-4BE7-8730-0F102FB388DD}" dt="2026-06-11T12:03:16.997" v="8821" actId="700"/>
          <ac:spMkLst>
            <pc:docMk/>
            <pc:sldMk cId="331934734" sldId="283"/>
            <ac:spMk id="3" creationId="{5A6AB34D-7CE2-DC74-E487-00104541E931}"/>
          </ac:spMkLst>
        </pc:spChg>
      </pc:sldChg>
      <pc:sldChg chg="addSp modSp add mod modClrScheme chgLayout">
        <pc:chgData name="Michael Whitehouse" userId="0ecba9273f6ad366" providerId="LiveId" clId="{F36E82C0-65ED-4BE7-8730-0F102FB388DD}" dt="2026-06-11T11:49:03.449" v="8724" actId="27636"/>
        <pc:sldMkLst>
          <pc:docMk/>
          <pc:sldMk cId="953658380" sldId="284"/>
        </pc:sldMkLst>
        <pc:spChg chg="mod ord">
          <ac:chgData name="Michael Whitehouse" userId="0ecba9273f6ad366" providerId="LiveId" clId="{F36E82C0-65ED-4BE7-8730-0F102FB388DD}" dt="2026-06-11T11:49:03.403" v="8720" actId="700"/>
          <ac:spMkLst>
            <pc:docMk/>
            <pc:sldMk cId="953658380" sldId="284"/>
            <ac:spMk id="2" creationId="{4CF531BD-1E17-85A5-6B03-33EF02E96A12}"/>
          </ac:spMkLst>
        </pc:spChg>
        <pc:spChg chg="mod ord">
          <ac:chgData name="Michael Whitehouse" userId="0ecba9273f6ad366" providerId="LiveId" clId="{F36E82C0-65ED-4BE7-8730-0F102FB388DD}" dt="2026-06-11T11:49:03.449" v="8723" actId="27636"/>
          <ac:spMkLst>
            <pc:docMk/>
            <pc:sldMk cId="953658380" sldId="284"/>
            <ac:spMk id="3" creationId="{E7DAB5F7-8752-EFC5-9F4E-7F5ECD06239D}"/>
          </ac:spMkLst>
        </pc:spChg>
        <pc:spChg chg="mod ord">
          <ac:chgData name="Michael Whitehouse" userId="0ecba9273f6ad366" providerId="LiveId" clId="{F36E82C0-65ED-4BE7-8730-0F102FB388DD}" dt="2026-06-11T11:49:03.447" v="8721" actId="27636"/>
          <ac:spMkLst>
            <pc:docMk/>
            <pc:sldMk cId="953658380" sldId="284"/>
            <ac:spMk id="4" creationId="{4DB1BFB9-08E9-4C91-9C1A-B1E15F011925}"/>
          </ac:spMkLst>
        </pc:spChg>
        <pc:spChg chg="mod ord">
          <ac:chgData name="Michael Whitehouse" userId="0ecba9273f6ad366" providerId="LiveId" clId="{F36E82C0-65ED-4BE7-8730-0F102FB388DD}" dt="2026-06-11T11:49:03.448" v="8722" actId="27636"/>
          <ac:spMkLst>
            <pc:docMk/>
            <pc:sldMk cId="953658380" sldId="284"/>
            <ac:spMk id="5" creationId="{10944E99-31CB-5345-137B-A4F2B18A9C6E}"/>
          </ac:spMkLst>
        </pc:spChg>
        <pc:spChg chg="mod ord">
          <ac:chgData name="Michael Whitehouse" userId="0ecba9273f6ad366" providerId="LiveId" clId="{F36E82C0-65ED-4BE7-8730-0F102FB388DD}" dt="2026-06-11T11:49:03.449" v="8724" actId="27636"/>
          <ac:spMkLst>
            <pc:docMk/>
            <pc:sldMk cId="953658380" sldId="284"/>
            <ac:spMk id="6" creationId="{6B5B3AFA-431E-005F-520C-2EB8C17E70B6}"/>
          </ac:spMkLst>
        </pc:spChg>
        <pc:spChg chg="add mod">
          <ac:chgData name="Michael Whitehouse" userId="0ecba9273f6ad366" providerId="LiveId" clId="{F36E82C0-65ED-4BE7-8730-0F102FB388DD}" dt="2026-06-09T17:33:29.104" v="4203" actId="207"/>
          <ac:spMkLst>
            <pc:docMk/>
            <pc:sldMk cId="953658380" sldId="284"/>
            <ac:spMk id="7" creationId="{0C9BB093-57E3-5474-9264-C166EA0F8E5A}"/>
          </ac:spMkLst>
        </pc:spChg>
        <pc:spChg chg="add mod">
          <ac:chgData name="Michael Whitehouse" userId="0ecba9273f6ad366" providerId="LiveId" clId="{F36E82C0-65ED-4BE7-8730-0F102FB388DD}" dt="2026-06-09T17:33:29.120" v="4213" actId="207"/>
          <ac:spMkLst>
            <pc:docMk/>
            <pc:sldMk cId="953658380" sldId="284"/>
            <ac:spMk id="8" creationId="{1C4B9636-D8AE-5A5D-DE32-AE5B4DFF0659}"/>
          </ac:spMkLst>
        </pc:spChg>
      </pc:sldChg>
      <pc:sldChg chg="addSp modSp add mod modClrScheme chgLayout">
        <pc:chgData name="Michael Whitehouse" userId="0ecba9273f6ad366" providerId="LiveId" clId="{F36E82C0-65ED-4BE7-8730-0F102FB388DD}" dt="2026-06-11T11:49:03.403" v="8720" actId="700"/>
        <pc:sldMkLst>
          <pc:docMk/>
          <pc:sldMk cId="2766464854" sldId="285"/>
        </pc:sldMkLst>
        <pc:spChg chg="mod ord">
          <ac:chgData name="Michael Whitehouse" userId="0ecba9273f6ad366" providerId="LiveId" clId="{F36E82C0-65ED-4BE7-8730-0F102FB388DD}" dt="2026-06-11T11:49:03.403" v="8720" actId="700"/>
          <ac:spMkLst>
            <pc:docMk/>
            <pc:sldMk cId="2766464854" sldId="285"/>
            <ac:spMk id="2" creationId="{DD5DD9E7-851E-5F23-0BB2-D344C2D8DF8F}"/>
          </ac:spMkLst>
        </pc:spChg>
        <pc:spChg chg="mod ord">
          <ac:chgData name="Michael Whitehouse" userId="0ecba9273f6ad366" providerId="LiveId" clId="{F36E82C0-65ED-4BE7-8730-0F102FB388DD}" dt="2026-06-11T11:49:03.403" v="8720" actId="700"/>
          <ac:spMkLst>
            <pc:docMk/>
            <pc:sldMk cId="2766464854" sldId="285"/>
            <ac:spMk id="3" creationId="{30D029D0-D643-B91E-5B72-8AC2EB0D364F}"/>
          </ac:spMkLst>
        </pc:spChg>
        <pc:spChg chg="mod ord">
          <ac:chgData name="Michael Whitehouse" userId="0ecba9273f6ad366" providerId="LiveId" clId="{F36E82C0-65ED-4BE7-8730-0F102FB388DD}" dt="2026-06-11T11:49:03.403" v="8720" actId="700"/>
          <ac:spMkLst>
            <pc:docMk/>
            <pc:sldMk cId="2766464854" sldId="285"/>
            <ac:spMk id="4" creationId="{9CDABCA9-8AAA-F013-8FC7-9BF29511A4E7}"/>
          </ac:spMkLst>
        </pc:spChg>
        <pc:spChg chg="mod ord">
          <ac:chgData name="Michael Whitehouse" userId="0ecba9273f6ad366" providerId="LiveId" clId="{F36E82C0-65ED-4BE7-8730-0F102FB388DD}" dt="2026-06-11T11:49:03.403" v="8720" actId="700"/>
          <ac:spMkLst>
            <pc:docMk/>
            <pc:sldMk cId="2766464854" sldId="285"/>
            <ac:spMk id="5" creationId="{7990B579-01E7-3DB2-875B-7C9FB056A6D1}"/>
          </ac:spMkLst>
        </pc:spChg>
        <pc:spChg chg="mod ord">
          <ac:chgData name="Michael Whitehouse" userId="0ecba9273f6ad366" providerId="LiveId" clId="{F36E82C0-65ED-4BE7-8730-0F102FB388DD}" dt="2026-06-11T11:49:03.403" v="8720" actId="700"/>
          <ac:spMkLst>
            <pc:docMk/>
            <pc:sldMk cId="2766464854" sldId="285"/>
            <ac:spMk id="6" creationId="{973FB45A-F044-0E72-D5EF-A3C7BBEEF413}"/>
          </ac:spMkLst>
        </pc:spChg>
        <pc:spChg chg="add mod">
          <ac:chgData name="Michael Whitehouse" userId="0ecba9273f6ad366" providerId="LiveId" clId="{F36E82C0-65ED-4BE7-8730-0F102FB388DD}" dt="2026-06-09T17:33:29.381" v="4247" actId="207"/>
          <ac:spMkLst>
            <pc:docMk/>
            <pc:sldMk cId="2766464854" sldId="285"/>
            <ac:spMk id="7" creationId="{FA82AA68-0314-CA05-9300-588BD5E18195}"/>
          </ac:spMkLst>
        </pc:spChg>
        <pc:spChg chg="add mod">
          <ac:chgData name="Michael Whitehouse" userId="0ecba9273f6ad366" providerId="LiveId" clId="{F36E82C0-65ED-4BE7-8730-0F102FB388DD}" dt="2026-06-09T17:33:29.396" v="4257" actId="207"/>
          <ac:spMkLst>
            <pc:docMk/>
            <pc:sldMk cId="2766464854" sldId="285"/>
            <ac:spMk id="8" creationId="{504802E8-9708-54AB-0FFB-832E6CD6DF6E}"/>
          </ac:spMkLst>
        </pc:spChg>
      </pc:sldChg>
      <pc:sldChg chg="addSp delSp modSp add mod">
        <pc:chgData name="Michael Whitehouse" userId="0ecba9273f6ad366" providerId="LiveId" clId="{F36E82C0-65ED-4BE7-8730-0F102FB388DD}" dt="2026-06-11T11:51:03.324" v="8744" actId="14100"/>
        <pc:sldMkLst>
          <pc:docMk/>
          <pc:sldMk cId="2186921779" sldId="286"/>
        </pc:sldMkLst>
        <pc:spChg chg="mod">
          <ac:chgData name="Michael Whitehouse" userId="0ecba9273f6ad366" providerId="LiveId" clId="{F36E82C0-65ED-4BE7-8730-0F102FB388DD}" dt="2026-06-11T11:51:03.324" v="8744" actId="14100"/>
          <ac:spMkLst>
            <pc:docMk/>
            <pc:sldMk cId="2186921779" sldId="286"/>
            <ac:spMk id="2" creationId="{2F467446-E0D1-B8E2-4CA3-20E6EDBD4AD0}"/>
          </ac:spMkLst>
        </pc:spChg>
        <pc:spChg chg="add mod">
          <ac:chgData name="Michael Whitehouse" userId="0ecba9273f6ad366" providerId="LiveId" clId="{F36E82C0-65ED-4BE7-8730-0F102FB388DD}" dt="2026-06-11T11:51:01.287" v="8743" actId="14100"/>
          <ac:spMkLst>
            <pc:docMk/>
            <pc:sldMk cId="2186921779" sldId="286"/>
            <ac:spMk id="6" creationId="{91B0C0A9-7C4F-5369-51C2-F026733DB77A}"/>
          </ac:spMkLst>
        </pc:spChg>
        <pc:spChg chg="add del mod">
          <ac:chgData name="Michael Whitehouse" userId="0ecba9273f6ad366" providerId="LiveId" clId="{F36E82C0-65ED-4BE7-8730-0F102FB388DD}" dt="2026-06-11T11:49:13.711" v="8725" actId="478"/>
          <ac:spMkLst>
            <pc:docMk/>
            <pc:sldMk cId="2186921779" sldId="286"/>
            <ac:spMk id="7" creationId="{736001FD-8F15-D0AE-7918-1C081C821151}"/>
          </ac:spMkLst>
        </pc:spChg>
        <pc:spChg chg="add del mod">
          <ac:chgData name="Michael Whitehouse" userId="0ecba9273f6ad366" providerId="LiveId" clId="{F36E82C0-65ED-4BE7-8730-0F102FB388DD}" dt="2026-06-11T11:49:16.113" v="8726" actId="478"/>
          <ac:spMkLst>
            <pc:docMk/>
            <pc:sldMk cId="2186921779" sldId="286"/>
            <ac:spMk id="9" creationId="{A44B7110-F107-72E2-F0E1-6262819CC45A}"/>
          </ac:spMkLst>
        </pc:spChg>
        <pc:spChg chg="add del mod">
          <ac:chgData name="Michael Whitehouse" userId="0ecba9273f6ad366" providerId="LiveId" clId="{F36E82C0-65ED-4BE7-8730-0F102FB388DD}" dt="2026-06-11T11:49:16.113" v="8726" actId="478"/>
          <ac:spMkLst>
            <pc:docMk/>
            <pc:sldMk cId="2186921779" sldId="286"/>
            <ac:spMk id="10" creationId="{3B34C14C-BFE8-C7AE-C41D-E15CB034C3DD}"/>
          </ac:spMkLst>
        </pc:spChg>
        <pc:spChg chg="add del mod">
          <ac:chgData name="Michael Whitehouse" userId="0ecba9273f6ad366" providerId="LiveId" clId="{F36E82C0-65ED-4BE7-8730-0F102FB388DD}" dt="2026-06-11T11:49:16.113" v="8726" actId="478"/>
          <ac:spMkLst>
            <pc:docMk/>
            <pc:sldMk cId="2186921779" sldId="286"/>
            <ac:spMk id="11" creationId="{0279584B-F5D4-B0FB-67D3-500EB4EC1E85}"/>
          </ac:spMkLst>
        </pc:spChg>
        <pc:spChg chg="add del mod">
          <ac:chgData name="Michael Whitehouse" userId="0ecba9273f6ad366" providerId="LiveId" clId="{F36E82C0-65ED-4BE7-8730-0F102FB388DD}" dt="2026-06-11T11:49:16.113" v="8726" actId="478"/>
          <ac:spMkLst>
            <pc:docMk/>
            <pc:sldMk cId="2186921779" sldId="286"/>
            <ac:spMk id="12" creationId="{B84DB67D-86EF-2E5D-3656-430AF3028423}"/>
          </ac:spMkLst>
        </pc:spChg>
        <pc:spChg chg="add mod">
          <ac:chgData name="Michael Whitehouse" userId="0ecba9273f6ad366" providerId="LiveId" clId="{F36E82C0-65ED-4BE7-8730-0F102FB388DD}" dt="2026-06-09T17:33:30.601" v="4350" actId="207"/>
          <ac:spMkLst>
            <pc:docMk/>
            <pc:sldMk cId="2186921779" sldId="286"/>
            <ac:spMk id="13" creationId="{225DCF9C-5F91-4E1C-A3D1-A73F74527CE3}"/>
          </ac:spMkLst>
        </pc:spChg>
        <pc:spChg chg="add mod">
          <ac:chgData name="Michael Whitehouse" userId="0ecba9273f6ad366" providerId="LiveId" clId="{F36E82C0-65ED-4BE7-8730-0F102FB388DD}" dt="2026-06-09T17:33:30.616" v="4360" actId="207"/>
          <ac:spMkLst>
            <pc:docMk/>
            <pc:sldMk cId="2186921779" sldId="286"/>
            <ac:spMk id="14" creationId="{C7682BED-7C24-8F42-BE1D-86B5745220F2}"/>
          </ac:spMkLst>
        </pc:spChg>
        <pc:picChg chg="add del mod">
          <ac:chgData name="Michael Whitehouse" userId="0ecba9273f6ad366" providerId="LiveId" clId="{F36E82C0-65ED-4BE7-8730-0F102FB388DD}" dt="2026-06-11T11:49:13.711" v="8725" actId="478"/>
          <ac:picMkLst>
            <pc:docMk/>
            <pc:sldMk cId="2186921779" sldId="286"/>
            <ac:picMk id="8" creationId="{A680AA21-C6BB-B4CA-B0E0-0115505DEBC2}"/>
          </ac:picMkLst>
        </pc:picChg>
      </pc:sldChg>
      <pc:sldChg chg="addSp delSp modSp add mod chgLayout">
        <pc:chgData name="Michael Whitehouse" userId="0ecba9273f6ad366" providerId="LiveId" clId="{F36E82C0-65ED-4BE7-8730-0F102FB388DD}" dt="2026-06-11T11:51:10.429" v="8745" actId="700"/>
        <pc:sldMkLst>
          <pc:docMk/>
          <pc:sldMk cId="3117206132" sldId="287"/>
        </pc:sldMkLst>
        <pc:spChg chg="mod ord">
          <ac:chgData name="Michael Whitehouse" userId="0ecba9273f6ad366" providerId="LiveId" clId="{F36E82C0-65ED-4BE7-8730-0F102FB388DD}" dt="2026-06-11T11:51:10.429" v="8745" actId="700"/>
          <ac:spMkLst>
            <pc:docMk/>
            <pc:sldMk cId="3117206132" sldId="287"/>
            <ac:spMk id="2" creationId="{37BAF24E-ABD5-0A07-F49E-F9A6147F006D}"/>
          </ac:spMkLst>
        </pc:spChg>
        <pc:spChg chg="add mod">
          <ac:chgData name="Michael Whitehouse" userId="0ecba9273f6ad366" providerId="LiveId" clId="{F36E82C0-65ED-4BE7-8730-0F102FB388DD}" dt="2026-06-09T17:33:31.438" v="4383" actId="139"/>
          <ac:spMkLst>
            <pc:docMk/>
            <pc:sldMk cId="3117206132" sldId="287"/>
            <ac:spMk id="7" creationId="{F231F099-BE87-C161-DB59-F1BB7177F7C9}"/>
          </ac:spMkLst>
        </pc:spChg>
        <pc:spChg chg="add del mod">
          <ac:chgData name="Michael Whitehouse" userId="0ecba9273f6ad366" providerId="LiveId" clId="{F36E82C0-65ED-4BE7-8730-0F102FB388DD}" dt="2026-06-11T11:49:18.381" v="8727" actId="478"/>
          <ac:spMkLst>
            <pc:docMk/>
            <pc:sldMk cId="3117206132" sldId="287"/>
            <ac:spMk id="8" creationId="{EB503C5F-36F9-6340-BE39-D5FE98CB85E9}"/>
          </ac:spMkLst>
        </pc:spChg>
        <pc:spChg chg="add del mod">
          <ac:chgData name="Michael Whitehouse" userId="0ecba9273f6ad366" providerId="LiveId" clId="{F36E82C0-65ED-4BE7-8730-0F102FB388DD}" dt="2026-06-11T11:49:19.910" v="8728" actId="478"/>
          <ac:spMkLst>
            <pc:docMk/>
            <pc:sldMk cId="3117206132" sldId="287"/>
            <ac:spMk id="10" creationId="{B6F9EBCA-7C1C-4C85-3507-DFAABA3CA5EC}"/>
          </ac:spMkLst>
        </pc:spChg>
        <pc:spChg chg="add del mod">
          <ac:chgData name="Michael Whitehouse" userId="0ecba9273f6ad366" providerId="LiveId" clId="{F36E82C0-65ED-4BE7-8730-0F102FB388DD}" dt="2026-06-11T11:49:19.910" v="8728" actId="478"/>
          <ac:spMkLst>
            <pc:docMk/>
            <pc:sldMk cId="3117206132" sldId="287"/>
            <ac:spMk id="11" creationId="{97819D56-50BD-1824-9614-AFF5BED9626A}"/>
          </ac:spMkLst>
        </pc:spChg>
        <pc:spChg chg="add del mod">
          <ac:chgData name="Michael Whitehouse" userId="0ecba9273f6ad366" providerId="LiveId" clId="{F36E82C0-65ED-4BE7-8730-0F102FB388DD}" dt="2026-06-11T11:49:19.910" v="8728" actId="478"/>
          <ac:spMkLst>
            <pc:docMk/>
            <pc:sldMk cId="3117206132" sldId="287"/>
            <ac:spMk id="12" creationId="{249F1CEF-B6D2-569C-1C3A-7AEF5844F2B0}"/>
          </ac:spMkLst>
        </pc:spChg>
        <pc:spChg chg="add del mod">
          <ac:chgData name="Michael Whitehouse" userId="0ecba9273f6ad366" providerId="LiveId" clId="{F36E82C0-65ED-4BE7-8730-0F102FB388DD}" dt="2026-06-11T11:49:19.910" v="8728" actId="478"/>
          <ac:spMkLst>
            <pc:docMk/>
            <pc:sldMk cId="3117206132" sldId="287"/>
            <ac:spMk id="13" creationId="{26500B7D-3B2E-3C9A-B73A-0A15D9F034C0}"/>
          </ac:spMkLst>
        </pc:spChg>
        <pc:spChg chg="add mod">
          <ac:chgData name="Michael Whitehouse" userId="0ecba9273f6ad366" providerId="LiveId" clId="{F36E82C0-65ED-4BE7-8730-0F102FB388DD}" dt="2026-06-09T17:33:32.153" v="4455" actId="207"/>
          <ac:spMkLst>
            <pc:docMk/>
            <pc:sldMk cId="3117206132" sldId="287"/>
            <ac:spMk id="14" creationId="{0496451F-D3D4-18BC-BC38-1A93846D68AB}"/>
          </ac:spMkLst>
        </pc:spChg>
        <pc:spChg chg="add mod">
          <ac:chgData name="Michael Whitehouse" userId="0ecba9273f6ad366" providerId="LiveId" clId="{F36E82C0-65ED-4BE7-8730-0F102FB388DD}" dt="2026-06-09T17:33:32.167" v="4465" actId="207"/>
          <ac:spMkLst>
            <pc:docMk/>
            <pc:sldMk cId="3117206132" sldId="287"/>
            <ac:spMk id="15" creationId="{2C719B00-BACE-31D5-EF52-6D5C459080F4}"/>
          </ac:spMkLst>
        </pc:spChg>
        <pc:picChg chg="add del mod">
          <ac:chgData name="Michael Whitehouse" userId="0ecba9273f6ad366" providerId="LiveId" clId="{F36E82C0-65ED-4BE7-8730-0F102FB388DD}" dt="2026-06-11T11:49:18.381" v="8727" actId="478"/>
          <ac:picMkLst>
            <pc:docMk/>
            <pc:sldMk cId="3117206132" sldId="287"/>
            <ac:picMk id="9" creationId="{07C4FD09-E7F4-212F-9A02-8FEE985FEA7F}"/>
          </ac:picMkLst>
        </pc:picChg>
      </pc:sldChg>
      <pc:sldChg chg="addSp delSp modSp add del mod">
        <pc:chgData name="Michael Whitehouse" userId="0ecba9273f6ad366" providerId="LiveId" clId="{F36E82C0-65ED-4BE7-8730-0F102FB388DD}" dt="2026-06-11T11:55:24.951" v="8788" actId="47"/>
        <pc:sldMkLst>
          <pc:docMk/>
          <pc:sldMk cId="794727172" sldId="288"/>
        </pc:sldMkLst>
        <pc:spChg chg="add del mod">
          <ac:chgData name="Michael Whitehouse" userId="0ecba9273f6ad366" providerId="LiveId" clId="{F36E82C0-65ED-4BE7-8730-0F102FB388DD}" dt="2026-06-11T11:49:23.986" v="8729" actId="478"/>
          <ac:spMkLst>
            <pc:docMk/>
            <pc:sldMk cId="794727172" sldId="288"/>
            <ac:spMk id="7" creationId="{DD601D31-95E1-D818-BBAC-6FE5B3E2D459}"/>
          </ac:spMkLst>
        </pc:spChg>
        <pc:spChg chg="add del mod">
          <ac:chgData name="Michael Whitehouse" userId="0ecba9273f6ad366" providerId="LiveId" clId="{F36E82C0-65ED-4BE7-8730-0F102FB388DD}" dt="2026-06-11T11:49:23.986" v="8729" actId="478"/>
          <ac:spMkLst>
            <pc:docMk/>
            <pc:sldMk cId="794727172" sldId="288"/>
            <ac:spMk id="9" creationId="{AB7F32AD-0BC3-FD50-AE89-80276252F2B4}"/>
          </ac:spMkLst>
        </pc:spChg>
        <pc:spChg chg="add del mod">
          <ac:chgData name="Michael Whitehouse" userId="0ecba9273f6ad366" providerId="LiveId" clId="{F36E82C0-65ED-4BE7-8730-0F102FB388DD}" dt="2026-06-11T11:49:23.986" v="8729" actId="478"/>
          <ac:spMkLst>
            <pc:docMk/>
            <pc:sldMk cId="794727172" sldId="288"/>
            <ac:spMk id="10" creationId="{F0BAB4D2-F784-1233-D1B0-27B7801E9DF1}"/>
          </ac:spMkLst>
        </pc:spChg>
        <pc:spChg chg="add del mod">
          <ac:chgData name="Michael Whitehouse" userId="0ecba9273f6ad366" providerId="LiveId" clId="{F36E82C0-65ED-4BE7-8730-0F102FB388DD}" dt="2026-06-11T11:49:23.986" v="8729" actId="478"/>
          <ac:spMkLst>
            <pc:docMk/>
            <pc:sldMk cId="794727172" sldId="288"/>
            <ac:spMk id="11" creationId="{C9DCC4B6-2C4C-0FF2-BE03-D66764D00594}"/>
          </ac:spMkLst>
        </pc:spChg>
        <pc:spChg chg="add del mod">
          <ac:chgData name="Michael Whitehouse" userId="0ecba9273f6ad366" providerId="LiveId" clId="{F36E82C0-65ED-4BE7-8730-0F102FB388DD}" dt="2026-06-11T11:49:23.986" v="8729" actId="478"/>
          <ac:spMkLst>
            <pc:docMk/>
            <pc:sldMk cId="794727172" sldId="288"/>
            <ac:spMk id="12" creationId="{59FB007F-6310-6237-ECF8-7BE9A06708F5}"/>
          </ac:spMkLst>
        </pc:spChg>
        <pc:picChg chg="add del mod">
          <ac:chgData name="Michael Whitehouse" userId="0ecba9273f6ad366" providerId="LiveId" clId="{F36E82C0-65ED-4BE7-8730-0F102FB388DD}" dt="2026-06-11T11:49:23.986" v="8729" actId="478"/>
          <ac:picMkLst>
            <pc:docMk/>
            <pc:sldMk cId="794727172" sldId="288"/>
            <ac:picMk id="8" creationId="{864B52FB-5A0E-2730-5056-084C3CC92464}"/>
          </ac:picMkLst>
        </pc:picChg>
      </pc:sldChg>
      <pc:sldChg chg="addSp delSp modSp add mod chgLayout">
        <pc:chgData name="Michael Whitehouse" userId="0ecba9273f6ad366" providerId="LiveId" clId="{F36E82C0-65ED-4BE7-8730-0F102FB388DD}" dt="2026-06-11T11:55:30.489" v="8789" actId="1076"/>
        <pc:sldMkLst>
          <pc:docMk/>
          <pc:sldMk cId="3744333974" sldId="289"/>
        </pc:sldMkLst>
        <pc:spChg chg="mod ord">
          <ac:chgData name="Michael Whitehouse" userId="0ecba9273f6ad366" providerId="LiveId" clId="{F36E82C0-65ED-4BE7-8730-0F102FB388DD}" dt="2026-06-11T11:55:30.489" v="8789" actId="1076"/>
          <ac:spMkLst>
            <pc:docMk/>
            <pc:sldMk cId="3744333974" sldId="289"/>
            <ac:spMk id="2" creationId="{9124D016-E9A8-342F-6C45-E21797D5DA37}"/>
          </ac:spMkLst>
        </pc:spChg>
        <pc:spChg chg="add mod">
          <ac:chgData name="Michael Whitehouse" userId="0ecba9273f6ad366" providerId="LiveId" clId="{F36E82C0-65ED-4BE7-8730-0F102FB388DD}" dt="2026-06-09T17:33:33.875" v="4591" actId="139"/>
          <ac:spMkLst>
            <pc:docMk/>
            <pc:sldMk cId="3744333974" sldId="289"/>
            <ac:spMk id="7" creationId="{0BE23D43-209B-FECF-2FEE-3B1707CE5069}"/>
          </ac:spMkLst>
        </pc:spChg>
        <pc:spChg chg="add del mod">
          <ac:chgData name="Michael Whitehouse" userId="0ecba9273f6ad366" providerId="LiveId" clId="{F36E82C0-65ED-4BE7-8730-0F102FB388DD}" dt="2026-06-11T11:49:27.233" v="8730" actId="478"/>
          <ac:spMkLst>
            <pc:docMk/>
            <pc:sldMk cId="3744333974" sldId="289"/>
            <ac:spMk id="8" creationId="{7D349950-FFF4-180F-1189-D508127BAABB}"/>
          </ac:spMkLst>
        </pc:spChg>
        <pc:spChg chg="add del mod">
          <ac:chgData name="Michael Whitehouse" userId="0ecba9273f6ad366" providerId="LiveId" clId="{F36E82C0-65ED-4BE7-8730-0F102FB388DD}" dt="2026-06-11T11:49:27.233" v="8730" actId="478"/>
          <ac:spMkLst>
            <pc:docMk/>
            <pc:sldMk cId="3744333974" sldId="289"/>
            <ac:spMk id="10" creationId="{86EF4D75-525F-09B3-5BE5-1ABDDC166841}"/>
          </ac:spMkLst>
        </pc:spChg>
        <pc:spChg chg="add del mod">
          <ac:chgData name="Michael Whitehouse" userId="0ecba9273f6ad366" providerId="LiveId" clId="{F36E82C0-65ED-4BE7-8730-0F102FB388DD}" dt="2026-06-11T11:49:27.233" v="8730" actId="478"/>
          <ac:spMkLst>
            <pc:docMk/>
            <pc:sldMk cId="3744333974" sldId="289"/>
            <ac:spMk id="11" creationId="{31D77260-76EF-481E-7BC8-750C2BC4A5CA}"/>
          </ac:spMkLst>
        </pc:spChg>
        <pc:spChg chg="add del mod">
          <ac:chgData name="Michael Whitehouse" userId="0ecba9273f6ad366" providerId="LiveId" clId="{F36E82C0-65ED-4BE7-8730-0F102FB388DD}" dt="2026-06-11T11:49:27.233" v="8730" actId="478"/>
          <ac:spMkLst>
            <pc:docMk/>
            <pc:sldMk cId="3744333974" sldId="289"/>
            <ac:spMk id="12" creationId="{799B5089-B91C-FB5A-1C2E-9E38AEFA8DB8}"/>
          </ac:spMkLst>
        </pc:spChg>
        <pc:spChg chg="add del mod">
          <ac:chgData name="Michael Whitehouse" userId="0ecba9273f6ad366" providerId="LiveId" clId="{F36E82C0-65ED-4BE7-8730-0F102FB388DD}" dt="2026-06-11T11:49:27.233" v="8730" actId="478"/>
          <ac:spMkLst>
            <pc:docMk/>
            <pc:sldMk cId="3744333974" sldId="289"/>
            <ac:spMk id="13" creationId="{0BEBC15C-2B31-BDA9-AAAB-C32550349F0B}"/>
          </ac:spMkLst>
        </pc:spChg>
        <pc:spChg chg="add mod">
          <ac:chgData name="Michael Whitehouse" userId="0ecba9273f6ad366" providerId="LiveId" clId="{F36E82C0-65ED-4BE7-8730-0F102FB388DD}" dt="2026-06-09T17:33:34.603" v="4663" actId="207"/>
          <ac:spMkLst>
            <pc:docMk/>
            <pc:sldMk cId="3744333974" sldId="289"/>
            <ac:spMk id="14" creationId="{BDDC632D-3B94-1E07-9812-38A10D38EBB0}"/>
          </ac:spMkLst>
        </pc:spChg>
        <pc:spChg chg="add mod">
          <ac:chgData name="Michael Whitehouse" userId="0ecba9273f6ad366" providerId="LiveId" clId="{F36E82C0-65ED-4BE7-8730-0F102FB388DD}" dt="2026-06-09T17:33:34.616" v="4673" actId="207"/>
          <ac:spMkLst>
            <pc:docMk/>
            <pc:sldMk cId="3744333974" sldId="289"/>
            <ac:spMk id="15" creationId="{D90A66DE-9FF7-DF09-2567-969AF59234BA}"/>
          </ac:spMkLst>
        </pc:spChg>
        <pc:picChg chg="add del mod">
          <ac:chgData name="Michael Whitehouse" userId="0ecba9273f6ad366" providerId="LiveId" clId="{F36E82C0-65ED-4BE7-8730-0F102FB388DD}" dt="2026-06-11T11:49:27.233" v="8730" actId="478"/>
          <ac:picMkLst>
            <pc:docMk/>
            <pc:sldMk cId="3744333974" sldId="289"/>
            <ac:picMk id="9" creationId="{DB3EA173-48BF-6FF2-9C6B-AC3DF9053FE1}"/>
          </ac:picMkLst>
        </pc:picChg>
      </pc:sldChg>
      <pc:sldChg chg="addSp modSp add mod modClrScheme chgLayout">
        <pc:chgData name="Michael Whitehouse" userId="0ecba9273f6ad366" providerId="LiveId" clId="{F36E82C0-65ED-4BE7-8730-0F102FB388DD}" dt="2026-06-11T11:49:34.418" v="8731" actId="700"/>
        <pc:sldMkLst>
          <pc:docMk/>
          <pc:sldMk cId="3056778652" sldId="290"/>
        </pc:sldMkLst>
        <pc:spChg chg="mod ord">
          <ac:chgData name="Michael Whitehouse" userId="0ecba9273f6ad366" providerId="LiveId" clId="{F36E82C0-65ED-4BE7-8730-0F102FB388DD}" dt="2026-06-11T11:49:34.418" v="8731" actId="700"/>
          <ac:spMkLst>
            <pc:docMk/>
            <pc:sldMk cId="3056778652" sldId="290"/>
            <ac:spMk id="2" creationId="{18ACC1D1-2256-F76F-8BFB-E652D307DC95}"/>
          </ac:spMkLst>
        </pc:spChg>
        <pc:spChg chg="add mod">
          <ac:chgData name="Michael Whitehouse" userId="0ecba9273f6ad366" providerId="LiveId" clId="{F36E82C0-65ED-4BE7-8730-0F102FB388DD}" dt="2026-06-09T17:33:34.808" v="4688" actId="139"/>
          <ac:spMkLst>
            <pc:docMk/>
            <pc:sldMk cId="3056778652" sldId="290"/>
            <ac:spMk id="3" creationId="{15542194-EED4-6B2F-5ADA-5DAD283D6F15}"/>
          </ac:spMkLst>
        </pc:spChg>
        <pc:spChg chg="add mod">
          <ac:chgData name="Michael Whitehouse" userId="0ecba9273f6ad366" providerId="LiveId" clId="{F36E82C0-65ED-4BE7-8730-0F102FB388DD}" dt="2026-06-09T17:33:34.824" v="4698" actId="207"/>
          <ac:spMkLst>
            <pc:docMk/>
            <pc:sldMk cId="3056778652" sldId="290"/>
            <ac:spMk id="4" creationId="{7A33AAB3-4D91-9B61-B75E-1B828585E469}"/>
          </ac:spMkLst>
        </pc:spChg>
        <pc:spChg chg="add mod">
          <ac:chgData name="Michael Whitehouse" userId="0ecba9273f6ad366" providerId="LiveId" clId="{F36E82C0-65ED-4BE7-8730-0F102FB388DD}" dt="2026-06-09T17:33:34.838" v="4708" actId="207"/>
          <ac:spMkLst>
            <pc:docMk/>
            <pc:sldMk cId="3056778652" sldId="290"/>
            <ac:spMk id="5" creationId="{0BF2014A-BDF3-9AF0-0065-20222A09BD4B}"/>
          </ac:spMkLst>
        </pc:spChg>
      </pc:sldChg>
      <pc:sldChg chg="addSp modSp add del mod modClrScheme chgLayout">
        <pc:chgData name="Michael Whitehouse" userId="0ecba9273f6ad366" providerId="LiveId" clId="{F36E82C0-65ED-4BE7-8730-0F102FB388DD}" dt="2026-06-11T11:55:21.081" v="8787" actId="47"/>
        <pc:sldMkLst>
          <pc:docMk/>
          <pc:sldMk cId="2728892264" sldId="291"/>
        </pc:sldMkLst>
        <pc:spChg chg="mod ord">
          <ac:chgData name="Michael Whitehouse" userId="0ecba9273f6ad366" providerId="LiveId" clId="{F36E82C0-65ED-4BE7-8730-0F102FB388DD}" dt="2026-06-11T11:49:45.537" v="8732" actId="700"/>
          <ac:spMkLst>
            <pc:docMk/>
            <pc:sldMk cId="2728892264" sldId="291"/>
            <ac:spMk id="2" creationId="{65D75D18-3891-2678-7E67-DC2D73337FAD}"/>
          </ac:spMkLst>
        </pc:spChg>
        <pc:spChg chg="mod ord">
          <ac:chgData name="Michael Whitehouse" userId="0ecba9273f6ad366" providerId="LiveId" clId="{F36E82C0-65ED-4BE7-8730-0F102FB388DD}" dt="2026-06-11T11:49:45.537" v="8732" actId="700"/>
          <ac:spMkLst>
            <pc:docMk/>
            <pc:sldMk cId="2728892264" sldId="291"/>
            <ac:spMk id="3" creationId="{C9EFE793-A55A-F307-4574-A765CA9B0559}"/>
          </ac:spMkLst>
        </pc:spChg>
        <pc:spChg chg="mod ord">
          <ac:chgData name="Michael Whitehouse" userId="0ecba9273f6ad366" providerId="LiveId" clId="{F36E82C0-65ED-4BE7-8730-0F102FB388DD}" dt="2026-06-11T11:49:45.537" v="8732" actId="700"/>
          <ac:spMkLst>
            <pc:docMk/>
            <pc:sldMk cId="2728892264" sldId="291"/>
            <ac:spMk id="4" creationId="{E37A5A8F-82B1-2CCB-883E-B06FA1DE55DD}"/>
          </ac:spMkLst>
        </pc:spChg>
        <pc:spChg chg="mod ord">
          <ac:chgData name="Michael Whitehouse" userId="0ecba9273f6ad366" providerId="LiveId" clId="{F36E82C0-65ED-4BE7-8730-0F102FB388DD}" dt="2026-06-11T11:49:45.537" v="8732" actId="700"/>
          <ac:spMkLst>
            <pc:docMk/>
            <pc:sldMk cId="2728892264" sldId="291"/>
            <ac:spMk id="5" creationId="{45BD7E34-473B-C8D7-B413-A97B421162BA}"/>
          </ac:spMkLst>
        </pc:spChg>
        <pc:spChg chg="mod ord">
          <ac:chgData name="Michael Whitehouse" userId="0ecba9273f6ad366" providerId="LiveId" clId="{F36E82C0-65ED-4BE7-8730-0F102FB388DD}" dt="2026-06-11T11:49:45.537" v="8732" actId="700"/>
          <ac:spMkLst>
            <pc:docMk/>
            <pc:sldMk cId="2728892264" sldId="291"/>
            <ac:spMk id="6" creationId="{23781BB3-7DD2-DEE6-112A-E7B11A378B59}"/>
          </ac:spMkLst>
        </pc:spChg>
      </pc:sldChg>
      <pc:sldChg chg="addSp modSp add mod modClrScheme chgLayout">
        <pc:chgData name="Michael Whitehouse" userId="0ecba9273f6ad366" providerId="LiveId" clId="{F36E82C0-65ED-4BE7-8730-0F102FB388DD}" dt="2026-06-11T11:52:08.856" v="8746" actId="1076"/>
        <pc:sldMkLst>
          <pc:docMk/>
          <pc:sldMk cId="3921356289" sldId="292"/>
        </pc:sldMkLst>
        <pc:spChg chg="mod ord">
          <ac:chgData name="Michael Whitehouse" userId="0ecba9273f6ad366" providerId="LiveId" clId="{F36E82C0-65ED-4BE7-8730-0F102FB388DD}" dt="2026-06-11T11:52:08.856" v="8746" actId="1076"/>
          <ac:spMkLst>
            <pc:docMk/>
            <pc:sldMk cId="3921356289" sldId="292"/>
            <ac:spMk id="2" creationId="{515B8BE8-9390-50F7-1E7E-86F2DB93A8EB}"/>
          </ac:spMkLst>
        </pc:spChg>
        <pc:spChg chg="add mod">
          <ac:chgData name="Michael Whitehouse" userId="0ecba9273f6ad366" providerId="LiveId" clId="{F36E82C0-65ED-4BE7-8730-0F102FB388DD}" dt="2026-06-09T17:33:36.123" v="4767" actId="139"/>
          <ac:spMkLst>
            <pc:docMk/>
            <pc:sldMk cId="3921356289" sldId="292"/>
            <ac:spMk id="3" creationId="{03F44907-521C-D0BA-E079-C8E490513BCF}"/>
          </ac:spMkLst>
        </pc:spChg>
        <pc:spChg chg="add mod">
          <ac:chgData name="Michael Whitehouse" userId="0ecba9273f6ad366" providerId="LiveId" clId="{F36E82C0-65ED-4BE7-8730-0F102FB388DD}" dt="2026-06-09T17:33:36.245" v="4778" actId="139"/>
          <ac:spMkLst>
            <pc:docMk/>
            <pc:sldMk cId="3921356289" sldId="292"/>
            <ac:spMk id="4" creationId="{F5DC2C93-FE78-4C68-6952-38A5198A7522}"/>
          </ac:spMkLst>
        </pc:spChg>
        <pc:spChg chg="add mod">
          <ac:chgData name="Michael Whitehouse" userId="0ecba9273f6ad366" providerId="LiveId" clId="{F36E82C0-65ED-4BE7-8730-0F102FB388DD}" dt="2026-06-11T11:49:45.573" v="8734" actId="27636"/>
          <ac:spMkLst>
            <pc:docMk/>
            <pc:sldMk cId="3921356289" sldId="292"/>
            <ac:spMk id="5" creationId="{23D1F32F-FD32-A04A-A191-D388C3BAF697}"/>
          </ac:spMkLst>
        </pc:spChg>
        <pc:spChg chg="add mod">
          <ac:chgData name="Michael Whitehouse" userId="0ecba9273f6ad366" providerId="LiveId" clId="{F36E82C0-65ED-4BE7-8730-0F102FB388DD}" dt="2026-06-11T11:49:45.574" v="8735" actId="27636"/>
          <ac:spMkLst>
            <pc:docMk/>
            <pc:sldMk cId="3921356289" sldId="292"/>
            <ac:spMk id="6" creationId="{A23F9549-FDE7-99AD-51AC-790099B97634}"/>
          </ac:spMkLst>
        </pc:spChg>
        <pc:spChg chg="add mod">
          <ac:chgData name="Michael Whitehouse" userId="0ecba9273f6ad366" providerId="LiveId" clId="{F36E82C0-65ED-4BE7-8730-0F102FB388DD}" dt="2026-06-11T11:49:45.573" v="8733" actId="27636"/>
          <ac:spMkLst>
            <pc:docMk/>
            <pc:sldMk cId="3921356289" sldId="292"/>
            <ac:spMk id="7" creationId="{C8A30F6D-0C12-A6BC-D8A0-305177B05C16}"/>
          </ac:spMkLst>
        </pc:spChg>
        <pc:spChg chg="add mod">
          <ac:chgData name="Michael Whitehouse" userId="0ecba9273f6ad366" providerId="LiveId" clId="{F36E82C0-65ED-4BE7-8730-0F102FB388DD}" dt="2026-06-09T17:33:36.739" v="4822" actId="139"/>
          <ac:spMkLst>
            <pc:docMk/>
            <pc:sldMk cId="3921356289" sldId="292"/>
            <ac:spMk id="8" creationId="{F4D8F003-1269-79AD-98D3-397B56566D5D}"/>
          </ac:spMkLst>
        </pc:spChg>
        <pc:spChg chg="add mod">
          <ac:chgData name="Michael Whitehouse" userId="0ecba9273f6ad366" providerId="LiveId" clId="{F36E82C0-65ED-4BE7-8730-0F102FB388DD}" dt="2026-06-09T17:33:36.862" v="4833" actId="139"/>
          <ac:spMkLst>
            <pc:docMk/>
            <pc:sldMk cId="3921356289" sldId="292"/>
            <ac:spMk id="9" creationId="{D587D124-4028-8910-2C87-57228135C2F2}"/>
          </ac:spMkLst>
        </pc:spChg>
        <pc:spChg chg="add mod">
          <ac:chgData name="Michael Whitehouse" userId="0ecba9273f6ad366" providerId="LiveId" clId="{F36E82C0-65ED-4BE7-8730-0F102FB388DD}" dt="2026-06-09T17:33:36.988" v="4844" actId="139"/>
          <ac:spMkLst>
            <pc:docMk/>
            <pc:sldMk cId="3921356289" sldId="292"/>
            <ac:spMk id="10" creationId="{57C8524C-4346-88DC-911B-BD8F0F9417CD}"/>
          </ac:spMkLst>
        </pc:spChg>
        <pc:spChg chg="add mod">
          <ac:chgData name="Michael Whitehouse" userId="0ecba9273f6ad366" providerId="LiveId" clId="{F36E82C0-65ED-4BE7-8730-0F102FB388DD}" dt="2026-06-09T17:33:37.111" v="4855" actId="139"/>
          <ac:spMkLst>
            <pc:docMk/>
            <pc:sldMk cId="3921356289" sldId="292"/>
            <ac:spMk id="11" creationId="{970D4184-2896-4F79-E54D-A2AA0F3E9759}"/>
          </ac:spMkLst>
        </pc:spChg>
        <pc:spChg chg="add mod">
          <ac:chgData name="Michael Whitehouse" userId="0ecba9273f6ad366" providerId="LiveId" clId="{F36E82C0-65ED-4BE7-8730-0F102FB388DD}" dt="2026-06-09T17:33:37.236" v="4866" actId="139"/>
          <ac:spMkLst>
            <pc:docMk/>
            <pc:sldMk cId="3921356289" sldId="292"/>
            <ac:spMk id="12" creationId="{24652A5A-EE96-A94A-2F1C-2EE368050885}"/>
          </ac:spMkLst>
        </pc:spChg>
        <pc:spChg chg="add mod">
          <ac:chgData name="Michael Whitehouse" userId="0ecba9273f6ad366" providerId="LiveId" clId="{F36E82C0-65ED-4BE7-8730-0F102FB388DD}" dt="2026-06-09T17:33:37.360" v="4877" actId="139"/>
          <ac:spMkLst>
            <pc:docMk/>
            <pc:sldMk cId="3921356289" sldId="292"/>
            <ac:spMk id="13" creationId="{BF46644C-2C78-3B85-CC2F-994B7BF720AC}"/>
          </ac:spMkLst>
        </pc:spChg>
        <pc:spChg chg="add mod">
          <ac:chgData name="Michael Whitehouse" userId="0ecba9273f6ad366" providerId="LiveId" clId="{F36E82C0-65ED-4BE7-8730-0F102FB388DD}" dt="2026-06-09T17:33:37.487" v="4888" actId="139"/>
          <ac:spMkLst>
            <pc:docMk/>
            <pc:sldMk cId="3921356289" sldId="292"/>
            <ac:spMk id="14" creationId="{04543658-96CA-0B33-DE5C-7C6D2244EBEB}"/>
          </ac:spMkLst>
        </pc:spChg>
        <pc:spChg chg="add mod">
          <ac:chgData name="Michael Whitehouse" userId="0ecba9273f6ad366" providerId="LiveId" clId="{F36E82C0-65ED-4BE7-8730-0F102FB388DD}" dt="2026-06-09T17:33:37.611" v="4899" actId="139"/>
          <ac:spMkLst>
            <pc:docMk/>
            <pc:sldMk cId="3921356289" sldId="292"/>
            <ac:spMk id="15" creationId="{A4401126-D734-B030-7F10-C8D4EA291F6E}"/>
          </ac:spMkLst>
        </pc:spChg>
        <pc:spChg chg="add mod">
          <ac:chgData name="Michael Whitehouse" userId="0ecba9273f6ad366" providerId="LiveId" clId="{F36E82C0-65ED-4BE7-8730-0F102FB388DD}" dt="2026-06-09T17:33:37.736" v="4910" actId="139"/>
          <ac:spMkLst>
            <pc:docMk/>
            <pc:sldMk cId="3921356289" sldId="292"/>
            <ac:spMk id="16" creationId="{E4C20BF8-A885-1B96-E2EB-782B8299419D}"/>
          </ac:spMkLst>
        </pc:spChg>
        <pc:spChg chg="add mod">
          <ac:chgData name="Michael Whitehouse" userId="0ecba9273f6ad366" providerId="LiveId" clId="{F36E82C0-65ED-4BE7-8730-0F102FB388DD}" dt="2026-06-09T17:33:37.858" v="4921" actId="139"/>
          <ac:spMkLst>
            <pc:docMk/>
            <pc:sldMk cId="3921356289" sldId="292"/>
            <ac:spMk id="17" creationId="{3A03945D-8E5E-75F8-04AB-10A0ACE20BA4}"/>
          </ac:spMkLst>
        </pc:spChg>
        <pc:spChg chg="add mod">
          <ac:chgData name="Michael Whitehouse" userId="0ecba9273f6ad366" providerId="LiveId" clId="{F36E82C0-65ED-4BE7-8730-0F102FB388DD}" dt="2026-06-09T17:33:37.985" v="4932" actId="139"/>
          <ac:spMkLst>
            <pc:docMk/>
            <pc:sldMk cId="3921356289" sldId="292"/>
            <ac:spMk id="18" creationId="{E0D75238-31EB-D596-594B-42F1469AA58F}"/>
          </ac:spMkLst>
        </pc:spChg>
        <pc:spChg chg="add mod">
          <ac:chgData name="Michael Whitehouse" userId="0ecba9273f6ad366" providerId="LiveId" clId="{F36E82C0-65ED-4BE7-8730-0F102FB388DD}" dt="2026-06-09T17:33:38.107" v="4943" actId="139"/>
          <ac:spMkLst>
            <pc:docMk/>
            <pc:sldMk cId="3921356289" sldId="292"/>
            <ac:spMk id="19" creationId="{D10347CA-1A98-6E30-3D0E-EC68631922AD}"/>
          </ac:spMkLst>
        </pc:spChg>
        <pc:spChg chg="add mod">
          <ac:chgData name="Michael Whitehouse" userId="0ecba9273f6ad366" providerId="LiveId" clId="{F36E82C0-65ED-4BE7-8730-0F102FB388DD}" dt="2026-06-09T17:33:38.231" v="4954" actId="139"/>
          <ac:spMkLst>
            <pc:docMk/>
            <pc:sldMk cId="3921356289" sldId="292"/>
            <ac:spMk id="20" creationId="{3625FDB8-3D4D-1944-330B-57B9327A830B}"/>
          </ac:spMkLst>
        </pc:spChg>
        <pc:spChg chg="add mod">
          <ac:chgData name="Michael Whitehouse" userId="0ecba9273f6ad366" providerId="LiveId" clId="{F36E82C0-65ED-4BE7-8730-0F102FB388DD}" dt="2026-06-09T17:33:38.355" v="4965" actId="139"/>
          <ac:spMkLst>
            <pc:docMk/>
            <pc:sldMk cId="3921356289" sldId="292"/>
            <ac:spMk id="21" creationId="{AF72E344-A473-17DB-88E4-39785F93E1BD}"/>
          </ac:spMkLst>
        </pc:spChg>
        <pc:spChg chg="add mod">
          <ac:chgData name="Michael Whitehouse" userId="0ecba9273f6ad366" providerId="LiveId" clId="{F36E82C0-65ED-4BE7-8730-0F102FB388DD}" dt="2026-06-09T17:33:38.482" v="4976" actId="139"/>
          <ac:spMkLst>
            <pc:docMk/>
            <pc:sldMk cId="3921356289" sldId="292"/>
            <ac:spMk id="22" creationId="{13A4A55D-19AA-804C-1E02-BCCEF45191E7}"/>
          </ac:spMkLst>
        </pc:spChg>
        <pc:spChg chg="add mod">
          <ac:chgData name="Michael Whitehouse" userId="0ecba9273f6ad366" providerId="LiveId" clId="{F36E82C0-65ED-4BE7-8730-0F102FB388DD}" dt="2026-06-09T17:33:38.496" v="4986" actId="207"/>
          <ac:spMkLst>
            <pc:docMk/>
            <pc:sldMk cId="3921356289" sldId="292"/>
            <ac:spMk id="23" creationId="{9EBDE91F-946F-09C8-C72C-478DE948344D}"/>
          </ac:spMkLst>
        </pc:spChg>
        <pc:spChg chg="add mod">
          <ac:chgData name="Michael Whitehouse" userId="0ecba9273f6ad366" providerId="LiveId" clId="{F36E82C0-65ED-4BE7-8730-0F102FB388DD}" dt="2026-06-09T17:33:38.509" v="4996" actId="207"/>
          <ac:spMkLst>
            <pc:docMk/>
            <pc:sldMk cId="3921356289" sldId="292"/>
            <ac:spMk id="24" creationId="{84B04AEC-3E0B-92E6-4111-087DE0476020}"/>
          </ac:spMkLst>
        </pc:spChg>
      </pc:sldChg>
      <pc:sldChg chg="addSp modSp add mod modClrScheme chgLayout">
        <pc:chgData name="Michael Whitehouse" userId="0ecba9273f6ad366" providerId="LiveId" clId="{F36E82C0-65ED-4BE7-8730-0F102FB388DD}" dt="2026-06-11T11:52:16.930" v="8748" actId="1076"/>
        <pc:sldMkLst>
          <pc:docMk/>
          <pc:sldMk cId="2523727996" sldId="293"/>
        </pc:sldMkLst>
        <pc:spChg chg="mod ord">
          <ac:chgData name="Michael Whitehouse" userId="0ecba9273f6ad366" providerId="LiveId" clId="{F36E82C0-65ED-4BE7-8730-0F102FB388DD}" dt="2026-06-11T11:52:16.930" v="8748" actId="1076"/>
          <ac:spMkLst>
            <pc:docMk/>
            <pc:sldMk cId="2523727996" sldId="293"/>
            <ac:spMk id="2" creationId="{5B54C93A-D071-13E7-51DC-B01A9407A349}"/>
          </ac:spMkLst>
        </pc:spChg>
        <pc:spChg chg="add mod">
          <ac:chgData name="Michael Whitehouse" userId="0ecba9273f6ad366" providerId="LiveId" clId="{F36E82C0-65ED-4BE7-8730-0F102FB388DD}" dt="2026-06-09T17:33:39.633" v="5009"/>
          <ac:spMkLst>
            <pc:docMk/>
            <pc:sldMk cId="2523727996" sldId="293"/>
            <ac:spMk id="3" creationId="{255FF045-C3B5-0C79-9A4D-7395D776A82E}"/>
          </ac:spMkLst>
        </pc:spChg>
        <pc:spChg chg="add mod">
          <ac:chgData name="Michael Whitehouse" userId="0ecba9273f6ad366" providerId="LiveId" clId="{F36E82C0-65ED-4BE7-8730-0F102FB388DD}" dt="2026-06-09T17:33:39.757" v="5020" actId="139"/>
          <ac:spMkLst>
            <pc:docMk/>
            <pc:sldMk cId="2523727996" sldId="293"/>
            <ac:spMk id="4" creationId="{D44C5430-EA24-1C19-7C6A-0A209C13AE2C}"/>
          </ac:spMkLst>
        </pc:spChg>
        <pc:spChg chg="add mod">
          <ac:chgData name="Michael Whitehouse" userId="0ecba9273f6ad366" providerId="LiveId" clId="{F36E82C0-65ED-4BE7-8730-0F102FB388DD}" dt="2026-06-09T17:33:39.884" v="5031" actId="139"/>
          <ac:spMkLst>
            <pc:docMk/>
            <pc:sldMk cId="2523727996" sldId="293"/>
            <ac:spMk id="5" creationId="{F18E3C5A-DA76-0092-680A-AFDDE9AE9FFD}"/>
          </ac:spMkLst>
        </pc:spChg>
        <pc:spChg chg="add mod">
          <ac:chgData name="Michael Whitehouse" userId="0ecba9273f6ad366" providerId="LiveId" clId="{F36E82C0-65ED-4BE7-8730-0F102FB388DD}" dt="2026-06-09T17:33:40.004" v="5040"/>
          <ac:spMkLst>
            <pc:docMk/>
            <pc:sldMk cId="2523727996" sldId="293"/>
            <ac:spMk id="6" creationId="{A7010AFD-ED13-0173-88D7-37FC7BFA9C81}"/>
          </ac:spMkLst>
        </pc:spChg>
        <pc:spChg chg="add mod">
          <ac:chgData name="Michael Whitehouse" userId="0ecba9273f6ad366" providerId="LiveId" clId="{F36E82C0-65ED-4BE7-8730-0F102FB388DD}" dt="2026-06-09T17:33:40.133" v="5051" actId="139"/>
          <ac:spMkLst>
            <pc:docMk/>
            <pc:sldMk cId="2523727996" sldId="293"/>
            <ac:spMk id="7" creationId="{9D75320E-91B5-5A55-A8CD-68E40D3B9700}"/>
          </ac:spMkLst>
        </pc:spChg>
        <pc:spChg chg="add mod">
          <ac:chgData name="Michael Whitehouse" userId="0ecba9273f6ad366" providerId="LiveId" clId="{F36E82C0-65ED-4BE7-8730-0F102FB388DD}" dt="2026-06-09T17:33:40.252" v="5060"/>
          <ac:spMkLst>
            <pc:docMk/>
            <pc:sldMk cId="2523727996" sldId="293"/>
            <ac:spMk id="8" creationId="{0A9EBC3D-5A0A-4DBD-B3B6-DCC807DCF571}"/>
          </ac:spMkLst>
        </pc:spChg>
        <pc:spChg chg="add mod">
          <ac:chgData name="Michael Whitehouse" userId="0ecba9273f6ad366" providerId="LiveId" clId="{F36E82C0-65ED-4BE7-8730-0F102FB388DD}" dt="2026-06-09T17:33:40.369" v="5071" actId="139"/>
          <ac:spMkLst>
            <pc:docMk/>
            <pc:sldMk cId="2523727996" sldId="293"/>
            <ac:spMk id="9" creationId="{B73D2045-9EA7-7B85-BF84-6808430FF986}"/>
          </ac:spMkLst>
        </pc:spChg>
        <pc:spChg chg="add mod">
          <ac:chgData name="Michael Whitehouse" userId="0ecba9273f6ad366" providerId="LiveId" clId="{F36E82C0-65ED-4BE7-8730-0F102FB388DD}" dt="2026-06-09T17:33:40.488" v="5080"/>
          <ac:spMkLst>
            <pc:docMk/>
            <pc:sldMk cId="2523727996" sldId="293"/>
            <ac:spMk id="10" creationId="{87BAC9EA-1C5A-F3C5-535E-40F5F74F79A7}"/>
          </ac:spMkLst>
        </pc:spChg>
        <pc:spChg chg="add mod">
          <ac:chgData name="Michael Whitehouse" userId="0ecba9273f6ad366" providerId="LiveId" clId="{F36E82C0-65ED-4BE7-8730-0F102FB388DD}" dt="2026-06-09T17:33:40.605" v="5091" actId="139"/>
          <ac:spMkLst>
            <pc:docMk/>
            <pc:sldMk cId="2523727996" sldId="293"/>
            <ac:spMk id="11" creationId="{FC00A756-6AAB-FD36-07C1-51D5E71CB701}"/>
          </ac:spMkLst>
        </pc:spChg>
        <pc:spChg chg="add mod">
          <ac:chgData name="Michael Whitehouse" userId="0ecba9273f6ad366" providerId="LiveId" clId="{F36E82C0-65ED-4BE7-8730-0F102FB388DD}" dt="2026-06-09T17:33:40.724" v="5100"/>
          <ac:spMkLst>
            <pc:docMk/>
            <pc:sldMk cId="2523727996" sldId="293"/>
            <ac:spMk id="12" creationId="{CBEAB17F-8916-9EA3-975E-D11DAA1B887F}"/>
          </ac:spMkLst>
        </pc:spChg>
        <pc:spChg chg="add mod">
          <ac:chgData name="Michael Whitehouse" userId="0ecba9273f6ad366" providerId="LiveId" clId="{F36E82C0-65ED-4BE7-8730-0F102FB388DD}" dt="2026-06-09T17:33:40.850" v="5111" actId="139"/>
          <ac:spMkLst>
            <pc:docMk/>
            <pc:sldMk cId="2523727996" sldId="293"/>
            <ac:spMk id="13" creationId="{39D34B6E-F1D1-3424-8DF5-4E022220567F}"/>
          </ac:spMkLst>
        </pc:spChg>
        <pc:spChg chg="add mod">
          <ac:chgData name="Michael Whitehouse" userId="0ecba9273f6ad366" providerId="LiveId" clId="{F36E82C0-65ED-4BE7-8730-0F102FB388DD}" dt="2026-06-09T17:33:40.970" v="5120"/>
          <ac:spMkLst>
            <pc:docMk/>
            <pc:sldMk cId="2523727996" sldId="293"/>
            <ac:spMk id="14" creationId="{6A41FFED-44EF-16FF-2908-51D534FEF38F}"/>
          </ac:spMkLst>
        </pc:spChg>
        <pc:spChg chg="add mod">
          <ac:chgData name="Michael Whitehouse" userId="0ecba9273f6ad366" providerId="LiveId" clId="{F36E82C0-65ED-4BE7-8730-0F102FB388DD}" dt="2026-06-09T17:33:41.586" v="5172" actId="139"/>
          <ac:spMkLst>
            <pc:docMk/>
            <pc:sldMk cId="2523727996" sldId="293"/>
            <ac:spMk id="19" creationId="{FDCB454F-B8BB-C75E-E39B-40171249B23C}"/>
          </ac:spMkLst>
        </pc:spChg>
        <pc:spChg chg="add mod">
          <ac:chgData name="Michael Whitehouse" userId="0ecba9273f6ad366" providerId="LiveId" clId="{F36E82C0-65ED-4BE7-8730-0F102FB388DD}" dt="2026-06-09T17:33:41.705" v="5182" actId="207"/>
          <ac:spMkLst>
            <pc:docMk/>
            <pc:sldMk cId="2523727996" sldId="293"/>
            <ac:spMk id="20" creationId="{E0C08D2B-CFC4-3118-4D8B-357D0C7E94A0}"/>
          </ac:spMkLst>
        </pc:spChg>
        <pc:spChg chg="add mod">
          <ac:chgData name="Michael Whitehouse" userId="0ecba9273f6ad366" providerId="LiveId" clId="{F36E82C0-65ED-4BE7-8730-0F102FB388DD}" dt="2026-06-09T17:33:41.831" v="5193" actId="139"/>
          <ac:spMkLst>
            <pc:docMk/>
            <pc:sldMk cId="2523727996" sldId="293"/>
            <ac:spMk id="21" creationId="{F64359CD-988D-407D-94FF-C82A9A038915}"/>
          </ac:spMkLst>
        </pc:spChg>
        <pc:spChg chg="add mod">
          <ac:chgData name="Michael Whitehouse" userId="0ecba9273f6ad366" providerId="LiveId" clId="{F36E82C0-65ED-4BE7-8730-0F102FB388DD}" dt="2026-06-09T17:33:41.960" v="5204" actId="139"/>
          <ac:spMkLst>
            <pc:docMk/>
            <pc:sldMk cId="2523727996" sldId="293"/>
            <ac:spMk id="22" creationId="{81A35FDE-FDF5-BB60-3763-5FC5D4F19076}"/>
          </ac:spMkLst>
        </pc:spChg>
        <pc:spChg chg="add mod">
          <ac:chgData name="Michael Whitehouse" userId="0ecba9273f6ad366" providerId="LiveId" clId="{F36E82C0-65ED-4BE7-8730-0F102FB388DD}" dt="2026-06-09T17:33:42.082" v="5214" actId="207"/>
          <ac:spMkLst>
            <pc:docMk/>
            <pc:sldMk cId="2523727996" sldId="293"/>
            <ac:spMk id="23" creationId="{76785622-876C-C497-F9F7-C31140ADF07B}"/>
          </ac:spMkLst>
        </pc:spChg>
        <pc:spChg chg="add mod">
          <ac:chgData name="Michael Whitehouse" userId="0ecba9273f6ad366" providerId="LiveId" clId="{F36E82C0-65ED-4BE7-8730-0F102FB388DD}" dt="2026-06-09T17:33:42.196" v="5225" actId="139"/>
          <ac:spMkLst>
            <pc:docMk/>
            <pc:sldMk cId="2523727996" sldId="293"/>
            <ac:spMk id="24" creationId="{98AAA4E8-D17C-7DBE-202B-13243EAF6C8D}"/>
          </ac:spMkLst>
        </pc:spChg>
        <pc:spChg chg="add mod">
          <ac:chgData name="Michael Whitehouse" userId="0ecba9273f6ad366" providerId="LiveId" clId="{F36E82C0-65ED-4BE7-8730-0F102FB388DD}" dt="2026-06-09T17:33:42.211" v="5235" actId="207"/>
          <ac:spMkLst>
            <pc:docMk/>
            <pc:sldMk cId="2523727996" sldId="293"/>
            <ac:spMk id="25" creationId="{B0D1E5E6-6233-1CA0-EAB8-D50259244D81}"/>
          </ac:spMkLst>
        </pc:spChg>
        <pc:spChg chg="add mod">
          <ac:chgData name="Michael Whitehouse" userId="0ecba9273f6ad366" providerId="LiveId" clId="{F36E82C0-65ED-4BE7-8730-0F102FB388DD}" dt="2026-06-09T17:33:42.225" v="5245" actId="207"/>
          <ac:spMkLst>
            <pc:docMk/>
            <pc:sldMk cId="2523727996" sldId="293"/>
            <ac:spMk id="26" creationId="{51C72B49-3059-DB4A-111A-F278E5D6F64F}"/>
          </ac:spMkLst>
        </pc:spChg>
        <pc:cxnChg chg="add mod">
          <ac:chgData name="Michael Whitehouse" userId="0ecba9273f6ad366" providerId="LiveId" clId="{F36E82C0-65ED-4BE7-8730-0F102FB388DD}" dt="2026-06-09T17:33:41.097" v="5130" actId="208"/>
          <ac:cxnSpMkLst>
            <pc:docMk/>
            <pc:sldMk cId="2523727996" sldId="293"/>
            <ac:cxnSpMk id="15" creationId="{B4CA3459-FE4B-01E8-5ACD-3E470EC90580}"/>
          </ac:cxnSpMkLst>
        </pc:cxnChg>
        <pc:cxnChg chg="add mod">
          <ac:chgData name="Michael Whitehouse" userId="0ecba9273f6ad366" providerId="LiveId" clId="{F36E82C0-65ED-4BE7-8730-0F102FB388DD}" dt="2026-06-09T17:33:41.225" v="5140" actId="208"/>
          <ac:cxnSpMkLst>
            <pc:docMk/>
            <pc:sldMk cId="2523727996" sldId="293"/>
            <ac:cxnSpMk id="16" creationId="{EFA6B2B2-05EA-C3A7-5704-5B8B6E3C9FCC}"/>
          </ac:cxnSpMkLst>
        </pc:cxnChg>
        <pc:cxnChg chg="add mod">
          <ac:chgData name="Michael Whitehouse" userId="0ecba9273f6ad366" providerId="LiveId" clId="{F36E82C0-65ED-4BE7-8730-0F102FB388DD}" dt="2026-06-09T17:33:41.347" v="5150" actId="208"/>
          <ac:cxnSpMkLst>
            <pc:docMk/>
            <pc:sldMk cId="2523727996" sldId="293"/>
            <ac:cxnSpMk id="17" creationId="{A0948834-5AF4-54FB-25B4-E8AFD97C43DE}"/>
          </ac:cxnSpMkLst>
        </pc:cxnChg>
        <pc:cxnChg chg="add mod">
          <ac:chgData name="Michael Whitehouse" userId="0ecba9273f6ad366" providerId="LiveId" clId="{F36E82C0-65ED-4BE7-8730-0F102FB388DD}" dt="2026-06-09T17:33:41.459" v="5160" actId="208"/>
          <ac:cxnSpMkLst>
            <pc:docMk/>
            <pc:sldMk cId="2523727996" sldId="293"/>
            <ac:cxnSpMk id="18" creationId="{7094B995-5E51-1374-D170-ECF8341D8170}"/>
          </ac:cxnSpMkLst>
        </pc:cxnChg>
      </pc:sldChg>
      <pc:sldChg chg="addSp modSp add del mod modClrScheme chgLayout">
        <pc:chgData name="Michael Whitehouse" userId="0ecba9273f6ad366" providerId="LiveId" clId="{F36E82C0-65ED-4BE7-8730-0F102FB388DD}" dt="2026-06-11T11:52:54.100" v="8772" actId="47"/>
        <pc:sldMkLst>
          <pc:docMk/>
          <pc:sldMk cId="1256104884" sldId="294"/>
        </pc:sldMkLst>
        <pc:spChg chg="mod ord">
          <ac:chgData name="Michael Whitehouse" userId="0ecba9273f6ad366" providerId="LiveId" clId="{F36E82C0-65ED-4BE7-8730-0F102FB388DD}" dt="2026-06-11T11:52:27.727" v="8751" actId="1076"/>
          <ac:spMkLst>
            <pc:docMk/>
            <pc:sldMk cId="1256104884" sldId="294"/>
            <ac:spMk id="2" creationId="{20020497-991B-EB5A-DFC1-12ED397270D4}"/>
          </ac:spMkLst>
        </pc:spChg>
        <pc:spChg chg="add mod">
          <ac:chgData name="Michael Whitehouse" userId="0ecba9273f6ad366" providerId="LiveId" clId="{F36E82C0-65ED-4BE7-8730-0F102FB388DD}" dt="2026-06-11T11:52:25.309" v="8750" actId="27636"/>
          <ac:spMkLst>
            <pc:docMk/>
            <pc:sldMk cId="1256104884" sldId="294"/>
            <ac:spMk id="20" creationId="{0C2AB175-18AA-B219-2E37-8F13D7FEF2A4}"/>
          </ac:spMkLst>
        </pc:spChg>
      </pc:sldChg>
      <pc:sldChg chg="addSp modSp add del mod modClrScheme chgLayout">
        <pc:chgData name="Michael Whitehouse" userId="0ecba9273f6ad366" providerId="LiveId" clId="{F36E82C0-65ED-4BE7-8730-0F102FB388DD}" dt="2026-06-11T11:52:55.278" v="8773" actId="47"/>
        <pc:sldMkLst>
          <pc:docMk/>
          <pc:sldMk cId="3785540402" sldId="295"/>
        </pc:sldMkLst>
        <pc:spChg chg="mod ord">
          <ac:chgData name="Michael Whitehouse" userId="0ecba9273f6ad366" providerId="LiveId" clId="{F36E82C0-65ED-4BE7-8730-0F102FB388DD}" dt="2026-06-11T11:52:47.113" v="8770" actId="1076"/>
          <ac:spMkLst>
            <pc:docMk/>
            <pc:sldMk cId="3785540402" sldId="295"/>
            <ac:spMk id="2" creationId="{7B99B877-3F23-22EB-9B70-31AE6400865D}"/>
          </ac:spMkLst>
        </pc:spChg>
        <pc:spChg chg="add mod">
          <ac:chgData name="Michael Whitehouse" userId="0ecba9273f6ad366" providerId="LiveId" clId="{F36E82C0-65ED-4BE7-8730-0F102FB388DD}" dt="2026-06-11T11:52:44.541" v="8769" actId="27636"/>
          <ac:spMkLst>
            <pc:docMk/>
            <pc:sldMk cId="3785540402" sldId="295"/>
            <ac:spMk id="4" creationId="{63836DA5-2092-EBCA-4315-BD00D7952527}"/>
          </ac:spMkLst>
        </pc:spChg>
        <pc:spChg chg="add mod">
          <ac:chgData name="Michael Whitehouse" userId="0ecba9273f6ad366" providerId="LiveId" clId="{F36E82C0-65ED-4BE7-8730-0F102FB388DD}" dt="2026-06-11T11:52:50.600" v="8771" actId="1076"/>
          <ac:spMkLst>
            <pc:docMk/>
            <pc:sldMk cId="3785540402" sldId="295"/>
            <ac:spMk id="5" creationId="{06B7F32C-D9F2-AF71-A6E1-FF07A7857EAB}"/>
          </ac:spMkLst>
        </pc:spChg>
      </pc:sldChg>
      <pc:sldChg chg="addSp modSp add mod modClrScheme chgLayout">
        <pc:chgData name="Michael Whitehouse" userId="0ecba9273f6ad366" providerId="LiveId" clId="{F36E82C0-65ED-4BE7-8730-0F102FB388DD}" dt="2026-06-11T11:59:15.515" v="8808" actId="1076"/>
        <pc:sldMkLst>
          <pc:docMk/>
          <pc:sldMk cId="3716509259" sldId="296"/>
        </pc:sldMkLst>
        <pc:spChg chg="mod ord">
          <ac:chgData name="Michael Whitehouse" userId="0ecba9273f6ad366" providerId="LiveId" clId="{F36E82C0-65ED-4BE7-8730-0F102FB388DD}" dt="2026-06-11T11:58:34.002" v="8803" actId="1076"/>
          <ac:spMkLst>
            <pc:docMk/>
            <pc:sldMk cId="3716509259" sldId="296"/>
            <ac:spMk id="2" creationId="{A516F9E0-D82B-6431-83BA-3C22A648F7E4}"/>
          </ac:spMkLst>
        </pc:spChg>
        <pc:spChg chg="add mod">
          <ac:chgData name="Michael Whitehouse" userId="0ecba9273f6ad366" providerId="LiveId" clId="{F36E82C0-65ED-4BE7-8730-0F102FB388DD}" dt="2026-06-09T17:33:50.929" v="5785" actId="208"/>
          <ac:spMkLst>
            <pc:docMk/>
            <pc:sldMk cId="3716509259" sldId="296"/>
            <ac:spMk id="3" creationId="{A340B615-65C9-553F-9FF4-0A13A09948CF}"/>
          </ac:spMkLst>
        </pc:spChg>
        <pc:spChg chg="add mod">
          <ac:chgData name="Michael Whitehouse" userId="0ecba9273f6ad366" providerId="LiveId" clId="{F36E82C0-65ED-4BE7-8730-0F102FB388DD}" dt="2026-06-09T17:33:51.047" v="5794"/>
          <ac:spMkLst>
            <pc:docMk/>
            <pc:sldMk cId="3716509259" sldId="296"/>
            <ac:spMk id="4" creationId="{F992C73A-F694-BF59-BFFF-7B961850A2F3}"/>
          </ac:spMkLst>
        </pc:spChg>
        <pc:spChg chg="add mod">
          <ac:chgData name="Michael Whitehouse" userId="0ecba9273f6ad366" providerId="LiveId" clId="{F36E82C0-65ED-4BE7-8730-0F102FB388DD}" dt="2026-06-09T17:33:51.177" v="5805" actId="208"/>
          <ac:spMkLst>
            <pc:docMk/>
            <pc:sldMk cId="3716509259" sldId="296"/>
            <ac:spMk id="5" creationId="{66B4CA3C-D760-A70B-DD4F-0FF827CBEED8}"/>
          </ac:spMkLst>
        </pc:spChg>
        <pc:spChg chg="add mod">
          <ac:chgData name="Michael Whitehouse" userId="0ecba9273f6ad366" providerId="LiveId" clId="{F36E82C0-65ED-4BE7-8730-0F102FB388DD}" dt="2026-06-09T17:33:51.302" v="5816" actId="139"/>
          <ac:spMkLst>
            <pc:docMk/>
            <pc:sldMk cId="3716509259" sldId="296"/>
            <ac:spMk id="6" creationId="{0B01C3FE-E22A-EC70-561E-6E5A96DE8871}"/>
          </ac:spMkLst>
        </pc:spChg>
        <pc:spChg chg="add mod">
          <ac:chgData name="Michael Whitehouse" userId="0ecba9273f6ad366" providerId="LiveId" clId="{F36E82C0-65ED-4BE7-8730-0F102FB388DD}" dt="2026-06-09T17:33:51.426" v="5827" actId="139"/>
          <ac:spMkLst>
            <pc:docMk/>
            <pc:sldMk cId="3716509259" sldId="296"/>
            <ac:spMk id="7" creationId="{EB9775DA-82AB-6788-8984-F77F051F8EB5}"/>
          </ac:spMkLst>
        </pc:spChg>
        <pc:spChg chg="add mod">
          <ac:chgData name="Michael Whitehouse" userId="0ecba9273f6ad366" providerId="LiveId" clId="{F36E82C0-65ED-4BE7-8730-0F102FB388DD}" dt="2026-06-09T17:33:51.547" v="5832"/>
          <ac:spMkLst>
            <pc:docMk/>
            <pc:sldMk cId="3716509259" sldId="296"/>
            <ac:spMk id="8" creationId="{364CBDFD-594C-7F41-BA1C-A028E9F68951}"/>
          </ac:spMkLst>
        </pc:spChg>
        <pc:spChg chg="add mod">
          <ac:chgData name="Michael Whitehouse" userId="0ecba9273f6ad366" providerId="LiveId" clId="{F36E82C0-65ED-4BE7-8730-0F102FB388DD}" dt="2026-06-09T17:33:51.678" v="5843" actId="139"/>
          <ac:spMkLst>
            <pc:docMk/>
            <pc:sldMk cId="3716509259" sldId="296"/>
            <ac:spMk id="9" creationId="{B1DB0799-E59E-1575-474D-AF739E3102F0}"/>
          </ac:spMkLst>
        </pc:spChg>
        <pc:spChg chg="add mod">
          <ac:chgData name="Michael Whitehouse" userId="0ecba9273f6ad366" providerId="LiveId" clId="{F36E82C0-65ED-4BE7-8730-0F102FB388DD}" dt="2026-06-09T17:33:51.803" v="5854" actId="139"/>
          <ac:spMkLst>
            <pc:docMk/>
            <pc:sldMk cId="3716509259" sldId="296"/>
            <ac:spMk id="10" creationId="{D6F2D1D7-E137-EFC0-8CE8-1499D18C0D55}"/>
          </ac:spMkLst>
        </pc:spChg>
        <pc:spChg chg="add mod">
          <ac:chgData name="Michael Whitehouse" userId="0ecba9273f6ad366" providerId="LiveId" clId="{F36E82C0-65ED-4BE7-8730-0F102FB388DD}" dt="2026-06-09T17:33:51.928" v="5865" actId="139"/>
          <ac:spMkLst>
            <pc:docMk/>
            <pc:sldMk cId="3716509259" sldId="296"/>
            <ac:spMk id="11" creationId="{BC438431-FCB5-E83C-82A3-DE6A3588EBD7}"/>
          </ac:spMkLst>
        </pc:spChg>
        <pc:spChg chg="add mod">
          <ac:chgData name="Michael Whitehouse" userId="0ecba9273f6ad366" providerId="LiveId" clId="{F36E82C0-65ED-4BE7-8730-0F102FB388DD}" dt="2026-06-09T17:33:52.040" v="5876" actId="139"/>
          <ac:spMkLst>
            <pc:docMk/>
            <pc:sldMk cId="3716509259" sldId="296"/>
            <ac:spMk id="12" creationId="{D6BA2B15-9F87-26F9-C20B-59FA022B7EC7}"/>
          </ac:spMkLst>
        </pc:spChg>
        <pc:spChg chg="add mod">
          <ac:chgData name="Michael Whitehouse" userId="0ecba9273f6ad366" providerId="LiveId" clId="{F36E82C0-65ED-4BE7-8730-0F102FB388DD}" dt="2026-06-11T11:52:40" v="8753" actId="27636"/>
          <ac:spMkLst>
            <pc:docMk/>
            <pc:sldMk cId="3716509259" sldId="296"/>
            <ac:spMk id="15" creationId="{95DBA05F-872C-6B89-96A2-DE52D4174B5F}"/>
          </ac:spMkLst>
        </pc:spChg>
        <pc:spChg chg="add mod">
          <ac:chgData name="Michael Whitehouse" userId="0ecba9273f6ad366" providerId="LiveId" clId="{F36E82C0-65ED-4BE7-8730-0F102FB388DD}" dt="2026-06-09T17:33:52.536" v="5916" actId="139"/>
          <ac:spMkLst>
            <pc:docMk/>
            <pc:sldMk cId="3716509259" sldId="296"/>
            <ac:spMk id="16" creationId="{B99B0D1D-FEE2-86C6-27C9-F37C74496B28}"/>
          </ac:spMkLst>
        </pc:spChg>
        <pc:spChg chg="add mod">
          <ac:chgData name="Michael Whitehouse" userId="0ecba9273f6ad366" providerId="LiveId" clId="{F36E82C0-65ED-4BE7-8730-0F102FB388DD}" dt="2026-06-11T11:59:15.515" v="8808" actId="1076"/>
          <ac:spMkLst>
            <pc:docMk/>
            <pc:sldMk cId="3716509259" sldId="296"/>
            <ac:spMk id="17" creationId="{B167F3E4-2C6C-24AA-542A-E133051E295B}"/>
          </ac:spMkLst>
        </pc:spChg>
        <pc:spChg chg="add mod">
          <ac:chgData name="Michael Whitehouse" userId="0ecba9273f6ad366" providerId="LiveId" clId="{F36E82C0-65ED-4BE7-8730-0F102FB388DD}" dt="2026-06-09T17:33:52.676" v="5937" actId="207"/>
          <ac:spMkLst>
            <pc:docMk/>
            <pc:sldMk cId="3716509259" sldId="296"/>
            <ac:spMk id="18" creationId="{83314130-F340-0BDB-AF43-169378296A97}"/>
          </ac:spMkLst>
        </pc:spChg>
        <pc:spChg chg="add mod">
          <ac:chgData name="Michael Whitehouse" userId="0ecba9273f6ad366" providerId="LiveId" clId="{F36E82C0-65ED-4BE7-8730-0F102FB388DD}" dt="2026-06-09T17:33:52.690" v="5947" actId="207"/>
          <ac:spMkLst>
            <pc:docMk/>
            <pc:sldMk cId="3716509259" sldId="296"/>
            <ac:spMk id="19" creationId="{6294A092-3CB2-2191-5901-917667595F61}"/>
          </ac:spMkLst>
        </pc:spChg>
        <pc:cxnChg chg="add mod">
          <ac:chgData name="Michael Whitehouse" userId="0ecba9273f6ad366" providerId="LiveId" clId="{F36E82C0-65ED-4BE7-8730-0F102FB388DD}" dt="2026-06-09T17:33:52.158" v="5885"/>
          <ac:cxnSpMkLst>
            <pc:docMk/>
            <pc:sldMk cId="3716509259" sldId="296"/>
            <ac:cxnSpMk id="13" creationId="{FF37E484-85C1-8500-5EA4-1C480A920105}"/>
          </ac:cxnSpMkLst>
        </pc:cxnChg>
        <pc:cxnChg chg="add mod">
          <ac:chgData name="Michael Whitehouse" userId="0ecba9273f6ad366" providerId="LiveId" clId="{F36E82C0-65ED-4BE7-8730-0F102FB388DD}" dt="2026-06-09T17:33:52.282" v="5894"/>
          <ac:cxnSpMkLst>
            <pc:docMk/>
            <pc:sldMk cId="3716509259" sldId="296"/>
            <ac:cxnSpMk id="14" creationId="{D1170DAB-A21B-C814-0AD6-A0423E0524FD}"/>
          </ac:cxnSpMkLst>
        </pc:cxnChg>
      </pc:sldChg>
      <pc:sldChg chg="addSp modSp add del mod modClrScheme chgLayout">
        <pc:chgData name="Michael Whitehouse" userId="0ecba9273f6ad366" providerId="LiveId" clId="{F36E82C0-65ED-4BE7-8730-0F102FB388DD}" dt="2026-06-11T11:53:03.585" v="8775" actId="47"/>
        <pc:sldMkLst>
          <pc:docMk/>
          <pc:sldMk cId="3351184231" sldId="297"/>
        </pc:sldMkLst>
        <pc:spChg chg="mod ord">
          <ac:chgData name="Michael Whitehouse" userId="0ecba9273f6ad366" providerId="LiveId" clId="{F36E82C0-65ED-4BE7-8730-0F102FB388DD}" dt="2026-06-11T11:52:39.960" v="8752" actId="700"/>
          <ac:spMkLst>
            <pc:docMk/>
            <pc:sldMk cId="3351184231" sldId="297"/>
            <ac:spMk id="2" creationId="{630EA99C-679E-F7F4-1FD6-84BE967A50FA}"/>
          </ac:spMkLst>
        </pc:spChg>
        <pc:spChg chg="add mod">
          <ac:chgData name="Michael Whitehouse" userId="0ecba9273f6ad366" providerId="LiveId" clId="{F36E82C0-65ED-4BE7-8730-0F102FB388DD}" dt="2026-06-11T11:52:59.896" v="8774" actId="1076"/>
          <ac:spMkLst>
            <pc:docMk/>
            <pc:sldMk cId="3351184231" sldId="297"/>
            <ac:spMk id="5" creationId="{35AD089F-2A70-F9E6-277E-AD2521774BB7}"/>
          </ac:spMkLst>
        </pc:spChg>
        <pc:spChg chg="add mod">
          <ac:chgData name="Michael Whitehouse" userId="0ecba9273f6ad366" providerId="LiveId" clId="{F36E82C0-65ED-4BE7-8730-0F102FB388DD}" dt="2026-06-11T11:52:40.004" v="8755" actId="27636"/>
          <ac:spMkLst>
            <pc:docMk/>
            <pc:sldMk cId="3351184231" sldId="297"/>
            <ac:spMk id="12" creationId="{8E4E281D-7730-70E2-9AD4-3D64C1F69948}"/>
          </ac:spMkLst>
        </pc:spChg>
        <pc:spChg chg="add mod">
          <ac:chgData name="Michael Whitehouse" userId="0ecba9273f6ad366" providerId="LiveId" clId="{F36E82C0-65ED-4BE7-8730-0F102FB388DD}" dt="2026-06-11T11:52:40.005" v="8756" actId="27636"/>
          <ac:spMkLst>
            <pc:docMk/>
            <pc:sldMk cId="3351184231" sldId="297"/>
            <ac:spMk id="14" creationId="{75AE70A5-7A40-E6BA-655D-F8FF3A0D858F}"/>
          </ac:spMkLst>
        </pc:spChg>
      </pc:sldChg>
      <pc:sldChg chg="addSp delSp modSp add mod chgLayout">
        <pc:chgData name="Michael Whitehouse" userId="0ecba9273f6ad366" providerId="LiveId" clId="{F36E82C0-65ED-4BE7-8730-0F102FB388DD}" dt="2026-06-11T11:53:20.201" v="8779" actId="1076"/>
        <pc:sldMkLst>
          <pc:docMk/>
          <pc:sldMk cId="2952167051" sldId="298"/>
        </pc:sldMkLst>
        <pc:spChg chg="mod ord">
          <ac:chgData name="Michael Whitehouse" userId="0ecba9273f6ad366" providerId="LiveId" clId="{F36E82C0-65ED-4BE7-8730-0F102FB388DD}" dt="2026-06-11T11:53:09.282" v="8777" actId="14100"/>
          <ac:spMkLst>
            <pc:docMk/>
            <pc:sldMk cId="2952167051" sldId="298"/>
            <ac:spMk id="2" creationId="{7BFA26D7-B817-171B-A9FA-F2F6183DAD97}"/>
          </ac:spMkLst>
        </pc:spChg>
        <pc:spChg chg="add mod">
          <ac:chgData name="Michael Whitehouse" userId="0ecba9273f6ad366" providerId="LiveId" clId="{F36E82C0-65ED-4BE7-8730-0F102FB388DD}" dt="2026-06-09T17:33:56.671" v="6108"/>
          <ac:spMkLst>
            <pc:docMk/>
            <pc:sldMk cId="2952167051" sldId="298"/>
            <ac:spMk id="6" creationId="{92BB3F45-1B28-DF49-E2C6-7D5F02BD8A6B}"/>
          </ac:spMkLst>
        </pc:spChg>
        <pc:spChg chg="add mod">
          <ac:chgData name="Michael Whitehouse" userId="0ecba9273f6ad366" providerId="LiveId" clId="{F36E82C0-65ED-4BE7-8730-0F102FB388DD}" dt="2026-06-11T11:53:12.980" v="8778" actId="14100"/>
          <ac:spMkLst>
            <pc:docMk/>
            <pc:sldMk cId="2952167051" sldId="298"/>
            <ac:spMk id="7" creationId="{CB24F15B-D324-0DDF-D86A-DEF937DCB631}"/>
          </ac:spMkLst>
        </pc:spChg>
        <pc:spChg chg="add mod">
          <ac:chgData name="Michael Whitehouse" userId="0ecba9273f6ad366" providerId="LiveId" clId="{F36E82C0-65ED-4BE7-8730-0F102FB388DD}" dt="2026-06-09T17:33:56.923" v="6124" actId="139"/>
          <ac:spMkLst>
            <pc:docMk/>
            <pc:sldMk cId="2952167051" sldId="298"/>
            <ac:spMk id="8" creationId="{493710C5-2FCD-E3DD-2A64-F87BD03364E9}"/>
          </ac:spMkLst>
        </pc:spChg>
        <pc:spChg chg="add mod">
          <ac:chgData name="Michael Whitehouse" userId="0ecba9273f6ad366" providerId="LiveId" clId="{F36E82C0-65ED-4BE7-8730-0F102FB388DD}" dt="2026-06-09T17:33:57.048" v="6135" actId="139"/>
          <ac:spMkLst>
            <pc:docMk/>
            <pc:sldMk cId="2952167051" sldId="298"/>
            <ac:spMk id="9" creationId="{DDB15E60-3E63-92E3-5926-5B4A3B071DA3}"/>
          </ac:spMkLst>
        </pc:spChg>
        <pc:spChg chg="add mod">
          <ac:chgData name="Michael Whitehouse" userId="0ecba9273f6ad366" providerId="LiveId" clId="{F36E82C0-65ED-4BE7-8730-0F102FB388DD}" dt="2026-06-09T17:33:57.174" v="6146" actId="139"/>
          <ac:spMkLst>
            <pc:docMk/>
            <pc:sldMk cId="2952167051" sldId="298"/>
            <ac:spMk id="10" creationId="{005EF4E0-C4BB-E098-0EAE-94BB95187271}"/>
          </ac:spMkLst>
        </pc:spChg>
        <pc:spChg chg="add mod">
          <ac:chgData name="Michael Whitehouse" userId="0ecba9273f6ad366" providerId="LiveId" clId="{F36E82C0-65ED-4BE7-8730-0F102FB388DD}" dt="2026-06-09T17:33:57.299" v="6157" actId="139"/>
          <ac:spMkLst>
            <pc:docMk/>
            <pc:sldMk cId="2952167051" sldId="298"/>
            <ac:spMk id="11" creationId="{FE0C49AB-A3CF-398D-D759-134A1D602F77}"/>
          </ac:spMkLst>
        </pc:spChg>
        <pc:spChg chg="add mod">
          <ac:chgData name="Michael Whitehouse" userId="0ecba9273f6ad366" providerId="LiveId" clId="{F36E82C0-65ED-4BE7-8730-0F102FB388DD}" dt="2026-06-09T17:33:57.423" v="6168" actId="139"/>
          <ac:spMkLst>
            <pc:docMk/>
            <pc:sldMk cId="2952167051" sldId="298"/>
            <ac:spMk id="12" creationId="{BDFCCE60-0C99-5250-3960-6CF71B7EC555}"/>
          </ac:spMkLst>
        </pc:spChg>
        <pc:spChg chg="add mod">
          <ac:chgData name="Michael Whitehouse" userId="0ecba9273f6ad366" providerId="LiveId" clId="{F36E82C0-65ED-4BE7-8730-0F102FB388DD}" dt="2026-06-09T17:33:57.548" v="6179" actId="139"/>
          <ac:spMkLst>
            <pc:docMk/>
            <pc:sldMk cId="2952167051" sldId="298"/>
            <ac:spMk id="13" creationId="{ECA1C3DB-6ABD-E031-6B8E-F12872C9DE26}"/>
          </ac:spMkLst>
        </pc:spChg>
        <pc:spChg chg="add mod">
          <ac:chgData name="Michael Whitehouse" userId="0ecba9273f6ad366" providerId="LiveId" clId="{F36E82C0-65ED-4BE7-8730-0F102FB388DD}" dt="2026-06-09T17:33:57.673" v="6190" actId="139"/>
          <ac:spMkLst>
            <pc:docMk/>
            <pc:sldMk cId="2952167051" sldId="298"/>
            <ac:spMk id="14" creationId="{B205658A-F870-8561-5453-55ED5434ED08}"/>
          </ac:spMkLst>
        </pc:spChg>
        <pc:spChg chg="add mod">
          <ac:chgData name="Michael Whitehouse" userId="0ecba9273f6ad366" providerId="LiveId" clId="{F36E82C0-65ED-4BE7-8730-0F102FB388DD}" dt="2026-06-09T17:33:57.798" v="6201" actId="139"/>
          <ac:spMkLst>
            <pc:docMk/>
            <pc:sldMk cId="2952167051" sldId="298"/>
            <ac:spMk id="15" creationId="{B0279FE5-B50F-1414-8D3D-6545C9F7F255}"/>
          </ac:spMkLst>
        </pc:spChg>
        <pc:spChg chg="add mod">
          <ac:chgData name="Michael Whitehouse" userId="0ecba9273f6ad366" providerId="LiveId" clId="{F36E82C0-65ED-4BE7-8730-0F102FB388DD}" dt="2026-06-09T17:33:57.921" v="6212" actId="139"/>
          <ac:spMkLst>
            <pc:docMk/>
            <pc:sldMk cId="2952167051" sldId="298"/>
            <ac:spMk id="16" creationId="{69B3F238-59C2-0293-28BC-C8405BE0F44B}"/>
          </ac:spMkLst>
        </pc:spChg>
        <pc:spChg chg="add mod">
          <ac:chgData name="Michael Whitehouse" userId="0ecba9273f6ad366" providerId="LiveId" clId="{F36E82C0-65ED-4BE7-8730-0F102FB388DD}" dt="2026-06-09T17:33:58.049" v="6223" actId="139"/>
          <ac:spMkLst>
            <pc:docMk/>
            <pc:sldMk cId="2952167051" sldId="298"/>
            <ac:spMk id="17" creationId="{D4A2E382-2413-699F-5442-76D16537F5ED}"/>
          </ac:spMkLst>
        </pc:spChg>
        <pc:spChg chg="add mod">
          <ac:chgData name="Michael Whitehouse" userId="0ecba9273f6ad366" providerId="LiveId" clId="{F36E82C0-65ED-4BE7-8730-0F102FB388DD}" dt="2026-06-09T17:33:58.172" v="6234" actId="139"/>
          <ac:spMkLst>
            <pc:docMk/>
            <pc:sldMk cId="2952167051" sldId="298"/>
            <ac:spMk id="18" creationId="{20FD2F33-0205-C18E-D7CF-4B9BB121A7D1}"/>
          </ac:spMkLst>
        </pc:spChg>
        <pc:spChg chg="add mod">
          <ac:chgData name="Michael Whitehouse" userId="0ecba9273f6ad366" providerId="LiveId" clId="{F36E82C0-65ED-4BE7-8730-0F102FB388DD}" dt="2026-06-09T17:33:58.296" v="6245" actId="139"/>
          <ac:spMkLst>
            <pc:docMk/>
            <pc:sldMk cId="2952167051" sldId="298"/>
            <ac:spMk id="19" creationId="{FCCF018E-2ADF-6998-0F6A-728B376E8AED}"/>
          </ac:spMkLst>
        </pc:spChg>
        <pc:spChg chg="add mod">
          <ac:chgData name="Michael Whitehouse" userId="0ecba9273f6ad366" providerId="LiveId" clId="{F36E82C0-65ED-4BE7-8730-0F102FB388DD}" dt="2026-06-09T17:33:58.422" v="6256" actId="139"/>
          <ac:spMkLst>
            <pc:docMk/>
            <pc:sldMk cId="2952167051" sldId="298"/>
            <ac:spMk id="20" creationId="{B1731272-FB5E-6764-415C-18C5CD4F7E6B}"/>
          </ac:spMkLst>
        </pc:spChg>
        <pc:spChg chg="add mod">
          <ac:chgData name="Michael Whitehouse" userId="0ecba9273f6ad366" providerId="LiveId" clId="{F36E82C0-65ED-4BE7-8730-0F102FB388DD}" dt="2026-06-09T17:33:58.547" v="6267" actId="139"/>
          <ac:spMkLst>
            <pc:docMk/>
            <pc:sldMk cId="2952167051" sldId="298"/>
            <ac:spMk id="21" creationId="{ECA4C69F-44E6-070C-9324-FEC3A41E8050}"/>
          </ac:spMkLst>
        </pc:spChg>
        <pc:spChg chg="add mod">
          <ac:chgData name="Michael Whitehouse" userId="0ecba9273f6ad366" providerId="LiveId" clId="{F36E82C0-65ED-4BE7-8730-0F102FB388DD}" dt="2026-06-09T17:33:58.673" v="6278" actId="139"/>
          <ac:spMkLst>
            <pc:docMk/>
            <pc:sldMk cId="2952167051" sldId="298"/>
            <ac:spMk id="22" creationId="{4C12B61F-4E35-5F85-D3E9-DD101D42CD24}"/>
          </ac:spMkLst>
        </pc:spChg>
        <pc:spChg chg="add mod">
          <ac:chgData name="Michael Whitehouse" userId="0ecba9273f6ad366" providerId="LiveId" clId="{F36E82C0-65ED-4BE7-8730-0F102FB388DD}" dt="2026-06-09T17:33:58.796" v="6289" actId="139"/>
          <ac:spMkLst>
            <pc:docMk/>
            <pc:sldMk cId="2952167051" sldId="298"/>
            <ac:spMk id="23" creationId="{73DE6640-E377-AC7E-968D-BB3A56C6EC4B}"/>
          </ac:spMkLst>
        </pc:spChg>
        <pc:spChg chg="add mod">
          <ac:chgData name="Michael Whitehouse" userId="0ecba9273f6ad366" providerId="LiveId" clId="{F36E82C0-65ED-4BE7-8730-0F102FB388DD}" dt="2026-06-09T17:33:58.918" v="6294"/>
          <ac:spMkLst>
            <pc:docMk/>
            <pc:sldMk cId="2952167051" sldId="298"/>
            <ac:spMk id="24" creationId="{8224470B-E1ED-F34B-245F-F769B32DBA82}"/>
          </ac:spMkLst>
        </pc:spChg>
        <pc:spChg chg="add mod">
          <ac:chgData name="Michael Whitehouse" userId="0ecba9273f6ad366" providerId="LiveId" clId="{F36E82C0-65ED-4BE7-8730-0F102FB388DD}" dt="2026-06-09T17:33:59.042" v="6303"/>
          <ac:spMkLst>
            <pc:docMk/>
            <pc:sldMk cId="2952167051" sldId="298"/>
            <ac:spMk id="25" creationId="{69A15C13-5A39-D292-9F34-3886F205C3DD}"/>
          </ac:spMkLst>
        </pc:spChg>
        <pc:spChg chg="add mod">
          <ac:chgData name="Michael Whitehouse" userId="0ecba9273f6ad366" providerId="LiveId" clId="{F36E82C0-65ED-4BE7-8730-0F102FB388DD}" dt="2026-06-09T17:33:59.173" v="6314" actId="139"/>
          <ac:spMkLst>
            <pc:docMk/>
            <pc:sldMk cId="2952167051" sldId="298"/>
            <ac:spMk id="26" creationId="{709331F9-1D57-04F7-815A-2F2528CFA9BA}"/>
          </ac:spMkLst>
        </pc:spChg>
        <pc:spChg chg="add mod">
          <ac:chgData name="Michael Whitehouse" userId="0ecba9273f6ad366" providerId="LiveId" clId="{F36E82C0-65ED-4BE7-8730-0F102FB388DD}" dt="2026-06-09T17:33:59.292" v="6319"/>
          <ac:spMkLst>
            <pc:docMk/>
            <pc:sldMk cId="2952167051" sldId="298"/>
            <ac:spMk id="27" creationId="{89D7D8FC-A780-CC4A-4544-55780EB465B7}"/>
          </ac:spMkLst>
        </pc:spChg>
        <pc:spChg chg="add mod">
          <ac:chgData name="Michael Whitehouse" userId="0ecba9273f6ad366" providerId="LiveId" clId="{F36E82C0-65ED-4BE7-8730-0F102FB388DD}" dt="2026-06-09T17:33:59.424" v="6330" actId="139"/>
          <ac:spMkLst>
            <pc:docMk/>
            <pc:sldMk cId="2952167051" sldId="298"/>
            <ac:spMk id="28" creationId="{87820424-C7AF-7297-C673-6454FF32E958}"/>
          </ac:spMkLst>
        </pc:spChg>
        <pc:spChg chg="add mod">
          <ac:chgData name="Michael Whitehouse" userId="0ecba9273f6ad366" providerId="LiveId" clId="{F36E82C0-65ED-4BE7-8730-0F102FB388DD}" dt="2026-06-09T17:33:59.549" v="6341" actId="139"/>
          <ac:spMkLst>
            <pc:docMk/>
            <pc:sldMk cId="2952167051" sldId="298"/>
            <ac:spMk id="29" creationId="{EDB80847-A1AF-82A5-312D-1E6C14DDC2BA}"/>
          </ac:spMkLst>
        </pc:spChg>
        <pc:spChg chg="add mod">
          <ac:chgData name="Michael Whitehouse" userId="0ecba9273f6ad366" providerId="LiveId" clId="{F36E82C0-65ED-4BE7-8730-0F102FB388DD}" dt="2026-06-09T17:33:59.668" v="6346"/>
          <ac:spMkLst>
            <pc:docMk/>
            <pc:sldMk cId="2952167051" sldId="298"/>
            <ac:spMk id="30" creationId="{50111AC9-91EA-DCB2-9294-A2D4FBE64AA6}"/>
          </ac:spMkLst>
        </pc:spChg>
        <pc:spChg chg="add mod">
          <ac:chgData name="Michael Whitehouse" userId="0ecba9273f6ad366" providerId="LiveId" clId="{F36E82C0-65ED-4BE7-8730-0F102FB388DD}" dt="2026-06-09T17:33:59.797" v="6357" actId="139"/>
          <ac:spMkLst>
            <pc:docMk/>
            <pc:sldMk cId="2952167051" sldId="298"/>
            <ac:spMk id="31" creationId="{5E94658D-CC81-236D-6AAD-A153A272EA87}"/>
          </ac:spMkLst>
        </pc:spChg>
        <pc:spChg chg="add mod">
          <ac:chgData name="Michael Whitehouse" userId="0ecba9273f6ad366" providerId="LiveId" clId="{F36E82C0-65ED-4BE7-8730-0F102FB388DD}" dt="2026-06-09T17:33:59.920" v="6368" actId="139"/>
          <ac:spMkLst>
            <pc:docMk/>
            <pc:sldMk cId="2952167051" sldId="298"/>
            <ac:spMk id="32" creationId="{38BFBEF9-02EA-2633-5E70-20FECD35C808}"/>
          </ac:spMkLst>
        </pc:spChg>
        <pc:spChg chg="add mod">
          <ac:chgData name="Michael Whitehouse" userId="0ecba9273f6ad366" providerId="LiveId" clId="{F36E82C0-65ED-4BE7-8730-0F102FB388DD}" dt="2026-06-09T17:34:00.041" v="6373"/>
          <ac:spMkLst>
            <pc:docMk/>
            <pc:sldMk cId="2952167051" sldId="298"/>
            <ac:spMk id="33" creationId="{0A1D63FE-0831-BE16-4D4D-849423FA7616}"/>
          </ac:spMkLst>
        </pc:spChg>
        <pc:spChg chg="add mod">
          <ac:chgData name="Michael Whitehouse" userId="0ecba9273f6ad366" providerId="LiveId" clId="{F36E82C0-65ED-4BE7-8730-0F102FB388DD}" dt="2026-06-09T17:34:00.171" v="6384" actId="139"/>
          <ac:spMkLst>
            <pc:docMk/>
            <pc:sldMk cId="2952167051" sldId="298"/>
            <ac:spMk id="34" creationId="{3861AE51-1AF2-554C-F416-036B10E02D88}"/>
          </ac:spMkLst>
        </pc:spChg>
        <pc:spChg chg="add mod">
          <ac:chgData name="Michael Whitehouse" userId="0ecba9273f6ad366" providerId="LiveId" clId="{F36E82C0-65ED-4BE7-8730-0F102FB388DD}" dt="2026-06-09T17:34:00.297" v="6395" actId="139"/>
          <ac:spMkLst>
            <pc:docMk/>
            <pc:sldMk cId="2952167051" sldId="298"/>
            <ac:spMk id="35" creationId="{34255AB4-9B2A-7975-4EA2-CB640A524592}"/>
          </ac:spMkLst>
        </pc:spChg>
        <pc:spChg chg="add mod">
          <ac:chgData name="Michael Whitehouse" userId="0ecba9273f6ad366" providerId="LiveId" clId="{F36E82C0-65ED-4BE7-8730-0F102FB388DD}" dt="2026-06-09T17:34:00.418" v="6400"/>
          <ac:spMkLst>
            <pc:docMk/>
            <pc:sldMk cId="2952167051" sldId="298"/>
            <ac:spMk id="36" creationId="{F54C2005-4A87-5E8C-0E06-B553C0634898}"/>
          </ac:spMkLst>
        </pc:spChg>
        <pc:spChg chg="add mod">
          <ac:chgData name="Michael Whitehouse" userId="0ecba9273f6ad366" providerId="LiveId" clId="{F36E82C0-65ED-4BE7-8730-0F102FB388DD}" dt="2026-06-09T17:34:00.546" v="6411" actId="139"/>
          <ac:spMkLst>
            <pc:docMk/>
            <pc:sldMk cId="2952167051" sldId="298"/>
            <ac:spMk id="37" creationId="{13C0BC36-B524-3476-0E70-7C7AEF14E402}"/>
          </ac:spMkLst>
        </pc:spChg>
        <pc:spChg chg="add mod">
          <ac:chgData name="Michael Whitehouse" userId="0ecba9273f6ad366" providerId="LiveId" clId="{F36E82C0-65ED-4BE7-8730-0F102FB388DD}" dt="2026-06-09T17:34:00.671" v="6422" actId="139"/>
          <ac:spMkLst>
            <pc:docMk/>
            <pc:sldMk cId="2952167051" sldId="298"/>
            <ac:spMk id="38" creationId="{051E062A-7152-B0EE-F87F-BCD8AA86C6BB}"/>
          </ac:spMkLst>
        </pc:spChg>
        <pc:spChg chg="add mod">
          <ac:chgData name="Michael Whitehouse" userId="0ecba9273f6ad366" providerId="LiveId" clId="{F36E82C0-65ED-4BE7-8730-0F102FB388DD}" dt="2026-06-09T17:34:00.791" v="6427"/>
          <ac:spMkLst>
            <pc:docMk/>
            <pc:sldMk cId="2952167051" sldId="298"/>
            <ac:spMk id="39" creationId="{949028AA-AB7A-0471-73C2-90556DF11FF3}"/>
          </ac:spMkLst>
        </pc:spChg>
        <pc:spChg chg="add mod">
          <ac:chgData name="Michael Whitehouse" userId="0ecba9273f6ad366" providerId="LiveId" clId="{F36E82C0-65ED-4BE7-8730-0F102FB388DD}" dt="2026-06-09T17:34:00.922" v="6438" actId="139"/>
          <ac:spMkLst>
            <pc:docMk/>
            <pc:sldMk cId="2952167051" sldId="298"/>
            <ac:spMk id="40" creationId="{A9A80D67-B49B-6AD9-10DF-83A39DAB1014}"/>
          </ac:spMkLst>
        </pc:spChg>
        <pc:spChg chg="add mod">
          <ac:chgData name="Michael Whitehouse" userId="0ecba9273f6ad366" providerId="LiveId" clId="{F36E82C0-65ED-4BE7-8730-0F102FB388DD}" dt="2026-06-09T17:34:01.044" v="6449" actId="139"/>
          <ac:spMkLst>
            <pc:docMk/>
            <pc:sldMk cId="2952167051" sldId="298"/>
            <ac:spMk id="41" creationId="{3A0C651B-A0E8-2E2A-E364-AB8EFD538263}"/>
          </ac:spMkLst>
        </pc:spChg>
        <pc:spChg chg="add mod">
          <ac:chgData name="Michael Whitehouse" userId="0ecba9273f6ad366" providerId="LiveId" clId="{F36E82C0-65ED-4BE7-8730-0F102FB388DD}" dt="2026-06-09T17:34:01.169" v="6460" actId="139"/>
          <ac:spMkLst>
            <pc:docMk/>
            <pc:sldMk cId="2952167051" sldId="298"/>
            <ac:spMk id="42" creationId="{533CD5CD-9D1F-D23E-34D9-9A355F6A72A5}"/>
          </ac:spMkLst>
        </pc:spChg>
        <pc:spChg chg="add mod">
          <ac:chgData name="Michael Whitehouse" userId="0ecba9273f6ad366" providerId="LiveId" clId="{F36E82C0-65ED-4BE7-8730-0F102FB388DD}" dt="2026-06-09T17:34:01.295" v="6471" actId="139"/>
          <ac:spMkLst>
            <pc:docMk/>
            <pc:sldMk cId="2952167051" sldId="298"/>
            <ac:spMk id="43" creationId="{123F0CBD-C66C-495D-5A7E-7EC33A9DD6E5}"/>
          </ac:spMkLst>
        </pc:spChg>
        <pc:spChg chg="add mod">
          <ac:chgData name="Michael Whitehouse" userId="0ecba9273f6ad366" providerId="LiveId" clId="{F36E82C0-65ED-4BE7-8730-0F102FB388DD}" dt="2026-06-09T17:34:01.412" v="6480"/>
          <ac:spMkLst>
            <pc:docMk/>
            <pc:sldMk cId="2952167051" sldId="298"/>
            <ac:spMk id="44" creationId="{D8B2551C-07E9-2384-3016-EBD0A20CE294}"/>
          </ac:spMkLst>
        </pc:spChg>
        <pc:spChg chg="add mod">
          <ac:chgData name="Michael Whitehouse" userId="0ecba9273f6ad366" providerId="LiveId" clId="{F36E82C0-65ED-4BE7-8730-0F102FB388DD}" dt="2026-06-11T11:53:20.201" v="8779" actId="1076"/>
          <ac:spMkLst>
            <pc:docMk/>
            <pc:sldMk cId="2952167051" sldId="298"/>
            <ac:spMk id="45" creationId="{67C7F702-677A-1365-2E17-A05EC75F4B1E}"/>
          </ac:spMkLst>
        </pc:spChg>
        <pc:spChg chg="add mod">
          <ac:chgData name="Michael Whitehouse" userId="0ecba9273f6ad366" providerId="LiveId" clId="{F36E82C0-65ED-4BE7-8730-0F102FB388DD}" dt="2026-06-09T17:34:01.562" v="6501" actId="207"/>
          <ac:spMkLst>
            <pc:docMk/>
            <pc:sldMk cId="2952167051" sldId="298"/>
            <ac:spMk id="46" creationId="{AC64B551-3226-603B-35CF-35F079F6C254}"/>
          </ac:spMkLst>
        </pc:spChg>
        <pc:spChg chg="add mod">
          <ac:chgData name="Michael Whitehouse" userId="0ecba9273f6ad366" providerId="LiveId" clId="{F36E82C0-65ED-4BE7-8730-0F102FB388DD}" dt="2026-06-09T17:34:01.576" v="6511" actId="207"/>
          <ac:spMkLst>
            <pc:docMk/>
            <pc:sldMk cId="2952167051" sldId="298"/>
            <ac:spMk id="47" creationId="{E16E3631-3FD0-AA7A-0F21-17977AC00E14}"/>
          </ac:spMkLst>
        </pc:spChg>
      </pc:sldChg>
      <pc:sldChg chg="addSp modSp add del mod modClrScheme chgLayout">
        <pc:chgData name="Michael Whitehouse" userId="0ecba9273f6ad366" providerId="LiveId" clId="{F36E82C0-65ED-4BE7-8730-0F102FB388DD}" dt="2026-06-11T11:55:05.539" v="8786" actId="47"/>
        <pc:sldMkLst>
          <pc:docMk/>
          <pc:sldMk cId="1117979273" sldId="299"/>
        </pc:sldMkLst>
        <pc:spChg chg="mod ord">
          <ac:chgData name="Michael Whitehouse" userId="0ecba9273f6ad366" providerId="LiveId" clId="{F36E82C0-65ED-4BE7-8730-0F102FB388DD}" dt="2026-06-11T11:53:43.500" v="8782" actId="1076"/>
          <ac:spMkLst>
            <pc:docMk/>
            <pc:sldMk cId="1117979273" sldId="299"/>
            <ac:spMk id="2" creationId="{71C8C22A-25E9-0FA4-D36C-1837536C94CD}"/>
          </ac:spMkLst>
        </pc:spChg>
        <pc:spChg chg="add mod">
          <ac:chgData name="Michael Whitehouse" userId="0ecba9273f6ad366" providerId="LiveId" clId="{F36E82C0-65ED-4BE7-8730-0F102FB388DD}" dt="2026-06-11T11:53:49.824" v="8783" actId="313"/>
          <ac:spMkLst>
            <pc:docMk/>
            <pc:sldMk cId="1117979273" sldId="299"/>
            <ac:spMk id="4" creationId="{AFBE42ED-D867-51F2-C322-D339838B8824}"/>
          </ac:spMkLst>
        </pc:spChg>
      </pc:sldChg>
      <pc:sldChg chg="addSp modSp add del mod modClrScheme chgLayout">
        <pc:chgData name="Michael Whitehouse" userId="0ecba9273f6ad366" providerId="LiveId" clId="{F36E82C0-65ED-4BE7-8730-0F102FB388DD}" dt="2026-06-11T11:59:59.652" v="8809" actId="47"/>
        <pc:sldMkLst>
          <pc:docMk/>
          <pc:sldMk cId="1202746510" sldId="300"/>
        </pc:sldMkLst>
        <pc:spChg chg="mod ord">
          <ac:chgData name="Michael Whitehouse" userId="0ecba9273f6ad366" providerId="LiveId" clId="{F36E82C0-65ED-4BE7-8730-0F102FB388DD}" dt="2026-06-11T11:54:27.065" v="8785" actId="700"/>
          <ac:spMkLst>
            <pc:docMk/>
            <pc:sldMk cId="1202746510" sldId="300"/>
            <ac:spMk id="2" creationId="{3781023E-B039-B333-B4B2-5719C55BDE97}"/>
          </ac:spMkLst>
        </pc:spChg>
      </pc:sldChg>
      <pc:sldChg chg="addSp modSp add del mod">
        <pc:chgData name="Michael Whitehouse" userId="0ecba9273f6ad366" providerId="LiveId" clId="{F36E82C0-65ED-4BE7-8730-0F102FB388DD}" dt="2026-06-11T12:00:02.678" v="8810" actId="47"/>
        <pc:sldMkLst>
          <pc:docMk/>
          <pc:sldMk cId="2494010536" sldId="301"/>
        </pc:sldMkLst>
      </pc:sldChg>
      <pc:sldChg chg="addSp delSp modSp add mod">
        <pc:chgData name="Michael Whitehouse" userId="0ecba9273f6ad366" providerId="LiveId" clId="{F36E82C0-65ED-4BE7-8730-0F102FB388DD}" dt="2026-06-11T12:00:06.504" v="8811" actId="1076"/>
        <pc:sldMkLst>
          <pc:docMk/>
          <pc:sldMk cId="4199517262" sldId="302"/>
        </pc:sldMkLst>
        <pc:spChg chg="mod">
          <ac:chgData name="Michael Whitehouse" userId="0ecba9273f6ad366" providerId="LiveId" clId="{F36E82C0-65ED-4BE7-8730-0F102FB388DD}" dt="2026-06-11T12:00:06.504" v="8811" actId="1076"/>
          <ac:spMkLst>
            <pc:docMk/>
            <pc:sldMk cId="4199517262" sldId="302"/>
            <ac:spMk id="2" creationId="{F1A050AE-5A68-8926-ECF4-45FC4D2B71AC}"/>
          </ac:spMkLst>
        </pc:spChg>
        <pc:spChg chg="add mod">
          <ac:chgData name="Michael Whitehouse" userId="0ecba9273f6ad366" providerId="LiveId" clId="{F36E82C0-65ED-4BE7-8730-0F102FB388DD}" dt="2026-06-09T17:34:18.120" v="7485"/>
          <ac:spMkLst>
            <pc:docMk/>
            <pc:sldMk cId="4199517262" sldId="302"/>
            <ac:spMk id="5" creationId="{7C417456-1E7C-551C-3DBE-99A79B22F274}"/>
          </ac:spMkLst>
        </pc:spChg>
        <pc:spChg chg="add mod">
          <ac:chgData name="Michael Whitehouse" userId="0ecba9273f6ad366" providerId="LiveId" clId="{F36E82C0-65ED-4BE7-8730-0F102FB388DD}" dt="2026-06-09T17:34:18.246" v="7496" actId="139"/>
          <ac:spMkLst>
            <pc:docMk/>
            <pc:sldMk cId="4199517262" sldId="302"/>
            <ac:spMk id="6" creationId="{13E87549-55A6-8169-FFD3-5AC0714E9842}"/>
          </ac:spMkLst>
        </pc:spChg>
        <pc:spChg chg="add mod">
          <ac:chgData name="Michael Whitehouse" userId="0ecba9273f6ad366" providerId="LiveId" clId="{F36E82C0-65ED-4BE7-8730-0F102FB388DD}" dt="2026-06-09T17:34:18.369" v="7507" actId="139"/>
          <ac:spMkLst>
            <pc:docMk/>
            <pc:sldMk cId="4199517262" sldId="302"/>
            <ac:spMk id="7" creationId="{5BAF96D5-6317-7720-E15F-014517077FC1}"/>
          </ac:spMkLst>
        </pc:spChg>
        <pc:spChg chg="add mod">
          <ac:chgData name="Michael Whitehouse" userId="0ecba9273f6ad366" providerId="LiveId" clId="{F36E82C0-65ED-4BE7-8730-0F102FB388DD}" dt="2026-06-09T17:34:18.494" v="7518" actId="139"/>
          <ac:spMkLst>
            <pc:docMk/>
            <pc:sldMk cId="4199517262" sldId="302"/>
            <ac:spMk id="8" creationId="{1AE455C2-9C75-4175-62F5-6E4CC71751DD}"/>
          </ac:spMkLst>
        </pc:spChg>
        <pc:spChg chg="add mod">
          <ac:chgData name="Michael Whitehouse" userId="0ecba9273f6ad366" providerId="LiveId" clId="{F36E82C0-65ED-4BE7-8730-0F102FB388DD}" dt="2026-06-09T17:34:18.614" v="7527"/>
          <ac:spMkLst>
            <pc:docMk/>
            <pc:sldMk cId="4199517262" sldId="302"/>
            <ac:spMk id="9" creationId="{08D7DFB4-280B-1706-678A-5DEE1AD2AAC2}"/>
          </ac:spMkLst>
        </pc:spChg>
        <pc:spChg chg="add mod">
          <ac:chgData name="Michael Whitehouse" userId="0ecba9273f6ad366" providerId="LiveId" clId="{F36E82C0-65ED-4BE7-8730-0F102FB388DD}" dt="2026-06-09T17:34:18.736" v="7532"/>
          <ac:spMkLst>
            <pc:docMk/>
            <pc:sldMk cId="4199517262" sldId="302"/>
            <ac:spMk id="10" creationId="{F3B7B0A4-7B49-D77A-2451-58813C2A9118}"/>
          </ac:spMkLst>
        </pc:spChg>
        <pc:spChg chg="add mod">
          <ac:chgData name="Michael Whitehouse" userId="0ecba9273f6ad366" providerId="LiveId" clId="{F36E82C0-65ED-4BE7-8730-0F102FB388DD}" dt="2026-06-09T17:34:18.850" v="7543" actId="139"/>
          <ac:spMkLst>
            <pc:docMk/>
            <pc:sldMk cId="4199517262" sldId="302"/>
            <ac:spMk id="11" creationId="{A33B399A-F1BF-AC5C-B837-8F070BC08D17}"/>
          </ac:spMkLst>
        </pc:spChg>
        <pc:spChg chg="add mod">
          <ac:chgData name="Michael Whitehouse" userId="0ecba9273f6ad366" providerId="LiveId" clId="{F36E82C0-65ED-4BE7-8730-0F102FB388DD}" dt="2026-06-09T17:34:18.974" v="7554" actId="139"/>
          <ac:spMkLst>
            <pc:docMk/>
            <pc:sldMk cId="4199517262" sldId="302"/>
            <ac:spMk id="12" creationId="{AA23804A-A357-692D-4DAF-55F4C89C1623}"/>
          </ac:spMkLst>
        </pc:spChg>
        <pc:spChg chg="add mod">
          <ac:chgData name="Michael Whitehouse" userId="0ecba9273f6ad366" providerId="LiveId" clId="{F36E82C0-65ED-4BE7-8730-0F102FB388DD}" dt="2026-06-09T17:34:19.096" v="7559"/>
          <ac:spMkLst>
            <pc:docMk/>
            <pc:sldMk cId="4199517262" sldId="302"/>
            <ac:spMk id="13" creationId="{4D8952D6-8D76-575D-666E-9038005ABF4F}"/>
          </ac:spMkLst>
        </pc:spChg>
        <pc:spChg chg="add mod">
          <ac:chgData name="Michael Whitehouse" userId="0ecba9273f6ad366" providerId="LiveId" clId="{F36E82C0-65ED-4BE7-8730-0F102FB388DD}" dt="2026-06-09T17:34:19.225" v="7570" actId="139"/>
          <ac:spMkLst>
            <pc:docMk/>
            <pc:sldMk cId="4199517262" sldId="302"/>
            <ac:spMk id="14" creationId="{A06AB572-04D7-32FA-342F-7C0C42AA1439}"/>
          </ac:spMkLst>
        </pc:spChg>
        <pc:spChg chg="add mod">
          <ac:chgData name="Michael Whitehouse" userId="0ecba9273f6ad366" providerId="LiveId" clId="{F36E82C0-65ED-4BE7-8730-0F102FB388DD}" dt="2026-06-09T17:34:19.346" v="7575"/>
          <ac:spMkLst>
            <pc:docMk/>
            <pc:sldMk cId="4199517262" sldId="302"/>
            <ac:spMk id="15" creationId="{B842D5E7-812E-3D10-4FEC-19B513565EBD}"/>
          </ac:spMkLst>
        </pc:spChg>
        <pc:spChg chg="add mod">
          <ac:chgData name="Michael Whitehouse" userId="0ecba9273f6ad366" providerId="LiveId" clId="{F36E82C0-65ED-4BE7-8730-0F102FB388DD}" dt="2026-06-09T17:34:19.477" v="7586" actId="139"/>
          <ac:spMkLst>
            <pc:docMk/>
            <pc:sldMk cId="4199517262" sldId="302"/>
            <ac:spMk id="16" creationId="{1F7F7A8F-ACE2-06F9-FF18-0B085684CFF1}"/>
          </ac:spMkLst>
        </pc:spChg>
        <pc:spChg chg="add mod">
          <ac:chgData name="Michael Whitehouse" userId="0ecba9273f6ad366" providerId="LiveId" clId="{F36E82C0-65ED-4BE7-8730-0F102FB388DD}" dt="2026-06-09T17:34:19.594" v="7591"/>
          <ac:spMkLst>
            <pc:docMk/>
            <pc:sldMk cId="4199517262" sldId="302"/>
            <ac:spMk id="17" creationId="{C7B1EE8D-6C86-B385-79ED-BD500D54855D}"/>
          </ac:spMkLst>
        </pc:spChg>
        <pc:spChg chg="add mod">
          <ac:chgData name="Michael Whitehouse" userId="0ecba9273f6ad366" providerId="LiveId" clId="{F36E82C0-65ED-4BE7-8730-0F102FB388DD}" dt="2026-06-09T17:34:19.723" v="7602" actId="139"/>
          <ac:spMkLst>
            <pc:docMk/>
            <pc:sldMk cId="4199517262" sldId="302"/>
            <ac:spMk id="18" creationId="{4ACB8ABC-8DCE-D1BA-79E6-BACE66498143}"/>
          </ac:spMkLst>
        </pc:spChg>
        <pc:spChg chg="add mod">
          <ac:chgData name="Michael Whitehouse" userId="0ecba9273f6ad366" providerId="LiveId" clId="{F36E82C0-65ED-4BE7-8730-0F102FB388DD}" dt="2026-06-09T17:34:19.850" v="7613" actId="139"/>
          <ac:spMkLst>
            <pc:docMk/>
            <pc:sldMk cId="4199517262" sldId="302"/>
            <ac:spMk id="19" creationId="{0FF81FAD-D2EA-0ECE-7703-60BA29B80FE6}"/>
          </ac:spMkLst>
        </pc:spChg>
        <pc:spChg chg="add mod">
          <ac:chgData name="Michael Whitehouse" userId="0ecba9273f6ad366" providerId="LiveId" clId="{F36E82C0-65ED-4BE7-8730-0F102FB388DD}" dt="2026-06-09T17:34:19.863" v="7623" actId="207"/>
          <ac:spMkLst>
            <pc:docMk/>
            <pc:sldMk cId="4199517262" sldId="302"/>
            <ac:spMk id="20" creationId="{2975618A-1C13-E52F-673B-2C042E9F1C58}"/>
          </ac:spMkLst>
        </pc:spChg>
        <pc:spChg chg="add mod">
          <ac:chgData name="Michael Whitehouse" userId="0ecba9273f6ad366" providerId="LiveId" clId="{F36E82C0-65ED-4BE7-8730-0F102FB388DD}" dt="2026-06-09T17:34:19.877" v="7633" actId="207"/>
          <ac:spMkLst>
            <pc:docMk/>
            <pc:sldMk cId="4199517262" sldId="302"/>
            <ac:spMk id="21" creationId="{1D952168-99EA-EA5C-29AC-438220EE701F}"/>
          </ac:spMkLst>
        </pc:spChg>
      </pc:sldChg>
      <pc:sldChg chg="addSp delSp modSp add mod">
        <pc:chgData name="Michael Whitehouse" userId="0ecba9273f6ad366" providerId="LiveId" clId="{F36E82C0-65ED-4BE7-8730-0F102FB388DD}" dt="2026-06-11T12:00:15.748" v="8812" actId="1076"/>
        <pc:sldMkLst>
          <pc:docMk/>
          <pc:sldMk cId="2204329499" sldId="303"/>
        </pc:sldMkLst>
        <pc:spChg chg="mod">
          <ac:chgData name="Michael Whitehouse" userId="0ecba9273f6ad366" providerId="LiveId" clId="{F36E82C0-65ED-4BE7-8730-0F102FB388DD}" dt="2026-06-09T17:34:19.886" v="7637" actId="139"/>
          <ac:spMkLst>
            <pc:docMk/>
            <pc:sldMk cId="2204329499" sldId="303"/>
            <ac:spMk id="2" creationId="{0C57EB47-B3C8-1AF6-D9FA-B6ECD91692AE}"/>
          </ac:spMkLst>
        </pc:spChg>
        <pc:spChg chg="add mod">
          <ac:chgData name="Michael Whitehouse" userId="0ecba9273f6ad366" providerId="LiveId" clId="{F36E82C0-65ED-4BE7-8730-0F102FB388DD}" dt="2026-06-09T17:34:21.672" v="7652" actId="139"/>
          <ac:spMkLst>
            <pc:docMk/>
            <pc:sldMk cId="2204329499" sldId="303"/>
            <ac:spMk id="5" creationId="{76F11A71-12B5-9948-5C92-C55DE8ABCE75}"/>
          </ac:spMkLst>
        </pc:spChg>
        <pc:spChg chg="add mod">
          <ac:chgData name="Michael Whitehouse" userId="0ecba9273f6ad366" providerId="LiveId" clId="{F36E82C0-65ED-4BE7-8730-0F102FB388DD}" dt="2026-06-11T12:00:15.748" v="8812" actId="1076"/>
          <ac:spMkLst>
            <pc:docMk/>
            <pc:sldMk cId="2204329499" sldId="303"/>
            <ac:spMk id="6" creationId="{5FBC2780-7AE5-56A5-02EC-944B0A162032}"/>
          </ac:spMkLst>
        </pc:spChg>
        <pc:spChg chg="add mod">
          <ac:chgData name="Michael Whitehouse" userId="0ecba9273f6ad366" providerId="LiveId" clId="{F36E82C0-65ED-4BE7-8730-0F102FB388DD}" dt="2026-06-09T17:34:21.914" v="7668"/>
          <ac:spMkLst>
            <pc:docMk/>
            <pc:sldMk cId="2204329499" sldId="303"/>
            <ac:spMk id="7" creationId="{8C9E111C-71D7-D1BE-8DBE-973F1008EE5D}"/>
          </ac:spMkLst>
        </pc:spChg>
        <pc:spChg chg="add mod">
          <ac:chgData name="Michael Whitehouse" userId="0ecba9273f6ad366" providerId="LiveId" clId="{F36E82C0-65ED-4BE7-8730-0F102FB388DD}" dt="2026-06-09T17:34:22.026" v="7679" actId="139"/>
          <ac:spMkLst>
            <pc:docMk/>
            <pc:sldMk cId="2204329499" sldId="303"/>
            <ac:spMk id="8" creationId="{AA785C2F-7AF6-C5F7-22D5-6AB72063FD39}"/>
          </ac:spMkLst>
        </pc:spChg>
        <pc:spChg chg="add mod">
          <ac:chgData name="Michael Whitehouse" userId="0ecba9273f6ad366" providerId="LiveId" clId="{F36E82C0-65ED-4BE7-8730-0F102FB388DD}" dt="2026-06-09T17:34:22.136" v="7690" actId="139"/>
          <ac:spMkLst>
            <pc:docMk/>
            <pc:sldMk cId="2204329499" sldId="303"/>
            <ac:spMk id="9" creationId="{C83804B1-E427-1005-0072-F7255D52ACD4}"/>
          </ac:spMkLst>
        </pc:spChg>
        <pc:spChg chg="add mod">
          <ac:chgData name="Michael Whitehouse" userId="0ecba9273f6ad366" providerId="LiveId" clId="{F36E82C0-65ED-4BE7-8730-0F102FB388DD}" dt="2026-06-09T17:34:22.256" v="7695"/>
          <ac:spMkLst>
            <pc:docMk/>
            <pc:sldMk cId="2204329499" sldId="303"/>
            <ac:spMk id="10" creationId="{FA01631F-ADC4-6CCD-32E6-DE9DC119F85A}"/>
          </ac:spMkLst>
        </pc:spChg>
        <pc:spChg chg="add mod">
          <ac:chgData name="Michael Whitehouse" userId="0ecba9273f6ad366" providerId="LiveId" clId="{F36E82C0-65ED-4BE7-8730-0F102FB388DD}" dt="2026-06-09T17:34:22.369" v="7706" actId="139"/>
          <ac:spMkLst>
            <pc:docMk/>
            <pc:sldMk cId="2204329499" sldId="303"/>
            <ac:spMk id="11" creationId="{A4D40F0E-F507-C9B4-04D2-09BFB392FFE9}"/>
          </ac:spMkLst>
        </pc:spChg>
        <pc:spChg chg="add mod">
          <ac:chgData name="Michael Whitehouse" userId="0ecba9273f6ad366" providerId="LiveId" clId="{F36E82C0-65ED-4BE7-8730-0F102FB388DD}" dt="2026-06-09T17:34:22.495" v="7717" actId="139"/>
          <ac:spMkLst>
            <pc:docMk/>
            <pc:sldMk cId="2204329499" sldId="303"/>
            <ac:spMk id="12" creationId="{E4B2B033-4FFE-D1C9-78F1-4A4FBC0A8F03}"/>
          </ac:spMkLst>
        </pc:spChg>
        <pc:spChg chg="add mod">
          <ac:chgData name="Michael Whitehouse" userId="0ecba9273f6ad366" providerId="LiveId" clId="{F36E82C0-65ED-4BE7-8730-0F102FB388DD}" dt="2026-06-09T17:34:22.612" v="7722"/>
          <ac:spMkLst>
            <pc:docMk/>
            <pc:sldMk cId="2204329499" sldId="303"/>
            <ac:spMk id="13" creationId="{6C7687E8-A45B-0117-3094-7C5769B3CFA0}"/>
          </ac:spMkLst>
        </pc:spChg>
        <pc:spChg chg="add mod">
          <ac:chgData name="Michael Whitehouse" userId="0ecba9273f6ad366" providerId="LiveId" clId="{F36E82C0-65ED-4BE7-8730-0F102FB388DD}" dt="2026-06-09T17:34:22.727" v="7733" actId="139"/>
          <ac:spMkLst>
            <pc:docMk/>
            <pc:sldMk cId="2204329499" sldId="303"/>
            <ac:spMk id="14" creationId="{0E7BD4B8-5B4F-A2A5-01AA-AD9FE1A90DBC}"/>
          </ac:spMkLst>
        </pc:spChg>
        <pc:spChg chg="add mod">
          <ac:chgData name="Michael Whitehouse" userId="0ecba9273f6ad366" providerId="LiveId" clId="{F36E82C0-65ED-4BE7-8730-0F102FB388DD}" dt="2026-06-09T17:34:22.851" v="7744" actId="139"/>
          <ac:spMkLst>
            <pc:docMk/>
            <pc:sldMk cId="2204329499" sldId="303"/>
            <ac:spMk id="15" creationId="{BEB135E8-5ABF-7B7F-66F5-0F1A6551AC5F}"/>
          </ac:spMkLst>
        </pc:spChg>
        <pc:spChg chg="add mod">
          <ac:chgData name="Michael Whitehouse" userId="0ecba9273f6ad366" providerId="LiveId" clId="{F36E82C0-65ED-4BE7-8730-0F102FB388DD}" dt="2026-06-09T17:34:22.971" v="7749"/>
          <ac:spMkLst>
            <pc:docMk/>
            <pc:sldMk cId="2204329499" sldId="303"/>
            <ac:spMk id="16" creationId="{A30DD0C1-BC75-6074-00FA-299574AF39F0}"/>
          </ac:spMkLst>
        </pc:spChg>
        <pc:spChg chg="add mod">
          <ac:chgData name="Michael Whitehouse" userId="0ecba9273f6ad366" providerId="LiveId" clId="{F36E82C0-65ED-4BE7-8730-0F102FB388DD}" dt="2026-06-09T17:34:23.085" v="7760" actId="139"/>
          <ac:spMkLst>
            <pc:docMk/>
            <pc:sldMk cId="2204329499" sldId="303"/>
            <ac:spMk id="17" creationId="{3C2C3DA3-2DF7-9866-0519-1EFD26820CA4}"/>
          </ac:spMkLst>
        </pc:spChg>
        <pc:spChg chg="add mod">
          <ac:chgData name="Michael Whitehouse" userId="0ecba9273f6ad366" providerId="LiveId" clId="{F36E82C0-65ED-4BE7-8730-0F102FB388DD}" dt="2026-06-09T17:34:23.209" v="7771" actId="139"/>
          <ac:spMkLst>
            <pc:docMk/>
            <pc:sldMk cId="2204329499" sldId="303"/>
            <ac:spMk id="18" creationId="{05123EBC-9FA6-4168-5FE0-9967DE4DE6F5}"/>
          </ac:spMkLst>
        </pc:spChg>
        <pc:spChg chg="add mod">
          <ac:chgData name="Michael Whitehouse" userId="0ecba9273f6ad366" providerId="LiveId" clId="{F36E82C0-65ED-4BE7-8730-0F102FB388DD}" dt="2026-06-09T17:34:23.328" v="7776"/>
          <ac:spMkLst>
            <pc:docMk/>
            <pc:sldMk cId="2204329499" sldId="303"/>
            <ac:spMk id="19" creationId="{9736FFC5-10B0-AA36-48A0-A67A42F4DC67}"/>
          </ac:spMkLst>
        </pc:spChg>
        <pc:spChg chg="add mod">
          <ac:chgData name="Michael Whitehouse" userId="0ecba9273f6ad366" providerId="LiveId" clId="{F36E82C0-65ED-4BE7-8730-0F102FB388DD}" dt="2026-06-09T17:34:23.458" v="7787" actId="139"/>
          <ac:spMkLst>
            <pc:docMk/>
            <pc:sldMk cId="2204329499" sldId="303"/>
            <ac:spMk id="20" creationId="{74B204F3-0912-4B85-4BCF-5CF343DECA96}"/>
          </ac:spMkLst>
        </pc:spChg>
        <pc:spChg chg="add mod">
          <ac:chgData name="Michael Whitehouse" userId="0ecba9273f6ad366" providerId="LiveId" clId="{F36E82C0-65ED-4BE7-8730-0F102FB388DD}" dt="2026-06-09T17:34:23.584" v="7798" actId="139"/>
          <ac:spMkLst>
            <pc:docMk/>
            <pc:sldMk cId="2204329499" sldId="303"/>
            <ac:spMk id="21" creationId="{E6BAA5B0-9FA7-C330-FC2C-1E26AAADAA79}"/>
          </ac:spMkLst>
        </pc:spChg>
        <pc:spChg chg="add mod">
          <ac:chgData name="Michael Whitehouse" userId="0ecba9273f6ad366" providerId="LiveId" clId="{F36E82C0-65ED-4BE7-8730-0F102FB388DD}" dt="2026-06-09T17:34:23.704" v="7803"/>
          <ac:spMkLst>
            <pc:docMk/>
            <pc:sldMk cId="2204329499" sldId="303"/>
            <ac:spMk id="22" creationId="{F27BCB8D-1D56-C9C8-5921-B661DC0A08E8}"/>
          </ac:spMkLst>
        </pc:spChg>
        <pc:spChg chg="add mod">
          <ac:chgData name="Michael Whitehouse" userId="0ecba9273f6ad366" providerId="LiveId" clId="{F36E82C0-65ED-4BE7-8730-0F102FB388DD}" dt="2026-06-09T17:34:23.834" v="7814" actId="139"/>
          <ac:spMkLst>
            <pc:docMk/>
            <pc:sldMk cId="2204329499" sldId="303"/>
            <ac:spMk id="23" creationId="{C721AC09-3A34-5BA5-D774-10DF1224A606}"/>
          </ac:spMkLst>
        </pc:spChg>
        <pc:spChg chg="add mod">
          <ac:chgData name="Michael Whitehouse" userId="0ecba9273f6ad366" providerId="LiveId" clId="{F36E82C0-65ED-4BE7-8730-0F102FB388DD}" dt="2026-06-09T17:34:23.954" v="7825" actId="139"/>
          <ac:spMkLst>
            <pc:docMk/>
            <pc:sldMk cId="2204329499" sldId="303"/>
            <ac:spMk id="24" creationId="{BED8F135-DAFB-A309-086C-F621E06748AF}"/>
          </ac:spMkLst>
        </pc:spChg>
        <pc:spChg chg="add mod">
          <ac:chgData name="Michael Whitehouse" userId="0ecba9273f6ad366" providerId="LiveId" clId="{F36E82C0-65ED-4BE7-8730-0F102FB388DD}" dt="2026-06-09T17:34:24.073" v="7830"/>
          <ac:spMkLst>
            <pc:docMk/>
            <pc:sldMk cId="2204329499" sldId="303"/>
            <ac:spMk id="25" creationId="{2FAD9BC8-EDEC-CB84-8FBD-75AD466747F1}"/>
          </ac:spMkLst>
        </pc:spChg>
        <pc:spChg chg="add mod">
          <ac:chgData name="Michael Whitehouse" userId="0ecba9273f6ad366" providerId="LiveId" clId="{F36E82C0-65ED-4BE7-8730-0F102FB388DD}" dt="2026-06-09T17:34:24.201" v="7841" actId="139"/>
          <ac:spMkLst>
            <pc:docMk/>
            <pc:sldMk cId="2204329499" sldId="303"/>
            <ac:spMk id="26" creationId="{055BBF70-F0D0-3C39-C01E-AB01EAE6FCB3}"/>
          </ac:spMkLst>
        </pc:spChg>
        <pc:spChg chg="add mod">
          <ac:chgData name="Michael Whitehouse" userId="0ecba9273f6ad366" providerId="LiveId" clId="{F36E82C0-65ED-4BE7-8730-0F102FB388DD}" dt="2026-06-09T17:34:24.328" v="7852" actId="139"/>
          <ac:spMkLst>
            <pc:docMk/>
            <pc:sldMk cId="2204329499" sldId="303"/>
            <ac:spMk id="27" creationId="{C0F569BF-16BA-D108-FDA5-76DEC6C33DA5}"/>
          </ac:spMkLst>
        </pc:spChg>
        <pc:spChg chg="add mod">
          <ac:chgData name="Michael Whitehouse" userId="0ecba9273f6ad366" providerId="LiveId" clId="{F36E82C0-65ED-4BE7-8730-0F102FB388DD}" dt="2026-06-09T17:34:24.446" v="7857"/>
          <ac:spMkLst>
            <pc:docMk/>
            <pc:sldMk cId="2204329499" sldId="303"/>
            <ac:spMk id="28" creationId="{DB58C770-591D-EEF2-E138-B1495BF1DE17}"/>
          </ac:spMkLst>
        </pc:spChg>
        <pc:spChg chg="add mod">
          <ac:chgData name="Michael Whitehouse" userId="0ecba9273f6ad366" providerId="LiveId" clId="{F36E82C0-65ED-4BE7-8730-0F102FB388DD}" dt="2026-06-09T17:34:24.561" v="7868" actId="139"/>
          <ac:spMkLst>
            <pc:docMk/>
            <pc:sldMk cId="2204329499" sldId="303"/>
            <ac:spMk id="29" creationId="{640D0ECF-4200-0D44-636C-2052FEBBF720}"/>
          </ac:spMkLst>
        </pc:spChg>
        <pc:spChg chg="add mod">
          <ac:chgData name="Michael Whitehouse" userId="0ecba9273f6ad366" providerId="LiveId" clId="{F36E82C0-65ED-4BE7-8730-0F102FB388DD}" dt="2026-06-09T17:34:24.686" v="7879" actId="139"/>
          <ac:spMkLst>
            <pc:docMk/>
            <pc:sldMk cId="2204329499" sldId="303"/>
            <ac:spMk id="30" creationId="{074FD2D8-5375-D199-280F-17D3F27447FB}"/>
          </ac:spMkLst>
        </pc:spChg>
        <pc:spChg chg="add mod">
          <ac:chgData name="Michael Whitehouse" userId="0ecba9273f6ad366" providerId="LiveId" clId="{F36E82C0-65ED-4BE7-8730-0F102FB388DD}" dt="2026-06-09T17:34:24.806" v="7884"/>
          <ac:spMkLst>
            <pc:docMk/>
            <pc:sldMk cId="2204329499" sldId="303"/>
            <ac:spMk id="31" creationId="{7C8B8414-8C00-E4E0-7B05-1BD8BA4B3141}"/>
          </ac:spMkLst>
        </pc:spChg>
        <pc:spChg chg="add mod">
          <ac:chgData name="Michael Whitehouse" userId="0ecba9273f6ad366" providerId="LiveId" clId="{F36E82C0-65ED-4BE7-8730-0F102FB388DD}" dt="2026-06-09T17:34:24.925" v="7895" actId="139"/>
          <ac:spMkLst>
            <pc:docMk/>
            <pc:sldMk cId="2204329499" sldId="303"/>
            <ac:spMk id="32" creationId="{5465CBE7-D15A-D0DA-FDE3-CD4675C4B117}"/>
          </ac:spMkLst>
        </pc:spChg>
        <pc:spChg chg="add mod">
          <ac:chgData name="Michael Whitehouse" userId="0ecba9273f6ad366" providerId="LiveId" clId="{F36E82C0-65ED-4BE7-8730-0F102FB388DD}" dt="2026-06-09T17:34:25.047" v="7906" actId="139"/>
          <ac:spMkLst>
            <pc:docMk/>
            <pc:sldMk cId="2204329499" sldId="303"/>
            <ac:spMk id="33" creationId="{216D9334-2550-8DF1-D87F-A74D3973C9F3}"/>
          </ac:spMkLst>
        </pc:spChg>
        <pc:spChg chg="add mod">
          <ac:chgData name="Michael Whitehouse" userId="0ecba9273f6ad366" providerId="LiveId" clId="{F36E82C0-65ED-4BE7-8730-0F102FB388DD}" dt="2026-06-09T17:34:25.167" v="7911"/>
          <ac:spMkLst>
            <pc:docMk/>
            <pc:sldMk cId="2204329499" sldId="303"/>
            <ac:spMk id="34" creationId="{C2C0ABCF-D42A-1AFB-4AF7-8837C7BA5683}"/>
          </ac:spMkLst>
        </pc:spChg>
        <pc:spChg chg="add mod">
          <ac:chgData name="Michael Whitehouse" userId="0ecba9273f6ad366" providerId="LiveId" clId="{F36E82C0-65ED-4BE7-8730-0F102FB388DD}" dt="2026-06-09T17:34:25.298" v="7922" actId="139"/>
          <ac:spMkLst>
            <pc:docMk/>
            <pc:sldMk cId="2204329499" sldId="303"/>
            <ac:spMk id="35" creationId="{F2C05542-F676-01E2-D3AA-6AFC1EB32B8A}"/>
          </ac:spMkLst>
        </pc:spChg>
        <pc:spChg chg="add mod">
          <ac:chgData name="Michael Whitehouse" userId="0ecba9273f6ad366" providerId="LiveId" clId="{F36E82C0-65ED-4BE7-8730-0F102FB388DD}" dt="2026-06-09T17:34:25.421" v="7933" actId="139"/>
          <ac:spMkLst>
            <pc:docMk/>
            <pc:sldMk cId="2204329499" sldId="303"/>
            <ac:spMk id="36" creationId="{78AF38AD-CA7F-0280-BFFE-1C21B5340EF8}"/>
          </ac:spMkLst>
        </pc:spChg>
        <pc:spChg chg="add mod">
          <ac:chgData name="Michael Whitehouse" userId="0ecba9273f6ad366" providerId="LiveId" clId="{F36E82C0-65ED-4BE7-8730-0F102FB388DD}" dt="2026-06-09T17:34:25.543" v="7938"/>
          <ac:spMkLst>
            <pc:docMk/>
            <pc:sldMk cId="2204329499" sldId="303"/>
            <ac:spMk id="37" creationId="{6A8DA793-3E3C-AAEF-7214-8691447A18E6}"/>
          </ac:spMkLst>
        </pc:spChg>
        <pc:spChg chg="add mod">
          <ac:chgData name="Michael Whitehouse" userId="0ecba9273f6ad366" providerId="LiveId" clId="{F36E82C0-65ED-4BE7-8730-0F102FB388DD}" dt="2026-06-09T17:34:25.673" v="7949" actId="139"/>
          <ac:spMkLst>
            <pc:docMk/>
            <pc:sldMk cId="2204329499" sldId="303"/>
            <ac:spMk id="38" creationId="{6FD68C74-9101-DD15-1B5B-03464A51A49D}"/>
          </ac:spMkLst>
        </pc:spChg>
        <pc:spChg chg="add mod">
          <ac:chgData name="Michael Whitehouse" userId="0ecba9273f6ad366" providerId="LiveId" clId="{F36E82C0-65ED-4BE7-8730-0F102FB388DD}" dt="2026-06-09T17:34:25.794" v="7960" actId="139"/>
          <ac:spMkLst>
            <pc:docMk/>
            <pc:sldMk cId="2204329499" sldId="303"/>
            <ac:spMk id="39" creationId="{CA8F5FDC-AE11-1669-4ADC-2CDF13F7E8E5}"/>
          </ac:spMkLst>
        </pc:spChg>
        <pc:spChg chg="add mod">
          <ac:chgData name="Michael Whitehouse" userId="0ecba9273f6ad366" providerId="LiveId" clId="{F36E82C0-65ED-4BE7-8730-0F102FB388DD}" dt="2026-06-09T17:34:25.913" v="7965"/>
          <ac:spMkLst>
            <pc:docMk/>
            <pc:sldMk cId="2204329499" sldId="303"/>
            <ac:spMk id="40" creationId="{BDF0B68A-D8E9-5E56-1766-C976F70D4229}"/>
          </ac:spMkLst>
        </pc:spChg>
        <pc:spChg chg="add mod">
          <ac:chgData name="Michael Whitehouse" userId="0ecba9273f6ad366" providerId="LiveId" clId="{F36E82C0-65ED-4BE7-8730-0F102FB388DD}" dt="2026-06-09T17:34:26.039" v="7976" actId="139"/>
          <ac:spMkLst>
            <pc:docMk/>
            <pc:sldMk cId="2204329499" sldId="303"/>
            <ac:spMk id="41" creationId="{95442797-0049-FE72-516B-53200CE52832}"/>
          </ac:spMkLst>
        </pc:spChg>
        <pc:spChg chg="add mod">
          <ac:chgData name="Michael Whitehouse" userId="0ecba9273f6ad366" providerId="LiveId" clId="{F36E82C0-65ED-4BE7-8730-0F102FB388DD}" dt="2026-06-09T17:34:26.164" v="7987" actId="139"/>
          <ac:spMkLst>
            <pc:docMk/>
            <pc:sldMk cId="2204329499" sldId="303"/>
            <ac:spMk id="42" creationId="{92C73AF0-F5F6-F9E9-0E50-3AC760506336}"/>
          </ac:spMkLst>
        </pc:spChg>
        <pc:spChg chg="add mod">
          <ac:chgData name="Michael Whitehouse" userId="0ecba9273f6ad366" providerId="LiveId" clId="{F36E82C0-65ED-4BE7-8730-0F102FB388DD}" dt="2026-06-09T17:34:26.291" v="7998" actId="139"/>
          <ac:spMkLst>
            <pc:docMk/>
            <pc:sldMk cId="2204329499" sldId="303"/>
            <ac:spMk id="43" creationId="{CE3C8A18-AC45-80A0-3F45-5B9BAEDD7A4F}"/>
          </ac:spMkLst>
        </pc:spChg>
        <pc:spChg chg="add mod">
          <ac:chgData name="Michael Whitehouse" userId="0ecba9273f6ad366" providerId="LiveId" clId="{F36E82C0-65ED-4BE7-8730-0F102FB388DD}" dt="2026-06-09T17:34:26.304" v="8008" actId="207"/>
          <ac:spMkLst>
            <pc:docMk/>
            <pc:sldMk cId="2204329499" sldId="303"/>
            <ac:spMk id="44" creationId="{0DD276E3-BD65-9E34-5982-01FB9642F54F}"/>
          </ac:spMkLst>
        </pc:spChg>
        <pc:spChg chg="add mod">
          <ac:chgData name="Michael Whitehouse" userId="0ecba9273f6ad366" providerId="LiveId" clId="{F36E82C0-65ED-4BE7-8730-0F102FB388DD}" dt="2026-06-09T17:34:26.320" v="8018" actId="207"/>
          <ac:spMkLst>
            <pc:docMk/>
            <pc:sldMk cId="2204329499" sldId="303"/>
            <ac:spMk id="45" creationId="{42EDC5E4-1026-16C4-8A2E-8024E4208276}"/>
          </ac:spMkLst>
        </pc:spChg>
      </pc:sldChg>
      <pc:sldChg chg="addSp modSp add mod modClrScheme chgLayout">
        <pc:chgData name="Michael Whitehouse" userId="0ecba9273f6ad366" providerId="LiveId" clId="{F36E82C0-65ED-4BE7-8730-0F102FB388DD}" dt="2026-06-11T12:00:49.081" v="8817" actId="1076"/>
        <pc:sldMkLst>
          <pc:docMk/>
          <pc:sldMk cId="897694057" sldId="304"/>
        </pc:sldMkLst>
        <pc:spChg chg="mod ord">
          <ac:chgData name="Michael Whitehouse" userId="0ecba9273f6ad366" providerId="LiveId" clId="{F36E82C0-65ED-4BE7-8730-0F102FB388DD}" dt="2026-06-11T12:00:49.081" v="8817" actId="1076"/>
          <ac:spMkLst>
            <pc:docMk/>
            <pc:sldMk cId="897694057" sldId="304"/>
            <ac:spMk id="2" creationId="{08DA6CBF-FF49-7A3B-AA34-2235BFA5AC47}"/>
          </ac:spMkLst>
        </pc:spChg>
        <pc:spChg chg="add mod">
          <ac:chgData name="Michael Whitehouse" userId="0ecba9273f6ad366" providerId="LiveId" clId="{F36E82C0-65ED-4BE7-8730-0F102FB388DD}" dt="2026-06-09T17:34:26.768" v="8033" actId="139"/>
          <ac:spMkLst>
            <pc:docMk/>
            <pc:sldMk cId="897694057" sldId="304"/>
            <ac:spMk id="3" creationId="{4EB547C0-EFA0-8FAC-F6AE-9A32276009F2}"/>
          </ac:spMkLst>
        </pc:spChg>
        <pc:spChg chg="add mod">
          <ac:chgData name="Michael Whitehouse" userId="0ecba9273f6ad366" providerId="LiveId" clId="{F36E82C0-65ED-4BE7-8730-0F102FB388DD}" dt="2026-06-09T17:34:26.893" v="8044" actId="139"/>
          <ac:spMkLst>
            <pc:docMk/>
            <pc:sldMk cId="897694057" sldId="304"/>
            <ac:spMk id="4" creationId="{2E55C848-A175-E590-F557-486733859B3E}"/>
          </ac:spMkLst>
        </pc:spChg>
        <pc:spChg chg="add mod">
          <ac:chgData name="Michael Whitehouse" userId="0ecba9273f6ad366" providerId="LiveId" clId="{F36E82C0-65ED-4BE7-8730-0F102FB388DD}" dt="2026-06-09T17:34:27.019" v="8055" actId="139"/>
          <ac:spMkLst>
            <pc:docMk/>
            <pc:sldMk cId="897694057" sldId="304"/>
            <ac:spMk id="5" creationId="{0E32B058-5665-B9A4-A836-7D1592D834A1}"/>
          </ac:spMkLst>
        </pc:spChg>
        <pc:spChg chg="add mod">
          <ac:chgData name="Michael Whitehouse" userId="0ecba9273f6ad366" providerId="LiveId" clId="{F36E82C0-65ED-4BE7-8730-0F102FB388DD}" dt="2026-06-09T17:34:27.145" v="8066" actId="139"/>
          <ac:spMkLst>
            <pc:docMk/>
            <pc:sldMk cId="897694057" sldId="304"/>
            <ac:spMk id="6" creationId="{D81482B2-DA81-E74B-D3AF-7575B156BCEC}"/>
          </ac:spMkLst>
        </pc:spChg>
        <pc:spChg chg="add mod">
          <ac:chgData name="Michael Whitehouse" userId="0ecba9273f6ad366" providerId="LiveId" clId="{F36E82C0-65ED-4BE7-8730-0F102FB388DD}" dt="2026-06-09T17:34:27.271" v="8077" actId="139"/>
          <ac:spMkLst>
            <pc:docMk/>
            <pc:sldMk cId="897694057" sldId="304"/>
            <ac:spMk id="7" creationId="{4179AFC9-EACE-890F-3F83-4AAA6B8BC69B}"/>
          </ac:spMkLst>
        </pc:spChg>
        <pc:spChg chg="add mod">
          <ac:chgData name="Michael Whitehouse" userId="0ecba9273f6ad366" providerId="LiveId" clId="{F36E82C0-65ED-4BE7-8730-0F102FB388DD}" dt="2026-06-09T17:34:27.396" v="8088" actId="139"/>
          <ac:spMkLst>
            <pc:docMk/>
            <pc:sldMk cId="897694057" sldId="304"/>
            <ac:spMk id="8" creationId="{B00E549D-3456-55FA-C12D-4E56CC12C9CA}"/>
          </ac:spMkLst>
        </pc:spChg>
        <pc:spChg chg="add mod">
          <ac:chgData name="Michael Whitehouse" userId="0ecba9273f6ad366" providerId="LiveId" clId="{F36E82C0-65ED-4BE7-8730-0F102FB388DD}" dt="2026-06-09T17:34:27.522" v="8099" actId="139"/>
          <ac:spMkLst>
            <pc:docMk/>
            <pc:sldMk cId="897694057" sldId="304"/>
            <ac:spMk id="9" creationId="{CD1AF8BD-1C1E-7148-AFA5-908811689613}"/>
          </ac:spMkLst>
        </pc:spChg>
        <pc:spChg chg="add mod">
          <ac:chgData name="Michael Whitehouse" userId="0ecba9273f6ad366" providerId="LiveId" clId="{F36E82C0-65ED-4BE7-8730-0F102FB388DD}" dt="2026-06-09T17:34:27.535" v="8109" actId="207"/>
          <ac:spMkLst>
            <pc:docMk/>
            <pc:sldMk cId="897694057" sldId="304"/>
            <ac:spMk id="10" creationId="{4CD8E42C-1746-4CF9-5F49-8DC919983577}"/>
          </ac:spMkLst>
        </pc:spChg>
        <pc:spChg chg="add mod">
          <ac:chgData name="Michael Whitehouse" userId="0ecba9273f6ad366" providerId="LiveId" clId="{F36E82C0-65ED-4BE7-8730-0F102FB388DD}" dt="2026-06-09T17:34:27.549" v="8119" actId="207"/>
          <ac:spMkLst>
            <pc:docMk/>
            <pc:sldMk cId="897694057" sldId="304"/>
            <ac:spMk id="11" creationId="{771C2632-55AF-F5B9-9D5A-ADE958BDF2A9}"/>
          </ac:spMkLst>
        </pc:spChg>
      </pc:sldChg>
      <pc:sldChg chg="addSp delSp modSp add mod">
        <pc:chgData name="Michael Whitehouse" userId="0ecba9273f6ad366" providerId="LiveId" clId="{F36E82C0-65ED-4BE7-8730-0F102FB388DD}" dt="2026-06-11T12:00:29.906" v="8814" actId="14100"/>
        <pc:sldMkLst>
          <pc:docMk/>
          <pc:sldMk cId="3593382767" sldId="305"/>
        </pc:sldMkLst>
        <pc:spChg chg="mod">
          <ac:chgData name="Michael Whitehouse" userId="0ecba9273f6ad366" providerId="LiveId" clId="{F36E82C0-65ED-4BE7-8730-0F102FB388DD}" dt="2026-06-11T12:00:29.906" v="8814" actId="14100"/>
          <ac:spMkLst>
            <pc:docMk/>
            <pc:sldMk cId="3593382767" sldId="305"/>
            <ac:spMk id="2" creationId="{C6C10A7E-FCEB-7C51-8C57-ECBA879973C1}"/>
          </ac:spMkLst>
        </pc:spChg>
        <pc:spChg chg="add mod">
          <ac:chgData name="Michael Whitehouse" userId="0ecba9273f6ad366" providerId="LiveId" clId="{F36E82C0-65ED-4BE7-8730-0F102FB388DD}" dt="2026-06-09T17:34:28.285" v="8134"/>
          <ac:spMkLst>
            <pc:docMk/>
            <pc:sldMk cId="3593382767" sldId="305"/>
            <ac:spMk id="6" creationId="{00F1B432-BDF8-DC47-04FE-33CBB8E121B9}"/>
          </ac:spMkLst>
        </pc:spChg>
        <pc:spChg chg="add mod">
          <ac:chgData name="Michael Whitehouse" userId="0ecba9273f6ad366" providerId="LiveId" clId="{F36E82C0-65ED-4BE7-8730-0F102FB388DD}" dt="2026-06-09T17:34:28.410" v="8145" actId="139"/>
          <ac:spMkLst>
            <pc:docMk/>
            <pc:sldMk cId="3593382767" sldId="305"/>
            <ac:spMk id="7" creationId="{46902D27-B496-3E22-6D32-3A7BDC11A9F5}"/>
          </ac:spMkLst>
        </pc:spChg>
        <pc:spChg chg="add mod">
          <ac:chgData name="Michael Whitehouse" userId="0ecba9273f6ad366" providerId="LiveId" clId="{F36E82C0-65ED-4BE7-8730-0F102FB388DD}" dt="2026-06-09T17:34:28.535" v="8156" actId="139"/>
          <ac:spMkLst>
            <pc:docMk/>
            <pc:sldMk cId="3593382767" sldId="305"/>
            <ac:spMk id="8" creationId="{21CC4C26-DA12-4C70-EBB3-64D0F11D6A44}"/>
          </ac:spMkLst>
        </pc:spChg>
        <pc:spChg chg="add mod">
          <ac:chgData name="Michael Whitehouse" userId="0ecba9273f6ad366" providerId="LiveId" clId="{F36E82C0-65ED-4BE7-8730-0F102FB388DD}" dt="2026-06-09T17:34:28.659" v="8167" actId="139"/>
          <ac:spMkLst>
            <pc:docMk/>
            <pc:sldMk cId="3593382767" sldId="305"/>
            <ac:spMk id="9" creationId="{767EDC77-F55E-1CAA-F644-8CAD0251D25C}"/>
          </ac:spMkLst>
        </pc:spChg>
        <pc:spChg chg="add mod">
          <ac:chgData name="Michael Whitehouse" userId="0ecba9273f6ad366" providerId="LiveId" clId="{F36E82C0-65ED-4BE7-8730-0F102FB388DD}" dt="2026-06-09T17:34:28.776" v="8176"/>
          <ac:spMkLst>
            <pc:docMk/>
            <pc:sldMk cId="3593382767" sldId="305"/>
            <ac:spMk id="10" creationId="{9EAEF4A4-41A9-A669-3FA9-EC8F1F734402}"/>
          </ac:spMkLst>
        </pc:spChg>
        <pc:spChg chg="add mod">
          <ac:chgData name="Michael Whitehouse" userId="0ecba9273f6ad366" providerId="LiveId" clId="{F36E82C0-65ED-4BE7-8730-0F102FB388DD}" dt="2026-06-09T17:34:28.902" v="8181"/>
          <ac:spMkLst>
            <pc:docMk/>
            <pc:sldMk cId="3593382767" sldId="305"/>
            <ac:spMk id="11" creationId="{60FD1ADF-8C5C-3204-F40E-B67E78BD6F1B}"/>
          </ac:spMkLst>
        </pc:spChg>
        <pc:spChg chg="add mod">
          <ac:chgData name="Michael Whitehouse" userId="0ecba9273f6ad366" providerId="LiveId" clId="{F36E82C0-65ED-4BE7-8730-0F102FB388DD}" dt="2026-06-09T17:34:29.033" v="8192" actId="139"/>
          <ac:spMkLst>
            <pc:docMk/>
            <pc:sldMk cId="3593382767" sldId="305"/>
            <ac:spMk id="12" creationId="{4A5E3A14-B26B-9778-524C-BFE3B7E138E7}"/>
          </ac:spMkLst>
        </pc:spChg>
        <pc:spChg chg="add mod">
          <ac:chgData name="Michael Whitehouse" userId="0ecba9273f6ad366" providerId="LiveId" clId="{F36E82C0-65ED-4BE7-8730-0F102FB388DD}" dt="2026-06-09T17:34:29.155" v="8203" actId="139"/>
          <ac:spMkLst>
            <pc:docMk/>
            <pc:sldMk cId="3593382767" sldId="305"/>
            <ac:spMk id="13" creationId="{413F4AA7-404D-1D5A-7045-2527E5256036}"/>
          </ac:spMkLst>
        </pc:spChg>
        <pc:spChg chg="add mod">
          <ac:chgData name="Michael Whitehouse" userId="0ecba9273f6ad366" providerId="LiveId" clId="{F36E82C0-65ED-4BE7-8730-0F102FB388DD}" dt="2026-06-09T17:34:29.274" v="8208"/>
          <ac:spMkLst>
            <pc:docMk/>
            <pc:sldMk cId="3593382767" sldId="305"/>
            <ac:spMk id="14" creationId="{C9A9AB33-B867-4849-2648-DFFBFD827C44}"/>
          </ac:spMkLst>
        </pc:spChg>
        <pc:spChg chg="add mod">
          <ac:chgData name="Michael Whitehouse" userId="0ecba9273f6ad366" providerId="LiveId" clId="{F36E82C0-65ED-4BE7-8730-0F102FB388DD}" dt="2026-06-09T17:34:29.389" v="8219" actId="139"/>
          <ac:spMkLst>
            <pc:docMk/>
            <pc:sldMk cId="3593382767" sldId="305"/>
            <ac:spMk id="15" creationId="{2C56099B-CCDF-AA1E-0DB4-73C4D2D83345}"/>
          </ac:spMkLst>
        </pc:spChg>
        <pc:spChg chg="add mod">
          <ac:chgData name="Michael Whitehouse" userId="0ecba9273f6ad366" providerId="LiveId" clId="{F36E82C0-65ED-4BE7-8730-0F102FB388DD}" dt="2026-06-09T17:34:29.507" v="8224"/>
          <ac:spMkLst>
            <pc:docMk/>
            <pc:sldMk cId="3593382767" sldId="305"/>
            <ac:spMk id="16" creationId="{98F316C9-12D2-B49C-2683-EE367214A0EA}"/>
          </ac:spMkLst>
        </pc:spChg>
        <pc:spChg chg="add mod">
          <ac:chgData name="Michael Whitehouse" userId="0ecba9273f6ad366" providerId="LiveId" clId="{F36E82C0-65ED-4BE7-8730-0F102FB388DD}" dt="2026-06-09T17:34:29.622" v="8235" actId="139"/>
          <ac:spMkLst>
            <pc:docMk/>
            <pc:sldMk cId="3593382767" sldId="305"/>
            <ac:spMk id="17" creationId="{552CDF50-3BA5-BDF6-E113-6CD19048DE92}"/>
          </ac:spMkLst>
        </pc:spChg>
        <pc:spChg chg="add mod">
          <ac:chgData name="Michael Whitehouse" userId="0ecba9273f6ad366" providerId="LiveId" clId="{F36E82C0-65ED-4BE7-8730-0F102FB388DD}" dt="2026-06-09T17:34:29.741" v="8240"/>
          <ac:spMkLst>
            <pc:docMk/>
            <pc:sldMk cId="3593382767" sldId="305"/>
            <ac:spMk id="18" creationId="{A0CEE081-65D0-C43E-9640-83A7EAA5EEAB}"/>
          </ac:spMkLst>
        </pc:spChg>
        <pc:spChg chg="add mod">
          <ac:chgData name="Michael Whitehouse" userId="0ecba9273f6ad366" providerId="LiveId" clId="{F36E82C0-65ED-4BE7-8730-0F102FB388DD}" dt="2026-06-09T17:34:29.855" v="8251" actId="139"/>
          <ac:spMkLst>
            <pc:docMk/>
            <pc:sldMk cId="3593382767" sldId="305"/>
            <ac:spMk id="19" creationId="{F2C01958-10EA-7A41-D1A3-5F1B3EED003C}"/>
          </ac:spMkLst>
        </pc:spChg>
        <pc:spChg chg="add mod">
          <ac:chgData name="Michael Whitehouse" userId="0ecba9273f6ad366" providerId="LiveId" clId="{F36E82C0-65ED-4BE7-8730-0F102FB388DD}" dt="2026-06-09T17:34:29.868" v="8261" actId="207"/>
          <ac:spMkLst>
            <pc:docMk/>
            <pc:sldMk cId="3593382767" sldId="305"/>
            <ac:spMk id="20" creationId="{DB3401B6-341C-3523-20A5-19D64E8F977A}"/>
          </ac:spMkLst>
        </pc:spChg>
        <pc:spChg chg="add mod">
          <ac:chgData name="Michael Whitehouse" userId="0ecba9273f6ad366" providerId="LiveId" clId="{F36E82C0-65ED-4BE7-8730-0F102FB388DD}" dt="2026-06-09T17:34:29.883" v="8271" actId="207"/>
          <ac:spMkLst>
            <pc:docMk/>
            <pc:sldMk cId="3593382767" sldId="305"/>
            <ac:spMk id="21" creationId="{DD8FEBA2-C74D-5D3D-B8F2-8EE190F8631C}"/>
          </ac:spMkLst>
        </pc:spChg>
      </pc:sldChg>
      <pc:sldChg chg="addSp delSp modSp add del mod">
        <pc:chgData name="Michael Whitehouse" userId="0ecba9273f6ad366" providerId="LiveId" clId="{F36E82C0-65ED-4BE7-8730-0F102FB388DD}" dt="2026-06-11T12:00:38.846" v="8815" actId="47"/>
        <pc:sldMkLst>
          <pc:docMk/>
          <pc:sldMk cId="3920800937" sldId="306"/>
        </pc:sldMkLst>
      </pc:sldChg>
      <pc:sldChg chg="addSp delSp modSp add mod modClrScheme chgLayout">
        <pc:chgData name="Michael Whitehouse" userId="0ecba9273f6ad366" providerId="LiveId" clId="{F36E82C0-65ED-4BE7-8730-0F102FB388DD}" dt="2026-06-11T11:50:07.403" v="8742" actId="700"/>
        <pc:sldMkLst>
          <pc:docMk/>
          <pc:sldMk cId="1452473584" sldId="307"/>
        </pc:sldMkLst>
        <pc:spChg chg="mod ord">
          <ac:chgData name="Michael Whitehouse" userId="0ecba9273f6ad366" providerId="LiveId" clId="{F36E82C0-65ED-4BE7-8730-0F102FB388DD}" dt="2026-06-11T11:50:07.403" v="8742" actId="700"/>
          <ac:spMkLst>
            <pc:docMk/>
            <pc:sldMk cId="1452473584" sldId="307"/>
            <ac:spMk id="2" creationId="{8AC6ACFF-9071-80C5-F54B-E9E0255725A0}"/>
          </ac:spMkLst>
        </pc:spChg>
        <pc:spChg chg="add mod">
          <ac:chgData name="Michael Whitehouse" userId="0ecba9273f6ad366" providerId="LiveId" clId="{F36E82C0-65ED-4BE7-8730-0F102FB388DD}" dt="2026-06-09T17:34:32.223" v="8428" actId="208"/>
          <ac:spMkLst>
            <pc:docMk/>
            <pc:sldMk cId="1452473584" sldId="307"/>
            <ac:spMk id="9" creationId="{D296B0E9-00BC-4CB3-F893-B1CACB9C1755}"/>
          </ac:spMkLst>
        </pc:spChg>
        <pc:spChg chg="add mod">
          <ac:chgData name="Michael Whitehouse" userId="0ecba9273f6ad366" providerId="LiveId" clId="{F36E82C0-65ED-4BE7-8730-0F102FB388DD}" dt="2026-06-09T17:34:32.348" v="8439" actId="139"/>
          <ac:spMkLst>
            <pc:docMk/>
            <pc:sldMk cId="1452473584" sldId="307"/>
            <ac:spMk id="10" creationId="{21BEDD04-C207-8CDF-C988-AB7ECDEEF683}"/>
          </ac:spMkLst>
        </pc:spChg>
        <pc:spChg chg="add mod">
          <ac:chgData name="Michael Whitehouse" userId="0ecba9273f6ad366" providerId="LiveId" clId="{F36E82C0-65ED-4BE7-8730-0F102FB388DD}" dt="2026-06-09T17:34:32.472" v="8450" actId="139"/>
          <ac:spMkLst>
            <pc:docMk/>
            <pc:sldMk cId="1452473584" sldId="307"/>
            <ac:spMk id="11" creationId="{8CAED01B-27A0-E333-1316-87D7D638AE21}"/>
          </ac:spMkLst>
        </pc:spChg>
        <pc:spChg chg="add mod">
          <ac:chgData name="Michael Whitehouse" userId="0ecba9273f6ad366" providerId="LiveId" clId="{F36E82C0-65ED-4BE7-8730-0F102FB388DD}" dt="2026-06-09T17:34:32.594" v="8459"/>
          <ac:spMkLst>
            <pc:docMk/>
            <pc:sldMk cId="1452473584" sldId="307"/>
            <ac:spMk id="12" creationId="{92D93193-8EFF-528B-437F-CDF625052311}"/>
          </ac:spMkLst>
        </pc:spChg>
        <pc:spChg chg="add mod">
          <ac:chgData name="Michael Whitehouse" userId="0ecba9273f6ad366" providerId="LiveId" clId="{F36E82C0-65ED-4BE7-8730-0F102FB388DD}" dt="2026-06-09T17:34:32.722" v="8469" actId="208"/>
          <ac:spMkLst>
            <pc:docMk/>
            <pc:sldMk cId="1452473584" sldId="307"/>
            <ac:spMk id="13" creationId="{07E05F55-B9C0-14F7-E05F-4BB9778E7B51}"/>
          </ac:spMkLst>
        </pc:spChg>
        <pc:spChg chg="add mod">
          <ac:chgData name="Michael Whitehouse" userId="0ecba9273f6ad366" providerId="LiveId" clId="{F36E82C0-65ED-4BE7-8730-0F102FB388DD}" dt="2026-06-09T17:34:32.846" v="8480" actId="139"/>
          <ac:spMkLst>
            <pc:docMk/>
            <pc:sldMk cId="1452473584" sldId="307"/>
            <ac:spMk id="14" creationId="{66AFF2FA-E84D-B098-CFF5-4A50ABBAE670}"/>
          </ac:spMkLst>
        </pc:spChg>
        <pc:spChg chg="add mod">
          <ac:chgData name="Michael Whitehouse" userId="0ecba9273f6ad366" providerId="LiveId" clId="{F36E82C0-65ED-4BE7-8730-0F102FB388DD}" dt="2026-06-09T17:34:32.972" v="8491" actId="139"/>
          <ac:spMkLst>
            <pc:docMk/>
            <pc:sldMk cId="1452473584" sldId="307"/>
            <ac:spMk id="15" creationId="{98E268E4-F32C-6C7E-E621-37C1B4D26541}"/>
          </ac:spMkLst>
        </pc:spChg>
        <pc:spChg chg="add mod">
          <ac:chgData name="Michael Whitehouse" userId="0ecba9273f6ad366" providerId="LiveId" clId="{F36E82C0-65ED-4BE7-8730-0F102FB388DD}" dt="2026-06-09T17:34:33.089" v="8500"/>
          <ac:spMkLst>
            <pc:docMk/>
            <pc:sldMk cId="1452473584" sldId="307"/>
            <ac:spMk id="16" creationId="{535C3B72-8DE7-D57A-44A9-7DD4111DFE27}"/>
          </ac:spMkLst>
        </pc:spChg>
        <pc:spChg chg="add mod">
          <ac:chgData name="Michael Whitehouse" userId="0ecba9273f6ad366" providerId="LiveId" clId="{F36E82C0-65ED-4BE7-8730-0F102FB388DD}" dt="2026-06-09T17:34:33.215" v="8510" actId="208"/>
          <ac:spMkLst>
            <pc:docMk/>
            <pc:sldMk cId="1452473584" sldId="307"/>
            <ac:spMk id="17" creationId="{F827330F-1DC0-C686-BF89-7BFC7082DD90}"/>
          </ac:spMkLst>
        </pc:spChg>
        <pc:spChg chg="add mod">
          <ac:chgData name="Michael Whitehouse" userId="0ecba9273f6ad366" providerId="LiveId" clId="{F36E82C0-65ED-4BE7-8730-0F102FB388DD}" dt="2026-06-09T17:34:33.339" v="8521" actId="139"/>
          <ac:spMkLst>
            <pc:docMk/>
            <pc:sldMk cId="1452473584" sldId="307"/>
            <ac:spMk id="18" creationId="{68195830-293B-B54F-3BC4-7E7A906AE191}"/>
          </ac:spMkLst>
        </pc:spChg>
        <pc:spChg chg="add mod">
          <ac:chgData name="Michael Whitehouse" userId="0ecba9273f6ad366" providerId="LiveId" clId="{F36E82C0-65ED-4BE7-8730-0F102FB388DD}" dt="2026-06-09T17:34:33.463" v="8532" actId="139"/>
          <ac:spMkLst>
            <pc:docMk/>
            <pc:sldMk cId="1452473584" sldId="307"/>
            <ac:spMk id="19" creationId="{5CFE1C59-4217-FC5D-11BF-5EDFAA72CB8F}"/>
          </ac:spMkLst>
        </pc:spChg>
        <pc:spChg chg="add mod">
          <ac:chgData name="Michael Whitehouse" userId="0ecba9273f6ad366" providerId="LiveId" clId="{F36E82C0-65ED-4BE7-8730-0F102FB388DD}" dt="2026-06-09T17:34:33.585" v="8541"/>
          <ac:spMkLst>
            <pc:docMk/>
            <pc:sldMk cId="1452473584" sldId="307"/>
            <ac:spMk id="20" creationId="{00907D97-F8B9-373F-E639-81C61B350D6C}"/>
          </ac:spMkLst>
        </pc:spChg>
        <pc:spChg chg="add mod">
          <ac:chgData name="Michael Whitehouse" userId="0ecba9273f6ad366" providerId="LiveId" clId="{F36E82C0-65ED-4BE7-8730-0F102FB388DD}" dt="2026-06-09T17:34:33.711" v="8551" actId="208"/>
          <ac:spMkLst>
            <pc:docMk/>
            <pc:sldMk cId="1452473584" sldId="307"/>
            <ac:spMk id="21" creationId="{2CEEE51B-F336-94FC-DB99-B2326CF64CE3}"/>
          </ac:spMkLst>
        </pc:spChg>
        <pc:spChg chg="add mod">
          <ac:chgData name="Michael Whitehouse" userId="0ecba9273f6ad366" providerId="LiveId" clId="{F36E82C0-65ED-4BE7-8730-0F102FB388DD}" dt="2026-06-09T17:34:33.836" v="8562" actId="139"/>
          <ac:spMkLst>
            <pc:docMk/>
            <pc:sldMk cId="1452473584" sldId="307"/>
            <ac:spMk id="22" creationId="{1621E158-61B8-179C-BD0D-5BEEEB8596CE}"/>
          </ac:spMkLst>
        </pc:spChg>
        <pc:spChg chg="add mod">
          <ac:chgData name="Michael Whitehouse" userId="0ecba9273f6ad366" providerId="LiveId" clId="{F36E82C0-65ED-4BE7-8730-0F102FB388DD}" dt="2026-06-09T17:34:33.946" v="8573" actId="139"/>
          <ac:spMkLst>
            <pc:docMk/>
            <pc:sldMk cId="1452473584" sldId="307"/>
            <ac:spMk id="23" creationId="{0519654D-87B3-123C-479E-B77723C148D4}"/>
          </ac:spMkLst>
        </pc:spChg>
        <pc:spChg chg="add mod">
          <ac:chgData name="Michael Whitehouse" userId="0ecba9273f6ad366" providerId="LiveId" clId="{F36E82C0-65ED-4BE7-8730-0F102FB388DD}" dt="2026-06-09T17:34:33.960" v="8583" actId="207"/>
          <ac:spMkLst>
            <pc:docMk/>
            <pc:sldMk cId="1452473584" sldId="307"/>
            <ac:spMk id="24" creationId="{5601665F-D87F-2877-5E0B-E5DC77C42AF4}"/>
          </ac:spMkLst>
        </pc:spChg>
        <pc:spChg chg="add mod">
          <ac:chgData name="Michael Whitehouse" userId="0ecba9273f6ad366" providerId="LiveId" clId="{F36E82C0-65ED-4BE7-8730-0F102FB388DD}" dt="2026-06-09T17:34:33.974" v="8593" actId="207"/>
          <ac:spMkLst>
            <pc:docMk/>
            <pc:sldMk cId="1452473584" sldId="307"/>
            <ac:spMk id="25" creationId="{A9F544E8-8D50-6DD3-2051-F2F00A7EED98}"/>
          </ac:spMkLst>
        </pc:spChg>
      </pc:sldChg>
      <pc:sldChg chg="addSp delSp modSp add mod">
        <pc:chgData name="Michael Whitehouse" userId="0ecba9273f6ad366" providerId="LiveId" clId="{F36E82C0-65ED-4BE7-8730-0F102FB388DD}" dt="2026-06-11T11:50:02.446" v="8741" actId="14100"/>
        <pc:sldMkLst>
          <pc:docMk/>
          <pc:sldMk cId="2870090022" sldId="308"/>
        </pc:sldMkLst>
        <pc:spChg chg="mod">
          <ac:chgData name="Michael Whitehouse" userId="0ecba9273f6ad366" providerId="LiveId" clId="{F36E82C0-65ED-4BE7-8730-0F102FB388DD}" dt="2026-06-09T17:34:33.981" v="8597" actId="139"/>
          <ac:spMkLst>
            <pc:docMk/>
            <pc:sldMk cId="2870090022" sldId="308"/>
            <ac:spMk id="2" creationId="{D14F8A0B-D020-985D-D7F9-6D769134C8C2}"/>
          </ac:spMkLst>
        </pc:spChg>
        <pc:spChg chg="add mod">
          <ac:chgData name="Michael Whitehouse" userId="0ecba9273f6ad366" providerId="LiveId" clId="{F36E82C0-65ED-4BE7-8730-0F102FB388DD}" dt="2026-06-11T11:50:02.446" v="8741" actId="14100"/>
          <ac:spMkLst>
            <pc:docMk/>
            <pc:sldMk cId="2870090022" sldId="308"/>
            <ac:spMk id="3" creationId="{9F33A969-F658-EF70-03B4-456825F77ED9}"/>
          </ac:spMkLst>
        </pc:spChg>
        <pc:spChg chg="add del mod">
          <ac:chgData name="Michael Whitehouse" userId="0ecba9273f6ad366" providerId="LiveId" clId="{F36E82C0-65ED-4BE7-8730-0F102FB388DD}" dt="2026-06-11T11:49:51.788" v="8736" actId="478"/>
          <ac:spMkLst>
            <pc:docMk/>
            <pc:sldMk cId="2870090022" sldId="308"/>
            <ac:spMk id="4" creationId="{D530F9FA-D079-9D1D-3C74-AD78D5248C42}"/>
          </ac:spMkLst>
        </pc:spChg>
        <pc:spChg chg="add mod">
          <ac:chgData name="Michael Whitehouse" userId="0ecba9273f6ad366" providerId="LiveId" clId="{F36E82C0-65ED-4BE7-8730-0F102FB388DD}" dt="2026-06-09T17:34:34.654" v="8631" actId="207"/>
          <ac:spMkLst>
            <pc:docMk/>
            <pc:sldMk cId="2870090022" sldId="308"/>
            <ac:spMk id="5" creationId="{13410B41-FA90-E013-6510-0FB8670CC072}"/>
          </ac:spMkLst>
        </pc:spChg>
        <pc:spChg chg="add mod">
          <ac:chgData name="Michael Whitehouse" userId="0ecba9273f6ad366" providerId="LiveId" clId="{F36E82C0-65ED-4BE7-8730-0F102FB388DD}" dt="2026-06-09T17:34:34.781" v="8643" actId="207"/>
          <ac:spMkLst>
            <pc:docMk/>
            <pc:sldMk cId="2870090022" sldId="308"/>
            <ac:spMk id="6" creationId="{4F3B3FCE-A16D-17B1-1F24-CFAAFAA05FF1}"/>
          </ac:spMkLst>
        </pc:spChg>
        <pc:spChg chg="add mod">
          <ac:chgData name="Michael Whitehouse" userId="0ecba9273f6ad366" providerId="LiveId" clId="{F36E82C0-65ED-4BE7-8730-0F102FB388DD}" dt="2026-06-09T17:34:34.896" v="8652"/>
          <ac:spMkLst>
            <pc:docMk/>
            <pc:sldMk cId="2870090022" sldId="308"/>
            <ac:spMk id="7" creationId="{B9ED8574-EE6C-BA19-95F3-F262EC538C92}"/>
          </ac:spMkLst>
        </pc:spChg>
        <pc:spChg chg="add mod">
          <ac:chgData name="Michael Whitehouse" userId="0ecba9273f6ad366" providerId="LiveId" clId="{F36E82C0-65ED-4BE7-8730-0F102FB388DD}" dt="2026-06-09T17:34:35.014" v="8664" actId="207"/>
          <ac:spMkLst>
            <pc:docMk/>
            <pc:sldMk cId="2870090022" sldId="308"/>
            <ac:spMk id="8" creationId="{94DC2207-D7C9-1E6A-0404-897FDB83E63A}"/>
          </ac:spMkLst>
        </pc:spChg>
        <pc:spChg chg="add mod">
          <ac:chgData name="Michael Whitehouse" userId="0ecba9273f6ad366" providerId="LiveId" clId="{F36E82C0-65ED-4BE7-8730-0F102FB388DD}" dt="2026-06-09T17:34:35.151" v="8683" actId="207"/>
          <ac:spMkLst>
            <pc:docMk/>
            <pc:sldMk cId="2870090022" sldId="308"/>
            <ac:spMk id="10" creationId="{D2E215F4-AF28-0F0D-4BE0-CBC3A1487FE3}"/>
          </ac:spMkLst>
        </pc:spChg>
        <pc:spChg chg="add mod">
          <ac:chgData name="Michael Whitehouse" userId="0ecba9273f6ad366" providerId="LiveId" clId="{F36E82C0-65ED-4BE7-8730-0F102FB388DD}" dt="2026-06-09T17:34:35.166" v="8693" actId="207"/>
          <ac:spMkLst>
            <pc:docMk/>
            <pc:sldMk cId="2870090022" sldId="308"/>
            <ac:spMk id="11" creationId="{57C039C8-4A59-AEAA-1486-E22EBB58A786}"/>
          </ac:spMkLst>
        </pc:spChg>
        <pc:picChg chg="add del mod">
          <ac:chgData name="Michael Whitehouse" userId="0ecba9273f6ad366" providerId="LiveId" clId="{F36E82C0-65ED-4BE7-8730-0F102FB388DD}" dt="2026-06-11T11:49:52.227" v="8737" actId="478"/>
          <ac:picMkLst>
            <pc:docMk/>
            <pc:sldMk cId="2870090022" sldId="308"/>
            <ac:picMk id="9" creationId="{FA08508E-88F8-3CF5-F842-D98385BB4E7D}"/>
          </ac:picMkLst>
        </pc:picChg>
      </pc:sldChg>
      <pc:sldChg chg="addSp modSp new ord">
        <pc:chgData name="Michael Whitehouse" userId="0ecba9273f6ad366" providerId="LiveId" clId="{F36E82C0-65ED-4BE7-8730-0F102FB388DD}" dt="2026-06-11T11:59:10.744" v="8807"/>
        <pc:sldMkLst>
          <pc:docMk/>
          <pc:sldMk cId="2004310454" sldId="309"/>
        </pc:sldMkLst>
        <pc:picChg chg="add mod">
          <ac:chgData name="Michael Whitehouse" userId="0ecba9273f6ad366" providerId="LiveId" clId="{F36E82C0-65ED-4BE7-8730-0F102FB388DD}" dt="2026-06-11T11:55:57.435" v="8793" actId="14100"/>
          <ac:picMkLst>
            <pc:docMk/>
            <pc:sldMk cId="2004310454" sldId="309"/>
            <ac:picMk id="1026" creationId="{A5702BDB-2673-E0D5-5A54-A7677DC12131}"/>
          </ac:picMkLst>
        </pc:picChg>
      </pc:sldChg>
      <pc:sldChg chg="addSp modSp new">
        <pc:chgData name="Michael Whitehouse" userId="0ecba9273f6ad366" providerId="LiveId" clId="{F36E82C0-65ED-4BE7-8730-0F102FB388DD}" dt="2026-06-11T11:56:16.681" v="8797" actId="14100"/>
        <pc:sldMkLst>
          <pc:docMk/>
          <pc:sldMk cId="1237343781" sldId="310"/>
        </pc:sldMkLst>
        <pc:picChg chg="add mod">
          <ac:chgData name="Michael Whitehouse" userId="0ecba9273f6ad366" providerId="LiveId" clId="{F36E82C0-65ED-4BE7-8730-0F102FB388DD}" dt="2026-06-11T11:56:16.681" v="8797" actId="14100"/>
          <ac:picMkLst>
            <pc:docMk/>
            <pc:sldMk cId="1237343781" sldId="310"/>
            <ac:picMk id="2050" creationId="{5A4E3E3F-7E13-5AAA-3736-7EEE0605B9B4}"/>
          </ac:picMkLst>
        </pc:picChg>
      </pc:sldChg>
      <pc:sldChg chg="addSp delSp modSp new mod modClrScheme chgLayout">
        <pc:chgData name="Michael Whitehouse" userId="0ecba9273f6ad366" providerId="LiveId" clId="{F36E82C0-65ED-4BE7-8730-0F102FB388DD}" dt="2026-06-11T11:58:25.793" v="8802" actId="26606"/>
        <pc:sldMkLst>
          <pc:docMk/>
          <pc:sldMk cId="3986102786" sldId="311"/>
        </pc:sldMkLst>
        <pc:spChg chg="add del mod">
          <ac:chgData name="Michael Whitehouse" userId="0ecba9273f6ad366" providerId="LiveId" clId="{F36E82C0-65ED-4BE7-8730-0F102FB388DD}" dt="2026-06-11T11:58:25.792" v="8801" actId="26606"/>
          <ac:spMkLst>
            <pc:docMk/>
            <pc:sldMk cId="3986102786" sldId="311"/>
            <ac:spMk id="3079" creationId="{92416CD1-28AD-B4FF-079E-4EEA8338938D}"/>
          </ac:spMkLst>
        </pc:spChg>
        <pc:picChg chg="add mod">
          <ac:chgData name="Michael Whitehouse" userId="0ecba9273f6ad366" providerId="LiveId" clId="{F36E82C0-65ED-4BE7-8730-0F102FB388DD}" dt="2026-06-11T11:58:25.793" v="8802" actId="26606"/>
          <ac:picMkLst>
            <pc:docMk/>
            <pc:sldMk cId="3986102786" sldId="311"/>
            <ac:picMk id="3074" creationId="{1D2C826C-058F-991F-B4E1-DEBB80EAFD31}"/>
          </ac:picMkLst>
        </pc:picChg>
      </pc:sldChg>
      <pc:sldMasterChg chg="delSp mod">
        <pc:chgData name="Michael Whitehouse" userId="0ecba9273f6ad366" providerId="LiveId" clId="{F36E82C0-65ED-4BE7-8730-0F102FB388DD}" dt="2026-06-09T17:33:28.872" v="4164"/>
        <pc:sldMasterMkLst>
          <pc:docMk/>
          <pc:sldMasterMk cId="2495106991" sldId="2147483651"/>
        </pc:sldMasterMkLst>
      </pc:sldMasterChg>
      <pc:sldMasterChg chg="delSp mod">
        <pc:chgData name="Michael Whitehouse" userId="0ecba9273f6ad366" providerId="LiveId" clId="{F36E82C0-65ED-4BE7-8730-0F102FB388DD}" dt="2026-06-09T17:33:28.880" v="4166"/>
        <pc:sldMasterMkLst>
          <pc:docMk/>
          <pc:sldMasterMk cId="3216035958" sldId="2147483755"/>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576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1640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34803476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1468786"/>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787610146"/>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685907883"/>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12017361"/>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90569233"/>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68925472"/>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19953593"/>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94293837"/>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07711752"/>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2685942"/>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19039910"/>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906315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0468270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3050446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4368560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4432963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07320662"/>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37924989"/>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2599076208"/>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0142455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491119055"/>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8086831"/>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24919403"/>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90695441"/>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98360052"/>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688341412"/>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14935318"/>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47375735"/>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09892714"/>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78504510"/>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27744864"/>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7763461"/>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96737110"/>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55282904"/>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01604047"/>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2751075"/>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51952140"/>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89444049"/>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3519450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7911509"/>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00495780"/>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1436600525"/>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308075249"/>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076617849"/>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3580499"/>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862603263"/>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77088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933599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97438831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321535330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2442283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622141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1309346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09025788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463787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533259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0344884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170723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9822854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7656326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52764896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19907964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2261729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14671826"/>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376359247"/>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232667557"/>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52162804"/>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42727180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37361350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78640494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335067833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326626512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54708428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1546878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80945779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15326683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413659605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408445668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5314060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0355308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988789773"/>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66054293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72192562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51246795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5972158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57763448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26664991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131971014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232296807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13035598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97954206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54666101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45854480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1817236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5577160"/>
      </p:ext>
    </p:extLst>
  </p:cSld>
  <p:clrMapOvr>
    <a:masterClrMapping/>
  </p:clrMapOvr>
  <p:transition>
    <p:fade/>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61269368"/>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31327669"/>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874503628"/>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354824451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896017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873811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490905118"/>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75522299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4176320205"/>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73766591"/>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7129706"/>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38720163"/>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9442745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64536140"/>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1712962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78657230"/>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74033783"/>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680483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3812739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0741475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9369374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103461940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608627856"/>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234624511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074170545"/>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3936150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10771619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729152"/>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972723089"/>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12897442"/>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3126774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01119906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941187510"/>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4349354"/>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07366343"/>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9701988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293923867"/>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485556087"/>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004762414"/>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029203000"/>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926456617"/>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666622381"/>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42417014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209263"/>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2340761"/>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169554592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1386710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73934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266135201"/>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764923477"/>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226089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074279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911924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theme" Target="../theme/theme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9" Type="http://schemas.openxmlformats.org/officeDocument/2006/relationships/slideLayout" Target="../slideLayouts/slideLayout140.xml"/><Relationship Id="rId21" Type="http://schemas.openxmlformats.org/officeDocument/2006/relationships/slideLayout" Target="../slideLayouts/slideLayout122.xml"/><Relationship Id="rId34" Type="http://schemas.openxmlformats.org/officeDocument/2006/relationships/slideLayout" Target="../slideLayouts/slideLayout135.xml"/><Relationship Id="rId42" Type="http://schemas.openxmlformats.org/officeDocument/2006/relationships/slideLayout" Target="../slideLayouts/slideLayout143.xml"/><Relationship Id="rId47" Type="http://schemas.openxmlformats.org/officeDocument/2006/relationships/slideLayout" Target="../slideLayouts/slideLayout148.xml"/><Relationship Id="rId50" Type="http://schemas.openxmlformats.org/officeDocument/2006/relationships/theme" Target="../theme/theme2.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9" Type="http://schemas.openxmlformats.org/officeDocument/2006/relationships/slideLayout" Target="../slideLayouts/slideLayout130.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37" Type="http://schemas.openxmlformats.org/officeDocument/2006/relationships/slideLayout" Target="../slideLayouts/slideLayout138.xml"/><Relationship Id="rId40" Type="http://schemas.openxmlformats.org/officeDocument/2006/relationships/slideLayout" Target="../slideLayouts/slideLayout141.xml"/><Relationship Id="rId45" Type="http://schemas.openxmlformats.org/officeDocument/2006/relationships/slideLayout" Target="../slideLayouts/slideLayout146.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36" Type="http://schemas.openxmlformats.org/officeDocument/2006/relationships/slideLayout" Target="../slideLayouts/slideLayout137.xml"/><Relationship Id="rId49" Type="http://schemas.openxmlformats.org/officeDocument/2006/relationships/slideLayout" Target="../slideLayouts/slideLayout150.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4" Type="http://schemas.openxmlformats.org/officeDocument/2006/relationships/slideLayout" Target="../slideLayouts/slideLayout145.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 Id="rId35" Type="http://schemas.openxmlformats.org/officeDocument/2006/relationships/slideLayout" Target="../slideLayouts/slideLayout136.xml"/><Relationship Id="rId43" Type="http://schemas.openxmlformats.org/officeDocument/2006/relationships/slideLayout" Target="../slideLayouts/slideLayout144.xml"/><Relationship Id="rId48" Type="http://schemas.openxmlformats.org/officeDocument/2006/relationships/slideLayout" Target="../slideLayouts/slideLayout149.xml"/><Relationship Id="rId8" Type="http://schemas.openxmlformats.org/officeDocument/2006/relationships/slideLayout" Target="../slideLayouts/slideLayout109.xml"/><Relationship Id="rId3" Type="http://schemas.openxmlformats.org/officeDocument/2006/relationships/slideLayout" Target="../slideLayouts/slideLayout104.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38" Type="http://schemas.openxmlformats.org/officeDocument/2006/relationships/slideLayout" Target="../slideLayouts/slideLayout139.xml"/><Relationship Id="rId46" Type="http://schemas.openxmlformats.org/officeDocument/2006/relationships/slideLayout" Target="../slideLayouts/slideLayout147.xml"/><Relationship Id="rId20" Type="http://schemas.openxmlformats.org/officeDocument/2006/relationships/slideLayout" Target="../slideLayouts/slideLayout121.xml"/><Relationship Id="rId41" Type="http://schemas.openxmlformats.org/officeDocument/2006/relationships/slideLayout" Target="../slideLayouts/slideLayout142.xml"/><Relationship Id="rId1" Type="http://schemas.openxmlformats.org/officeDocument/2006/relationships/slideLayout" Target="../slideLayouts/slideLayout102.xml"/><Relationship Id="rId6"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49510699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8" r:id="rId47"/>
    <p:sldLayoutId id="2147483699" r:id="rId48"/>
    <p:sldLayoutId id="2147483701" r:id="rId49"/>
    <p:sldLayoutId id="2147483702" r:id="rId50"/>
    <p:sldLayoutId id="2147483703" r:id="rId51"/>
    <p:sldLayoutId id="2147483704" r:id="rId52"/>
    <p:sldLayoutId id="2147483705" r:id="rId53"/>
    <p:sldLayoutId id="2147483706" r:id="rId54"/>
    <p:sldLayoutId id="2147483707" r:id="rId55"/>
    <p:sldLayoutId id="2147483708" r:id="rId56"/>
    <p:sldLayoutId id="2147483709" r:id="rId57"/>
    <p:sldLayoutId id="2147483710" r:id="rId58"/>
    <p:sldLayoutId id="2147483711" r:id="rId59"/>
    <p:sldLayoutId id="2147483712" r:id="rId60"/>
    <p:sldLayoutId id="2147483713" r:id="rId61"/>
    <p:sldLayoutId id="2147483714" r:id="rId62"/>
    <p:sldLayoutId id="2147483715" r:id="rId63"/>
    <p:sldLayoutId id="2147483716" r:id="rId64"/>
    <p:sldLayoutId id="2147483717" r:id="rId65"/>
    <p:sldLayoutId id="2147483718" r:id="rId66"/>
    <p:sldLayoutId id="2147483719" r:id="rId67"/>
    <p:sldLayoutId id="2147483720" r:id="rId68"/>
    <p:sldLayoutId id="2147483721" r:id="rId69"/>
    <p:sldLayoutId id="2147483722" r:id="rId70"/>
    <p:sldLayoutId id="2147483723" r:id="rId71"/>
    <p:sldLayoutId id="2147483724" r:id="rId72"/>
    <p:sldLayoutId id="2147483725" r:id="rId73"/>
    <p:sldLayoutId id="2147483726" r:id="rId74"/>
    <p:sldLayoutId id="2147483727" r:id="rId75"/>
    <p:sldLayoutId id="2147483728" r:id="rId76"/>
    <p:sldLayoutId id="2147483729" r:id="rId77"/>
    <p:sldLayoutId id="2147483730" r:id="rId78"/>
    <p:sldLayoutId id="2147483731" r:id="rId79"/>
    <p:sldLayoutId id="2147483732" r:id="rId80"/>
    <p:sldLayoutId id="2147483733" r:id="rId81"/>
    <p:sldLayoutId id="2147483734" r:id="rId82"/>
    <p:sldLayoutId id="2147483735" r:id="rId83"/>
    <p:sldLayoutId id="2147483736" r:id="rId84"/>
    <p:sldLayoutId id="2147483737" r:id="rId85"/>
    <p:sldLayoutId id="2147483738" r:id="rId86"/>
    <p:sldLayoutId id="2147483739" r:id="rId87"/>
    <p:sldLayoutId id="2147483740" r:id="rId88"/>
    <p:sldLayoutId id="2147483741" r:id="rId89"/>
    <p:sldLayoutId id="2147483742" r:id="rId90"/>
    <p:sldLayoutId id="2147483743" r:id="rId91"/>
    <p:sldLayoutId id="2147483744" r:id="rId92"/>
    <p:sldLayoutId id="2147483745" r:id="rId93"/>
    <p:sldLayoutId id="2147483746" r:id="rId94"/>
    <p:sldLayoutId id="2147483747" r:id="rId95"/>
    <p:sldLayoutId id="2147483748" r:id="rId96"/>
    <p:sldLayoutId id="2147483749" r:id="rId97"/>
    <p:sldLayoutId id="2147483750" r:id="rId98"/>
    <p:sldLayoutId id="2147483751" r:id="rId99"/>
    <p:sldLayoutId id="2147483752" r:id="rId100"/>
    <p:sldLayoutId id="2147483753" r:id="rId101"/>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321603595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 id="2147483780" r:id="rId25"/>
    <p:sldLayoutId id="2147483781" r:id="rId26"/>
    <p:sldLayoutId id="2147483782" r:id="rId27"/>
    <p:sldLayoutId id="2147483783" r:id="rId28"/>
    <p:sldLayoutId id="2147483784" r:id="rId29"/>
    <p:sldLayoutId id="2147483785" r:id="rId30"/>
    <p:sldLayoutId id="2147483786" r:id="rId31"/>
    <p:sldLayoutId id="2147483787" r:id="rId32"/>
    <p:sldLayoutId id="2147483788" r:id="rId33"/>
    <p:sldLayoutId id="2147483789" r:id="rId34"/>
    <p:sldLayoutId id="2147483790" r:id="rId35"/>
    <p:sldLayoutId id="2147483791" r:id="rId36"/>
    <p:sldLayoutId id="2147483792" r:id="rId37"/>
    <p:sldLayoutId id="2147483793" r:id="rId38"/>
    <p:sldLayoutId id="2147483794" r:id="rId39"/>
    <p:sldLayoutId id="2147483795" r:id="rId40"/>
    <p:sldLayoutId id="2147483796" r:id="rId41"/>
    <p:sldLayoutId id="2147483797" r:id="rId42"/>
    <p:sldLayoutId id="2147483798" r:id="rId43"/>
    <p:sldLayoutId id="2147483799" r:id="rId44"/>
    <p:sldLayoutId id="2147483800" r:id="rId45"/>
    <p:sldLayoutId id="2147483801" r:id="rId46"/>
    <p:sldLayoutId id="2147483802" r:id="rId47"/>
    <p:sldLayoutId id="2147483803" r:id="rId48"/>
    <p:sldLayoutId id="2147483804"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9.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A871-73F8-E299-AA33-8D19D2C57D98}"/>
              </a:ext>
            </a:extLst>
          </p:cNvPr>
          <p:cNvSpPr>
            <a:spLocks noGrp="1"/>
          </p:cNvSpPr>
          <p:nvPr>
            <p:ph type="title"/>
          </p:nvPr>
        </p:nvSpPr>
        <p:spPr/>
        <p:txBody>
          <a:bodyPr/>
          <a:lstStyle/>
          <a:p>
            <a:r>
              <a:rPr lang="en-GB"/>
              <a:t>Chapter 14: Keeping Windows Server 2025 Up to Date</a:t>
            </a:r>
          </a:p>
        </p:txBody>
      </p:sp>
      <p:sp>
        <p:nvSpPr>
          <p:cNvPr id="3" name="Text Placeholder 2">
            <a:extLst>
              <a:ext uri="{FF2B5EF4-FFF2-40B4-BE49-F238E27FC236}">
                <a16:creationId xmlns:a16="http://schemas.microsoft.com/office/drawing/2014/main" id="{5A6AB34D-7CE2-DC74-E487-00104541E931}"/>
              </a:ext>
            </a:extLst>
          </p:cNvPr>
          <p:cNvSpPr>
            <a:spLocks noGrp="1"/>
          </p:cNvSpPr>
          <p:nvPr>
            <p:ph type="body" sz="quarter" idx="15"/>
          </p:nvPr>
        </p:nvSpPr>
        <p:spPr>
          <a:xfrm>
            <a:off x="331851" y="3262586"/>
            <a:ext cx="7202114" cy="388440"/>
          </a:xfrm>
        </p:spPr>
        <p:txBody>
          <a:bodyPr/>
          <a:lstStyle/>
          <a:p>
            <a:r>
              <a:rPr lang="en-GB"/>
              <a:t>Azure Arc, Azure Update Manager, Hotpatch, and modern patch governance</a:t>
            </a:r>
          </a:p>
        </p:txBody>
      </p:sp>
    </p:spTree>
    <p:extLst>
      <p:ext uri="{BB962C8B-B14F-4D97-AF65-F5344CB8AC3E}">
        <p14:creationId xmlns:p14="http://schemas.microsoft.com/office/powerpoint/2010/main" val="33193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531BD-1E17-85A5-6B03-33EF02E96A12}"/>
              </a:ext>
            </a:extLst>
          </p:cNvPr>
          <p:cNvSpPr>
            <a:spLocks noGrp="1"/>
          </p:cNvSpPr>
          <p:nvPr>
            <p:ph type="title" idx="4294967295"/>
          </p:nvPr>
        </p:nvSpPr>
        <p:spPr>
          <a:xfrm>
            <a:off x="0" y="330200"/>
            <a:ext cx="8505825" cy="509588"/>
          </a:xfrm>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E7DAB5F7-8752-EFC5-9F4E-7F5ECD06239D}"/>
              </a:ext>
            </a:extLst>
          </p:cNvPr>
          <p:cNvSpPr>
            <a:spLocks noGrp="1"/>
          </p:cNvSpPr>
          <p:nvPr>
            <p:ph type="body" sz="quarter" idx="4294967295"/>
          </p:nvPr>
        </p:nvSpPr>
        <p:spPr>
          <a:xfrm>
            <a:off x="1490663" y="1092200"/>
            <a:ext cx="7653337" cy="673100"/>
          </a:xfrm>
        </p:spPr>
        <p:txBody>
          <a:bodyPr>
            <a:normAutofit lnSpcReduction="10000"/>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why modern Windows Server patch management uses Azure Update Manager instead of WSUS alone</a:t>
            </a:r>
          </a:p>
        </p:txBody>
      </p:sp>
      <p:sp>
        <p:nvSpPr>
          <p:cNvPr id="4" name="Text Placeholder 3">
            <a:extLst>
              <a:ext uri="{FF2B5EF4-FFF2-40B4-BE49-F238E27FC236}">
                <a16:creationId xmlns:a16="http://schemas.microsoft.com/office/drawing/2014/main" id="{4DB1BFB9-08E9-4C91-9C1A-B1E15F011925}"/>
              </a:ext>
            </a:extLst>
          </p:cNvPr>
          <p:cNvSpPr>
            <a:spLocks noGrp="1"/>
          </p:cNvSpPr>
          <p:nvPr>
            <p:ph type="body" sz="quarter" idx="4294967295"/>
          </p:nvPr>
        </p:nvSpPr>
        <p:spPr>
          <a:xfrm>
            <a:off x="1490663" y="1909763"/>
            <a:ext cx="7653337" cy="673100"/>
          </a:xfrm>
        </p:spPr>
        <p:txBody>
          <a:bodyPr>
            <a:normAutofit lnSpcReduction="10000"/>
          </a:bodyPr>
          <a:lstStyle/>
          <a:p>
            <a:r>
              <a:rPr lang="en-GB">
                <a:solidFill>
                  <a:srgbClr val="0076D4"/>
                </a:solidFill>
                <a:latin typeface="Segoe UI Semibold" panose="020B0702040204020203" pitchFamily="34" charset="0"/>
              </a:rPr>
              <a:t>02</a:t>
            </a:r>
            <a:r>
              <a:rPr lang="en-GB">
                <a:latin typeface="Segoe UI" panose="020B0502040204020203" pitchFamily="34" charset="0"/>
              </a:rPr>
              <a:t>  Connect Windows Server 2025 to Azure via Azure Arc and enable centralized, cloud-based patching</a:t>
            </a:r>
          </a:p>
        </p:txBody>
      </p:sp>
      <p:sp>
        <p:nvSpPr>
          <p:cNvPr id="5" name="Text Placeholder 4">
            <a:extLst>
              <a:ext uri="{FF2B5EF4-FFF2-40B4-BE49-F238E27FC236}">
                <a16:creationId xmlns:a16="http://schemas.microsoft.com/office/drawing/2014/main" id="{10944E99-31CB-5345-137B-A4F2B18A9C6E}"/>
              </a:ext>
            </a:extLst>
          </p:cNvPr>
          <p:cNvSpPr>
            <a:spLocks noGrp="1"/>
          </p:cNvSpPr>
          <p:nvPr>
            <p:ph type="body" sz="quarter" idx="4294967295"/>
          </p:nvPr>
        </p:nvSpPr>
        <p:spPr>
          <a:xfrm>
            <a:off x="1490663" y="2727325"/>
            <a:ext cx="7653337" cy="673100"/>
          </a:xfrm>
        </p:spPr>
        <p:txBody>
          <a:bodyPr>
            <a:normAutofit lnSpcReduction="10000"/>
          </a:bodyPr>
          <a:lstStyle/>
          <a:p>
            <a:r>
              <a:rPr lang="en-GB">
                <a:solidFill>
                  <a:srgbClr val="0076D4"/>
                </a:solidFill>
                <a:latin typeface="Segoe UI Semibold" panose="020B0702040204020203" pitchFamily="34" charset="0"/>
              </a:rPr>
              <a:t>03</a:t>
            </a:r>
            <a:r>
              <a:rPr lang="en-GB">
                <a:latin typeface="Segoe UI" panose="020B0502040204020203" pitchFamily="34" charset="0"/>
              </a:rPr>
              <a:t>  Schedule and deploy updates using maintenance windows, patch rings, and compliance reporting</a:t>
            </a:r>
          </a:p>
        </p:txBody>
      </p:sp>
      <p:sp>
        <p:nvSpPr>
          <p:cNvPr id="6" name="Text Placeholder 5">
            <a:extLst>
              <a:ext uri="{FF2B5EF4-FFF2-40B4-BE49-F238E27FC236}">
                <a16:creationId xmlns:a16="http://schemas.microsoft.com/office/drawing/2014/main" id="{6B5B3AFA-431E-005F-520C-2EB8C17E70B6}"/>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Reduce reboot impact using Hotpatch and control which patches deploy using include/exclude filters</a:t>
            </a:r>
          </a:p>
        </p:txBody>
      </p:sp>
      <p:sp>
        <p:nvSpPr>
          <p:cNvPr id="7" name="Course footer">
            <a:extLst>
              <a:ext uri="{FF2B5EF4-FFF2-40B4-BE49-F238E27FC236}">
                <a16:creationId xmlns:a16="http://schemas.microsoft.com/office/drawing/2014/main" id="{0C9BB093-57E3-5474-9264-C166EA0F8E5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1C4B9636-D8AE-5A5D-DE32-AE5B4DFF065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5365838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DD9E7-851E-5F23-0BB2-D344C2D8DF8F}"/>
              </a:ext>
            </a:extLst>
          </p:cNvPr>
          <p:cNvSpPr>
            <a:spLocks noGrp="1"/>
          </p:cNvSpPr>
          <p:nvPr>
            <p:ph type="title" idx="4294967295"/>
          </p:nvPr>
        </p:nvSpPr>
        <p:spPr>
          <a:xfrm>
            <a:off x="0" y="330200"/>
            <a:ext cx="8505825" cy="509588"/>
          </a:xfrm>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30D029D0-D643-B91E-5B72-8AC2EB0D364F}"/>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14.1 Why patch management has changed - and what replaces the old model</a:t>
            </a:r>
          </a:p>
        </p:txBody>
      </p:sp>
      <p:sp>
        <p:nvSpPr>
          <p:cNvPr id="4" name="Text Placeholder 3">
            <a:extLst>
              <a:ext uri="{FF2B5EF4-FFF2-40B4-BE49-F238E27FC236}">
                <a16:creationId xmlns:a16="http://schemas.microsoft.com/office/drawing/2014/main" id="{9CDABCA9-8AAA-F013-8FC7-9BF29511A4E7}"/>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14.2 Azure Arc and Azure Update Manager: architecture and onboarding</a:t>
            </a:r>
          </a:p>
        </p:txBody>
      </p:sp>
      <p:sp>
        <p:nvSpPr>
          <p:cNvPr id="5" name="Text Placeholder 4">
            <a:extLst>
              <a:ext uri="{FF2B5EF4-FFF2-40B4-BE49-F238E27FC236}">
                <a16:creationId xmlns:a16="http://schemas.microsoft.com/office/drawing/2014/main" id="{7990B579-01E7-3DB2-875B-7C9FB056A6D1}"/>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14.3 Scheduling, patch rings, compliance, and update deployment</a:t>
            </a:r>
          </a:p>
        </p:txBody>
      </p:sp>
      <p:sp>
        <p:nvSpPr>
          <p:cNvPr id="6" name="Text Placeholder 5">
            <a:extLst>
              <a:ext uri="{FF2B5EF4-FFF2-40B4-BE49-F238E27FC236}">
                <a16:creationId xmlns:a16="http://schemas.microsoft.com/office/drawing/2014/main" id="{973FB45A-F044-0E72-D5EF-A3C7BBEEF413}"/>
              </a:ext>
            </a:extLst>
          </p:cNvPr>
          <p:cNvSpPr>
            <a:spLocks noGrp="1"/>
          </p:cNvSpPr>
          <p:nvPr>
            <p:ph type="body" sz="quarter" idx="4294967295"/>
          </p:nvPr>
        </p:nvSpPr>
        <p:spPr>
          <a:xfrm>
            <a:off x="1490663" y="3544888"/>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14.4 Hotpatch, patch exclusions, WSUS/GPO/WUfB, and best practices</a:t>
            </a:r>
          </a:p>
        </p:txBody>
      </p:sp>
      <p:sp>
        <p:nvSpPr>
          <p:cNvPr id="7" name="Course footer">
            <a:extLst>
              <a:ext uri="{FF2B5EF4-FFF2-40B4-BE49-F238E27FC236}">
                <a16:creationId xmlns:a16="http://schemas.microsoft.com/office/drawing/2014/main" id="{FA82AA68-0314-CA05-9300-588BD5E1819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504802E8-9708-54AB-0FFB-832E6CD6DF6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664648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67446-E0D1-B8E2-4CA3-20E6EDBD4AD0}"/>
              </a:ext>
            </a:extLst>
          </p:cNvPr>
          <p:cNvSpPr>
            <a:spLocks noGrp="1"/>
          </p:cNvSpPr>
          <p:nvPr>
            <p:ph type="title"/>
          </p:nvPr>
        </p:nvSpPr>
        <p:spPr>
          <a:xfrm>
            <a:off x="441197" y="438912"/>
            <a:ext cx="7309772" cy="738664"/>
          </a:xfrm>
        </p:spPr>
        <p:txBody>
          <a:bodyPr wrap="square">
            <a:noAutofit/>
          </a:bodyPr>
          <a:lstStyle/>
          <a:p>
            <a:r>
              <a:rPr lang="en-GB" dirty="0"/>
              <a:t>Why Patch Management Has Changed</a:t>
            </a:r>
          </a:p>
        </p:txBody>
      </p:sp>
      <p:sp>
        <p:nvSpPr>
          <p:cNvPr id="6" name="Text 6">
            <a:extLst>
              <a:ext uri="{FF2B5EF4-FFF2-40B4-BE49-F238E27FC236}">
                <a16:creationId xmlns:a16="http://schemas.microsoft.com/office/drawing/2014/main" id="{91B0C0A9-7C4F-5369-51C2-F026733DB77A}"/>
              </a:ext>
            </a:extLst>
          </p:cNvPr>
          <p:cNvSpPr/>
          <p:nvPr/>
        </p:nvSpPr>
        <p:spPr>
          <a:xfrm>
            <a:off x="441196" y="1250155"/>
            <a:ext cx="4613403" cy="3568859"/>
          </a:xfrm>
          <a:prstGeom prst="rect">
            <a:avLst/>
          </a:prstGeom>
          <a:noFill/>
          <a:ln/>
        </p:spPr>
        <p:txBody>
          <a:bodyPr wrap="square" lIns="0" tIns="0" rIns="0" bIns="0" rtlCol="0" anchor="t">
            <a:normAutofit/>
          </a:bodyPr>
          <a:lstStyle/>
          <a:p>
            <a:pPr marL="0" indent="0">
              <a:spcAft>
                <a:spcPts val="500"/>
              </a:spcAft>
              <a:buNone/>
            </a:pPr>
            <a:r>
              <a:rPr lang="en-US" sz="1300" b="1" dirty="0">
                <a:solidFill>
                  <a:srgbClr val="023047"/>
                </a:solidFill>
                <a:latin typeface="Segoe UI" panose="020B0502040204020203" pitchFamily="34" charset="0"/>
              </a:rPr>
              <a:t>The traditional WSUS and Group Policy model was designed for fully on-premises environments. Hybrid and cloud-connected estates have changed the requirements for patch governance.</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Servers now span on-premises, hosted, and cloud environments - WSUS only sees what it manages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Security and compliance teams need a single dashboard covering all machines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Patch Tuesday cadence is unchanged, but deployment must be coordinated across environments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Modern tooling uses Azure identity, RBAC, and Policy instead of Active Directory GPOs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Reboot impact on 24x7 workloads drives demand for innovations like Hotpatch</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Azure Update Manager replaces the need for separate WSUS, OMS, and Automation accounts</a:t>
            </a:r>
            <a:endParaRPr lang="en-US" sz="1300" dirty="0">
              <a:latin typeface="Segoe UI" panose="020B0502040204020203" pitchFamily="34" charset="0"/>
            </a:endParaRPr>
          </a:p>
        </p:txBody>
      </p:sp>
      <p:sp>
        <p:nvSpPr>
          <p:cNvPr id="13" name="Course footer">
            <a:extLst>
              <a:ext uri="{FF2B5EF4-FFF2-40B4-BE49-F238E27FC236}">
                <a16:creationId xmlns:a16="http://schemas.microsoft.com/office/drawing/2014/main" id="{225DCF9C-5F91-4E1C-A3D1-A73F74527CE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C7682BED-7C24-8F42-BE1D-86B5745220F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869217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AF24E-ABD5-0A07-F49E-F9A6147F006D}"/>
              </a:ext>
            </a:extLst>
          </p:cNvPr>
          <p:cNvSpPr>
            <a:spLocks noGrp="1"/>
          </p:cNvSpPr>
          <p:nvPr>
            <p:ph type="title" idx="4294967295"/>
          </p:nvPr>
        </p:nvSpPr>
        <p:spPr>
          <a:xfrm>
            <a:off x="0" y="438150"/>
            <a:ext cx="8258175" cy="369888"/>
          </a:xfrm>
        </p:spPr>
        <p:txBody>
          <a:bodyPr wrap="square">
            <a:noAutofit/>
          </a:bodyPr>
          <a:lstStyle/>
          <a:p>
            <a:r>
              <a:rPr lang="en-GB"/>
              <a:t>Traditional Windows Server Update Methods</a:t>
            </a:r>
          </a:p>
        </p:txBody>
      </p:sp>
      <p:sp>
        <p:nvSpPr>
          <p:cNvPr id="7" name="Text 6">
            <a:extLst>
              <a:ext uri="{FF2B5EF4-FFF2-40B4-BE49-F238E27FC236}">
                <a16:creationId xmlns:a16="http://schemas.microsoft.com/office/drawing/2014/main" id="{F231F099-BE87-C161-DB59-F1BB7177F7C9}"/>
              </a:ext>
            </a:extLst>
          </p:cNvPr>
          <p:cNvSpPr/>
          <p:nvPr/>
        </p:nvSpPr>
        <p:spPr>
          <a:xfrm>
            <a:off x="254000" y="892810"/>
            <a:ext cx="4800600" cy="3977640"/>
          </a:xfrm>
          <a:prstGeom prst="rect">
            <a:avLst/>
          </a:prstGeom>
          <a:noFill/>
          <a:ln/>
        </p:spPr>
        <p:txBody>
          <a:bodyPr wrap="square" lIns="0" tIns="0" rIns="0" bIns="0" rtlCol="0" anchor="t">
            <a:normAutofit/>
          </a:bodyPr>
          <a:lstStyle/>
          <a:p>
            <a:pPr marL="0" indent="0">
              <a:spcAft>
                <a:spcPts val="500"/>
              </a:spcAft>
              <a:buNone/>
            </a:pPr>
            <a:r>
              <a:rPr lang="en-US" sz="1300" b="1" dirty="0">
                <a:solidFill>
                  <a:srgbClr val="023047"/>
                </a:solidFill>
                <a:latin typeface="Segoe UI" panose="020B0502040204020203" pitchFamily="34" charset="0"/>
              </a:rPr>
              <a:t>Before Azure Update Manager, administrators chose from several tools depending on environment size and management model.</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Windows Update: automatic or manual, per-server, no central control</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WSUS (Windows Server Update Services): on-premises approval and distribution, GPO-controlled</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Windows Update for Business (WUfB): deferral and ring-based via Group Policy or Intune</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Microsoft Endpoint Config Manager (MECM/SCCM): enterprise-scale, requires significant infrastructure</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Limitations: WSUS requires patching its own infrastructure; no unified view across sites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None of these provide visibility into non-domain or cloud-hosted servers out of the box</a:t>
            </a:r>
            <a:endParaRPr lang="en-US" sz="1300" dirty="0">
              <a:latin typeface="Segoe UI" panose="020B0502040204020203" pitchFamily="34" charset="0"/>
            </a:endParaRPr>
          </a:p>
        </p:txBody>
      </p:sp>
      <p:sp>
        <p:nvSpPr>
          <p:cNvPr id="14" name="Course footer">
            <a:extLst>
              <a:ext uri="{FF2B5EF4-FFF2-40B4-BE49-F238E27FC236}">
                <a16:creationId xmlns:a16="http://schemas.microsoft.com/office/drawing/2014/main" id="{0496451F-D3D4-18BC-BC38-1A93846D68A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2C719B00-BACE-31D5-EF52-6D5C459080F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172061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D016-E9A8-342F-6C45-E21797D5DA37}"/>
              </a:ext>
            </a:extLst>
          </p:cNvPr>
          <p:cNvSpPr>
            <a:spLocks noGrp="1"/>
          </p:cNvSpPr>
          <p:nvPr>
            <p:ph type="title" idx="4294967295"/>
          </p:nvPr>
        </p:nvSpPr>
        <p:spPr>
          <a:xfrm>
            <a:off x="254000" y="253206"/>
            <a:ext cx="8258175" cy="369888"/>
          </a:xfrm>
        </p:spPr>
        <p:txBody>
          <a:bodyPr wrap="square">
            <a:noAutofit/>
          </a:bodyPr>
          <a:lstStyle/>
          <a:p>
            <a:r>
              <a:rPr lang="en-GB" dirty="0"/>
              <a:t>What Azure Update Manager Does</a:t>
            </a:r>
          </a:p>
        </p:txBody>
      </p:sp>
      <p:sp>
        <p:nvSpPr>
          <p:cNvPr id="7" name="Text 6">
            <a:extLst>
              <a:ext uri="{FF2B5EF4-FFF2-40B4-BE49-F238E27FC236}">
                <a16:creationId xmlns:a16="http://schemas.microsoft.com/office/drawing/2014/main" id="{0BE23D43-209B-FECF-2FEE-3B1707CE5069}"/>
              </a:ext>
            </a:extLst>
          </p:cNvPr>
          <p:cNvSpPr/>
          <p:nvPr/>
        </p:nvSpPr>
        <p:spPr>
          <a:xfrm>
            <a:off x="254000" y="841375"/>
            <a:ext cx="4800600" cy="3977640"/>
          </a:xfrm>
          <a:prstGeom prst="rect">
            <a:avLst/>
          </a:prstGeom>
          <a:noFill/>
          <a:ln/>
        </p:spPr>
        <p:txBody>
          <a:bodyPr wrap="square" lIns="0" tIns="0" rIns="0" bIns="0" rtlCol="0" anchor="t">
            <a:normAutofit/>
          </a:bodyPr>
          <a:lstStyle/>
          <a:p>
            <a:pPr marL="0" indent="0">
              <a:spcAft>
                <a:spcPts val="500"/>
              </a:spcAft>
              <a:buNone/>
            </a:pPr>
            <a:r>
              <a:rPr lang="en-US" sz="1300" b="1" dirty="0">
                <a:solidFill>
                  <a:srgbClr val="023047"/>
                </a:solidFill>
                <a:latin typeface="Segoe UI" panose="020B0502040204020203" pitchFamily="34" charset="0"/>
              </a:rPr>
              <a:t>Azure Update Manager (AUM) is a native Azure service for assessing and deploying OS updates across Azure VMs and Azure Arc-enabled servers - with no dependency on Log Analytics or Azure Automation.</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Performs update assessment: shows missing patches per machine, filtered by classification</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Deploys updates on demand (one-time) or on a defined schedule (maintenance configuration)</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Centralized compliance dashboard - all machines in one subscription or across subscriptions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Supports Windows (KB-based) and Linux (package-based) updates</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Include or exclude specific KB IDs in every deployment run</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Integrates Hotpatch for reboot-free security updates on Windows Server 2025</a:t>
            </a:r>
            <a:endParaRPr lang="en-US" sz="1300" dirty="0">
              <a:latin typeface="Segoe UI" panose="020B0502040204020203" pitchFamily="34" charset="0"/>
            </a:endParaRPr>
          </a:p>
          <a:p>
            <a:pPr marL="342900" indent="-342900">
              <a:spcAft>
                <a:spcPts val="350"/>
              </a:spcAft>
              <a:buSzPct val="100000"/>
              <a:buChar char="•"/>
            </a:pPr>
            <a:r>
              <a:rPr lang="en-US" sz="1300" dirty="0">
                <a:solidFill>
                  <a:srgbClr val="023047"/>
                </a:solidFill>
                <a:latin typeface="Segoe UI" panose="020B0502040204020203" pitchFamily="34" charset="0"/>
              </a:rPr>
              <a:t>Uses Azure RBAC - grant update operators access at resource group or subscription level</a:t>
            </a:r>
            <a:endParaRPr lang="en-US" sz="1300" dirty="0">
              <a:latin typeface="Segoe UI" panose="020B0502040204020203" pitchFamily="34" charset="0"/>
            </a:endParaRPr>
          </a:p>
        </p:txBody>
      </p:sp>
      <p:sp>
        <p:nvSpPr>
          <p:cNvPr id="14" name="Course footer">
            <a:extLst>
              <a:ext uri="{FF2B5EF4-FFF2-40B4-BE49-F238E27FC236}">
                <a16:creationId xmlns:a16="http://schemas.microsoft.com/office/drawing/2014/main" id="{BDDC632D-3B94-1E07-9812-38A10D38EBB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D90A66DE-9FF7-DF09-2567-969AF59234B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443339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creenshot that shows accessing check for updates.">
            <a:extLst>
              <a:ext uri="{FF2B5EF4-FFF2-40B4-BE49-F238E27FC236}">
                <a16:creationId xmlns:a16="http://schemas.microsoft.com/office/drawing/2014/main" id="{1D2C826C-058F-991F-B4E1-DEBB80EAF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24894"/>
          <a:stretch>
            <a:fillRect/>
          </a:stretch>
        </p:blipFill>
        <p:spPr bwMode="auto">
          <a:xfrm>
            <a:off x="90488" y="50800"/>
            <a:ext cx="8963025" cy="4813300"/>
          </a:xfrm>
          <a:prstGeom prst="rect">
            <a:avLst/>
          </a:prstGeom>
          <a:solidFill>
            <a:srgbClr val="FFFFFF"/>
          </a:solidFill>
        </p:spPr>
      </p:pic>
    </p:spTree>
    <p:extLst>
      <p:ext uri="{BB962C8B-B14F-4D97-AF65-F5344CB8AC3E}">
        <p14:creationId xmlns:p14="http://schemas.microsoft.com/office/powerpoint/2010/main" val="398610278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zure Update Manager– Patch Management | Microsoft Azure">
            <a:extLst>
              <a:ext uri="{FF2B5EF4-FFF2-40B4-BE49-F238E27FC236}">
                <a16:creationId xmlns:a16="http://schemas.microsoft.com/office/drawing/2014/main" id="{5A4E3E3F-7E13-5AAA-3736-7EEE0605B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004852" cy="5074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34378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C1D1-2256-F76F-8BFB-E652D307DC95}"/>
              </a:ext>
            </a:extLst>
          </p:cNvPr>
          <p:cNvSpPr>
            <a:spLocks noGrp="1"/>
          </p:cNvSpPr>
          <p:nvPr>
            <p:ph type="title" idx="4294967295"/>
          </p:nvPr>
        </p:nvSpPr>
        <p:spPr>
          <a:xfrm>
            <a:off x="0" y="438150"/>
            <a:ext cx="8258175" cy="327025"/>
          </a:xfrm>
        </p:spPr>
        <p:txBody>
          <a:bodyPr wrap="square">
            <a:noAutofit/>
          </a:bodyPr>
          <a:lstStyle/>
          <a:p>
            <a:r>
              <a:rPr lang="en-GB"/>
              <a:t>Azure Update Manager: Architecture and Data Flow</a:t>
            </a:r>
          </a:p>
        </p:txBody>
      </p:sp>
      <p:sp>
        <p:nvSpPr>
          <p:cNvPr id="3" name="Text 6">
            <a:extLst>
              <a:ext uri="{FF2B5EF4-FFF2-40B4-BE49-F238E27FC236}">
                <a16:creationId xmlns:a16="http://schemas.microsoft.com/office/drawing/2014/main" id="{15542194-EED4-6B2F-5ADA-5DAD283D6F15}"/>
              </a:ext>
            </a:extLst>
          </p:cNvPr>
          <p:cNvSpPr/>
          <p:nvPr/>
        </p:nvSpPr>
        <p:spPr>
          <a:xfrm>
            <a:off x="273050" y="892810"/>
            <a:ext cx="8595360" cy="3977640"/>
          </a:xfrm>
          <a:prstGeom prst="rect">
            <a:avLst/>
          </a:prstGeom>
          <a:noFill/>
          <a:ln/>
        </p:spPr>
        <p:txBody>
          <a:bodyPr wrap="square" lIns="0" tIns="0" rIns="0" bIns="0" rtlCol="0" anchor="t">
            <a:normAutofit/>
          </a:bodyPr>
          <a:lstStyle/>
          <a:p>
            <a:pPr marL="342900" indent="-342900">
              <a:spcAft>
                <a:spcPts val="450"/>
              </a:spcAft>
              <a:buSzPct val="100000"/>
              <a:buChar char="•"/>
            </a:pPr>
            <a:r>
              <a:rPr lang="en-US" sz="1350" dirty="0">
                <a:solidFill>
                  <a:srgbClr val="023047"/>
                </a:solidFill>
                <a:latin typeface="Segoe UI" panose="020B0502040204020203" pitchFamily="34" charset="0"/>
              </a:rPr>
              <a:t>Server has the Connected Machine agent (azcmagent) installed - communicates outbound to Azure on port 443</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Server registers as an Azure Arc-enabled resource with subscription, resource group, location, and tags</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Azure Update Manager queries the agent to collect Windows Update assessment data (missing patches, severity)</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Compliance results are written to Azure - visible in the Update Manager dashboard and queryable via Resource Graph</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Maintenance configuration fires on schedule: AUM sends the patch list to the agent, which installs updates locally</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Pre-event (Event Grid): invoke an Automation runbook to snapshot VMs or stop services before patching begins</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Post-event (Event Grid): restart services, send notification, or update a CMDB record after patching completes</a:t>
            </a:r>
            <a:endParaRPr lang="en-US" sz="1350" dirty="0">
              <a:latin typeface="Segoe UI" panose="020B0502040204020203" pitchFamily="34" charset="0"/>
            </a:endParaRPr>
          </a:p>
          <a:p>
            <a:pPr marL="342900" indent="-342900">
              <a:spcAft>
                <a:spcPts val="450"/>
              </a:spcAft>
              <a:buSzPct val="100000"/>
              <a:buChar char="•"/>
            </a:pPr>
            <a:r>
              <a:rPr lang="en-US" sz="1350" dirty="0">
                <a:solidFill>
                  <a:srgbClr val="023047"/>
                </a:solidFill>
                <a:latin typeface="Segoe UI" panose="020B0502040204020203" pitchFamily="34" charset="0"/>
              </a:rPr>
              <a:t>Update history and reboot status are reported back to Azure - stored for audit and compliance review</a:t>
            </a:r>
            <a:endParaRPr lang="en-US" sz="1350" dirty="0">
              <a:latin typeface="Segoe UI" panose="020B0502040204020203" pitchFamily="34" charset="0"/>
            </a:endParaRPr>
          </a:p>
        </p:txBody>
      </p:sp>
      <p:sp>
        <p:nvSpPr>
          <p:cNvPr id="4" name="Course footer">
            <a:extLst>
              <a:ext uri="{FF2B5EF4-FFF2-40B4-BE49-F238E27FC236}">
                <a16:creationId xmlns:a16="http://schemas.microsoft.com/office/drawing/2014/main" id="{7A33AAB3-4D91-9B61-B75E-1B828585E46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0BF2014A-BDF3-9AF0-0065-20222A09BD4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5677865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B8BE8-9390-50F7-1E7E-86F2DB93A8EB}"/>
              </a:ext>
            </a:extLst>
          </p:cNvPr>
          <p:cNvSpPr>
            <a:spLocks noGrp="1"/>
          </p:cNvSpPr>
          <p:nvPr>
            <p:ph type="title" idx="4294967295"/>
          </p:nvPr>
        </p:nvSpPr>
        <p:spPr>
          <a:xfrm>
            <a:off x="438150" y="180975"/>
            <a:ext cx="8258175" cy="327025"/>
          </a:xfrm>
        </p:spPr>
        <p:txBody>
          <a:bodyPr wrap="square">
            <a:noAutofit/>
          </a:bodyPr>
          <a:lstStyle/>
          <a:p>
            <a:r>
              <a:rPr lang="en-GB" dirty="0"/>
              <a:t>Admin Decision Matrix</a:t>
            </a:r>
          </a:p>
        </p:txBody>
      </p:sp>
      <p:sp>
        <p:nvSpPr>
          <p:cNvPr id="3" name="TextBox 2">
            <a:extLst>
              <a:ext uri="{FF2B5EF4-FFF2-40B4-BE49-F238E27FC236}">
                <a16:creationId xmlns:a16="http://schemas.microsoft.com/office/drawing/2014/main" id="{03F44907-521C-D0BA-E079-C8E490513BCF}"/>
              </a:ext>
            </a:extLst>
          </p:cNvPr>
          <p:cNvSpPr txBox="1"/>
          <p:nvPr/>
        </p:nvSpPr>
        <p:spPr>
          <a:xfrm>
            <a:off x="342900" y="4829175"/>
            <a:ext cx="2667000" cy="174407"/>
          </a:xfrm>
          <a:prstGeom prst="rect">
            <a:avLst/>
          </a:prstGeom>
          <a:noFill/>
        </p:spPr>
        <p:txBody>
          <a:bodyPr vert="horz" wrap="square" lIns="50800" tIns="25400" rIns="50800" bIns="25400" rtlCol="0">
            <a:normAutofit/>
          </a:bodyPr>
          <a:lstStyle/>
          <a:p>
            <a:r>
              <a:rPr lang="en-GB" sz="800">
                <a:solidFill>
                  <a:srgbClr val="FFFFFF"/>
                </a:solidFill>
                <a:latin typeface="Segoe UI" panose="020B0502040204020203" pitchFamily="34" charset="0"/>
              </a:rPr>
              <a:t>Windows Server 2025 | Chapter 14</a:t>
            </a:r>
          </a:p>
        </p:txBody>
      </p:sp>
      <p:sp>
        <p:nvSpPr>
          <p:cNvPr id="4" name="TextBox 3">
            <a:extLst>
              <a:ext uri="{FF2B5EF4-FFF2-40B4-BE49-F238E27FC236}">
                <a16:creationId xmlns:a16="http://schemas.microsoft.com/office/drawing/2014/main" id="{F5DC2C93-FE78-4C68-6952-38A5198A7522}"/>
              </a:ext>
            </a:extLst>
          </p:cNvPr>
          <p:cNvSpPr txBox="1"/>
          <p:nvPr/>
        </p:nvSpPr>
        <p:spPr>
          <a:xfrm>
            <a:off x="438150" y="657225"/>
            <a:ext cx="8334375" cy="482183"/>
          </a:xfrm>
          <a:prstGeom prst="rect">
            <a:avLst/>
          </a:prstGeom>
          <a:noFill/>
        </p:spPr>
        <p:txBody>
          <a:bodyPr vert="horz" wrap="square" lIns="50800" tIns="25400" rIns="50800" bIns="25400" rtlCol="0">
            <a:normAutofit/>
          </a:bodyPr>
          <a:lstStyle/>
          <a:p>
            <a:r>
              <a:rPr lang="en-GB" sz="1400" b="1">
                <a:solidFill>
                  <a:srgbClr val="003044"/>
                </a:solidFill>
                <a:latin typeface="Segoe UI" panose="020B0502040204020203" pitchFamily="34" charset="0"/>
              </a:rPr>
              <a:t>Choose the management tool based on visibility, control, connectivity, and existing operational model.</a:t>
            </a:r>
          </a:p>
        </p:txBody>
      </p:sp>
      <p:sp>
        <p:nvSpPr>
          <p:cNvPr id="5" name="Rectangle: Rounded Corners 4">
            <a:extLst>
              <a:ext uri="{FF2B5EF4-FFF2-40B4-BE49-F238E27FC236}">
                <a16:creationId xmlns:a16="http://schemas.microsoft.com/office/drawing/2014/main" id="{23D1F32F-FD32-A04A-A191-D388C3BAF697}"/>
              </a:ext>
            </a:extLst>
          </p:cNvPr>
          <p:cNvSpPr/>
          <p:nvPr/>
        </p:nvSpPr>
        <p:spPr>
          <a:xfrm>
            <a:off x="4705350" y="1019175"/>
            <a:ext cx="1047750" cy="323850"/>
          </a:xfrm>
          <a:prstGeom prst="roundRect">
            <a:avLst/>
          </a:prstGeom>
          <a:solidFill>
            <a:srgbClr val="00384A"/>
          </a:solidFill>
          <a:ln w="15875">
            <a:solidFill>
              <a:srgbClr val="00384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lnSpcReduction="10000"/>
          </a:bodyPr>
          <a:lstStyle/>
          <a:p>
            <a:pPr algn="ctr"/>
            <a:r>
              <a:rPr lang="en-GB" sz="1200" b="1">
                <a:solidFill>
                  <a:srgbClr val="FFFFFF"/>
                </a:solidFill>
                <a:latin typeface="Segoe UI" panose="020B0502040204020203" pitchFamily="34" charset="0"/>
              </a:rPr>
              <a:t>Tool</a:t>
            </a:r>
          </a:p>
        </p:txBody>
      </p:sp>
      <p:sp>
        <p:nvSpPr>
          <p:cNvPr id="6" name="Rectangle: Rounded Corners 5">
            <a:extLst>
              <a:ext uri="{FF2B5EF4-FFF2-40B4-BE49-F238E27FC236}">
                <a16:creationId xmlns:a16="http://schemas.microsoft.com/office/drawing/2014/main" id="{A23F9549-FDE7-99AD-51AC-790099B97634}"/>
              </a:ext>
            </a:extLst>
          </p:cNvPr>
          <p:cNvSpPr/>
          <p:nvPr/>
        </p:nvSpPr>
        <p:spPr>
          <a:xfrm>
            <a:off x="1752600" y="1019175"/>
            <a:ext cx="4095750" cy="323850"/>
          </a:xfrm>
          <a:prstGeom prst="roundRect">
            <a:avLst/>
          </a:prstGeom>
          <a:solidFill>
            <a:srgbClr val="00384A"/>
          </a:solidFill>
          <a:ln w="15875">
            <a:solidFill>
              <a:srgbClr val="00384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lnSpcReduction="10000"/>
          </a:bodyPr>
          <a:lstStyle/>
          <a:p>
            <a:pPr algn="ctr"/>
            <a:r>
              <a:rPr lang="en-GB" sz="1200" b="1">
                <a:solidFill>
                  <a:srgbClr val="FFFFFF"/>
                </a:solidFill>
                <a:latin typeface="Segoe UI" panose="020B0502040204020203" pitchFamily="34" charset="0"/>
              </a:rPr>
              <a:t>Best fit</a:t>
            </a:r>
          </a:p>
        </p:txBody>
      </p:sp>
      <p:sp>
        <p:nvSpPr>
          <p:cNvPr id="7" name="Rectangle: Rounded Corners 6">
            <a:extLst>
              <a:ext uri="{FF2B5EF4-FFF2-40B4-BE49-F238E27FC236}">
                <a16:creationId xmlns:a16="http://schemas.microsoft.com/office/drawing/2014/main" id="{C8A30F6D-0C12-A6BC-D8A0-305177B05C16}"/>
              </a:ext>
            </a:extLst>
          </p:cNvPr>
          <p:cNvSpPr/>
          <p:nvPr/>
        </p:nvSpPr>
        <p:spPr>
          <a:xfrm>
            <a:off x="5848350" y="1019175"/>
            <a:ext cx="2952750" cy="323850"/>
          </a:xfrm>
          <a:prstGeom prst="roundRect">
            <a:avLst/>
          </a:prstGeom>
          <a:solidFill>
            <a:srgbClr val="00384A"/>
          </a:solidFill>
          <a:ln w="15875">
            <a:solidFill>
              <a:srgbClr val="00384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lnSpcReduction="10000"/>
          </a:bodyPr>
          <a:lstStyle/>
          <a:p>
            <a:pPr algn="ctr"/>
            <a:r>
              <a:rPr lang="en-GB" sz="1200" b="1">
                <a:solidFill>
                  <a:srgbClr val="FFFFFF"/>
                </a:solidFill>
                <a:latin typeface="Segoe UI" panose="020B0502040204020203" pitchFamily="34" charset="0"/>
              </a:rPr>
              <a:t>Limit</a:t>
            </a:r>
          </a:p>
        </p:txBody>
      </p:sp>
      <p:sp>
        <p:nvSpPr>
          <p:cNvPr id="8" name="Rectangle: Rounded Corners 7">
            <a:extLst>
              <a:ext uri="{FF2B5EF4-FFF2-40B4-BE49-F238E27FC236}">
                <a16:creationId xmlns:a16="http://schemas.microsoft.com/office/drawing/2014/main" id="{F4D8F003-1269-79AD-98D3-397B56566D5D}"/>
              </a:ext>
            </a:extLst>
          </p:cNvPr>
          <p:cNvSpPr/>
          <p:nvPr/>
        </p:nvSpPr>
        <p:spPr>
          <a:xfrm>
            <a:off x="704850" y="1343025"/>
            <a:ext cx="1047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b="1">
                <a:solidFill>
                  <a:srgbClr val="003044"/>
                </a:solidFill>
                <a:latin typeface="Segoe UI" panose="020B0502040204020203" pitchFamily="34" charset="0"/>
              </a:rPr>
              <a:t>AUM</a:t>
            </a:r>
          </a:p>
        </p:txBody>
      </p:sp>
      <p:sp>
        <p:nvSpPr>
          <p:cNvPr id="9" name="Rectangle: Rounded Corners 8">
            <a:extLst>
              <a:ext uri="{FF2B5EF4-FFF2-40B4-BE49-F238E27FC236}">
                <a16:creationId xmlns:a16="http://schemas.microsoft.com/office/drawing/2014/main" id="{D587D124-4028-8910-2C87-57228135C2F2}"/>
              </a:ext>
            </a:extLst>
          </p:cNvPr>
          <p:cNvSpPr/>
          <p:nvPr/>
        </p:nvSpPr>
        <p:spPr>
          <a:xfrm>
            <a:off x="1752600" y="1343025"/>
            <a:ext cx="4095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Unified Azure/Arc compliance and scheduling</a:t>
            </a:r>
          </a:p>
        </p:txBody>
      </p:sp>
      <p:sp>
        <p:nvSpPr>
          <p:cNvPr id="10" name="Rectangle: Rounded Corners 9">
            <a:extLst>
              <a:ext uri="{FF2B5EF4-FFF2-40B4-BE49-F238E27FC236}">
                <a16:creationId xmlns:a16="http://schemas.microsoft.com/office/drawing/2014/main" id="{57C8524C-4346-88DC-911B-BD8F0F9417CD}"/>
              </a:ext>
            </a:extLst>
          </p:cNvPr>
          <p:cNvSpPr/>
          <p:nvPr/>
        </p:nvSpPr>
        <p:spPr>
          <a:xfrm>
            <a:off x="5848350" y="1343025"/>
            <a:ext cx="2952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Needs Azure resource governance</a:t>
            </a:r>
          </a:p>
        </p:txBody>
      </p:sp>
      <p:sp>
        <p:nvSpPr>
          <p:cNvPr id="11" name="Rectangle: Rounded Corners 10">
            <a:extLst>
              <a:ext uri="{FF2B5EF4-FFF2-40B4-BE49-F238E27FC236}">
                <a16:creationId xmlns:a16="http://schemas.microsoft.com/office/drawing/2014/main" id="{970D4184-2896-4F79-E54D-A2AA0F3E9759}"/>
              </a:ext>
            </a:extLst>
          </p:cNvPr>
          <p:cNvSpPr/>
          <p:nvPr/>
        </p:nvSpPr>
        <p:spPr>
          <a:xfrm>
            <a:off x="704850" y="1819275"/>
            <a:ext cx="1047750" cy="476250"/>
          </a:xfrm>
          <a:prstGeom prst="roundRect">
            <a:avLst/>
          </a:prstGeom>
          <a:solidFill>
            <a:srgbClr val="FFFFFF"/>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b="1">
                <a:solidFill>
                  <a:srgbClr val="003044"/>
                </a:solidFill>
                <a:latin typeface="Segoe UI" panose="020B0502040204020203" pitchFamily="34" charset="0"/>
              </a:rPr>
              <a:t>WSUS</a:t>
            </a:r>
          </a:p>
        </p:txBody>
      </p:sp>
      <p:sp>
        <p:nvSpPr>
          <p:cNvPr id="12" name="Rectangle: Rounded Corners 11">
            <a:extLst>
              <a:ext uri="{FF2B5EF4-FFF2-40B4-BE49-F238E27FC236}">
                <a16:creationId xmlns:a16="http://schemas.microsoft.com/office/drawing/2014/main" id="{24652A5A-EE96-A94A-2F1C-2EE368050885}"/>
              </a:ext>
            </a:extLst>
          </p:cNvPr>
          <p:cNvSpPr/>
          <p:nvPr/>
        </p:nvSpPr>
        <p:spPr>
          <a:xfrm>
            <a:off x="1752600" y="1819275"/>
            <a:ext cx="4095750" cy="476250"/>
          </a:xfrm>
          <a:prstGeom prst="roundRect">
            <a:avLst/>
          </a:prstGeom>
          <a:solidFill>
            <a:srgbClr val="FFFFFF"/>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Disconnected or local approval model</a:t>
            </a:r>
          </a:p>
        </p:txBody>
      </p:sp>
      <p:sp>
        <p:nvSpPr>
          <p:cNvPr id="13" name="Rectangle: Rounded Corners 12">
            <a:extLst>
              <a:ext uri="{FF2B5EF4-FFF2-40B4-BE49-F238E27FC236}">
                <a16:creationId xmlns:a16="http://schemas.microsoft.com/office/drawing/2014/main" id="{BF46644C-2C78-3B85-CC2F-994B7BF720AC}"/>
              </a:ext>
            </a:extLst>
          </p:cNvPr>
          <p:cNvSpPr/>
          <p:nvPr/>
        </p:nvSpPr>
        <p:spPr>
          <a:xfrm>
            <a:off x="5848350" y="1819275"/>
            <a:ext cx="2952750" cy="476250"/>
          </a:xfrm>
          <a:prstGeom prst="roundRect">
            <a:avLst/>
          </a:prstGeom>
          <a:solidFill>
            <a:srgbClr val="FFFFFF"/>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Limited hybrid visibility</a:t>
            </a:r>
          </a:p>
        </p:txBody>
      </p:sp>
      <p:sp>
        <p:nvSpPr>
          <p:cNvPr id="14" name="Rectangle: Rounded Corners 13">
            <a:extLst>
              <a:ext uri="{FF2B5EF4-FFF2-40B4-BE49-F238E27FC236}">
                <a16:creationId xmlns:a16="http://schemas.microsoft.com/office/drawing/2014/main" id="{04543658-96CA-0B33-DE5C-7C6D2244EBEB}"/>
              </a:ext>
            </a:extLst>
          </p:cNvPr>
          <p:cNvSpPr/>
          <p:nvPr/>
        </p:nvSpPr>
        <p:spPr>
          <a:xfrm>
            <a:off x="704850" y="2295525"/>
            <a:ext cx="1047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b="1">
                <a:solidFill>
                  <a:srgbClr val="003044"/>
                </a:solidFill>
                <a:latin typeface="Segoe UI" panose="020B0502040204020203" pitchFamily="34" charset="0"/>
              </a:rPr>
              <a:t>GPO/WUfB</a:t>
            </a:r>
          </a:p>
        </p:txBody>
      </p:sp>
      <p:sp>
        <p:nvSpPr>
          <p:cNvPr id="15" name="Rectangle: Rounded Corners 14">
            <a:extLst>
              <a:ext uri="{FF2B5EF4-FFF2-40B4-BE49-F238E27FC236}">
                <a16:creationId xmlns:a16="http://schemas.microsoft.com/office/drawing/2014/main" id="{A4401126-D734-B030-7F10-C8D4EA291F6E}"/>
              </a:ext>
            </a:extLst>
          </p:cNvPr>
          <p:cNvSpPr/>
          <p:nvPr/>
        </p:nvSpPr>
        <p:spPr>
          <a:xfrm>
            <a:off x="1752600" y="2295525"/>
            <a:ext cx="4095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Client policy, deferral, restart control</a:t>
            </a:r>
          </a:p>
        </p:txBody>
      </p:sp>
      <p:sp>
        <p:nvSpPr>
          <p:cNvPr id="16" name="Rectangle: Rounded Corners 15">
            <a:extLst>
              <a:ext uri="{FF2B5EF4-FFF2-40B4-BE49-F238E27FC236}">
                <a16:creationId xmlns:a16="http://schemas.microsoft.com/office/drawing/2014/main" id="{E4C20BF8-A885-1B96-E2EB-782B8299419D}"/>
              </a:ext>
            </a:extLst>
          </p:cNvPr>
          <p:cNvSpPr/>
          <p:nvPr/>
        </p:nvSpPr>
        <p:spPr>
          <a:xfrm>
            <a:off x="5848350" y="2295525"/>
            <a:ext cx="2952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Not a compliance dashboard</a:t>
            </a:r>
          </a:p>
        </p:txBody>
      </p:sp>
      <p:sp>
        <p:nvSpPr>
          <p:cNvPr id="17" name="Rectangle: Rounded Corners 16">
            <a:extLst>
              <a:ext uri="{FF2B5EF4-FFF2-40B4-BE49-F238E27FC236}">
                <a16:creationId xmlns:a16="http://schemas.microsoft.com/office/drawing/2014/main" id="{3A03945D-8E5E-75F8-04AB-10A0ACE20BA4}"/>
              </a:ext>
            </a:extLst>
          </p:cNvPr>
          <p:cNvSpPr/>
          <p:nvPr/>
        </p:nvSpPr>
        <p:spPr>
          <a:xfrm>
            <a:off x="704850" y="2771775"/>
            <a:ext cx="1047750" cy="476250"/>
          </a:xfrm>
          <a:prstGeom prst="roundRect">
            <a:avLst/>
          </a:prstGeom>
          <a:solidFill>
            <a:srgbClr val="FFFFFF"/>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b="1">
                <a:solidFill>
                  <a:srgbClr val="003044"/>
                </a:solidFill>
                <a:latin typeface="Segoe UI" panose="020B0502040204020203" pitchFamily="34" charset="0"/>
              </a:rPr>
              <a:t>MECM</a:t>
            </a:r>
          </a:p>
        </p:txBody>
      </p:sp>
      <p:sp>
        <p:nvSpPr>
          <p:cNvPr id="18" name="Rectangle: Rounded Corners 17">
            <a:extLst>
              <a:ext uri="{FF2B5EF4-FFF2-40B4-BE49-F238E27FC236}">
                <a16:creationId xmlns:a16="http://schemas.microsoft.com/office/drawing/2014/main" id="{E0D75238-31EB-D596-594B-42F1469AA58F}"/>
              </a:ext>
            </a:extLst>
          </p:cNvPr>
          <p:cNvSpPr/>
          <p:nvPr/>
        </p:nvSpPr>
        <p:spPr>
          <a:xfrm>
            <a:off x="1752600" y="2771775"/>
            <a:ext cx="4095750" cy="476250"/>
          </a:xfrm>
          <a:prstGeom prst="roundRect">
            <a:avLst/>
          </a:prstGeom>
          <a:solidFill>
            <a:srgbClr val="FFFFFF"/>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Large enterprise endpoint estates</a:t>
            </a:r>
          </a:p>
        </p:txBody>
      </p:sp>
      <p:sp>
        <p:nvSpPr>
          <p:cNvPr id="19" name="Rectangle: Rounded Corners 18">
            <a:extLst>
              <a:ext uri="{FF2B5EF4-FFF2-40B4-BE49-F238E27FC236}">
                <a16:creationId xmlns:a16="http://schemas.microsoft.com/office/drawing/2014/main" id="{D10347CA-1A98-6E30-3D0E-EC68631922AD}"/>
              </a:ext>
            </a:extLst>
          </p:cNvPr>
          <p:cNvSpPr/>
          <p:nvPr/>
        </p:nvSpPr>
        <p:spPr>
          <a:xfrm>
            <a:off x="5848350" y="2771775"/>
            <a:ext cx="2952750" cy="476250"/>
          </a:xfrm>
          <a:prstGeom prst="roundRect">
            <a:avLst/>
          </a:prstGeom>
          <a:solidFill>
            <a:srgbClr val="FFFFFF"/>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More infrastructure</a:t>
            </a:r>
          </a:p>
        </p:txBody>
      </p:sp>
      <p:sp>
        <p:nvSpPr>
          <p:cNvPr id="20" name="Rectangle: Rounded Corners 19">
            <a:extLst>
              <a:ext uri="{FF2B5EF4-FFF2-40B4-BE49-F238E27FC236}">
                <a16:creationId xmlns:a16="http://schemas.microsoft.com/office/drawing/2014/main" id="{3625FDB8-3D4D-1944-330B-57B9327A830B}"/>
              </a:ext>
            </a:extLst>
          </p:cNvPr>
          <p:cNvSpPr/>
          <p:nvPr/>
        </p:nvSpPr>
        <p:spPr>
          <a:xfrm>
            <a:off x="704850" y="3248025"/>
            <a:ext cx="1047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b="1">
                <a:solidFill>
                  <a:srgbClr val="003044"/>
                </a:solidFill>
                <a:latin typeface="Segoe UI" panose="020B0502040204020203" pitchFamily="34" charset="0"/>
              </a:rPr>
              <a:t>3rd party</a:t>
            </a:r>
          </a:p>
        </p:txBody>
      </p:sp>
      <p:sp>
        <p:nvSpPr>
          <p:cNvPr id="21" name="Rectangle: Rounded Corners 20">
            <a:extLst>
              <a:ext uri="{FF2B5EF4-FFF2-40B4-BE49-F238E27FC236}">
                <a16:creationId xmlns:a16="http://schemas.microsoft.com/office/drawing/2014/main" id="{AF72E344-A473-17DB-88E4-39785F93E1BD}"/>
              </a:ext>
            </a:extLst>
          </p:cNvPr>
          <p:cNvSpPr/>
          <p:nvPr/>
        </p:nvSpPr>
        <p:spPr>
          <a:xfrm>
            <a:off x="1752600" y="3248025"/>
            <a:ext cx="4095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Mixed vendor operations</a:t>
            </a:r>
          </a:p>
        </p:txBody>
      </p:sp>
      <p:sp>
        <p:nvSpPr>
          <p:cNvPr id="22" name="Rectangle: Rounded Corners 21">
            <a:extLst>
              <a:ext uri="{FF2B5EF4-FFF2-40B4-BE49-F238E27FC236}">
                <a16:creationId xmlns:a16="http://schemas.microsoft.com/office/drawing/2014/main" id="{13A4A55D-19AA-804C-1E02-BCCEF45191E7}"/>
              </a:ext>
            </a:extLst>
          </p:cNvPr>
          <p:cNvSpPr/>
          <p:nvPr/>
        </p:nvSpPr>
        <p:spPr>
          <a:xfrm>
            <a:off x="5848350" y="3248025"/>
            <a:ext cx="2952750" cy="476250"/>
          </a:xfrm>
          <a:prstGeom prst="roundRect">
            <a:avLst/>
          </a:prstGeom>
          <a:solidFill>
            <a:srgbClr val="F4FAFC"/>
          </a:solidFill>
          <a:ln w="15875">
            <a:solidFill>
              <a:srgbClr val="CDE1EB"/>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Validate Windows Server support</a:t>
            </a:r>
          </a:p>
        </p:txBody>
      </p:sp>
      <p:sp>
        <p:nvSpPr>
          <p:cNvPr id="23" name="Course footer">
            <a:extLst>
              <a:ext uri="{FF2B5EF4-FFF2-40B4-BE49-F238E27FC236}">
                <a16:creationId xmlns:a16="http://schemas.microsoft.com/office/drawing/2014/main" id="{9EBDE91F-946F-09C8-C72C-478DE948344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4" name="TextBox 23">
            <a:extLst>
              <a:ext uri="{FF2B5EF4-FFF2-40B4-BE49-F238E27FC236}">
                <a16:creationId xmlns:a16="http://schemas.microsoft.com/office/drawing/2014/main" id="{84B04AEC-3E0B-92E6-4111-087DE047602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213562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C93A-D071-13E7-51DC-B01A9407A349}"/>
              </a:ext>
            </a:extLst>
          </p:cNvPr>
          <p:cNvSpPr>
            <a:spLocks noGrp="1"/>
          </p:cNvSpPr>
          <p:nvPr>
            <p:ph type="title" idx="4294967295"/>
          </p:nvPr>
        </p:nvSpPr>
        <p:spPr>
          <a:xfrm>
            <a:off x="123825" y="181736"/>
            <a:ext cx="8258175" cy="327025"/>
          </a:xfrm>
        </p:spPr>
        <p:txBody>
          <a:bodyPr wrap="square">
            <a:noAutofit/>
          </a:bodyPr>
          <a:lstStyle/>
          <a:p>
            <a:r>
              <a:rPr lang="en-GB" dirty="0"/>
              <a:t>Azure Update Manager: Architecture Overview</a:t>
            </a:r>
          </a:p>
        </p:txBody>
      </p:sp>
      <p:sp>
        <p:nvSpPr>
          <p:cNvPr id="3" name="ContentBG">
            <a:extLst>
              <a:ext uri="{FF2B5EF4-FFF2-40B4-BE49-F238E27FC236}">
                <a16:creationId xmlns:a16="http://schemas.microsoft.com/office/drawing/2014/main" id="{255FF045-C3B5-0C79-9A4D-7395D776A82E}"/>
              </a:ext>
            </a:extLst>
          </p:cNvPr>
          <p:cNvSpPr/>
          <p:nvPr/>
        </p:nvSpPr>
        <p:spPr>
          <a:xfrm>
            <a:off x="0" y="734060"/>
            <a:ext cx="9144000" cy="4286250"/>
          </a:xfrm>
          <a:prstGeom prst="rect">
            <a:avLst/>
          </a:prstGeom>
          <a:solidFill>
            <a:srgbClr val="EAF5F9"/>
          </a:solidFill>
          <a:ln>
            <a:noFill/>
          </a:ln>
        </p:spPr>
        <p:txBody>
          <a:bodyPr/>
          <a:lstStyle/>
          <a:p>
            <a:endParaRPr lang="en-GB"/>
          </a:p>
        </p:txBody>
      </p:sp>
      <p:sp>
        <p:nvSpPr>
          <p:cNvPr id="4" name="Subtitle">
            <a:extLst>
              <a:ext uri="{FF2B5EF4-FFF2-40B4-BE49-F238E27FC236}">
                <a16:creationId xmlns:a16="http://schemas.microsoft.com/office/drawing/2014/main" id="{D44C5430-EA24-1C19-7C6A-0A209C13AE2C}"/>
              </a:ext>
            </a:extLst>
          </p:cNvPr>
          <p:cNvSpPr txBox="1"/>
          <p:nvPr/>
        </p:nvSpPr>
        <p:spPr>
          <a:xfrm>
            <a:off x="457200" y="838835"/>
            <a:ext cx="8229600" cy="430887"/>
          </a:xfrm>
          <a:prstGeom prst="rect">
            <a:avLst/>
          </a:prstGeom>
          <a:noFill/>
        </p:spPr>
        <p:txBody>
          <a:bodyPr vert="horz" wrap="square" lIns="0" tIns="0" rIns="0" bIns="0" rtlCol="0" anchor="t">
            <a:normAutofit/>
          </a:bodyPr>
          <a:lstStyle/>
          <a:p>
            <a:r>
              <a:rPr lang="en-GB" sz="1400">
                <a:solidFill>
                  <a:srgbClr val="003044"/>
                </a:solidFill>
                <a:latin typeface="Segoe UI" panose="020B0502040204020203" pitchFamily="34" charset="0"/>
              </a:rPr>
              <a:t>AUM uses the Connected Machine agent as its communication channel. The server remains where it is; assessment, deployment orchestration, and reporting flow through Azure Arc.</a:t>
            </a:r>
          </a:p>
        </p:txBody>
      </p:sp>
      <p:sp>
        <p:nvSpPr>
          <p:cNvPr id="5" name="Box1">
            <a:extLst>
              <a:ext uri="{FF2B5EF4-FFF2-40B4-BE49-F238E27FC236}">
                <a16:creationId xmlns:a16="http://schemas.microsoft.com/office/drawing/2014/main" id="{F18E3C5A-DA76-0092-680A-AFDDE9AE9FFD}"/>
              </a:ext>
            </a:extLst>
          </p:cNvPr>
          <p:cNvSpPr/>
          <p:nvPr/>
        </p:nvSpPr>
        <p:spPr>
          <a:xfrm>
            <a:off x="457200" y="1476835"/>
            <a:ext cx="1371600" cy="685800"/>
          </a:xfrm>
          <a:prstGeom prst="roundRect">
            <a:avLst>
              <a:gd name="adj" fmla="val 8000"/>
            </a:avLst>
          </a:prstGeom>
          <a:solidFill>
            <a:srgbClr val="FFFFFF"/>
          </a:solidFill>
          <a:ln w="15875">
            <a:solidFill>
              <a:srgbClr val="28A0B8"/>
            </a:solidFill>
          </a:ln>
        </p:spPr>
        <p:txBody>
          <a:bodyPr wrap="square" lIns="91440" tIns="91440" rIns="91440" bIns="45720" rtlCol="0" anchor="ctr">
            <a:normAutofit/>
          </a:bodyPr>
          <a:lstStyle/>
          <a:p>
            <a:pPr algn="ctr"/>
            <a:r>
              <a:rPr lang="en-GB" sz="1200" b="1">
                <a:solidFill>
                  <a:srgbClr val="003044"/>
                </a:solidFill>
                <a:latin typeface="Segoe UI" panose="020B0502040204020203" pitchFamily="34" charset="0"/>
              </a:rPr>
              <a:t>Windows Server</a:t>
            </a:r>
          </a:p>
          <a:p>
            <a:pPr algn="ctr"/>
            <a:r>
              <a:rPr lang="en-GB" sz="900">
                <a:solidFill>
                  <a:srgbClr val="5A7A8A"/>
                </a:solidFill>
                <a:latin typeface="Segoe UI" panose="020B0502040204020203" pitchFamily="34" charset="0"/>
              </a:rPr>
              <a:t>On-premises or cloud</a:t>
            </a:r>
          </a:p>
        </p:txBody>
      </p:sp>
      <p:sp>
        <p:nvSpPr>
          <p:cNvPr id="6" name="Bar1">
            <a:extLst>
              <a:ext uri="{FF2B5EF4-FFF2-40B4-BE49-F238E27FC236}">
                <a16:creationId xmlns:a16="http://schemas.microsoft.com/office/drawing/2014/main" id="{A7010AFD-ED13-0173-88D7-37FC7BFA9C81}"/>
              </a:ext>
            </a:extLst>
          </p:cNvPr>
          <p:cNvSpPr/>
          <p:nvPr/>
        </p:nvSpPr>
        <p:spPr>
          <a:xfrm>
            <a:off x="457200" y="1476835"/>
            <a:ext cx="1371600" cy="45720"/>
          </a:xfrm>
          <a:prstGeom prst="rect">
            <a:avLst/>
          </a:prstGeom>
          <a:solidFill>
            <a:srgbClr val="28A0B8"/>
          </a:solidFill>
          <a:ln>
            <a:noFill/>
          </a:ln>
        </p:spPr>
        <p:txBody>
          <a:bodyPr/>
          <a:lstStyle/>
          <a:p>
            <a:endParaRPr lang="en-GB"/>
          </a:p>
        </p:txBody>
      </p:sp>
      <p:sp>
        <p:nvSpPr>
          <p:cNvPr id="7" name="Box2">
            <a:extLst>
              <a:ext uri="{FF2B5EF4-FFF2-40B4-BE49-F238E27FC236}">
                <a16:creationId xmlns:a16="http://schemas.microsoft.com/office/drawing/2014/main" id="{9D75320E-91B5-5A55-A8CD-68E40D3B9700}"/>
              </a:ext>
            </a:extLst>
          </p:cNvPr>
          <p:cNvSpPr/>
          <p:nvPr/>
        </p:nvSpPr>
        <p:spPr>
          <a:xfrm>
            <a:off x="2171700" y="1476835"/>
            <a:ext cx="1371600" cy="685800"/>
          </a:xfrm>
          <a:prstGeom prst="roundRect">
            <a:avLst>
              <a:gd name="adj" fmla="val 8000"/>
            </a:avLst>
          </a:prstGeom>
          <a:solidFill>
            <a:srgbClr val="FFFFFF"/>
          </a:solidFill>
          <a:ln w="15875">
            <a:solidFill>
              <a:srgbClr val="4472C4"/>
            </a:solidFill>
          </a:ln>
        </p:spPr>
        <p:txBody>
          <a:bodyPr wrap="square" lIns="91440" tIns="91440" rIns="91440" bIns="45720" rtlCol="0" anchor="ctr">
            <a:normAutofit/>
          </a:bodyPr>
          <a:lstStyle/>
          <a:p>
            <a:pPr algn="ctr"/>
            <a:r>
              <a:rPr lang="en-GB" sz="1200" b="1">
                <a:solidFill>
                  <a:srgbClr val="003044"/>
                </a:solidFill>
                <a:latin typeface="Segoe UI" panose="020B0502040204020203" pitchFamily="34" charset="0"/>
              </a:rPr>
              <a:t>azcmagent</a:t>
            </a:r>
          </a:p>
          <a:p>
            <a:pPr algn="ctr"/>
            <a:r>
              <a:rPr lang="en-GB" sz="900">
                <a:solidFill>
                  <a:srgbClr val="5A7A8A"/>
                </a:solidFill>
                <a:latin typeface="Segoe UI" panose="020B0502040204020203" pitchFamily="34" charset="0"/>
              </a:rPr>
              <a:t>Connected Machine agent</a:t>
            </a:r>
          </a:p>
        </p:txBody>
      </p:sp>
      <p:sp>
        <p:nvSpPr>
          <p:cNvPr id="8" name="Bar2">
            <a:extLst>
              <a:ext uri="{FF2B5EF4-FFF2-40B4-BE49-F238E27FC236}">
                <a16:creationId xmlns:a16="http://schemas.microsoft.com/office/drawing/2014/main" id="{0A9EBC3D-5A0A-4DBD-B3B6-DCC807DCF571}"/>
              </a:ext>
            </a:extLst>
          </p:cNvPr>
          <p:cNvSpPr/>
          <p:nvPr/>
        </p:nvSpPr>
        <p:spPr>
          <a:xfrm>
            <a:off x="2171700" y="1476835"/>
            <a:ext cx="1371600" cy="45720"/>
          </a:xfrm>
          <a:prstGeom prst="rect">
            <a:avLst/>
          </a:prstGeom>
          <a:solidFill>
            <a:srgbClr val="4472C4"/>
          </a:solidFill>
          <a:ln>
            <a:noFill/>
          </a:ln>
        </p:spPr>
        <p:txBody>
          <a:bodyPr/>
          <a:lstStyle/>
          <a:p>
            <a:endParaRPr lang="en-GB"/>
          </a:p>
        </p:txBody>
      </p:sp>
      <p:sp>
        <p:nvSpPr>
          <p:cNvPr id="9" name="Box3">
            <a:extLst>
              <a:ext uri="{FF2B5EF4-FFF2-40B4-BE49-F238E27FC236}">
                <a16:creationId xmlns:a16="http://schemas.microsoft.com/office/drawing/2014/main" id="{B73D2045-9EA7-7B85-BF84-6808430FF986}"/>
              </a:ext>
            </a:extLst>
          </p:cNvPr>
          <p:cNvSpPr/>
          <p:nvPr/>
        </p:nvSpPr>
        <p:spPr>
          <a:xfrm>
            <a:off x="3886200" y="1476835"/>
            <a:ext cx="1371600" cy="685800"/>
          </a:xfrm>
          <a:prstGeom prst="roundRect">
            <a:avLst>
              <a:gd name="adj" fmla="val 8000"/>
            </a:avLst>
          </a:prstGeom>
          <a:solidFill>
            <a:srgbClr val="FFFFFF"/>
          </a:solidFill>
          <a:ln w="15875">
            <a:solidFill>
              <a:srgbClr val="ED7D31"/>
            </a:solidFill>
          </a:ln>
        </p:spPr>
        <p:txBody>
          <a:bodyPr wrap="square" lIns="91440" tIns="91440" rIns="91440" bIns="45720" rtlCol="0" anchor="ctr">
            <a:normAutofit/>
          </a:bodyPr>
          <a:lstStyle/>
          <a:p>
            <a:pPr algn="ctr"/>
            <a:r>
              <a:rPr lang="en-GB" sz="1200" b="1">
                <a:solidFill>
                  <a:srgbClr val="003044"/>
                </a:solidFill>
                <a:latin typeface="Segoe UI" panose="020B0502040204020203" pitchFamily="34" charset="0"/>
              </a:rPr>
              <a:t>Azure Arc resource</a:t>
            </a:r>
          </a:p>
          <a:p>
            <a:pPr algn="ctr"/>
            <a:r>
              <a:rPr lang="en-GB" sz="900">
                <a:solidFill>
                  <a:srgbClr val="5A7A8A"/>
                </a:solidFill>
                <a:latin typeface="Segoe UI" panose="020B0502040204020203" pitchFamily="34" charset="0"/>
              </a:rPr>
              <a:t>Portal representation</a:t>
            </a:r>
          </a:p>
        </p:txBody>
      </p:sp>
      <p:sp>
        <p:nvSpPr>
          <p:cNvPr id="10" name="Bar3">
            <a:extLst>
              <a:ext uri="{FF2B5EF4-FFF2-40B4-BE49-F238E27FC236}">
                <a16:creationId xmlns:a16="http://schemas.microsoft.com/office/drawing/2014/main" id="{87BAC9EA-1C5A-F3C5-535E-40F5F74F79A7}"/>
              </a:ext>
            </a:extLst>
          </p:cNvPr>
          <p:cNvSpPr/>
          <p:nvPr/>
        </p:nvSpPr>
        <p:spPr>
          <a:xfrm>
            <a:off x="3886200" y="1476835"/>
            <a:ext cx="1371600" cy="45720"/>
          </a:xfrm>
          <a:prstGeom prst="rect">
            <a:avLst/>
          </a:prstGeom>
          <a:solidFill>
            <a:srgbClr val="ED7D31"/>
          </a:solidFill>
          <a:ln>
            <a:noFill/>
          </a:ln>
        </p:spPr>
        <p:txBody>
          <a:bodyPr/>
          <a:lstStyle/>
          <a:p>
            <a:endParaRPr lang="en-GB"/>
          </a:p>
        </p:txBody>
      </p:sp>
      <p:sp>
        <p:nvSpPr>
          <p:cNvPr id="11" name="Box4">
            <a:extLst>
              <a:ext uri="{FF2B5EF4-FFF2-40B4-BE49-F238E27FC236}">
                <a16:creationId xmlns:a16="http://schemas.microsoft.com/office/drawing/2014/main" id="{FC00A756-6AAB-FD36-07C1-51D5E71CB701}"/>
              </a:ext>
            </a:extLst>
          </p:cNvPr>
          <p:cNvSpPr/>
          <p:nvPr/>
        </p:nvSpPr>
        <p:spPr>
          <a:xfrm>
            <a:off x="5600700" y="1476835"/>
            <a:ext cx="1371600" cy="685800"/>
          </a:xfrm>
          <a:prstGeom prst="roundRect">
            <a:avLst>
              <a:gd name="adj" fmla="val 8000"/>
            </a:avLst>
          </a:prstGeom>
          <a:solidFill>
            <a:srgbClr val="FFFFFF"/>
          </a:solidFill>
          <a:ln w="15875">
            <a:solidFill>
              <a:srgbClr val="70AD47"/>
            </a:solidFill>
          </a:ln>
        </p:spPr>
        <p:txBody>
          <a:bodyPr wrap="square" lIns="91440" tIns="91440" rIns="91440" bIns="45720" rtlCol="0" anchor="ctr">
            <a:normAutofit/>
          </a:bodyPr>
          <a:lstStyle/>
          <a:p>
            <a:pPr algn="ctr"/>
            <a:r>
              <a:rPr lang="en-GB" sz="1200" b="1">
                <a:solidFill>
                  <a:srgbClr val="003044"/>
                </a:solidFill>
                <a:latin typeface="Segoe UI" panose="020B0502040204020203" pitchFamily="34" charset="0"/>
              </a:rPr>
              <a:t>Azure Update Manager</a:t>
            </a:r>
          </a:p>
          <a:p>
            <a:pPr algn="ctr"/>
            <a:r>
              <a:rPr lang="en-GB" sz="900">
                <a:solidFill>
                  <a:srgbClr val="5A7A8A"/>
                </a:solidFill>
                <a:latin typeface="Segoe UI" panose="020B0502040204020203" pitchFamily="34" charset="0"/>
              </a:rPr>
              <a:t>Assess, deploy, report</a:t>
            </a:r>
          </a:p>
        </p:txBody>
      </p:sp>
      <p:sp>
        <p:nvSpPr>
          <p:cNvPr id="12" name="Bar4">
            <a:extLst>
              <a:ext uri="{FF2B5EF4-FFF2-40B4-BE49-F238E27FC236}">
                <a16:creationId xmlns:a16="http://schemas.microsoft.com/office/drawing/2014/main" id="{CBEAB17F-8916-9EA3-975E-D11DAA1B887F}"/>
              </a:ext>
            </a:extLst>
          </p:cNvPr>
          <p:cNvSpPr/>
          <p:nvPr/>
        </p:nvSpPr>
        <p:spPr>
          <a:xfrm>
            <a:off x="5600700" y="1476835"/>
            <a:ext cx="1371600" cy="45720"/>
          </a:xfrm>
          <a:prstGeom prst="rect">
            <a:avLst/>
          </a:prstGeom>
          <a:solidFill>
            <a:srgbClr val="70AD47"/>
          </a:solidFill>
          <a:ln>
            <a:noFill/>
          </a:ln>
        </p:spPr>
        <p:txBody>
          <a:bodyPr/>
          <a:lstStyle/>
          <a:p>
            <a:endParaRPr lang="en-GB"/>
          </a:p>
        </p:txBody>
      </p:sp>
      <p:sp>
        <p:nvSpPr>
          <p:cNvPr id="13" name="Box5">
            <a:extLst>
              <a:ext uri="{FF2B5EF4-FFF2-40B4-BE49-F238E27FC236}">
                <a16:creationId xmlns:a16="http://schemas.microsoft.com/office/drawing/2014/main" id="{39D34B6E-F1D1-3424-8DF5-4E022220567F}"/>
              </a:ext>
            </a:extLst>
          </p:cNvPr>
          <p:cNvSpPr/>
          <p:nvPr/>
        </p:nvSpPr>
        <p:spPr>
          <a:xfrm>
            <a:off x="7315200" y="1476835"/>
            <a:ext cx="1371600" cy="685800"/>
          </a:xfrm>
          <a:prstGeom prst="roundRect">
            <a:avLst>
              <a:gd name="adj" fmla="val 8000"/>
            </a:avLst>
          </a:prstGeom>
          <a:solidFill>
            <a:srgbClr val="FFFFFF"/>
          </a:solidFill>
          <a:ln w="15875">
            <a:solidFill>
              <a:srgbClr val="FFC000"/>
            </a:solidFill>
          </a:ln>
        </p:spPr>
        <p:txBody>
          <a:bodyPr wrap="square" lIns="91440" tIns="91440" rIns="91440" bIns="45720" rtlCol="0" anchor="ctr">
            <a:normAutofit/>
          </a:bodyPr>
          <a:lstStyle/>
          <a:p>
            <a:pPr algn="ctr"/>
            <a:r>
              <a:rPr lang="en-GB" sz="1200" b="1">
                <a:solidFill>
                  <a:srgbClr val="003044"/>
                </a:solidFill>
                <a:latin typeface="Segoe UI" panose="020B0502040204020203" pitchFamily="34" charset="0"/>
              </a:rPr>
              <a:t>Compliance + history</a:t>
            </a:r>
          </a:p>
          <a:p>
            <a:pPr algn="ctr"/>
            <a:r>
              <a:rPr lang="en-GB" sz="900">
                <a:solidFill>
                  <a:srgbClr val="5A7A8A"/>
                </a:solidFill>
                <a:latin typeface="Segoe UI" panose="020B0502040204020203" pitchFamily="34" charset="0"/>
              </a:rPr>
              <a:t>Dashboard and audit</a:t>
            </a:r>
          </a:p>
        </p:txBody>
      </p:sp>
      <p:sp>
        <p:nvSpPr>
          <p:cNvPr id="14" name="Bar5">
            <a:extLst>
              <a:ext uri="{FF2B5EF4-FFF2-40B4-BE49-F238E27FC236}">
                <a16:creationId xmlns:a16="http://schemas.microsoft.com/office/drawing/2014/main" id="{6A41FFED-44EF-16FF-2908-51D534FEF38F}"/>
              </a:ext>
            </a:extLst>
          </p:cNvPr>
          <p:cNvSpPr/>
          <p:nvPr/>
        </p:nvSpPr>
        <p:spPr>
          <a:xfrm>
            <a:off x="7315200" y="1476835"/>
            <a:ext cx="1371600" cy="45720"/>
          </a:xfrm>
          <a:prstGeom prst="rect">
            <a:avLst/>
          </a:prstGeom>
          <a:solidFill>
            <a:srgbClr val="FFC000"/>
          </a:solidFill>
          <a:ln>
            <a:noFill/>
          </a:ln>
        </p:spPr>
        <p:txBody>
          <a:bodyPr/>
          <a:lstStyle/>
          <a:p>
            <a:endParaRPr lang="en-GB"/>
          </a:p>
        </p:txBody>
      </p:sp>
      <p:cxnSp>
        <p:nvCxnSpPr>
          <p:cNvPr id="15" name="Arrow1">
            <a:extLst>
              <a:ext uri="{FF2B5EF4-FFF2-40B4-BE49-F238E27FC236}">
                <a16:creationId xmlns:a16="http://schemas.microsoft.com/office/drawing/2014/main" id="{B4CA3459-FE4B-01E8-5ACD-3E470EC90580}"/>
              </a:ext>
            </a:extLst>
          </p:cNvPr>
          <p:cNvCxnSpPr/>
          <p:nvPr/>
        </p:nvCxnSpPr>
        <p:spPr>
          <a:xfrm>
            <a:off x="1828800" y="1819735"/>
            <a:ext cx="342900" cy="0"/>
          </a:xfrm>
          <a:prstGeom prst="straightConnector1">
            <a:avLst/>
          </a:prstGeom>
          <a:ln w="19050">
            <a:solidFill>
              <a:srgbClr val="0076D4"/>
            </a:solidFill>
            <a:tailEnd type="triangle" w="med" len="med"/>
          </a:ln>
        </p:spPr>
      </p:cxnSp>
      <p:cxnSp>
        <p:nvCxnSpPr>
          <p:cNvPr id="16" name="Arrow2">
            <a:extLst>
              <a:ext uri="{FF2B5EF4-FFF2-40B4-BE49-F238E27FC236}">
                <a16:creationId xmlns:a16="http://schemas.microsoft.com/office/drawing/2014/main" id="{EFA6B2B2-05EA-C3A7-5704-5B8B6E3C9FCC}"/>
              </a:ext>
            </a:extLst>
          </p:cNvPr>
          <p:cNvCxnSpPr/>
          <p:nvPr/>
        </p:nvCxnSpPr>
        <p:spPr>
          <a:xfrm>
            <a:off x="3543300" y="1819735"/>
            <a:ext cx="342900" cy="0"/>
          </a:xfrm>
          <a:prstGeom prst="straightConnector1">
            <a:avLst/>
          </a:prstGeom>
          <a:ln w="19050">
            <a:solidFill>
              <a:srgbClr val="0076D4"/>
            </a:solidFill>
            <a:tailEnd type="triangle" w="med" len="med"/>
          </a:ln>
        </p:spPr>
      </p:cxnSp>
      <p:cxnSp>
        <p:nvCxnSpPr>
          <p:cNvPr id="17" name="Arrow3">
            <a:extLst>
              <a:ext uri="{FF2B5EF4-FFF2-40B4-BE49-F238E27FC236}">
                <a16:creationId xmlns:a16="http://schemas.microsoft.com/office/drawing/2014/main" id="{A0948834-5AF4-54FB-25B4-E8AFD97C43DE}"/>
              </a:ext>
            </a:extLst>
          </p:cNvPr>
          <p:cNvCxnSpPr/>
          <p:nvPr/>
        </p:nvCxnSpPr>
        <p:spPr>
          <a:xfrm>
            <a:off x="5257800" y="1819735"/>
            <a:ext cx="342900" cy="0"/>
          </a:xfrm>
          <a:prstGeom prst="straightConnector1">
            <a:avLst/>
          </a:prstGeom>
          <a:ln w="19050">
            <a:solidFill>
              <a:srgbClr val="0076D4"/>
            </a:solidFill>
            <a:tailEnd type="triangle" w="med" len="med"/>
          </a:ln>
        </p:spPr>
      </p:cxnSp>
      <p:cxnSp>
        <p:nvCxnSpPr>
          <p:cNvPr id="18" name="Arrow4">
            <a:extLst>
              <a:ext uri="{FF2B5EF4-FFF2-40B4-BE49-F238E27FC236}">
                <a16:creationId xmlns:a16="http://schemas.microsoft.com/office/drawing/2014/main" id="{7094B995-5E51-1374-D170-ECF8341D8170}"/>
              </a:ext>
            </a:extLst>
          </p:cNvPr>
          <p:cNvCxnSpPr/>
          <p:nvPr/>
        </p:nvCxnSpPr>
        <p:spPr>
          <a:xfrm>
            <a:off x="6972300" y="1819735"/>
            <a:ext cx="342900" cy="0"/>
          </a:xfrm>
          <a:prstGeom prst="straightConnector1">
            <a:avLst/>
          </a:prstGeom>
          <a:ln w="19050">
            <a:solidFill>
              <a:srgbClr val="0076D4"/>
            </a:solidFill>
            <a:tailEnd type="triangle" w="med" len="med"/>
          </a:ln>
        </p:spPr>
      </p:cxnSp>
      <p:sp>
        <p:nvSpPr>
          <p:cNvPr id="19" name="InsightCard">
            <a:extLst>
              <a:ext uri="{FF2B5EF4-FFF2-40B4-BE49-F238E27FC236}">
                <a16:creationId xmlns:a16="http://schemas.microsoft.com/office/drawing/2014/main" id="{FDCB454F-B8BB-C75E-E39B-40171249B23C}"/>
              </a:ext>
            </a:extLst>
          </p:cNvPr>
          <p:cNvSpPr/>
          <p:nvPr/>
        </p:nvSpPr>
        <p:spPr>
          <a:xfrm>
            <a:off x="457200" y="2476835"/>
            <a:ext cx="3886200" cy="1143000"/>
          </a:xfrm>
          <a:prstGeom prst="roundRect">
            <a:avLst>
              <a:gd name="adj" fmla="val 5000"/>
            </a:avLst>
          </a:prstGeom>
          <a:solidFill>
            <a:srgbClr val="FFFFFF"/>
          </a:solidFill>
          <a:ln w="12700">
            <a:solidFill>
              <a:srgbClr val="0076D4"/>
            </a:solidFill>
          </a:ln>
        </p:spPr>
        <p:txBody>
          <a:bodyPr wrap="square" lIns="152400" tIns="304800" rIns="152400" bIns="91440" rtlCol="0" anchor="t">
            <a:normAutofit/>
          </a:bodyPr>
          <a:lstStyle/>
          <a:p>
            <a:pPr algn="l"/>
            <a:r>
              <a:rPr lang="en-GB" sz="1400">
                <a:solidFill>
                  <a:srgbClr val="003044"/>
                </a:solidFill>
                <a:latin typeface="Segoe UI" panose="020B0502040204020203" pitchFamily="34" charset="0"/>
              </a:rPr>
              <a:t>Port 443 outbound; no separate Log Analytics or Automation dependency for AUM.</a:t>
            </a:r>
          </a:p>
        </p:txBody>
      </p:sp>
      <p:sp>
        <p:nvSpPr>
          <p:cNvPr id="20" name="InsightBar">
            <a:extLst>
              <a:ext uri="{FF2B5EF4-FFF2-40B4-BE49-F238E27FC236}">
                <a16:creationId xmlns:a16="http://schemas.microsoft.com/office/drawing/2014/main" id="{E0C08D2B-CFC4-3118-4D8B-357D0C7E94A0}"/>
              </a:ext>
            </a:extLst>
          </p:cNvPr>
          <p:cNvSpPr/>
          <p:nvPr/>
        </p:nvSpPr>
        <p:spPr>
          <a:xfrm>
            <a:off x="457200" y="2476835"/>
            <a:ext cx="3886200" cy="45720"/>
          </a:xfrm>
          <a:prstGeom prst="rect">
            <a:avLst/>
          </a:prstGeom>
          <a:solidFill>
            <a:srgbClr val="0076D4"/>
          </a:solidFill>
          <a:ln>
            <a:noFill/>
          </a:ln>
        </p:spPr>
        <p:txBody>
          <a:bodyPr/>
          <a:lstStyle/>
          <a:p>
            <a:endParaRPr lang="en-GB"/>
          </a:p>
        </p:txBody>
      </p:sp>
      <p:sp>
        <p:nvSpPr>
          <p:cNvPr id="21" name="InsightLabel">
            <a:extLst>
              <a:ext uri="{FF2B5EF4-FFF2-40B4-BE49-F238E27FC236}">
                <a16:creationId xmlns:a16="http://schemas.microsoft.com/office/drawing/2014/main" id="{F64359CD-988D-407D-94FF-C82A9A038915}"/>
              </a:ext>
            </a:extLst>
          </p:cNvPr>
          <p:cNvSpPr txBox="1"/>
          <p:nvPr/>
        </p:nvSpPr>
        <p:spPr>
          <a:xfrm>
            <a:off x="609600" y="2576835"/>
            <a:ext cx="3581400" cy="169277"/>
          </a:xfrm>
          <a:prstGeom prst="rect">
            <a:avLst/>
          </a:prstGeom>
          <a:noFill/>
        </p:spPr>
        <p:txBody>
          <a:bodyPr vert="horz" wrap="square" lIns="0" tIns="0" rIns="0" bIns="0" rtlCol="0" anchor="t">
            <a:normAutofit/>
          </a:bodyPr>
          <a:lstStyle/>
          <a:p>
            <a:r>
              <a:rPr lang="en-GB" sz="1100" b="1">
                <a:solidFill>
                  <a:srgbClr val="219EBC"/>
                </a:solidFill>
                <a:latin typeface="Segoe UI" panose="020B0502040204020203" pitchFamily="34" charset="0"/>
              </a:rPr>
              <a:t>Key Takeaway</a:t>
            </a:r>
          </a:p>
        </p:txBody>
      </p:sp>
      <p:sp>
        <p:nvSpPr>
          <p:cNvPr id="22" name="AdminCard">
            <a:extLst>
              <a:ext uri="{FF2B5EF4-FFF2-40B4-BE49-F238E27FC236}">
                <a16:creationId xmlns:a16="http://schemas.microsoft.com/office/drawing/2014/main" id="{81A35FDE-FDF5-BB60-3763-5FC5D4F19076}"/>
              </a:ext>
            </a:extLst>
          </p:cNvPr>
          <p:cNvSpPr/>
          <p:nvPr/>
        </p:nvSpPr>
        <p:spPr>
          <a:xfrm>
            <a:off x="4572000" y="2476835"/>
            <a:ext cx="4114800" cy="1143000"/>
          </a:xfrm>
          <a:prstGeom prst="roundRect">
            <a:avLst>
              <a:gd name="adj" fmla="val 5000"/>
            </a:avLst>
          </a:prstGeom>
          <a:solidFill>
            <a:srgbClr val="D8EEF8"/>
          </a:solidFill>
          <a:ln w="12700">
            <a:solidFill>
              <a:srgbClr val="8ECAE6"/>
            </a:solidFill>
          </a:ln>
        </p:spPr>
        <p:txBody>
          <a:bodyPr wrap="square" lIns="152400" tIns="304800" rIns="152400" bIns="91440" rtlCol="0" anchor="t">
            <a:normAutofit/>
          </a:bodyPr>
          <a:lstStyle/>
          <a:p>
            <a:pPr algn="l"/>
            <a:r>
              <a:rPr lang="en-GB" sz="1400">
                <a:solidFill>
                  <a:srgbClr val="023047"/>
                </a:solidFill>
                <a:latin typeface="Segoe UI" panose="020B0502040204020203" pitchFamily="34" charset="0"/>
              </a:rPr>
              <a:t>Understand how the agent, Arc, and AUM fit together before configuring anything</a:t>
            </a:r>
          </a:p>
        </p:txBody>
      </p:sp>
      <p:sp>
        <p:nvSpPr>
          <p:cNvPr id="23" name="AdminBar">
            <a:extLst>
              <a:ext uri="{FF2B5EF4-FFF2-40B4-BE49-F238E27FC236}">
                <a16:creationId xmlns:a16="http://schemas.microsoft.com/office/drawing/2014/main" id="{76785622-876C-C497-F9F7-C31140ADF07B}"/>
              </a:ext>
            </a:extLst>
          </p:cNvPr>
          <p:cNvSpPr/>
          <p:nvPr/>
        </p:nvSpPr>
        <p:spPr>
          <a:xfrm>
            <a:off x="4572000" y="2476835"/>
            <a:ext cx="4114800" cy="45720"/>
          </a:xfrm>
          <a:prstGeom prst="rect">
            <a:avLst/>
          </a:prstGeom>
          <a:solidFill>
            <a:srgbClr val="0076D4"/>
          </a:solidFill>
          <a:ln>
            <a:noFill/>
          </a:ln>
        </p:spPr>
        <p:txBody>
          <a:bodyPr/>
          <a:lstStyle/>
          <a:p>
            <a:endParaRPr lang="en-GB"/>
          </a:p>
        </p:txBody>
      </p:sp>
      <p:sp>
        <p:nvSpPr>
          <p:cNvPr id="24" name="AdminLabel">
            <a:extLst>
              <a:ext uri="{FF2B5EF4-FFF2-40B4-BE49-F238E27FC236}">
                <a16:creationId xmlns:a16="http://schemas.microsoft.com/office/drawing/2014/main" id="{98AAA4E8-D17C-7DBE-202B-13243EAF6C8D}"/>
              </a:ext>
            </a:extLst>
          </p:cNvPr>
          <p:cNvSpPr txBox="1"/>
          <p:nvPr/>
        </p:nvSpPr>
        <p:spPr>
          <a:xfrm>
            <a:off x="4724400" y="2576835"/>
            <a:ext cx="3810000" cy="169277"/>
          </a:xfrm>
          <a:prstGeom prst="rect">
            <a:avLst/>
          </a:prstGeom>
          <a:noFill/>
        </p:spPr>
        <p:txBody>
          <a:bodyPr vert="horz" wrap="square" lIns="0" tIns="0" rIns="0" bIns="0" rtlCol="0" anchor="t">
            <a:normAutofit/>
          </a:bodyPr>
          <a:lstStyle/>
          <a:p>
            <a:r>
              <a:rPr lang="en-GB" sz="1100" b="1">
                <a:solidFill>
                  <a:srgbClr val="219EBC"/>
                </a:solidFill>
                <a:latin typeface="Segoe UI" panose="020B0502040204020203" pitchFamily="34" charset="0"/>
              </a:rPr>
              <a:t>Administrative Focus</a:t>
            </a:r>
          </a:p>
        </p:txBody>
      </p:sp>
      <p:sp>
        <p:nvSpPr>
          <p:cNvPr id="25" name="Course footer">
            <a:extLst>
              <a:ext uri="{FF2B5EF4-FFF2-40B4-BE49-F238E27FC236}">
                <a16:creationId xmlns:a16="http://schemas.microsoft.com/office/drawing/2014/main" id="{B0D1E5E6-6233-1CA0-EAB8-D50259244D8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6" name="TextBox 25">
            <a:extLst>
              <a:ext uri="{FF2B5EF4-FFF2-40B4-BE49-F238E27FC236}">
                <a16:creationId xmlns:a16="http://schemas.microsoft.com/office/drawing/2014/main" id="{51C72B49-3059-DB4A-111A-F278E5D6F64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52372799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6F9E0-D82B-6431-83BA-3C22A648F7E4}"/>
              </a:ext>
            </a:extLst>
          </p:cNvPr>
          <p:cNvSpPr>
            <a:spLocks noGrp="1"/>
          </p:cNvSpPr>
          <p:nvPr>
            <p:ph type="title" idx="4294967295"/>
          </p:nvPr>
        </p:nvSpPr>
        <p:spPr>
          <a:xfrm>
            <a:off x="0" y="173990"/>
            <a:ext cx="8258175" cy="327025"/>
          </a:xfrm>
        </p:spPr>
        <p:txBody>
          <a:bodyPr wrap="square">
            <a:noAutofit/>
          </a:bodyPr>
          <a:lstStyle/>
          <a:p>
            <a:r>
              <a:rPr lang="en-GB" dirty="0"/>
              <a:t>Update Assessment and Compliance</a:t>
            </a:r>
          </a:p>
        </p:txBody>
      </p:sp>
      <p:sp>
        <p:nvSpPr>
          <p:cNvPr id="3" name="Shape 7">
            <a:extLst>
              <a:ext uri="{FF2B5EF4-FFF2-40B4-BE49-F238E27FC236}">
                <a16:creationId xmlns:a16="http://schemas.microsoft.com/office/drawing/2014/main" id="{A340B615-65C9-553F-9FF4-0A13A09948CF}"/>
              </a:ext>
            </a:extLst>
          </p:cNvPr>
          <p:cNvSpPr/>
          <p:nvPr/>
        </p:nvSpPr>
        <p:spPr>
          <a:xfrm>
            <a:off x="6583680" y="939800"/>
            <a:ext cx="1645920" cy="1645920"/>
          </a:xfrm>
          <a:prstGeom prst="ellipse">
            <a:avLst/>
          </a:prstGeom>
          <a:solidFill>
            <a:srgbClr val="0076D4"/>
          </a:solidFill>
          <a:ln w="12700">
            <a:solidFill>
              <a:srgbClr val="0076D4"/>
            </a:solidFill>
            <a:prstDash val="solid"/>
          </a:ln>
        </p:spPr>
        <p:txBody>
          <a:bodyPr/>
          <a:lstStyle/>
          <a:p>
            <a:endParaRPr lang="en-GB"/>
          </a:p>
        </p:txBody>
      </p:sp>
      <p:sp>
        <p:nvSpPr>
          <p:cNvPr id="4" name="Shape 8">
            <a:extLst>
              <a:ext uri="{FF2B5EF4-FFF2-40B4-BE49-F238E27FC236}">
                <a16:creationId xmlns:a16="http://schemas.microsoft.com/office/drawing/2014/main" id="{F992C73A-F694-BF59-BFFF-7B961850A2F3}"/>
              </a:ext>
            </a:extLst>
          </p:cNvPr>
          <p:cNvSpPr/>
          <p:nvPr/>
        </p:nvSpPr>
        <p:spPr>
          <a:xfrm>
            <a:off x="5257800" y="2814320"/>
            <a:ext cx="3657600" cy="1280160"/>
          </a:xfrm>
          <a:prstGeom prst="rect">
            <a:avLst/>
          </a:prstGeom>
          <a:solidFill>
            <a:srgbClr val="D8EEF8"/>
          </a:solidFill>
          <a:ln w="12700">
            <a:solidFill>
              <a:srgbClr val="8ECAE6"/>
            </a:solidFill>
            <a:prstDash val="solid"/>
          </a:ln>
        </p:spPr>
        <p:txBody>
          <a:bodyPr/>
          <a:lstStyle/>
          <a:p>
            <a:endParaRPr lang="en-GB"/>
          </a:p>
        </p:txBody>
      </p:sp>
      <p:sp>
        <p:nvSpPr>
          <p:cNvPr id="5" name="Shape 9">
            <a:extLst>
              <a:ext uri="{FF2B5EF4-FFF2-40B4-BE49-F238E27FC236}">
                <a16:creationId xmlns:a16="http://schemas.microsoft.com/office/drawing/2014/main" id="{66B4CA3C-D760-A70B-DD4F-0FF827CBEED8}"/>
              </a:ext>
            </a:extLst>
          </p:cNvPr>
          <p:cNvSpPr/>
          <p:nvPr/>
        </p:nvSpPr>
        <p:spPr>
          <a:xfrm>
            <a:off x="5257800" y="2814320"/>
            <a:ext cx="3657600" cy="73152"/>
          </a:xfrm>
          <a:prstGeom prst="rect">
            <a:avLst/>
          </a:prstGeom>
          <a:solidFill>
            <a:srgbClr val="0076D4"/>
          </a:solidFill>
          <a:ln w="12700">
            <a:solidFill>
              <a:srgbClr val="0076D4"/>
            </a:solidFill>
            <a:prstDash val="solid"/>
          </a:ln>
        </p:spPr>
        <p:txBody>
          <a:bodyPr/>
          <a:lstStyle/>
          <a:p>
            <a:endParaRPr lang="en-GB"/>
          </a:p>
        </p:txBody>
      </p:sp>
      <p:sp>
        <p:nvSpPr>
          <p:cNvPr id="6" name="Text 10">
            <a:extLst>
              <a:ext uri="{FF2B5EF4-FFF2-40B4-BE49-F238E27FC236}">
                <a16:creationId xmlns:a16="http://schemas.microsoft.com/office/drawing/2014/main" id="{0B01C3FE-E22A-EC70-561E-6E5A96DE8871}"/>
              </a:ext>
            </a:extLst>
          </p:cNvPr>
          <p:cNvSpPr/>
          <p:nvPr/>
        </p:nvSpPr>
        <p:spPr>
          <a:xfrm>
            <a:off x="5349240" y="2860040"/>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ea typeface="Calibri" pitchFamily="34" charset="-122"/>
                <a:cs typeface="Calibri" pitchFamily="34" charset="-120"/>
              </a:rPr>
              <a:t>Administrative Focus</a:t>
            </a:r>
            <a:endParaRPr lang="en-US" sz="1100" dirty="0">
              <a:latin typeface="Segoe UI" panose="020B0502040204020203" pitchFamily="34" charset="0"/>
            </a:endParaRPr>
          </a:p>
        </p:txBody>
      </p:sp>
      <p:sp>
        <p:nvSpPr>
          <p:cNvPr id="7" name="Text 11">
            <a:extLst>
              <a:ext uri="{FF2B5EF4-FFF2-40B4-BE49-F238E27FC236}">
                <a16:creationId xmlns:a16="http://schemas.microsoft.com/office/drawing/2014/main" id="{EB9775DA-82AB-6788-8984-F77F051F8EB5}"/>
              </a:ext>
            </a:extLst>
          </p:cNvPr>
          <p:cNvSpPr/>
          <p:nvPr/>
        </p:nvSpPr>
        <p:spPr>
          <a:xfrm>
            <a:off x="5349240" y="3225800"/>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Use the compliance dashboard to identify missing patches before deploying</a:t>
            </a:r>
            <a:endParaRPr lang="en-US" sz="1200" dirty="0">
              <a:latin typeface="Segoe UI" panose="020B0502040204020203" pitchFamily="34" charset="0"/>
            </a:endParaRPr>
          </a:p>
        </p:txBody>
      </p:sp>
      <p:sp>
        <p:nvSpPr>
          <p:cNvPr id="8" name="Rectangle 7">
            <a:extLst>
              <a:ext uri="{FF2B5EF4-FFF2-40B4-BE49-F238E27FC236}">
                <a16:creationId xmlns:a16="http://schemas.microsoft.com/office/drawing/2014/main" id="{364CBDFD-594C-7F41-BA1C-A028E9F68951}"/>
              </a:ext>
            </a:extLst>
          </p:cNvPr>
          <p:cNvSpPr/>
          <p:nvPr/>
        </p:nvSpPr>
        <p:spPr>
          <a:xfrm>
            <a:off x="0" y="682625"/>
            <a:ext cx="9144000" cy="4286250"/>
          </a:xfrm>
          <a:prstGeom prst="rect">
            <a:avLst/>
          </a:prstGeom>
          <a:solidFill>
            <a:srgbClr val="EA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1DB0799-E59E-1575-474D-AF739E3102F0}"/>
              </a:ext>
            </a:extLst>
          </p:cNvPr>
          <p:cNvSpPr txBox="1"/>
          <p:nvPr/>
        </p:nvSpPr>
        <p:spPr>
          <a:xfrm>
            <a:off x="274320" y="863600"/>
            <a:ext cx="3714750" cy="743793"/>
          </a:xfrm>
          <a:prstGeom prst="rect">
            <a:avLst/>
          </a:prstGeom>
          <a:noFill/>
        </p:spPr>
        <p:txBody>
          <a:bodyPr vert="horz" wrap="square" lIns="50800" tIns="25400" rIns="50800" bIns="25400" rtlCol="0">
            <a:normAutofit/>
          </a:bodyPr>
          <a:lstStyle/>
          <a:p>
            <a:r>
              <a:rPr lang="en-GB" sz="1500" b="1">
                <a:solidFill>
                  <a:srgbClr val="003044"/>
                </a:solidFill>
                <a:latin typeface="Segoe UI" panose="020B0502040204020203" pitchFamily="34" charset="0"/>
              </a:rPr>
              <a:t>The compliance view answers which machines are missing which updates before you deploy anything.</a:t>
            </a:r>
          </a:p>
        </p:txBody>
      </p:sp>
      <p:sp>
        <p:nvSpPr>
          <p:cNvPr id="10" name="Rectangle: Rounded Corners 9">
            <a:extLst>
              <a:ext uri="{FF2B5EF4-FFF2-40B4-BE49-F238E27FC236}">
                <a16:creationId xmlns:a16="http://schemas.microsoft.com/office/drawing/2014/main" id="{D6F2D1D7-E137-EFC0-8CE8-1499D18C0D55}"/>
              </a:ext>
            </a:extLst>
          </p:cNvPr>
          <p:cNvSpPr/>
          <p:nvPr/>
        </p:nvSpPr>
        <p:spPr>
          <a:xfrm>
            <a:off x="4333875" y="1073150"/>
            <a:ext cx="1028700" cy="400050"/>
          </a:xfrm>
          <a:prstGeom prst="roundRect">
            <a:avLst/>
          </a:prstGeom>
          <a:solidFill>
            <a:srgbClr val="FFFFFF"/>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200" b="1">
                <a:solidFill>
                  <a:srgbClr val="003044"/>
                </a:solidFill>
                <a:latin typeface="Segoe UI" panose="020B0502040204020203" pitchFamily="34" charset="0"/>
              </a:rPr>
              <a:t>Assess</a:t>
            </a:r>
          </a:p>
        </p:txBody>
      </p:sp>
      <p:sp>
        <p:nvSpPr>
          <p:cNvPr id="11" name="Rectangle: Rounded Corners 10">
            <a:extLst>
              <a:ext uri="{FF2B5EF4-FFF2-40B4-BE49-F238E27FC236}">
                <a16:creationId xmlns:a16="http://schemas.microsoft.com/office/drawing/2014/main" id="{BC438431-FCB5-E83C-82A3-DE6A3588EBD7}"/>
              </a:ext>
            </a:extLst>
          </p:cNvPr>
          <p:cNvSpPr/>
          <p:nvPr/>
        </p:nvSpPr>
        <p:spPr>
          <a:xfrm>
            <a:off x="5810250" y="1073150"/>
            <a:ext cx="1028700" cy="400050"/>
          </a:xfrm>
          <a:prstGeom prst="roundRect">
            <a:avLst/>
          </a:prstGeom>
          <a:solidFill>
            <a:srgbClr val="FFFFFF"/>
          </a:solidFill>
          <a:ln w="15875">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200" b="1">
                <a:solidFill>
                  <a:srgbClr val="003044"/>
                </a:solidFill>
                <a:latin typeface="Segoe UI" panose="020B0502040204020203" pitchFamily="34" charset="0"/>
              </a:rPr>
              <a:t>Classify</a:t>
            </a:r>
          </a:p>
        </p:txBody>
      </p:sp>
      <p:sp>
        <p:nvSpPr>
          <p:cNvPr id="12" name="Rectangle: Rounded Corners 11">
            <a:extLst>
              <a:ext uri="{FF2B5EF4-FFF2-40B4-BE49-F238E27FC236}">
                <a16:creationId xmlns:a16="http://schemas.microsoft.com/office/drawing/2014/main" id="{D6BA2B15-9F87-26F9-C20B-59FA022B7EC7}"/>
              </a:ext>
            </a:extLst>
          </p:cNvPr>
          <p:cNvSpPr/>
          <p:nvPr/>
        </p:nvSpPr>
        <p:spPr>
          <a:xfrm>
            <a:off x="7286625" y="1073150"/>
            <a:ext cx="1028700" cy="400050"/>
          </a:xfrm>
          <a:prstGeom prst="roundRect">
            <a:avLst/>
          </a:prstGeom>
          <a:solidFill>
            <a:srgbClr val="FFFFFF"/>
          </a:solidFill>
          <a:ln w="15875">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200" b="1">
                <a:solidFill>
                  <a:srgbClr val="003044"/>
                </a:solidFill>
                <a:latin typeface="Segoe UI" panose="020B0502040204020203" pitchFamily="34" charset="0"/>
              </a:rPr>
              <a:t>Deploy</a:t>
            </a:r>
          </a:p>
        </p:txBody>
      </p:sp>
      <p:cxnSp>
        <p:nvCxnSpPr>
          <p:cNvPr id="13" name="Straight Arrow Connector 12">
            <a:extLst>
              <a:ext uri="{FF2B5EF4-FFF2-40B4-BE49-F238E27FC236}">
                <a16:creationId xmlns:a16="http://schemas.microsoft.com/office/drawing/2014/main" id="{FF37E484-85C1-8500-5EA4-1C480A920105}"/>
              </a:ext>
            </a:extLst>
          </p:cNvPr>
          <p:cNvCxnSpPr/>
          <p:nvPr/>
        </p:nvCxnSpPr>
        <p:spPr>
          <a:xfrm>
            <a:off x="5362575" y="1273175"/>
            <a:ext cx="447675" cy="0"/>
          </a:xfrm>
          <a:prstGeom prst="straightConnector1">
            <a:avLst/>
          </a:prstGeom>
          <a:ln w="25400">
            <a:solidFill>
              <a:srgbClr val="A5A5A5"/>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1170DAB-A21B-C814-0AD6-A0423E0524FD}"/>
              </a:ext>
            </a:extLst>
          </p:cNvPr>
          <p:cNvCxnSpPr/>
          <p:nvPr/>
        </p:nvCxnSpPr>
        <p:spPr>
          <a:xfrm>
            <a:off x="6838950" y="1273175"/>
            <a:ext cx="447675" cy="0"/>
          </a:xfrm>
          <a:prstGeom prst="straightConnector1">
            <a:avLst/>
          </a:prstGeom>
          <a:ln w="25400">
            <a:solidFill>
              <a:srgbClr val="A5A5A5"/>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95DBA05F-872C-6B89-96A2-DE52D4174B5F}"/>
              </a:ext>
            </a:extLst>
          </p:cNvPr>
          <p:cNvSpPr/>
          <p:nvPr/>
        </p:nvSpPr>
        <p:spPr>
          <a:xfrm>
            <a:off x="4333875" y="1835150"/>
            <a:ext cx="3981450" cy="428625"/>
          </a:xfrm>
          <a:prstGeom prst="roundRect">
            <a:avLst/>
          </a:prstGeom>
          <a:solidFill>
            <a:srgbClr val="F4FAFC"/>
          </a:solidFill>
          <a:ln w="15875">
            <a:solidFill>
              <a:srgbClr val="28A0B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fontScale="92500" lnSpcReduction="20000"/>
          </a:bodyPr>
          <a:lstStyle/>
          <a:p>
            <a:pPr algn="ctr"/>
            <a:r>
              <a:rPr lang="en-GB" sz="1100">
                <a:solidFill>
                  <a:srgbClr val="003044"/>
                </a:solidFill>
                <a:latin typeface="Segoe UI" panose="020B0502040204020203" pitchFamily="34" charset="0"/>
              </a:rPr>
              <a:t>Automatic periodic assessment every 24 hours or manual Assess now</a:t>
            </a:r>
          </a:p>
        </p:txBody>
      </p:sp>
      <p:sp>
        <p:nvSpPr>
          <p:cNvPr id="16" name="Rectangle: Rounded Corners 15">
            <a:extLst>
              <a:ext uri="{FF2B5EF4-FFF2-40B4-BE49-F238E27FC236}">
                <a16:creationId xmlns:a16="http://schemas.microsoft.com/office/drawing/2014/main" id="{B99B0D1D-FEE2-86C6-27C9-F37C74496B28}"/>
              </a:ext>
            </a:extLst>
          </p:cNvPr>
          <p:cNvSpPr/>
          <p:nvPr/>
        </p:nvSpPr>
        <p:spPr>
          <a:xfrm>
            <a:off x="4333875" y="2454275"/>
            <a:ext cx="3981450" cy="400050"/>
          </a:xfrm>
          <a:prstGeom prst="roundRect">
            <a:avLst/>
          </a:prstGeom>
          <a:solidFill>
            <a:srgbClr val="F4FAFC"/>
          </a:solidFill>
          <a:ln w="15875">
            <a:solidFill>
              <a:srgbClr val="28A0B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100">
                <a:solidFill>
                  <a:srgbClr val="003044"/>
                </a:solidFill>
                <a:latin typeface="Segoe UI" panose="020B0502040204020203" pitchFamily="34" charset="0"/>
              </a:rPr>
              <a:t>States: Compliant, Non-compliant, Unknown</a:t>
            </a:r>
          </a:p>
        </p:txBody>
      </p:sp>
      <p:sp>
        <p:nvSpPr>
          <p:cNvPr id="17" name="Rectangle: Rounded Corners 16">
            <a:extLst>
              <a:ext uri="{FF2B5EF4-FFF2-40B4-BE49-F238E27FC236}">
                <a16:creationId xmlns:a16="http://schemas.microsoft.com/office/drawing/2014/main" id="{B167F3E4-2C6C-24AA-542A-E133051E295B}"/>
              </a:ext>
            </a:extLst>
          </p:cNvPr>
          <p:cNvSpPr/>
          <p:nvPr/>
        </p:nvSpPr>
        <p:spPr>
          <a:xfrm>
            <a:off x="274320" y="1835150"/>
            <a:ext cx="3524250" cy="476250"/>
          </a:xfrm>
          <a:prstGeom prst="roundRect">
            <a:avLst/>
          </a:prstGeom>
          <a:solidFill>
            <a:srgbClr val="F4FAFC"/>
          </a:solidFill>
          <a:ln w="15875">
            <a:solidFill>
              <a:srgbClr val="28A0B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fontScale="92500" lnSpcReduction="20000"/>
          </a:bodyPr>
          <a:lstStyle/>
          <a:p>
            <a:pPr algn="ctr"/>
            <a:r>
              <a:rPr lang="en-GB" sz="1300">
                <a:solidFill>
                  <a:srgbClr val="003044"/>
                </a:solidFill>
                <a:latin typeface="Segoe UI" panose="020B0502040204020203" pitchFamily="34" charset="0"/>
              </a:rPr>
              <a:t>Export to CSV or query through Azure Resource Graph.</a:t>
            </a:r>
          </a:p>
        </p:txBody>
      </p:sp>
      <p:sp>
        <p:nvSpPr>
          <p:cNvPr id="18" name="Course footer">
            <a:extLst>
              <a:ext uri="{FF2B5EF4-FFF2-40B4-BE49-F238E27FC236}">
                <a16:creationId xmlns:a16="http://schemas.microsoft.com/office/drawing/2014/main" id="{83314130-F340-0BDB-AF43-169378296A9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9" name="TextBox 18">
            <a:extLst>
              <a:ext uri="{FF2B5EF4-FFF2-40B4-BE49-F238E27FC236}">
                <a16:creationId xmlns:a16="http://schemas.microsoft.com/office/drawing/2014/main" id="{6294A092-3CB2-2191-5901-917667595F6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1650925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zure Update Manager– Patch Management | Microsoft Azure">
            <a:extLst>
              <a:ext uri="{FF2B5EF4-FFF2-40B4-BE49-F238E27FC236}">
                <a16:creationId xmlns:a16="http://schemas.microsoft.com/office/drawing/2014/main" id="{A5702BDB-2673-E0D5-5A54-A7677DC12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52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31045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26D7-B817-171B-A9FA-F2F6183DAD97}"/>
              </a:ext>
            </a:extLst>
          </p:cNvPr>
          <p:cNvSpPr>
            <a:spLocks noGrp="1"/>
          </p:cNvSpPr>
          <p:nvPr>
            <p:ph type="title" idx="4294967295"/>
          </p:nvPr>
        </p:nvSpPr>
        <p:spPr>
          <a:xfrm>
            <a:off x="135731" y="152866"/>
            <a:ext cx="8022432" cy="739775"/>
          </a:xfrm>
        </p:spPr>
        <p:txBody>
          <a:bodyPr wrap="square">
            <a:noAutofit/>
          </a:bodyPr>
          <a:lstStyle/>
          <a:p>
            <a:r>
              <a:rPr lang="en-GB" dirty="0"/>
              <a:t>Scheduling Updates with Maintenance Windows</a:t>
            </a:r>
          </a:p>
        </p:txBody>
      </p:sp>
      <p:sp>
        <p:nvSpPr>
          <p:cNvPr id="6" name="Rectangle 5">
            <a:extLst>
              <a:ext uri="{FF2B5EF4-FFF2-40B4-BE49-F238E27FC236}">
                <a16:creationId xmlns:a16="http://schemas.microsoft.com/office/drawing/2014/main" id="{92BB3F45-1B28-DF49-E2C6-7D5F02BD8A6B}"/>
              </a:ext>
            </a:extLst>
          </p:cNvPr>
          <p:cNvSpPr/>
          <p:nvPr/>
        </p:nvSpPr>
        <p:spPr>
          <a:xfrm>
            <a:off x="0" y="734060"/>
            <a:ext cx="9144000" cy="4286250"/>
          </a:xfrm>
          <a:prstGeom prst="rect">
            <a:avLst/>
          </a:prstGeom>
          <a:solidFill>
            <a:srgbClr val="EA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B24F15B-D324-0DDF-D86A-DEF937DCB631}"/>
              </a:ext>
            </a:extLst>
          </p:cNvPr>
          <p:cNvSpPr/>
          <p:nvPr/>
        </p:nvSpPr>
        <p:spPr>
          <a:xfrm>
            <a:off x="0" y="734060"/>
            <a:ext cx="9144000" cy="4409440"/>
          </a:xfrm>
          <a:prstGeom prst="rect">
            <a:avLst/>
          </a:prstGeom>
          <a:solidFill>
            <a:srgbClr val="EA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493710C5-2FCD-E3DD-2A64-F87BD03364E9}"/>
              </a:ext>
            </a:extLst>
          </p:cNvPr>
          <p:cNvSpPr txBox="1"/>
          <p:nvPr/>
        </p:nvSpPr>
        <p:spPr>
          <a:xfrm>
            <a:off x="431800" y="965835"/>
            <a:ext cx="3619500" cy="241092"/>
          </a:xfrm>
          <a:prstGeom prst="rect">
            <a:avLst/>
          </a:prstGeom>
          <a:noFill/>
        </p:spPr>
        <p:txBody>
          <a:bodyPr vert="horz" wrap="square" lIns="25400" tIns="12700" rIns="25400" bIns="12700" rtlCol="0">
            <a:normAutofit/>
          </a:bodyPr>
          <a:lstStyle/>
          <a:p>
            <a:r>
              <a:rPr lang="en-GB" sz="1400" b="1">
                <a:solidFill>
                  <a:srgbClr val="003044"/>
                </a:solidFill>
                <a:latin typeface="Segoe UI" panose="020B0502040204020203" pitchFamily="34" charset="0"/>
              </a:rPr>
              <a:t>What a maintenance window controls</a:t>
            </a:r>
          </a:p>
        </p:txBody>
      </p:sp>
      <p:sp>
        <p:nvSpPr>
          <p:cNvPr id="9" name="TextBox 8">
            <a:extLst>
              <a:ext uri="{FF2B5EF4-FFF2-40B4-BE49-F238E27FC236}">
                <a16:creationId xmlns:a16="http://schemas.microsoft.com/office/drawing/2014/main" id="{DDB15E60-3E63-92E3-5926-5B4A3B071DA3}"/>
              </a:ext>
            </a:extLst>
          </p:cNvPr>
          <p:cNvSpPr txBox="1"/>
          <p:nvPr/>
        </p:nvSpPr>
        <p:spPr>
          <a:xfrm>
            <a:off x="431800" y="1321435"/>
            <a:ext cx="177800" cy="194925"/>
          </a:xfrm>
          <a:prstGeom prst="rect">
            <a:avLst/>
          </a:prstGeom>
          <a:noFill/>
        </p:spPr>
        <p:txBody>
          <a:bodyPr vert="horz" wrap="square" lIns="25400" tIns="12700" rIns="25400" bIns="12700" rtlCol="0">
            <a:normAutofit/>
          </a:bodyPr>
          <a:lstStyle/>
          <a:p>
            <a:r>
              <a:rPr lang="en-GB" sz="1100" b="1">
                <a:solidFill>
                  <a:srgbClr val="003044"/>
                </a:solidFill>
                <a:latin typeface="Segoe UI" panose="020B0502040204020203" pitchFamily="34" charset="0"/>
              </a:rPr>
              <a:t>•</a:t>
            </a:r>
          </a:p>
        </p:txBody>
      </p:sp>
      <p:sp>
        <p:nvSpPr>
          <p:cNvPr id="10" name="TextBox 9">
            <a:extLst>
              <a:ext uri="{FF2B5EF4-FFF2-40B4-BE49-F238E27FC236}">
                <a16:creationId xmlns:a16="http://schemas.microsoft.com/office/drawing/2014/main" id="{005EF4E0-C4BB-E098-0EAE-94BB95187271}"/>
              </a:ext>
            </a:extLst>
          </p:cNvPr>
          <p:cNvSpPr txBox="1"/>
          <p:nvPr/>
        </p:nvSpPr>
        <p:spPr>
          <a:xfrm>
            <a:off x="711200" y="1321435"/>
            <a:ext cx="3594100" cy="364202"/>
          </a:xfrm>
          <a:prstGeom prst="rect">
            <a:avLst/>
          </a:prstGeom>
          <a:noFill/>
        </p:spPr>
        <p:txBody>
          <a:bodyPr vert="horz" wrap="square" lIns="25400" tIns="12700" rIns="25400" bIns="12700" rtlCol="0">
            <a:normAutofit/>
          </a:bodyPr>
          <a:lstStyle/>
          <a:p>
            <a:r>
              <a:rPr lang="en-GB" sz="1100">
                <a:solidFill>
                  <a:srgbClr val="003044"/>
                </a:solidFill>
                <a:latin typeface="Segoe UI" panose="020B0502040204020203" pitchFamily="34" charset="0"/>
              </a:rPr>
              <a:t>When the recurring update deployment starts and how often it repeats</a:t>
            </a:r>
          </a:p>
        </p:txBody>
      </p:sp>
      <p:sp>
        <p:nvSpPr>
          <p:cNvPr id="11" name="TextBox 10">
            <a:extLst>
              <a:ext uri="{FF2B5EF4-FFF2-40B4-BE49-F238E27FC236}">
                <a16:creationId xmlns:a16="http://schemas.microsoft.com/office/drawing/2014/main" id="{FE0C49AB-A3CF-398D-D759-134A1D602F77}"/>
              </a:ext>
            </a:extLst>
          </p:cNvPr>
          <p:cNvSpPr txBox="1"/>
          <p:nvPr/>
        </p:nvSpPr>
        <p:spPr>
          <a:xfrm>
            <a:off x="431800" y="1778635"/>
            <a:ext cx="177800" cy="194925"/>
          </a:xfrm>
          <a:prstGeom prst="rect">
            <a:avLst/>
          </a:prstGeom>
          <a:noFill/>
        </p:spPr>
        <p:txBody>
          <a:bodyPr vert="horz" wrap="square" lIns="25400" tIns="12700" rIns="25400" bIns="12700" rtlCol="0">
            <a:normAutofit/>
          </a:bodyPr>
          <a:lstStyle/>
          <a:p>
            <a:r>
              <a:rPr lang="en-GB" sz="1100" b="1">
                <a:solidFill>
                  <a:srgbClr val="003044"/>
                </a:solidFill>
                <a:latin typeface="Segoe UI" panose="020B0502040204020203" pitchFamily="34" charset="0"/>
              </a:rPr>
              <a:t>•</a:t>
            </a:r>
          </a:p>
        </p:txBody>
      </p:sp>
      <p:sp>
        <p:nvSpPr>
          <p:cNvPr id="12" name="TextBox 11">
            <a:extLst>
              <a:ext uri="{FF2B5EF4-FFF2-40B4-BE49-F238E27FC236}">
                <a16:creationId xmlns:a16="http://schemas.microsoft.com/office/drawing/2014/main" id="{BDFCCE60-0C99-5250-3960-6CF71B7EC555}"/>
              </a:ext>
            </a:extLst>
          </p:cNvPr>
          <p:cNvSpPr txBox="1"/>
          <p:nvPr/>
        </p:nvSpPr>
        <p:spPr>
          <a:xfrm>
            <a:off x="711200" y="1778635"/>
            <a:ext cx="3594100" cy="194925"/>
          </a:xfrm>
          <a:prstGeom prst="rect">
            <a:avLst/>
          </a:prstGeom>
          <a:noFill/>
        </p:spPr>
        <p:txBody>
          <a:bodyPr vert="horz" wrap="square" lIns="25400" tIns="12700" rIns="25400" bIns="12700" rtlCol="0">
            <a:normAutofit/>
          </a:bodyPr>
          <a:lstStyle/>
          <a:p>
            <a:r>
              <a:rPr lang="en-GB" sz="1100">
                <a:solidFill>
                  <a:srgbClr val="003044"/>
                </a:solidFill>
                <a:latin typeface="Segoe UI" panose="020B0502040204020203" pitchFamily="34" charset="0"/>
              </a:rPr>
              <a:t>Which Azure VMs or Arc-enabled servers are in scope</a:t>
            </a:r>
          </a:p>
        </p:txBody>
      </p:sp>
      <p:sp>
        <p:nvSpPr>
          <p:cNvPr id="13" name="TextBox 12">
            <a:extLst>
              <a:ext uri="{FF2B5EF4-FFF2-40B4-BE49-F238E27FC236}">
                <a16:creationId xmlns:a16="http://schemas.microsoft.com/office/drawing/2014/main" id="{ECA1C3DB-6ABD-E031-6B8E-F12872C9DE26}"/>
              </a:ext>
            </a:extLst>
          </p:cNvPr>
          <p:cNvSpPr txBox="1"/>
          <p:nvPr/>
        </p:nvSpPr>
        <p:spPr>
          <a:xfrm>
            <a:off x="431800" y="2235835"/>
            <a:ext cx="177800" cy="194925"/>
          </a:xfrm>
          <a:prstGeom prst="rect">
            <a:avLst/>
          </a:prstGeom>
          <a:noFill/>
        </p:spPr>
        <p:txBody>
          <a:bodyPr vert="horz" wrap="square" lIns="25400" tIns="12700" rIns="25400" bIns="12700" rtlCol="0">
            <a:normAutofit/>
          </a:bodyPr>
          <a:lstStyle/>
          <a:p>
            <a:r>
              <a:rPr lang="en-GB" sz="1100" b="1">
                <a:solidFill>
                  <a:srgbClr val="003044"/>
                </a:solidFill>
                <a:latin typeface="Segoe UI" panose="020B0502040204020203" pitchFamily="34" charset="0"/>
              </a:rPr>
              <a:t>•</a:t>
            </a:r>
          </a:p>
        </p:txBody>
      </p:sp>
      <p:sp>
        <p:nvSpPr>
          <p:cNvPr id="14" name="TextBox 13">
            <a:extLst>
              <a:ext uri="{FF2B5EF4-FFF2-40B4-BE49-F238E27FC236}">
                <a16:creationId xmlns:a16="http://schemas.microsoft.com/office/drawing/2014/main" id="{B205658A-F870-8561-5453-55ED5434ED08}"/>
              </a:ext>
            </a:extLst>
          </p:cNvPr>
          <p:cNvSpPr txBox="1"/>
          <p:nvPr/>
        </p:nvSpPr>
        <p:spPr>
          <a:xfrm>
            <a:off x="711200" y="2235835"/>
            <a:ext cx="3594100" cy="364202"/>
          </a:xfrm>
          <a:prstGeom prst="rect">
            <a:avLst/>
          </a:prstGeom>
          <a:noFill/>
        </p:spPr>
        <p:txBody>
          <a:bodyPr vert="horz" wrap="square" lIns="25400" tIns="12700" rIns="25400" bIns="12700" rtlCol="0">
            <a:normAutofit/>
          </a:bodyPr>
          <a:lstStyle/>
          <a:p>
            <a:r>
              <a:rPr lang="en-GB" sz="1100">
                <a:solidFill>
                  <a:srgbClr val="003044"/>
                </a:solidFill>
                <a:latin typeface="Segoe UI" panose="020B0502040204020203" pitchFamily="34" charset="0"/>
              </a:rPr>
              <a:t>Which update classifications or KB packages are included or excluded</a:t>
            </a:r>
          </a:p>
        </p:txBody>
      </p:sp>
      <p:sp>
        <p:nvSpPr>
          <p:cNvPr id="15" name="TextBox 14">
            <a:extLst>
              <a:ext uri="{FF2B5EF4-FFF2-40B4-BE49-F238E27FC236}">
                <a16:creationId xmlns:a16="http://schemas.microsoft.com/office/drawing/2014/main" id="{B0279FE5-B50F-1414-8D3D-6545C9F7F255}"/>
              </a:ext>
            </a:extLst>
          </p:cNvPr>
          <p:cNvSpPr txBox="1"/>
          <p:nvPr/>
        </p:nvSpPr>
        <p:spPr>
          <a:xfrm>
            <a:off x="431800" y="2693035"/>
            <a:ext cx="177800" cy="194925"/>
          </a:xfrm>
          <a:prstGeom prst="rect">
            <a:avLst/>
          </a:prstGeom>
          <a:noFill/>
        </p:spPr>
        <p:txBody>
          <a:bodyPr vert="horz" wrap="square" lIns="25400" tIns="12700" rIns="25400" bIns="12700" rtlCol="0">
            <a:normAutofit/>
          </a:bodyPr>
          <a:lstStyle/>
          <a:p>
            <a:r>
              <a:rPr lang="en-GB" sz="1100" b="1">
                <a:solidFill>
                  <a:srgbClr val="003044"/>
                </a:solidFill>
                <a:latin typeface="Segoe UI" panose="020B0502040204020203" pitchFamily="34" charset="0"/>
              </a:rPr>
              <a:t>•</a:t>
            </a:r>
          </a:p>
        </p:txBody>
      </p:sp>
      <p:sp>
        <p:nvSpPr>
          <p:cNvPr id="16" name="TextBox 15">
            <a:extLst>
              <a:ext uri="{FF2B5EF4-FFF2-40B4-BE49-F238E27FC236}">
                <a16:creationId xmlns:a16="http://schemas.microsoft.com/office/drawing/2014/main" id="{69B3F238-59C2-0293-28BC-C8405BE0F44B}"/>
              </a:ext>
            </a:extLst>
          </p:cNvPr>
          <p:cNvSpPr txBox="1"/>
          <p:nvPr/>
        </p:nvSpPr>
        <p:spPr>
          <a:xfrm>
            <a:off x="711200" y="2693035"/>
            <a:ext cx="3594100" cy="364202"/>
          </a:xfrm>
          <a:prstGeom prst="rect">
            <a:avLst/>
          </a:prstGeom>
          <a:noFill/>
        </p:spPr>
        <p:txBody>
          <a:bodyPr vert="horz" wrap="square" lIns="25400" tIns="12700" rIns="25400" bIns="12700" rtlCol="0">
            <a:normAutofit/>
          </a:bodyPr>
          <a:lstStyle/>
          <a:p>
            <a:r>
              <a:rPr lang="en-GB" sz="1100">
                <a:solidFill>
                  <a:srgbClr val="003044"/>
                </a:solidFill>
                <a:latin typeface="Segoe UI" panose="020B0502040204020203" pitchFamily="34" charset="0"/>
              </a:rPr>
              <a:t>How Azure Update Manager should handle reboots during the run</a:t>
            </a:r>
          </a:p>
        </p:txBody>
      </p:sp>
      <p:sp>
        <p:nvSpPr>
          <p:cNvPr id="17" name="TextBox 16">
            <a:extLst>
              <a:ext uri="{FF2B5EF4-FFF2-40B4-BE49-F238E27FC236}">
                <a16:creationId xmlns:a16="http://schemas.microsoft.com/office/drawing/2014/main" id="{D4A2E382-2413-699F-5442-76D16537F5ED}"/>
              </a:ext>
            </a:extLst>
          </p:cNvPr>
          <p:cNvSpPr txBox="1"/>
          <p:nvPr/>
        </p:nvSpPr>
        <p:spPr>
          <a:xfrm>
            <a:off x="431800" y="3378835"/>
            <a:ext cx="3619500" cy="241092"/>
          </a:xfrm>
          <a:prstGeom prst="rect">
            <a:avLst/>
          </a:prstGeom>
          <a:noFill/>
        </p:spPr>
        <p:txBody>
          <a:bodyPr vert="horz" wrap="square" lIns="25400" tIns="12700" rIns="25400" bIns="12700" rtlCol="0">
            <a:normAutofit/>
          </a:bodyPr>
          <a:lstStyle/>
          <a:p>
            <a:r>
              <a:rPr lang="en-GB" sz="1400" b="1">
                <a:solidFill>
                  <a:srgbClr val="003044"/>
                </a:solidFill>
                <a:latin typeface="Segoe UI" panose="020B0502040204020203" pitchFamily="34" charset="0"/>
              </a:rPr>
              <a:t>Design guidance</a:t>
            </a:r>
          </a:p>
        </p:txBody>
      </p:sp>
      <p:sp>
        <p:nvSpPr>
          <p:cNvPr id="18" name="TextBox 17">
            <a:extLst>
              <a:ext uri="{FF2B5EF4-FFF2-40B4-BE49-F238E27FC236}">
                <a16:creationId xmlns:a16="http://schemas.microsoft.com/office/drawing/2014/main" id="{20FD2F33-0205-C18E-D7CF-4B9BB121A7D1}"/>
              </a:ext>
            </a:extLst>
          </p:cNvPr>
          <p:cNvSpPr txBox="1"/>
          <p:nvPr/>
        </p:nvSpPr>
        <p:spPr>
          <a:xfrm>
            <a:off x="431800" y="3734435"/>
            <a:ext cx="177800" cy="179536"/>
          </a:xfrm>
          <a:prstGeom prst="rect">
            <a:avLst/>
          </a:prstGeom>
          <a:noFill/>
        </p:spPr>
        <p:txBody>
          <a:bodyPr vert="horz" wrap="square" lIns="25400" tIns="12700" rIns="25400" bIns="12700" rtlCol="0">
            <a:normAutofit/>
          </a:bodyPr>
          <a:lstStyle/>
          <a:p>
            <a:r>
              <a:rPr lang="en-GB" sz="1000" b="1">
                <a:solidFill>
                  <a:srgbClr val="003044"/>
                </a:solidFill>
                <a:latin typeface="Segoe UI" panose="020B0502040204020203" pitchFamily="34" charset="0"/>
              </a:rPr>
              <a:t>•</a:t>
            </a:r>
          </a:p>
        </p:txBody>
      </p:sp>
      <p:sp>
        <p:nvSpPr>
          <p:cNvPr id="19" name="TextBox 18">
            <a:extLst>
              <a:ext uri="{FF2B5EF4-FFF2-40B4-BE49-F238E27FC236}">
                <a16:creationId xmlns:a16="http://schemas.microsoft.com/office/drawing/2014/main" id="{FCCF018E-2ADF-6998-0F6A-728B376E8AED}"/>
              </a:ext>
            </a:extLst>
          </p:cNvPr>
          <p:cNvSpPr txBox="1"/>
          <p:nvPr/>
        </p:nvSpPr>
        <p:spPr>
          <a:xfrm>
            <a:off x="711200" y="3734435"/>
            <a:ext cx="3594100" cy="333425"/>
          </a:xfrm>
          <a:prstGeom prst="rect">
            <a:avLst/>
          </a:prstGeom>
          <a:noFill/>
        </p:spPr>
        <p:txBody>
          <a:bodyPr vert="horz" wrap="square" lIns="25400" tIns="12700" rIns="25400" bIns="12700" rtlCol="0">
            <a:normAutofit/>
          </a:bodyPr>
          <a:lstStyle/>
          <a:p>
            <a:r>
              <a:rPr lang="en-GB" sz="1000">
                <a:solidFill>
                  <a:srgbClr val="003044"/>
                </a:solidFill>
                <a:latin typeface="Segoe UI" panose="020B0502040204020203" pitchFamily="34" charset="0"/>
              </a:rPr>
              <a:t>Use separate schedules for Dev, Test, Prod, and domain controllers</a:t>
            </a:r>
          </a:p>
        </p:txBody>
      </p:sp>
      <p:sp>
        <p:nvSpPr>
          <p:cNvPr id="20" name="TextBox 19">
            <a:extLst>
              <a:ext uri="{FF2B5EF4-FFF2-40B4-BE49-F238E27FC236}">
                <a16:creationId xmlns:a16="http://schemas.microsoft.com/office/drawing/2014/main" id="{B1731272-FB5E-6764-415C-18C5CD4F7E6B}"/>
              </a:ext>
            </a:extLst>
          </p:cNvPr>
          <p:cNvSpPr txBox="1"/>
          <p:nvPr/>
        </p:nvSpPr>
        <p:spPr>
          <a:xfrm>
            <a:off x="431800" y="4191635"/>
            <a:ext cx="177800" cy="179536"/>
          </a:xfrm>
          <a:prstGeom prst="rect">
            <a:avLst/>
          </a:prstGeom>
          <a:noFill/>
        </p:spPr>
        <p:txBody>
          <a:bodyPr vert="horz" wrap="square" lIns="25400" tIns="12700" rIns="25400" bIns="12700" rtlCol="0">
            <a:normAutofit/>
          </a:bodyPr>
          <a:lstStyle/>
          <a:p>
            <a:r>
              <a:rPr lang="en-GB" sz="1000" b="1">
                <a:solidFill>
                  <a:srgbClr val="003044"/>
                </a:solidFill>
                <a:latin typeface="Segoe UI" panose="020B0502040204020203" pitchFamily="34" charset="0"/>
              </a:rPr>
              <a:t>•</a:t>
            </a:r>
          </a:p>
        </p:txBody>
      </p:sp>
      <p:sp>
        <p:nvSpPr>
          <p:cNvPr id="21" name="TextBox 20">
            <a:extLst>
              <a:ext uri="{FF2B5EF4-FFF2-40B4-BE49-F238E27FC236}">
                <a16:creationId xmlns:a16="http://schemas.microsoft.com/office/drawing/2014/main" id="{ECA4C69F-44E6-070C-9324-FEC3A41E8050}"/>
              </a:ext>
            </a:extLst>
          </p:cNvPr>
          <p:cNvSpPr txBox="1"/>
          <p:nvPr/>
        </p:nvSpPr>
        <p:spPr>
          <a:xfrm>
            <a:off x="711200" y="4191635"/>
            <a:ext cx="3594100" cy="333425"/>
          </a:xfrm>
          <a:prstGeom prst="rect">
            <a:avLst/>
          </a:prstGeom>
          <a:noFill/>
        </p:spPr>
        <p:txBody>
          <a:bodyPr vert="horz" wrap="square" lIns="25400" tIns="12700" rIns="25400" bIns="12700" rtlCol="0">
            <a:normAutofit/>
          </a:bodyPr>
          <a:lstStyle/>
          <a:p>
            <a:r>
              <a:rPr lang="en-GB" sz="1000">
                <a:solidFill>
                  <a:srgbClr val="003044"/>
                </a:solidFill>
                <a:latin typeface="Segoe UI" panose="020B0502040204020203" pitchFamily="34" charset="0"/>
              </a:rPr>
              <a:t>Leave enough time for install and reboot cutoffs; rerun if the window is exceeded</a:t>
            </a:r>
          </a:p>
        </p:txBody>
      </p:sp>
      <p:sp>
        <p:nvSpPr>
          <p:cNvPr id="22" name="TextBox 21">
            <a:extLst>
              <a:ext uri="{FF2B5EF4-FFF2-40B4-BE49-F238E27FC236}">
                <a16:creationId xmlns:a16="http://schemas.microsoft.com/office/drawing/2014/main" id="{4C12B61F-4E35-5F85-D3E9-DD101D42CD24}"/>
              </a:ext>
            </a:extLst>
          </p:cNvPr>
          <p:cNvSpPr txBox="1"/>
          <p:nvPr/>
        </p:nvSpPr>
        <p:spPr>
          <a:xfrm>
            <a:off x="431800" y="4521835"/>
            <a:ext cx="177800" cy="179536"/>
          </a:xfrm>
          <a:prstGeom prst="rect">
            <a:avLst/>
          </a:prstGeom>
          <a:noFill/>
        </p:spPr>
        <p:txBody>
          <a:bodyPr vert="horz" wrap="square" lIns="25400" tIns="12700" rIns="25400" bIns="12700" rtlCol="0">
            <a:normAutofit/>
          </a:bodyPr>
          <a:lstStyle/>
          <a:p>
            <a:r>
              <a:rPr lang="en-GB" sz="1000" b="1">
                <a:solidFill>
                  <a:srgbClr val="003044"/>
                </a:solidFill>
                <a:latin typeface="Segoe UI" panose="020B0502040204020203" pitchFamily="34" charset="0"/>
              </a:rPr>
              <a:t>•</a:t>
            </a:r>
          </a:p>
        </p:txBody>
      </p:sp>
      <p:sp>
        <p:nvSpPr>
          <p:cNvPr id="23" name="TextBox 22">
            <a:extLst>
              <a:ext uri="{FF2B5EF4-FFF2-40B4-BE49-F238E27FC236}">
                <a16:creationId xmlns:a16="http://schemas.microsoft.com/office/drawing/2014/main" id="{73DE6640-E377-AC7E-968D-BB3A56C6EC4B}"/>
              </a:ext>
            </a:extLst>
          </p:cNvPr>
          <p:cNvSpPr txBox="1"/>
          <p:nvPr/>
        </p:nvSpPr>
        <p:spPr>
          <a:xfrm>
            <a:off x="711200" y="4521835"/>
            <a:ext cx="3594100" cy="333425"/>
          </a:xfrm>
          <a:prstGeom prst="rect">
            <a:avLst/>
          </a:prstGeom>
          <a:noFill/>
        </p:spPr>
        <p:txBody>
          <a:bodyPr vert="horz" wrap="square" lIns="25400" tIns="12700" rIns="25400" bIns="12700" rtlCol="0">
            <a:normAutofit/>
          </a:bodyPr>
          <a:lstStyle/>
          <a:p>
            <a:r>
              <a:rPr lang="en-GB" sz="1000">
                <a:solidFill>
                  <a:srgbClr val="003044"/>
                </a:solidFill>
                <a:latin typeface="Segoe UI" panose="020B0502040204020203" pitchFamily="34" charset="0"/>
              </a:rPr>
              <a:t>Check Windows restart policy because local settings can override expectations</a:t>
            </a:r>
          </a:p>
        </p:txBody>
      </p:sp>
      <p:sp>
        <p:nvSpPr>
          <p:cNvPr id="24" name="Rectangle 23">
            <a:extLst>
              <a:ext uri="{FF2B5EF4-FFF2-40B4-BE49-F238E27FC236}">
                <a16:creationId xmlns:a16="http://schemas.microsoft.com/office/drawing/2014/main" id="{8224470B-E1ED-F34B-245F-F769B32DBA82}"/>
              </a:ext>
            </a:extLst>
          </p:cNvPr>
          <p:cNvSpPr/>
          <p:nvPr/>
        </p:nvSpPr>
        <p:spPr>
          <a:xfrm>
            <a:off x="4572000" y="864235"/>
            <a:ext cx="25400" cy="4000500"/>
          </a:xfrm>
          <a:prstGeom prst="rect">
            <a:avLst/>
          </a:prstGeom>
          <a:solidFill>
            <a:srgbClr val="28A0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69A15C13-5A39-D292-9F34-3886F205C3DD}"/>
              </a:ext>
            </a:extLst>
          </p:cNvPr>
          <p:cNvSpPr/>
          <p:nvPr/>
        </p:nvSpPr>
        <p:spPr>
          <a:xfrm>
            <a:off x="4851400" y="940435"/>
            <a:ext cx="3810000" cy="2997200"/>
          </a:xfrm>
          <a:prstGeom prst="rect">
            <a:avLst/>
          </a:prstGeom>
          <a:solidFill>
            <a:srgbClr val="F4FAFC"/>
          </a:solidFill>
          <a:ln w="15875">
            <a:solidFill>
              <a:srgbClr val="28A0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709331F9-1D57-04F7-815A-2F2528CFA9BA}"/>
              </a:ext>
            </a:extLst>
          </p:cNvPr>
          <p:cNvSpPr txBox="1"/>
          <p:nvPr/>
        </p:nvSpPr>
        <p:spPr>
          <a:xfrm>
            <a:off x="5054600" y="1143635"/>
            <a:ext cx="3238500" cy="456535"/>
          </a:xfrm>
          <a:prstGeom prst="rect">
            <a:avLst/>
          </a:prstGeom>
          <a:noFill/>
        </p:spPr>
        <p:txBody>
          <a:bodyPr vert="horz" wrap="square" lIns="25400" tIns="12700" rIns="25400" bIns="12700" rtlCol="0">
            <a:normAutofit/>
          </a:bodyPr>
          <a:lstStyle/>
          <a:p>
            <a:r>
              <a:rPr lang="en-GB" sz="1400" b="1">
                <a:solidFill>
                  <a:srgbClr val="28A0B8"/>
                </a:solidFill>
                <a:latin typeface="Segoe UI" panose="020B0502040204020203" pitchFamily="34" charset="0"/>
              </a:rPr>
              <a:t>Example: Production Maintenance Configuration</a:t>
            </a:r>
          </a:p>
        </p:txBody>
      </p:sp>
      <p:sp>
        <p:nvSpPr>
          <p:cNvPr id="27" name="Rectangle 26">
            <a:extLst>
              <a:ext uri="{FF2B5EF4-FFF2-40B4-BE49-F238E27FC236}">
                <a16:creationId xmlns:a16="http://schemas.microsoft.com/office/drawing/2014/main" id="{89D7D8FC-A780-CC4A-4544-55780EB465B7}"/>
              </a:ext>
            </a:extLst>
          </p:cNvPr>
          <p:cNvSpPr/>
          <p:nvPr/>
        </p:nvSpPr>
        <p:spPr>
          <a:xfrm>
            <a:off x="5130800" y="1626235"/>
            <a:ext cx="88900" cy="3302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87820424-C7AF-7297-C673-6454FF32E958}"/>
              </a:ext>
            </a:extLst>
          </p:cNvPr>
          <p:cNvSpPr txBox="1"/>
          <p:nvPr/>
        </p:nvSpPr>
        <p:spPr>
          <a:xfrm>
            <a:off x="5321300" y="1613535"/>
            <a:ext cx="1587500" cy="164148"/>
          </a:xfrm>
          <a:prstGeom prst="rect">
            <a:avLst/>
          </a:prstGeom>
          <a:noFill/>
        </p:spPr>
        <p:txBody>
          <a:bodyPr vert="horz" wrap="square" lIns="25400" tIns="12700" rIns="25400" bIns="12700" rtlCol="0">
            <a:normAutofit/>
          </a:bodyPr>
          <a:lstStyle/>
          <a:p>
            <a:r>
              <a:rPr lang="en-GB" sz="900" b="1">
                <a:solidFill>
                  <a:srgbClr val="003044"/>
                </a:solidFill>
                <a:latin typeface="Segoe UI" panose="020B0502040204020203" pitchFamily="34" charset="0"/>
              </a:rPr>
              <a:t>Scope</a:t>
            </a:r>
          </a:p>
        </p:txBody>
      </p:sp>
      <p:sp>
        <p:nvSpPr>
          <p:cNvPr id="29" name="TextBox 28">
            <a:extLst>
              <a:ext uri="{FF2B5EF4-FFF2-40B4-BE49-F238E27FC236}">
                <a16:creationId xmlns:a16="http://schemas.microsoft.com/office/drawing/2014/main" id="{EDB80847-A1AF-82A5-312D-1E6C14DDC2BA}"/>
              </a:ext>
            </a:extLst>
          </p:cNvPr>
          <p:cNvSpPr txBox="1"/>
          <p:nvPr/>
        </p:nvSpPr>
        <p:spPr>
          <a:xfrm>
            <a:off x="5321300" y="1778635"/>
            <a:ext cx="2349500" cy="164148"/>
          </a:xfrm>
          <a:prstGeom prst="rect">
            <a:avLst/>
          </a:prstGeom>
          <a:noFill/>
        </p:spPr>
        <p:txBody>
          <a:bodyPr vert="horz" wrap="square" lIns="25400" tIns="12700" rIns="25400" bIns="12700" rtlCol="0">
            <a:normAutofit/>
          </a:bodyPr>
          <a:lstStyle/>
          <a:p>
            <a:r>
              <a:rPr lang="en-GB" sz="900">
                <a:solidFill>
                  <a:srgbClr val="003044"/>
                </a:solidFill>
                <a:latin typeface="Segoe UI" panose="020B0502040204020203" pitchFamily="34" charset="0"/>
              </a:rPr>
              <a:t>Guest OS updates for Arc-enabled servers</a:t>
            </a:r>
          </a:p>
        </p:txBody>
      </p:sp>
      <p:sp>
        <p:nvSpPr>
          <p:cNvPr id="30" name="Rectangle 29">
            <a:extLst>
              <a:ext uri="{FF2B5EF4-FFF2-40B4-BE49-F238E27FC236}">
                <a16:creationId xmlns:a16="http://schemas.microsoft.com/office/drawing/2014/main" id="{50111AC9-91EA-DCB2-9294-A2D4FBE64AA6}"/>
              </a:ext>
            </a:extLst>
          </p:cNvPr>
          <p:cNvSpPr/>
          <p:nvPr/>
        </p:nvSpPr>
        <p:spPr>
          <a:xfrm>
            <a:off x="5130800" y="2083435"/>
            <a:ext cx="88900" cy="3302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5E94658D-CC81-236D-6AAD-A153A272EA87}"/>
              </a:ext>
            </a:extLst>
          </p:cNvPr>
          <p:cNvSpPr txBox="1"/>
          <p:nvPr/>
        </p:nvSpPr>
        <p:spPr>
          <a:xfrm>
            <a:off x="5321300" y="2070735"/>
            <a:ext cx="1587500" cy="164148"/>
          </a:xfrm>
          <a:prstGeom prst="rect">
            <a:avLst/>
          </a:prstGeom>
          <a:noFill/>
        </p:spPr>
        <p:txBody>
          <a:bodyPr vert="horz" wrap="square" lIns="25400" tIns="12700" rIns="25400" bIns="12700" rtlCol="0">
            <a:normAutofit/>
          </a:bodyPr>
          <a:lstStyle/>
          <a:p>
            <a:r>
              <a:rPr lang="en-GB" sz="900" b="1">
                <a:solidFill>
                  <a:srgbClr val="003044"/>
                </a:solidFill>
                <a:latin typeface="Segoe UI" panose="020B0502040204020203" pitchFamily="34" charset="0"/>
              </a:rPr>
              <a:t>Schedule</a:t>
            </a:r>
          </a:p>
        </p:txBody>
      </p:sp>
      <p:sp>
        <p:nvSpPr>
          <p:cNvPr id="32" name="TextBox 31">
            <a:extLst>
              <a:ext uri="{FF2B5EF4-FFF2-40B4-BE49-F238E27FC236}">
                <a16:creationId xmlns:a16="http://schemas.microsoft.com/office/drawing/2014/main" id="{38BFBEF9-02EA-2633-5E70-20FECD35C808}"/>
              </a:ext>
            </a:extLst>
          </p:cNvPr>
          <p:cNvSpPr txBox="1"/>
          <p:nvPr/>
        </p:nvSpPr>
        <p:spPr>
          <a:xfrm>
            <a:off x="5321300" y="2235835"/>
            <a:ext cx="2349500" cy="164148"/>
          </a:xfrm>
          <a:prstGeom prst="rect">
            <a:avLst/>
          </a:prstGeom>
          <a:noFill/>
        </p:spPr>
        <p:txBody>
          <a:bodyPr vert="horz" wrap="square" lIns="25400" tIns="12700" rIns="25400" bIns="12700" rtlCol="0">
            <a:normAutofit/>
          </a:bodyPr>
          <a:lstStyle/>
          <a:p>
            <a:r>
              <a:rPr lang="en-GB" sz="900">
                <a:solidFill>
                  <a:srgbClr val="003044"/>
                </a:solidFill>
                <a:latin typeface="Segoe UI" panose="020B0502040204020203" pitchFamily="34" charset="0"/>
              </a:rPr>
              <a:t>Monthly, following Saturday, 02:00</a:t>
            </a:r>
          </a:p>
        </p:txBody>
      </p:sp>
      <p:sp>
        <p:nvSpPr>
          <p:cNvPr id="33" name="Rectangle 32">
            <a:extLst>
              <a:ext uri="{FF2B5EF4-FFF2-40B4-BE49-F238E27FC236}">
                <a16:creationId xmlns:a16="http://schemas.microsoft.com/office/drawing/2014/main" id="{0A1D63FE-0831-BE16-4D4D-849423FA7616}"/>
              </a:ext>
            </a:extLst>
          </p:cNvPr>
          <p:cNvSpPr/>
          <p:nvPr/>
        </p:nvSpPr>
        <p:spPr>
          <a:xfrm>
            <a:off x="5130800" y="2540635"/>
            <a:ext cx="88900" cy="330200"/>
          </a:xfrm>
          <a:prstGeom prst="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3861AE51-1AF2-554C-F416-036B10E02D88}"/>
              </a:ext>
            </a:extLst>
          </p:cNvPr>
          <p:cNvSpPr txBox="1"/>
          <p:nvPr/>
        </p:nvSpPr>
        <p:spPr>
          <a:xfrm>
            <a:off x="5321300" y="2527935"/>
            <a:ext cx="1587500" cy="164148"/>
          </a:xfrm>
          <a:prstGeom prst="rect">
            <a:avLst/>
          </a:prstGeom>
          <a:noFill/>
        </p:spPr>
        <p:txBody>
          <a:bodyPr vert="horz" wrap="square" lIns="25400" tIns="12700" rIns="25400" bIns="12700" rtlCol="0">
            <a:normAutofit/>
          </a:bodyPr>
          <a:lstStyle/>
          <a:p>
            <a:r>
              <a:rPr lang="en-GB" sz="900" b="1">
                <a:solidFill>
                  <a:srgbClr val="003044"/>
                </a:solidFill>
                <a:latin typeface="Segoe UI" panose="020B0502040204020203" pitchFamily="34" charset="0"/>
              </a:rPr>
              <a:t>Window</a:t>
            </a:r>
          </a:p>
        </p:txBody>
      </p:sp>
      <p:sp>
        <p:nvSpPr>
          <p:cNvPr id="35" name="TextBox 34">
            <a:extLst>
              <a:ext uri="{FF2B5EF4-FFF2-40B4-BE49-F238E27FC236}">
                <a16:creationId xmlns:a16="http://schemas.microsoft.com/office/drawing/2014/main" id="{34255AB4-9B2A-7975-4EA2-CB640A524592}"/>
              </a:ext>
            </a:extLst>
          </p:cNvPr>
          <p:cNvSpPr txBox="1"/>
          <p:nvPr/>
        </p:nvSpPr>
        <p:spPr>
          <a:xfrm>
            <a:off x="5321300" y="2693035"/>
            <a:ext cx="2349500" cy="164148"/>
          </a:xfrm>
          <a:prstGeom prst="rect">
            <a:avLst/>
          </a:prstGeom>
          <a:noFill/>
        </p:spPr>
        <p:txBody>
          <a:bodyPr vert="horz" wrap="square" lIns="25400" tIns="12700" rIns="25400" bIns="12700" rtlCol="0">
            <a:normAutofit/>
          </a:bodyPr>
          <a:lstStyle/>
          <a:p>
            <a:r>
              <a:rPr lang="en-GB" sz="900">
                <a:solidFill>
                  <a:srgbClr val="003044"/>
                </a:solidFill>
                <a:latin typeface="Segoe UI" panose="020B0502040204020203" pitchFamily="34" charset="0"/>
              </a:rPr>
              <a:t>3-4 hours for production patching</a:t>
            </a:r>
          </a:p>
        </p:txBody>
      </p:sp>
      <p:sp>
        <p:nvSpPr>
          <p:cNvPr id="36" name="Rectangle 35">
            <a:extLst>
              <a:ext uri="{FF2B5EF4-FFF2-40B4-BE49-F238E27FC236}">
                <a16:creationId xmlns:a16="http://schemas.microsoft.com/office/drawing/2014/main" id="{F54C2005-4A87-5E8C-0E06-B553C0634898}"/>
              </a:ext>
            </a:extLst>
          </p:cNvPr>
          <p:cNvSpPr/>
          <p:nvPr/>
        </p:nvSpPr>
        <p:spPr>
          <a:xfrm>
            <a:off x="5130800" y="2997835"/>
            <a:ext cx="88900" cy="330200"/>
          </a:xfrm>
          <a:prstGeom prst="rect">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13C0BC36-B524-3476-0E70-7C7AEF14E402}"/>
              </a:ext>
            </a:extLst>
          </p:cNvPr>
          <p:cNvSpPr txBox="1"/>
          <p:nvPr/>
        </p:nvSpPr>
        <p:spPr>
          <a:xfrm>
            <a:off x="5321300" y="2985135"/>
            <a:ext cx="1587500" cy="164148"/>
          </a:xfrm>
          <a:prstGeom prst="rect">
            <a:avLst/>
          </a:prstGeom>
          <a:noFill/>
        </p:spPr>
        <p:txBody>
          <a:bodyPr vert="horz" wrap="square" lIns="25400" tIns="12700" rIns="25400" bIns="12700" rtlCol="0">
            <a:normAutofit/>
          </a:bodyPr>
          <a:lstStyle/>
          <a:p>
            <a:r>
              <a:rPr lang="en-GB" sz="900" b="1">
                <a:solidFill>
                  <a:srgbClr val="003044"/>
                </a:solidFill>
                <a:latin typeface="Segoe UI" panose="020B0502040204020203" pitchFamily="34" charset="0"/>
              </a:rPr>
              <a:t>Reboot</a:t>
            </a:r>
          </a:p>
        </p:txBody>
      </p:sp>
      <p:sp>
        <p:nvSpPr>
          <p:cNvPr id="38" name="TextBox 37">
            <a:extLst>
              <a:ext uri="{FF2B5EF4-FFF2-40B4-BE49-F238E27FC236}">
                <a16:creationId xmlns:a16="http://schemas.microsoft.com/office/drawing/2014/main" id="{051E062A-7152-B0EE-F87F-BCD8AA86C6BB}"/>
              </a:ext>
            </a:extLst>
          </p:cNvPr>
          <p:cNvSpPr txBox="1"/>
          <p:nvPr/>
        </p:nvSpPr>
        <p:spPr>
          <a:xfrm>
            <a:off x="5321300" y="3150235"/>
            <a:ext cx="2349500" cy="164148"/>
          </a:xfrm>
          <a:prstGeom prst="rect">
            <a:avLst/>
          </a:prstGeom>
          <a:noFill/>
        </p:spPr>
        <p:txBody>
          <a:bodyPr vert="horz" wrap="square" lIns="25400" tIns="12700" rIns="25400" bIns="12700" rtlCol="0">
            <a:normAutofit/>
          </a:bodyPr>
          <a:lstStyle/>
          <a:p>
            <a:r>
              <a:rPr lang="en-GB" sz="900">
                <a:solidFill>
                  <a:srgbClr val="003044"/>
                </a:solidFill>
                <a:latin typeface="Segoe UI" panose="020B0502040204020203" pitchFamily="34" charset="0"/>
              </a:rPr>
              <a:t>If required; never only after policy review</a:t>
            </a:r>
          </a:p>
        </p:txBody>
      </p:sp>
      <p:sp>
        <p:nvSpPr>
          <p:cNvPr id="39" name="Rectangle 38">
            <a:extLst>
              <a:ext uri="{FF2B5EF4-FFF2-40B4-BE49-F238E27FC236}">
                <a16:creationId xmlns:a16="http://schemas.microsoft.com/office/drawing/2014/main" id="{949028AA-AB7A-0471-73C2-90556DF11FF3}"/>
              </a:ext>
            </a:extLst>
          </p:cNvPr>
          <p:cNvSpPr/>
          <p:nvPr/>
        </p:nvSpPr>
        <p:spPr>
          <a:xfrm>
            <a:off x="5130800" y="3455035"/>
            <a:ext cx="88900" cy="330200"/>
          </a:xfrm>
          <a:prstGeom prst="rect">
            <a:avLst/>
          </a:prstGeom>
          <a:solidFill>
            <a:srgbClr val="28A0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A9A80D67-B49B-6AD9-10DF-83A39DAB1014}"/>
              </a:ext>
            </a:extLst>
          </p:cNvPr>
          <p:cNvSpPr txBox="1"/>
          <p:nvPr/>
        </p:nvSpPr>
        <p:spPr>
          <a:xfrm>
            <a:off x="5321300" y="3442335"/>
            <a:ext cx="1587500" cy="164148"/>
          </a:xfrm>
          <a:prstGeom prst="rect">
            <a:avLst/>
          </a:prstGeom>
          <a:noFill/>
        </p:spPr>
        <p:txBody>
          <a:bodyPr vert="horz" wrap="square" lIns="25400" tIns="12700" rIns="25400" bIns="12700" rtlCol="0">
            <a:normAutofit/>
          </a:bodyPr>
          <a:lstStyle/>
          <a:p>
            <a:r>
              <a:rPr lang="en-GB" sz="900" b="1">
                <a:solidFill>
                  <a:srgbClr val="003044"/>
                </a:solidFill>
                <a:latin typeface="Segoe UI" panose="020B0502040204020203" pitchFamily="34" charset="0"/>
              </a:rPr>
              <a:t>Assignment</a:t>
            </a:r>
          </a:p>
        </p:txBody>
      </p:sp>
      <p:sp>
        <p:nvSpPr>
          <p:cNvPr id="41" name="TextBox 40">
            <a:extLst>
              <a:ext uri="{FF2B5EF4-FFF2-40B4-BE49-F238E27FC236}">
                <a16:creationId xmlns:a16="http://schemas.microsoft.com/office/drawing/2014/main" id="{3A0C651B-A0E8-2E2A-E364-AB8EFD538263}"/>
              </a:ext>
            </a:extLst>
          </p:cNvPr>
          <p:cNvSpPr txBox="1"/>
          <p:nvPr/>
        </p:nvSpPr>
        <p:spPr>
          <a:xfrm>
            <a:off x="5321300" y="3607435"/>
            <a:ext cx="2349500" cy="164148"/>
          </a:xfrm>
          <a:prstGeom prst="rect">
            <a:avLst/>
          </a:prstGeom>
          <a:noFill/>
        </p:spPr>
        <p:txBody>
          <a:bodyPr vert="horz" wrap="square" lIns="25400" tIns="12700" rIns="25400" bIns="12700" rtlCol="0">
            <a:normAutofit/>
          </a:bodyPr>
          <a:lstStyle/>
          <a:p>
            <a:r>
              <a:rPr lang="en-GB" sz="900">
                <a:solidFill>
                  <a:srgbClr val="003044"/>
                </a:solidFill>
                <a:latin typeface="Segoe UI" panose="020B0502040204020203" pitchFamily="34" charset="0"/>
              </a:rPr>
              <a:t>Dynamic scope: Environment=Prod</a:t>
            </a:r>
          </a:p>
        </p:txBody>
      </p:sp>
      <p:sp>
        <p:nvSpPr>
          <p:cNvPr id="42" name="TextBox 41">
            <a:extLst>
              <a:ext uri="{FF2B5EF4-FFF2-40B4-BE49-F238E27FC236}">
                <a16:creationId xmlns:a16="http://schemas.microsoft.com/office/drawing/2014/main" id="{533CD5CD-9D1F-D23E-34D9-9A355F6A72A5}"/>
              </a:ext>
            </a:extLst>
          </p:cNvPr>
          <p:cNvSpPr txBox="1"/>
          <p:nvPr/>
        </p:nvSpPr>
        <p:spPr>
          <a:xfrm>
            <a:off x="5054600" y="4166235"/>
            <a:ext cx="1079500" cy="210314"/>
          </a:xfrm>
          <a:prstGeom prst="rect">
            <a:avLst/>
          </a:prstGeom>
          <a:noFill/>
        </p:spPr>
        <p:txBody>
          <a:bodyPr vert="horz" wrap="square" lIns="25400" tIns="12700" rIns="25400" bIns="12700" rtlCol="0">
            <a:normAutofit/>
          </a:bodyPr>
          <a:lstStyle/>
          <a:p>
            <a:r>
              <a:rPr lang="en-GB" sz="1200" b="1">
                <a:solidFill>
                  <a:srgbClr val="003044"/>
                </a:solidFill>
                <a:latin typeface="Segoe UI" panose="020B0502040204020203" pitchFamily="34" charset="0"/>
              </a:rPr>
              <a:t>Portal path</a:t>
            </a:r>
          </a:p>
        </p:txBody>
      </p:sp>
      <p:sp>
        <p:nvSpPr>
          <p:cNvPr id="43" name="TextBox 42">
            <a:extLst>
              <a:ext uri="{FF2B5EF4-FFF2-40B4-BE49-F238E27FC236}">
                <a16:creationId xmlns:a16="http://schemas.microsoft.com/office/drawing/2014/main" id="{123F0CBD-C66C-495D-5A7E-7EC33A9DD6E5}"/>
              </a:ext>
            </a:extLst>
          </p:cNvPr>
          <p:cNvSpPr txBox="1"/>
          <p:nvPr/>
        </p:nvSpPr>
        <p:spPr>
          <a:xfrm>
            <a:off x="6121400" y="4166235"/>
            <a:ext cx="2413000" cy="487313"/>
          </a:xfrm>
          <a:prstGeom prst="rect">
            <a:avLst/>
          </a:prstGeom>
          <a:noFill/>
        </p:spPr>
        <p:txBody>
          <a:bodyPr vert="horz" wrap="square" lIns="25400" tIns="12700" rIns="25400" bIns="12700" rtlCol="0">
            <a:normAutofit/>
          </a:bodyPr>
          <a:lstStyle/>
          <a:p>
            <a:r>
              <a:rPr lang="en-GB" sz="1000">
                <a:solidFill>
                  <a:srgbClr val="003044"/>
                </a:solidFill>
                <a:latin typeface="Segoe UI" panose="020B0502040204020203" pitchFamily="34" charset="0"/>
              </a:rPr>
              <a:t>Azure Update Manager &gt; Scheduled updates &gt; Create maintenance configuration</a:t>
            </a:r>
          </a:p>
        </p:txBody>
      </p:sp>
      <p:sp>
        <p:nvSpPr>
          <p:cNvPr id="44" name="Rectangle 43">
            <a:extLst>
              <a:ext uri="{FF2B5EF4-FFF2-40B4-BE49-F238E27FC236}">
                <a16:creationId xmlns:a16="http://schemas.microsoft.com/office/drawing/2014/main" id="{D8B2551C-07E9-2384-3016-EBD0A20CE294}"/>
              </a:ext>
            </a:extLst>
          </p:cNvPr>
          <p:cNvSpPr/>
          <p:nvPr/>
        </p:nvSpPr>
        <p:spPr>
          <a:xfrm>
            <a:off x="4851400" y="4496435"/>
            <a:ext cx="3810000" cy="355600"/>
          </a:xfrm>
          <a:prstGeom prst="rect">
            <a:avLst/>
          </a:prstGeom>
          <a:solidFill>
            <a:srgbClr val="FFF8E1"/>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67C7F702-677A-1365-2E17-A05EC75F4B1E}"/>
              </a:ext>
            </a:extLst>
          </p:cNvPr>
          <p:cNvSpPr txBox="1"/>
          <p:nvPr/>
        </p:nvSpPr>
        <p:spPr>
          <a:xfrm>
            <a:off x="4978400" y="4522470"/>
            <a:ext cx="3556000" cy="302647"/>
          </a:xfrm>
          <a:prstGeom prst="rect">
            <a:avLst/>
          </a:prstGeom>
          <a:noFill/>
        </p:spPr>
        <p:txBody>
          <a:bodyPr vert="horz" wrap="square" lIns="25400" tIns="12700" rIns="25400" bIns="12700" rtlCol="0">
            <a:normAutofit/>
          </a:bodyPr>
          <a:lstStyle/>
          <a:p>
            <a:pPr algn="ctr"/>
            <a:r>
              <a:rPr lang="en-GB" sz="900" b="1" dirty="0">
                <a:solidFill>
                  <a:srgbClr val="003044"/>
                </a:solidFill>
                <a:latin typeface="Segoe UI" panose="020B0502040204020203" pitchFamily="34" charset="0"/>
              </a:rPr>
              <a:t>One schedule should express one operational intent: ring, time window, update selection, and reboot policy.</a:t>
            </a:r>
          </a:p>
        </p:txBody>
      </p:sp>
      <p:sp>
        <p:nvSpPr>
          <p:cNvPr id="46" name="Course footer">
            <a:extLst>
              <a:ext uri="{FF2B5EF4-FFF2-40B4-BE49-F238E27FC236}">
                <a16:creationId xmlns:a16="http://schemas.microsoft.com/office/drawing/2014/main" id="{AC64B551-3226-603B-35CF-35F079F6C25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7" name="TextBox 46">
            <a:extLst>
              <a:ext uri="{FF2B5EF4-FFF2-40B4-BE49-F238E27FC236}">
                <a16:creationId xmlns:a16="http://schemas.microsoft.com/office/drawing/2014/main" id="{E16E3631-3FD0-AA7A-0F21-17977AC00E1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5216705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50AE-5A68-8926-ECF4-45FC4D2B71AC}"/>
              </a:ext>
            </a:extLst>
          </p:cNvPr>
          <p:cNvSpPr>
            <a:spLocks noGrp="1"/>
          </p:cNvSpPr>
          <p:nvPr>
            <p:ph type="title"/>
          </p:nvPr>
        </p:nvSpPr>
        <p:spPr>
          <a:xfrm>
            <a:off x="275699" y="117268"/>
            <a:ext cx="8258700" cy="369332"/>
          </a:xfrm>
        </p:spPr>
        <p:txBody>
          <a:bodyPr wrap="square">
            <a:noAutofit/>
          </a:bodyPr>
          <a:lstStyle/>
          <a:p>
            <a:r>
              <a:rPr lang="en-GB" dirty="0" err="1"/>
              <a:t>Hotpatch</a:t>
            </a:r>
            <a:r>
              <a:rPr lang="en-GB" dirty="0"/>
              <a:t> for Windows Server 2025</a:t>
            </a:r>
          </a:p>
        </p:txBody>
      </p:sp>
      <p:sp>
        <p:nvSpPr>
          <p:cNvPr id="5" name="Rectangle 4">
            <a:extLst>
              <a:ext uri="{FF2B5EF4-FFF2-40B4-BE49-F238E27FC236}">
                <a16:creationId xmlns:a16="http://schemas.microsoft.com/office/drawing/2014/main" id="{7C417456-1E7C-551C-3DBE-99A79B22F274}"/>
              </a:ext>
            </a:extLst>
          </p:cNvPr>
          <p:cNvSpPr/>
          <p:nvPr/>
        </p:nvSpPr>
        <p:spPr>
          <a:xfrm>
            <a:off x="0" y="682625"/>
            <a:ext cx="9144000" cy="4286250"/>
          </a:xfrm>
          <a:prstGeom prst="rect">
            <a:avLst/>
          </a:prstGeom>
          <a:solidFill>
            <a:srgbClr val="EA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6" name="TextBox 5">
            <a:extLst>
              <a:ext uri="{FF2B5EF4-FFF2-40B4-BE49-F238E27FC236}">
                <a16:creationId xmlns:a16="http://schemas.microsoft.com/office/drawing/2014/main" id="{13E87549-55A6-8169-FFD3-5AC0714E9842}"/>
              </a:ext>
            </a:extLst>
          </p:cNvPr>
          <p:cNvSpPr txBox="1"/>
          <p:nvPr/>
        </p:nvSpPr>
        <p:spPr>
          <a:xfrm>
            <a:off x="457200" y="1125400"/>
            <a:ext cx="3886200" cy="1205458"/>
          </a:xfrm>
          <a:prstGeom prst="rect">
            <a:avLst/>
          </a:prstGeom>
          <a:noFill/>
        </p:spPr>
        <p:txBody>
          <a:bodyPr vert="horz" wrap="square" lIns="50800" tIns="25400" rIns="50800" bIns="25400" rtlCol="0">
            <a:normAutofit/>
          </a:bodyPr>
          <a:lstStyle/>
          <a:p>
            <a:r>
              <a:rPr lang="en-GB" sz="1500" b="1" dirty="0">
                <a:solidFill>
                  <a:srgbClr val="003044"/>
                </a:solidFill>
                <a:latin typeface="Segoe UI" panose="020B0502040204020203" pitchFamily="34" charset="0"/>
              </a:rPr>
              <a:t>Azure Arc-enabled Windows Server 2025 Standard and </a:t>
            </a:r>
            <a:r>
              <a:rPr lang="en-GB" sz="1500" b="1" dirty="0" err="1">
                <a:solidFill>
                  <a:srgbClr val="003044"/>
                </a:solidFill>
                <a:latin typeface="Segoe UI" panose="020B0502040204020203" pitchFamily="34" charset="0"/>
              </a:rPr>
              <a:t>Datacenter</a:t>
            </a:r>
            <a:r>
              <a:rPr lang="en-GB" sz="1500" b="1" dirty="0">
                <a:solidFill>
                  <a:srgbClr val="003044"/>
                </a:solidFill>
                <a:latin typeface="Segoe UI" panose="020B0502040204020203" pitchFamily="34" charset="0"/>
              </a:rPr>
              <a:t> machines can use </a:t>
            </a:r>
            <a:r>
              <a:rPr lang="en-GB" sz="1500" b="1" dirty="0" err="1">
                <a:solidFill>
                  <a:srgbClr val="003044"/>
                </a:solidFill>
                <a:latin typeface="Segoe UI" panose="020B0502040204020203" pitchFamily="34" charset="0"/>
              </a:rPr>
              <a:t>Hotpatch</a:t>
            </a:r>
            <a:r>
              <a:rPr lang="en-GB" sz="1500" b="1" dirty="0">
                <a:solidFill>
                  <a:srgbClr val="003044"/>
                </a:solidFill>
                <a:latin typeface="Segoe UI" panose="020B0502040204020203" pitchFamily="34" charset="0"/>
              </a:rPr>
              <a:t> when the feature is enabled through Azure Arc and managed with AUM.</a:t>
            </a:r>
          </a:p>
        </p:txBody>
      </p:sp>
      <p:sp>
        <p:nvSpPr>
          <p:cNvPr id="7" name="Rectangle: Rounded Corners 6">
            <a:extLst>
              <a:ext uri="{FF2B5EF4-FFF2-40B4-BE49-F238E27FC236}">
                <a16:creationId xmlns:a16="http://schemas.microsoft.com/office/drawing/2014/main" id="{5BAF96D5-6317-7720-E15F-014517077FC1}"/>
              </a:ext>
            </a:extLst>
          </p:cNvPr>
          <p:cNvSpPr/>
          <p:nvPr/>
        </p:nvSpPr>
        <p:spPr>
          <a:xfrm>
            <a:off x="457200" y="2375400"/>
            <a:ext cx="3886200" cy="550000"/>
          </a:xfrm>
          <a:prstGeom prst="roundRect">
            <a:avLst>
              <a:gd name="adj" fmla="val 8000"/>
            </a:avLst>
          </a:prstGeom>
          <a:solidFill>
            <a:srgbClr val="F4FAFC"/>
          </a:solidFill>
          <a:ln w="15875">
            <a:solidFill>
              <a:srgbClr val="28A0B8"/>
            </a:solidFill>
          </a:ln>
        </p:spPr>
        <p:txBody>
          <a:bodyPr wrap="square" lIns="101600" tIns="63500" rIns="101600" bIns="63500" rtlCol="0" anchor="ctr">
            <a:normAutofit/>
          </a:bodyPr>
          <a:lstStyle/>
          <a:p>
            <a:pPr algn="l"/>
            <a:r>
              <a:rPr lang="en-GB" sz="1300">
                <a:solidFill>
                  <a:srgbClr val="003044"/>
                </a:solidFill>
                <a:latin typeface="Segoe UI" panose="020B0502040204020203" pitchFamily="34" charset="0"/>
              </a:rPr>
              <a:t>Goal: fewer planned reboots without skipping security updates.</a:t>
            </a:r>
          </a:p>
        </p:txBody>
      </p:sp>
      <p:sp>
        <p:nvSpPr>
          <p:cNvPr id="8" name="Rectangle: Rounded Corners 7">
            <a:extLst>
              <a:ext uri="{FF2B5EF4-FFF2-40B4-BE49-F238E27FC236}">
                <a16:creationId xmlns:a16="http://schemas.microsoft.com/office/drawing/2014/main" id="{1AE455C2-9C75-4175-62F5-6E4CC71751DD}"/>
              </a:ext>
            </a:extLst>
          </p:cNvPr>
          <p:cNvSpPr/>
          <p:nvPr/>
        </p:nvSpPr>
        <p:spPr>
          <a:xfrm>
            <a:off x="457200" y="3125400"/>
            <a:ext cx="3886200" cy="550000"/>
          </a:xfrm>
          <a:prstGeom prst="roundRect">
            <a:avLst>
              <a:gd name="adj" fmla="val 8000"/>
            </a:avLst>
          </a:prstGeom>
          <a:solidFill>
            <a:srgbClr val="FFF8E1"/>
          </a:solidFill>
          <a:ln w="15875">
            <a:solidFill>
              <a:srgbClr val="FFC000"/>
            </a:solidFill>
          </a:ln>
        </p:spPr>
        <p:txBody>
          <a:bodyPr wrap="square" lIns="101600" tIns="63500" rIns="101600" bIns="63500" rtlCol="0" anchor="ctr">
            <a:normAutofit/>
          </a:bodyPr>
          <a:lstStyle/>
          <a:p>
            <a:pPr algn="l"/>
            <a:r>
              <a:rPr lang="en-GB" sz="1200" b="1">
                <a:solidFill>
                  <a:srgbClr val="003044"/>
                </a:solidFill>
                <a:latin typeface="Segoe UI" panose="020B0502040204020203" pitchFamily="34" charset="0"/>
              </a:rPr>
              <a:t>Baseline months still require restart</a:t>
            </a:r>
          </a:p>
        </p:txBody>
      </p:sp>
      <p:sp>
        <p:nvSpPr>
          <p:cNvPr id="9" name="Rectangle: Rounded Corners 8">
            <a:extLst>
              <a:ext uri="{FF2B5EF4-FFF2-40B4-BE49-F238E27FC236}">
                <a16:creationId xmlns:a16="http://schemas.microsoft.com/office/drawing/2014/main" id="{08D7DFB4-280B-1706-678A-5DEE1AD2AAC2}"/>
              </a:ext>
            </a:extLst>
          </p:cNvPr>
          <p:cNvSpPr/>
          <p:nvPr/>
        </p:nvSpPr>
        <p:spPr>
          <a:xfrm>
            <a:off x="4800600" y="1125400"/>
            <a:ext cx="3886200" cy="2100000"/>
          </a:xfrm>
          <a:prstGeom prst="roundRect">
            <a:avLst>
              <a:gd name="adj" fmla="val 5000"/>
            </a:avLst>
          </a:prstGeom>
          <a:solidFill>
            <a:srgbClr val="FFFFFF"/>
          </a:solidFill>
          <a:ln w="19050">
            <a:solidFill>
              <a:srgbClr val="DCE6EB"/>
            </a:solidFill>
          </a:ln>
        </p:spPr>
        <p:txBody>
          <a:bodyPr rtlCol="0" anchor="ctr"/>
          <a:lstStyle/>
          <a:p>
            <a:pPr algn="ctr"/>
            <a:endParaRPr lang="en-GB"/>
          </a:p>
        </p:txBody>
      </p:sp>
      <p:sp>
        <p:nvSpPr>
          <p:cNvPr id="10" name="Rectangle 17">
            <a:extLst>
              <a:ext uri="{FF2B5EF4-FFF2-40B4-BE49-F238E27FC236}">
                <a16:creationId xmlns:a16="http://schemas.microsoft.com/office/drawing/2014/main" id="{F3B7B0A4-7B49-D77A-2451-58813C2A9118}"/>
              </a:ext>
            </a:extLst>
          </p:cNvPr>
          <p:cNvSpPr/>
          <p:nvPr/>
        </p:nvSpPr>
        <p:spPr>
          <a:xfrm>
            <a:off x="4800600" y="1125400"/>
            <a:ext cx="3886200" cy="350000"/>
          </a:xfrm>
          <a:prstGeom prst="roundRect">
            <a:avLst>
              <a:gd name="adj" fmla="val 0"/>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1" name="TextBox 10">
            <a:extLst>
              <a:ext uri="{FF2B5EF4-FFF2-40B4-BE49-F238E27FC236}">
                <a16:creationId xmlns:a16="http://schemas.microsoft.com/office/drawing/2014/main" id="{A33B399A-F1BF-AC5C-B837-8F070BC08D17}"/>
              </a:ext>
            </a:extLst>
          </p:cNvPr>
          <p:cNvSpPr txBox="1"/>
          <p:nvPr/>
        </p:nvSpPr>
        <p:spPr>
          <a:xfrm>
            <a:off x="4952999" y="1155400"/>
            <a:ext cx="3581400" cy="235962"/>
          </a:xfrm>
          <a:prstGeom prst="rect">
            <a:avLst/>
          </a:prstGeom>
          <a:noFill/>
        </p:spPr>
        <p:txBody>
          <a:bodyPr vert="horz" wrap="square" lIns="50800" tIns="25400" rIns="50800" bIns="25400" rtlCol="0">
            <a:normAutofit/>
          </a:bodyPr>
          <a:lstStyle/>
          <a:p>
            <a:r>
              <a:rPr lang="en-GB" sz="1200" b="1">
                <a:solidFill>
                  <a:srgbClr val="FFFFFF"/>
                </a:solidFill>
                <a:latin typeface="Segoe UI" panose="020B0502040204020203" pitchFamily="34" charset="0"/>
              </a:rPr>
              <a:t>Hotpatch enablement</a:t>
            </a:r>
          </a:p>
        </p:txBody>
      </p:sp>
      <p:sp>
        <p:nvSpPr>
          <p:cNvPr id="12" name="TextBox 11">
            <a:extLst>
              <a:ext uri="{FF2B5EF4-FFF2-40B4-BE49-F238E27FC236}">
                <a16:creationId xmlns:a16="http://schemas.microsoft.com/office/drawing/2014/main" id="{AA23804A-A357-692D-4DAF-55F4C89C1623}"/>
              </a:ext>
            </a:extLst>
          </p:cNvPr>
          <p:cNvSpPr txBox="1"/>
          <p:nvPr/>
        </p:nvSpPr>
        <p:spPr>
          <a:xfrm>
            <a:off x="4952999" y="1585400"/>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OS: Windows Server 2025</a:t>
            </a:r>
          </a:p>
        </p:txBody>
      </p:sp>
      <p:sp>
        <p:nvSpPr>
          <p:cNvPr id="13" name="Rectangle 12">
            <a:extLst>
              <a:ext uri="{FF2B5EF4-FFF2-40B4-BE49-F238E27FC236}">
                <a16:creationId xmlns:a16="http://schemas.microsoft.com/office/drawing/2014/main" id="{4D8952D6-8D76-575D-666E-9038005ABF4F}"/>
              </a:ext>
            </a:extLst>
          </p:cNvPr>
          <p:cNvSpPr/>
          <p:nvPr/>
        </p:nvSpPr>
        <p:spPr>
          <a:xfrm>
            <a:off x="4952999" y="1885400"/>
            <a:ext cx="3581400" cy="9525"/>
          </a:xfrm>
          <a:prstGeom prst="rect">
            <a:avLst/>
          </a:prstGeom>
          <a:solidFill>
            <a:srgbClr val="DCE6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4" name="TextBox 13">
            <a:extLst>
              <a:ext uri="{FF2B5EF4-FFF2-40B4-BE49-F238E27FC236}">
                <a16:creationId xmlns:a16="http://schemas.microsoft.com/office/drawing/2014/main" id="{A06AB572-04D7-32FA-342F-7C0C42AA1439}"/>
              </a:ext>
            </a:extLst>
          </p:cNvPr>
          <p:cNvSpPr txBox="1"/>
          <p:nvPr/>
        </p:nvSpPr>
        <p:spPr>
          <a:xfrm>
            <a:off x="4952999" y="1935400"/>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Edition: Standard/Datacenter</a:t>
            </a:r>
          </a:p>
        </p:txBody>
      </p:sp>
      <p:sp>
        <p:nvSpPr>
          <p:cNvPr id="15" name="Rectangle 14">
            <a:extLst>
              <a:ext uri="{FF2B5EF4-FFF2-40B4-BE49-F238E27FC236}">
                <a16:creationId xmlns:a16="http://schemas.microsoft.com/office/drawing/2014/main" id="{B842D5E7-812E-3D10-4FEC-19B513565EBD}"/>
              </a:ext>
            </a:extLst>
          </p:cNvPr>
          <p:cNvSpPr/>
          <p:nvPr/>
        </p:nvSpPr>
        <p:spPr>
          <a:xfrm>
            <a:off x="4952999" y="2235400"/>
            <a:ext cx="3581400" cy="9525"/>
          </a:xfrm>
          <a:prstGeom prst="rect">
            <a:avLst/>
          </a:prstGeom>
          <a:solidFill>
            <a:srgbClr val="DCE6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6" name="TextBox 15">
            <a:extLst>
              <a:ext uri="{FF2B5EF4-FFF2-40B4-BE49-F238E27FC236}">
                <a16:creationId xmlns:a16="http://schemas.microsoft.com/office/drawing/2014/main" id="{1F7F7A8F-ACE2-06F9-FF18-0B085684CFF1}"/>
              </a:ext>
            </a:extLst>
          </p:cNvPr>
          <p:cNvSpPr txBox="1"/>
          <p:nvPr/>
        </p:nvSpPr>
        <p:spPr>
          <a:xfrm>
            <a:off x="4952999" y="2285400"/>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State: Arc connected</a:t>
            </a:r>
          </a:p>
        </p:txBody>
      </p:sp>
      <p:sp>
        <p:nvSpPr>
          <p:cNvPr id="17" name="Rectangle 16">
            <a:extLst>
              <a:ext uri="{FF2B5EF4-FFF2-40B4-BE49-F238E27FC236}">
                <a16:creationId xmlns:a16="http://schemas.microsoft.com/office/drawing/2014/main" id="{C7B1EE8D-6C86-B385-79ED-BD500D54855D}"/>
              </a:ext>
            </a:extLst>
          </p:cNvPr>
          <p:cNvSpPr/>
          <p:nvPr/>
        </p:nvSpPr>
        <p:spPr>
          <a:xfrm>
            <a:off x="4952999" y="2585400"/>
            <a:ext cx="3581400" cy="9525"/>
          </a:xfrm>
          <a:prstGeom prst="rect">
            <a:avLst/>
          </a:prstGeom>
          <a:solidFill>
            <a:srgbClr val="DCE6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8" name="TextBox 17">
            <a:extLst>
              <a:ext uri="{FF2B5EF4-FFF2-40B4-BE49-F238E27FC236}">
                <a16:creationId xmlns:a16="http://schemas.microsoft.com/office/drawing/2014/main" id="{4ACB8ABC-8DCE-D1BA-79E6-BACE66498143}"/>
              </a:ext>
            </a:extLst>
          </p:cNvPr>
          <p:cNvSpPr txBox="1"/>
          <p:nvPr/>
        </p:nvSpPr>
        <p:spPr>
          <a:xfrm>
            <a:off x="4952999" y="2635400"/>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Manage through AUM</a:t>
            </a:r>
          </a:p>
        </p:txBody>
      </p:sp>
      <p:sp>
        <p:nvSpPr>
          <p:cNvPr id="19" name="Text 11">
            <a:extLst>
              <a:ext uri="{FF2B5EF4-FFF2-40B4-BE49-F238E27FC236}">
                <a16:creationId xmlns:a16="http://schemas.microsoft.com/office/drawing/2014/main" id="{0FF81FAD-D2EA-0ECE-7703-60BA29B80FE6}"/>
              </a:ext>
            </a:extLst>
          </p:cNvPr>
          <p:cNvSpPr txBox="1">
            <a:spLocks/>
          </p:cNvSpPr>
          <p:nvPr/>
        </p:nvSpPr>
        <p:spPr>
          <a:xfrm>
            <a:off x="4800600" y="3375400"/>
            <a:ext cx="3886200" cy="359073"/>
          </a:xfrm>
          <a:prstGeom prst="rect">
            <a:avLst/>
          </a:prstGeom>
          <a:noFill/>
        </p:spPr>
        <p:txBody>
          <a:bodyPr vert="horz" wrap="square" lIns="50800" tIns="25400" rIns="50800" bIns="25400" rtlCol="0">
            <a:normAutofit/>
          </a:bodyPr>
          <a:lstStyle/>
          <a:p>
            <a:r>
              <a:rPr lang="en-US" sz="1000" i="1">
                <a:solidFill>
                  <a:srgbClr val="219EBC"/>
                </a:solidFill>
                <a:latin typeface="Segoe UI" panose="020B0502040204020203" pitchFamily="34" charset="0"/>
              </a:rPr>
              <a:t>Enable Hotpatch on eligible Windows Server 2025 Arc-enabled machines to reduce reboot frequency</a:t>
            </a:r>
          </a:p>
        </p:txBody>
      </p:sp>
      <p:sp>
        <p:nvSpPr>
          <p:cNvPr id="20" name="Course footer">
            <a:extLst>
              <a:ext uri="{FF2B5EF4-FFF2-40B4-BE49-F238E27FC236}">
                <a16:creationId xmlns:a16="http://schemas.microsoft.com/office/drawing/2014/main" id="{2975618A-1C13-E52F-673B-2C042E9F1C5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1" name="TextBox 20">
            <a:extLst>
              <a:ext uri="{FF2B5EF4-FFF2-40B4-BE49-F238E27FC236}">
                <a16:creationId xmlns:a16="http://schemas.microsoft.com/office/drawing/2014/main" id="{1D952168-99EA-EA5C-29AC-438220EE701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9951726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7EB47-B3C8-1AF6-D9FA-B6ECD91692AE}"/>
              </a:ext>
            </a:extLst>
          </p:cNvPr>
          <p:cNvSpPr>
            <a:spLocks noGrp="1"/>
          </p:cNvSpPr>
          <p:nvPr>
            <p:ph type="title"/>
          </p:nvPr>
        </p:nvSpPr>
        <p:spPr/>
        <p:txBody>
          <a:bodyPr wrap="square">
            <a:noAutofit/>
          </a:bodyPr>
          <a:lstStyle/>
          <a:p>
            <a:r>
              <a:rPr lang="en-GB"/>
              <a:t>Hotpatch Cadence and Baselines</a:t>
            </a:r>
          </a:p>
        </p:txBody>
      </p:sp>
      <p:sp>
        <p:nvSpPr>
          <p:cNvPr id="5" name="TextBox 4">
            <a:extLst>
              <a:ext uri="{FF2B5EF4-FFF2-40B4-BE49-F238E27FC236}">
                <a16:creationId xmlns:a16="http://schemas.microsoft.com/office/drawing/2014/main" id="{76F11A71-12B5-9948-5C92-C55DE8ABCE75}"/>
              </a:ext>
            </a:extLst>
          </p:cNvPr>
          <p:cNvSpPr txBox="1"/>
          <p:nvPr/>
        </p:nvSpPr>
        <p:spPr>
          <a:xfrm>
            <a:off x="342900" y="4777740"/>
            <a:ext cx="2667000" cy="174407"/>
          </a:xfrm>
          <a:prstGeom prst="rect">
            <a:avLst/>
          </a:prstGeom>
          <a:noFill/>
        </p:spPr>
        <p:txBody>
          <a:bodyPr vert="horz" wrap="square" lIns="50800" tIns="25400" rIns="50800" bIns="25400" rtlCol="0">
            <a:normAutofit/>
          </a:bodyPr>
          <a:lstStyle/>
          <a:p>
            <a:r>
              <a:rPr lang="en-GB" sz="800">
                <a:solidFill>
                  <a:srgbClr val="FFFFFF"/>
                </a:solidFill>
                <a:latin typeface="Segoe UI" panose="020B0502040204020203" pitchFamily="34" charset="0"/>
              </a:rPr>
              <a:t>Windows Server 2025 | Chapter 14</a:t>
            </a:r>
          </a:p>
        </p:txBody>
      </p:sp>
      <p:sp>
        <p:nvSpPr>
          <p:cNvPr id="6" name="TextBox 5">
            <a:extLst>
              <a:ext uri="{FF2B5EF4-FFF2-40B4-BE49-F238E27FC236}">
                <a16:creationId xmlns:a16="http://schemas.microsoft.com/office/drawing/2014/main" id="{5FBC2780-7AE5-56A5-02EC-944B0A162032}"/>
              </a:ext>
            </a:extLst>
          </p:cNvPr>
          <p:cNvSpPr txBox="1"/>
          <p:nvPr/>
        </p:nvSpPr>
        <p:spPr>
          <a:xfrm>
            <a:off x="576262" y="3746808"/>
            <a:ext cx="8334375" cy="482183"/>
          </a:xfrm>
          <a:prstGeom prst="rect">
            <a:avLst/>
          </a:prstGeom>
          <a:noFill/>
        </p:spPr>
        <p:txBody>
          <a:bodyPr vert="horz" wrap="square" lIns="50800" tIns="25400" rIns="50800" bIns="25400" rtlCol="0">
            <a:normAutofit/>
          </a:bodyPr>
          <a:lstStyle/>
          <a:p>
            <a:r>
              <a:rPr lang="en-GB" sz="1400" b="1" dirty="0" err="1">
                <a:solidFill>
                  <a:srgbClr val="003044"/>
                </a:solidFill>
                <a:latin typeface="Segoe UI" panose="020B0502040204020203" pitchFamily="34" charset="0"/>
              </a:rPr>
              <a:t>Hotpatch</a:t>
            </a:r>
            <a:r>
              <a:rPr lang="en-GB" sz="1400" b="1" dirty="0">
                <a:solidFill>
                  <a:srgbClr val="003044"/>
                </a:solidFill>
                <a:latin typeface="Segoe UI" panose="020B0502040204020203" pitchFamily="34" charset="0"/>
              </a:rPr>
              <a:t> works from a current cumulative update baseline, then applies security </a:t>
            </a:r>
            <a:r>
              <a:rPr lang="en-GB" sz="1400" b="1" dirty="0" err="1">
                <a:solidFill>
                  <a:srgbClr val="003044"/>
                </a:solidFill>
                <a:latin typeface="Segoe UI" panose="020B0502040204020203" pitchFamily="34" charset="0"/>
              </a:rPr>
              <a:t>hotpatches</a:t>
            </a:r>
            <a:r>
              <a:rPr lang="en-GB" sz="1400" b="1" dirty="0">
                <a:solidFill>
                  <a:srgbClr val="003044"/>
                </a:solidFill>
                <a:latin typeface="Segoe UI" panose="020B0502040204020203" pitchFamily="34" charset="0"/>
              </a:rPr>
              <a:t> in the next two months.</a:t>
            </a:r>
          </a:p>
        </p:txBody>
      </p:sp>
      <p:sp>
        <p:nvSpPr>
          <p:cNvPr id="7" name="Rectangle: Rounded Corners 6">
            <a:extLst>
              <a:ext uri="{FF2B5EF4-FFF2-40B4-BE49-F238E27FC236}">
                <a16:creationId xmlns:a16="http://schemas.microsoft.com/office/drawing/2014/main" id="{8C9E111C-71D7-D1BE-8DBE-973F1008EE5D}"/>
              </a:ext>
            </a:extLst>
          </p:cNvPr>
          <p:cNvSpPr/>
          <p:nvPr/>
        </p:nvSpPr>
        <p:spPr>
          <a:xfrm>
            <a:off x="628650" y="1329690"/>
            <a:ext cx="628650" cy="895350"/>
          </a:xfrm>
          <a:prstGeom prst="round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AA785C2F-7AF6-C5F7-22D5-6AB72063FD39}"/>
              </a:ext>
            </a:extLst>
          </p:cNvPr>
          <p:cNvSpPr txBox="1"/>
          <p:nvPr/>
        </p:nvSpPr>
        <p:spPr>
          <a:xfrm>
            <a:off x="6858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Jan</a:t>
            </a:r>
          </a:p>
        </p:txBody>
      </p:sp>
      <p:sp>
        <p:nvSpPr>
          <p:cNvPr id="9" name="TextBox 8">
            <a:extLst>
              <a:ext uri="{FF2B5EF4-FFF2-40B4-BE49-F238E27FC236}">
                <a16:creationId xmlns:a16="http://schemas.microsoft.com/office/drawing/2014/main" id="{C83804B1-E427-1005-0072-F7255D52ACD4}"/>
              </a:ext>
            </a:extLst>
          </p:cNvPr>
          <p:cNvSpPr txBox="1"/>
          <p:nvPr/>
        </p:nvSpPr>
        <p:spPr>
          <a:xfrm>
            <a:off x="676275" y="1691640"/>
            <a:ext cx="533400" cy="466794"/>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Baseline + reboot</a:t>
            </a:r>
          </a:p>
        </p:txBody>
      </p:sp>
      <p:sp>
        <p:nvSpPr>
          <p:cNvPr id="10" name="Rectangle: Rounded Corners 9">
            <a:extLst>
              <a:ext uri="{FF2B5EF4-FFF2-40B4-BE49-F238E27FC236}">
                <a16:creationId xmlns:a16="http://schemas.microsoft.com/office/drawing/2014/main" id="{FA01631F-ADC4-6CCD-32E6-DE9DC119F85A}"/>
              </a:ext>
            </a:extLst>
          </p:cNvPr>
          <p:cNvSpPr/>
          <p:nvPr/>
        </p:nvSpPr>
        <p:spPr>
          <a:xfrm>
            <a:off x="13144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A4D40F0E-F507-C9B4-04D2-09BFB392FFE9}"/>
              </a:ext>
            </a:extLst>
          </p:cNvPr>
          <p:cNvSpPr txBox="1"/>
          <p:nvPr/>
        </p:nvSpPr>
        <p:spPr>
          <a:xfrm>
            <a:off x="13716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Feb</a:t>
            </a:r>
          </a:p>
        </p:txBody>
      </p:sp>
      <p:sp>
        <p:nvSpPr>
          <p:cNvPr id="12" name="TextBox 11">
            <a:extLst>
              <a:ext uri="{FF2B5EF4-FFF2-40B4-BE49-F238E27FC236}">
                <a16:creationId xmlns:a16="http://schemas.microsoft.com/office/drawing/2014/main" id="{E4B2B033-4FFE-D1C9-78F1-4A4FBC0A8F03}"/>
              </a:ext>
            </a:extLst>
          </p:cNvPr>
          <p:cNvSpPr txBox="1"/>
          <p:nvPr/>
        </p:nvSpPr>
        <p:spPr>
          <a:xfrm>
            <a:off x="13620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13" name="Rectangle: Rounded Corners 12">
            <a:extLst>
              <a:ext uri="{FF2B5EF4-FFF2-40B4-BE49-F238E27FC236}">
                <a16:creationId xmlns:a16="http://schemas.microsoft.com/office/drawing/2014/main" id="{6C7687E8-A45B-0117-3094-7C5769B3CFA0}"/>
              </a:ext>
            </a:extLst>
          </p:cNvPr>
          <p:cNvSpPr/>
          <p:nvPr/>
        </p:nvSpPr>
        <p:spPr>
          <a:xfrm>
            <a:off x="20002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0E7BD4B8-5B4F-A2A5-01AA-AD9FE1A90DBC}"/>
              </a:ext>
            </a:extLst>
          </p:cNvPr>
          <p:cNvSpPr txBox="1"/>
          <p:nvPr/>
        </p:nvSpPr>
        <p:spPr>
          <a:xfrm>
            <a:off x="20574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Mar</a:t>
            </a:r>
          </a:p>
        </p:txBody>
      </p:sp>
      <p:sp>
        <p:nvSpPr>
          <p:cNvPr id="15" name="TextBox 14">
            <a:extLst>
              <a:ext uri="{FF2B5EF4-FFF2-40B4-BE49-F238E27FC236}">
                <a16:creationId xmlns:a16="http://schemas.microsoft.com/office/drawing/2014/main" id="{BEB135E8-5ABF-7B7F-66F5-0F1A6551AC5F}"/>
              </a:ext>
            </a:extLst>
          </p:cNvPr>
          <p:cNvSpPr txBox="1"/>
          <p:nvPr/>
        </p:nvSpPr>
        <p:spPr>
          <a:xfrm>
            <a:off x="20478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16" name="Rectangle: Rounded Corners 15">
            <a:extLst>
              <a:ext uri="{FF2B5EF4-FFF2-40B4-BE49-F238E27FC236}">
                <a16:creationId xmlns:a16="http://schemas.microsoft.com/office/drawing/2014/main" id="{A30DD0C1-BC75-6074-00FA-299574AF39F0}"/>
              </a:ext>
            </a:extLst>
          </p:cNvPr>
          <p:cNvSpPr/>
          <p:nvPr/>
        </p:nvSpPr>
        <p:spPr>
          <a:xfrm>
            <a:off x="2686050" y="1329690"/>
            <a:ext cx="628650" cy="895350"/>
          </a:xfrm>
          <a:prstGeom prst="round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3C2C3DA3-2DF7-9866-0519-1EFD26820CA4}"/>
              </a:ext>
            </a:extLst>
          </p:cNvPr>
          <p:cNvSpPr txBox="1"/>
          <p:nvPr/>
        </p:nvSpPr>
        <p:spPr>
          <a:xfrm>
            <a:off x="27432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Apr</a:t>
            </a:r>
          </a:p>
        </p:txBody>
      </p:sp>
      <p:sp>
        <p:nvSpPr>
          <p:cNvPr id="18" name="TextBox 17">
            <a:extLst>
              <a:ext uri="{FF2B5EF4-FFF2-40B4-BE49-F238E27FC236}">
                <a16:creationId xmlns:a16="http://schemas.microsoft.com/office/drawing/2014/main" id="{05123EBC-9FA6-4168-5FE0-9967DE4DE6F5}"/>
              </a:ext>
            </a:extLst>
          </p:cNvPr>
          <p:cNvSpPr txBox="1"/>
          <p:nvPr/>
        </p:nvSpPr>
        <p:spPr>
          <a:xfrm>
            <a:off x="2733675" y="1691640"/>
            <a:ext cx="533400" cy="466794"/>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Baseline + reboot</a:t>
            </a:r>
          </a:p>
        </p:txBody>
      </p:sp>
      <p:sp>
        <p:nvSpPr>
          <p:cNvPr id="19" name="Rectangle: Rounded Corners 18">
            <a:extLst>
              <a:ext uri="{FF2B5EF4-FFF2-40B4-BE49-F238E27FC236}">
                <a16:creationId xmlns:a16="http://schemas.microsoft.com/office/drawing/2014/main" id="{9736FFC5-10B0-AA36-48A0-A67A42F4DC67}"/>
              </a:ext>
            </a:extLst>
          </p:cNvPr>
          <p:cNvSpPr/>
          <p:nvPr/>
        </p:nvSpPr>
        <p:spPr>
          <a:xfrm>
            <a:off x="33718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74B204F3-0912-4B85-4BCF-5CF343DECA96}"/>
              </a:ext>
            </a:extLst>
          </p:cNvPr>
          <p:cNvSpPr txBox="1"/>
          <p:nvPr/>
        </p:nvSpPr>
        <p:spPr>
          <a:xfrm>
            <a:off x="34290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May</a:t>
            </a:r>
          </a:p>
        </p:txBody>
      </p:sp>
      <p:sp>
        <p:nvSpPr>
          <p:cNvPr id="21" name="TextBox 20">
            <a:extLst>
              <a:ext uri="{FF2B5EF4-FFF2-40B4-BE49-F238E27FC236}">
                <a16:creationId xmlns:a16="http://schemas.microsoft.com/office/drawing/2014/main" id="{E6BAA5B0-9FA7-C330-FC2C-1E26AAADAA79}"/>
              </a:ext>
            </a:extLst>
          </p:cNvPr>
          <p:cNvSpPr txBox="1"/>
          <p:nvPr/>
        </p:nvSpPr>
        <p:spPr>
          <a:xfrm>
            <a:off x="34194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22" name="Rectangle: Rounded Corners 21">
            <a:extLst>
              <a:ext uri="{FF2B5EF4-FFF2-40B4-BE49-F238E27FC236}">
                <a16:creationId xmlns:a16="http://schemas.microsoft.com/office/drawing/2014/main" id="{F27BCB8D-1D56-C9C8-5921-B661DC0A08E8}"/>
              </a:ext>
            </a:extLst>
          </p:cNvPr>
          <p:cNvSpPr/>
          <p:nvPr/>
        </p:nvSpPr>
        <p:spPr>
          <a:xfrm>
            <a:off x="40576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C721AC09-3A34-5BA5-D774-10DF1224A606}"/>
              </a:ext>
            </a:extLst>
          </p:cNvPr>
          <p:cNvSpPr txBox="1"/>
          <p:nvPr/>
        </p:nvSpPr>
        <p:spPr>
          <a:xfrm>
            <a:off x="41148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Jun</a:t>
            </a:r>
          </a:p>
        </p:txBody>
      </p:sp>
      <p:sp>
        <p:nvSpPr>
          <p:cNvPr id="24" name="TextBox 23">
            <a:extLst>
              <a:ext uri="{FF2B5EF4-FFF2-40B4-BE49-F238E27FC236}">
                <a16:creationId xmlns:a16="http://schemas.microsoft.com/office/drawing/2014/main" id="{BED8F135-DAFB-A309-086C-F621E06748AF}"/>
              </a:ext>
            </a:extLst>
          </p:cNvPr>
          <p:cNvSpPr txBox="1"/>
          <p:nvPr/>
        </p:nvSpPr>
        <p:spPr>
          <a:xfrm>
            <a:off x="41052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25" name="Rectangle: Rounded Corners 24">
            <a:extLst>
              <a:ext uri="{FF2B5EF4-FFF2-40B4-BE49-F238E27FC236}">
                <a16:creationId xmlns:a16="http://schemas.microsoft.com/office/drawing/2014/main" id="{2FAD9BC8-EDEC-CB84-8FBD-75AD466747F1}"/>
              </a:ext>
            </a:extLst>
          </p:cNvPr>
          <p:cNvSpPr/>
          <p:nvPr/>
        </p:nvSpPr>
        <p:spPr>
          <a:xfrm>
            <a:off x="4743450" y="1329690"/>
            <a:ext cx="628650" cy="895350"/>
          </a:xfrm>
          <a:prstGeom prst="round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055BBF70-F0D0-3C39-C01E-AB01EAE6FCB3}"/>
              </a:ext>
            </a:extLst>
          </p:cNvPr>
          <p:cNvSpPr txBox="1"/>
          <p:nvPr/>
        </p:nvSpPr>
        <p:spPr>
          <a:xfrm>
            <a:off x="48006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Jul</a:t>
            </a:r>
          </a:p>
        </p:txBody>
      </p:sp>
      <p:sp>
        <p:nvSpPr>
          <p:cNvPr id="27" name="TextBox 26">
            <a:extLst>
              <a:ext uri="{FF2B5EF4-FFF2-40B4-BE49-F238E27FC236}">
                <a16:creationId xmlns:a16="http://schemas.microsoft.com/office/drawing/2014/main" id="{C0F569BF-16BA-D108-FDA5-76DEC6C33DA5}"/>
              </a:ext>
            </a:extLst>
          </p:cNvPr>
          <p:cNvSpPr txBox="1"/>
          <p:nvPr/>
        </p:nvSpPr>
        <p:spPr>
          <a:xfrm>
            <a:off x="4791075" y="1691640"/>
            <a:ext cx="533400" cy="466794"/>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Baseline + reboot</a:t>
            </a:r>
          </a:p>
        </p:txBody>
      </p:sp>
      <p:sp>
        <p:nvSpPr>
          <p:cNvPr id="28" name="Rectangle: Rounded Corners 27">
            <a:extLst>
              <a:ext uri="{FF2B5EF4-FFF2-40B4-BE49-F238E27FC236}">
                <a16:creationId xmlns:a16="http://schemas.microsoft.com/office/drawing/2014/main" id="{DB58C770-591D-EEF2-E138-B1495BF1DE17}"/>
              </a:ext>
            </a:extLst>
          </p:cNvPr>
          <p:cNvSpPr/>
          <p:nvPr/>
        </p:nvSpPr>
        <p:spPr>
          <a:xfrm>
            <a:off x="54292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640D0ECF-4200-0D44-636C-2052FEBBF720}"/>
              </a:ext>
            </a:extLst>
          </p:cNvPr>
          <p:cNvSpPr txBox="1"/>
          <p:nvPr/>
        </p:nvSpPr>
        <p:spPr>
          <a:xfrm>
            <a:off x="54864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Aug</a:t>
            </a:r>
          </a:p>
        </p:txBody>
      </p:sp>
      <p:sp>
        <p:nvSpPr>
          <p:cNvPr id="30" name="TextBox 29">
            <a:extLst>
              <a:ext uri="{FF2B5EF4-FFF2-40B4-BE49-F238E27FC236}">
                <a16:creationId xmlns:a16="http://schemas.microsoft.com/office/drawing/2014/main" id="{074FD2D8-5375-D199-280F-17D3F27447FB}"/>
              </a:ext>
            </a:extLst>
          </p:cNvPr>
          <p:cNvSpPr txBox="1"/>
          <p:nvPr/>
        </p:nvSpPr>
        <p:spPr>
          <a:xfrm>
            <a:off x="54768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31" name="Rectangle: Rounded Corners 30">
            <a:extLst>
              <a:ext uri="{FF2B5EF4-FFF2-40B4-BE49-F238E27FC236}">
                <a16:creationId xmlns:a16="http://schemas.microsoft.com/office/drawing/2014/main" id="{7C8B8414-8C00-E4E0-7B05-1BD8BA4B3141}"/>
              </a:ext>
            </a:extLst>
          </p:cNvPr>
          <p:cNvSpPr/>
          <p:nvPr/>
        </p:nvSpPr>
        <p:spPr>
          <a:xfrm>
            <a:off x="61150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5465CBE7-D15A-D0DA-FDE3-CD4675C4B117}"/>
              </a:ext>
            </a:extLst>
          </p:cNvPr>
          <p:cNvSpPr txBox="1"/>
          <p:nvPr/>
        </p:nvSpPr>
        <p:spPr>
          <a:xfrm>
            <a:off x="61722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Sep</a:t>
            </a:r>
          </a:p>
        </p:txBody>
      </p:sp>
      <p:sp>
        <p:nvSpPr>
          <p:cNvPr id="33" name="TextBox 32">
            <a:extLst>
              <a:ext uri="{FF2B5EF4-FFF2-40B4-BE49-F238E27FC236}">
                <a16:creationId xmlns:a16="http://schemas.microsoft.com/office/drawing/2014/main" id="{216D9334-2550-8DF1-D87F-A74D3973C9F3}"/>
              </a:ext>
            </a:extLst>
          </p:cNvPr>
          <p:cNvSpPr txBox="1"/>
          <p:nvPr/>
        </p:nvSpPr>
        <p:spPr>
          <a:xfrm>
            <a:off x="61626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34" name="Rectangle: Rounded Corners 33">
            <a:extLst>
              <a:ext uri="{FF2B5EF4-FFF2-40B4-BE49-F238E27FC236}">
                <a16:creationId xmlns:a16="http://schemas.microsoft.com/office/drawing/2014/main" id="{C2C0ABCF-D42A-1AFB-4AF7-8837C7BA5683}"/>
              </a:ext>
            </a:extLst>
          </p:cNvPr>
          <p:cNvSpPr/>
          <p:nvPr/>
        </p:nvSpPr>
        <p:spPr>
          <a:xfrm>
            <a:off x="6800850" y="1329690"/>
            <a:ext cx="628650" cy="895350"/>
          </a:xfrm>
          <a:prstGeom prst="round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F2C05542-F676-01E2-D3AA-6AFC1EB32B8A}"/>
              </a:ext>
            </a:extLst>
          </p:cNvPr>
          <p:cNvSpPr txBox="1"/>
          <p:nvPr/>
        </p:nvSpPr>
        <p:spPr>
          <a:xfrm>
            <a:off x="68580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Oct</a:t>
            </a:r>
          </a:p>
        </p:txBody>
      </p:sp>
      <p:sp>
        <p:nvSpPr>
          <p:cNvPr id="36" name="TextBox 35">
            <a:extLst>
              <a:ext uri="{FF2B5EF4-FFF2-40B4-BE49-F238E27FC236}">
                <a16:creationId xmlns:a16="http://schemas.microsoft.com/office/drawing/2014/main" id="{78AF38AD-CA7F-0280-BFFE-1C21B5340EF8}"/>
              </a:ext>
            </a:extLst>
          </p:cNvPr>
          <p:cNvSpPr txBox="1"/>
          <p:nvPr/>
        </p:nvSpPr>
        <p:spPr>
          <a:xfrm>
            <a:off x="6848475" y="1691640"/>
            <a:ext cx="533400" cy="466794"/>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Baseline + reboot</a:t>
            </a:r>
          </a:p>
        </p:txBody>
      </p:sp>
      <p:sp>
        <p:nvSpPr>
          <p:cNvPr id="37" name="Rectangle: Rounded Corners 36">
            <a:extLst>
              <a:ext uri="{FF2B5EF4-FFF2-40B4-BE49-F238E27FC236}">
                <a16:creationId xmlns:a16="http://schemas.microsoft.com/office/drawing/2014/main" id="{6A8DA793-3E3C-AAEF-7214-8691447A18E6}"/>
              </a:ext>
            </a:extLst>
          </p:cNvPr>
          <p:cNvSpPr/>
          <p:nvPr/>
        </p:nvSpPr>
        <p:spPr>
          <a:xfrm>
            <a:off x="74866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6FD68C74-9101-DD15-1B5B-03464A51A49D}"/>
              </a:ext>
            </a:extLst>
          </p:cNvPr>
          <p:cNvSpPr txBox="1"/>
          <p:nvPr/>
        </p:nvSpPr>
        <p:spPr>
          <a:xfrm>
            <a:off x="75438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Nov</a:t>
            </a:r>
          </a:p>
        </p:txBody>
      </p:sp>
      <p:sp>
        <p:nvSpPr>
          <p:cNvPr id="39" name="TextBox 38">
            <a:extLst>
              <a:ext uri="{FF2B5EF4-FFF2-40B4-BE49-F238E27FC236}">
                <a16:creationId xmlns:a16="http://schemas.microsoft.com/office/drawing/2014/main" id="{CA8F5FDC-AE11-1669-4ADC-2CDF13F7E8E5}"/>
              </a:ext>
            </a:extLst>
          </p:cNvPr>
          <p:cNvSpPr txBox="1"/>
          <p:nvPr/>
        </p:nvSpPr>
        <p:spPr>
          <a:xfrm>
            <a:off x="75342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40" name="Rectangle: Rounded Corners 39">
            <a:extLst>
              <a:ext uri="{FF2B5EF4-FFF2-40B4-BE49-F238E27FC236}">
                <a16:creationId xmlns:a16="http://schemas.microsoft.com/office/drawing/2014/main" id="{BDF0B68A-D8E9-5E56-1766-C976F70D4229}"/>
              </a:ext>
            </a:extLst>
          </p:cNvPr>
          <p:cNvSpPr/>
          <p:nvPr/>
        </p:nvSpPr>
        <p:spPr>
          <a:xfrm>
            <a:off x="8172450" y="1329690"/>
            <a:ext cx="628650" cy="895350"/>
          </a:xfrm>
          <a:prstGeom prst="roundRect">
            <a:avLst/>
          </a:prstGeom>
          <a:solidFill>
            <a:srgbClr val="70AD4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95442797-0049-FE72-516B-53200CE52832}"/>
              </a:ext>
            </a:extLst>
          </p:cNvPr>
          <p:cNvSpPr txBox="1"/>
          <p:nvPr/>
        </p:nvSpPr>
        <p:spPr>
          <a:xfrm>
            <a:off x="8229600" y="1424940"/>
            <a:ext cx="514350" cy="251351"/>
          </a:xfrm>
          <a:prstGeom prst="rect">
            <a:avLst/>
          </a:prstGeom>
          <a:noFill/>
        </p:spPr>
        <p:txBody>
          <a:bodyPr vert="horz" wrap="square" lIns="50800" tIns="25400" rIns="50800" bIns="25400" rtlCol="0">
            <a:normAutofit/>
          </a:bodyPr>
          <a:lstStyle/>
          <a:p>
            <a:pPr algn="ctr"/>
            <a:r>
              <a:rPr lang="en-GB" sz="1300" b="1">
                <a:solidFill>
                  <a:srgbClr val="FFFFFF"/>
                </a:solidFill>
                <a:latin typeface="Segoe UI" panose="020B0502040204020203" pitchFamily="34" charset="0"/>
              </a:rPr>
              <a:t>Dec</a:t>
            </a:r>
          </a:p>
        </p:txBody>
      </p:sp>
      <p:sp>
        <p:nvSpPr>
          <p:cNvPr id="42" name="TextBox 41">
            <a:extLst>
              <a:ext uri="{FF2B5EF4-FFF2-40B4-BE49-F238E27FC236}">
                <a16:creationId xmlns:a16="http://schemas.microsoft.com/office/drawing/2014/main" id="{92C73AF0-F5F6-F9E9-0E50-3AC760506336}"/>
              </a:ext>
            </a:extLst>
          </p:cNvPr>
          <p:cNvSpPr txBox="1"/>
          <p:nvPr/>
        </p:nvSpPr>
        <p:spPr>
          <a:xfrm>
            <a:off x="8220075" y="1691640"/>
            <a:ext cx="533400" cy="328295"/>
          </a:xfrm>
          <a:prstGeom prst="rect">
            <a:avLst/>
          </a:prstGeom>
          <a:noFill/>
        </p:spPr>
        <p:txBody>
          <a:bodyPr vert="horz" wrap="square" lIns="50800" tIns="25400" rIns="50800" bIns="25400" rtlCol="0">
            <a:normAutofit/>
          </a:bodyPr>
          <a:lstStyle/>
          <a:p>
            <a:pPr algn="ctr"/>
            <a:r>
              <a:rPr lang="en-GB" sz="900">
                <a:solidFill>
                  <a:srgbClr val="FFFFFF"/>
                </a:solidFill>
                <a:latin typeface="Segoe UI" panose="020B0502040204020203" pitchFamily="34" charset="0"/>
              </a:rPr>
              <a:t>Hotpatch</a:t>
            </a:r>
          </a:p>
        </p:txBody>
      </p:sp>
      <p:sp>
        <p:nvSpPr>
          <p:cNvPr id="43" name="Rectangle: Rounded Corners 42">
            <a:extLst>
              <a:ext uri="{FF2B5EF4-FFF2-40B4-BE49-F238E27FC236}">
                <a16:creationId xmlns:a16="http://schemas.microsoft.com/office/drawing/2014/main" id="{CE3C8A18-AC45-80A0-3F45-5B9BAEDD7A4F}"/>
              </a:ext>
            </a:extLst>
          </p:cNvPr>
          <p:cNvSpPr/>
          <p:nvPr/>
        </p:nvSpPr>
        <p:spPr>
          <a:xfrm>
            <a:off x="1409700" y="2758440"/>
            <a:ext cx="6667500" cy="590550"/>
          </a:xfrm>
          <a:prstGeom prst="roundRect">
            <a:avLst/>
          </a:prstGeom>
          <a:solidFill>
            <a:srgbClr val="F4FAFC"/>
          </a:solidFill>
          <a:ln w="15875">
            <a:solidFill>
              <a:srgbClr val="28A0B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fontScale="92500"/>
          </a:bodyPr>
          <a:lstStyle/>
          <a:p>
            <a:pPr algn="ctr"/>
            <a:r>
              <a:rPr lang="en-GB" sz="1400">
                <a:solidFill>
                  <a:srgbClr val="003044"/>
                </a:solidFill>
                <a:latin typeface="Segoe UI" panose="020B0502040204020203" pitchFamily="34" charset="0"/>
              </a:rPr>
              <a:t>Typical planned year: four baseline months and eight hotpatch months. Unplanned baselines can occur for updates that cannot be delivered as a hotpatch.</a:t>
            </a:r>
          </a:p>
        </p:txBody>
      </p:sp>
      <p:sp>
        <p:nvSpPr>
          <p:cNvPr id="44" name="Course footer">
            <a:extLst>
              <a:ext uri="{FF2B5EF4-FFF2-40B4-BE49-F238E27FC236}">
                <a16:creationId xmlns:a16="http://schemas.microsoft.com/office/drawing/2014/main" id="{0DD276E3-BD65-9E34-5982-01FB9642F54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5" name="TextBox 44">
            <a:extLst>
              <a:ext uri="{FF2B5EF4-FFF2-40B4-BE49-F238E27FC236}">
                <a16:creationId xmlns:a16="http://schemas.microsoft.com/office/drawing/2014/main" id="{42EDC5E4-1026-16C4-8A2E-8024E420827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20432949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A6CBF-FF49-7A3B-AA34-2235BFA5AC47}"/>
              </a:ext>
            </a:extLst>
          </p:cNvPr>
          <p:cNvSpPr>
            <a:spLocks noGrp="1"/>
          </p:cNvSpPr>
          <p:nvPr>
            <p:ph type="title" idx="4294967295"/>
          </p:nvPr>
        </p:nvSpPr>
        <p:spPr>
          <a:xfrm>
            <a:off x="438912" y="119063"/>
            <a:ext cx="8258175" cy="327025"/>
          </a:xfrm>
        </p:spPr>
        <p:txBody>
          <a:bodyPr wrap="square">
            <a:noAutofit/>
          </a:bodyPr>
          <a:lstStyle/>
          <a:p>
            <a:r>
              <a:rPr lang="en-GB" dirty="0" err="1"/>
              <a:t>Hotpatch</a:t>
            </a:r>
            <a:r>
              <a:rPr lang="en-GB" dirty="0"/>
              <a:t> Boundaries</a:t>
            </a:r>
          </a:p>
        </p:txBody>
      </p:sp>
      <p:sp>
        <p:nvSpPr>
          <p:cNvPr id="3" name="TextBox 2">
            <a:extLst>
              <a:ext uri="{FF2B5EF4-FFF2-40B4-BE49-F238E27FC236}">
                <a16:creationId xmlns:a16="http://schemas.microsoft.com/office/drawing/2014/main" id="{4EB547C0-EFA0-8FAC-F6AE-9A32276009F2}"/>
              </a:ext>
            </a:extLst>
          </p:cNvPr>
          <p:cNvSpPr txBox="1"/>
          <p:nvPr/>
        </p:nvSpPr>
        <p:spPr>
          <a:xfrm>
            <a:off x="355600" y="4829175"/>
            <a:ext cx="2667000" cy="174407"/>
          </a:xfrm>
          <a:prstGeom prst="rect">
            <a:avLst/>
          </a:prstGeom>
          <a:noFill/>
        </p:spPr>
        <p:txBody>
          <a:bodyPr vert="horz" wrap="square" lIns="50800" tIns="25400" rIns="50800" bIns="25400" rtlCol="0">
            <a:normAutofit/>
          </a:bodyPr>
          <a:lstStyle/>
          <a:p>
            <a:r>
              <a:rPr lang="en-GB" sz="800">
                <a:solidFill>
                  <a:srgbClr val="FFFFFF"/>
                </a:solidFill>
                <a:latin typeface="Segoe UI" panose="020B0502040204020203" pitchFamily="34" charset="0"/>
              </a:rPr>
              <a:t>Windows Server 2025 | Chapter 14</a:t>
            </a:r>
          </a:p>
        </p:txBody>
      </p:sp>
      <p:sp>
        <p:nvSpPr>
          <p:cNvPr id="4" name="TextBox 3">
            <a:extLst>
              <a:ext uri="{FF2B5EF4-FFF2-40B4-BE49-F238E27FC236}">
                <a16:creationId xmlns:a16="http://schemas.microsoft.com/office/drawing/2014/main" id="{2E55C848-A175-E590-F557-486733859B3E}"/>
              </a:ext>
            </a:extLst>
          </p:cNvPr>
          <p:cNvSpPr txBox="1"/>
          <p:nvPr/>
        </p:nvSpPr>
        <p:spPr>
          <a:xfrm>
            <a:off x="450850" y="657225"/>
            <a:ext cx="8334375" cy="482183"/>
          </a:xfrm>
          <a:prstGeom prst="rect">
            <a:avLst/>
          </a:prstGeom>
          <a:noFill/>
        </p:spPr>
        <p:txBody>
          <a:bodyPr vert="horz" wrap="square" lIns="50800" tIns="25400" rIns="50800" bIns="25400" rtlCol="0">
            <a:normAutofit/>
          </a:bodyPr>
          <a:lstStyle/>
          <a:p>
            <a:r>
              <a:rPr lang="en-GB" sz="1400" b="1">
                <a:solidFill>
                  <a:srgbClr val="003044"/>
                </a:solidFill>
                <a:latin typeface="Segoe UI" panose="020B0502040204020203" pitchFamily="34" charset="0"/>
              </a:rPr>
              <a:t>Hotpatch reduces restart pressure, but administrators still plan for baselines and update categories outside the Hotpatch program.</a:t>
            </a:r>
          </a:p>
        </p:txBody>
      </p:sp>
      <p:sp>
        <p:nvSpPr>
          <p:cNvPr id="5" name="Rectangle: Rounded Corners 4">
            <a:extLst>
              <a:ext uri="{FF2B5EF4-FFF2-40B4-BE49-F238E27FC236}">
                <a16:creationId xmlns:a16="http://schemas.microsoft.com/office/drawing/2014/main" id="{0E32B058-5665-B9A4-A836-7D1592D834A1}"/>
              </a:ext>
            </a:extLst>
          </p:cNvPr>
          <p:cNvSpPr/>
          <p:nvPr/>
        </p:nvSpPr>
        <p:spPr>
          <a:xfrm>
            <a:off x="1041400" y="1143000"/>
            <a:ext cx="3143250" cy="552450"/>
          </a:xfrm>
          <a:prstGeom prst="roundRect">
            <a:avLst/>
          </a:prstGeom>
          <a:solidFill>
            <a:srgbClr val="FFFFFF"/>
          </a:solidFill>
          <a:ln w="15875">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600" b="1">
                <a:solidFill>
                  <a:srgbClr val="003044"/>
                </a:solidFill>
                <a:latin typeface="Segoe UI" panose="020B0502040204020203" pitchFamily="34" charset="0"/>
              </a:rPr>
              <a:t>Covered by Hotpatch</a:t>
            </a:r>
          </a:p>
        </p:txBody>
      </p:sp>
      <p:sp>
        <p:nvSpPr>
          <p:cNvPr id="6" name="TextBox 5">
            <a:extLst>
              <a:ext uri="{FF2B5EF4-FFF2-40B4-BE49-F238E27FC236}">
                <a16:creationId xmlns:a16="http://schemas.microsoft.com/office/drawing/2014/main" id="{D81482B2-DA81-E74B-D3AF-7575B156BCEC}"/>
              </a:ext>
            </a:extLst>
          </p:cNvPr>
          <p:cNvSpPr txBox="1"/>
          <p:nvPr/>
        </p:nvSpPr>
        <p:spPr>
          <a:xfrm>
            <a:off x="1327150" y="1857375"/>
            <a:ext cx="2667000" cy="974626"/>
          </a:xfrm>
          <a:prstGeom prst="rect">
            <a:avLst/>
          </a:prstGeom>
          <a:noFill/>
        </p:spPr>
        <p:txBody>
          <a:bodyPr vert="horz" wrap="square" lIns="50800" tIns="25400" rIns="50800" bIns="25400" rtlCol="0">
            <a:normAutofit/>
          </a:bodyPr>
          <a:lstStyle/>
          <a:p>
            <a:r>
              <a:rPr lang="en-GB" sz="1500">
                <a:solidFill>
                  <a:srgbClr val="003044"/>
                </a:solidFill>
                <a:latin typeface="Segoe UI" panose="020B0502040204020203" pitchFamily="34" charset="0"/>
              </a:rPr>
              <a:t>- Windows security updates</a:t>
            </a:r>
          </a:p>
          <a:p>
            <a:r>
              <a:rPr lang="en-GB" sz="1500">
                <a:solidFill>
                  <a:srgbClr val="003044"/>
                </a:solidFill>
                <a:latin typeface="Segoe UI" panose="020B0502040204020203" pitchFamily="34" charset="0"/>
              </a:rPr>
              <a:t>- Faster install path</a:t>
            </a:r>
          </a:p>
          <a:p>
            <a:r>
              <a:rPr lang="en-GB" sz="1500">
                <a:solidFill>
                  <a:srgbClr val="003044"/>
                </a:solidFill>
                <a:latin typeface="Segoe UI" panose="020B0502040204020203" pitchFamily="34" charset="0"/>
              </a:rPr>
              <a:t>- No restart for hotpatch months</a:t>
            </a:r>
          </a:p>
        </p:txBody>
      </p:sp>
      <p:sp>
        <p:nvSpPr>
          <p:cNvPr id="7" name="Rectangle: Rounded Corners 6">
            <a:extLst>
              <a:ext uri="{FF2B5EF4-FFF2-40B4-BE49-F238E27FC236}">
                <a16:creationId xmlns:a16="http://schemas.microsoft.com/office/drawing/2014/main" id="{4179AFC9-EACE-890F-3F83-4AAA6B8BC69B}"/>
              </a:ext>
            </a:extLst>
          </p:cNvPr>
          <p:cNvSpPr/>
          <p:nvPr/>
        </p:nvSpPr>
        <p:spPr>
          <a:xfrm>
            <a:off x="5327650" y="1143000"/>
            <a:ext cx="3143250" cy="552450"/>
          </a:xfrm>
          <a:prstGeom prst="roundRect">
            <a:avLst/>
          </a:prstGeom>
          <a:solidFill>
            <a:srgbClr val="FFFFFF"/>
          </a:solidFill>
          <a:ln w="15875">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GB" sz="1600" b="1">
                <a:solidFill>
                  <a:srgbClr val="003044"/>
                </a:solidFill>
                <a:latin typeface="Segoe UI" panose="020B0502040204020203" pitchFamily="34" charset="0"/>
              </a:rPr>
              <a:t>Still needs normal planning</a:t>
            </a:r>
          </a:p>
        </p:txBody>
      </p:sp>
      <p:sp>
        <p:nvSpPr>
          <p:cNvPr id="8" name="TextBox 7">
            <a:extLst>
              <a:ext uri="{FF2B5EF4-FFF2-40B4-BE49-F238E27FC236}">
                <a16:creationId xmlns:a16="http://schemas.microsoft.com/office/drawing/2014/main" id="{B00E549D-3456-55FA-C12D-4E56CC12C9CA}"/>
              </a:ext>
            </a:extLst>
          </p:cNvPr>
          <p:cNvSpPr txBox="1"/>
          <p:nvPr/>
        </p:nvSpPr>
        <p:spPr>
          <a:xfrm>
            <a:off x="5613400" y="1857375"/>
            <a:ext cx="2667000" cy="1205458"/>
          </a:xfrm>
          <a:prstGeom prst="rect">
            <a:avLst/>
          </a:prstGeom>
          <a:noFill/>
        </p:spPr>
        <p:txBody>
          <a:bodyPr vert="horz" wrap="square" lIns="50800" tIns="25400" rIns="50800" bIns="25400" rtlCol="0">
            <a:normAutofit/>
          </a:bodyPr>
          <a:lstStyle/>
          <a:p>
            <a:r>
              <a:rPr lang="en-GB" sz="1500">
                <a:solidFill>
                  <a:srgbClr val="003044"/>
                </a:solidFill>
                <a:latin typeface="Segoe UI" panose="020B0502040204020203" pitchFamily="34" charset="0"/>
              </a:rPr>
              <a:t>- Baseline cumulative updates</a:t>
            </a:r>
          </a:p>
          <a:p>
            <a:r>
              <a:rPr lang="en-GB" sz="1500">
                <a:solidFill>
                  <a:srgbClr val="003044"/>
                </a:solidFill>
                <a:latin typeface="Segoe UI" panose="020B0502040204020203" pitchFamily="34" charset="0"/>
              </a:rPr>
              <a:t>- Nonsecurity Windows updates</a:t>
            </a:r>
          </a:p>
          <a:p>
            <a:r>
              <a:rPr lang="en-GB" sz="1500">
                <a:solidFill>
                  <a:srgbClr val="003044"/>
                </a:solidFill>
                <a:latin typeface="Segoe UI" panose="020B0502040204020203" pitchFamily="34" charset="0"/>
              </a:rPr>
              <a:t>- .NET updates</a:t>
            </a:r>
          </a:p>
          <a:p>
            <a:r>
              <a:rPr lang="en-GB" sz="1500">
                <a:solidFill>
                  <a:srgbClr val="003044"/>
                </a:solidFill>
                <a:latin typeface="Segoe UI" panose="020B0502040204020203" pitchFamily="34" charset="0"/>
              </a:rPr>
              <a:t>- Drivers and firmware</a:t>
            </a:r>
          </a:p>
        </p:txBody>
      </p:sp>
      <p:sp>
        <p:nvSpPr>
          <p:cNvPr id="9" name="Rectangle: Rounded Corners 8">
            <a:extLst>
              <a:ext uri="{FF2B5EF4-FFF2-40B4-BE49-F238E27FC236}">
                <a16:creationId xmlns:a16="http://schemas.microsoft.com/office/drawing/2014/main" id="{CD1AF8BD-1C1E-7148-AFA5-908811689613}"/>
              </a:ext>
            </a:extLst>
          </p:cNvPr>
          <p:cNvSpPr/>
          <p:nvPr/>
        </p:nvSpPr>
        <p:spPr>
          <a:xfrm>
            <a:off x="1422400" y="3333750"/>
            <a:ext cx="6667500" cy="552450"/>
          </a:xfrm>
          <a:prstGeom prst="roundRect">
            <a:avLst/>
          </a:prstGeom>
          <a:solidFill>
            <a:srgbClr val="FFF8E1"/>
          </a:solidFill>
          <a:ln w="158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fontScale="92500" lnSpcReduction="10000"/>
          </a:bodyPr>
          <a:lstStyle/>
          <a:p>
            <a:pPr algn="ctr"/>
            <a:r>
              <a:rPr lang="en-GB" sz="1400" b="1">
                <a:solidFill>
                  <a:srgbClr val="003044"/>
                </a:solidFill>
                <a:latin typeface="Segoe UI" panose="020B0502040204020203" pitchFamily="34" charset="0"/>
              </a:rPr>
              <a:t>Hotpatch reduces restart frequency. It does not remove maintenance windows, baseline planning, or nonsecurity update governance.</a:t>
            </a:r>
          </a:p>
        </p:txBody>
      </p:sp>
      <p:sp>
        <p:nvSpPr>
          <p:cNvPr id="10" name="Course footer">
            <a:extLst>
              <a:ext uri="{FF2B5EF4-FFF2-40B4-BE49-F238E27FC236}">
                <a16:creationId xmlns:a16="http://schemas.microsoft.com/office/drawing/2014/main" id="{4CD8E42C-1746-4CF9-5F49-8DC91998357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771C2632-55AF-F5B9-9D5A-ADE958BDF2A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9769405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10A7E-FCEB-7C51-8C57-ECBA879973C1}"/>
              </a:ext>
            </a:extLst>
          </p:cNvPr>
          <p:cNvSpPr>
            <a:spLocks noGrp="1"/>
          </p:cNvSpPr>
          <p:nvPr>
            <p:ph type="title"/>
          </p:nvPr>
        </p:nvSpPr>
        <p:spPr>
          <a:xfrm>
            <a:off x="438912" y="79170"/>
            <a:ext cx="7597807" cy="738664"/>
          </a:xfrm>
        </p:spPr>
        <p:txBody>
          <a:bodyPr wrap="square">
            <a:noAutofit/>
          </a:bodyPr>
          <a:lstStyle/>
          <a:p>
            <a:r>
              <a:rPr lang="en-GB" dirty="0"/>
              <a:t>Blocking, Excluding, or Deferring a Specific Patch</a:t>
            </a:r>
          </a:p>
        </p:txBody>
      </p:sp>
      <p:sp>
        <p:nvSpPr>
          <p:cNvPr id="6" name="Rectangle 5">
            <a:extLst>
              <a:ext uri="{FF2B5EF4-FFF2-40B4-BE49-F238E27FC236}">
                <a16:creationId xmlns:a16="http://schemas.microsoft.com/office/drawing/2014/main" id="{00F1B432-BDF8-DC47-04FE-33CBB8E121B9}"/>
              </a:ext>
            </a:extLst>
          </p:cNvPr>
          <p:cNvSpPr/>
          <p:nvPr/>
        </p:nvSpPr>
        <p:spPr>
          <a:xfrm>
            <a:off x="0" y="734060"/>
            <a:ext cx="9144000" cy="4286250"/>
          </a:xfrm>
          <a:prstGeom prst="rect">
            <a:avLst/>
          </a:prstGeom>
          <a:solidFill>
            <a:srgbClr val="EA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7" name="TextBox 6">
            <a:extLst>
              <a:ext uri="{FF2B5EF4-FFF2-40B4-BE49-F238E27FC236}">
                <a16:creationId xmlns:a16="http://schemas.microsoft.com/office/drawing/2014/main" id="{46902D27-B496-3E22-6D32-3A7BDC11A9F5}"/>
              </a:ext>
            </a:extLst>
          </p:cNvPr>
          <p:cNvSpPr txBox="1"/>
          <p:nvPr/>
        </p:nvSpPr>
        <p:spPr>
          <a:xfrm>
            <a:off x="457200" y="1576835"/>
            <a:ext cx="3886200" cy="974626"/>
          </a:xfrm>
          <a:prstGeom prst="rect">
            <a:avLst/>
          </a:prstGeom>
          <a:noFill/>
        </p:spPr>
        <p:txBody>
          <a:bodyPr vert="horz" wrap="square" lIns="50800" tIns="25400" rIns="50800" bIns="25400" rtlCol="0">
            <a:normAutofit/>
          </a:bodyPr>
          <a:lstStyle/>
          <a:p>
            <a:r>
              <a:rPr lang="en-GB" sz="1500" b="1">
                <a:solidFill>
                  <a:srgbClr val="003044"/>
                </a:solidFill>
                <a:latin typeface="Segoe UI" panose="020B0502040204020203" pitchFamily="34" charset="0"/>
              </a:rPr>
              <a:t>AUM supports KB-level include and exclude controls for one-time deployments and scheduled update selection.</a:t>
            </a:r>
          </a:p>
        </p:txBody>
      </p:sp>
      <p:sp>
        <p:nvSpPr>
          <p:cNvPr id="8" name="Rectangle: Rounded Corners 7">
            <a:extLst>
              <a:ext uri="{FF2B5EF4-FFF2-40B4-BE49-F238E27FC236}">
                <a16:creationId xmlns:a16="http://schemas.microsoft.com/office/drawing/2014/main" id="{21CC4C26-DA12-4C70-EBB3-64D0F11D6A44}"/>
              </a:ext>
            </a:extLst>
          </p:cNvPr>
          <p:cNvSpPr/>
          <p:nvPr/>
        </p:nvSpPr>
        <p:spPr>
          <a:xfrm>
            <a:off x="457200" y="2576835"/>
            <a:ext cx="3886200" cy="550000"/>
          </a:xfrm>
          <a:prstGeom prst="roundRect">
            <a:avLst>
              <a:gd name="adj" fmla="val 8000"/>
            </a:avLst>
          </a:prstGeom>
          <a:solidFill>
            <a:srgbClr val="F4FAFC"/>
          </a:solidFill>
          <a:ln w="15875">
            <a:solidFill>
              <a:srgbClr val="28A0B8"/>
            </a:solidFill>
          </a:ln>
        </p:spPr>
        <p:txBody>
          <a:bodyPr wrap="square" lIns="101600" tIns="63500" rIns="101600" bIns="63500" rtlCol="0" anchor="ctr">
            <a:normAutofit/>
          </a:bodyPr>
          <a:lstStyle/>
          <a:p>
            <a:pPr algn="l"/>
            <a:r>
              <a:rPr lang="en-GB" sz="1300">
                <a:solidFill>
                  <a:srgbClr val="003044"/>
                </a:solidFill>
                <a:latin typeface="Segoe UI" panose="020B0502040204020203" pitchFamily="34" charset="0"/>
              </a:rPr>
              <a:t>Remove exclusions once the risk is resolved.</a:t>
            </a:r>
          </a:p>
        </p:txBody>
      </p:sp>
      <p:sp>
        <p:nvSpPr>
          <p:cNvPr id="9" name="Rectangle: Rounded Corners 8">
            <a:extLst>
              <a:ext uri="{FF2B5EF4-FFF2-40B4-BE49-F238E27FC236}">
                <a16:creationId xmlns:a16="http://schemas.microsoft.com/office/drawing/2014/main" id="{767EDC77-F55E-1CAA-F644-8CAD0251D25C}"/>
              </a:ext>
            </a:extLst>
          </p:cNvPr>
          <p:cNvSpPr/>
          <p:nvPr/>
        </p:nvSpPr>
        <p:spPr>
          <a:xfrm>
            <a:off x="457200" y="3326835"/>
            <a:ext cx="3886200" cy="550000"/>
          </a:xfrm>
          <a:prstGeom prst="roundRect">
            <a:avLst>
              <a:gd name="adj" fmla="val 8000"/>
            </a:avLst>
          </a:prstGeom>
          <a:solidFill>
            <a:srgbClr val="FFF8E1"/>
          </a:solidFill>
          <a:ln w="15875">
            <a:solidFill>
              <a:srgbClr val="FFC000"/>
            </a:solidFill>
          </a:ln>
        </p:spPr>
        <p:txBody>
          <a:bodyPr wrap="square" lIns="101600" tIns="63500" rIns="101600" bIns="63500" rtlCol="0" anchor="ctr">
            <a:normAutofit/>
          </a:bodyPr>
          <a:lstStyle/>
          <a:p>
            <a:pPr algn="l"/>
            <a:r>
              <a:rPr lang="en-GB" sz="1200" b="1">
                <a:solidFill>
                  <a:srgbClr val="003044"/>
                </a:solidFill>
                <a:latin typeface="Segoe UI" panose="020B0502040204020203" pitchFamily="34" charset="0"/>
              </a:rPr>
              <a:t>Document owner, reason, and expiry for every exclusion.</a:t>
            </a:r>
          </a:p>
        </p:txBody>
      </p:sp>
      <p:sp>
        <p:nvSpPr>
          <p:cNvPr id="10" name="Rectangle: Rounded Corners 9">
            <a:extLst>
              <a:ext uri="{FF2B5EF4-FFF2-40B4-BE49-F238E27FC236}">
                <a16:creationId xmlns:a16="http://schemas.microsoft.com/office/drawing/2014/main" id="{9EAEF4A4-41A9-A669-3FA9-EC8F1F734402}"/>
              </a:ext>
            </a:extLst>
          </p:cNvPr>
          <p:cNvSpPr/>
          <p:nvPr/>
        </p:nvSpPr>
        <p:spPr>
          <a:xfrm>
            <a:off x="4800600" y="1576835"/>
            <a:ext cx="3886200" cy="2300000"/>
          </a:xfrm>
          <a:prstGeom prst="roundRect">
            <a:avLst>
              <a:gd name="adj" fmla="val 5000"/>
            </a:avLst>
          </a:prstGeom>
          <a:solidFill>
            <a:srgbClr val="FFFFFF"/>
          </a:solidFill>
          <a:ln w="19050">
            <a:solidFill>
              <a:srgbClr val="DCE6EB"/>
            </a:solidFill>
          </a:ln>
        </p:spPr>
        <p:txBody>
          <a:bodyPr rtlCol="0" anchor="ctr"/>
          <a:lstStyle/>
          <a:p>
            <a:pPr algn="ctr"/>
            <a:endParaRPr lang="en-GB"/>
          </a:p>
        </p:txBody>
      </p:sp>
      <p:sp>
        <p:nvSpPr>
          <p:cNvPr id="11" name="Rectangle 17">
            <a:extLst>
              <a:ext uri="{FF2B5EF4-FFF2-40B4-BE49-F238E27FC236}">
                <a16:creationId xmlns:a16="http://schemas.microsoft.com/office/drawing/2014/main" id="{60FD1ADF-8C5C-3204-F40E-B67E78BD6F1B}"/>
              </a:ext>
            </a:extLst>
          </p:cNvPr>
          <p:cNvSpPr/>
          <p:nvPr/>
        </p:nvSpPr>
        <p:spPr>
          <a:xfrm>
            <a:off x="4800600" y="1576835"/>
            <a:ext cx="3886200" cy="350000"/>
          </a:xfrm>
          <a:prstGeom prst="roundRect">
            <a:avLst>
              <a:gd name="adj" fmla="val 0"/>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2" name="TextBox 11">
            <a:extLst>
              <a:ext uri="{FF2B5EF4-FFF2-40B4-BE49-F238E27FC236}">
                <a16:creationId xmlns:a16="http://schemas.microsoft.com/office/drawing/2014/main" id="{4A5E3A14-B26B-9778-524C-BFE3B7E138E7}"/>
              </a:ext>
            </a:extLst>
          </p:cNvPr>
          <p:cNvSpPr txBox="1"/>
          <p:nvPr/>
        </p:nvSpPr>
        <p:spPr>
          <a:xfrm>
            <a:off x="4952999" y="1606835"/>
            <a:ext cx="3581400" cy="235962"/>
          </a:xfrm>
          <a:prstGeom prst="rect">
            <a:avLst/>
          </a:prstGeom>
          <a:noFill/>
        </p:spPr>
        <p:txBody>
          <a:bodyPr vert="horz" wrap="square" lIns="50800" tIns="25400" rIns="50800" bIns="25400" rtlCol="0">
            <a:normAutofit/>
          </a:bodyPr>
          <a:lstStyle/>
          <a:p>
            <a:r>
              <a:rPr lang="en-GB" sz="1200" b="1">
                <a:solidFill>
                  <a:srgbClr val="FFFFFF"/>
                </a:solidFill>
                <a:latin typeface="Segoe UI" panose="020B0502040204020203" pitchFamily="34" charset="0"/>
              </a:rPr>
              <a:t>Update selection</a:t>
            </a:r>
          </a:p>
        </p:txBody>
      </p:sp>
      <p:sp>
        <p:nvSpPr>
          <p:cNvPr id="13" name="TextBox 12">
            <a:extLst>
              <a:ext uri="{FF2B5EF4-FFF2-40B4-BE49-F238E27FC236}">
                <a16:creationId xmlns:a16="http://schemas.microsoft.com/office/drawing/2014/main" id="{413F4AA7-404D-1D5A-7045-2527E5256036}"/>
              </a:ext>
            </a:extLst>
          </p:cNvPr>
          <p:cNvSpPr txBox="1"/>
          <p:nvPr/>
        </p:nvSpPr>
        <p:spPr>
          <a:xfrm>
            <a:off x="4952999" y="2036835"/>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Include: Critical, Security</a:t>
            </a:r>
          </a:p>
        </p:txBody>
      </p:sp>
      <p:sp>
        <p:nvSpPr>
          <p:cNvPr id="14" name="Rectangle 13">
            <a:extLst>
              <a:ext uri="{FF2B5EF4-FFF2-40B4-BE49-F238E27FC236}">
                <a16:creationId xmlns:a16="http://schemas.microsoft.com/office/drawing/2014/main" id="{C9A9AB33-B867-4849-2648-DFFBFD827C44}"/>
              </a:ext>
            </a:extLst>
          </p:cNvPr>
          <p:cNvSpPr/>
          <p:nvPr/>
        </p:nvSpPr>
        <p:spPr>
          <a:xfrm>
            <a:off x="4952999" y="2336835"/>
            <a:ext cx="3581400" cy="9525"/>
          </a:xfrm>
          <a:prstGeom prst="rect">
            <a:avLst/>
          </a:prstGeom>
          <a:solidFill>
            <a:srgbClr val="DCE6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5" name="TextBox 14">
            <a:extLst>
              <a:ext uri="{FF2B5EF4-FFF2-40B4-BE49-F238E27FC236}">
                <a16:creationId xmlns:a16="http://schemas.microsoft.com/office/drawing/2014/main" id="{2C56099B-CCDF-AA1E-0DB4-73C4D2D83345}"/>
              </a:ext>
            </a:extLst>
          </p:cNvPr>
          <p:cNvSpPr txBox="1"/>
          <p:nvPr/>
        </p:nvSpPr>
        <p:spPr>
          <a:xfrm>
            <a:off x="4952999" y="2386835"/>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Exclude KB ID/package</a:t>
            </a:r>
          </a:p>
        </p:txBody>
      </p:sp>
      <p:sp>
        <p:nvSpPr>
          <p:cNvPr id="16" name="Rectangle 15">
            <a:extLst>
              <a:ext uri="{FF2B5EF4-FFF2-40B4-BE49-F238E27FC236}">
                <a16:creationId xmlns:a16="http://schemas.microsoft.com/office/drawing/2014/main" id="{98F316C9-12D2-B49C-2683-EE367214A0EA}"/>
              </a:ext>
            </a:extLst>
          </p:cNvPr>
          <p:cNvSpPr/>
          <p:nvPr/>
        </p:nvSpPr>
        <p:spPr>
          <a:xfrm>
            <a:off x="4952999" y="2686835"/>
            <a:ext cx="3581400" cy="9525"/>
          </a:xfrm>
          <a:prstGeom prst="rect">
            <a:avLst/>
          </a:prstGeom>
          <a:solidFill>
            <a:srgbClr val="DCE6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7" name="TextBox 16">
            <a:extLst>
              <a:ext uri="{FF2B5EF4-FFF2-40B4-BE49-F238E27FC236}">
                <a16:creationId xmlns:a16="http://schemas.microsoft.com/office/drawing/2014/main" id="{552CDF50-3BA5-BDF6-E113-6CD19048DE92}"/>
              </a:ext>
            </a:extLst>
          </p:cNvPr>
          <p:cNvSpPr txBox="1"/>
          <p:nvPr/>
        </p:nvSpPr>
        <p:spPr>
          <a:xfrm>
            <a:off x="4952999" y="2736835"/>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Example: 5067077</a:t>
            </a:r>
          </a:p>
        </p:txBody>
      </p:sp>
      <p:sp>
        <p:nvSpPr>
          <p:cNvPr id="18" name="Rectangle 17">
            <a:extLst>
              <a:ext uri="{FF2B5EF4-FFF2-40B4-BE49-F238E27FC236}">
                <a16:creationId xmlns:a16="http://schemas.microsoft.com/office/drawing/2014/main" id="{A0CEE081-65D0-C43E-9640-83A7EAA5EEAB}"/>
              </a:ext>
            </a:extLst>
          </p:cNvPr>
          <p:cNvSpPr/>
          <p:nvPr/>
        </p:nvSpPr>
        <p:spPr>
          <a:xfrm>
            <a:off x="4952999" y="3036835"/>
            <a:ext cx="3581400" cy="9525"/>
          </a:xfrm>
          <a:prstGeom prst="rect">
            <a:avLst/>
          </a:prstGeom>
          <a:solidFill>
            <a:srgbClr val="DCE6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txBody>
          <a:bodyPr rtlCol="0" anchor="ctr"/>
          <a:lstStyle/>
          <a:p>
            <a:pPr algn="ctr"/>
            <a:endParaRPr lang="en-GB"/>
          </a:p>
        </p:txBody>
      </p:sp>
      <p:sp>
        <p:nvSpPr>
          <p:cNvPr id="19" name="TextBox 18">
            <a:extLst>
              <a:ext uri="{FF2B5EF4-FFF2-40B4-BE49-F238E27FC236}">
                <a16:creationId xmlns:a16="http://schemas.microsoft.com/office/drawing/2014/main" id="{F2C01958-10EA-7A41-D1A3-5F1B3EED003C}"/>
              </a:ext>
            </a:extLst>
          </p:cNvPr>
          <p:cNvSpPr txBox="1"/>
          <p:nvPr/>
        </p:nvSpPr>
        <p:spPr>
          <a:xfrm>
            <a:off x="4952999" y="3086835"/>
            <a:ext cx="3581400" cy="220573"/>
          </a:xfrm>
          <a:prstGeom prst="rect">
            <a:avLst/>
          </a:prstGeom>
          <a:noFill/>
        </p:spPr>
        <p:txBody>
          <a:bodyPr vert="horz" wrap="square" lIns="50800" tIns="25400" rIns="50800" bIns="25400" rtlCol="0">
            <a:normAutofit/>
          </a:bodyPr>
          <a:lstStyle/>
          <a:p>
            <a:r>
              <a:rPr lang="en-GB" sz="1100">
                <a:solidFill>
                  <a:srgbClr val="003044"/>
                </a:solidFill>
                <a:latin typeface="Segoe UI" panose="020B0502040204020203" pitchFamily="34" charset="0"/>
              </a:rPr>
              <a:t>Review + create</a:t>
            </a:r>
          </a:p>
        </p:txBody>
      </p:sp>
      <p:sp>
        <p:nvSpPr>
          <p:cNvPr id="20" name="Course footer">
            <a:extLst>
              <a:ext uri="{FF2B5EF4-FFF2-40B4-BE49-F238E27FC236}">
                <a16:creationId xmlns:a16="http://schemas.microsoft.com/office/drawing/2014/main" id="{DB3401B6-341C-3523-20A5-19D64E8F977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1" name="TextBox 20">
            <a:extLst>
              <a:ext uri="{FF2B5EF4-FFF2-40B4-BE49-F238E27FC236}">
                <a16:creationId xmlns:a16="http://schemas.microsoft.com/office/drawing/2014/main" id="{DD8FEBA2-C74D-5D3D-B8F2-8EE190F8631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9338276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6ACFF-9071-80C5-F54B-E9E0255725A0}"/>
              </a:ext>
            </a:extLst>
          </p:cNvPr>
          <p:cNvSpPr>
            <a:spLocks noGrp="1"/>
          </p:cNvSpPr>
          <p:nvPr>
            <p:ph type="title" idx="4294967295"/>
          </p:nvPr>
        </p:nvSpPr>
        <p:spPr>
          <a:xfrm>
            <a:off x="0" y="438150"/>
            <a:ext cx="8258175" cy="369888"/>
          </a:xfrm>
        </p:spPr>
        <p:txBody>
          <a:bodyPr wrap="square">
            <a:noAutofit/>
          </a:bodyPr>
          <a:lstStyle/>
          <a:p>
            <a:r>
              <a:rPr lang="en-GB"/>
              <a:t>Knowledge Check</a:t>
            </a:r>
          </a:p>
        </p:txBody>
      </p:sp>
      <p:sp>
        <p:nvSpPr>
          <p:cNvPr id="9" name="Shape 6">
            <a:extLst>
              <a:ext uri="{FF2B5EF4-FFF2-40B4-BE49-F238E27FC236}">
                <a16:creationId xmlns:a16="http://schemas.microsoft.com/office/drawing/2014/main" id="{D296B0E9-00BC-4CB3-F893-B1CACB9C1755}"/>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GB"/>
          </a:p>
        </p:txBody>
      </p:sp>
      <p:sp>
        <p:nvSpPr>
          <p:cNvPr id="10" name="Text 7">
            <a:extLst>
              <a:ext uri="{FF2B5EF4-FFF2-40B4-BE49-F238E27FC236}">
                <a16:creationId xmlns:a16="http://schemas.microsoft.com/office/drawing/2014/main" id="{21BEDD04-C207-8CDF-C988-AB7ECDEEF683}"/>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8CAED01B-27A0-E333-1316-87D7D638AE21}"/>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A new Windows Server 2025 is installed on-premises. What is the first step to manage its patches from Azure Update Manager?</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92D93193-8EFF-528B-437F-CDF625052311}"/>
              </a:ext>
            </a:extLst>
          </p:cNvPr>
          <p:cNvSpPr/>
          <p:nvPr/>
        </p:nvSpPr>
        <p:spPr>
          <a:xfrm>
            <a:off x="254000" y="1591310"/>
            <a:ext cx="8631936" cy="0"/>
          </a:xfrm>
          <a:prstGeom prst="line">
            <a:avLst/>
          </a:prstGeom>
          <a:noFill/>
          <a:ln w="6350">
            <a:solidFill>
              <a:srgbClr val="BFD9E6"/>
            </a:solidFill>
            <a:prstDash val="solid"/>
          </a:ln>
        </p:spPr>
        <p:txBody>
          <a:bodyPr/>
          <a:lstStyle/>
          <a:p>
            <a:endParaRPr lang="en-GB"/>
          </a:p>
        </p:txBody>
      </p:sp>
      <p:sp>
        <p:nvSpPr>
          <p:cNvPr id="13" name="Shape 10">
            <a:extLst>
              <a:ext uri="{FF2B5EF4-FFF2-40B4-BE49-F238E27FC236}">
                <a16:creationId xmlns:a16="http://schemas.microsoft.com/office/drawing/2014/main" id="{07E05F55-B9C0-14F7-E05F-4BB9778E7B51}"/>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GB"/>
          </a:p>
        </p:txBody>
      </p:sp>
      <p:sp>
        <p:nvSpPr>
          <p:cNvPr id="14" name="Text 11">
            <a:extLst>
              <a:ext uri="{FF2B5EF4-FFF2-40B4-BE49-F238E27FC236}">
                <a16:creationId xmlns:a16="http://schemas.microsoft.com/office/drawing/2014/main" id="{66AFF2FA-E84D-B098-CFF5-4A50ABBAE670}"/>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98E268E4-F32C-6C7E-E621-37C1B4D26541}"/>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A patch causes a production application to crash. How would you prevent that specific KB from deploying to production servers on the next scheduled run?</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535C3B72-8DE7-D57A-44A9-7DD4111DFE27}"/>
              </a:ext>
            </a:extLst>
          </p:cNvPr>
          <p:cNvSpPr/>
          <p:nvPr/>
        </p:nvSpPr>
        <p:spPr>
          <a:xfrm>
            <a:off x="254000" y="2551430"/>
            <a:ext cx="8631936" cy="0"/>
          </a:xfrm>
          <a:prstGeom prst="line">
            <a:avLst/>
          </a:prstGeom>
          <a:noFill/>
          <a:ln w="6350">
            <a:solidFill>
              <a:srgbClr val="BFD9E6"/>
            </a:solidFill>
            <a:prstDash val="solid"/>
          </a:ln>
        </p:spPr>
        <p:txBody>
          <a:bodyPr/>
          <a:lstStyle/>
          <a:p>
            <a:endParaRPr lang="en-GB"/>
          </a:p>
        </p:txBody>
      </p:sp>
      <p:sp>
        <p:nvSpPr>
          <p:cNvPr id="17" name="Shape 14">
            <a:extLst>
              <a:ext uri="{FF2B5EF4-FFF2-40B4-BE49-F238E27FC236}">
                <a16:creationId xmlns:a16="http://schemas.microsoft.com/office/drawing/2014/main" id="{F827330F-1DC0-C686-BF89-7BFC7082DD90}"/>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GB"/>
          </a:p>
        </p:txBody>
      </p:sp>
      <p:sp>
        <p:nvSpPr>
          <p:cNvPr id="18" name="Text 15">
            <a:extLst>
              <a:ext uri="{FF2B5EF4-FFF2-40B4-BE49-F238E27FC236}">
                <a16:creationId xmlns:a16="http://schemas.microsoft.com/office/drawing/2014/main" id="{68195830-293B-B54F-3BC4-7E7A906AE191}"/>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5CFE1C59-4217-FC5D-11BF-5EDFAA72CB8F}"/>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You have Dev, Test, and Prod server groups. How would you use Azure tags and maintenance configurations to stagger patching across these rings?</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00907D97-F8B9-373F-E639-81C61B350D6C}"/>
              </a:ext>
            </a:extLst>
          </p:cNvPr>
          <p:cNvSpPr/>
          <p:nvPr/>
        </p:nvSpPr>
        <p:spPr>
          <a:xfrm>
            <a:off x="254000" y="3511550"/>
            <a:ext cx="8631936" cy="0"/>
          </a:xfrm>
          <a:prstGeom prst="line">
            <a:avLst/>
          </a:prstGeom>
          <a:noFill/>
          <a:ln w="6350">
            <a:solidFill>
              <a:srgbClr val="BFD9E6"/>
            </a:solidFill>
            <a:prstDash val="solid"/>
          </a:ln>
        </p:spPr>
        <p:txBody>
          <a:bodyPr/>
          <a:lstStyle/>
          <a:p>
            <a:endParaRPr lang="en-GB"/>
          </a:p>
        </p:txBody>
      </p:sp>
      <p:sp>
        <p:nvSpPr>
          <p:cNvPr id="21" name="Shape 18">
            <a:extLst>
              <a:ext uri="{FF2B5EF4-FFF2-40B4-BE49-F238E27FC236}">
                <a16:creationId xmlns:a16="http://schemas.microsoft.com/office/drawing/2014/main" id="{2CEEE51B-F336-94FC-DB99-B2326CF64CE3}"/>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GB"/>
          </a:p>
        </p:txBody>
      </p:sp>
      <p:sp>
        <p:nvSpPr>
          <p:cNvPr id="22" name="Text 19">
            <a:extLst>
              <a:ext uri="{FF2B5EF4-FFF2-40B4-BE49-F238E27FC236}">
                <a16:creationId xmlns:a16="http://schemas.microsoft.com/office/drawing/2014/main" id="{1621E158-61B8-179C-BD0D-5BEEEB8596CE}"/>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0519654D-87B3-123C-479E-B77723C148D4}"/>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Windows Server 2025 is Arc-enabled and you enable Hotpatch. How many planned reboots should you expect for OS patching in a typical year?</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5601665F-D87F-2877-5E0B-E5DC77C42AF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A9F544E8-8D50-6DD3-2051-F2F00A7EED9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5247358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8A0B-D020-985D-D7F9-6D769134C8C2}"/>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9F33A969-F658-EF70-03B4-456825F77ED9}"/>
              </a:ext>
            </a:extLst>
          </p:cNvPr>
          <p:cNvSpPr/>
          <p:nvPr/>
        </p:nvSpPr>
        <p:spPr>
          <a:xfrm>
            <a:off x="139700" y="0"/>
            <a:ext cx="164592" cy="5143500"/>
          </a:xfrm>
          <a:prstGeom prst="rect">
            <a:avLst/>
          </a:prstGeom>
          <a:solidFill>
            <a:srgbClr val="0076D4"/>
          </a:solidFill>
          <a:ln w="12700">
            <a:solidFill>
              <a:srgbClr val="0076D4"/>
            </a:solidFill>
            <a:prstDash val="solid"/>
          </a:ln>
        </p:spPr>
        <p:txBody>
          <a:bodyPr/>
          <a:lstStyle/>
          <a:p>
            <a:endParaRPr lang="en-GB"/>
          </a:p>
        </p:txBody>
      </p:sp>
      <p:sp>
        <p:nvSpPr>
          <p:cNvPr id="5" name="Text 4">
            <a:extLst>
              <a:ext uri="{FF2B5EF4-FFF2-40B4-BE49-F238E27FC236}">
                <a16:creationId xmlns:a16="http://schemas.microsoft.com/office/drawing/2014/main" id="{13410B41-FA90-E013-6510-0FB8670CC072}"/>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1401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4F3B3FCE-A16D-17B1-1F24-CFAAFAA05FF1}"/>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Azure Arc Onboarding and Azure Update Manager</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B9ED8574-EE6C-BA19-95F3-F262EC538C92}"/>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GB"/>
          </a:p>
        </p:txBody>
      </p:sp>
      <p:sp>
        <p:nvSpPr>
          <p:cNvPr id="8" name="Text 7">
            <a:extLst>
              <a:ext uri="{FF2B5EF4-FFF2-40B4-BE49-F238E27FC236}">
                <a16:creationId xmlns:a16="http://schemas.microsoft.com/office/drawing/2014/main" id="{94DC2207-D7C9-1E6A-0404-897FDB83E63A}"/>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connect LON-SRV1 to Azure Arc using the Arc Setup wizard, explore the Azure Update Manager compliance view, create a maintenance configuration schedule, and perform an on-demand patch assessment. You will also enable Hotpatch and verify the update history.</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D2E215F4-AF28-0F0D-4BE0-CBC3A1487FE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14 | Keeping Windows Server Up to Date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57C039C8-4A59-AEAA-1486-E22EBB58A78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70090022"/>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3002D3A-3AD5-4DA7-A762-40843DC12AD6}">
  <we:reference id="wa200010001" version="1.0.0.1" store="en-US" storeType="OMEX"/>
  <we:alternateReferences>
    <we:reference id="WA200010001" version="1.0.0.1" store="" storeType="OMEX"/>
  </we:alternateReferences>
  <we:properties>
    <we:property name="claude.fileId" value="&quot;35c366f5-5f00-4ec5-b1a1-58343eb2722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49</TotalTime>
  <Words>1749</Words>
  <Application>Microsoft Office PowerPoint</Application>
  <PresentationFormat>On-screen Show (16:9)</PresentationFormat>
  <Paragraphs>229</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Consolas</vt:lpstr>
      <vt:lpstr>Segoe UI</vt:lpstr>
      <vt:lpstr>Segoe UI Semibold</vt:lpstr>
      <vt:lpstr>Wingdings</vt:lpstr>
      <vt:lpstr>Microsoft Power Platform Template</vt:lpstr>
      <vt:lpstr>1_Microsoft Power Platform Template</vt:lpstr>
      <vt:lpstr>Chapter 14: Keeping Windows Server 2025 Up to Date</vt:lpstr>
      <vt:lpstr>Learning Objectives</vt:lpstr>
      <vt:lpstr>Chapter Topics</vt:lpstr>
      <vt:lpstr>Why Patch Management Has Changed</vt:lpstr>
      <vt:lpstr>Traditional Windows Server Update Methods</vt:lpstr>
      <vt:lpstr>What Azure Update Manager Does</vt:lpstr>
      <vt:lpstr>PowerPoint Presentation</vt:lpstr>
      <vt:lpstr>PowerPoint Presentation</vt:lpstr>
      <vt:lpstr>Azure Update Manager: Architecture and Data Flow</vt:lpstr>
      <vt:lpstr>Admin Decision Matrix</vt:lpstr>
      <vt:lpstr>Azure Update Manager: Architecture Overview</vt:lpstr>
      <vt:lpstr>Update Assessment and Compliance</vt:lpstr>
      <vt:lpstr>PowerPoint Presentation</vt:lpstr>
      <vt:lpstr>Scheduling Updates with Maintenance Windows</vt:lpstr>
      <vt:lpstr>Hotpatch for Windows Server 2025</vt:lpstr>
      <vt:lpstr>Hotpatch Cadence and Baselines</vt:lpstr>
      <vt:lpstr>Hotpatch Boundaries</vt:lpstr>
      <vt:lpstr>Blocking, Excluding, or Deferring a Specific Patch</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2026-04-07T14:56:58Z</dcterms:created>
  <dcterms:modified xsi:type="dcterms:W3CDTF">2026-06-11T12:03:50Z</dcterms:modified>
</cp:coreProperties>
</file>